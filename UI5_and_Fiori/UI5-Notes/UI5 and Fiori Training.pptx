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ppt/ink/ink1455.xml" ContentType="application/inkml+xml"/>
  <Override PartName="/ppt/ink/ink1456.xml" ContentType="application/inkml+xml"/>
  <Override PartName="/ppt/ink/ink1457.xml" ContentType="application/inkml+xml"/>
  <Override PartName="/ppt/ink/ink1458.xml" ContentType="application/inkml+xml"/>
  <Override PartName="/ppt/ink/ink1459.xml" ContentType="application/inkml+xml"/>
  <Override PartName="/ppt/ink/ink1460.xml" ContentType="application/inkml+xml"/>
  <Override PartName="/ppt/ink/ink1461.xml" ContentType="application/inkml+xml"/>
  <Override PartName="/ppt/ink/ink1462.xml" ContentType="application/inkml+xml"/>
  <Override PartName="/ppt/ink/ink1463.xml" ContentType="application/inkml+xml"/>
  <Override PartName="/ppt/ink/ink1464.xml" ContentType="application/inkml+xml"/>
  <Override PartName="/ppt/ink/ink1465.xml" ContentType="application/inkml+xml"/>
  <Override PartName="/ppt/ink/ink1466.xml" ContentType="application/inkml+xml"/>
  <Override PartName="/ppt/ink/ink1467.xml" ContentType="application/inkml+xml"/>
  <Override PartName="/ppt/ink/ink1468.xml" ContentType="application/inkml+xml"/>
  <Override PartName="/ppt/ink/ink1469.xml" ContentType="application/inkml+xml"/>
  <Override PartName="/ppt/ink/ink1470.xml" ContentType="application/inkml+xml"/>
  <Override PartName="/ppt/ink/ink1471.xml" ContentType="application/inkml+xml"/>
  <Override PartName="/ppt/ink/ink1472.xml" ContentType="application/inkml+xml"/>
  <Override PartName="/ppt/ink/ink1473.xml" ContentType="application/inkml+xml"/>
  <Override PartName="/ppt/ink/ink1474.xml" ContentType="application/inkml+xml"/>
  <Override PartName="/ppt/ink/ink1475.xml" ContentType="application/inkml+xml"/>
  <Override PartName="/ppt/ink/ink1476.xml" ContentType="application/inkml+xml"/>
  <Override PartName="/ppt/ink/ink1477.xml" ContentType="application/inkml+xml"/>
  <Override PartName="/ppt/ink/ink1478.xml" ContentType="application/inkml+xml"/>
  <Override PartName="/ppt/ink/ink1479.xml" ContentType="application/inkml+xml"/>
  <Override PartName="/ppt/ink/ink1480.xml" ContentType="application/inkml+xml"/>
  <Override PartName="/ppt/ink/ink1481.xml" ContentType="application/inkml+xml"/>
  <Override PartName="/ppt/ink/ink1482.xml" ContentType="application/inkml+xml"/>
  <Override PartName="/ppt/ink/ink1483.xml" ContentType="application/inkml+xml"/>
  <Override PartName="/ppt/ink/ink1484.xml" ContentType="application/inkml+xml"/>
  <Override PartName="/ppt/ink/ink1485.xml" ContentType="application/inkml+xml"/>
  <Override PartName="/ppt/ink/ink1486.xml" ContentType="application/inkml+xml"/>
  <Override PartName="/ppt/ink/ink1487.xml" ContentType="application/inkml+xml"/>
  <Override PartName="/ppt/ink/ink1488.xml" ContentType="application/inkml+xml"/>
  <Override PartName="/ppt/ink/ink1489.xml" ContentType="application/inkml+xml"/>
  <Override PartName="/ppt/ink/ink1490.xml" ContentType="application/inkml+xml"/>
  <Override PartName="/ppt/ink/ink1491.xml" ContentType="application/inkml+xml"/>
  <Override PartName="/ppt/ink/ink1492.xml" ContentType="application/inkml+xml"/>
  <Override PartName="/ppt/ink/ink1493.xml" ContentType="application/inkml+xml"/>
  <Override PartName="/ppt/ink/ink1494.xml" ContentType="application/inkml+xml"/>
  <Override PartName="/ppt/ink/ink1495.xml" ContentType="application/inkml+xml"/>
  <Override PartName="/ppt/ink/ink1496.xml" ContentType="application/inkml+xml"/>
  <Override PartName="/ppt/ink/ink1497.xml" ContentType="application/inkml+xml"/>
  <Override PartName="/ppt/ink/ink1498.xml" ContentType="application/inkml+xml"/>
  <Override PartName="/ppt/ink/ink1499.xml" ContentType="application/inkml+xml"/>
  <Override PartName="/ppt/ink/ink1500.xml" ContentType="application/inkml+xml"/>
  <Override PartName="/ppt/ink/ink1501.xml" ContentType="application/inkml+xml"/>
  <Override PartName="/ppt/ink/ink1502.xml" ContentType="application/inkml+xml"/>
  <Override PartName="/ppt/ink/ink1503.xml" ContentType="application/inkml+xml"/>
  <Override PartName="/ppt/ink/ink1504.xml" ContentType="application/inkml+xml"/>
  <Override PartName="/ppt/ink/ink1505.xml" ContentType="application/inkml+xml"/>
  <Override PartName="/ppt/ink/ink1506.xml" ContentType="application/inkml+xml"/>
  <Override PartName="/ppt/ink/ink1507.xml" ContentType="application/inkml+xml"/>
  <Override PartName="/ppt/ink/ink1508.xml" ContentType="application/inkml+xml"/>
  <Override PartName="/ppt/ink/ink1509.xml" ContentType="application/inkml+xml"/>
  <Override PartName="/ppt/ink/ink1510.xml" ContentType="application/inkml+xml"/>
  <Override PartName="/ppt/ink/ink1511.xml" ContentType="application/inkml+xml"/>
  <Override PartName="/ppt/ink/ink1512.xml" ContentType="application/inkml+xml"/>
  <Override PartName="/ppt/ink/ink1513.xml" ContentType="application/inkml+xml"/>
  <Override PartName="/ppt/ink/ink1514.xml" ContentType="application/inkml+xml"/>
  <Override PartName="/ppt/ink/ink1515.xml" ContentType="application/inkml+xml"/>
  <Override PartName="/ppt/ink/ink1516.xml" ContentType="application/inkml+xml"/>
  <Override PartName="/ppt/ink/ink1517.xml" ContentType="application/inkml+xml"/>
  <Override PartName="/ppt/ink/ink1518.xml" ContentType="application/inkml+xml"/>
  <Override PartName="/ppt/ink/ink1519.xml" ContentType="application/inkml+xml"/>
  <Override PartName="/ppt/ink/ink1520.xml" ContentType="application/inkml+xml"/>
  <Override PartName="/ppt/ink/ink1521.xml" ContentType="application/inkml+xml"/>
  <Override PartName="/ppt/ink/ink1522.xml" ContentType="application/inkml+xml"/>
  <Override PartName="/ppt/ink/ink1523.xml" ContentType="application/inkml+xml"/>
  <Override PartName="/ppt/ink/ink1524.xml" ContentType="application/inkml+xml"/>
  <Override PartName="/ppt/ink/ink1525.xml" ContentType="application/inkml+xml"/>
  <Override PartName="/ppt/ink/ink1526.xml" ContentType="application/inkml+xml"/>
  <Override PartName="/ppt/ink/ink1527.xml" ContentType="application/inkml+xml"/>
  <Override PartName="/ppt/ink/ink1528.xml" ContentType="application/inkml+xml"/>
  <Override PartName="/ppt/ink/ink1529.xml" ContentType="application/inkml+xml"/>
  <Override PartName="/ppt/ink/ink1530.xml" ContentType="application/inkml+xml"/>
  <Override PartName="/ppt/ink/ink1531.xml" ContentType="application/inkml+xml"/>
  <Override PartName="/ppt/ink/ink1532.xml" ContentType="application/inkml+xml"/>
  <Override PartName="/ppt/ink/ink1533.xml" ContentType="application/inkml+xml"/>
  <Override PartName="/ppt/ink/ink1534.xml" ContentType="application/inkml+xml"/>
  <Override PartName="/ppt/ink/ink1535.xml" ContentType="application/inkml+xml"/>
  <Override PartName="/ppt/ink/ink1536.xml" ContentType="application/inkml+xml"/>
  <Override PartName="/ppt/ink/ink1537.xml" ContentType="application/inkml+xml"/>
  <Override PartName="/ppt/ink/ink1538.xml" ContentType="application/inkml+xml"/>
  <Override PartName="/ppt/ink/ink1539.xml" ContentType="application/inkml+xml"/>
  <Override PartName="/ppt/ink/ink1540.xml" ContentType="application/inkml+xml"/>
  <Override PartName="/ppt/ink/ink1541.xml" ContentType="application/inkml+xml"/>
  <Override PartName="/ppt/ink/ink1542.xml" ContentType="application/inkml+xml"/>
  <Override PartName="/ppt/ink/ink1543.xml" ContentType="application/inkml+xml"/>
  <Override PartName="/ppt/ink/ink1544.xml" ContentType="application/inkml+xml"/>
  <Override PartName="/ppt/ink/ink1545.xml" ContentType="application/inkml+xml"/>
  <Override PartName="/ppt/ink/ink1546.xml" ContentType="application/inkml+xml"/>
  <Override PartName="/ppt/ink/ink1547.xml" ContentType="application/inkml+xml"/>
  <Override PartName="/ppt/ink/ink1548.xml" ContentType="application/inkml+xml"/>
  <Override PartName="/ppt/ink/ink1549.xml" ContentType="application/inkml+xml"/>
  <Override PartName="/ppt/ink/ink1550.xml" ContentType="application/inkml+xml"/>
  <Override PartName="/ppt/ink/ink1551.xml" ContentType="application/inkml+xml"/>
  <Override PartName="/ppt/ink/ink1552.xml" ContentType="application/inkml+xml"/>
  <Override PartName="/ppt/ink/ink1553.xml" ContentType="application/inkml+xml"/>
  <Override PartName="/ppt/ink/ink1554.xml" ContentType="application/inkml+xml"/>
  <Override PartName="/ppt/ink/ink1555.xml" ContentType="application/inkml+xml"/>
  <Override PartName="/ppt/ink/ink1556.xml" ContentType="application/inkml+xml"/>
  <Override PartName="/ppt/ink/ink1557.xml" ContentType="application/inkml+xml"/>
  <Override PartName="/ppt/ink/ink1558.xml" ContentType="application/inkml+xml"/>
  <Override PartName="/ppt/ink/ink1559.xml" ContentType="application/inkml+xml"/>
  <Override PartName="/ppt/ink/ink1560.xml" ContentType="application/inkml+xml"/>
  <Override PartName="/ppt/ink/ink1561.xml" ContentType="application/inkml+xml"/>
  <Override PartName="/ppt/ink/ink1562.xml" ContentType="application/inkml+xml"/>
  <Override PartName="/ppt/ink/ink1563.xml" ContentType="application/inkml+xml"/>
  <Override PartName="/ppt/ink/ink1564.xml" ContentType="application/inkml+xml"/>
  <Override PartName="/ppt/ink/ink1565.xml" ContentType="application/inkml+xml"/>
  <Override PartName="/ppt/ink/ink1566.xml" ContentType="application/inkml+xml"/>
  <Override PartName="/ppt/ink/ink1567.xml" ContentType="application/inkml+xml"/>
  <Override PartName="/ppt/ink/ink1568.xml" ContentType="application/inkml+xml"/>
  <Override PartName="/ppt/ink/ink1569.xml" ContentType="application/inkml+xml"/>
  <Override PartName="/ppt/ink/ink1570.xml" ContentType="application/inkml+xml"/>
  <Override PartName="/ppt/ink/ink1571.xml" ContentType="application/inkml+xml"/>
  <Override PartName="/ppt/ink/ink1572.xml" ContentType="application/inkml+xml"/>
  <Override PartName="/ppt/ink/ink1573.xml" ContentType="application/inkml+xml"/>
  <Override PartName="/ppt/ink/ink1574.xml" ContentType="application/inkml+xml"/>
  <Override PartName="/ppt/ink/ink1575.xml" ContentType="application/inkml+xml"/>
  <Override PartName="/ppt/ink/ink1576.xml" ContentType="application/inkml+xml"/>
  <Override PartName="/ppt/ink/ink1577.xml" ContentType="application/inkml+xml"/>
  <Override PartName="/ppt/ink/ink1578.xml" ContentType="application/inkml+xml"/>
  <Override PartName="/ppt/ink/ink1579.xml" ContentType="application/inkml+xml"/>
  <Override PartName="/ppt/ink/ink1580.xml" ContentType="application/inkml+xml"/>
  <Override PartName="/ppt/ink/ink1581.xml" ContentType="application/inkml+xml"/>
  <Override PartName="/ppt/ink/ink1582.xml" ContentType="application/inkml+xml"/>
  <Override PartName="/ppt/ink/ink1583.xml" ContentType="application/inkml+xml"/>
  <Override PartName="/ppt/ink/ink1584.xml" ContentType="application/inkml+xml"/>
  <Override PartName="/ppt/ink/ink1585.xml" ContentType="application/inkml+xml"/>
  <Override PartName="/ppt/ink/ink1586.xml" ContentType="application/inkml+xml"/>
  <Override PartName="/ppt/ink/ink1587.xml" ContentType="application/inkml+xml"/>
  <Override PartName="/ppt/ink/ink1588.xml" ContentType="application/inkml+xml"/>
  <Override PartName="/ppt/ink/ink1589.xml" ContentType="application/inkml+xml"/>
  <Override PartName="/ppt/ink/ink1590.xml" ContentType="application/inkml+xml"/>
  <Override PartName="/ppt/ink/ink1591.xml" ContentType="application/inkml+xml"/>
  <Override PartName="/ppt/ink/ink1592.xml" ContentType="application/inkml+xml"/>
  <Override PartName="/ppt/ink/ink1593.xml" ContentType="application/inkml+xml"/>
  <Override PartName="/ppt/ink/ink1594.xml" ContentType="application/inkml+xml"/>
  <Override PartName="/ppt/ink/ink1595.xml" ContentType="application/inkml+xml"/>
  <Override PartName="/ppt/ink/ink1596.xml" ContentType="application/inkml+xml"/>
  <Override PartName="/ppt/ink/ink1597.xml" ContentType="application/inkml+xml"/>
  <Override PartName="/ppt/ink/ink1598.xml" ContentType="application/inkml+xml"/>
  <Override PartName="/ppt/ink/ink1599.xml" ContentType="application/inkml+xml"/>
  <Override PartName="/ppt/ink/ink1600.xml" ContentType="application/inkml+xml"/>
  <Override PartName="/ppt/ink/ink1601.xml" ContentType="application/inkml+xml"/>
  <Override PartName="/ppt/ink/ink1602.xml" ContentType="application/inkml+xml"/>
  <Override PartName="/ppt/ink/ink1603.xml" ContentType="application/inkml+xml"/>
  <Override PartName="/ppt/ink/ink1604.xml" ContentType="application/inkml+xml"/>
  <Override PartName="/ppt/ink/ink1605.xml" ContentType="application/inkml+xml"/>
  <Override PartName="/ppt/ink/ink1606.xml" ContentType="application/inkml+xml"/>
  <Override PartName="/ppt/ink/ink1607.xml" ContentType="application/inkml+xml"/>
  <Override PartName="/ppt/ink/ink1608.xml" ContentType="application/inkml+xml"/>
  <Override PartName="/ppt/ink/ink1609.xml" ContentType="application/inkml+xml"/>
  <Override PartName="/ppt/ink/ink1610.xml" ContentType="application/inkml+xml"/>
  <Override PartName="/ppt/ink/ink1611.xml" ContentType="application/inkml+xml"/>
  <Override PartName="/ppt/ink/ink1612.xml" ContentType="application/inkml+xml"/>
  <Override PartName="/ppt/ink/ink1613.xml" ContentType="application/inkml+xml"/>
  <Override PartName="/ppt/ink/ink1614.xml" ContentType="application/inkml+xml"/>
  <Override PartName="/ppt/ink/ink1615.xml" ContentType="application/inkml+xml"/>
  <Override PartName="/ppt/ink/ink1616.xml" ContentType="application/inkml+xml"/>
  <Override PartName="/ppt/ink/ink1617.xml" ContentType="application/inkml+xml"/>
  <Override PartName="/ppt/ink/ink1618.xml" ContentType="application/inkml+xml"/>
  <Override PartName="/ppt/ink/ink1619.xml" ContentType="application/inkml+xml"/>
  <Override PartName="/ppt/ink/ink1620.xml" ContentType="application/inkml+xml"/>
  <Override PartName="/ppt/ink/ink1621.xml" ContentType="application/inkml+xml"/>
  <Override PartName="/ppt/ink/ink1622.xml" ContentType="application/inkml+xml"/>
  <Override PartName="/ppt/ink/ink1623.xml" ContentType="application/inkml+xml"/>
  <Override PartName="/ppt/ink/ink1624.xml" ContentType="application/inkml+xml"/>
  <Override PartName="/ppt/ink/ink1625.xml" ContentType="application/inkml+xml"/>
  <Override PartName="/ppt/ink/ink1626.xml" ContentType="application/inkml+xml"/>
  <Override PartName="/ppt/ink/ink1627.xml" ContentType="application/inkml+xml"/>
  <Override PartName="/ppt/ink/ink1628.xml" ContentType="application/inkml+xml"/>
  <Override PartName="/ppt/ink/ink1629.xml" ContentType="application/inkml+xml"/>
  <Override PartName="/ppt/ink/ink1630.xml" ContentType="application/inkml+xml"/>
  <Override PartName="/ppt/ink/ink1631.xml" ContentType="application/inkml+xml"/>
  <Override PartName="/ppt/ink/ink1632.xml" ContentType="application/inkml+xml"/>
  <Override PartName="/ppt/ink/ink1633.xml" ContentType="application/inkml+xml"/>
  <Override PartName="/ppt/ink/ink1634.xml" ContentType="application/inkml+xml"/>
  <Override PartName="/ppt/ink/ink1635.xml" ContentType="application/inkml+xml"/>
  <Override PartName="/ppt/ink/ink1636.xml" ContentType="application/inkml+xml"/>
  <Override PartName="/ppt/ink/ink1637.xml" ContentType="application/inkml+xml"/>
  <Override PartName="/ppt/ink/ink1638.xml" ContentType="application/inkml+xml"/>
  <Override PartName="/ppt/ink/ink1639.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109"/>
  </p:notesMasterIdLst>
  <p:handoutMasterIdLst>
    <p:handoutMasterId r:id="rId110"/>
  </p:handoutMasterIdLst>
  <p:sldIdLst>
    <p:sldId id="298" r:id="rId2"/>
    <p:sldId id="288" r:id="rId3"/>
    <p:sldId id="293" r:id="rId4"/>
    <p:sldId id="310" r:id="rId5"/>
    <p:sldId id="300" r:id="rId6"/>
    <p:sldId id="312" r:id="rId7"/>
    <p:sldId id="319" r:id="rId8"/>
    <p:sldId id="316" r:id="rId9"/>
    <p:sldId id="320" r:id="rId10"/>
    <p:sldId id="321" r:id="rId11"/>
    <p:sldId id="322" r:id="rId12"/>
    <p:sldId id="323" r:id="rId13"/>
    <p:sldId id="324" r:id="rId14"/>
    <p:sldId id="325" r:id="rId15"/>
    <p:sldId id="326" r:id="rId16"/>
    <p:sldId id="327" r:id="rId17"/>
    <p:sldId id="328" r:id="rId18"/>
    <p:sldId id="329" r:id="rId19"/>
    <p:sldId id="330" r:id="rId20"/>
    <p:sldId id="331" r:id="rId21"/>
    <p:sldId id="332" r:id="rId22"/>
    <p:sldId id="333" r:id="rId23"/>
    <p:sldId id="334" r:id="rId24"/>
    <p:sldId id="335" r:id="rId25"/>
    <p:sldId id="336" r:id="rId26"/>
    <p:sldId id="337" r:id="rId27"/>
    <p:sldId id="338" r:id="rId28"/>
    <p:sldId id="339" r:id="rId29"/>
    <p:sldId id="340" r:id="rId30"/>
    <p:sldId id="341" r:id="rId31"/>
    <p:sldId id="342" r:id="rId32"/>
    <p:sldId id="343" r:id="rId33"/>
    <p:sldId id="344" r:id="rId34"/>
    <p:sldId id="345" r:id="rId35"/>
    <p:sldId id="346" r:id="rId36"/>
    <p:sldId id="347" r:id="rId37"/>
    <p:sldId id="348" r:id="rId38"/>
    <p:sldId id="349" r:id="rId39"/>
    <p:sldId id="350" r:id="rId40"/>
    <p:sldId id="351" r:id="rId41"/>
    <p:sldId id="352" r:id="rId42"/>
    <p:sldId id="353" r:id="rId43"/>
    <p:sldId id="354" r:id="rId44"/>
    <p:sldId id="355" r:id="rId45"/>
    <p:sldId id="356" r:id="rId46"/>
    <p:sldId id="357" r:id="rId47"/>
    <p:sldId id="358" r:id="rId48"/>
    <p:sldId id="359" r:id="rId49"/>
    <p:sldId id="360" r:id="rId50"/>
    <p:sldId id="361" r:id="rId51"/>
    <p:sldId id="362" r:id="rId52"/>
    <p:sldId id="363" r:id="rId53"/>
    <p:sldId id="364" r:id="rId54"/>
    <p:sldId id="365" r:id="rId55"/>
    <p:sldId id="366" r:id="rId56"/>
    <p:sldId id="367" r:id="rId57"/>
    <p:sldId id="368" r:id="rId58"/>
    <p:sldId id="369" r:id="rId59"/>
    <p:sldId id="370" r:id="rId60"/>
    <p:sldId id="371" r:id="rId61"/>
    <p:sldId id="372" r:id="rId62"/>
    <p:sldId id="373" r:id="rId63"/>
    <p:sldId id="374" r:id="rId64"/>
    <p:sldId id="375" r:id="rId65"/>
    <p:sldId id="376" r:id="rId66"/>
    <p:sldId id="377" r:id="rId67"/>
    <p:sldId id="378" r:id="rId68"/>
    <p:sldId id="379" r:id="rId69"/>
    <p:sldId id="380" r:id="rId70"/>
    <p:sldId id="381" r:id="rId71"/>
    <p:sldId id="382" r:id="rId72"/>
    <p:sldId id="383" r:id="rId73"/>
    <p:sldId id="384" r:id="rId74"/>
    <p:sldId id="385" r:id="rId75"/>
    <p:sldId id="386" r:id="rId76"/>
    <p:sldId id="387" r:id="rId77"/>
    <p:sldId id="388" r:id="rId78"/>
    <p:sldId id="389" r:id="rId79"/>
    <p:sldId id="390" r:id="rId80"/>
    <p:sldId id="391" r:id="rId81"/>
    <p:sldId id="392" r:id="rId82"/>
    <p:sldId id="393" r:id="rId83"/>
    <p:sldId id="414" r:id="rId84"/>
    <p:sldId id="394" r:id="rId85"/>
    <p:sldId id="395" r:id="rId86"/>
    <p:sldId id="396" r:id="rId87"/>
    <p:sldId id="397" r:id="rId88"/>
    <p:sldId id="398" r:id="rId89"/>
    <p:sldId id="399" r:id="rId90"/>
    <p:sldId id="400" r:id="rId91"/>
    <p:sldId id="401" r:id="rId92"/>
    <p:sldId id="402" r:id="rId93"/>
    <p:sldId id="410" r:id="rId94"/>
    <p:sldId id="403" r:id="rId95"/>
    <p:sldId id="404" r:id="rId96"/>
    <p:sldId id="405" r:id="rId97"/>
    <p:sldId id="406" r:id="rId98"/>
    <p:sldId id="407" r:id="rId99"/>
    <p:sldId id="411" r:id="rId100"/>
    <p:sldId id="412" r:id="rId101"/>
    <p:sldId id="413" r:id="rId102"/>
    <p:sldId id="408" r:id="rId103"/>
    <p:sldId id="409" r:id="rId104"/>
    <p:sldId id="289" r:id="rId105"/>
    <p:sldId id="313" r:id="rId106"/>
    <p:sldId id="318" r:id="rId107"/>
    <p:sldId id="314" r:id="rId10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D040"/>
    <a:srgbClr val="FCB040"/>
    <a:srgbClr val="09385E"/>
    <a:srgbClr val="6CA410"/>
    <a:srgbClr val="A3A3A3"/>
    <a:srgbClr val="037CCF"/>
    <a:srgbClr val="F5C247"/>
    <a:srgbClr val="B5D301"/>
    <a:srgbClr val="022A40"/>
    <a:srgbClr val="3AB5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28" autoAdjust="0"/>
    <p:restoredTop sz="93901" autoAdjust="0"/>
  </p:normalViewPr>
  <p:slideViewPr>
    <p:cSldViewPr>
      <p:cViewPr varScale="1">
        <p:scale>
          <a:sx n="78" d="100"/>
          <a:sy n="78" d="100"/>
        </p:scale>
        <p:origin x="1128" y="56"/>
      </p:cViewPr>
      <p:guideLst>
        <p:guide orient="horz" pos="1620"/>
        <p:guide pos="2880"/>
      </p:guideLst>
    </p:cSldViewPr>
  </p:slideViewPr>
  <p:notesTextViewPr>
    <p:cViewPr>
      <p:scale>
        <a:sx n="100" d="100"/>
        <a:sy n="100" d="100"/>
      </p:scale>
      <p:origin x="0" y="0"/>
    </p:cViewPr>
  </p:notesTextViewPr>
  <p:notesViewPr>
    <p:cSldViewPr>
      <p:cViewPr varScale="1">
        <p:scale>
          <a:sx n="69" d="100"/>
          <a:sy n="69"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C762424-DDEB-4A97-8DF5-6BF96CCB3FB5}" type="datetimeFigureOut">
              <a:rPr lang="en-US" smtClean="0"/>
              <a:pPr/>
              <a:t>3/22/2026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AC53C4B-F994-412E-85D8-E2AB9829285D}" type="slidenum">
              <a:rPr lang="en-US" smtClean="0"/>
              <a:pPr/>
              <a:t>‹#›</a:t>
            </a:fld>
            <a:endParaRPr lang="en-US"/>
          </a:p>
        </p:txBody>
      </p:sp>
    </p:spTree>
    <p:extLst>
      <p:ext uri="{BB962C8B-B14F-4D97-AF65-F5344CB8AC3E}">
        <p14:creationId xmlns:p14="http://schemas.microsoft.com/office/powerpoint/2010/main" val="222969922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31.899"/>
    </inkml:context>
    <inkml:brush xml:id="br0">
      <inkml:brushProperty name="width" value="0.05" units="cm"/>
      <inkml:brushProperty name="height" value="0.05" units="cm"/>
    </inkml:brush>
  </inkml:definitions>
  <inkml:trace contextRef="#ctx0" brushRef="#br0">1056 0 24575,'0'167'0,"-1"181"0,0-301 0,-2-1 0,-12 65 0,14-109 0,1 1 0,-1 0 0,0-1 0,0 1 0,0-1 0,0 1 0,0-1 0,-1 1 0,1-1 0,-1 0 0,1 1 0,-1-1 0,0 0 0,0 0 0,0 0 0,0-1 0,0 1 0,-1 0 0,1-1 0,-3 2 0,-1-1 0,-1 0 0,1 0 0,-1-1 0,0 0 0,1 0 0,-1 0 0,-8-1 0,-213-9 0,147 3 0,-145-24 0,18 1 0,39 16-1365,141 12-5461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32.598"/>
    </inkml:context>
    <inkml:brush xml:id="br0">
      <inkml:brushProperty name="width" value="0.05" units="cm"/>
      <inkml:brushProperty name="height" value="0.05" units="cm"/>
    </inkml:brush>
  </inkml:definitions>
  <inkml:trace contextRef="#ctx0" brushRef="#br0">213 0 24575,'-1'3'0,"1"0"0,0 0 0,-1 0 0,0 0 0,0-1 0,1 1 0,-2 0 0,1-1 0,0 1 0,0-1 0,-1 1 0,0-1 0,1 1 0,-3 1 0,-33 31 0,19-20 0,-30 28 0,-35 34 0,82-76 0,1-1 0,-1 0 0,1 1 0,-1-1 0,1 1 0,-1-1 0,1 1 0,-1-1 0,1 1 0,-1-1 0,1 1 0,0-1 0,-1 1 0,1 0 0,0-1 0,0 1 0,-1 0 0,1-1 0,0 1 0,0 0 0,0-1 0,0 1 0,0 0 0,0-1 0,0 1 0,0 0 0,0-1 0,0 1 0,0 0 0,0-1 0,0 1 0,1 0 0,-1-1 0,0 1 0,0 0 0,1-1 0,-1 1 0,1-1 0,-1 1 0,0-1 0,1 1 0,-1-1 0,1 1 0,-1-1 0,1 1 0,-1-1 0,1 1 0,0-1 0,-1 0 0,2 1 0,4 1 0,0 1 0,1-1 0,-1-1 0,11 2 0,-4-1 0,168 47-1365,-162-45-5461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35.170"/>
    </inkml:context>
    <inkml:brush xml:id="br0">
      <inkml:brushProperty name="width" value="0.05" units="cm"/>
      <inkml:brushProperty name="height" value="0.05" units="cm"/>
    </inkml:brush>
  </inkml:definitions>
  <inkml:trace contextRef="#ctx0" brushRef="#br0">0 0 24575,'422'0'0,"-486"0"-1365,27 0-5461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36.021"/>
    </inkml:context>
    <inkml:brush xml:id="br0">
      <inkml:brushProperty name="width" value="0.05" units="cm"/>
      <inkml:brushProperty name="height" value="0.05" units="cm"/>
    </inkml:brush>
  </inkml:definitions>
  <inkml:trace contextRef="#ctx0" brushRef="#br0">0 1 24575,'1'9'0,"1"0"0,-1 0 0,1 0 0,1 0 0,4 12 0,1 5 0,14 64 0,-22-89 0,0 0 0,1 0 0,-1 0 0,1 0 0,0 0 0,-1 0 0,1 0 0,0 0 0,-1 0 0,1-1 0,0 1 0,0 0 0,0 0 0,0-1 0,0 1 0,0 0 0,0-1 0,0 1 0,0-1 0,0 0 0,0 1 0,0-1 0,0 0 0,0 1 0,1-1 0,-1 0 0,0 0 0,0 0 0,0 0 0,0 0 0,2 0 0,5-2 0,-1 1 0,0-1 0,0 0 0,8-3 0,6-3 0,-3 4 0,1 0 0,-1 2 0,0 0 0,1 1 0,-1 0 0,1 2 0,18 2 0,-33-2 0,0 0 0,0 1 0,-1 0 0,1 0 0,-1 0 0,1 0 0,-1 0 0,0 1 0,0-1 0,0 1 0,0 0 0,0 0 0,0 0 0,-1 0 0,1 0 0,-1 1 0,0-1 0,0 1 0,-1 0 0,1-1 0,2 9 0,-2-5 0,0 1 0,0 0 0,0 0 0,-1-1 0,0 1 0,-1 0 0,0 0 0,0 0 0,-1 0 0,-1 11 0,0-15 0,0 1 0,0-1 0,0 0 0,-1 0 0,1 0 0,-1 0 0,0 0 0,0-1 0,0 1 0,-1-1 0,1 0 0,-1 0 0,0 0 0,0 0 0,0-1 0,0 0 0,0 1 0,0-1 0,-1-1 0,-8 3 0,-3 1 0,-1-1 0,0 0 0,0-1 0,-23 0 0,26-2 37,-7 0-388,0 0 1,0-1-1,-33-5 1,40 1-6476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36.931"/>
    </inkml:context>
    <inkml:brush xml:id="br0">
      <inkml:brushProperty name="width" value="0.05" units="cm"/>
      <inkml:brushProperty name="height" value="0.05" units="cm"/>
    </inkml:brush>
  </inkml:definitions>
  <inkml:trace contextRef="#ctx0" brushRef="#br0">74 188 24575,'-1'179'0,"2"-178"0,-1 1 0,0-1 0,0 0 0,0 1 0,0-1 0,-1 1 0,1-1 0,0 0 0,-1 1 0,1-1 0,-1 0 0,1 1 0,-1-1 0,1 0 0,-1 0 0,0 1 0,-1 1 0,1-3 0,0 0 0,1 0 0,-1 0 0,1 0 0,-1 0 0,1 0 0,-1 0 0,0 0 0,1 0 0,-1 0 0,1 0 0,-1 0 0,0 0 0,1-1 0,-1 1 0,1 0 0,-1 0 0,1-1 0,-1 1 0,1 0 0,-1-1 0,1 1 0,-1 0 0,1-1 0,0 1 0,-1-1 0,0 0 0,-3-4 0,0 1 0,1-1 0,-1-1 0,1 1 0,0 0 0,-3-10 0,0-4 0,1 0 0,1 0 0,1-1 0,-2-26 0,7-80 0,-1 120 0,-1-1 0,1 1 0,0-1 0,1 1 0,-1-1 0,1 1 0,3-6 0,-4 9 0,1 1 0,-1 0 0,0 0 0,1 0 0,-1 0 0,1 1 0,0-1 0,0 0 0,0 1 0,-1-1 0,2 1 0,-1-1 0,0 1 0,0 0 0,0 0 0,0 0 0,1 0 0,-1 1 0,0-1 0,1 0 0,4 1 0,55-4 0,-55 4 0,0 0 0,0 0 0,0 1 0,0 0 0,-1 1 0,1-1 0,6 4 0,-11-4 12,1 0 1,-1 0-1,0 1 0,0-1 0,0 1 0,0 0 1,0-1-1,-1 1 0,1 0 0,-1 0 0,1 0 1,-1 0-1,1 0 0,-1 0 0,0 1 0,0-1 0,0 0 1,0 1-1,-1-1 0,1 1 0,-1-1 0,1 1 1,-1-1-1,0 1 0,0-1 0,0 1 0,-1 3 1,1 0-169,-1 0 1,-1 0 0,1 0 0,-1 0 0,0 0 0,0 0 0,-1-1-1,1 1 1,-1-1 0,-4 6 0,-5 4-6671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38.149"/>
    </inkml:context>
    <inkml:brush xml:id="br0">
      <inkml:brushProperty name="width" value="0.05" units="cm"/>
      <inkml:brushProperty name="height" value="0.05" units="cm"/>
    </inkml:brush>
  </inkml:definitions>
  <inkml:trace contextRef="#ctx0" brushRef="#br0">2 122 24575,'0'222'0,"-1"-266"0,1-1 0,5-48 0,-4 78 0,2 0 0,0 0 0,1 1 0,0-1 0,1 1 0,0 0 0,11-17 0,-14 29 0,0-1 0,0 1 0,0 0 0,0 0 0,1 0 0,-1 0 0,1 0 0,0 0 0,-1 1 0,1 0 0,0-1 0,0 1 0,0 0 0,0 0 0,0 1 0,0-1 0,0 0 0,0 1 0,0 0 0,1 0 0,-1 0 0,0 0 0,5 1 0,2 0 0,0 1 0,-1 0 0,1 0 0,0 0 0,-1 2 0,12 4 0,-10-2 0,-1 0 0,1 1 0,-1 0 0,0 0 0,-1 1 0,0 1 0,0 0 0,-1 0 0,0 0 0,0 1 0,-1 0 0,9 19 0,-13-23 0,0-1 0,-1 1 0,1 0 0,-1 0 0,-1 0 0,1 0 0,-1 0 0,0 0 0,-1 0 0,1 1 0,-1-1 0,-1 0 0,1 0 0,-1 0 0,0 1 0,0-1 0,-1 0 0,1 0 0,-2 0 0,1-1 0,0 1 0,-1 0 0,0-1 0,-1 0 0,1 0 0,-6 7 0,5-11 0,5-9 0,5-11 0,2 0 0,1 0 0,0 1 0,1 0 0,1 1 0,1 0 0,0 0 0,1 1 0,1 1 0,1 1 0,21-19 0,-32 31 0,0-1 0,1 0 0,-1 1 0,0 0 0,1 0 0,-1 0 0,1 0 0,0 1 0,0 0 0,5-1 0,-9 2 0,1 0 0,-1 0 0,1 0 0,-1 1 0,1-1 0,-1 0 0,1 1 0,-1-1 0,1 1 0,-1-1 0,0 1 0,1 0 0,-1 0 0,0-1 0,0 1 0,1 0 0,-1 0 0,0 0 0,0 0 0,0 1 0,0-1 0,0 0 0,0 0 0,-1 0 0,1 1 0,0-1 0,-1 1 0,1-1 0,0 0 0,-1 1 0,0-1 0,1 1 0,-1-1 0,0 1 0,0 1 0,4 29 0,-2 1 0,-1-1 0,-5 39 0,1 3 0,3-68 73,1-4-153,-1 0 0,0 0 0,0 0 0,0 0 0,0-1 1,0 1-1,-1 0 0,1 0 0,-1 0 0,1 0 0,-1-1 0,1 1 0,-1 0 0,0 0 1,0-1-1,0 1 0,-1 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40.304"/>
    </inkml:context>
    <inkml:brush xml:id="br0">
      <inkml:brushProperty name="width" value="0.05" units="cm"/>
      <inkml:brushProperty name="height" value="0.05" units="cm"/>
    </inkml:brush>
  </inkml:definitions>
  <inkml:trace contextRef="#ctx0" brushRef="#br0">255 74 24575,'0'-1'0,"0"-1"0,0 1 0,-1 0 0,1 0 0,-1-1 0,1 1 0,-1 0 0,0 0 0,1 0 0,-1 0 0,0 0 0,0-1 0,1 2 0,-1-1 0,0 0 0,0 0 0,0 0 0,0 0 0,-1 0 0,1 1 0,0-1 0,0 1 0,0-1 0,-1 1 0,1-1 0,0 1 0,0-1 0,-1 1 0,1 0 0,0 0 0,-2 0 0,-8-2 0,1 1 0,-20 1 0,21 0 0,2 1 0,0 0 0,0 0 0,0 1 0,0 0 0,0 0 0,0 0 0,1 1 0,-1 0 0,1 1 0,0-1 0,0 1 0,0 0 0,1 1 0,-1-1 0,1 1 0,0 0 0,1 1 0,-1-1 0,-3 7 0,3-6 0,0 1 0,1 0 0,0-1 0,0 1 0,1 1 0,0-1 0,0 0 0,1 1 0,0 0 0,0-1 0,1 1 0,0 0 0,0 0 0,1 0 0,0 0 0,0 0 0,2 8 0,-1-12 0,1 1 0,0-1 0,-1 1 0,2-1 0,-1 0 0,0 0 0,1 0 0,0 0 0,-1-1 0,2 1 0,-1-1 0,0 1 0,1-1 0,-1 0 0,1 0 0,0-1 0,0 1 0,0-1 0,0 0 0,1 0 0,-1 0 0,8 2 0,9 1 0,1-1 0,-1 0 0,39 0 0,-7 1 0,-51-5 0,1 0 0,0 1 0,0-1 0,-1 1 0,1 0 0,0 0 0,-1 0 0,1 0 0,0 0 0,-1 0 0,0 1 0,1-1 0,-1 1 0,0 0 0,0 0 0,0 0 0,0 0 0,0 0 0,0 0 0,0 0 0,1 3 0,-1 2 0,1-1 0,-1 1 0,0 0 0,-1-1 0,0 1 0,0 0 0,0 11 0,0-8 0,-1 1 0,0 0 0,-1 0 0,0-1 0,-1 1 0,-5 20 0,6-27 0,-1 0 0,0 0 0,0 1 0,0-1 0,0-1 0,-1 1 0,0 0 0,1 0 0,-2-1 0,1 0 0,0 1 0,0-1 0,-1 0 0,0-1 0,0 1 0,0-1 0,0 0 0,-7 4 0,-7 0 0,0 0 0,-1-1 0,0 0 0,0-2 0,0 0 0,0-1 0,-1-1 0,-25-2 0,43 1 0,0 0 0,0-1 0,0 1 0,0-1 0,0 1 0,0-1 0,0 0 0,0 0 0,0 0 0,1 0 0,-1 0 0,0 0 0,1 0 0,-1-1 0,1 1 0,-1-1 0,1 1 0,-1-1 0,1 1 0,0-1 0,0 0 0,0 1 0,0-1 0,0 0 0,0 0 0,1 0 0,-1 0 0,1 0 0,-1 0 0,1 0 0,-1-3 0,0-8 0,0 0 0,1 0 0,2-25 0,0 18 0,-2 6 0,1 0 0,0 0 0,0 0 0,6-21 0,-6 30 0,0 1 0,1 0 0,0 0 0,0 0 0,0 0 0,0 0 0,1 0 0,-1 1 0,1-1 0,0 1 0,0-1 0,0 1 0,1 0 0,-1 0 0,6-3 0,12-5 0,43-18 0,-40 20 0,32-19 0,-49 24 0,0-1 0,0 0 0,0-1 0,0 1 0,-1-1 0,0 0 0,0-1 0,6-8 0,-1-1 0,-1-1 0,16-34 0,-24 44 0,1 1 0,-1 0 0,0-1 0,-1 0 0,0 1 0,0-1 0,0 0 0,-1 1 0,0-1 0,0 0 0,-1 0 0,-2-9 0,3 14 17,-1 0 0,0 1 0,0-1 1,1 0-1,-1 0 0,0 1 0,0-1 0,-1 1 0,1-1 0,0 1 0,-1-1 0,1 1 0,0 0 0,-1 0 0,0-1 0,1 1 0,-1 0 0,0 0 1,-1 0-1,-2-1-261,0 0 0,0 1 0,0 0 0,0 0 1,0 0-1,-6 0 0,-3 0-6582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41.245"/>
    </inkml:context>
    <inkml:brush xml:id="br0">
      <inkml:brushProperty name="width" value="0.05" units="cm"/>
      <inkml:brushProperty name="height" value="0.05" units="cm"/>
    </inkml:brush>
  </inkml:definitions>
  <inkml:trace contextRef="#ctx0" brushRef="#br0">1 162 24575,'0'354'0,"-1"-438"0,2-91 0,1 146 0,1 0 0,1 0 0,15-52 0,-16 74 0,-1-1 0,1 1 0,1-1 0,-1 1 0,1 0 0,7-9 0,-9 14 0,0-1 0,0 1 0,1 0 0,-1 0 0,1 0 0,-1 0 0,1 0 0,0 1 0,0-1 0,-1 1 0,1-1 0,0 1 0,0 0 0,0 0 0,1 1 0,-1-1 0,0 1 0,6-1 0,-1 1 0,0 0 0,0 0 0,0 1 0,0 0 0,0 1 0,0-1 0,-1 2 0,1-1 0,-1 1 0,1 0 0,-1 0 0,0 1 0,0 0 0,-1 1 0,1-1 0,-1 1 0,0 0 0,0 1 0,0 0 0,-1-1 0,0 2 0,0-1 0,-1 1 0,0-1 0,0 1 0,0 0 0,3 10 0,22 61 0,-26-68 0,-1-1 0,0 1 0,0 0 0,-1 1 0,0-1 0,-1 10 0,0-17-72,-1-1 1,1 1-1,0 0 0,-1-1 0,0 0 0,0 1 0,1-1 0,-1 1 1,-1-1-1,1 0 0,0 0 0,-1 0 0,1 1 0,-1-1 0,1-1 1,-1 1-1,0 0 0,-3 2 0,-7 3-6754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41.790"/>
    </inkml:context>
    <inkml:brush xml:id="br0">
      <inkml:brushProperty name="width" value="0.05" units="cm"/>
      <inkml:brushProperty name="height" value="0.05" units="cm"/>
    </inkml:brush>
  </inkml:definitions>
  <inkml:trace contextRef="#ctx0" brushRef="#br0">5 120 24575,'-2'-2'0,"-1"-6"0,5-3 0,7-1 0,13 0 0,16-1 0,5 0 0,1 2 0,-2 1 0,-9-1 0,-5 1 0,-7 4-8191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42.987"/>
    </inkml:context>
    <inkml:brush xml:id="br0">
      <inkml:brushProperty name="width" value="0.05" units="cm"/>
      <inkml:brushProperty name="height" value="0.05" units="cm"/>
    </inkml:brush>
  </inkml:definitions>
  <inkml:trace contextRef="#ctx0" brushRef="#br0">88 147 24575,'2'55'0,"-1"-32"0,0 0 0,-2 1 0,-5 34 0,5-54 0,0 0 0,-1-1 0,1 1 0,-1-1 0,0 1 0,0-1 0,0 0 0,-1 1 0,1-1 0,-1-1 0,-4 5 0,7-6 0,-1 0 0,0-1 0,0 1 0,1 0 0,-1-1 0,0 1 0,0-1 0,0 1 0,0-1 0,0 1 0,0-1 0,0 0 0,0 1 0,0-1 0,0 0 0,0 0 0,0 0 0,0 0 0,0 0 0,0 0 0,0 0 0,0 0 0,0 0 0,0 0 0,0 0 0,0-1 0,0 1 0,0 0 0,1-1 0,-1 1 0,0-1 0,0 1 0,0-1 0,0 1 0,0-1 0,1 0 0,-1 1 0,0-1 0,1 0 0,-1 0 0,0 0 0,1 1 0,-1-1 0,1 0 0,-1 0 0,1 0 0,0 0 0,-1-1 0,-2-6 0,0 0 0,0 0 0,1-1 0,0 1 0,1 0 0,-1-14 0,1-56 0,2 51 0,-1 5 0,-1 5 0,2 0 0,3-30 0,-3 43 0,-1 1 0,1-1 0,0 1 0,0-1 0,0 1 0,1 0 0,-1 0 0,1-1 0,0 1 0,-1 0 0,1 0 0,1 0 0,-1 1 0,0-1 0,1 1 0,-1-1 0,1 1 0,0 0 0,3-2 0,-2 2 0,-1 1 0,1 1 0,-1-1 0,1 0 0,-1 1 0,1 0 0,-1 0 0,1 0 0,0 0 0,-1 1 0,1-1 0,-1 1 0,1 0 0,-1 0 0,1 0 0,-1 0 0,4 3 0,8 3 0,0 1 0,16 10 0,-27-15 0,0 0 0,-1 1 0,0-1 0,1 0 0,-1 1 0,0 0 0,0 0 0,-1 0 0,1 0 0,-1 0 0,0 0 0,0 1 0,-1-1 0,1 1 0,-1-1 0,0 1 0,1 8 0,0 5 0,-1-1 0,-1 0 0,-4 27 0,-1-21 0,1-21 0,1-14 0,0-6 0,2 0 0,0 1 0,1-1 0,1 0 0,0 0 0,7-28 0,-7 41 0,0 0 0,1 0 0,0 0 0,-1 0 0,2 1 0,-1-1 0,0 1 0,1-1 0,0 1 0,0 0 0,0 0 0,1 0 0,-1 1 0,1-1 0,0 1 0,0 0 0,0 0 0,0 0 0,1 0 0,-1 1 0,1 0 0,-1 0 0,1 0 0,0 0 0,0 1 0,0 0 0,8-1 0,1 0 0,0 1 0,0 0 0,-1 1 0,1 1 0,0 0 0,23 6 0,-34-6 0,-1 0 0,0 0 0,0 0 0,0 1 0,0-1 0,0 1 0,0-1 0,-1 1 0,1 0 0,-1-1 0,1 1 0,-1 0 0,1 0 0,-1 0 0,0 1 0,0-1 0,0 0 0,0 0 0,0 1 0,-1-1 0,1 0 0,0 3 0,1 8 0,-1-1 0,0 1 0,-1 13 0,0-15 0,1 24 0,0-13 0,-1 1 0,0-1 0,-2 1 0,-5 23 0,6-42 49,-1 0 0,1 1 0,-1-1-1,0-1 1,0 1 0,-5 6 0,7-9-64,-1-1 0,1 1 0,0-1 0,-1 1 0,1-1 1,-1 0-1,1 1 0,0-1 0,-1 1 0,1-1 0,-1 0 0,1 0 1,-1 1-1,1-1 0,-1 0 0,0 0 0,1 0 0,-1 1 1,1-1-1,-1 0 0,1 0 0,-2 0 0,2-1-47,-1 1 0,0-1 0,1 1 0,-1-1 0,0 1 0,1-1 0,-1 0 0,1 1 0,-1-1 0,1 0 0,-1 1 0,1-1-1,0 0 1,-1 1 0,1-1 0,0 0 0,0 0 0,-1 0 0,1 1 0,0-1 0,0-1 0,-2-10-6764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1:17.548"/>
    </inkml:context>
    <inkml:brush xml:id="br0">
      <inkml:brushProperty name="width" value="0.05" units="cm"/>
      <inkml:brushProperty name="height" value="0.05" units="cm"/>
    </inkml:brush>
  </inkml:definitions>
  <inkml:trace contextRef="#ctx0" brushRef="#br0">131 56 24575,'-19'931'0,"-4"666"0,23-1317 0,-3-217 0,-16 94 0,-2 22 0,21-177 0,0-1 0,0 1 0,0 0 0,0 0 0,0-1 0,0 1 0,0 0 0,1 0 0,-1-1 0,1 1 0,-1 0 0,1-1 0,0 1 0,0-1 0,-1 1 0,1-1 0,0 1 0,0-1 0,1 1 0,-1-1 0,0 0 0,0 0 0,1 0 0,-1 0 0,1 0 0,-1 0 0,1 0 0,-1 0 0,4 1 0,3 0 0,0 0 0,0 0 0,1-1 0,-1 0 0,12-1 0,-5 0 0,304 5 52,-37-2-316,723 50-798,-245 27 1062,-734-78 0,-1 1 0,-1-1 0,49-2 0,-70 0 2,-1-1-1,1 1 0,-1-1 1,1 0-1,0 1 1,-1-1-1,1 0 1,-1 0-1,1-1 1,-1 1-1,0 0 1,0-1-1,0 0 0,1 1 1,-1-1-1,-1 0 1,1 0-1,0 0 1,0 0-1,-1 0 1,1-1-1,-1 1 1,0 0-1,0-1 0,0 1 1,0-1-1,1-2 1,1-7 145,-1 0 0,-1 0 1,0 0-1,-1-23 1,0 18 136,-7-404-19,1 46-318,6 300 53,-10-461 0,-1 364 0,-36-188 0,-42-40 0,32 158 0,46 178 0,3 0 0,2-128 0,5 109 0,-5-10 0,-1-11 0,7 101 0,0-1 0,0 0 0,0 1 0,-1-1 0,0 1 0,1 0 0,-1-1 0,-1 1 0,1-1 0,0 1 0,-1 0 0,0 0 0,1 0 0,-1 0 0,0 0 0,-1 0 0,1 1 0,0-1 0,-1 1 0,0-1 0,1 1 0,-1 0 0,0 0 0,0 0 0,0 0 0,-1 1 0,1-1 0,0 1 0,-6-2 0,-8-1 0,0 1 0,0 0 0,0 1 0,-32 1 0,29 1 0,-604 0 0,306 2 0,-187-5 0,2-27 0,470 26 0,-1 1 0,0 2 0,1 2 0,-1 1 0,-48 8 0,78-9 25,0 0-1,0 0 0,0 0 1,1 1-1,-1-1 1,0 1-1,1 0 0,-1 0 1,1 0-1,0 0 0,0 1 1,-1-1-1,-2 4 1,5-4-82,0-1 0,0 1 0,1-1 0,-1 1 0,0 0 0,0 0 0,1-1 0,-1 1 1,1 0-1,0 0 0,0 0 0,-1-1 0,1 1 0,0 0 0,0 0 0,1 0 0,-1 0 1,0-1-1,1 1 0,-1 0 0,1 0 0,-1-1 0,1 1 0,0 0 0,0-1 1,0 1-1,0 0 0,0-1 0,2 3 0,8 10-6769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1:19.077"/>
    </inkml:context>
    <inkml:brush xml:id="br0">
      <inkml:brushProperty name="width" value="0.05" units="cm"/>
      <inkml:brushProperty name="height" value="0.05" units="cm"/>
    </inkml:brush>
  </inkml:definitions>
  <inkml:trace contextRef="#ctx0" brushRef="#br0">185 1 24575,'-8'0'0,"-1"0"0,1 0 0,0 1 0,0 0 0,0 1 0,0-1 0,-14 6 0,18-4 0,-1-1 0,1 1 0,0-1 0,0 1 0,1 1 0,-1-1 0,1 0 0,-1 1 0,1 0 0,0 0 0,0 0 0,1 0 0,-1 0 0,-2 7 0,-1 0 0,-1 1 0,1 1 0,0 0 0,0 0 0,2 1 0,-1 0 0,2 0 0,0 0 0,0 0 0,0 17 0,3-14 0,1-1 0,0 1 0,1 0 0,1-1 0,0 1 0,7 16 0,-7-25 0,0-1 0,1 1 0,0-1 0,0 0 0,1 0 0,0 0 0,0 0 0,1-1 0,0 0 0,0 0 0,0 0 0,0-1 0,1 0 0,8 4 0,-3-3 0,0 0 0,1 0 0,0-1 0,0-1 0,0 0 0,0-1 0,1-1 0,17 2 0,15-2 0,52-4 0,-56 0 0,-35 2 0,0 0 0,0-1 0,0 0 0,0 0 0,9-3 0,-13 3 0,0 0 0,-1-1 0,1 1 0,-1-1 0,1 1 0,-1-1 0,0 0 0,0 0 0,0 0 0,0 0 0,0 0 0,0 0 0,-1-1 0,1 1 0,-1-1 0,2-2 0,5-14 0,-1 0 0,0-1 0,-2 1 0,0-1 0,-2 0 0,0-1 0,-1 1 0,-1 0 0,-1-1 0,0 1 0,-2-1 0,-5-26 0,5 39 0,0 0 0,0 1 0,0-1 0,-1 1 0,-1 0 0,1-1 0,-1 2 0,0-1 0,-1 0 0,1 1 0,-1 0 0,-1 0 0,1 0 0,-1 0 0,0 1 0,0 0 0,-1 1 0,-11-7 0,4 4 0,1 1 0,-2 1 0,1 0 0,-1 1 0,1 0 0,-1 1 0,0 1 0,-28 0 0,18 0 0,15 1 0,0 0 0,-1 1 0,1 0 0,-1 1 0,1 0 0,0 0 0,0 1 0,-13 4 0,21-4 14,0-1 0,0 0-1,0 1 1,0-1-1,0 1 1,1 0 0,-1 0-1,1-1 1,-1 1 0,1 0-1,0 0 1,-1 1 0,1-1-1,0 0 1,0 0 0,1 0-1,-1 1 1,0-1 0,1 0-1,0 1 1,-1-1 0,1 1-1,0-1 1,0 3-1,1 7-419,-1-1-1,2 1 1,3 16-1,-4-27 327,3 20-6746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1:20.077"/>
    </inkml:context>
    <inkml:brush xml:id="br0">
      <inkml:brushProperty name="width" value="0.05" units="cm"/>
      <inkml:brushProperty name="height" value="0.05" units="cm"/>
    </inkml:brush>
  </inkml:definitions>
  <inkml:trace contextRef="#ctx0" brushRef="#br0">2 48 24575,'-2'120'0,"4"124"0,-1-242 0,-1 0 0,0 0 0,1 0 0,-1 0 0,1 0 0,-1 0 0,1 0 0,0 0 0,0 0 0,0 0 0,0 0 0,0-1 0,1 1 0,-1 0 0,1-1 0,-1 1 0,1-1 0,-1 1 0,1-1 0,0 0 0,-1 1 0,1-1 0,0 0 0,0 0 0,0-1 0,0 1 0,0 0 0,0-1 0,0 1 0,0-1 0,3 1 0,8 0 0,-1 0 0,0-1 0,0 0 0,17-3 0,-18 1 0,-7 2 0,0 0 0,0-1 0,0 1 0,-1-1 0,1 0 0,0 0 0,-1-1 0,1 1 0,-1-1 0,1 0 0,-1 0 0,0 0 0,0 0 0,0 0 0,0-1 0,0 1 0,0-1 0,-1 0 0,0 0 0,1 0 0,-1 0 0,0 0 0,0 0 0,2-6 0,-1-1 0,0-1 0,-1 1 0,0-1 0,0 0 0,-1 1 0,-1-1 0,0-15 0,-3-253-1365,3 258-5461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1:23.138"/>
    </inkml:context>
    <inkml:brush xml:id="br0">
      <inkml:brushProperty name="width" value="0.05" units="cm"/>
      <inkml:brushProperty name="height" value="0.05" units="cm"/>
    </inkml:brush>
  </inkml:definitions>
  <inkml:trace contextRef="#ctx0" brushRef="#br0">579 314 24575,'-3'-2'0,"1"1"0,-1 0 0,1-1 0,-1 1 0,0 0 0,0 1 0,1-1 0,-1 0 0,0 1 0,0-1 0,0 1 0,0 0 0,-5 0 0,-2 0 0,-329-5 0,196 7 0,142-2 0,-1-1 0,0 1 0,1 0 0,-1 0 0,0 1 0,1-1 0,-1 0 0,0 1 0,1-1 0,-1 1 0,1-1 0,-1 1 0,1 0 0,-1-1 0,1 1 0,0 0 0,-1 0 0,1 0 0,0 0 0,-1 0 0,0 2 0,0 0 0,1 0 0,0 0 0,0 0 0,0 0 0,0 0 0,1 0 0,-1 0 0,1 0 0,0 0 0,0 5 0,0 0 0,0 74 0,1-72 0,0 1 0,1-1 0,0 0 0,0 0 0,7 16 0,-8-24 0,0 0 0,0-1 0,0 1 0,1 0 0,-1 0 0,1-1 0,-1 1 0,1-1 0,0 0 0,0 1 0,0-1 0,-1 0 0,1 0 0,0 0 0,0 0 0,0-1 0,0 1 0,1 0 0,-1-1 0,0 0 0,0 1 0,4-1 0,7 1 0,0-1 0,24-3 0,-12 1 0,438 1 0,-460 1 0,0 0 0,-1 0 0,1 0 0,0 1 0,0-1 0,0 1 0,0 0 0,-1-1 0,1 1 0,0 1 0,-1-1 0,1 0 0,-1 1 0,4 1 0,-5-1 0,0 0 0,0-1 0,0 1 0,0-1 0,0 1 0,-1 0 0,1 0 0,0-1 0,-1 1 0,1 0 0,-1 0 0,0 0 0,0 0 0,0 0 0,0-1 0,0 1 0,0 0 0,0 0 0,0 0 0,-1 0 0,1 0 0,-1 2 0,-1 1 0,-2 9 0,1 1 0,0-1 0,1 1 0,1-1 0,0 1 0,2 19 0,-1-32 0,1 0 0,-1 0 0,1 0 0,0 0 0,0 0 0,0 0 0,0-1 0,0 1 0,0 0 0,0 0 0,1-1 0,-1 1 0,0-1 0,1 0 0,-1 1 0,1-1 0,0 0 0,0 0 0,-1 0 0,1 0 0,0 0 0,0 0 0,0 0 0,2 0 0,6 2 0,1-1 0,0 0 0,16 1 0,-9-1 0,154 18 0,179-4 0,-342-16 0,23-2 0,-31 2 0,0 0 0,0 0 0,0 0 0,0-1 0,0 1 0,0 0 0,0-1 0,0 1 0,0-1 0,-1 1 0,1-1 0,0 1 0,0-1 0,0 0 0,-1 1 0,1-1 0,0 0 0,-1 0 0,1 1 0,-1-1 0,1 0 0,-1 0 0,1 0 0,-1 0 0,1 0 0,-1-1 0,11-77 0,0-158 0,-5 54 0,-1 113 0,-5-89 0,0 157 0,0-1 0,0 1 0,-1-1 0,1 1 0,-1-1 0,0 1 0,1 0 0,-1-1 0,0 1 0,-1 0 0,1 0 0,0 0 0,-1 0 0,1 0 0,-1 0 0,1 0 0,-1 0 0,-3-2 0,2 2 0,0 0 0,-1 0 0,1 0 0,-1 1 0,0 0 0,0-1 0,1 1 0,-1 0 0,0 1 0,-6-1 0,-8 0 0,0 2 0,1 0 0,-1 1 0,-19 5 0,29-5 0,-34 8 0,-52 19 0,9-1 0,68-25 0,1 0 0,-1-1 0,0 0 0,-17-2 0,18 0 0,-1 0 0,1 2 0,-1 0 0,-19 5 0,16-2 0,10-2 0,1-1 0,-1 2 0,-14 6 0,21-8 0,-1 0 0,1 1 0,-1 0 0,1-1 0,0 1 0,0 0 0,0 1 0,1-1 0,-1 0 0,1 1 0,-4 6 0,-1 6 0,2 0 0,-1 1 0,2-1 0,0 1 0,1 0 0,-1 18 0,-4 23 0,5-44 0,-6 41 0,9-51 0,-1 0 0,1 0 0,0 0 0,0 0 0,1 0 0,-1 0 0,1 0 0,0 0 0,0 0 0,2 6 0,8 1-1365,1-3-5461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1:24.005"/>
    </inkml:context>
    <inkml:brush xml:id="br0">
      <inkml:brushProperty name="width" value="0.05" units="cm"/>
      <inkml:brushProperty name="height" value="0.05" units="cm"/>
    </inkml:brush>
  </inkml:definitions>
  <inkml:trace contextRef="#ctx0" brushRef="#br0">115 18 24575,'-2'-1'0,"0"-1"0,0 1 0,0 0 0,0-1 0,0 1 0,0 0 0,0 0 0,-1 1 0,1-1 0,0 0 0,-1 1 0,1 0 0,-1-1 0,1 1 0,-1 0 0,1 0 0,0 0 0,-1 0 0,1 1 0,-1-1 0,1 1 0,0 0 0,-1-1 0,1 1 0,-4 2 0,3-1 0,-1-1 0,1 1 0,0 0 0,0 0 0,0 0 0,0 0 0,0 1 0,0-1 0,1 1 0,-1-1 0,1 1 0,0 0 0,0 0 0,0 0 0,0 1 0,-2 4 0,3-6 0,0 1 0,0 0 0,0 0 0,1 0 0,0 0 0,-1 0 0,1 0 0,0 0 0,0 0 0,0 0 0,1 0 0,-1-1 0,1 1 0,0 0 0,-1 0 0,1 0 0,1 0 0,-1-1 0,0 1 0,1-1 0,-1 1 0,1-1 0,0 1 0,0-1 0,-1 0 0,2 0 0,-1 0 0,3 3 0,1-2 0,-1 0 0,0 0 0,1-1 0,-1 1 0,1-1 0,0 0 0,0-1 0,0 0 0,0 1 0,0-2 0,0 1 0,0-1 0,7 0 0,-5-1 0,0 1 0,0-1 0,0 0 0,0-1 0,-1 0 0,1 0 0,0-1 0,-1 0 0,0 0 0,1-1 0,6-5 0,-10 6 0,0 1 0,-1-2 0,0 1 0,0 0 0,0-1 0,0 1 0,0-1 0,-1 0 0,1 0 0,-1 0 0,0 0 0,0-1 0,-1 1 0,1 0 0,-1-1 0,0 1 0,0-1 0,-1 1 0,1-1 0,-1-8 0,0 12 11,0-1 0,-1 0 0,1 1 0,0-1 0,0 1 0,-1-1 0,1 1 0,-1-1 0,0 1 0,1-1 0,-1 1 0,0-1 0,0 1 0,0 0 0,0-1 0,0 1 0,0 0 0,0 0 0,0 0 0,-1 0 0,1 0 1,0 0-1,-1 0 0,1 0 0,0 1 0,-1-1 0,1 0 0,-1 1 0,1-1 0,-3 1 0,-1-2-225,-1 2 1,1-1 0,0 0-1,-1 1 1,1 0 0,-1 1-1,-9 0 1,0 3-6613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1:24.976"/>
    </inkml:context>
    <inkml:brush xml:id="br0">
      <inkml:brushProperty name="width" value="0.05" units="cm"/>
      <inkml:brushProperty name="height" value="0.05" units="cm"/>
    </inkml:brush>
  </inkml:definitions>
  <inkml:trace contextRef="#ctx0" brushRef="#br0">32 20 24575,'3'8'0,"0"-1"0,-1 1 0,0-1 0,0 1 0,0 0 0,-1 0 0,-1 0 0,1 14 0,-2-4 0,-1-1 0,-7 33 0,0-15 0,2-10 0,1-1 0,-3 44 0,7-49 0,0 6 0,2 1 0,0-1 0,6 43 0,-5-64 0,1 1 0,-1-1 0,1 1 0,1-1 0,-1 0 0,0 0 0,1 0 0,0 0 0,0 0 0,0-1 0,1 1 0,-1-1 0,1 0 0,-1 0 0,1 0 0,0-1 0,0 1 0,1-1 0,-1 0 0,0 0 0,1 0 0,8 1 0,6 2 0,0 0 0,0-2 0,0-1 0,24 1 0,-28-2 0,80-1 0,-83-1 0,0 0 0,-1-1 0,1-1 0,-1 1 0,0-2 0,11-4 0,-16 5 0,0 0 0,-1-1 0,0 0 0,0 0 0,0-1 0,0 1 0,0-1 0,-1 0 0,0 0 0,0 0 0,0-1 0,-1 0 0,4-8 0,4-11 0,15-48 0,-21 58 0,1-5 0,-1 0 0,-1-1 0,-1 1 0,0-1 0,-2 0 0,0 0 0,-1 0 0,-4-22 0,2 35 0,0-1 0,-1 1 0,0-1 0,0 1 0,-1 0 0,0 1 0,-7-12 0,-2 1 0,-26-30 0,35 44 21,0 0-1,0 1 1,-1-1 0,0 1-1,0 0 1,0 0 0,0 0-1,0 1 1,0 0-1,-1 0 1,1 0 0,-1 0-1,1 1 1,-9-1 0,-7 1-197,1 0 0,-36 4 0,12-1-971,29-1-5679</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1:35.235"/>
    </inkml:context>
    <inkml:brush xml:id="br0">
      <inkml:brushProperty name="width" value="0.05" units="cm"/>
      <inkml:brushProperty name="height" value="0.05" units="cm"/>
    </inkml:brush>
  </inkml:definitions>
  <inkml:trace contextRef="#ctx0" brushRef="#br0">661 213 24575,'0'-1'0,"0"1"0,0-1 0,0 1 0,-1-1 0,1 1 0,0-1 0,0 1 0,-1-1 0,1 1 0,0-1 0,-1 1 0,1-1 0,-1 1 0,1 0 0,-1-1 0,1 1 0,-1 0 0,1-1 0,-1 1 0,1 0 0,-1 0 0,1-1 0,-1 1 0,1 0 0,-1 0 0,1 0 0,-1 0 0,0 0 0,1 0 0,-1 0 0,0 0 0,-21 0 0,0 5 0,1 0 0,0 2 0,0 1 0,1 0 0,0 1 0,0 1 0,-31 22 0,35-20 0,1 1 0,0 0 0,1 1 0,0 0 0,-19 29 0,-48 86 0,45-67 0,14-21 0,-19 49 0,13-27 0,2-5 0,-31 99 0,48-125 0,2-1 0,1 1 0,2 0 0,1 0 0,1 37 0,3-53 0,-1-1 0,1 0 0,0-1 0,5 22 0,-5-32 0,0 1 0,1-1 0,-1 0 0,1 0 0,0 0 0,0 0 0,1-1 0,-1 1 0,1 0 0,-1-1 0,1 0 0,0 0 0,1 0 0,-1 0 0,0 0 0,5 2 0,5 3 0,1-1 0,-1 0 0,1-1 0,1 0 0,19 4 0,-26-8 0,-1-1 0,1 0 0,-1 0 0,1-1 0,0 1 0,-1-2 0,1 1 0,-1-1 0,1 0 0,-1-1 0,1 0 0,12-5 0,-12 4 0,116-48 0,-103 44 0,0 1 0,1 1 0,0 1 0,24-2 0,30 5 0,17-1 0,-91 2 0,1-1 0,-1 1 0,1-1 0,-1 0 0,1 0 0,-1 0 0,0 0 0,0 0 0,0 0 0,1-1 0,-1 1 0,0-1 0,0 1 0,-1-1 0,1 0 0,0 0 0,-1 0 0,1 0 0,-1 0 0,1 0 0,-1 0 0,0 0 0,1-4 0,3-6 0,-2 0 0,1 0 0,2-22 0,2-7 0,-3 30 0,-1-1 0,1 1 0,1 0 0,0 0 0,0 1 0,1-1 0,1 2 0,0-1 0,0 1 0,18-16 0,-22 22 0,1-1 0,-1 0 0,1 1 0,0 0 0,0 1 0,0-1 0,0 1 0,0 0 0,1 0 0,-1 0 0,1 1 0,0-1 0,-1 2 0,1-1 0,0 1 0,-1-1 0,1 1 0,0 1 0,0-1 0,-1 1 0,1 0 0,-1 1 0,1-1 0,-1 1 0,10 4 0,-12-4 0,1 0 0,0 1 0,-1-1 0,0 0 0,1 1 0,-1 0 0,0 0 0,-1 0 0,1 0 0,0 0 0,-1 1 0,0-1 0,0 1 0,0 0 0,3 7 0,-2 1 0,0 0 0,0 0 0,-2 0 0,1 12 0,0-8 0,-1 0 0,5 15 0,2 3 0,-5-21 0,0-1 0,0 1 0,1-1 0,10 20 0,-12-28 0,0-1 0,1 1 0,-1-1 0,1 0 0,0 0 0,0 0 0,0 0 0,0 0 0,0-1 0,1 0 0,-1 1 0,1-1 0,-1 0 0,1-1 0,0 1 0,0-1 0,0 1 0,8 0 0,24 3 0,0-2 0,0-2 0,41-3 0,-31 1 0,51 4 0,151 23 0,-247-26 0,0 1 0,1-1 0,-1 0 0,1 0 0,-1 0 0,1 0 0,-1 0 0,0 0 0,1 0 0,-1 0 0,1-1 0,-1 1 0,1 0 0,-1-1 0,0 0 0,1 1 0,-1-1 0,0 0 0,0 1 0,1-1 0,-1 0 0,0 0 0,0 0 0,0 0 0,0 0 0,0 0 0,0 0 0,1-3 0,-1-1 0,1 1 0,-1-1 0,-1 0 0,1 0 0,-1 1 0,0-1 0,0-7 0,0 11 0,-3-36 0,0-23 0,3 55 0,0 1 0,1-1 0,-1 0 0,1 1 0,0-1 0,0 1 0,1-1 0,-1 1 0,5-7 0,-5 8 0,1 1 0,0-1 0,1 1 0,-1 0 0,0 0 0,1 0 0,-1 0 0,1 0 0,0 0 0,0 1 0,-1 0 0,7-3 0,42-10 0,-13 5 0,-22 3 0,0 1 0,0 1 0,0 0 0,25-1 0,-35 4 0,0 1 0,0 0 0,0 0 0,0 1 0,0 0 0,0 0 0,0 0 0,-1 1 0,1 0 0,0 0 0,-1 0 0,0 1 0,1-1 0,-1 1 0,9 7 0,109 117 0,-119-123 0,-1 1 0,0-1 0,0 1 0,0 0 0,-1 0 0,0 0 0,0 0 0,0 1 0,-1-1 0,0 0 0,0 1 0,0-1 0,0 1 0,-1-1 0,0 1 0,-1 8 0,1 2 0,1-15 0,-1 1 0,0-1 0,1 0 0,-1 1 0,1-1 0,-1 0 0,1 0 0,-1 0 0,1 0 0,0 0 0,0 0 0,0 0 0,-1 0 0,1 0 0,0 0 0,0 0 0,0 0 0,1 0 0,-1-1 0,0 1 0,0 0 0,0-1 0,0 1 0,1-1 0,-1 0 0,0 1 0,0-1 0,1 0 0,1 1 0,8 0 0,0 1 0,18-1 0,-18-1 0,287 2 0,61 3 0,29 29 0,-325-27 0,-60-7 0,0 1 0,-1-1 0,1 0 0,0 1 0,-1-2 0,1 1 0,0 0 0,0 0 0,-1-1 0,1 1 0,0-1 0,-1 0 0,1 0 0,-1 0 0,1 0 0,4-3 0,-6 2 0,0 0 0,1 0 0,-1 0 0,0 0 0,0 0 0,0 0 0,0 0 0,-1 0 0,1 0 0,0-1 0,-1 1 0,0 0 0,1 0 0,-1-1 0,0 1 0,0 0 0,0-1 0,0 1 0,-2-4 0,-11-359 0,13 350 0,0 10 0,0 0 0,0-1 0,-1 1 0,1 0 0,-1 0 0,-1 0 0,1-1 0,-1 1 0,0 0 0,0 1 0,-3-8 0,0 7 0,1-1 0,-1 1 0,0 0 0,0 0 0,0 0 0,-1 1 0,1-1 0,-8-3 0,-3-1 0,-1 0 0,0 1 0,0 1 0,-29-9 0,-76-11 0,27 7 0,50 10 0,0 2 0,-63-4 0,-91 9 0,193 3 0,3 1 0,0-1 0,1 0 0,-1 0 0,0-1 0,1 1 0,-1 0 0,0-1 0,1 0 0,-1 1 0,1-1 0,-1 0 0,1-1 0,-1 1 0,1 0 0,0-1 0,-1 1 0,1-1 0,0 1 0,-3-5 0,2 2 0,1 0 0,0 0 0,0 0 0,1 0 0,-1 0 0,1 0 0,0-1 0,0 1 0,0 0 0,1-1 0,-1-5 0,-1-70 0,3 56 0,-1 1 0,-1-1 0,-2 1 0,0 0 0,-13-44 0,8 44 0,-1-1 0,-2 2 0,0-1 0,-1 1 0,-1 1 0,-1 1 0,-1 0 0,-1 0 0,-1 2 0,0 0 0,-1 1 0,-27-19 0,29 26 0,-1 0 0,0 1 0,0 1 0,-1 1 0,-36-9 0,-99-12 0,108 21 0,-357-50 0,291 43 0,-1 5 0,-131 6 0,213 5 0,-1 1 0,1 1 0,-52 14 0,66-12 0,1 1 0,-1 0 0,-16 12 0,-16 7 0,-157 57 0,177-73-195,1 1 0,0 1 0,1 2 0,1 0 0,0 2 0,-33 27 0,48-34-6631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1:36.352"/>
    </inkml:context>
    <inkml:brush xml:id="br0">
      <inkml:brushProperty name="width" value="0.05" units="cm"/>
      <inkml:brushProperty name="height" value="0.05" units="cm"/>
    </inkml:brush>
  </inkml:definitions>
  <inkml:trace contextRef="#ctx0" brushRef="#br0">231 0 24575,'0'2'0,"-1"0"0,1-1 0,-1 1 0,1 0 0,-1 0 0,0-1 0,0 1 0,0 0 0,0-1 0,0 1 0,0-1 0,0 0 0,0 1 0,-3 1 0,-21 18 0,4-6 0,-3 3 0,0 0 0,-32 34 0,49-45 0,1 1 0,-1 0 0,2 1 0,-1-1 0,1 1 0,1 0 0,-1 0 0,1 1 0,1-1 0,0 1 0,-3 16 0,3 6 0,1 1 0,2 0 0,4 33 0,-2-32 0,-1-26 0,0 0 0,0 0 0,1-1 0,0 1 0,1 0 0,0-1 0,0 0 0,0 0 0,1 0 0,0 0 0,0 0 0,1-1 0,0 0 0,0 0 0,0 0 0,9 7 0,-6-7 0,-1 0 0,1-1 0,0 0 0,0 0 0,0-1 0,1 0 0,-1 0 0,1-1 0,0 0 0,0 0 0,1-1 0,-1-1 0,14 1 0,-12-1 0,0-2 0,0 1 0,-1-2 0,1 1 0,0-2 0,-1 1 0,1-1 0,-1-1 0,0 0 0,0 0 0,0-1 0,-1 0 0,1-1 0,-1 0 0,-1-1 0,1 0 0,-1 0 0,0 0 0,-1-1 0,0 0 0,0-1 0,10-16 0,-6 6 0,-1-1 0,-1 0 0,-1-1 0,0 0 0,-2 0 0,0-1 0,-1 0 0,-2 0 0,0 0 0,-1 0 0,-2 0 0,-2-34 0,1 52 0,0 0 0,0 1 0,0-1 0,0 1 0,-1-1 0,1 1 0,-1 0 0,0 0 0,0-1 0,0 1 0,-1 0 0,1 1 0,-1-1 0,1 0 0,-1 1 0,0 0 0,0-1 0,0 1 0,0 0 0,-1 0 0,-5-2 0,-7-2 0,0 0 0,-1 1 0,-25-4 0,17 3 0,15 4 0,-10-4 0,-1 2 0,0 0 0,-1 1 0,-23 0 0,44 3-33,0 0 0,-1 0-1,1 0 1,0 0 0,0 0-1,0 1 1,0-1 0,0 0 0,-1 0-1,1 1 1,0-1 0,0 1-1,0-1 1,0 1 0,0-1-1,0 1 1,0 0 0,0-1 0,0 1-1,1 0 1,-1 0 0,0-1-1,0 1 1,1 0 0,-1 0-1,0 0 1,1 0 0,-1 0 0,1 0-1,-1 0 1,1 0 0,0 1-1,-1-1 1,1 0 0,0 0-1,0 0 1,0 0 0,0 0 0,0 1-1,0 1 1,2 11-6793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1:37.622"/>
    </inkml:context>
    <inkml:brush xml:id="br0">
      <inkml:brushProperty name="width" value="0.05" units="cm"/>
      <inkml:brushProperty name="height" value="0.05" units="cm"/>
    </inkml:brush>
  </inkml:definitions>
  <inkml:trace contextRef="#ctx0" brushRef="#br0">338 0 24575,'-11'1'0,"0"-1"0,0 2 0,0 0 0,0 0 0,0 1 0,1 0 0,-1 1 0,1 0 0,-12 7 0,9-3 0,0 0 0,0 1 0,1 0 0,0 1 0,-21 23 0,23-20 0,1 1 0,0 1 0,1 0 0,1 0 0,-10 31 0,13-37 0,-6 17 0,-34 103 0,43-125 0,0 0 0,0 0 0,1 0 0,-1 1 0,1-1 0,0 0 0,0 0 0,0 0 0,0 0 0,1 1 0,0-1 0,0 0 0,2 6 0,-1-7 0,-1 0 0,1 0 0,1 0 0,-1 0 0,0 0 0,1-1 0,-1 1 0,1-1 0,0 1 0,0-1 0,0 0 0,0 0 0,0 0 0,0-1 0,7 3 0,31 13 0,2-3 0,0-1 0,0-2 0,1-1 0,0-3 0,1-2 0,77 0 0,-117-5 0,0-1 0,0 1 0,0-1 0,0 0 0,0 0 0,0-1 0,0 1 0,0-1 0,0 0 0,-1 0 0,1-1 0,-1 0 0,0 1 0,1-1 0,-1-1 0,-1 1 0,1 0 0,0-1 0,-1 0 0,5-6 0,-3 0 0,1 1 0,-1-1 0,-1 0 0,0-1 0,-1 1 0,0-1 0,0 1 0,1-18 0,5-73 0,-9 89 0,0 0 0,-1-1 0,-1 1 0,0 0 0,0 0 0,-5-13 0,4 19 0,0 0 0,-1 0 0,0 0 0,0 0 0,0 0 0,-1 1 0,0 0 0,0 0 0,0 0 0,0 1 0,-1 0 0,0 0 0,0 0 0,0 0 0,0 1 0,-1 0 0,1 1 0,-9-3 0,-13-3 0,1 1 0,-1 1 0,-31-2 0,21 4 0,14 2 0,-30-6 0,36 5-1365,3 1-5461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45.258"/>
    </inkml:context>
    <inkml:brush xml:id="br0">
      <inkml:brushProperty name="width" value="0.05" units="cm"/>
      <inkml:brushProperty name="height" value="0.05" units="cm"/>
    </inkml:brush>
  </inkml:definitions>
  <inkml:trace contextRef="#ctx0" brushRef="#br0">1 1 24575,'3'95'0,"5"0"0,38 179 0,-36-226 0,-2 1 0,2 99 0,-10-144 0,0 1 0,0 0 0,1-1 0,-1 1 0,1-1 0,0 1 0,0-1 0,0 0 0,1 1 0,3 5 0,-3-7 0,0 0 0,0-1 0,0 1 0,0-1 0,1 0 0,-1 0 0,1 0 0,0 0 0,-1 0 0,1-1 0,0 1 0,0-1 0,0 1 0,0-1 0,5 1 0,16 4 0,0-1 0,0-1 0,35 1 0,77-5 0,-76-1 0,299 0-1365,-347 1-5461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46.009"/>
    </inkml:context>
    <inkml:brush xml:id="br0">
      <inkml:brushProperty name="width" value="0.05" units="cm"/>
      <inkml:brushProperty name="height" value="0.05" units="cm"/>
    </inkml:brush>
  </inkml:definitions>
  <inkml:trace contextRef="#ctx0" brushRef="#br0">0 1 24575,'13'1'0,"0"1"0,0 0 0,-1 1 0,18 7 0,-25-9 0,4 2 0,1 0 0,-1 1 0,0 0 0,-1 1 0,10 5 0,-16-9 0,0 1 0,-1-1 0,1 1 0,0-1 0,-1 1 0,1-1 0,-1 1 0,0 0 0,0 0 0,1-1 0,-1 1 0,0 0 0,-1 0 0,1 0 0,0 0 0,0 1 0,-1-1 0,1 0 0,-1 0 0,0 0 0,0 0 0,0 0 0,0 1 0,0-1 0,0 0 0,0 0 0,-1 0 0,1 0 0,-2 4 0,-1 1 0,0-1 0,-1 1 0,0-1 0,0 1 0,0-1 0,-1-1 0,-9 11 0,-42 34 0,48-44 0,-10 8-1365,3-4-5461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47.107"/>
    </inkml:context>
    <inkml:brush xml:id="br0">
      <inkml:brushProperty name="width" value="0.05" units="cm"/>
      <inkml:brushProperty name="height" value="0.05" units="cm"/>
    </inkml:brush>
  </inkml:definitions>
  <inkml:trace contextRef="#ctx0" brushRef="#br0">0 1 24575,'27'0'0,"60"-1"0,-1 4 0,107 17 0,-190-19 0,0-1 0,0 1 0,0-1 0,-1 1 0,1 0 0,0 0 0,0 0 0,-1 1 0,1-1 0,0 1 0,-1-1 0,5 5 0,-6-4 0,1 0 0,-1 0 0,0 0 0,0 1 0,0-1 0,0 0 0,0 0 0,-1 1 0,1-1 0,-1 1 0,1-1 0,-1 1 0,0-1 0,0 1 0,0 4 0,-18 147 0,2-19 0,13 48 0,3-181-124,0 0 0,-1 0 0,1 1 0,-1-1 0,1 0 0,-1 0-1,0 0 1,1 0 0,-1 0 0,-2 2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47.532"/>
    </inkml:context>
    <inkml:brush xml:id="br0">
      <inkml:brushProperty name="width" value="0.05" units="cm"/>
      <inkml:brushProperty name="height" value="0.05" units="cm"/>
    </inkml:brush>
  </inkml:definitions>
  <inkml:trace contextRef="#ctx0" brushRef="#br0">0 6 24575,'10'0'0,"14"0"0,14 0 0,6 0 0,9 0 0,0 0 0,-8-3 0,-10 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48.274"/>
    </inkml:context>
    <inkml:brush xml:id="br0">
      <inkml:brushProperty name="width" value="0.05" units="cm"/>
      <inkml:brushProperty name="height" value="0.05" units="cm"/>
    </inkml:brush>
  </inkml:definitions>
  <inkml:trace contextRef="#ctx0" brushRef="#br0">0 216 24575,'5'28'0,"0"0"0,-3 0 0,0 39 0,-2-66 0,0-249 0,0 240 0,1 0 0,-1 0 0,1 0 0,1 0 0,0 0 0,0 1 0,0-1 0,4-7 0,-4 12 0,0 0 0,-1 0 0,1 1 0,0-1 0,0 1 0,1-1 0,-1 1 0,0 0 0,1 0 0,0 0 0,-1 0 0,1 0 0,0 0 0,0 1 0,0 0 0,0-1 0,0 1 0,0 0 0,0 0 0,0 1 0,7-1 0,-6 0 0,1 1 0,0 0 0,-1 1 0,1-1 0,-1 1 0,1 0 0,-1 0 0,0 0 0,1 1 0,-1-1 0,0 1 0,0 0 0,0 0 0,0 1 0,0-1 0,-1 1 0,1 0 0,-1 0 0,1 0 0,-1 0 0,5 8 0,4 5 0,-1 1 0,-1 1 0,14 31 0,-14-26 0,0-1 0,-1 1 0,0 0 0,-2 0 0,-1 1 0,-1 0 0,-1 1 0,-1-1 0,0 32 0,-3-53-124,0 1 0,0-1 0,0 0 0,-1 1 0,1-1 0,-1 0-1,0 0 1,0 1 0,-1-1 0,-2 5 0,-5 5-6702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48.632"/>
    </inkml:context>
    <inkml:brush xml:id="br0">
      <inkml:brushProperty name="width" value="0.05" units="cm"/>
      <inkml:brushProperty name="height" value="0.05" units="cm"/>
    </inkml:brush>
  </inkml:definitions>
  <inkml:trace contextRef="#ctx0" brushRef="#br0">0 30 24575,'0'-2'0,"8"-2"0,11-1 0,9-1 0,16 1 0,13 2 0,7 0 0,2 2 0,0 0 0,-10 1 0,-13 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49.731"/>
    </inkml:context>
    <inkml:brush xml:id="br0">
      <inkml:brushProperty name="width" value="0.05" units="cm"/>
      <inkml:brushProperty name="height" value="0.05" units="cm"/>
    </inkml:brush>
  </inkml:definitions>
  <inkml:trace contextRef="#ctx0" brushRef="#br0">33 362 24575,'-1'131'0,"-8"-188"0,-9-94 0,16 110 0,-1-15 0,7-87 0,-3 140 0,-1 1 0,0 0 0,1 0 0,-1 0 0,1 0 0,0 0 0,0 0 0,0 0 0,0 1 0,0-1 0,0 0 0,0 0 0,1 1 0,-1-1 0,1 1 0,-1-1 0,1 1 0,-1 0 0,1-1 0,0 1 0,0 0 0,0 0 0,0 0 0,0 0 0,0 1 0,0-1 0,0 0 0,0 1 0,0 0 0,0-1 0,0 1 0,0 0 0,0 0 0,0 0 0,0 0 0,0 0 0,3 1 0,0 0 0,-1-1 0,1 1 0,-1 0 0,1 1 0,-1-1 0,1 1 0,-1 0 0,0 0 0,0 0 0,0 0 0,0 1 0,0-1 0,0 1 0,-1 0 0,0 1 0,5 3 0,-4 0 0,-1 1 0,1-1 0,-1 1 0,0-1 0,-1 1 0,0 0 0,0 0 0,-1 0 0,2 14 0,-3 11 0,-2 36 0,0-29 0,1-17 0,0 3 0,1-55 0,0 15 0,1 1 0,1-1 0,0 1 0,1 0 0,0 0 0,1 0 0,0 1 0,1-1 0,0 1 0,1 0 0,1 0 0,0 1 0,9-12 0,-12 19 0,-1 1 0,1 0 0,-1 1 0,1-1 0,0 0 0,0 1 0,0 0 0,0 0 0,1 0 0,-1 1 0,0 0 0,1-1 0,-1 1 0,1 1 0,-1-1 0,8 1 0,-2-1 0,-1 2 0,0-1 0,0 1 0,1 1 0,-1 0 0,0 0 0,10 4 0,-17-5 0,1 1 0,0-1 0,0 1 0,-1 0 0,1 0 0,-1 0 0,1 0 0,-1 0 0,0 0 0,0 1 0,0-1 0,0 1 0,0-1 0,-1 1 0,1 0 0,-1 0 0,0 0 0,1 0 0,-2 0 0,1 0 0,1 6 0,0 5 0,-1 1 0,0-1 0,-2 23 0,1-16 0,-1 24 0,-4 100 0,5-139-91,-1 0 0,0 0 0,0 0 0,0 0 0,-1-1 0,0 1 0,0 0 0,0-1 0,-1 1 0,0-1 0,0 0 0,0 0 0,0 0 0,-8 8 0,-2-5-6735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51.130"/>
    </inkml:context>
    <inkml:brush xml:id="br0">
      <inkml:brushProperty name="width" value="0.05" units="cm"/>
      <inkml:brushProperty name="height" value="0.05" units="cm"/>
    </inkml:brush>
  </inkml:definitions>
  <inkml:trace contextRef="#ctx0" brushRef="#br0">212 0 24575,'-7'0'0,"1"1"0,0-1 0,0 1 0,0 1 0,0-1 0,0 1 0,0 0 0,1 0 0,-1 0 0,0 1 0,1 0 0,0 0 0,0 1 0,-5 3 0,-4 6 0,1 0 0,0 1 0,-13 19 0,21-27 0,2 0 0,-1 0 0,1 1 0,0 0 0,0-1 0,0 1 0,1 0 0,-2 14 0,-4 64 0,4-41 0,1-14 0,-2 17 0,0 74 0,5-119 0,1 1 0,-1-1 0,0 1 0,1-1 0,0 0 0,-1 1 0,1-1 0,0 0 0,0 0 0,0 0 0,0 1 0,1-1 0,-1 0 0,1-1 0,-1 1 0,1 0 0,0 0 0,-1-1 0,1 1 0,0-1 0,0 1 0,0-1 0,0 0 0,0 0 0,1 0 0,-1 0 0,0 0 0,0 0 0,4 0 0,7 2 0,-1-1 0,1-1 0,-1 0 0,20-2 0,-17 1 0,12 1 0,31-2 0,-53 1 0,-1 0 0,1-1 0,-1 0 0,1 0 0,-1 0 0,1-1 0,-1 1 0,0-1 0,6-3 0,-7 2 0,-1 1 0,0 0 0,0-1 0,0 0 0,0 0 0,0 1 0,0-1 0,-1 0 0,0-1 0,1 1 0,-1 0 0,0 0 0,-1 0 0,1-1 0,0 1 0,-1 0 0,0-1 0,0-3 0,0-2 0,0 0 0,0-1 0,-1 1 0,-1 0 0,-3-13 0,4 19 11,0 1 0,0-1-1,0 1 1,0 0 0,-1 0-1,1-1 1,-1 1 0,1 0-1,-1 0 1,0 1 0,0-1-1,0 0 1,0 1 0,0-1-1,-4-2 1,1 2 10,0 0 1,0 0-1,-1 0 0,1 1 1,0-1-1,0 1 0,-9 0 1,7 0-165,0 1 1,0 0 0,-1 0 0,1 1-1,0 0 1,0 0 0,0 1 0,0 0 0,0 0-1,1 1 1,-13 6 0,6 0-6684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52.322"/>
    </inkml:context>
    <inkml:brush xml:id="br0">
      <inkml:brushProperty name="width" value="0.05" units="cm"/>
      <inkml:brushProperty name="height" value="0.05" units="cm"/>
    </inkml:brush>
  </inkml:definitions>
  <inkml:trace contextRef="#ctx0" brushRef="#br0">1 271 24575,'0'279'0,"0"-757"0,0 475 0,0 0 0,0 0 0,0-1 0,0 1 0,1 0 0,0 0 0,-1 0 0,1 0 0,0 0 0,0 0 0,0 0 0,1 1 0,-1-1 0,1 0 0,0 1 0,-1-1 0,3-2 0,-1 3 0,0 0 0,0 0 0,0 1 0,0-1 0,0 1 0,0-1 0,1 1 0,-1 0 0,0 0 0,1 0 0,-1 1 0,1-1 0,-1 1 0,0 0 0,6 0 0,-2 0 0,1 0 0,-1 1 0,1-1 0,-1 1 0,1 1 0,14 4 0,-19-5 0,0 1 0,0-1 0,-1 1 0,1 0 0,0 0 0,-1 0 0,1 0 0,-1 1 0,0-1 0,0 1 0,0-1 0,0 1 0,0 0 0,0 0 0,-1 0 0,1 0 0,-1 0 0,1 4 0,3 9 0,-1 2 0,-1-1 0,0 0 0,-1 0 0,-1 1 0,-1-1 0,0 1 0,-4 17 0,4-32 15,-1-1-1,1 0 1,-1 0-1,0 1 1,0-1-1,0 0 1,0 0-1,0 0 1,0 0-1,0 0 1,-1 0-1,1 0 1,-1 0-1,1-1 1,-1 1-1,0 0 1,0-1-1,0 0 1,0 1-1,0-1 1,0 0-1,-3 1 1,-4 2-278,0-1 0,-1 0 0,-19 3 0,19-4-384,-8 1-6179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53.603"/>
    </inkml:context>
    <inkml:brush xml:id="br0">
      <inkml:brushProperty name="width" value="0.05" units="cm"/>
      <inkml:brushProperty name="height" value="0.05" units="cm"/>
    </inkml:brush>
  </inkml:definitions>
  <inkml:trace contextRef="#ctx0" brushRef="#br0">76 269 24575,'-2'30'0,"-1"-1"0,-10 43 0,9-48 0,1-10 0,1 0 0,-2 0 0,0-1 0,-1 1 0,-6 13 0,11-27 0,0 0 0,0 0 0,0 1 0,0-1 0,0 0 0,-1 1 0,1-1 0,0 0 0,0 0 0,0 1 0,0-1 0,0 0 0,0 0 0,-1 0 0,1 1 0,0-1 0,0 0 0,0 0 0,0 0 0,-1 1 0,1-1 0,0 0 0,0 0 0,-1 0 0,1 0 0,0 0 0,0 1 0,-1-1 0,1 0 0,0 0 0,0 0 0,-1 0 0,1 0 0,0 0 0,0 0 0,-1 0 0,1 0 0,0 0 0,-1 0 0,1 0 0,0 0 0,0 0 0,-1 0 0,1-1 0,0 1 0,0 0 0,-1 0 0,-5-16 0,1-25 0,5 24 0,-3-37 0,3 0 0,7-63 0,-7 114 0,1 0 0,-1 0 0,1 0 0,-1 0 0,1 0 0,0 1 0,1-1 0,-1 0 0,0 0 0,1 0 0,-1 1 0,1-1 0,0 1 0,0 0 0,0-1 0,3-2 0,-2 3 0,0 1 0,1-1 0,-1 1 0,0-1 0,1 1 0,-1 0 0,1 1 0,-1-1 0,1 0 0,-1 1 0,1 0 0,-1 0 0,6 0 0,-1 0 0,0 1 0,0-1 0,-1 1 0,1 1 0,0 0 0,-1 0 0,1 0 0,10 5 0,-15-5 0,1 1 0,-1-1 0,1 1 0,-1 0 0,0-1 0,0 1 0,0 1 0,0-1 0,-1 0 0,1 1 0,-1-1 0,0 1 0,0 0 0,0 0 0,-1 0 0,1 0 0,0 4 0,0 2 0,0 1 0,-1-1 0,0 1 0,0 0 0,-3 20 0,1 15 0,1-259 0,0 201 0,0-2 0,1 1 0,0-1 0,1 1 0,0 0 0,9-26 0,-10 37 0,0-1 0,0 1 0,0-1 0,0 1 0,1 0 0,-1-1 0,1 1 0,0 0 0,-1 0 0,1 0 0,0 0 0,0 0 0,0 0 0,0 1 0,1-1 0,-1 1 0,0 0 0,1-1 0,-1 1 0,1 0 0,-1 0 0,1 1 0,-1-1 0,1 0 0,0 1 0,-1 0 0,1-1 0,0 1 0,-1 0 0,1 0 0,0 1 0,0-1 0,-1 1 0,1-1 0,4 2 0,-1 1 0,0-1 0,-1 1 0,1 0 0,-1 0 0,1 0 0,-1 1 0,0-1 0,0 1 0,-1 1 0,1-1 0,-1 1 0,0-1 0,0 1 0,0 1 0,-1-1 0,0 0 0,0 1 0,0-1 0,3 12 0,0 1 0,-1-1 0,-1 1 0,-1 0 0,0 0 0,0 29 0,-4 14 0,-1-1 0,-4 0 0,-15 70 0,16-114 342,5-17-368,0 1 0,0 0 0,0 0 0,0 0 0,0 0 0,0 0 1,0-1-1,0 1 0,-1 0 0,1 0 0,0 0 0,0 0 0,0 0 1,0 0-1,0-1 0,0 1 0,-1 0 0,1 0 0,0 0 0,0 0 1,0 0-1,0 0 0,0 0 0,-1 0 0,1 0 0,0 0 0,0 0 1,0 0-1,0 0 0,-1 0 0,1 0 0,0 0 0,0 0 0,0 0 1,0 0-1,-1 0 0,1 0 0,0 0 0,0 0 0,0 0 0,0 0 1,0 0-1,-1 0 0,1 0 0,0 0 0,0 0 0,0 1 0,0-1 1,0 0-1,0 0 0,-1 0 0,1 0 0,0 0 0,0 0 0,0 1 0,0-1 1,0 0-1,0 0 0,0 0 0,0 0 0,0 1 0,0-1 0,0 0 1,0 0-1,0 0 0,-3-8-6800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1:59.796"/>
    </inkml:context>
    <inkml:brush xml:id="br0">
      <inkml:brushProperty name="width" value="0.05" units="cm"/>
      <inkml:brushProperty name="height" value="0.05" units="cm"/>
    </inkml:brush>
  </inkml:definitions>
  <inkml:trace contextRef="#ctx0" brushRef="#br0">1 0 24575,'0'0'0,"1"1"0,0-1 0,0 1 0,-1-1 0,1 0 0,0 1 0,-1-1 0,1 1 0,-1 0 0,1-1 0,0 1 0,-1-1 0,1 1 0,-1 0 0,0 0 0,1-1 0,-1 1 0,0 0 0,1 0 0,-1-1 0,0 2 0,8 21 0,-7-18 0,10 42 0,-3 0 0,-1 1 0,0 54 0,-3 247 0,-6-193 0,-12 34 0,-1 0 0,15-147 0,2 78 0,-1-116 0,0 0 0,0 0 0,0 0 0,1 0 0,0 0 0,0-1 0,0 1 0,1-1 0,-1 1 0,1-1 0,0 0 0,0 0 0,1 0 0,-1-1 0,1 1 0,0-1 0,0 0 0,0 0 0,0 0 0,0 0 0,1-1 0,6 4 0,6 0 0,-1 1 0,1-2 0,0 0 0,0-1 0,21 2 0,137 10 0,5 1 0,385 71 0,-263-40 0,-24-10 0,-265-35 0,0 0 0,0 1 0,0 1 0,15 8 0,21 7 0,28-1 0,-51-14 0,45 16 0,-69-20 0,1 0 0,-1 0 0,1 0 0,-1 1 0,1-1 0,-1 1 0,0 0 0,0-1 0,0 1 0,0 0 0,0 0 0,0 1 0,0-1 0,-1 0 0,1 1 0,-1-1 0,0 0 0,1 1 0,-1 0 0,0-1 0,-1 1 0,2 3 0,-1 5 0,0-1 0,-1 0 0,0 0 0,-3 20 0,0 5 0,10 368 0,-3-304 0,-2 92 0,12-85 0,4-16 0,3 31 0,-6-43-1365,-13-64-5461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00.455"/>
    </inkml:context>
    <inkml:brush xml:id="br0">
      <inkml:brushProperty name="width" value="0.05" units="cm"/>
      <inkml:brushProperty name="height" value="0.05" units="cm"/>
    </inkml:brush>
  </inkml:definitions>
  <inkml:trace contextRef="#ctx0" brushRef="#br0">0 110 24575,'5'0'0,"0"1"0,0-1 0,1 1 0,-1 0 0,0 0 0,0 1 0,0 0 0,-1 0 0,1 0 0,0 0 0,-1 1 0,1-1 0,4 6 0,5 3 0,-1 1 0,18 23 0,-20-22 0,1 0 0,26 21 0,-34-30 0,0-1 0,1 0 0,0-1 0,0 1 0,0-1 0,0 0 0,0 0 0,0 0 0,0-1 0,1 0 0,-1 0 0,0 0 0,9-1 0,-5 0 0,0-1 0,-1 0 0,1-1 0,-1 1 0,1-2 0,-1 1 0,0-1 0,0-1 0,0 1 0,0-1 0,-1-1 0,0 1 0,0-1 0,12-11 0,-11 8 0,0 0 0,-1 0 0,-1-1 0,1 0 0,-1 0 0,-1 0 0,0-1 0,0 0 0,0 0 0,-2 0 0,5-15 0,-5 7 97,10-29 112,-13 44-320,1 1-1,0-1 1,1 1 0,-1-1-1,0 1 1,1 0-1,-1-1 1,1 1-1,0 0 1,0 0 0,0 0-1,0 0 1,0 0-1,3-1 1,3 0-6715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01.785"/>
    </inkml:context>
    <inkml:brush xml:id="br0">
      <inkml:brushProperty name="width" value="0.05" units="cm"/>
      <inkml:brushProperty name="height" value="0.05" units="cm"/>
    </inkml:brush>
  </inkml:definitions>
  <inkml:trace contextRef="#ctx0" brushRef="#br0">303 118 24575,'-1'-1'0,"1"1"0,0 0 0,0 0 0,0-1 0,0 1 0,0 0 0,0 0 0,0-1 0,0 1 0,-1 0 0,1 0 0,0 0 0,0-1 0,0 1 0,-1 0 0,1 0 0,0 0 0,0 0 0,0-1 0,-1 1 0,1 0 0,0 0 0,0 0 0,-1 0 0,1 0 0,0 0 0,0 0 0,-1 0 0,1 0 0,0 0 0,0 0 0,-1 0 0,1 0 0,0 0 0,0 0 0,-1 0 0,1 0 0,0 0 0,0 0 0,-1 0 0,1 0 0,0 0 0,0 0 0,-1 1 0,1-1 0,0 0 0,0 0 0,-1 0 0,1 0 0,0 1 0,0-1 0,-15 9 0,-13 13 0,2 2 0,-30 32 0,15-14 0,39-40 0,-18 17 0,1 2 0,-24 31 0,38-44 0,0 0 0,0 0 0,1 1 0,0 0 0,0-1 0,1 1 0,1 1 0,-1-1 0,1 0 0,-1 19 0,2 18 0,1 0 0,9 61 0,-8-100 0,1 1 0,-1-1 0,2 0 0,-1 0 0,1 0 0,0 0 0,0 0 0,1-1 0,0 1 0,0-1 0,1 0 0,0 0 0,0 0 0,0-1 0,0 0 0,1 0 0,0 0 0,0-1 0,0 0 0,1 0 0,8 4 0,4 0 0,1-1 0,0 0 0,1-2 0,-1 0 0,1-1 0,28 1 0,66 4 0,142-7 0,-251-2 0,0-1 0,0-1 0,0 1 0,0-1 0,-1 0 0,1 0 0,0 0 0,-1-1 0,0 0 0,0 0 0,0-1 0,0 1 0,0-1 0,-1 0 0,1 0 0,-1-1 0,6-7 0,4-7 0,-1-1 0,0-1 0,9-24 0,-6 15 0,-4 6 0,52-106 0,-58 113 0,0 0 0,-1-1 0,-1 1 0,0-1 0,2-35 0,-6 35 0,0 1 0,-1-1 0,-1 0 0,-1 0 0,-1 1 0,0-1 0,-1 1 0,-1 0 0,0 1 0,-1-1 0,-1 1 0,-1 1 0,0-1 0,-1 1 0,-1 1 0,-18-20 0,23 27 0,-1 0 0,0 1 0,0 0 0,0 1 0,-1 0 0,0 0 0,0 0 0,0 1 0,-16-5 0,9 4 0,0 2 0,0 0 0,0 1 0,0 0 0,-18 1 0,-304 7 0,332-6-85,-1 1 0,1 0-1,0 0 1,-1 0 0,1 1-1,0-1 1,0 1 0,0 0-1,0 1 1,0-1 0,0 1-1,1 0 1,-1 0 0,1 1-1,-8 7 1,4 0-6741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02.399"/>
    </inkml:context>
    <inkml:brush xml:id="br0">
      <inkml:brushProperty name="width" value="0.05" units="cm"/>
      <inkml:brushProperty name="height" value="0.05" units="cm"/>
    </inkml:brush>
  </inkml:definitions>
  <inkml:trace contextRef="#ctx0" brushRef="#br0">0 37 24575,'3'0'0,"2"0"0,6 0 0,8 0 0,3 0 0,5 0 0,1 0 0,-1 2 0,-1 4 0,-4 2 0,-2 3 0,-6-3 0,-4-7 0,-4-7 0,-3-5 0,-3-5 0,0-4 0,-1 1-8191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03.098"/>
    </inkml:context>
    <inkml:brush xml:id="br0">
      <inkml:brushProperty name="width" value="0.05" units="cm"/>
      <inkml:brushProperty name="height" value="0.05" units="cm"/>
    </inkml:brush>
  </inkml:definitions>
  <inkml:trace contextRef="#ctx0" brushRef="#br0">15 46 24575,'-10'36'0,"9"-35"0,0 9 0,0 0 0,0 0 0,1-1 0,0 1 0,1 10 0,0-17 0,-1-1 0,1 1 0,0-1 0,-1 0 0,1 0 0,0 0 0,0 1 0,0-1 0,1 0 0,-1 0 0,0 0 0,1 0 0,0-1 0,-1 1 0,1 0 0,0-1 0,0 1 0,0-1 0,0 0 0,0 1 0,0-1 0,0 0 0,0 0 0,0 0 0,1-1 0,2 2 0,3 0 0,1 0 0,-1-1 0,1 0 0,0 0 0,-1-1 0,1 0 0,0-1 0,13-2 0,-18 3 0,-1-1 0,0 0 0,0 0 0,0 0 0,0-1 0,0 1 0,0-1 0,-1 1 0,1-1 0,0 0 0,-1 0 0,1 0 0,-1-1 0,0 1 0,1 0 0,-1-1 0,-1 0 0,1 1 0,0-1 0,0 0 0,-1 0 0,0 0 0,0 0 0,0 0 0,2-6 0,-2 2 0,0 1 0,0-1 0,0 0 0,-1 0 0,0 1 0,0-1 0,-1 0 0,1 0 0,-2 1 0,1-1 0,-3-7 0,2 11 0,1-1 0,-1 1 0,0 0 0,0 0 0,0 0 0,0 0 0,0 1 0,-1-1 0,0 1 0,1-1 0,-1 1 0,0 0 0,0 0 0,0 0 0,0 0 0,0 1 0,-1-1 0,1 1 0,0 0 0,-1 0 0,1 0 0,-6-1 0,7 2-65,-1-1 0,1 1 0,0-1 0,0 1 0,0 0 0,0 0 0,0 0 0,0 0 0,-1 0 0,1 1 0,0-1 0,0 1 0,0-1 0,0 1 0,0 0 0,0-1 0,0 1 0,0 0 0,0 1 0,-2 0 0,-4 8-6761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03.974"/>
    </inkml:context>
    <inkml:brush xml:id="br0">
      <inkml:brushProperty name="width" value="0.05" units="cm"/>
      <inkml:brushProperty name="height" value="0.05" units="cm"/>
    </inkml:brush>
  </inkml:definitions>
  <inkml:trace contextRef="#ctx0" brushRef="#br0">0 49 24575,'1'0'0,"-1"0"0,1 1 0,0-1 0,-1 0 0,1 1 0,0-1 0,-1 1 0,1-1 0,-1 1 0,1-1 0,-1 1 0,1-1 0,-1 1 0,0-1 0,1 1 0,-1 0 0,0-1 0,1 1 0,-1 0 0,0-1 0,1 2 0,5 18 0,-5-16 0,4 14 0,-3-11 0,0 0 0,0 0 0,0-1 0,7 13 0,-8-17 0,1 0 0,-1-1 0,0 1 0,1 0 0,0 0 0,0-1 0,-1 1 0,1-1 0,0 0 0,0 1 0,0-1 0,0 0 0,1 0 0,-1 0 0,0 0 0,0-1 0,1 1 0,3 0 0,5 0 0,1-1 0,-1-1 0,1 0 0,-1 0 0,1-1 0,-1 0 0,0-1 0,0 0 0,0-1 0,0-1 0,-1 1 0,15-10 0,-22 12 0,-1 1 0,1-1 0,-1 1 0,0-1 0,0 0 0,0 0 0,0 0 0,0 0 0,0-1 0,-1 1 0,1 0 0,-1-1 0,0 1 0,1-1 0,-1 1 0,0-1 0,0 0 0,-1 1 0,1-1 0,-1 0 0,1 0 0,-1 0 0,0 1 0,0-1 0,0 0 0,0 0 0,0 0 0,-1 1 0,0-5 0,0 4 0,-1 0 0,1 0 0,0 0 0,-1 0 0,0 0 0,0 0 0,0 0 0,0 0 0,0 1 0,0-1 0,-1 1 0,1 0 0,-1 0 0,0 0 0,0 0 0,1 0 0,-1 0 0,0 1 0,-1-1 0,1 1 0,0 0 0,0 0 0,-1 0 0,-2 0 0,-15-2-227,1 2-1,-1 0 1,1 2-1,-1 0 1,-22 5-1,26-3-6598</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04.693"/>
    </inkml:context>
    <inkml:brush xml:id="br0">
      <inkml:brushProperty name="width" value="0.05" units="cm"/>
      <inkml:brushProperty name="height" value="0.05" units="cm"/>
    </inkml:brush>
  </inkml:definitions>
  <inkml:trace contextRef="#ctx0" brushRef="#br0">1 17 24575,'2'0'0,"1"-2"0,5-1 0,3-3 0,3 1 0,-5 5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05.758"/>
    </inkml:context>
    <inkml:brush xml:id="br0">
      <inkml:brushProperty name="width" value="0.05" units="cm"/>
      <inkml:brushProperty name="height" value="0.05" units="cm"/>
    </inkml:brush>
  </inkml:definitions>
  <inkml:trace contextRef="#ctx0" brushRef="#br0">0 24 24575,'0'1'0,"1"0"0,-1-1 0,1 1 0,-1-1 0,0 1 0,1 0 0,0-1 0,-1 1 0,1-1 0,-1 1 0,1-1 0,-1 0 0,1 1 0,0-1 0,-1 0 0,1 1 0,0-1 0,0 0 0,-1 0 0,1 1 0,0-1 0,0 0 0,-1 0 0,2 0 0,25 3 0,-21-3 0,62 9 0,0-4 0,72-4 0,-136-2-59,-1 1 0,0-1-1,0 1 1,0-1-1,0 0 1,0 0 0,0-1-1,-1 1 1,1 0 0,0-1-1,-1 0 1,1 0 0,-1 0-1,1 0 1,-1 0-1,0 0 1,0 0 0,0-1-1,0 1 1,0-1 0,-1 0-1,3-4 1,2-1-6767</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06.963"/>
    </inkml:context>
    <inkml:brush xml:id="br0">
      <inkml:brushProperty name="width" value="0.05" units="cm"/>
      <inkml:brushProperty name="height" value="0.05" units="cm"/>
    </inkml:brush>
  </inkml:definitions>
  <inkml:trace contextRef="#ctx0" brushRef="#br0">93 0 24575,'-1'19'0,"-2"-1"0,0 1 0,-1-1 0,-1 0 0,-8 21 0,2-6 0,-40 99 0,51-131 0,0 0 0,0 0 0,-1 0 0,1-1 0,0 1 0,0 0 0,0 0 0,0 0 0,0 0 0,0 0 0,0 0 0,0 0 0,1 0 0,-1 0 0,0 0 0,0 0 0,1 0 0,-1 0 0,1-1 0,-1 1 0,1 0 0,-1 0 0,1 0 0,1 0 0,-1 1 0,1-1 0,0 1 0,0-1 0,1 0 0,-1 1 0,0-1 0,0-1 0,1 1 0,3 1 0,6 0 0,1 0 0,-1-1 0,13 0 0,-19-1 0,23 0 0,0-2 0,-1-1 0,1-1 0,-1-2 0,0 0 0,-1-2 0,1-1 0,36-18 0,-26 12 0,-26 11 0,0 0 0,0-1 0,20-13 0,-30 17 0,0-1 0,0 0 0,-1 0 0,1 0 0,0 0 0,-1 0 0,1 0 0,-1-1 0,0 1 0,0 0 0,0-1 0,0 1 0,0-1 0,0 1 0,-1-1 0,1 1 0,-1-1 0,0-3 0,1-7 0,-1 0 0,-3-20 0,1 8 0,1-8-1365,1 18-5461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45.881"/>
    </inkml:context>
    <inkml:brush xml:id="br0">
      <inkml:brushProperty name="width" value="0.05" units="cm"/>
      <inkml:brushProperty name="height" value="0.05" units="cm"/>
    </inkml:brush>
  </inkml:definitions>
  <inkml:trace contextRef="#ctx0" brushRef="#br0">190 50 24575,'51'0'0,"-1"-2"0,87-16 0,-103 11 0,87-14 0,-120 21 0,0-1 0,0 1 0,0 0 0,0 0 0,0 0 0,0 0 0,0 0 0,0 0 0,-1 0 0,1 0 0,0 1 0,0-1 0,0 0 0,0 0 0,0 1 0,0-1 0,0 1 0,-1-1 0,1 1 0,0-1 0,0 1 0,-1-1 0,1 1 0,0 0 0,-1-1 0,1 1 0,0 0 0,-1-1 0,1 1 0,-1 0 0,0 0 0,1 0 0,-1 0 0,1-1 0,-1 1 0,0 0 0,0 0 0,0 0 0,1 0 0,-1 0 0,0 0 0,0 0 0,0 0 0,-1 1 0,1 6 0,-2 0 0,1 0 0,-1 0 0,-4 11 0,0-1 0,0 24 0,1-1 0,2 80 0,-2 16 0,5-122 0,-1-8 0,1-1 0,-1 1 0,1-1 0,-4 10 0,4-15 0,-1 1 0,1-1 0,-1 0 0,1 1 0,-1-1 0,0 0 0,0 0 0,1 0 0,-1 0 0,0 0 0,0 0 0,0 0 0,0 0 0,0 0 0,-1 0 0,1 0 0,0 0 0,0-1 0,0 1 0,-1 0 0,1-1 0,0 1 0,-1-1 0,1 0 0,0 1 0,-2-1 0,-4 0 0,0 0 0,0 0 0,1 0 0,-1-1 0,1 0 0,-1 0 0,0-1 0,1 0 0,0 0 0,-11-5 0,-4-5 0,-34-23 0,37 22 0,0 1 0,-28-13 0,8 9 0,-51-15 0,75 27 0,0 1 0,-1 0 0,1 1 0,-1 0 0,0 1 0,1 1 0,-19 2 0,11 3 342,21-5-414,0 0 1,0 0 0,1 1 0,-1-1 0,0 0 0,0 0 0,1 1 0,-1-1 0,0 1-1,1-1 1,-1 1 0,0-1 0,1 1 0,-1-1 0,1 1 0,-1 0 0,0-1 0,1 1 0,0 0-1,-1-1 1,1 1 0,-1 0 0,1 1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02.135"/>
    </inkml:context>
    <inkml:brush xml:id="br0">
      <inkml:brushProperty name="width" value="0.05" units="cm"/>
      <inkml:brushProperty name="height" value="0.05" units="cm"/>
    </inkml:brush>
  </inkml:definitions>
  <inkml:trace contextRef="#ctx0" brushRef="#br0">1 158 24575,'0'12'0,"0"0"0,0 0 0,2 0 0,-1 0 0,1 0 0,7 20 0,3 1 0,0 1 0,-3 1 0,-1-1 0,8 71 0,-15-88 0,1 1 0,1-1 0,1 0 0,1 0 0,0-1 0,1 1 0,0-1 0,2 0 0,0-1 0,0 0 0,2 0 0,0-1 0,0 0 0,1-1 0,1 0 0,13 12 0,-8-13 0,0-1 0,0 0 0,1-1 0,0-1 0,1-1 0,0 0 0,35 8 0,1-4 0,86 9 0,-96-16 0,0-3 0,55-3 0,-98 1 0,1-1 0,-1 1 0,1-1 0,-1 1 0,1-1 0,-1 0 0,0 0 0,1 0 0,-1 0 0,0-1 0,0 1 0,1-1 0,-1 1 0,0-1 0,-1 0 0,1 1 0,0-1 0,2-4 0,1-2 0,0-1 0,-1 1 0,7-17 0,1-5 0,57-128 0,-60 132 0,-1 0 0,-2-1 0,-1 1 0,3-39 0,-1 8 0,2-1 0,19-65 0,3-9 0,-28 118 0,-1 5 0,0 0 0,-1 1 0,0-1 0,0 0 0,-1 0 0,-1-16 0,1 24 0,0 1 0,-1 0 0,1-1 0,0 1 0,0 0 0,0 0 0,-1-1 0,1 1 0,0 0 0,0 0 0,-1-1 0,1 1 0,0 0 0,0 0 0,-1 0 0,1 0 0,0-1 0,-1 1 0,1 0 0,0 0 0,-1 0 0,1 0 0,0 0 0,-1 0 0,1 0 0,0 0 0,-1 0 0,1 0 0,-1 0 0,1 0 0,0 0 0,-1 0 0,1 0 0,0 0 0,-1 1 0,1-1 0,-16 6 0,12-4 0,-23 9 0,-100 35 0,106-40 0,0-1 0,0-1 0,-1-1 0,-27 1 0,-107-6 0,-71 3 0,150 12 0,53-10 0,0 0 0,-47 15 0,-2-1 0,72-17 2,-2 0-64,1 1 0,0-1 0,0 0-1,-1 1 1,1-1 0,0 1 0,0 0 0,0-1 0,0 1 0,0 0-1,0 0 1,0 0 0,0 1 0,0-1 0,0 0 0,1 1 0,-1 0-1,0-1 1,1 1 0,-1 0 0,-1 2 0,-1 10-6764</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02.838"/>
    </inkml:context>
    <inkml:brush xml:id="br0">
      <inkml:brushProperty name="width" value="0.05" units="cm"/>
      <inkml:brushProperty name="height" value="0.05" units="cm"/>
    </inkml:brush>
  </inkml:definitions>
  <inkml:trace contextRef="#ctx0" brushRef="#br0">0 31 24575,'7'1'0,"1"0"0,-1 1 0,0-1 0,0 2 0,0-1 0,0 1 0,0 0 0,8 5 0,23 9 0,-26-13 43,1-1 0,0 0-1,-1-1 1,1 0 0,0-1-1,1-1 1,19-1 0,-29 1-104,0-1 0,0 1 0,0-1 0,0 0 0,0 0 0,0 0 0,0-1 0,0 1 0,0-1 0,-1 0 0,1 0 0,-1 0 0,1 0 0,-1-1 0,0 0 0,0 1 0,0-1 0,0 0 1,0-1-1,-1 1 0,1 0 0,-1-1 0,0 1 0,0-1 0,0 0 0,-1 0 0,2-5 0,0-7-6765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03.261"/>
    </inkml:context>
    <inkml:brush xml:id="br0">
      <inkml:brushProperty name="width" value="0.05" units="cm"/>
      <inkml:brushProperty name="height" value="0.05" units="cm"/>
    </inkml:brush>
  </inkml:definitions>
  <inkml:trace contextRef="#ctx0" brushRef="#br0">1 9 24575,'0'-2'0,"2"-1"0,4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03.591"/>
    </inkml:context>
    <inkml:brush xml:id="br0">
      <inkml:brushProperty name="width" value="0.05" units="cm"/>
      <inkml:brushProperty name="height" value="0.05" units="cm"/>
    </inkml:brush>
  </inkml:definitions>
  <inkml:trace contextRef="#ctx0" brushRef="#br0">1 8 24575,'2'0'0,"4"-2"0,0-4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04.841"/>
    </inkml:context>
    <inkml:brush xml:id="br0">
      <inkml:brushProperty name="width" value="0.05" units="cm"/>
      <inkml:brushProperty name="height" value="0.05" units="cm"/>
    </inkml:brush>
  </inkml:definitions>
  <inkml:trace contextRef="#ctx0" brushRef="#br0">1 160 24575,'21'-19'0,"1"1"0,2 1 0,-1 0 0,2 2 0,0 1 0,53-21 0,-63 30 0,1 0 0,0 1 0,0 0 0,0 2 0,26-2 0,85 5 0,-65 1 0,-7-2 0,-20-1 0,40 5 0,-74-4 0,0 0 0,1 0 0,-1 0 0,0 0 0,0 0 0,0 0 0,0 1 0,0-1 0,0 0 0,0 1 0,0-1 0,-1 1 0,1-1 0,0 1 0,0 0 0,0-1 0,0 1 0,0 0 0,0 0 0,-1 0 0,0-1 0,0 1 0,0-1 0,0 1 0,1 0 0,-2-1 0,1 1 0,0-1 0,0 1 0,0-1 0,0 1 0,0 0 0,0-1 0,0 1 0,-1-1 0,1 1 0,0-1 0,-1 1 0,1-1 0,0 1 0,-1-1 0,1 1 0,0-1 0,-1 1 0,-3 2 0,0 1 0,0-1 0,0 1 0,-1-1 0,-7 4 0,-12 3 0,-34 11 0,34-14 0,-26 13 0,50-20 0,0 0 0,0 0 0,0 0 0,0 0 0,-1 0 0,1 0 0,0 0 0,0 0 0,0 0 0,0 0 0,-1 0 0,1 0 0,0 0 0,0 0 0,0 0 0,0 0 0,0 0 0,0 1 0,-1-1 0,1 0 0,0 0 0,0 0 0,0 0 0,0 0 0,0 0 0,0 1 0,0-1 0,0 0 0,0 0 0,-1 0 0,1 0 0,0 0 0,0 1 0,0-1 0,0 0 0,0 0 0,0 0 0,0 0 0,0 0 0,0 1 0,0-1 0,0 0 0,0 0 0,0 0 0,0 0 0,0 1 0,1-1 0,8 3 0,15-2 0,32 1-455,0-3 0,67-10 0,-108 8-6371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07.063"/>
    </inkml:context>
    <inkml:brush xml:id="br0">
      <inkml:brushProperty name="width" value="0.05" units="cm"/>
      <inkml:brushProperty name="height" value="0.05" units="cm"/>
    </inkml:brush>
  </inkml:definitions>
  <inkml:trace contextRef="#ctx0" brushRef="#br0">140 498 24575,'-2'1'0,"1"0"0,0 0 0,-1 0 0,1 0 0,0 0 0,-1 1 0,1-1 0,0 0 0,0 1 0,0-1 0,0 1 0,-1 2 0,0-1 0,-16 28 0,2 1 0,1 1 0,-11 36 0,13-37 0,7-11 0,1 0 0,1 0 0,0 1 0,2 0 0,0 0 0,2 25 0,-4 47 0,1-77 0,1 0 0,2 0 0,-1 0 0,4 23 0,-2-35 0,0-1 0,0 1 0,0 0 0,1 0 0,0 0 0,0-1 0,0 1 0,0-1 0,1 1 0,0-1 0,0 0 0,0 0 0,0-1 0,1 1 0,0 0 0,-1-1 0,1 0 0,0 0 0,5 2 0,15 8 0,1-1 0,0-1 0,0-1 0,1-2 0,0 0 0,1-2 0,0-1 0,38 2 0,-28-3 0,4 1 0,0-2 0,1-1 0,55-6 0,-84 1 0,-1 0 0,1-1 0,-1 0 0,1-1 0,-1 0 0,-1-1 0,1-1 0,16-11 0,-8 3 0,0-2 0,0 0 0,23-27 0,-31 28 0,-1 0 0,-1-1 0,-1 0 0,0 0 0,-1-1 0,-1 0 0,-1-1 0,0 1 0,4-28 0,-5-1 0,-1-2 0,-2 1 0,-6-55 0,3 93 0,0-6 0,0 0 0,-2 0 0,0 0 0,0 1 0,-12-30 0,12 37 0,0 1 0,-1 0 0,0 0 0,0 0 0,-1 0 0,0 1 0,0 0 0,0 0 0,-1 0 0,0 0 0,0 1 0,0 0 0,-13-7 0,4 4 0,0 2 0,0 0 0,0 1 0,-1 0 0,-29-4 0,12 6 0,-62 0 0,24 2 0,42 0 0,0 1 0,-52 6 0,76-5 0,1 0 0,-1 1 0,1-1 0,0 1 0,-1 0 0,1 0 0,0 0 0,0 1 0,0-1 0,1 1 0,-1 0 0,-5 6 0,0 2 0,0 0 0,-13 22 0,17-25 0,1 0 0,-2 0 0,1 0 0,-1-1 0,0 0 0,0-1 0,-1 1 0,-12 8 0,19-14 0,-1-1 0,1 0 0,-1 0 0,1 1 0,-1-1 0,1 0 0,-1 0 0,1 0 0,-1 1 0,1-1 0,-1 0 0,1 0 0,-1 0 0,1 0 0,-1 0 0,1 0 0,-1 0 0,1 0 0,-1 0 0,1 0 0,-1 0 0,1-1 0,-1 1 0,1 0 0,-1 0 0,1 0 0,-1-1 0,0 0 0,-7-15 0,2-26 0,6 37 0,-2-24 0,2 0 0,1 0 0,5-37 0,-4 53 0,1-1 0,1 1 0,0 0 0,1 0 0,0 0 0,1 1 0,1-1 0,0 2 0,9-14 0,-3 9 0,2 0 0,0 1 0,0 0 0,1 2 0,1 0 0,0 0 0,1 2 0,0 0 0,1 1 0,0 1 0,30-10 0,-13 8 0,1 1 0,0 2 0,1 1 0,0 2 0,60 0 0,-5 4 0,169 20 0,-232-14 0,0 1 0,0 1 0,-1 2 0,0 1 0,-1 1 0,0 2 0,-1 0 0,0 2 0,40 29 0,-23-9 0,-1 2 0,-3 2 0,0 1 0,-3 3 0,41 59 0,-76-99-170,1 1-1,-1 0 0,0 0 1,0 0-1,0 0 0,-1 0 1,2 6-1,-2 0-6655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07.700"/>
    </inkml:context>
    <inkml:brush xml:id="br0">
      <inkml:brushProperty name="width" value="0.05" units="cm"/>
      <inkml:brushProperty name="height" value="0.05" units="cm"/>
    </inkml:brush>
  </inkml:definitions>
  <inkml:trace contextRef="#ctx0" brushRef="#br0">1 319 24575,'0'-16'0,"0"0"0,1 0 0,4-19 0,-3 28 0,0 0 0,0 1 0,1 0 0,0-1 0,0 1 0,0 0 0,1 0 0,0 1 0,0-1 0,6-6 0,3-1 0,1 1 0,1 0 0,0 1 0,0 0 0,1 1 0,0 1 0,35-14 0,-19 11 0,1 2 0,1 0 0,47-6 0,-28 10 0,1 2 0,-1 2 0,1 2 0,102 15 0,-134-11 0,-1 2 0,1 0 0,-2 1 0,1 1 0,-1 1 0,0 1 0,-1 0 0,30 23 0,-35-23 0,-1 1 0,0 0 0,-1 1 0,0 1 0,-1-1 0,0 2 0,-1 0 0,0 0 0,-1 1 0,-1 0 0,10 26 0,-15-32 0,-1 1 0,0-1 0,0 1 0,0 9 0,-2-15 0,1 0 0,-1-1 0,0 1 0,-1 0 0,1-1 0,-1 1 0,1 0 0,-1-1 0,0 1 0,0-1 0,-1 0 0,1 1 0,-3 4 0,2-7-91,1 0 0,-1 0 0,1 1 0,0-1 0,-1 0 0,0 0 0,1 0 0,-1 0 0,0-1 0,1 1 0,-1 0 0,0-1 0,0 1 0,-2-1 0,-14 3-6735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08.147"/>
    </inkml:context>
    <inkml:brush xml:id="br0">
      <inkml:brushProperty name="width" value="0.05" units="cm"/>
      <inkml:brushProperty name="height" value="0.05" units="cm"/>
    </inkml:brush>
  </inkml:definitions>
  <inkml:trace contextRef="#ctx0" brushRef="#br0">1 4 24575,'134'-2'0,"-10"0"0,177 19 0,-273-13 0,0 1 0,0 2 0,-1 1 0,40 16 0,-56-19 0,-1 0 0,1 1 0,-1 0 0,1 1 0,-2 0 0,1 0 0,-1 1 0,0 0 0,-1 1 0,0 0 0,0 1 0,-1-1 0,6 12 0,-9-12-115,-1 1 0,0 0 0,0 0 0,-1 0 0,0 0 1,-1 0-1,0 0 0,-1 1 0,0-1 0,-2 15 0,2-24 14,-1 24-6725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08.899"/>
    </inkml:context>
    <inkml:brush xml:id="br0">
      <inkml:brushProperty name="width" value="0.05" units="cm"/>
      <inkml:brushProperty name="height" value="0.05" units="cm"/>
    </inkml:brush>
  </inkml:definitions>
  <inkml:trace contextRef="#ctx0" brushRef="#br0">0 0 24575,'15'1'0,"-1"1"0,1 1 0,-1 0 0,0 1 0,0 0 0,-1 1 0,1 1 0,16 9 0,-15-7 0,1-1 0,-1-1 0,2 0 0,-1-1 0,28 5 0,-37-9 43,0 0 0,0-1-1,0 0 1,0 0 0,0-1-1,0 0 1,8-1 0,-12 1-133,0-1 0,-1 1 0,1 0 0,0 0 0,-1-1 1,1 0-1,-1 1 0,1-1 0,-1 0 0,0 0 1,0-1-1,0 1 0,0 0 0,0-1 0,-1 1 0,1-1 1,-1 1-1,3-6 0,2-8-6736</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09.483"/>
    </inkml:context>
    <inkml:brush xml:id="br0">
      <inkml:brushProperty name="width" value="0.05" units="cm"/>
      <inkml:brushProperty name="height" value="0.05" units="cm"/>
    </inkml:brush>
  </inkml:definitions>
  <inkml:trace contextRef="#ctx0" brushRef="#br0">0 0 24575,'0'0'-8191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09.859"/>
    </inkml:context>
    <inkml:brush xml:id="br0">
      <inkml:brushProperty name="width" value="0.05" units="cm"/>
      <inkml:brushProperty name="height" value="0.05" units="cm"/>
    </inkml:brush>
  </inkml:definitions>
  <inkml:trace contextRef="#ctx0" brushRef="#br0">0 0 24575,'3'0'0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11.645"/>
    </inkml:context>
    <inkml:brush xml:id="br0">
      <inkml:brushProperty name="width" value="0.05" units="cm"/>
      <inkml:brushProperty name="height" value="0.05" units="cm"/>
    </inkml:brush>
  </inkml:definitions>
  <inkml:trace contextRef="#ctx0" brushRef="#br0">192 67 24575,'1'1'0,"0"0"0,-1 0 0,1 0 0,0 0 0,-1 0 0,1 0 0,-1 1 0,1-1 0,-1 0 0,0 0 0,0 1 0,1-1 0,-1 0 0,0 1 0,0-1 0,0 0 0,0 0 0,-1 3 0,-6 26 0,6-25 0,-47 130 0,22-65 0,-61 117 0,77-173 0,8-11 0,0-1 0,1 1 0,-1-1 0,0 1 0,1 0 0,-1-1 0,1 1 0,0 0 0,0 0 0,0 0 0,0 0 0,0 0 0,0 5 0,2-7 0,0 0 0,1 0 0,-1 0 0,0-1 0,0 1 0,0 0 0,0-1 0,1 1 0,-1 0 0,0-1 0,1 0 0,-1 1 0,0-1 0,1 0 0,-1 0 0,1 1 0,-1-1 0,0 0 0,1 0 0,1-1 0,4 1 0,280 2 0,-220-4 0,-55 2 0,37 0 0,-1-3 0,1-1 0,52-12 0,-97 15 0,1-1 0,0 1 0,0-1 0,-1 0 0,1-1 0,-1 1 0,0-1 0,0 0 0,0 0 0,0 0 0,0 0 0,6-8 0,-9 9 0,1 0 0,-1 0 0,0 0 0,0 0 0,0 0 0,0 0 0,0 0 0,-1 0 0,1 0 0,0-1 0,-1 1 0,0 0 0,0 0 0,1-1 0,-1 1 0,0 0 0,-1 0 0,1-1 0,0 1 0,-1 0 0,1 0 0,-1-1 0,0 1 0,0 0 0,0 0 0,0 0 0,0 0 0,0 0 0,-2-2 0,-22-29 0,17 24 0,0-1 0,0 0 0,1-1 0,1 1 0,0-1 0,0-1 0,1 1 0,-7-24 0,8 5 0,0 1 0,2-1 0,2-37 0,-2-39 0,-3 80-1365,0 8-5461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0:13.025"/>
    </inkml:context>
    <inkml:brush xml:id="br0">
      <inkml:brushProperty name="width" value="0.05" units="cm"/>
      <inkml:brushProperty name="height" value="0.05" units="cm"/>
    </inkml:brush>
  </inkml:definitions>
  <inkml:trace contextRef="#ctx0" brushRef="#br0">141 24 24575,'-1'12'0,"0"0"0,-2 0 0,0 0 0,0 0 0,-1 0 0,0-1 0,-1 1 0,-9 16 0,-5 12 0,-2 6 0,9-22 0,2 1 0,0 1 0,1 0 0,1 0 0,-5 35 0,13-60 0,0 0 0,0 1 0,0-1 0,0 0 0,0 1 0,0-1 0,0 0 0,1 0 0,-1 1 0,0-1 0,1 0 0,-1 0 0,1 0 0,-1 0 0,1 1 0,0-1 0,-1 0 0,1 0 0,0 0 0,0 0 0,-1 0 0,1 0 0,0-1 0,0 1 0,0 0 0,0 0 0,1-1 0,-1 1 0,0 0 0,0-1 0,0 0 0,3 2 0,3-1 0,1 1 0,-1-1 0,1 0 0,12-1 0,-6 0 0,377 1 0,-224-3 0,-150 2 0,-13 1 0,0 0 0,1-1 0,-1 0 0,0 0 0,1 0 0,-1-1 0,0 0 0,0 1 0,0-2 0,1 1 0,-1 0 0,7-4 0,-11 4 0,1 1 0,-1-1 0,1 0 0,-1 1 0,1-1 0,-1 0 0,1 0 0,-1 0 0,0 1 0,0-1 0,1 0 0,-1 0 0,0 0 0,0 0 0,0 0 0,0 1 0,0-1 0,0 0 0,0 0 0,0 0 0,0 0 0,-1-1 0,-7-23 0,4 13 0,-15-62 0,-21-65 0,33 118 0,-2 1 0,0 0 0,-2 1 0,-20-31 0,5 16-1365,14 19-5461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20.857"/>
    </inkml:context>
    <inkml:brush xml:id="br0">
      <inkml:brushProperty name="width" value="0.05" units="cm"/>
      <inkml:brushProperty name="height" value="0.05" units="cm"/>
    </inkml:brush>
  </inkml:definitions>
  <inkml:trace contextRef="#ctx0" brushRef="#br0">1599 597 24575,'14'-218'0,"-13"162"0,-3-148 0,1 191 0,-1-1 0,-6-24 0,8 36 0,-1-1 0,0 0 0,0 1 0,0-1 0,0 1 0,0-1 0,0 1 0,-1-1 0,1 1 0,-1 0 0,0-1 0,0 1 0,0 0 0,0 0 0,0 1 0,0-1 0,0 0 0,0 1 0,-1-1 0,-4-1 0,-7 0 0,0 1 0,1 1 0,-1 1 0,-26 1 0,9 1 0,-210 11 0,30-1 0,-273-8 0,56-1 0,424-3 0,-1 0 0,1 0 0,-1 1 0,1-1 0,-1 1 0,1 0 0,0 1 0,-1-1 0,-5 3 0,8-2 0,1-1 0,-1 0 0,0 1 0,1-1 0,-1 1 0,1-1 0,0 1 0,0-1 0,-1 1 0,1 0 0,0 0 0,0 0 0,1 0 0,-1-1 0,0 1 0,1 0 0,-1 1 0,1-1 0,-1 0 0,1 0 0,0 3 0,-1 33 0,7 66 0,0-19 0,-4 244 140,-3-187-1645,1-126-5321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21.599"/>
    </inkml:context>
    <inkml:brush xml:id="br0">
      <inkml:brushProperty name="width" value="0.05" units="cm"/>
      <inkml:brushProperty name="height" value="0.05" units="cm"/>
    </inkml:brush>
  </inkml:definitions>
  <inkml:trace contextRef="#ctx0" brushRef="#br0">1 0 24575,'40'42'0,"43"55"0,-56-63 0,-24-31 0,-1 1 0,2-1 0,-1 0 0,0 1 0,1-1 0,-1-1 0,1 1 0,0-1 0,0 1 0,0-1 0,0 0 0,0-1 0,0 1 0,6 1 0,-6-3 0,0 1 0,0-1 0,0 0 0,0 0 0,0-1 0,0 1 0,0-1 0,0 0 0,0 0 0,0 0 0,-1-1 0,1 1 0,0-1 0,-1 0 0,1 0 0,3-3 0,-3 2-151,0 0-1,-1 0 0,1 0 0,-1 0 1,0-1-1,0 1 0,0-1 1,3-5-1,3-9-6674</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24.436"/>
    </inkml:context>
    <inkml:brush xml:id="br0">
      <inkml:brushProperty name="width" value="0.05" units="cm"/>
      <inkml:brushProperty name="height" value="0.05" units="cm"/>
    </inkml:brush>
  </inkml:definitions>
  <inkml:trace contextRef="#ctx0" brushRef="#br0">329 1 24575,'-67'-1'0,"-72"3"0,134-2 0,0 0 0,0 1 0,0 0 0,0 1 0,0-1 0,0 1 0,0 0 0,0 0 0,1 0 0,-1 0 0,1 1 0,0 0 0,0 0 0,0 0 0,0 1 0,0-1 0,1 1 0,-1 0 0,1 0 0,0 0 0,0 0 0,0 1 0,1-1 0,0 1 0,0-1 0,-3 10 0,1-1 0,1 1 0,0 0 0,1 0 0,1 0 0,0 0 0,1 0 0,0 0 0,4 23 0,-4-34 0,1 1 0,-1 0 0,1-1 0,0 0 0,0 1 0,0-1 0,1 0 0,-1 1 0,1-1 0,0 0 0,0 0 0,0 0 0,0 0 0,0-1 0,0 1 0,1 0 0,0-1 0,4 3 0,-2-2 0,0 0 0,1-1 0,0 0 0,-1 0 0,1-1 0,0 0 0,0 0 0,0 0 0,0 0 0,8-1 0,7 0 0,-7 1 0,0 0 0,0-2 0,23-3 0,-34 4 0,0-1 0,0 0 0,1 0 0,-1 0 0,0 0 0,0 0 0,0-1 0,0 0 0,0 1 0,0-1 0,-1 0 0,1 0 0,0-1 0,-1 1 0,0 0 0,0-1 0,1 0 0,-2 1 0,1-1 0,2-4 0,8-14 0,-12 21 0,0 0 0,0 0 0,0 0 0,0 0 0,0 0 0,1 0 0,-1 0 0,0 0 0,0-1 0,0 1 0,0 0 0,0 0 0,0 0 0,0 0 0,0 0 0,1 0 0,-1 0 0,0 0 0,0 0 0,0 0 0,0 0 0,0 0 0,0 0 0,0 0 0,1 0 0,-1 0 0,0 0 0,0 0 0,0 0 0,0 0 0,0 0 0,0 0 0,0 0 0,0 0 0,1 0 0,-1 1 0,0-1 0,0 0 0,0 0 0,0 0 0,0 0 0,0 0 0,0 0 0,0 0 0,0 0 0,0 0 0,0 0 0,0 1 0,0-1 0,1 0 0,1 15 0,-2 236 0,-1-103 0,1-146 0,0 0 0,0 1 0,0-1 0,-1 0 0,1 0 0,0 0 0,-1 1 0,0-1 0,1 0 0,-1 0 0,0 0 0,0 0 0,0 0 0,0 0 0,-1 0 0,1-1 0,-3 4 0,1-3 0,1 0 0,-1-1 0,1 1 0,-1-1 0,0 0 0,0 1 0,0-1 0,0-1 0,0 1 0,0 0 0,0-1 0,-5 1 0,-1 0 0,4-1 0,-1 0 0,1 1 0,0 0 0,-1 0 0,-8 3 0,12-3 0,1 0 0,-1 0 0,1 0 0,-1 0 0,1 0 0,0 0 0,-1 0 0,1 0 0,0 0 0,0 1 0,0-1 0,0 0 0,0 1 0,0-1 0,1 1 0,-1-1 0,0 1 0,1-1 0,-1 1 0,1 0 0,0-1 0,-1 1 0,1 3 0,-1-2 0,1 0 0,0 1 0,0-1 0,0 0 0,0 1 0,1-1 0,-1 0 0,1 1 0,0-1 0,0 0 0,0 1 0,0-1 0,0 0 0,1 0 0,0 0 0,-1 0 0,4 2 0,-2-2 0,0 0 0,0 0 0,1 0 0,-1 0 0,1-1 0,0 0 0,-1 0 0,1 0 0,0 0 0,0 0 0,8 1 0,8 1 0,-1-2 0,2 0 0,-1-1 0,33-2 0,-36 0 0,7 1 0,28-3 0,-48 2 0,0 1 0,0-1 0,-1-1 0,1 1 0,-1-1 0,1 1 0,-1-1 0,0 0 0,0 0 0,0 0 0,5-5 0,-3 3 0,-1-1 0,0 1 0,0-1 0,0 0 0,-1 0 0,0 0 0,0-1 0,0 1 0,0-1 0,-1 1 0,0-1 0,-1 0 0,1 0 0,-1 0 0,0 0 0,0 0 0,-1 0 0,0 0 0,0-10 0,-2-562 0,2 574 0,0-1 0,0 1 0,-1 0 0,1-1 0,-1 1 0,0 0 0,0 0 0,0 0 0,-1-1 0,1 1 0,-1 0 0,0 1 0,-3-5 0,2 5 0,1 0 0,-1 1 0,0-1 0,0 1 0,0 0 0,0 0 0,0 0 0,-1 0 0,1 0 0,0 1 0,-1 0 0,0-1 0,1 1 0,-1 1 0,-5-2 0,-2 0-273,-1 1 0,1 0 0,0 1 0,-17 1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25.049"/>
    </inkml:context>
    <inkml:brush xml:id="br0">
      <inkml:brushProperty name="width" value="0.05" units="cm"/>
      <inkml:brushProperty name="height" value="0.05" units="cm"/>
    </inkml:brush>
  </inkml:definitions>
  <inkml:trace contextRef="#ctx0" brushRef="#br0">1 0 24575,'0'0'0,"0"0"0,1 0 0,-1 1 0,1-1 0,-1 0 0,0 0 0,1 0 0,-1 1 0,1-1 0,-1 0 0,0 0 0,1 1 0,-1-1 0,0 0 0,0 1 0,1-1 0,-1 0 0,0 1 0,0-1 0,1 0 0,-1 1 0,0-1 0,0 1 0,0-1 0,0 1 0,0-1 0,1 0 0,-1 1 0,2 16 0,-2-14 0,5 320 145,-7-182-1655,2-123-5316</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47.276"/>
    </inkml:context>
    <inkml:brush xml:id="br0">
      <inkml:brushProperty name="width" value="0.05" units="cm"/>
      <inkml:brushProperty name="height" value="0.05" units="cm"/>
    </inkml:brush>
  </inkml:definitions>
  <inkml:trace contextRef="#ctx0" brushRef="#br0">19 16 24575,'0'-1'0,"0"0"0,0 1 0,1-1 0,-1 1 0,0-1 0,1 1 0,-1-1 0,0 1 0,0 0 0,1-1 0,-1 1 0,1-1 0,-1 1 0,1 0 0,-1-1 0,0 1 0,1 0 0,-1-1 0,1 1 0,-1 0 0,1 0 0,-1 0 0,1-1 0,0 1 0,-1 0 0,1 0 0,-1 0 0,1 0 0,19-2 0,-16 1 0,254-2 0,-141 5 0,-113-2 0,3 0 0,-1 0 0,0 0 0,0 0 0,0 1 0,1 0 0,-1 0 0,7 3 0,-12-3 0,1 0 0,0 0 0,0 0 0,0 1 0,-1-1 0,1 1 0,-1-1 0,1 1 0,-1-1 0,1 1 0,-1 0 0,0 0 0,0 0 0,0 0 0,0 0 0,0 0 0,0 0 0,-1 0 0,1 0 0,-1 0 0,1 0 0,-1 0 0,0 0 0,0 5 0,0 30 0,-1 1 0,-7 38 0,1 3 0,1 135 0,6-212 0,0 0 0,0 0 0,0-1 0,0 1 0,0 0 0,-1 0 0,1 0 0,-1 0 0,1 0 0,-1-1 0,1 1 0,-1 0 0,0 0 0,0-1 0,0 1 0,0 0 0,0-1 0,0 1 0,0-1 0,-1 0 0,1 1 0,0-1 0,-3 2 0,1-2 0,0 0 0,-1 1 0,1-1 0,-1-1 0,1 1 0,-1 0 0,0-1 0,1 0 0,-1 1 0,1-2 0,-7 1 0,-28-6 0,-1-1 0,1-1 0,-55-21 0,-58-13 0,96 34-1365,41 6-5461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48.150"/>
    </inkml:context>
    <inkml:brush xml:id="br0">
      <inkml:brushProperty name="width" value="0.05" units="cm"/>
      <inkml:brushProperty name="height" value="0.05" units="cm"/>
    </inkml:brush>
  </inkml:definitions>
  <inkml:trace contextRef="#ctx0" brushRef="#br0">2 51 24575,'0'25'0,"-1"8"0,1-1 0,2 1 0,12 59 0,-13-90 0,0 1 0,0-1 0,0 1 0,0-1 0,0 0 0,1 1 0,-1-1 0,1 0 0,0 0 0,-1 0 0,1 0 0,0 0 0,0-1 0,0 1 0,1-1 0,-1 1 0,0-1 0,1 0 0,-1 0 0,0 0 0,1 0 0,-1 0 0,1 0 0,0-1 0,-1 1 0,1-1 0,4 1 0,7-1 0,-1 0 0,1-1 0,-1 0 0,16-4 0,-23 4 0,0 0 0,-1-1 0,1 1 0,0-1 0,-1 0 0,0-1 0,1 1 0,-1-1 0,0 0 0,7-6 0,-9 6 0,0 0 0,0 0 0,0-1 0,-1 0 0,1 1 0,-1-1 0,0 0 0,0 0 0,0 0 0,0 0 0,-1-1 0,1 1 0,-1 0 0,1-6 0,3-22 0,-2 0 0,-1-1 0,-3-60 0,-1 81-1365,-1 3-5461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2:50.666"/>
    </inkml:context>
    <inkml:brush xml:id="br0">
      <inkml:brushProperty name="width" value="0.05" units="cm"/>
      <inkml:brushProperty name="height" value="0.05" units="cm"/>
    </inkml:brush>
  </inkml:definitions>
  <inkml:trace contextRef="#ctx0" brushRef="#br0">73 259 24575,'-1'15'0,"-1"0"0,-1 0 0,0 0 0,-10 27 0,0 4 0,5-4 0,-5 72 0,-1 13 0,15-138 0,-1 0 0,1 0 0,-3-17 0,0-5 0,1-75 0,1-81 0,3 148 0,0 1 0,16-63 0,-17 93 0,1 0 0,0 0 0,1 1 0,0-1 0,10-16 0,-12 23 0,0 0 0,0 0 0,0 0 0,1 1 0,-1-1 0,1 1 0,0-1 0,0 1 0,0 0 0,0 0 0,0 1 0,0-1 0,0 1 0,1-1 0,-1 1 0,1 0 0,-1 0 0,1 0 0,-1 1 0,4-1 0,2 0 0,0 1 0,1 0 0,-1 1 0,0 0 0,0 0 0,-1 1 0,1 0 0,0 1 0,11 4 0,-16-5 0,0 0 0,0 0 0,0 1 0,-1 0 0,1 0 0,0 0 0,-1 0 0,0 0 0,0 1 0,0-1 0,0 1 0,0 0 0,-1 0 0,0 0 0,0 0 0,0 1 0,0-1 0,-1 0 0,3 10 0,-2-6 0,-1 1 0,0-1 0,0 1 0,-1-1 0,0 1 0,0-1 0,-1 1 0,0-1 0,-1 1 0,0-1 0,0 0 0,0 0 0,-1 0 0,-1 0 0,-5 10 0,4-9 0,-1-1 0,-1 0 0,1 0 0,-1-1 0,-1 1 0,1-2 0,-1 1 0,0-1 0,-1 0 0,1-1 0,-1 0 0,-15 6 0,22-10 0,-1 0 0,1 0 0,-1 0 0,0 0 0,1 1 0,-1-1 0,1 1 0,-1 0 0,-3 3 0,5-4 0,1 0 0,-1 0 0,1 0 0,0 0 0,0 0 0,-1 0 0,1 1 0,0-1 0,0 0 0,0 0 0,0 0 0,0 0 0,0 0 0,1 0 0,-1 0 0,0 0 0,0 0 0,1 0 0,-1 0 0,1 0 0,-1 0 0,1 0 0,-1 0 0,1 0 0,-1 0 0,3 1 0,4 10 0,-1 0 0,0 0 0,-1 1 0,0 0 0,4 19 0,9 69 0,-14-72 0,-4-25 0,1 0 0,0 0 0,0 0 0,1 0 0,-1-1 0,1 1 0,0 0 0,0-1 0,0 1 0,0-1 0,1 0 0,-1 0 0,1 0 0,4 3 0,-6-4 0,1-1 0,0 0 0,-1 1 0,1-1 0,0 0 0,0-1 0,0 1 0,0 0 0,0 0 0,0-1 0,0 1 0,0-1 0,0 0 0,1 1 0,-1-1 0,0 0 0,0 0 0,0-1 0,0 1 0,0 0 0,0-1 0,0 1 0,0-1 0,0 0 0,0 1 0,0-1 0,0 0 0,0 0 0,3-3 0,2-2-136,-1 0-1,0 0 1,0-1-1,0 0 1,-1 0-1,0 0 1,-1-1-1,1 1 0,2-10 1,3-2-6690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05.709"/>
    </inkml:context>
    <inkml:brush xml:id="br0">
      <inkml:brushProperty name="width" value="0.05" units="cm"/>
      <inkml:brushProperty name="height" value="0.05" units="cm"/>
    </inkml:brush>
  </inkml:definitions>
  <inkml:trace contextRef="#ctx0" brushRef="#br0">0 1 24575,'404'0'0,"-402"-1"0,0 1 0,0 0 0,0 0 0,1 0 0,-1 1 0,0-1 0,0 0 0,0 1 0,0-1 0,0 1 0,0 0 0,0 0 0,0 0 0,0 0 0,0 0 0,0 0 0,0 0 0,2 3 0,-3-2 0,1 1 0,-1-1 0,0 1 0,0 0 0,0 0 0,0-1 0,-1 1 0,1 0 0,-1 0 0,1 0 0,-1 0 0,0 0 0,-1 4 0,-4 323 0,2-316 0,2-14 0,1 1 0,0-1 0,0 0 0,-1 0 0,1 0 0,0 0 0,-1 1 0,1-1 0,0 0 0,0 0 0,-1 0 0,1 0 0,0 0 0,-1 0 0,1 0 0,0 0 0,-1 0 0,1 0 0,0 0 0,-1 0 0,1 0 0,0 0 0,-1 0 0,1 0 0,0 0 0,-1-1 0,-23-16 0,13 7 0,3 5 0,-1 0 0,0 0 0,-1 0 0,1 1 0,-1 1 0,0 0 0,0 0 0,0 1 0,-15-2 0,2 2 0,-1 1 0,-47 5 0,55-1 342,15-3-394,1 0 0,-1 0 0,1 0 1,-1 0-1,1 1 0,0-1 1,-1 0-1,1 0 0,-1 1 0,1-1 1,0 0-1,-1 0 0,1 1 1,0-1-1,-1 0 0,1 1 0,0-1 1,0 0-1,-1 1 0,1-1 1,0 1-1,0-1 0,0 0 0,0 1 1,-1-1-1,1 1 0,0-1 1,0 1-1,0-1 0,0 1 0,0-1 1,0 1-1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06.637"/>
    </inkml:context>
    <inkml:brush xml:id="br0">
      <inkml:brushProperty name="width" value="0.05" units="cm"/>
      <inkml:brushProperty name="height" value="0.05" units="cm"/>
    </inkml:brush>
  </inkml:definitions>
  <inkml:trace contextRef="#ctx0" brushRef="#br0">0 14 24575,'0'13'0,"1"0"0,0 0 0,0 0 0,1 0 0,1-1 0,0 1 0,1-1 0,6 15 0,-7-21 0,0-1 0,0 1 0,1-1 0,-1 0 0,1 0 0,0-1 0,0 1 0,1-1 0,0 0 0,-1 0 0,1 0 0,1-1 0,-1 0 0,0 0 0,1 0 0,-1 0 0,1-1 0,0 0 0,8 1 0,-11-2 0,1 0 0,-1 0 0,1-1 0,-1 1 0,1-1 0,-1 0 0,1 0 0,-1 0 0,1-1 0,-1 1 0,0-1 0,1 0 0,-1 0 0,0 0 0,1 0 0,-1 0 0,4-4 0,-2 2 0,-1 0 0,-1-1 0,1 0 0,0 0 0,-1 0 0,0-1 0,0 1 0,0-1 0,-1 1 0,4-9 0,36-91 0,-39 97-341,0 0 0,0 0-1,2-13 1,-3 5-6485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07.170"/>
    </inkml:context>
    <inkml:brush xml:id="br0">
      <inkml:brushProperty name="width" value="0.05" units="cm"/>
      <inkml:brushProperty name="height" value="0.05" units="cm"/>
    </inkml:brush>
  </inkml:definitions>
  <inkml:trace contextRef="#ctx0" brushRef="#br0">0 1 24575,'0'331'0,"3"-302"-1365,0-19-5461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07.571"/>
    </inkml:context>
    <inkml:brush xml:id="br0">
      <inkml:brushProperty name="width" value="0.05" units="cm"/>
      <inkml:brushProperty name="height" value="0.05" units="cm"/>
    </inkml:brush>
  </inkml:definitions>
  <inkml:trace contextRef="#ctx0" brushRef="#br0">0 1 24575,'0'2'0,"0"4"0,0 2 0,0 4 0,0 0 0,0 4 0,0 2 0,0-3-8191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07.885"/>
    </inkml:context>
    <inkml:brush xml:id="br0">
      <inkml:brushProperty name="width" value="0.05" units="cm"/>
      <inkml:brushProperty name="height" value="0.05" units="cm"/>
    </inkml:brush>
  </inkml:definitions>
  <inkml:trace contextRef="#ctx0" brushRef="#br0">0 3 24575,'3'-2'0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09.036"/>
    </inkml:context>
    <inkml:brush xml:id="br0">
      <inkml:brushProperty name="width" value="0.05" units="cm"/>
      <inkml:brushProperty name="height" value="0.05" units="cm"/>
    </inkml:brush>
  </inkml:definitions>
  <inkml:trace contextRef="#ctx0" brushRef="#br0">19 96 24575,'35'1'0,"-24"0"0,1 0 0,0-1 0,0-1 0,-1 0 0,17-3 0,-26 3 0,-1 0 0,1 0 0,-1 0 0,1 0 0,-1 0 0,1-1 0,-1 1 0,0 0 0,1-1 0,-1 1 0,0-1 0,0 1 0,0-1 0,0 1 0,0-1 0,-1 0 0,1 0 0,0 1 0,-1-1 0,1 0 0,-1 0 0,0 0 0,0 0 0,1 1 0,-1-1 0,-1-2 0,2 2 0,-1 0 0,0 0 0,0 0 0,-1 0 0,1 0 0,0 0 0,-1 0 0,1 0 0,-1 0 0,1 0 0,-1 0 0,0 0 0,0 0 0,0 1 0,0-1 0,0 0 0,0 1 0,-1-1 0,1 1 0,0-1 0,-1 1 0,1 0 0,-1-1 0,-2 0 0,0 1 0,-1 0 0,1 0 0,0 0 0,-1 1 0,1 0 0,-1 0 0,1 0 0,-1 0 0,1 1 0,0 0 0,-1 0 0,1 0 0,0 0 0,0 1 0,-1-1 0,1 1 0,-5 4 0,5-4 0,0 0 0,0 1 0,0-1 0,0 1 0,1 0 0,-1 0 0,1 0 0,-1 1 0,1 0 0,1-1 0,-1 1 0,0 0 0,1 0 0,0 0 0,0 0 0,-2 7 0,2 0 0,1 1 0,0-1 0,1 1 0,3 21 0,-1 2 0,-2-32 0,0-1 0,0 1 0,1-1 0,-1 1 0,1-1 0,-1 0 0,1 1 0,0-1 0,0 0 0,0 0 0,0 1 0,0-1 0,0 0 0,1 0 0,-1 0 0,0 0 0,1-1 0,0 1 0,0 0 0,-1-1 0,1 1 0,3 1 0,-1-1 0,-1-1 0,0 1 0,1-1 0,-1 0 0,1 0 0,0-1 0,-1 1 0,1-1 0,0 0 0,0 0 0,-1 0 0,1 0 0,0 0 0,5-2 0,9-4-1365,-2-1-5461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15.287"/>
    </inkml:context>
    <inkml:brush xml:id="br0">
      <inkml:brushProperty name="width" value="0.05" units="cm"/>
      <inkml:brushProperty name="height" value="0.05" units="cm"/>
    </inkml:brush>
  </inkml:definitions>
  <inkml:trace contextRef="#ctx0" brushRef="#br0">1 99 24575,'0'-1'0,"0"0"0,0 0 0,1 0 0,-1 0 0,0 1 0,1-1 0,-1 0 0,1 0 0,-1 0 0,1 0 0,-1 0 0,1 1 0,0-1 0,-1 0 0,1 0 0,0 1 0,0-1 0,0 0 0,-1 1 0,1-1 0,2 0 0,20-9 0,5 3 0,0 1 0,0 1 0,30-1 0,3-1 0,9-3 0,22-3 0,120-3 0,-206 16 0,-1 0 0,0 0 0,1 0 0,-1 1 0,1 0 0,4 2 0,-8-3 0,-1 1 0,0 0 0,1-1 0,-1 1 0,0 0 0,1 0 0,-1 0 0,0 0 0,0 0 0,0 0 0,0 0 0,0 0 0,0 1 0,0-1 0,0 0 0,0 1 0,-1-1 0,1 0 0,0 1 0,-1-1 0,1 1 0,-1-1 0,0 1 0,1 2 0,0 14 0,-1 1 0,-1-1 0,0 0 0,-1 1 0,-1-1 0,-8 26 0,5-18 0,-7 55 0,11 26 0,2-105 0,-1 0 0,1 0 0,-1-1 0,1 1 0,-1 0 0,0 0 0,0-1 0,0 1 0,0-1 0,0 1 0,0-1 0,0 1 0,0-1 0,-1 0 0,1 0 0,0 1 0,-1-1 0,1 0 0,-1 0 0,1 0 0,-1 0 0,0-1 0,1 1 0,-1 0 0,0-1 0,0 1 0,1-1 0,-1 0 0,0 1 0,0-1 0,-3 0 0,-7 0 0,0 0 0,0-1 0,-19-3 0,22 3 0,-335-52 0,330 50 342,24 2-2049,6 2-5119</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16.065"/>
    </inkml:context>
    <inkml:brush xml:id="br0">
      <inkml:brushProperty name="width" value="0.05" units="cm"/>
      <inkml:brushProperty name="height" value="0.05" units="cm"/>
    </inkml:brush>
  </inkml:definitions>
  <inkml:trace contextRef="#ctx0" brushRef="#br0">107 4 24575,'-1'2'0,"0"0"0,0-1 0,0 1 0,0 0 0,0-1 0,0 1 0,-1-1 0,1 1 0,0-1 0,-1 1 0,1-1 0,-1 0 0,-1 1 0,-4 4 0,0 0 0,-3 4 0,0 0 0,0 0 0,1 1 0,-16 23 0,24-32 0,0 0 0,0 0 0,0 0 0,0 0 0,0 0 0,0 0 0,1 0 0,-1 0 0,1 0 0,-1 1 0,1-1 0,0 0 0,0 0 0,0 0 0,0 1 0,0-1 0,0 0 0,1 0 0,-1 0 0,1 1 0,0-1 0,-1 0 0,1 0 0,0 0 0,0 0 0,0 0 0,0 0 0,1 0 0,-1-1 0,1 1 0,-1 0 0,1-1 0,-1 1 0,1-1 0,0 0 0,0 1 0,0-1 0,-1 0 0,1 0 0,3 1 0,2 1 0,0 0 0,1-1 0,-1 0 0,1 0 0,-1-1 0,1 1 0,0-2 0,12 1 0,63-6 0,-81 5 0,0-1 0,0 1 0,0-1 0,0 1 0,0-1 0,0 0 0,-1 0 0,1 1 0,0-1 0,0-1 0,-1 1 0,1 0 0,-1 0 0,1 0 0,-1-1 0,1 1 0,-1-1 0,0 1 0,0-1 0,0 0 0,0 1 0,0-1 0,0 0 0,0 0 0,0 0 0,-1 0 0,1 0 0,-1 0 0,1 0 0,-1 1 0,0-5 0,1-7 0,0-1 0,-1 1 0,-3-22 0,2 14 0,1 18 0,0 1 0,-1-1 0,1 1 0,0-1 0,-1 1 0,1-1 0,-1 1 0,0-1 0,0 1 0,0 0 0,0-1 0,0 1 0,-1 0 0,1 0 0,0 0 0,-1 0 0,-2-2 0,1 2 0,1 0 0,-1 0 0,0 1 0,0 0 0,0-1 0,0 1 0,0 0 0,-1 0 0,1 1 0,0-1 0,0 1 0,-1-1 0,-3 1 0,-6 0 0,0 0 0,0 1 0,0 0 0,0 1 0,0 1 0,0 0 0,1 0 0,-20 9 0,31-11-37,0-1 0,1 0 1,-1 1-1,0-1 0,1 0 0,-1 1 0,1-1 0,-1 1 0,0-1 0,1 1 0,-1-1 0,1 1 1,0 0-1,-1-1 0,1 1 0,-1-1 0,1 1 0,0 0 0,-1-1 0,1 1 0,0 0 0,0 0 1,0-1-1,-1 1 0,1 0 0,0 0 0,0-1 0,0 1 0,0 0 0,0 0 0,1-1 0,-1 1 1,0 0-1,0-1 0,0 1 0,1 1 0,5 11-6789</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17.099"/>
    </inkml:context>
    <inkml:brush xml:id="br0">
      <inkml:brushProperty name="width" value="0.05" units="cm"/>
      <inkml:brushProperty name="height" value="0.05" units="cm"/>
    </inkml:brush>
  </inkml:definitions>
  <inkml:trace contextRef="#ctx0" brushRef="#br0">2 1 24575,'0'321'0,"0"-321"0,0 1 0,-1-1 0,1 0 0,0 0 0,0 0 0,0 0 0,0 0 0,0 1 0,0-1 0,0 0 0,0 0 0,0 0 0,0 0 0,0 0 0,0 1 0,0-1 0,0 0 0,0 0 0,0 0 0,0 0 0,0 0 0,0 1 0,0-1 0,0 0 0,0 0 0,0 0 0,0 0 0,1 0 0,-1 1 0,0-1 0,0 0 0,0 0 0,0 0 0,0 0 0,0 0 0,0 0 0,0 0 0,1 0 0,-1 1 0,0-1 0,0 0 0,0 0 0,0 0 0,0 0 0,1 0 0,-1 0 0,0 0 0,0 0 0,0 0 0,0 0 0,1 0 0,6-8 0,5-18 0,3-19 0,4-13 0,-17 53 0,0 0 0,1 0 0,0 0 0,-1 1 0,2-1 0,-1 1 0,0 0 0,6-6 0,-7 8 0,0 1 0,-1-1 0,1 1 0,0-1 0,0 1 0,-1 0 0,1 0 0,0 0 0,0 0 0,0 0 0,1 0 0,-1 0 0,0 1 0,0-1 0,0 1 0,1 0 0,-1-1 0,0 1 0,0 0 0,1 0 0,-1 1 0,0-1 0,0 0 0,0 1 0,1-1 0,-1 1 0,0 0 0,0 0 0,0 0 0,0 0 0,0 0 0,0 0 0,0 0 0,-1 1 0,1-1 0,0 1 0,-1-1 0,1 1 0,-1 0 0,1-1 0,-1 1 0,0 0 0,0 0 0,0 0 0,0 0 0,0 0 0,0 0 0,0 0 0,-1 1 0,1 1 0,8 39-1365,-5-21-5461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18.263"/>
    </inkml:context>
    <inkml:brush xml:id="br0">
      <inkml:brushProperty name="width" value="0.05" units="cm"/>
      <inkml:brushProperty name="height" value="0.05" units="cm"/>
    </inkml:brush>
  </inkml:definitions>
  <inkml:trace contextRef="#ctx0" brushRef="#br0">0 69 24575,'1'0'0,"-1"0"0,1 1 0,0-1 0,-1 0 0,1 0 0,-1 1 0,1-1 0,-1 1 0,1-1 0,-1 0 0,1 1 0,-1-1 0,1 1 0,-1-1 0,0 1 0,1 0 0,-1-1 0,0 1 0,1-1 0,-1 1 0,0 0 0,0-1 0,0 1 0,1-1 0,-1 1 0,0 0 0,0-1 0,0 2 0,2 23 0,-2-20 0,2 100 0,17-138 0,-9 10 0,1-4 0,21-33 0,-28 53 0,0 1 0,1-1 0,-1 1 0,1 0 0,1 1 0,-1-1 0,1 1 0,0 0 0,0 1 0,9-6 0,-13 9 0,0 0 0,0-1 0,1 1 0,-1 1 0,0-1 0,1 0 0,-1 0 0,1 1 0,-1 0 0,1-1 0,-1 1 0,1 0 0,-1 0 0,1 0 0,0 1 0,-1-1 0,0 1 0,1-1 0,-1 1 0,1 0 0,-1 0 0,0 0 0,1 0 0,-1 0 0,0 1 0,0-1 0,0 1 0,0-1 0,0 1 0,0 0 0,0-1 0,-1 1 0,1 0 0,-1 0 0,1 1 0,-1-1 0,0 0 0,0 0 0,0 1 0,0-1 0,0 0 0,0 1 0,0 3 0,5 25-455,2 0 0,17 45 0,-19-62-6371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21.428"/>
    </inkml:context>
    <inkml:brush xml:id="br0">
      <inkml:brushProperty name="width" value="0.05" units="cm"/>
      <inkml:brushProperty name="height" value="0.05" units="cm"/>
    </inkml:brush>
  </inkml:definitions>
  <inkml:trace contextRef="#ctx0" brushRef="#br0">313 31 24575,'-5'-3'0,"0"-1"0,0 1 0,0 0 0,-1 0 0,1 1 0,-1-1 0,0 1 0,0 1 0,0-1 0,0 1 0,0 0 0,-11-1 0,-9 1 0,-41 4 0,60-2 0,1 0 0,-1 0 0,1 1 0,0 0 0,-1 0 0,1 1 0,0-1 0,1 1 0,-1 1 0,0-1 0,1 1 0,0 0 0,0 0 0,0 0 0,0 1 0,-6 7 0,8-8 0,-1 1 0,1 0 0,0 0 0,0 0 0,1 0 0,-1 1 0,1-1 0,0 0 0,0 1 0,1 0 0,0-1 0,0 1 0,0 0 0,1 0 0,0 0 0,0-1 0,0 1 0,2 10 0,-1-14 0,0 0 0,0 0 0,0 0 0,0 0 0,0 0 0,0 0 0,1 0 0,-1-1 0,1 1 0,-1 0 0,1-1 0,0 1 0,-1-1 0,1 1 0,0-1 0,0 0 0,0 0 0,0 0 0,0 0 0,0 0 0,0 0 0,1-1 0,2 1 0,7 2 0,1-1 0,26 2 0,-18-3 0,34 9 0,-38-6 0,0-1 0,0-1 0,1 0 0,-1-1 0,32-3 0,-45 2 0,0-1 0,0 0 0,-1 0 0,1-1 0,0 1 0,0-1 0,-1 1 0,1-1 0,-1-1 0,1 1 0,-1 0 0,0-1 0,0 1 0,0-1 0,0 0 0,-1 0 0,1 0 0,-1-1 0,0 1 0,0 0 0,0-1 0,0 0 0,0 1 0,-1-1 0,0 0 0,1 0 0,-1 0 0,-1 0 0,1 0 0,0-5 0,-1 2 0,1 0 0,-1 0 0,-1 1 0,1-1 0,-1 0 0,0 0 0,-1 0 0,0 0 0,0 1 0,-3-8 0,4 11 0,-1 0 0,1 0 0,-1 0 0,1 0 0,-1 0 0,0 0 0,0 1 0,-1-1 0,1 1 0,0-1 0,-1 1 0,0 0 0,1 0 0,-1 0 0,0 0 0,0 0 0,0 1 0,0-1 0,0 1 0,-1 0 0,1 0 0,-4-1 0,-26 1-1365,18 2-5461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23.322"/>
    </inkml:context>
    <inkml:brush xml:id="br0">
      <inkml:brushProperty name="width" value="0.05" units="cm"/>
      <inkml:brushProperty name="height" value="0.05" units="cm"/>
    </inkml:brush>
  </inkml:definitions>
  <inkml:trace contextRef="#ctx0" brushRef="#br0">4408 142 24575,'-214'1'0,"-227"-3"0,310-4 0,-54-1 0,137 6 0,0-2 0,-84-15 0,78 9 0,-88-4 0,-55 11 0,-86-5 0,59-17 0,206 21 0,0-2 0,-31-11 0,35 10 0,0 1 0,0 1 0,-1 0 0,1 1 0,-22-2 0,-170 13 0,33 1 0,-1315-10 0,1455 1 0,-70 1 0,88 0 0,0 1 0,0 1 0,0 0 0,-22 7 0,36-10 12,0 1 1,-1-1-1,1 1 0,0-1 0,0 1 0,0-1 1,0 1-1,0 0 0,0-1 0,0 1 0,0 0 1,0 0-1,-1 1 0,2-2-7,0 1-1,0-1 1,0 0 0,0 0 0,0 1-1,0-1 1,0 0 0,0 0 0,0 1-1,1-1 1,-1 0 0,0 0 0,0 0-1,0 1 1,0-1 0,0 0-1,1 0 1,-1 0 0,0 1 0,0-1-1,0 0 1,1 0 0,-1 0 0,0 0-1,0 1 1,0-1 0,1 0 0,-1 0-1,0 0 1,0 0 0,1 0 0,-1 0-1,0 0 1,0 0 0,1 0 0,4 1-290,-1 0 1,1 0-1,0-1 1,0 1-1,5-2 1,11-1-6542</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23.940"/>
    </inkml:context>
    <inkml:brush xml:id="br0">
      <inkml:brushProperty name="width" value="0.05" units="cm"/>
      <inkml:brushProperty name="height" value="0.05" units="cm"/>
    </inkml:brush>
  </inkml:definitions>
  <inkml:trace contextRef="#ctx0" brushRef="#br0">431 0 24575,'-16'2'0,"0"0"0,0 1 0,0 1 0,0 0 0,-28 12 0,21-7 0,-59 23 0,-85 47 0,163-77 0,0 0 0,1 0 0,0 0 0,0 0 0,-1 1 0,1-1 0,-5 7 0,8-9 0,0 1 0,-1-1 0,1 0 0,0 1 0,0-1 0,0 1 0,-1-1 0,1 0 0,0 1 0,0-1 0,0 1 0,0-1 0,0 1 0,0-1 0,0 1 0,0-1 0,0 0 0,0 1 0,0-1 0,0 1 0,0-1 0,0 1 0,0-1 0,0 1 0,1-1 0,-1 0 0,0 1 0,1 0 0,0 0 0,0 0 0,1 0 0,-1 0 0,0-1 0,0 1 0,0 0 0,1-1 0,-1 1 0,0-1 0,1 1 0,-1-1 0,3 1 0,24 6 69,0 2-1,0 1 0,-1 1 0,35 20 1,94 70-1776,-136-86-5119</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27.114"/>
    </inkml:context>
    <inkml:brush xml:id="br0">
      <inkml:brushProperty name="width" value="0.05" units="cm"/>
      <inkml:brushProperty name="height" value="0.05" units="cm"/>
    </inkml:brush>
  </inkml:definitions>
  <inkml:trace contextRef="#ctx0" brushRef="#br0">366 29 24575,'-32'-2'0,"-60"-10"0,62 6 0,0 2 0,-37-1 0,61 5 0,-3 0 0,0 0 0,0 1 0,-17 3 0,24-3 0,0-1 0,0 1 0,0 0 0,0-1 0,0 1 0,0 0 0,0 1 0,0-1 0,0 0 0,1 0 0,-1 1 0,0-1 0,1 1 0,-1-1 0,1 1 0,0 0 0,-1-1 0,1 1 0,0 0 0,0 0 0,-1 4 0,-3 8 0,1 0 0,1 0 0,1 0 0,-1 0 0,2 1 0,0 18 0,2-27 0,-1 0 0,1-1 0,0 1 0,0 0 0,0-1 0,1 1 0,0-1 0,0 0 0,0 1 0,1-1 0,0 0 0,0-1 0,0 1 0,0 0 0,1-1 0,0 0 0,0 0 0,7 7 0,-2-5 0,0 0 0,0 0 0,0 0 0,1-1 0,0-1 0,0 0 0,0 0 0,0-1 0,1 0 0,13 2 0,-8-2 0,0 1 0,26 9 0,-29-8 0,1-1 0,0 0 0,0 0 0,19 1 0,-11-4 0,0 0 0,0-1 0,0-1 0,22-4 0,-41 4 0,1 0 0,-1-1 0,1 1 0,-1-1 0,0 0 0,1 0 0,-1 0 0,0 0 0,0-1 0,0 1 0,-1-1 0,1 0 0,-1 0 0,1 0 0,-1 0 0,0 0 0,0 0 0,0-1 0,-1 1 0,1 0 0,-1-1 0,2-6 0,-1 1 0,0 1 0,-1-1 0,0 1 0,0-1 0,0 1 0,-1-1 0,-1 1 0,-2-18 0,1 20 0,0 0 0,0 0 0,-1 1 0,0-1 0,0 1 0,0 0 0,-1-1 0,0 1 0,0 1 0,0-1 0,0 1 0,-1-1 0,0 1 0,-9-6 0,-14-14 0,24 21-91,1 0 0,-1 0 0,0 1 0,0-1 0,0 1 0,-1-1 0,1 1 0,-1 1 0,1-1 0,-1 1 0,1-1 0,-1 1 0,0 1 0,-8-1 0,0 0-6735</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32.288"/>
    </inkml:context>
    <inkml:brush xml:id="br0">
      <inkml:brushProperty name="width" value="0.05" units="cm"/>
      <inkml:brushProperty name="height" value="0.05" units="cm"/>
    </inkml:brush>
  </inkml:definitions>
  <inkml:trace contextRef="#ctx0" brushRef="#br0">4 174 24575,'-2'66'0,"1"-31"0,0-1 0,6 38 0,-2-58 0,0 0 0,11 28 0,-9-31 0,-1 1 0,0-1 0,-1 1 0,-1 0 0,3 21 0,-5-15 0,0-31 0,-2-33 0,2-383 0,0 426 0,0 0 0,0 0 0,0 0 0,0 0 0,1 0 0,-1 0 0,1 0 0,0 1 0,0-1 0,0 0 0,0 0 0,0 0 0,1 1 0,-1-1 0,3-3 0,-1 4 0,-1 0 0,1 1 0,-1-1 0,1 0 0,0 1 0,0-1 0,0 1 0,-1 0 0,1 0 0,1 0 0,-1 0 0,0 1 0,0-1 0,0 1 0,4 0 0,50-4 0,0 3 0,0 3 0,69 10 0,-118-11 0,0 0 0,0 1 0,-1 0 0,1 0 0,-1 1 0,1 0 0,-1 0 0,12 8 0,-17-9 0,1 0 0,0 1 0,-1-1 0,1 1 0,-1-1 0,0 1 0,0 0 0,0 0 0,-1 0 0,1 0 0,0 0 0,-1 1 0,0-1 0,0 0 0,0 1 0,0-1 0,-1 0 0,1 1 0,-1-1 0,0 1 0,0-1 0,0 5 0,-3 10 0,0 0 0,-1 0 0,-1 0 0,-1 0 0,0-1 0,-11 20 0,15-33 0,0-1 0,0 0 0,-1 0 0,1 0 0,-1 0 0,1-1 0,-1 1 0,0-1 0,0 0 0,0 1 0,0-1 0,-1 0 0,1-1 0,0 1 0,-1-1 0,1 1 0,-1-1 0,0 0 0,1 0 0,-7 0 0,-7 1 0,-1-1 0,0-1 0,-21-2 0,7 0 0,-119-1 0,150 3 0,0 0 0,0 0 0,1 0 0,-1 0 0,0 0 0,0 0 0,0 0 0,0 0 0,1 0 0,-1 0 0,0 0 0,0 1 0,1-1 0,-1 0 0,0 0 0,0 1 0,1-1 0,-1 1 0,0-1 0,1 1 0,-1-1 0,0 1 0,1-1 0,-1 1 0,0 0 0,1 0 0,0 0 0,1 0 0,-1 0 0,0-1 0,0 1 0,1 0 0,-1 0 0,0-1 0,1 1 0,-1 0 0,1 0 0,-1-1 0,1 1 0,0-1 0,-1 1 0,1 0 0,-1-1 0,3 2 0,38 24 0,-41-26 0,37 20 0,6 3 0,64 45 0,11 22 0,-116-89 18,-1 1 0,1-1 0,0-1 0,-1 1 0,1 0 0,0 0 0,-1-1 0,1 1 0,0-1 0,0 1 0,0-1 0,0 0 0,0 0 0,-1 0 0,1 0 0,0 0 0,0 0 0,2-1 0,0 0-232,0 0 1,-1-1 0,1 0-1,-1 0 1,1 0 0,-1 0-1,5-4 1,4-5-6613</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33.066"/>
    </inkml:context>
    <inkml:brush xml:id="br0">
      <inkml:brushProperty name="width" value="0.05" units="cm"/>
      <inkml:brushProperty name="height" value="0.05" units="cm"/>
    </inkml:brush>
  </inkml:definitions>
  <inkml:trace contextRef="#ctx0" brushRef="#br0">101 1 24575,'-3'0'0,"-1"0"0,0 0 0,0 0 0,0 1 0,1-1 0,-1 1 0,0 0 0,1 0 0,-1 0 0,0 0 0,1 1 0,-1-1 0,1 1 0,0 0 0,0 0 0,-1 0 0,1 1 0,1-1 0,-1 1 0,0-1 0,1 1 0,-1 0 0,1 0 0,0 0 0,0 0 0,0 1 0,0-1 0,0 1 0,1-1 0,0 1 0,0-1 0,0 1 0,-1 7 0,0 0 0,0 1 0,1-1 0,0 1 0,2 12 0,-1-22 0,0 0 0,0 1 0,0-1 0,1 0 0,-1 0 0,1 0 0,-1 0 0,1 0 0,0 0 0,0 0 0,0 0 0,0 0 0,0 0 0,0 0 0,1 0 0,-1 0 0,1-1 0,-1 1 0,1-1 0,0 1 0,-1-1 0,1 0 0,0 0 0,0 1 0,0-1 0,0 0 0,0-1 0,4 2 0,5 0 0,0 0 0,0-1 0,12 0 0,-19-1 0,0 0 0,0 0 0,0-1 0,0 1 0,0-1 0,0 0 0,0 0 0,-1 0 0,1-1 0,0 1 0,-1-1 0,5-2 0,-6 2 0,-1 0 0,1-1 0,-1 1 0,1 0 0,-1-1 0,0 1 0,0-1 0,0 1 0,0-1 0,0 1 0,-1-1 0,1 0 0,-1 0 0,0 1 0,1-1 0,-2-3 0,-3-50 0,3 46 0,1 8-50,0 0-1,0-1 1,-1 1-1,1 0 0,0 0 1,-1 0-1,0 0 1,0-1-1,1 1 1,-1 0-1,0 0 0,-1 1 1,1-1-1,0 0 1,-1 0-1,1 1 1,0-1-1,-1 0 0,0 1 1,1 0-1,-1-1 1,0 1-1,0 0 1,0 0-1,0 0 1,-3-2-1,-9 0-6775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7T02:23:34.234"/>
    </inkml:context>
    <inkml:brush xml:id="br0">
      <inkml:brushProperty name="width" value="0.05" units="cm"/>
      <inkml:brushProperty name="height" value="0.05" units="cm"/>
    </inkml:brush>
  </inkml:definitions>
  <inkml:trace contextRef="#ctx0" brushRef="#br0">1 0 24575,'1'1'0,"-1"-1"0,1 0 0,-1 1 0,1-1 0,0 0 0,-1 1 0,1-1 0,-1 1 0,1-1 0,-1 1 0,1-1 0,-1 1 0,1 0 0,-1-1 0,0 1 0,1-1 0,-1 1 0,0 0 0,0-1 0,1 1 0,-1 0 0,0-1 0,0 1 0,0 0 0,0 0 0,0-1 0,0 2 0,3 24 0,-3-22 0,2 185 0,-3-112 0,-4-54 0,2-22 0,3-14 0,1 3 0,0 0 0,1 0 0,0 1 0,1-1 0,0 1 0,8-18 0,-8 22 0,0 0 0,0 0 0,0 0 0,1 1 0,-1 0 0,1-1 0,1 1 0,-1 1 0,0-1 0,1 1 0,0-1 0,0 1 0,9-4 0,19-8 0,60-24 0,-84 36 0,1 0 0,0 1 0,0 0 0,0 1 0,0 0 0,0 0 0,17 1 0,-26 0 0,1 1 0,0-1 0,-1 0 0,1 0 0,-1 1 0,1-1 0,-1 1 0,1-1 0,-1 1 0,1 0 0,-1 0 0,1-1 0,-1 1 0,0 0 0,1 0 0,-1 0 0,0 1 0,0-1 0,0 0 0,0 0 0,0 1 0,2 1 0,-2 0 0,-1-1 0,1 1 0,-1-1 0,1 1 0,-1 0 0,0-1 0,0 1 0,0-1 0,0 1 0,0-1 0,-1 1 0,1 0 0,-2 2 0,-1 4 0,0 1 0,-1-1 0,0 0 0,-1-1 0,0 1 0,-9 12 0,8-13 0,-1 0 0,0-1 0,-1 0 0,0 0 0,0-1 0,0 1 0,-1-2 0,1 1 0,-2-1 0,-17 7 0,12-8 0,0 0 0,1-1 0,-2 0 0,1-1 0,0-1 0,-27-1 0,27 0 141,10 0-278,1 1 0,-1-1 0,0 0 0,1-1 1,-1 1-1,1-1 0,-1 0 0,1 0 0,-1-1 0,-5-1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45.761"/>
    </inkml:context>
    <inkml:brush xml:id="br0">
      <inkml:brushProperty name="width" value="0.05" units="cm"/>
      <inkml:brushProperty name="height" value="0.05" units="cm"/>
    </inkml:brush>
  </inkml:definitions>
  <inkml:trace contextRef="#ctx0" brushRef="#br0">414 38 24575,'-17'-1'0,"1"2"0,0 0 0,0 1 0,0 0 0,0 1 0,0 1 0,0 1 0,1 0 0,0 1 0,0 1 0,0 0 0,1 1 0,-19 14 0,17-10 0,0 2 0,1 0 0,0 1 0,2 0 0,0 1 0,0 1 0,1 0 0,2 1 0,-1 0 0,2 0 0,-10 29 0,15-36 0,1 0 0,1 0 0,0 0 0,0 1 0,1-1 0,0 1 0,1-1 0,0 1 0,4 18 0,-2-21 0,0-1 0,1 1 0,0-1 0,0 1 0,1-1 0,0 0 0,1-1 0,-1 1 0,2-1 0,-1 0 0,1 0 0,0 0 0,11 9 0,-7-8 0,1 0 0,0 0 0,0-1 0,0-1 0,1 0 0,0-1 0,0 0 0,0 0 0,1-2 0,0 1 0,21 2 0,-16-5 0,0 0 0,-1-1 0,1-1 0,-1-1 0,1 0 0,-1-1 0,0-1 0,19-7 0,-13 3 0,-1-1 0,-1-1 0,0-1 0,0-1 0,-1-1 0,0 0 0,-2-2 0,1 0 0,-2-1 0,0-1 0,-1 0 0,-1-2 0,16-22 0,-21 24 0,-1-1 0,-1 0 0,0 0 0,-2 0 0,0-1 0,-1 0 0,4-30 0,-7 38 0,-1-1 0,0 1 0,-1 0 0,0-1 0,-1 1 0,0-1 0,-1 1 0,0 0 0,-1 0 0,0 0 0,-1 0 0,0 0 0,-1 1 0,-7-12 0,9 17 17,-1 0 0,1 1 0,-1-1 1,0 1-1,-1 0 0,1 0 0,-1 1 0,1-1 0,-1 1 0,0 0 0,-1 1 0,1-1 0,0 1 0,-1 0 0,1 0 0,-1 0 0,1 1 0,-1 0 1,-10-1-1,4 2-207,-1 1 0,1-1 1,0 2-1,0 0 0,0 0 1,0 1-1,0 1 1,-14 6-1,-14 8-6636</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46.349"/>
    </inkml:context>
    <inkml:brush xml:id="br0">
      <inkml:brushProperty name="width" value="0.05" units="cm"/>
      <inkml:brushProperty name="height" value="0.05" units="cm"/>
    </inkml:brush>
  </inkml:definitions>
  <inkml:trace contextRef="#ctx0" brushRef="#br0">225 36 24575,'5'-15'0,"-4"14"0,0 0 0,-1 0 0,1 0 0,-1 0 0,1 0 0,-1 0 0,1 0 0,-1 0 0,0 0 0,0 0 0,1 0 0,-1 0 0,0 0 0,0-1 0,0 1 0,0 0 0,-1-1 0,1 2 0,-1-1 0,1 1 0,0 0 0,-1 0 0,1 0 0,-1 0 0,1 0 0,-1 0 0,1 0 0,-1 1 0,1-1 0,0 0 0,-1 0 0,1 0 0,-1 0 0,1 0 0,0 1 0,-1-1 0,1 0 0,0 0 0,-1 1 0,1-1 0,0 0 0,-1 1 0,1-1 0,0 0 0,-1 1 0,1-1 0,0 0 0,0 1 0,-1-1 0,1 0 0,0 1 0,-13 14 0,-36 51 0,3 3 0,-40 78 0,81-138 0,1 1 0,0-1 0,0 1 0,1-1 0,1 1 0,0 0 0,0 0 0,-1 14 0,3-19 0,1 0 0,-1 0 0,1 0 0,-1-1 0,2 1 0,-1 0 0,0-1 0,1 1 0,0-1 0,0 1 0,0-1 0,1 0 0,-1 1 0,1-2 0,0 1 0,0 0 0,0 0 0,1-1 0,5 5 0,4 1 0,1 1 0,1-2 0,-1 0 0,1 0 0,1-2 0,0 0 0,-1-1 0,2 0 0,-1-1 0,0-1 0,1 0 0,24-1 0,-17-1 0,1-1 0,0-2 0,-1 0 0,1-2 0,-1 0 0,0-2 0,43-16 0,-62 20 0,1 0 0,-1-1 0,0 0 0,0 0 0,0 0 0,0 0 0,0-1 0,-1 0 0,1 0 0,-1 0 0,0-1 0,5-7 0,-6 6 0,0 0 0,0 0 0,-1 0 0,0-1 0,0 1 0,0-1 0,-1 0 0,0 1 0,-1-1 0,1-12 0,-2-3 0,0 0 0,-1 0 0,-1 0 0,-2 0 0,-8-29 0,8 36 0,-1 0 0,-1-1 0,0 2 0,-1-1 0,-1 1 0,0 1 0,-20-24 0,25 32 34,-1 1 1,1 1-1,-1-1 0,0 1 0,0-1 0,0 1 0,0 1 0,0-1 0,-8-2 1,11 4-99,0 1 1,0-1 0,0 1 0,0-1 0,0 1-1,-1 0 1,1-1 0,0 1 0,0 0 0,0 1-1,-1-1 1,1 0 0,0 1 0,0-1-1,0 1 1,0-1 0,0 1 0,0 0 0,0 0-1,0 0 1,0 0 0,0 1 0,0-1 0,0 0-1,1 1 1,-4 2 0,-1 6-6763</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46.847"/>
    </inkml:context>
    <inkml:brush xml:id="br0">
      <inkml:brushProperty name="width" value="0.05" units="cm"/>
      <inkml:brushProperty name="height" value="0.05" units="cm"/>
    </inkml:brush>
  </inkml:definitions>
  <inkml:trace contextRef="#ctx0" brushRef="#br0">0 1 24575,'0'2'0,"0"4"0,3 0 0,0 1 0,2 1 0,3 0 0,2 0 0,3-3 0,2-1 0,3-2 0,1-1 0,2 0 0,0-1 0,0-1 0,-1-2 0,-2 0 0,-4-3 0,-4 0-8191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47.111"/>
    </inkml:context>
    <inkml:brush xml:id="br0">
      <inkml:brushProperty name="width" value="0.05" units="cm"/>
      <inkml:brushProperty name="height" value="0.05" units="cm"/>
    </inkml:brush>
  </inkml:definitions>
  <inkml:trace contextRef="#ctx0" brushRef="#br0">0 1 24575,'3'0'0,"2"0"0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47.314"/>
    </inkml:context>
    <inkml:brush xml:id="br0">
      <inkml:brushProperty name="width" value="0.05" units="cm"/>
      <inkml:brushProperty name="height" value="0.05" units="cm"/>
    </inkml:brush>
  </inkml:definitions>
  <inkml:trace contextRef="#ctx0" brushRef="#br0">1 8 24575,'2'0'0,"1"-2"0,1-4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48.150"/>
    </inkml:context>
    <inkml:brush xml:id="br0">
      <inkml:brushProperty name="width" value="0.05" units="cm"/>
      <inkml:brushProperty name="height" value="0.05" units="cm"/>
    </inkml:brush>
  </inkml:definitions>
  <inkml:trace contextRef="#ctx0" brushRef="#br0">93 363 24575,'-3'47'0,"-2"0"0,-2-1 0,-17 60 0,5-22 0,13-58 0,1 3 0,-19 55 0,30-110 0,4-37 0,-6 35 0,15-211 0,-17 168 0,3 1 0,28-132 0,-28 185 0,0 0 0,12-27 0,-15 40 0,0 1 0,-1-1 0,1 1 0,1-1 0,-1 1 0,0 0 0,1 0 0,0 0 0,-1 0 0,1 0 0,0 1 0,1-1 0,-1 1 0,0 0 0,1 0 0,-1 0 0,1 0 0,4-1 0,-6 3 0,0 0 0,1 0 0,-1 0 0,1 0 0,-1 0 0,0 0 0,1 1 0,-1-1 0,0 1 0,0 0 0,1 0 0,-1 0 0,0 0 0,0 0 0,0 0 0,0 0 0,0 1 0,0-1 0,0 1 0,-1 0 0,1-1 0,0 1 0,-1 0 0,1 0 0,-1 0 0,2 2 0,3 7 0,0-1 0,-1 1 0,7 20 0,-6-14 0,-1 1 0,0-1 0,-1 1 0,-2 0 0,0 0 0,0 1 0,-2-1 0,0 0 0,-1 0 0,-1 0 0,-1 0 0,0 0 0,-1 0 0,-1 0 0,-1-1 0,-1 0 0,0 0 0,-1-1 0,-1 0 0,0 0 0,-1-1 0,-1 0 0,0-1 0,-1 0 0,-25 22 0,13-16 0,-20 19 0,44-39 0,0 1 0,-1-1 0,1 1 0,0-1 0,0 1 0,-1-1 0,1 1 0,0-1 0,0 1 0,0-1 0,0 1 0,-1-1 0,1 1 0,0-1 0,0 1 0,0 0 0,0-1 0,0 1 0,1-1 0,-1 1 0,0-1 0,0 1 0,0-1 0,0 1 0,1 0 0,-1-1 0,0 1 0,0-1 0,1 0 0,-1 1 0,0-1 0,1 1 0,-1-1 0,0 1 0,1-1 0,-1 0 0,1 1 0,-1-1 0,1 0 0,-1 1 0,1-1 0,-1 0 0,1 0 0,0 1 0,29 12 0,-22-11 0,162 69-1365,-146-62-5461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48.538"/>
    </inkml:context>
    <inkml:brush xml:id="br0">
      <inkml:brushProperty name="width" value="0.05" units="cm"/>
      <inkml:brushProperty name="height" value="0.05" units="cm"/>
    </inkml:brush>
  </inkml:definitions>
  <inkml:trace contextRef="#ctx0" brushRef="#br0">15 41 24575,'0'-2'0,"0"0"0,0-1 0,0 1 0,-1 0 0,1 0 0,0 0 0,-1 0 0,0 0 0,1-1 0,-1 1 0,-2-3 0,3 5 0,0 0 0,0 0 0,0-1 0,0 1 0,-1 0 0,1 0 0,0 0 0,0 0 0,0 0 0,0 0 0,0 0 0,0 0 0,0 0 0,-1 0 0,1 0 0,0 0 0,0 0 0,0 0 0,0 0 0,0 0 0,0 0 0,-1 0 0,1 0 0,0 0 0,0 0 0,0 0 0,0 0 0,0 0 0,0 0 0,0 0 0,0 0 0,-1 0 0,1 1 0,0-1 0,0 0 0,0 0 0,0 0 0,0 0 0,0 0 0,0 0 0,0 0 0,0 0 0,0 0 0,0 1 0,-1-1 0,1 0 0,0 0 0,0 0 0,0 0 0,0 0 0,0 0 0,0 0 0,0 1 0,0-1 0,-2 19 0,1 4 0,2 0 0,3 23 0,-4-40 0,1 0 0,1 0 0,-1 0 0,1 0 0,0 0 0,0 0 0,1-1 0,0 1 0,0-1 0,0 0 0,0 0 0,1 0 0,4 5 0,-6-9 0,-1 0 0,0 0 0,0 0 0,1 0 0,-1 0 0,1 0 0,-1 0 0,1 0 0,-1 0 0,1-1 0,-1 1 0,1-1 0,0 1 0,-1-1 0,1 0 0,0 0 0,-1 1 0,1-1 0,0 0 0,0 0 0,2-1 0,-2 0 0,1 0 0,0 0 0,0 0 0,-1-1 0,1 1 0,-1-1 0,0 1 0,1-1 0,-1 0 0,0 0 0,3-3 0,3-5 0,0-1 0,-1 1 0,0-1 0,8-18 0,-7 9 0,0 0 0,-1 0 0,-1-1 0,3-24 0,-9 43 0,-2 6 0,-3 14 0,-7 27 0,1 6-341,3 0 0,1 1-1,2 53 1,7-73-6485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49.037"/>
    </inkml:context>
    <inkml:brush xml:id="br0">
      <inkml:brushProperty name="width" value="0.05" units="cm"/>
      <inkml:brushProperty name="height" value="0.05" units="cm"/>
    </inkml:brush>
  </inkml:definitions>
  <inkml:trace contextRef="#ctx0" brushRef="#br0">173 127 24575,'0'-14'0,"1"3"0,-1 0 0,-1 0 0,0 0 0,0 0 0,-3-11 0,3 20 0,1 0 0,-1 1 0,0-1 0,1 0 0,-1 0 0,0 0 0,0 1 0,0-1 0,0 0 0,0 1 0,-1-1 0,1 1 0,0 0 0,-1-1 0,1 1 0,-1 0 0,0 0 0,1 0 0,-1 0 0,0 0 0,1 0 0,-1 0 0,0 1 0,0-1 0,0 1 0,0-1 0,0 1 0,0 0 0,0-1 0,1 1 0,-1 0 0,0 1 0,0-1 0,0 0 0,-3 1 0,1 0 0,-1 1 0,1-1 0,0 1 0,0 0 0,0 1 0,0-1 0,0 0 0,0 1 0,0 0 0,1 0 0,0 0 0,-1 1 0,1-1 0,0 1 0,-4 7 0,1-2 0,0 1 0,1 0 0,0 0 0,1 0 0,-5 17 0,6-15 0,0 1 0,1 0 0,-1 25 0,3-34 0,0 0 0,0 0 0,0 0 0,1 0 0,0 0 0,0 0 0,0 0 0,0 0 0,0 0 0,1 0 0,0-1 0,0 1 0,0 0 0,0-1 0,0 0 0,5 5 0,-6-7 0,0 1 0,1-1 0,-1 0 0,1 0 0,0 0 0,-1 1 0,1-2 0,0 1 0,0 0 0,-1 0 0,1-1 0,0 1 0,0-1 0,0 1 0,0-1 0,0 0 0,0 0 0,0 0 0,0 0 0,3 0 0,-1-1 0,-1 0 0,0-1 0,0 1 0,0 0 0,0-1 0,0 0 0,0 1 0,-1-1 0,1-1 0,-1 1 0,4-3 0,2-4 0,-1 0 0,0 0 0,-1-1 0,0 0 0,10-20 0,18-79 0,-34 109 0,0 0 0,0-1 0,0 1 0,0 0 0,0 0 0,0 0 0,0-1 0,0 1 0,1 0 0,-1 0 0,0 0 0,0 0 0,0-1 0,0 1 0,0 0 0,0 0 0,0 0 0,0 0 0,0 0 0,1-1 0,-1 1 0,0 0 0,0 0 0,0 0 0,0 0 0,0 0 0,1 0 0,-1 0 0,0 0 0,0-1 0,0 1 0,0 0 0,1 0 0,-1 0 0,0 0 0,0 0 0,0 0 0,1 0 0,-1 0 0,0 0 0,0 0 0,0 0 0,0 0 0,1 0 0,-1 0 0,0 0 0,0 1 0,0-1 0,0 0 0,1 0 0,5 12 0,0 19 0,-6-30 0,19 99-1365,-13-78-5461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49.395"/>
    </inkml:context>
    <inkml:brush xml:id="br0">
      <inkml:brushProperty name="width" value="0.05" units="cm"/>
      <inkml:brushProperty name="height" value="0.05" units="cm"/>
    </inkml:brush>
  </inkml:definitions>
  <inkml:trace contextRef="#ctx0" brushRef="#br0">1 93 24575,'0'-24'0,"0"-11"0,0 25 0,0 10 0,1 2 0,0 12 0,0 1 0,1-1 0,1 0 0,1 0 0,0 0 0,6 14 0,-10-28 0,0 1 0,0-1 0,0 1 0,1-1 0,-1 1 0,0-1 0,1 1 0,-1-1 0,0 1 0,1-1 0,-1 0 0,0 1 0,1-1 0,-1 1 0,1-1 0,-1 0 0,0 0 0,1 1 0,-1-1 0,1 0 0,-1 0 0,1 1 0,-1-1 0,1 0 0,0 0 0,-1 0 0,1 0 0,-1 0 0,1 0 0,-1 0 0,1 0 0,-1 0 0,1 0 0,-1 0 0,1 0 0,-1 0 0,1-1 0,-1 1 0,1 0 0,-1 0 0,1 0 0,-1-1 0,1 1 0,-1 0 0,1-1 0,-1 1 0,0 0 0,1-1 0,-1 1 0,1-1 0,-1 1 0,0 0 0,0-1 0,1 0 0,19-32 0,-16 26 0,10-20 0,-10 18 0,0 1 0,0 0 0,1 0 0,0 1 0,0-1 0,13-12 0,-17 19 0,0 1 0,0-1 0,0 1 0,0-1 0,-1 1 0,1-1 0,1 1 0,-1-1 0,0 1 0,0 0 0,0 0 0,0-1 0,0 1 0,0 0 0,0 0 0,0 0 0,0 0 0,0 0 0,1 1 0,-1-1 0,0 0 0,0 0 0,0 1 0,0-1 0,0 1 0,0-1 0,0 1 0,0-1 0,0 1 0,-1-1 0,1 1 0,0 0 0,0 0 0,0-1 0,-1 1 0,1 0 0,0 0 0,-1 0 0,1 0 0,0 1 0,4 6 0,0 1 0,0-1 0,5 16 0,-6-14 0,9 19 130,-4-7-629,1 1 1,25 37 0,-23-44-6328</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35.333"/>
    </inkml:context>
    <inkml:brush xml:id="br0">
      <inkml:brushProperty name="width" value="0.05" units="cm"/>
      <inkml:brushProperty name="height" value="0.05" units="cm"/>
    </inkml:brush>
  </inkml:definitions>
  <inkml:trace contextRef="#ctx0" brushRef="#br0">112 85 24575,'-4'0'0,"1"0"0,0 0 0,-1-1 0,1 1 0,-1-1 0,1 0 0,0 1 0,0-1 0,0-1 0,-6-2 0,8 4 0,1-1 0,-1 1 0,1-1 0,-1 1 0,1 0 0,-1-1 0,1 1 0,0-1 0,-1 1 0,1-1 0,0 1 0,-1-1 0,1 0 0,0 1 0,0-1 0,-1 1 0,1-1 0,0 0 0,0 1 0,0-1 0,0 1 0,0-1 0,0 0 0,0 0 0,1-1 0,-1 1 0,1-1 0,-1 1 0,1-1 0,0 0 0,0 1 0,0 0 0,0-1 0,0 1 0,0-1 0,0 1 0,3-2 0,0 0 0,0 0 0,0 0 0,0 1 0,0 0 0,0 0 0,0 0 0,0 0 0,1 0 0,-1 1 0,8-1 0,50-5 0,-13 3 0,-47 3 0,2 0 0,0 1 0,-1-1 0,1 0 0,0 1 0,0 0 0,-1 0 0,1 0 0,6 1 0,-9 0 0,1 0 0,-1 0 0,0 0 0,1 0 0,-1 0 0,0 0 0,0 0 0,0 0 0,0 0 0,0 1 0,0-1 0,0 0 0,0 1 0,0-1 0,-1 0 0,1 1 0,-1-1 0,1 1 0,-1-1 0,1 1 0,-1 0 0,0-1 0,0 3 0,9 45 0,-3 1 0,-2-1 0,-1 1 0,-4-1 0,-6 57 0,6-102 0,1 0 0,-1 1 0,0-1 0,0 0 0,-1 0 0,-1 4 0,2-7 0,1 0 0,0-1 0,-1 1 0,1-1 0,-1 1 0,1-1 0,-1 1 0,1-1 0,-1 1 0,1-1 0,-1 0 0,0 1 0,1-1 0,-1 0 0,0 1 0,1-1 0,-1 0 0,0 0 0,1 0 0,-1 1 0,0-1 0,1 0 0,-1 0 0,0 0 0,0 0 0,1 0 0,-1 0 0,0-1 0,1 1 0,-1 0 0,0 0 0,1 0 0,-1-1 0,0 1 0,1 0 0,-1-1 0,0 1 0,1 0 0,-1-1 0,1 1 0,-1-1 0,1 1 0,-1-1 0,0 0 0,-8-8 0,0 0 0,1 0 0,0-1 0,-7-12 0,9 13 0,-1-1 0,0 1 0,-1 0 0,0 1 0,-16-14 0,21 20 0,1 0 0,-1 1 0,0-1 0,0 1 0,-1 0 0,1 0 0,0 0 0,0 0 0,-1 0 0,1 1 0,0-1 0,0 1 0,-1 0 0,1 0 0,-1 0 0,1 1 0,0-1 0,0 1 0,-1 0 0,1-1 0,0 2 0,0-1 0,0 0 0,-5 3 0,1 0 31,0 0 0,1 1 0,0-1 0,0 1 0,0 1 0,0-1 0,1 1 0,0 0 1,0 0-1,-4 7 0,6-9-126,1 0 0,0 0 0,0 1 0,0-1 1,0 0-1,1 1 0,-1-1 0,1 1 0,1-1 0,-1 1 1,0-1-1,1 1 0,0 0 0,0-1 0,0 1 1,1 0-1,2 8 0,3 2-6731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35.756"/>
    </inkml:context>
    <inkml:brush xml:id="br0">
      <inkml:brushProperty name="width" value="0.05" units="cm"/>
      <inkml:brushProperty name="height" value="0.05" units="cm"/>
    </inkml:brush>
  </inkml:definitions>
  <inkml:trace contextRef="#ctx0" brushRef="#br0">115 109 24575,'2'-3'0,"0"-1"0,0 0 0,0-1 0,-1 1 0,1 0 0,-1 0 0,0-1 0,0 1 0,-1 0 0,1-1 0,-1 1 0,0-1 0,0 1 0,-1-1 0,1 1 0,-1 0 0,0-1 0,0 1 0,-1 0 0,1 0 0,-4-8 0,4 12 0,1-1 0,-1 0 0,1 1 0,-1-1 0,0 1 0,1-1 0,-1 1 0,0-1 0,1 1 0,-1 0 0,0-1 0,1 1 0,-1 0 0,0 0 0,0-1 0,0 1 0,1 0 0,-1 0 0,0 0 0,0 0 0,0 0 0,1 0 0,-1 0 0,-1 0 0,0 1 0,0 0 0,0-1 0,1 1 0,-1 0 0,0 0 0,1 0 0,-1 0 0,1 1 0,-1-1 0,-1 2 0,-3 3 0,0 1 0,1 1 0,-7 9 0,3-1 0,1 0 0,0 0 0,-6 18 0,12-27 0,0-1 0,0 1 0,1 0 0,-1 0 0,1 0 0,1 0 0,0 0 0,0-1 0,0 1 0,1 0 0,1 7 0,-2-12 0,0 0 0,1 0 0,0-1 0,-1 1 0,1 0 0,0 0 0,0-1 0,0 1 0,0-1 0,0 1 0,0-1 0,0 1 0,0-1 0,3 2 0,-3-2 0,0-1 0,-1 1 0,1-1 0,0 0 0,0 0 0,0 1 0,0-1 0,0 0 0,0 0 0,-1 0 0,1 0 0,0 0 0,0 0 0,0 0 0,0 0 0,0 0 0,0 0 0,0-1 0,-1 1 0,1 0 0,1-1 0,2-1 0,-1 0 0,0 0 0,0-1 0,0 1 0,-1-1 0,1 0 0,-1 1 0,1-1 0,-1 0 0,0-1 0,0 1 0,3-6 0,0-2 0,12-25 0,-16 34 0,0 1 0,0-1 0,0 1 0,0-1 0,0 1 0,0 0 0,0-1 0,1 1 0,-1 0 0,0 0 0,1 0 0,-1 0 0,1 0 0,-1 0 0,1 0 0,0 0 0,1 0 0,-2 1 0,0 0 0,0 1 0,-1-1 0,1 0 0,0 0 0,0 1 0,0-1 0,-1 0 0,1 1 0,0-1 0,0 1 0,-1-1 0,1 1 0,0-1 0,-1 1 0,1 0 0,-1-1 0,1 1 0,-1 0 0,1-1 0,-1 1 0,1 0 0,-1 0 0,1 0 0,-1-1 0,0 1 0,0 0 0,1 2 0,7 30 0,-7-24 0,17 56-1365,-12-47-5461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36.067"/>
    </inkml:context>
    <inkml:brush xml:id="br0">
      <inkml:brushProperty name="width" value="0.05" units="cm"/>
      <inkml:brushProperty name="height" value="0.05" units="cm"/>
    </inkml:brush>
  </inkml:definitions>
  <inkml:trace contextRef="#ctx0" brushRef="#br0">0 116 24575,'0'-4'0,"0"-1"0,0 0 0,1 1 0,0-1 0,-1 1 0,1 0 0,1-1 0,-1 1 0,1 0 0,-1 0 0,4-5 0,-5 9 0,0 0 0,1 0 0,-1 0 0,0 0 0,1 0 0,-1 0 0,0 0 0,1 0 0,-1 1 0,0-1 0,1 0 0,-1 0 0,0 0 0,1 0 0,-1 0 0,0 1 0,0-1 0,1 0 0,-1 0 0,0 0 0,0 1 0,1-1 0,-1 0 0,0 0 0,0 1 0,0-1 0,0 0 0,1 1 0,-1-1 0,0 0 0,0 1 0,0-1 0,0 0 0,0 1 0,0-1 0,0 1 0,6 14 0,-6-14 0,5 20 0,5 42 0,-9-46 0,1-1 0,1 0 0,1 0 0,0 0 0,7 16 0,-11-32 0,0 1 0,0-1 0,0 1 0,0-1 0,0 0 0,1 1 0,-1-1 0,0 1 0,0-1 0,0 0 0,1 1 0,-1-1 0,0 0 0,1 1 0,-1-1 0,0 0 0,1 1 0,-1-1 0,0 0 0,1 0 0,-1 1 0,1-1 0,-1 0 0,0 0 0,1 0 0,-1 0 0,1 0 0,0 1 0,6-11 0,4-29 0,-9 30 0,11-40 144,40-123-1653,-49 163-5317</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36.483"/>
    </inkml:context>
    <inkml:brush xml:id="br0">
      <inkml:brushProperty name="width" value="0.05" units="cm"/>
      <inkml:brushProperty name="height" value="0.05" units="cm"/>
    </inkml:brush>
  </inkml:definitions>
  <inkml:trace contextRef="#ctx0" brushRef="#br0">49 93 24575,'1'-7'0,"0"0"0,0-1 0,1 1 0,0 0 0,5-13 0,4-15 0,-13 33 0,-4 8 0,-4 8 0,-3 6 0,2 0 0,-17 41 0,27-60 0,1 0 0,-1 0 0,1-1 0,0 1 0,-1 0 0,1 0 0,0 0 0,0 0 0,0 0 0,0 0 0,0 0 0,0 0 0,0 0 0,0 0 0,0 0 0,0 0 0,0 0 0,1 0 0,-1 0 0,0 0 0,1 0 0,0 1 0,-1-2 0,1 1 0,0-1 0,0 1 0,-1-1 0,1 1 0,0-1 0,0 0 0,0 1 0,0-1 0,-1 0 0,1 0 0,0 0 0,0 0 0,0 0 0,0 1 0,0-2 0,0 1 0,0 0 0,0 0 0,5-1 0,0 0 0,0-1 0,0 0 0,-1 0 0,11-5 0,-2-2 0,0-1 0,-1 0 0,20-19 0,-1 1 0,-32 28 0,0-1 0,0 1 0,0 0 0,0 0 0,0 0 0,1 0 0,-1-1 0,0 1 0,0 0 0,0 0 0,0 0 0,1 0 0,-1 0 0,0-1 0,0 1 0,0 0 0,1 0 0,-1 0 0,0 0 0,0 0 0,0 0 0,1 0 0,-1 0 0,0 0 0,0 0 0,0 0 0,1 0 0,-1 0 0,0 0 0,0 0 0,0 0 0,1 0 0,-1 0 0,0 0 0,0 0 0,0 0 0,1 0 0,-1 0 0,0 1 0,0-1 0,0 0 0,1 0 0,-1 0 0,0 0 0,0 13 0,-8 24 0,6-30 0,-5 30-1365,5-20-5461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36.667"/>
    </inkml:context>
    <inkml:brush xml:id="br0">
      <inkml:brushProperty name="width" value="0.05" units="cm"/>
      <inkml:brushProperty name="height" value="0.05" units="cm"/>
    </inkml:brush>
  </inkml:definitions>
  <inkml:trace contextRef="#ctx0" brushRef="#br0">43 1 24575,'-3'0'0,"0"2"0,-2 4 0,-1 2 0,2 3 0,-2 2 0,0 1 0,2 0 0,1 1 0,1-3-8191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37.238"/>
    </inkml:context>
    <inkml:brush xml:id="br0">
      <inkml:brushProperty name="width" value="0.05" units="cm"/>
      <inkml:brushProperty name="height" value="0.05" units="cm"/>
    </inkml:brush>
  </inkml:definitions>
  <inkml:trace contextRef="#ctx0" brushRef="#br0">128 180 24575,'-4'9'0,"0"0"0,-1-1 0,0 0 0,0 1 0,-12 13 0,13-18 0,-15 21 0,-33 33 0,51-58 0,1 1 0,0-1 0,0 0 0,0 0 0,0 1 0,0-1 0,-1 0 0,1 0 0,0 1 0,0-1 0,0 0 0,-1 0 0,1 0 0,0 0 0,0 1 0,-1-1 0,1 0 0,0 0 0,0 0 0,-1 0 0,1 0 0,0 0 0,-1 0 0,1 0 0,0 0 0,0 0 0,-1 0 0,1 0 0,0 0 0,-1 0 0,1 0 0,0 0 0,0 0 0,-1 0 0,1 0 0,0 0 0,-1 0 0,1 0 0,0 0 0,-1-1 0,-1-13 0,8-19 0,1 12 0,0-1 0,2 2 0,0-1 0,1 1 0,1 1 0,1 0 0,1 0 0,1 2 0,0-1 0,28-25 0,-35 37 0,0 1 0,0 0 0,0 0 0,1 0 0,0 1 0,0 0 0,0 1 0,0 0 0,11-3 0,-16 5 0,0 1 0,1-1 0,-1 1 0,0 0 0,1 0 0,-1 0 0,0 0 0,1 1 0,-1 0 0,0-1 0,0 1 0,0 0 0,1 0 0,-1 1 0,0-1 0,0 1 0,-1-1 0,1 1 0,0 0 0,-1 0 0,1 0 0,-1 1 0,1-1 0,-1 1 0,0-1 0,0 1 0,2 3 0,1 3 0,0 1 0,0 0 0,-1 0 0,0 0 0,-1 1 0,0-1 0,2 19 0,3 79 0,-7-97 0,0 26-1365,-1-6-5461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37.998"/>
    </inkml:context>
    <inkml:brush xml:id="br0">
      <inkml:brushProperty name="width" value="0.05" units="cm"/>
      <inkml:brushProperty name="height" value="0.05" units="cm"/>
    </inkml:brush>
  </inkml:definitions>
  <inkml:trace contextRef="#ctx0" brushRef="#br0">0 199 24575,'0'-1'0,"1"-1"0,-1 1 0,1-1 0,-1 1 0,1 0 0,-1 0 0,1-1 0,0 1 0,-1 0 0,1 0 0,0-1 0,0 1 0,0 0 0,0 0 0,0 0 0,0 0 0,0 0 0,0 1 0,0-1 0,1 0 0,-1 0 0,0 1 0,1-1 0,-1 1 0,0-1 0,1 1 0,2-1 0,6-1 0,1-1 0,17 0 0,-18 2 0,44-6 0,-15 1 0,-1 2 0,61 2 0,-96 2 0,-1 0 0,0 1 0,0-1 0,0 1 0,0 0 0,0-1 0,0 1 0,0 0 0,0 0 0,0 0 0,0 0 0,0 1 0,-1-1 0,1 0 0,0 1 0,-1-1 0,1 1 0,-1 0 0,0-1 0,0 1 0,1 0 0,-1 0 0,0 0 0,0 0 0,-1 0 0,1 0 0,0 0 0,-1 0 0,1 0 0,0 3 0,0 7 0,1 1 0,-2-1 0,0 0 0,-1 16 0,0-10 0,1-17 0,0-1 0,0 0 0,0 1 0,0-1 0,0 1 0,0-1 0,0 1 0,0-1 0,0 1 0,0-1 0,0 0 0,0 1 0,0-1 0,0 1 0,0-1 0,-1 1 0,1-1 0,0 0 0,0 1 0,0-1 0,-1 1 0,1-1 0,0 0 0,-1 1 0,1-1 0,0 0 0,-1 1 0,-6-10 0,-5-22 0,10 18 0,1 0 0,0 0 0,1 0 0,0 1 0,1-1 0,0 0 0,1 0 0,6-21 0,-7 27 0,2 0 0,-1 0 0,1 0 0,-1 0 0,2 0 0,-1 1 0,1 0 0,0 0 0,0 0 0,1 0 0,0 0 0,0 1 0,0 0 0,1 0 0,-1 1 0,12-7 0,-13 9 0,0 0 0,0 1 0,1-1 0,-1 1 0,1 0 0,-1 1 0,1-1 0,-1 1 0,1 0 0,-1 0 0,1 0 0,0 1 0,-1 0 0,1 0 0,-1 0 0,0 0 0,1 1 0,-1-1 0,0 1 0,0 0 0,0 0 0,5 4 0,-4-2 0,-1-1 0,0 0 0,0 1 0,0 0 0,0 0 0,0 0 0,-1 0 0,0 1 0,0-1 0,0 1 0,-1 0 0,1 0 0,-1 0 0,0 0 0,0 0 0,-1 0 0,0 1 0,1 7 0,-2-11 0,0 1 0,0-1 0,0 0 0,0 1 0,-1-1 0,1 0 0,-1 0 0,1 1 0,-1-1 0,0 0 0,0 0 0,0 0 0,0 0 0,0 0 0,-1 0 0,-2 3 0,-1 0 0,-1 0 0,0 0 0,-11 7 0,-15 14 0,31-26 0,0 1 0,0 0 0,1 0 0,-1-1 0,1 1 0,-1 0 0,1 0 0,-1 0 0,1 0 0,-1 0 0,1 0 0,0 0 0,0 0 0,-1 0 0,1 0 0,0 0 0,0 0 0,0 0 0,0 0 0,0 0 0,0 0 0,0 0 0,1 0 0,-1 0 0,0 0 0,0 0 0,1 0 0,0 1 0,2 2 0,-1 0 0,1 0 0,1-1 0,-1 1 0,5 3 0,13 16 0,-20-22 0,0 0 0,0 0 0,-1 0 0,1 0 0,-1 0 0,1 0 0,-1 1 0,1-1 0,-1 0 0,0 0 0,1 1 0,-1-1 0,0 0 0,0 0 0,0 1 0,0-1 0,0 0 0,-1 2 0,1-1 13,-1-1 1,1 0-1,-1 0 0,0 0 0,0 0 0,0 0 0,1 0 0,-1 0 0,0 0 1,0 0-1,0 0 0,0 0 0,-1 0 0,1-1 0,0 1 0,0-1 0,0 1 1,-1 0-1,1-1 0,0 0 0,0 1 0,-1-1 0,1 0 0,0 0 0,-3 0 1,-34-1-1721,22-2-5119</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38.433"/>
    </inkml:context>
    <inkml:brush xml:id="br0">
      <inkml:brushProperty name="width" value="0.05" units="cm"/>
      <inkml:brushProperty name="height" value="0.05" units="cm"/>
    </inkml:brush>
  </inkml:definitions>
  <inkml:trace contextRef="#ctx0" brushRef="#br0">29 111 24575,'2'1'0,"-1"-1"0,0 0 0,0 1 0,1-1 0,-1 1 0,0-1 0,0 1 0,0 0 0,0-1 0,0 1 0,0 0 0,0 0 0,0 0 0,0 0 0,0 0 0,0 0 0,0 0 0,-1 0 0,1 0 0,0 0 0,-1 0 0,1 0 0,-1 1 0,0-1 0,1 0 0,-1 0 0,0 1 0,1-1 0,-1 2 0,4 40 0,-4-40 0,0 1 0,1 30 0,-4 34 0,3-58 0,-2-1 0,1 0 0,-1 0 0,-1 0 0,1 0 0,-2 0 0,1-1 0,-9 16 0,12-24 0,-1 0 0,1 1 0,0-1 0,0 0 0,0 1 0,0-1 0,-1 0 0,1 1 0,0-1 0,0 0 0,-1 1 0,1-1 0,0 0 0,0 0 0,-1 0 0,1 1 0,0-1 0,-1 0 0,1 0 0,0 0 0,-1 1 0,1-1 0,0 0 0,-1 0 0,1 0 0,-1 0 0,1 0 0,0 0 0,-1 0 0,1 0 0,0 0 0,-1 0 0,1 0 0,0 0 0,-1 0 0,1 0 0,-1 0 0,1-1 0,0 1 0,-1 0 0,1 0 0,0 0 0,-1-1 0,1 1 0,0 0 0,0 0 0,-1 0 0,1-1 0,0 1 0,0 0 0,-1-1 0,1 1 0,0 0 0,0-1 0,0 1 0,-1 0 0,1-1 0,0 1 0,0 0 0,0-1 0,0 1 0,0 0 0,0-1 0,0 1 0,0-1 0,0 0 0,-7-27 0,5-2 0,1 0 0,2 0 0,0 0 0,2 0 0,2 0 0,0 0 0,17-50 0,-5 41 0,-17 37 0,1 0 0,0 0 0,0 1 0,1-1 0,-1 1 0,0-1 0,0 1 0,1-1 0,-1 1 0,1-1 0,-1 1 0,1 0 0,0 0 0,-1 0 0,1 0 0,0 0 0,0 0 0,2 0 0,-3 1 0,1 0 0,-1 0 0,0 1 0,1-1 0,-1 0 0,0 1 0,1-1 0,-1 1 0,0-1 0,0 1 0,0 0 0,1-1 0,-1 1 0,0 0 0,0 0 0,0 0 0,0 0 0,0 0 0,0 0 0,-1 0 0,1 0 0,0 0 0,1 3 0,15 31 0,-16-32 0,12 36-195,-1 1 0,-2 1 0,-2 0 0,-2 0 0,-1 0 0,-2 71 0,-3-86-6631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38.975"/>
    </inkml:context>
    <inkml:brush xml:id="br0">
      <inkml:brushProperty name="width" value="0.05" units="cm"/>
      <inkml:brushProperty name="height" value="0.05" units="cm"/>
    </inkml:brush>
  </inkml:definitions>
  <inkml:trace contextRef="#ctx0" brushRef="#br0">28 128 24575,'2'80'0,"0"-37"0,-2 1 0,-2-1 0,-10 65 0,2-178 0,2-97 0,9 147 0,0 0 0,1 0 0,2 0 0,0 1 0,1-1 0,10-25 0,-14 41 0,1 1 0,0-1 0,0 1 0,0 0 0,1 0 0,-1 0 0,1 0 0,0 0 0,-1 1 0,1-1 0,0 1 0,5-3 0,-7 4 0,0 1 0,0-1 0,0 1 0,0-1 0,0 1 0,0 0 0,0 0 0,0-1 0,1 1 0,-1 0 0,0 0 0,0 0 0,0 0 0,0 0 0,0 0 0,0 1 0,0-1 0,2 1 0,-2-1 0,1 1 0,-1 0 0,0 0 0,0 0 0,0 0 0,0 0 0,0 0 0,0 1 0,0-1 0,0 0 0,0 0 0,0 1 0,-1-1 0,1 0 0,-1 1 0,1-1 0,0 3 0,-1 0-80,1-1 0,-1 0-1,0 1 1,0-1 0,0 0-1,0 1 1,0-1 0,-1 1-1,0-1 1,1 0 0,-1 0 0,0 1-1,-1-1 1,1 0 0,-1 0-1,-1 3 1,-6 7-6746</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39.208"/>
    </inkml:context>
    <inkml:brush xml:id="br0">
      <inkml:brushProperty name="width" value="0.05" units="cm"/>
      <inkml:brushProperty name="height" value="0.05" units="cm"/>
    </inkml:brush>
  </inkml:definitions>
  <inkml:trace contextRef="#ctx0" brushRef="#br0">13 1 24575,'3'0'0,"2"2"0,4 1 0,-1 3 0,0 2 0,-6 2 0,-1 2 0,-3 1 0,-2 1 0,-3 1 0,0 2 0,-2 3 0,-1 0 0,0-2-8191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39.752"/>
    </inkml:context>
    <inkml:brush xml:id="br0">
      <inkml:brushProperty name="width" value="0.05" units="cm"/>
      <inkml:brushProperty name="height" value="0.05" units="cm"/>
    </inkml:brush>
  </inkml:definitions>
  <inkml:trace contextRef="#ctx0" brushRef="#br0">96 253 24575,'-2'-3'0,"0"2"0,0-1 0,0 0 0,-1 0 0,1 1 0,0-1 0,-1 1 0,-2-2 0,4 3 0,1 0 0,0 0 0,-1 0 0,1 0 0,-1-1 0,1 1 0,0 0 0,-1 0 0,1 0 0,0 0 0,-1 0 0,1 0 0,-1 0 0,1 1 0,0-1 0,-1 0 0,1 0 0,-1 0 0,1 0 0,0 0 0,-1 1 0,1-1 0,0 0 0,-1 0 0,1 1 0,-1 0 0,1 0 0,-1-1 0,1 1 0,0 0 0,0 0 0,-1-1 0,1 1 0,0 0 0,0 0 0,0 0 0,0 0 0,0-1 0,0 1 0,0 0 0,0 1 0,3 26 0,4 77 0,-7-92 0,0-1 0,-1 1 0,-1-1 0,0 0 0,-1 1 0,-4 13 0,7-25 0,-1 0 0,1 0 0,0 0 0,0 0 0,-1-1 0,1 1 0,0 0 0,-1 0 0,1 0 0,-1-1 0,1 1 0,-1 0 0,0 0 0,1-1 0,-1 1 0,0 0 0,1-1 0,-1 1 0,0-1 0,0 1 0,1-1 0,-3 1 0,3-1 0,-1 0 0,0-1 0,1 1 0,-1 0 0,1-1 0,-1 1 0,0 0 0,1-1 0,-1 1 0,1-1 0,-1 1 0,1-1 0,-1 1 0,1-1 0,-1 1 0,1-1 0,0 1 0,-1-1 0,1 0 0,0 1 0,-1-2 0,-2-5 0,0-1 0,1 1 0,-3-14 0,-2-20 0,2 0 0,1-69 0,4 90 0,2-1 0,1 0 0,0 0 0,1 1 0,1-1 0,1 1 0,11-23 0,-16 39 0,1 0 0,0 0 0,0 0 0,1 0 0,-1 0 0,1 0 0,0 1 0,0-1 0,0 1 0,0 0 0,0 0 0,1 0 0,0 0 0,-1 1 0,1-1 0,0 1 0,0 0 0,1 0 0,-1 0 0,0 1 0,0 0 0,1-1 0,-1 1 0,1 1 0,-1-1 0,1 1 0,-1 0 0,1 0 0,0 0 0,-1 1 0,1-1 0,-1 1 0,1 0 0,-1 0 0,0 1 0,1-1 0,5 4 0,-3-2 0,-1 1 0,1 0 0,-1 0 0,1 0 0,-1 1 0,-1 0 0,1 0 0,-1 0 0,0 1 0,0 0 0,0 0 0,4 7 0,-7-10 0,-1 0 0,0-1 0,0 1 0,0 0 0,0 0 0,0 0 0,0 0 0,-1 0 0,1 0 0,-1 0 0,0 0 0,0 0 0,0 0 0,-1 1 0,1-1 0,-1 0 0,1 0 0,-1 0 0,0-1 0,0 1 0,0 0 0,-1 0 0,1 0 0,-1-1 0,1 1 0,-1-1 0,0 1 0,0-1 0,0 0 0,0 1 0,-1-1 0,-2 2 0,-7 5-170,-1-1-1,-1 0 0,1 0 1,-1-2-1,0 0 0,-1 0 1,-17 4-1,-1-1-6655</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40.169"/>
    </inkml:context>
    <inkml:brush xml:id="br0">
      <inkml:brushProperty name="width" value="0.05" units="cm"/>
      <inkml:brushProperty name="height" value="0.05" units="cm"/>
    </inkml:brush>
  </inkml:definitions>
  <inkml:trace contextRef="#ctx0" brushRef="#br0">1 6 24575,'0'0'0,"0"0"0,0 0 0,0-1 0,-1 1 0,1 0 0,0 0 0,0 0 0,0-1 0,0 1 0,0 0 0,1 0 0,-1 0 0,0-1 0,0 1 0,0 0 0,0 0 0,0 0 0,0 0 0,0-1 0,0 1 0,0 0 0,0 0 0,0 0 0,1 0 0,-1-1 0,0 1 0,0 0 0,0 0 0,0 0 0,1 0 0,-1 0 0,0 0 0,0-1 0,0 1 0,0 0 0,1 0 0,-1 0 0,8 4 0,4 12 0,-3 34 0,0 1 0,-8-47 0,0 0 0,0 0 0,1-1 0,0 1 0,0-1 0,0 1 0,0-1 0,0 0 0,1 0 0,4 5 0,-6-7 0,-1 0 0,1-1 0,0 1 0,-1-1 0,1 1 0,0-1 0,-1 1 0,1-1 0,0 0 0,0 1 0,0-1 0,-1 0 0,1 1 0,0-1 0,0 0 0,0 0 0,0 0 0,-1 0 0,1 0 0,0 0 0,0 0 0,0 0 0,0 0 0,-1 0 0,1 0 0,0-1 0,0 1 0,1-1 0,-1 0 0,1 0 0,0 0 0,-1-1 0,1 1 0,-1-1 0,1 1 0,-1-1 0,0 0 0,0 0 0,0 1 0,1-4 0,2-3 0,-1-1 0,0 1 0,0-1 0,2-13 0,-5 19 0,1-1 0,-1 1 0,0-1 0,0 0 0,-1 1 0,1-1 0,-2-5 0,2 9 0,0-1 0,0 1 0,0 0 0,0 0 0,0 0 0,0-1 0,0 1 0,0 0 0,-1 0 0,1 0 0,0-1 0,0 1 0,0 0 0,0 0 0,0 0 0,0 0 0,-1-1 0,1 1 0,0 0 0,0 0 0,0 0 0,-1 0 0,1 0 0,0 0 0,0 0 0,0 0 0,-1-1 0,1 1 0,0 0 0,0 0 0,0 0 0,-1 0 0,1 0 0,0 0 0,0 0 0,-1 0 0,1 0 0,0 0 0,0 0 0,-1 1 0,-11 15 0,-6 24-273,2 0 0,1 1 0,2 1 0,-11 64 0,20-77-6553</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40.369"/>
    </inkml:context>
    <inkml:brush xml:id="br0">
      <inkml:brushProperty name="width" value="0.05" units="cm"/>
      <inkml:brushProperty name="height" value="0.05" units="cm"/>
    </inkml:brush>
  </inkml:definitions>
  <inkml:trace contextRef="#ctx0" brushRef="#br0">60 23 24575,'0'-3'0,"0"-2"0,0-4 0,-2 3 0,-1 7 0,0 5 0,-2 7 0,0 9 0,-2 7 0,1 6 0,1 4 0,-1 3 0,1 1 0,-2 1 0,1-8-8191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40.882"/>
    </inkml:context>
    <inkml:brush xml:id="br0">
      <inkml:brushProperty name="width" value="0.05" units="cm"/>
      <inkml:brushProperty name="height" value="0.05" units="cm"/>
    </inkml:brush>
  </inkml:definitions>
  <inkml:trace contextRef="#ctx0" brushRef="#br0">1 153 24575,'4'-4'0,"0"1"0,0 0 0,0 1 0,0-1 0,0 1 0,1 0 0,-1 0 0,1 0 0,0 0 0,-1 1 0,1 0 0,0 0 0,6 0 0,9-1 0,40 3 0,-27 0 0,-18-1 0,-4 1 0,0-1 0,0-1 0,1 1 0,13-4 0,-23 3 0,1 1 0,-1-1 0,0 0 0,0 0 0,1 1 0,-1-2 0,0 1 0,0 0 0,0 0 0,0-1 0,-1 1 0,1-1 0,0 1 0,0-1 0,-1 0 0,1 1 0,-1-1 0,0 0 0,1 0 0,-1 0 0,0 0 0,0-1 0,0 1 0,-1 0 0,1 0 0,0-3 0,0-2 0,0 1 0,0 0 0,-1 0 0,1 0 0,-2 0 0,1-1 0,-1 1 0,0 0 0,-2-10 0,3 15 0,-1 1 0,1 0 0,0 0 0,0 0 0,0 0 0,0-1 0,0 1 0,0 0 0,0 0 0,-1 0 0,1 0 0,0 0 0,0-1 0,0 1 0,0 0 0,0 0 0,-1 0 0,1 0 0,0 0 0,0 0 0,0 0 0,-1 0 0,1 0 0,0 0 0,0 0 0,0 0 0,-1 0 0,1 0 0,0 0 0,0 0 0,0 0 0,0 0 0,-1 0 0,1 0 0,0 0 0,0 0 0,-1 0 0,-7 7 0,-5 14 0,11-20 0,-19 37 0,-25 57 0,37-73 0,1 0 0,1 1 0,1 0 0,-3 31 0,8-53 0,1 0 0,0 0 0,0 0 0,0 0 0,0 0 0,0 1 0,0-1 0,0 0 0,0 0 0,0 0 0,0 0 0,1 0 0,-1 0 0,0 0 0,1 0 0,-1 0 0,1-1 0,-1 1 0,1 0 0,-1 0 0,2 1 0,-1-1 0,0-1 0,0 1 0,0-1 0,0 0 0,0 0 0,0 1 0,0-1 0,0 0 0,0 0 0,0 0 0,0 0 0,-1 0 0,1 0 0,0 0 0,0 0 0,0-1 0,0 1 0,2-1 0,5-2 0,0-1 0,0 0 0,15-10 0,-16 9 0,-4 3 29,0 0-1,-1 1 1,1-1-1,0 1 0,0 0 1,0 0-1,0 0 1,1 0-1,-1 0 1,0 0-1,4 1 1,-6 0-78,0 0 0,0 0 0,0 1 1,0-1-1,0 1 0,0-1 0,0 1 0,0-1 1,0 1-1,0 0 0,0-1 0,0 1 1,-1 0-1,1 0 0,0 0 0,0-1 1,-1 1-1,1 0 0,-1 0 0,1 0 1,-1 0-1,1 0 0,-1 0 0,1 0 1,-1 0-1,0 0 0,0 1 0,1-1 1,-1 0-1,0 0 0,0 0 0,0 0 0,0 0 1,-1 2-1,2 9-6777</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41.286"/>
    </inkml:context>
    <inkml:brush xml:id="br0">
      <inkml:brushProperty name="width" value="0.05" units="cm"/>
      <inkml:brushProperty name="height" value="0.05" units="cm"/>
    </inkml:brush>
  </inkml:definitions>
  <inkml:trace contextRef="#ctx0" brushRef="#br0">73 129 24575,'1'0'0,"-1"0"0,1-1 0,-1 1 0,1-1 0,-1 1 0,1-1 0,-1 0 0,1 1 0,-1-1 0,1 1 0,-1-1 0,0 0 0,1 1 0,-1-1 0,0 0 0,0 0 0,1 1 0,-1-1 0,0 0 0,0 0 0,0 1 0,0-1 0,0 0 0,0 1 0,0-1 0,0 0 0,-1-1 0,1 2 0,-1 0 0,1 0 0,-1-1 0,1 1 0,-1 0 0,1 0 0,-1 0 0,1 0 0,-1 0 0,1 0 0,-1 0 0,0 0 0,1 0 0,-1 0 0,1 0 0,-1 0 0,1 0 0,-1 0 0,1 0 0,-1 1 0,1-1 0,-1 0 0,1 0 0,-1 1 0,1-1 0,-1 0 0,1 1 0,-1-1 0,1 0 0,0 1 0,-1-1 0,1 1 0,0-1 0,-1 1 0,1-1 0,0 0 0,-1 2 0,-7 7 0,1 0 0,-1 1 0,1 0 0,1 1 0,0 0 0,-5 13 0,9-20 0,1 0 0,0 1 0,-1-1 0,2 0 0,-1 1 0,0-1 0,1 1 0,0-1 0,0 6 0,1-8 0,-1 0 0,1 1 0,-1-1 0,1 0 0,0 0 0,0 0 0,0 0 0,0 0 0,0 0 0,0 0 0,0 0 0,1-1 0,-1 1 0,1 0 0,-1-1 0,1 1 0,0-1 0,-1 1 0,3 0 0,-1 0 0,0-1 0,-1 1 0,1-1 0,0 0 0,0 0 0,0 0 0,-1-1 0,1 1 0,0-1 0,0 1 0,0-1 0,0 0 0,0 0 0,0 0 0,0 0 0,5-2 0,-3 1 0,0-1 0,-1 0 0,1 0 0,-1 0 0,1 0 0,-1-1 0,0 0 0,0 0 0,5-4 0,-2 0 0,0 0 0,0-1 0,-1 1 0,0-1 0,-1 0 0,1-1 0,-2 0 0,1 1 0,4-17 0,-6 17 0,-1 0 0,0 0 0,-1 0 0,0-1 0,0 1 0,-1-1 0,0 1 0,-1 0 0,1-1 0,-4-12 0,3 17 0,0 1 0,-1-1 0,1 0 0,-1 1 0,0-1 0,0 1 0,0 0 0,0-1 0,0 1 0,-1 0 0,0 0 0,1 1 0,-1-1 0,0 0 0,0 1 0,-1 0 0,1 0 0,0 0 0,-1 0 0,1 0 0,-1 1 0,0-1 0,1 1 0,-7-1 0,4 1-72,1 0 1,-1 1-1,1-1 0,-1 1 0,0 1 0,1-1 0,-1 1 0,1 0 1,-1 0-1,1 0 0,-1 1 0,1 0 0,0 0 0,-1 0 0,1 1 1,1-1-1,-1 1 0,-5 4 0,-4 5-6754</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41.768"/>
    </inkml:context>
    <inkml:brush xml:id="br0">
      <inkml:brushProperty name="width" value="0.05" units="cm"/>
      <inkml:brushProperty name="height" value="0.05" units="cm"/>
    </inkml:brush>
  </inkml:definitions>
  <inkml:trace contextRef="#ctx0" brushRef="#br0">1 81 24575,'1'-6'0,"0"-1"0,1 0 0,0 0 0,0 1 0,1-1 0,0 1 0,0 0 0,0-1 0,6-7 0,-9 14 0,0 0 0,0 0 0,0-1 0,0 1 0,0 0 0,1 0 0,-1-1 0,0 1 0,0 0 0,0 0 0,0 0 0,0-1 0,1 1 0,-1 0 0,0 0 0,0 0 0,0-1 0,1 1 0,-1 0 0,0 0 0,0 0 0,0 0 0,1 0 0,-1 0 0,0 0 0,0-1 0,1 1 0,-1 0 0,0 0 0,0 0 0,1 0 0,-1 0 0,0 0 0,0 0 0,1 0 0,-1 0 0,0 0 0,1 0 0,-1 1 0,0-1 0,3 12 0,-5 18 0,-27 111 0,29-140 0,-1 0 0,1-1 0,0 1 0,0 0 0,0 0 0,-1-1 0,1 1 0,0 0 0,0 0 0,0-1 0,0 1 0,0 0 0,1 0 0,-1-1 0,0 1 0,0 0 0,0 0 0,1-1 0,-1 1 0,0 0 0,1-1 0,0 2 0,-1-2 0,1 0 0,0 0 0,-1 0 0,1 0 0,-1 0 0,1 0 0,0 0 0,-1 0 0,1-1 0,-1 1 0,1 0 0,-1 0 0,1-1 0,-1 1 0,1 0 0,-1-1 0,1 1 0,-1 0 0,1-1 0,-1 1 0,1-1 0,29-32 0,-27 29 0,24-27 0,32-30 0,-49 52 0,0 0 0,1 0 0,0 1 0,0 1 0,1 0 0,0 0 0,15-4 0,-26 10 0,0 1 0,1-1 0,-1 1 0,0-1 0,1 1 0,-1 0 0,1 0 0,-1 0 0,0 0 0,1 0 0,-1 0 0,1 0 0,-1 1 0,0-1 0,1 0 0,-1 1 0,0-1 0,1 1 0,-1-1 0,0 1 0,0 0 0,1 0 0,-1-1 0,0 1 0,0 0 0,0 0 0,0 0 0,0 0 0,0 0 0,0 0 0,-1 1 0,1-1 0,0 0 0,0 0 0,-1 1 0,1-1 0,-1 0 0,1 1 0,-1-1 0,0 2 0,3 9 0,-1-1 0,0 1 0,-1 0 0,0 12 0,0-5 0,0-1 0,1 0 0,1 0 0,1 0 0,9 28 0,-13-45 10,1 0 0,-1 0 0,1 1 0,-1-1 0,1 0 0,-1 0 1,1 0-1,0 0 0,0 0 0,-1 0 0,1 0 0,0 0 0,0-1 0,0 1 0,0 0 0,2 1 0,-2-2-2,0 0 0,0 0 0,-1 0 0,1 0 1,0 0-1,0 0 0,-1 0 0,1 0 0,0 0 0,0 0 0,-1 0 0,1-1 1,0 1-1,-1 0 0,1 0 0,0-1 0,0 1 0,-1 0 0,1-1 0,0 0 1,2-2-199,0 0 0,0 0 1,0 0-1,-1 0 0,1-1 1,-1 1-1,0-1 1,2-5-1,4-9-6636</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57.834"/>
    </inkml:context>
    <inkml:brush xml:id="br0">
      <inkml:brushProperty name="width" value="0.05" units="cm"/>
      <inkml:brushProperty name="height" value="0.05" units="cm"/>
    </inkml:brush>
  </inkml:definitions>
  <inkml:trace contextRef="#ctx0" brushRef="#br0">1 45 24575,'7'-5'0,"-1"1"0,1 1 0,1-1 0,-1 1 0,0 1 0,1-1 0,-1 1 0,10-1 0,-2-1 0,-10 3 0,39-8 0,-43 8 0,1 1 0,0 0 0,0-1 0,0 1 0,0 0 0,0 0 0,0 1 0,0-1 0,-1 0 0,1 1 0,0-1 0,0 1 0,0-1 0,-1 1 0,1 0 0,0 0 0,-1 0 0,1 0 0,1 1 0,-2-1 0,-1 0 0,1 0 0,-1 0 0,1 0 0,-1 0 0,0 0 0,0 0 0,1 0 0,-1 0 0,0 0 0,0 0 0,0 0 0,0 0 0,0 0 0,0 0 0,-1 1 0,1-1 0,0 0 0,0 0 0,-1 0 0,1 0 0,-1 0 0,1-1 0,-1 1 0,1 0 0,-2 1 0,-17 24 0,17-25 0,-50 49 0,11-12 0,40-38 0,0 1 0,0 0 0,0-1 0,1 1 0,-1 0 0,0 0 0,1 0 0,-1-1 0,1 1 0,-1 0 0,1 0 0,-1 0 0,1 0 0,0 0 0,-1 0 0,1 0 0,0 0 0,0 0 0,0 0 0,0 0 0,0 1 0,0-1 0,0 0 0,1 0 0,-1-1 0,1 1 0,-1 0 0,1-1 0,-1 1 0,1-1 0,0 1 0,-1-1 0,1 1 0,0-1 0,-1 1 0,1-1 0,0 0 0,0 1 0,-1-1 0,1 0 0,0 0 0,1 1 0,7 0 0,-1 1 0,1-2 0,16 1 0,-20-1 0,120-2-1365,-107 2-5461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58.238"/>
    </inkml:context>
    <inkml:brush xml:id="br0">
      <inkml:brushProperty name="width" value="0.05" units="cm"/>
      <inkml:brushProperty name="height" value="0.05" units="cm"/>
    </inkml:brush>
  </inkml:definitions>
  <inkml:trace contextRef="#ctx0" brushRef="#br0">476 60 24575,'-5'-4'0,"-1"-1"0,1 1 0,-1 0 0,0 0 0,0 0 0,-1 1 0,1 0 0,-1 1 0,1-1 0,-1 1 0,0 0 0,0 1 0,0 0 0,0 0 0,0 0 0,0 1 0,0 0 0,0 0 0,0 1 0,0 0 0,-12 3 0,-1 1 0,1 1 0,0 1 0,0 1 0,0 0 0,1 1 0,0 2 0,1-1 0,-28 24 0,33-24 0,1 0 0,0 1 0,0 0 0,1 1 0,1 0 0,0 0 0,0 1 0,1 0 0,1 1 0,1 0 0,-1 0 0,-4 18 0,10-26 0,0 0 0,0 0 0,0 0 0,1 0 0,0 0 0,0 0 0,0 0 0,1 0 0,0 0 0,0-1 0,0 1 0,1 0 0,0 0 0,0-1 0,1 1 0,-1-1 0,1 1 0,0-1 0,1 0 0,-1 0 0,1-1 0,0 1 0,0-1 0,1 0 0,-1 0 0,1 0 0,5 3 0,4 2 0,-1-1 0,1-1 0,0 0 0,0-1 0,1-1 0,0 0 0,0-1 0,0-1 0,22 3 0,-17-4 0,1-2 0,-1 0 0,0-1 0,0 0 0,0-2 0,-1-1 0,1 0 0,-1-1 0,0-1 0,0-1 0,0-1 0,17-10 0,-23 11 0,-1-1 0,-1 0 0,1 0 0,-1-1 0,-1-1 0,0 0 0,0 0 0,-1-1 0,0 0 0,-1-1 0,-1 0 0,1 0 0,-2-1 0,0 1 0,0-1 0,-1-1 0,5-25 0,-8 31 0,0-1 0,-1 0 0,0 0 0,-1 0 0,0 0 0,-1 0 0,1 0 0,-2 0 0,1 0 0,-1 0 0,-1 0 0,-6-15 0,6 18 0,-1 0 0,1 0 0,-1 0 0,-1 0 0,1 1 0,-1 0 0,0 0 0,0 0 0,0 0 0,-1 1 0,0 0 0,0 0 0,0 1 0,0-1 0,0 1 0,-1 1 0,-7-3 0,-41-8-1365,0 5-5461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2.934"/>
    </inkml:context>
    <inkml:brush xml:id="br0">
      <inkml:brushProperty name="width" value="0.05" units="cm"/>
      <inkml:brushProperty name="height" value="0.05" units="cm"/>
    </inkml:brush>
  </inkml:definitions>
  <inkml:trace contextRef="#ctx0" brushRef="#br0">70 0 24575,'2'1'0,"-1"-1"0,1 1 0,-1-1 0,1 1 0,0 0 0,-1-1 0,0 1 0,1 0 0,-1 0 0,1 0 0,-1 0 0,0 0 0,0 1 0,0-1 0,1 0 0,-1 0 0,0 1 0,-1-1 0,1 1 0,0-1 0,0 1 0,-1-1 0,1 2 0,2 4 0,-1-1 0,1 0 0,-2 1 0,3 9 0,0 82 0,-2-23 0,6 533 0,-8-574 0,-5 115 0,-6-1 0,-42 199 0,35-266 0,5-27 0,2 0 0,-3 57 0,14-108 0,0 0 0,0-1 0,0 1 0,0 0 0,0 0 0,0 0 0,1-1 0,-1 1 0,1 0 0,0 0 0,0-1 0,0 1 0,0-1 0,1 1 0,-1-1 0,1 1 0,-1-1 0,3 3 0,-1-3 0,0 0 0,0 0 0,0 0 0,0-1 0,0 1 0,0-1 0,1 0 0,-1 0 0,0 0 0,1 0 0,-1 0 0,1-1 0,-1 0 0,5 1 0,89-1 0,103-14 0,-48 2 0,642-7-430,-168 8 128,-409-4-941,-177 8-4973</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3.992"/>
    </inkml:context>
    <inkml:brush xml:id="br0">
      <inkml:brushProperty name="width" value="0.05" units="cm"/>
      <inkml:brushProperty name="height" value="0.05" units="cm"/>
    </inkml:brush>
  </inkml:definitions>
  <inkml:trace contextRef="#ctx0" brushRef="#br0">6 73 24575,'0'0'0,"0"0"0,-1 0 0,1 0 0,0 0 0,0 0 0,0 0 0,0 0 0,0 0 0,-1 0 0,1 0 0,0 0 0,0 0 0,0 0 0,0 0 0,-1 0 0,1 0 0,0 0 0,0 0 0,0 0 0,0 0 0,0 0 0,-1 0 0,1 0 0,0 0 0,0 0 0,0-1 0,0 1 0,0 0 0,0 0 0,-1 0 0,1 0 0,0 0 0,0 0 0,0 0 0,0-1 0,0 1 0,0 0 0,0 0 0,0 0 0,0 0 0,0 0 0,0-1 0,-1 1 0,7-6 0,12-5 0,12 4 0,0 0 0,0 2 0,49-2 0,-31 3 0,418-19-276,4 23-319,-239 1 294,1569 1-268,-1790-2 749,-6-1-39,1 1 1,-1 0-1,1 0 1,-1 1 0,0 0-1,8 1 1,-11-1-123,0-1 0,0 1 0,0-1 0,0 1 0,0 0 0,0 0 0,0-1 0,-1 1 0,1 0 0,0 0 0,0 0 0,-1 0 0,1 0 0,0 0 0,-1 0 0,1 0 0,-1 0 0,0 0 0,1 0 0,-1 0 0,0 0 0,1 1 0,-1-1 0,0 0 0,0 0 0,0 0 0,0 0 0,0 1 0,-1 0 0,-9 428-19,10-349 0,-4 295 0,-3-256 0,-25 133 0,9-135 0,7-45 0,-12 144 0,28-172 0,9 58 0,-6-73 0,-3-33 0,-2 0 0,1 0 0,0 0 0,-1 0 0,1 0 0,-1 0 0,0 1 0,0-1 0,0 0 0,0 1 0,0 0 0,-1-1 0,1 1 0,-1 0 0,1 0 0,-1 1 0,-5-4 0,-2 0 0,1 0 0,-1 0 0,-1 1 0,-16-5 0,-6 2 0,0 2 0,0 1 0,-55 0 0,-102 15 0,158-9 0,-563 56-550,56-5 77,-59-14-722,498-35-4778</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4.739"/>
    </inkml:context>
    <inkml:brush xml:id="br0">
      <inkml:brushProperty name="width" value="0.05" units="cm"/>
      <inkml:brushProperty name="height" value="0.05" units="cm"/>
    </inkml:brush>
  </inkml:definitions>
  <inkml:trace contextRef="#ctx0" brushRef="#br0">381 143 24575,'-2'-15'0,"0"0"0,0 0 0,-2 0 0,-6-21 0,9 34 0,0-1 0,0 1 0,0-1 0,0 1 0,0-1 0,-1 1 0,1 0 0,-1-1 0,1 1 0,-1 0 0,0 0 0,0 0 0,0 0 0,0 1 0,0-1 0,0 0 0,-1 1 0,1 0 0,-1-1 0,-2 0 0,1 1 0,0 0 0,-1 0 0,1 1 0,0-1 0,-1 1 0,1 0 0,0 1 0,-1-1 0,1 1 0,0-1 0,-7 3 0,-2 2 0,2-1 0,-1 1 0,0 1 0,1 0 0,0 1 0,1 0 0,-19 16 0,13-7 0,1 1 0,1 1 0,0 1 0,1 0 0,1 0 0,1 1 0,1 1 0,1 0 0,0 0 0,2 1 0,0 0 0,2 0 0,0 1 0,2-1 0,0 1 0,2 0 0,1 24 0,0-40 0,1 0 0,0 0 0,0 0 0,1-1 0,-1 1 0,2 0 0,-1-1 0,1 0 0,0 1 0,0-1 0,1 0 0,-1-1 0,1 1 0,1-1 0,-1 1 0,1-1 0,6 5 0,-4-5 0,1 0 0,-1 0 0,1-1 0,0 0 0,0-1 0,1 1 0,-1-2 0,1 1 0,0-1 0,-1 0 0,1-1 0,17 1 0,-8-2 0,0-1 0,1-1 0,-1 0 0,0-1 0,0-1 0,-1-1 0,1 0 0,-1-2 0,0 0 0,-1 0 0,0-2 0,0 0 0,25-19 0,-29 18 0,1 0 0,-1-2 0,-1 1 0,0-1 0,-1-1 0,0 0 0,-1-1 0,0 1 0,-1-2 0,-1 1 0,0-1 0,-1 0 0,0-1 0,-2 1 0,5-25 0,-4-8 0,-3 0 0,-1 0 0,-9-66 0,8 253 0,-1-52 0,1-58 57,5 167-1479,-1-165-5404</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4.910"/>
    </inkml:context>
    <inkml:brush xml:id="br0">
      <inkml:brushProperty name="width" value="0.05" units="cm"/>
      <inkml:brushProperty name="height" value="0.05" units="cm"/>
    </inkml:brush>
  </inkml:definitions>
  <inkml:trace contextRef="#ctx0" brushRef="#br0">1 9 24575,'2'0'0,"4"-3"0,2 0 0,3 0 0,-1 3 0,-1 6 0,-1 3 0,-1 3 0,-2 4 0,-2 0 0,-1 0 0,-2 0 0,1-1 0,-2-2-8191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5.037"/>
    </inkml:context>
    <inkml:brush xml:id="br0">
      <inkml:brushProperty name="width" value="0.05" units="cm"/>
      <inkml:brushProperty name="height" value="0.05" units="cm"/>
    </inkml:brush>
  </inkml:definitions>
  <inkml:trace contextRef="#ctx0" brushRef="#br0">1 5 24575,'0'-4'0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5.404"/>
    </inkml:context>
    <inkml:brush xml:id="br0">
      <inkml:brushProperty name="width" value="0.05" units="cm"/>
      <inkml:brushProperty name="height" value="0.05" units="cm"/>
    </inkml:brush>
  </inkml:definitions>
  <inkml:trace contextRef="#ctx0" brushRef="#br0">44 222 24575,'3'2'0,"-1"-1"0,0 1 0,1-1 0,-1 1 0,0-1 0,1 0 0,0 0 0,-1 0 0,1-1 0,-1 1 0,1-1 0,0 1 0,0-1 0,-1 0 0,1 0 0,0 0 0,-1 0 0,1-1 0,0 1 0,0-1 0,2 0 0,-2 0 0,0 0 0,0 0 0,0 0 0,0 0 0,-1-1 0,1 1 0,0-1 0,-1 1 0,0-1 0,1 0 0,-1 0 0,0 0 0,0 0 0,0-1 0,0 1 0,0 0 0,0-1 0,2-4 0,-2-1 0,0 1 0,-1 0 0,0-1 0,0 1 0,0-1 0,-1 0 0,-1 1 0,1-1 0,-1 1 0,0-1 0,-3-9 0,2 11 0,1-1 0,-2 1 0,1 0 0,-1-1 0,0 1 0,0 1 0,0-1 0,-1 0 0,0 1 0,0 0 0,0 0 0,-1 0 0,-5-5 0,9 9 0,-1 0 0,1 0 0,-1 0 0,1 0 0,-1 1 0,1-1 0,-1 0 0,1 1 0,-1-1 0,1 0 0,-1 1 0,0 0 0,1-1 0,-1 1 0,0 0 0,1 0 0,-1 0 0,0 0 0,0 0 0,1 1 0,-1-1 0,-2 1 0,1 1 0,1-1 0,0 0 0,0 1 0,-1 0 0,1-1 0,0 1 0,0 0 0,1 0 0,-1 0 0,0 1 0,1-1 0,-3 5 0,-1 4 0,0 0 0,1 0 0,0 0 0,1 1 0,-2 15 0,1-4 114,1 0 0,1 41 0,2-55-270,1 0 1,0-1 0,1 1 0,-1-1 0,2 1 0,-1-1 0,1 0-1,0 0 1,1 0 0,7 13 0,3-3-6671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5.764"/>
    </inkml:context>
    <inkml:brush xml:id="br0">
      <inkml:brushProperty name="width" value="0.05" units="cm"/>
      <inkml:brushProperty name="height" value="0.05" units="cm"/>
    </inkml:brush>
  </inkml:definitions>
  <inkml:trace contextRef="#ctx0" brushRef="#br0">1 47 24575,'0'-47'0,"27"110"0,22 87 0,-49-150 0,0 1 0,0-1 0,0 1 0,0-1 0,0 1 0,0-1 0,0 1 0,0-1 0,1 1 0,-1-1 0,0 0 0,0 1 0,1-1 0,-1 1 0,0-1 0,1 0 0,-1 1 0,0-1 0,1 0 0,-1 1 0,1-1 0,0 1 0,4-10 0,2-30 0,-4 23 0,1-6 0,14-47 0,-17 64 0,1 1 0,0-1 0,0 1 0,0-1 0,1 1 0,-1 0 0,1 0 0,0 0 0,0 0 0,1 0 0,4-4 0,-7 8 0,0-1 0,0 1 0,-1-1 0,1 1 0,0-1 0,0 1 0,0-1 0,0 1 0,0 0 0,0 0 0,0 0 0,-1-1 0,1 1 0,0 0 0,0 0 0,0 0 0,0 0 0,0 0 0,0 1 0,0-1 0,0 0 0,0 0 0,0 1 0,0-1 0,0 0 0,-1 1 0,1-1 0,0 1 0,0-1 0,0 1 0,-1-1 0,1 1 0,0 0 0,-1-1 0,1 1 0,0 0 0,-1 0 0,1 0 0,-1-1 0,1 1 0,0 2 0,2 3 0,1 1 0,-1-1 0,-1 1 0,3 8 0,-5-14 0,10 40-455,-2 1 0,5 71 0,-11-92-6371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5.950"/>
    </inkml:context>
    <inkml:brush xml:id="br0">
      <inkml:brushProperty name="width" value="0.05" units="cm"/>
      <inkml:brushProperty name="height" value="0.05" units="cm"/>
    </inkml:brush>
  </inkml:definitions>
  <inkml:trace contextRef="#ctx0" brushRef="#br0">1 0 24575,'0'8'0,"2"8"0,1 12 0,0 11 0,0 8 0,-1 5 0,-1 2 0,-1-2 0,3-2 0,0-5 0,0-8 0,-1-10-8191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6.087"/>
    </inkml:context>
    <inkml:brush xml:id="br0">
      <inkml:brushProperty name="width" value="0.05" units="cm"/>
      <inkml:brushProperty name="height" value="0.05" units="cm"/>
    </inkml:brush>
  </inkml:definitions>
  <inkml:trace contextRef="#ctx0" brushRef="#br0">1 66 24575,'0'-2'0,"2"-3"0,4-4 0,2 1 0,3 1 0,5-1 0,3 1 0,4 3 0,3-2 0,3 1 0,-2 1-8191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13.333"/>
    </inkml:context>
    <inkml:brush xml:id="br0">
      <inkml:brushProperty name="width" value="0.05" units="cm"/>
      <inkml:brushProperty name="height" value="0.05" units="cm"/>
    </inkml:brush>
  </inkml:definitions>
  <inkml:trace contextRef="#ctx0" brushRef="#br0">61 112 24575,'-10'-10'0,"-20"-21"0,29 30 0,-1-1 0,1 1 0,0-1 0,0 0 0,0 0 0,0 1 0,0-1 0,0 0 0,1 0 0,-1 0 0,0 0 0,1 0 0,0 0 0,-1 0 0,1 0 0,0-3 0,0 4 0,1 1 0,-1-1 0,0 1 0,0-1 0,1 1 0,-1-1 0,0 1 0,1-1 0,-1 1 0,0-1 0,1 1 0,-1-1 0,1 1 0,-1 0 0,1-1 0,-1 1 0,1 0 0,-1-1 0,1 1 0,0 0 0,-1 0 0,1-1 0,-1 1 0,1 0 0,-1 0 0,1 0 0,0 0 0,-1 0 0,1 0 0,0 0 0,-1 0 0,1 0 0,0 0 0,26 5 0,-19-3 0,16 1 0,-1-1 0,1-1 0,-1-1 0,43-6 0,90-25 0,-152 29 0,-12 2 0,-15 6 0,20-4 0,0 0 0,0 0 0,1 0 0,-1 0 0,1 1 0,-1-1 0,1 1 0,0 0 0,0-1 0,0 1 0,0 0 0,1 0 0,-1 1 0,1-1 0,0 0 0,0 0 0,0 1 0,0-1 0,0 0 0,0 5 0,0 8 0,0 1 0,3 34 0,0-20 0,-1 231 0,-2-273 0,-1 1 0,-1-1 0,0 1 0,0 0 0,-1 0 0,0 0 0,0 1 0,-1-1 0,-1 1 0,-11-15 0,14 20 12,-1 0 1,0 0-1,0 0 0,0 1 0,0-1 0,-1 1 1,0 0-1,1 1 0,-1-1 0,0 1 0,0 0 1,0 0-1,0 0 0,-1 1 0,1 0 0,0 0 0,-1 0 1,1 1-1,-1-1 0,1 1 0,0 1 0,-1-1 1,1 1-1,-1 0 0,1 0 0,0 1 0,-7 2 1,4-2-99,1 1 1,1 0 0,-1 0-1,0 1 1,1 0 0,0 0-1,-1 0 1,2 1 0,-1 0-1,0 0 1,1 0 0,0 1-1,0 0 1,1 0 0,0 0-1,0 1 1,0-1 0,1 1-1,-4 9 1,3 3-6741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13.737"/>
    </inkml:context>
    <inkml:brush xml:id="br0">
      <inkml:brushProperty name="width" value="0.05" units="cm"/>
      <inkml:brushProperty name="height" value="0.05" units="cm"/>
    </inkml:brush>
  </inkml:definitions>
  <inkml:trace contextRef="#ctx0" brushRef="#br0">167 134 24575,'8'-15'0,"16"-39"0,-23 50 0,1-1 0,-1 1 0,0-1 0,0 1 0,0-1 0,-1 0 0,1 1 0,-1-1 0,-1-7 0,1 12 0,0-1 0,0 1 0,0-1 0,-1 0 0,1 1 0,0-1 0,0 1 0,-1-1 0,1 1 0,0-1 0,0 1 0,-1-1 0,1 1 0,-1 0 0,1-1 0,0 1 0,-1-1 0,1 1 0,-1 0 0,1-1 0,-1 1 0,1 0 0,-1 0 0,1-1 0,-1 1 0,1 0 0,-2 0 0,-17 2 0,-17 14 0,35-16 0,-1 2 0,-20 9 0,-37 29 0,54-36 0,0 0 0,0 0 0,1 1 0,-1-1 0,1 1 0,0 0 0,1 1 0,-1-1 0,1 1 0,0-1 0,0 1 0,-3 10 0,5-13 0,1 0 0,0 0 0,0 0 0,0 0 0,0 0 0,0 0 0,1 0 0,-1 0 0,1 0 0,0 0 0,0 0 0,0 0 0,0-1 0,0 1 0,1 0 0,-1-1 0,1 1 0,-1-1 0,5 4 0,3 5 0,1-1 0,21 16 0,-20-18 0,24 19 0,-19-16 0,0 1 0,14 16 0,-29-28 0,0 1 0,-1 0 0,1-1 0,0 1 0,-1 0 0,1 0 0,0-1 0,-1 1 0,1 0 0,-1 0 0,1 0 0,-1 0 0,0-1 0,1 1 0,-1 0 0,0 0 0,0 0 0,1 0 0,-1 0 0,0 0 0,0 0 0,0 0 0,0 0 0,0 0 0,-1 0 0,1 0 0,0 1 0,-1 0 0,0-1 0,0 0 0,-1 0 0,1 0 0,0 0 0,0 0 0,-1 0 0,1 0 0,0 0 0,-1 0 0,1 0 0,-1-1 0,1 1 0,-4 0 0,-5 2 0,-1-1 0,1-1 0,-20 1 0,-32-4-1365,33-2-5461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16.722"/>
    </inkml:context>
    <inkml:brush xml:id="br0">
      <inkml:brushProperty name="width" value="0.05" units="cm"/>
      <inkml:brushProperty name="height" value="0.05" units="cm"/>
    </inkml:brush>
  </inkml:definitions>
  <inkml:trace contextRef="#ctx0" brushRef="#br0">0 22 24575,'0'-2'0,"0"-4"0,2 0 0,4 1 0,0 3 0,-1 5 0,0 6 0,-3 7 0,0 5 0,-1 4 0,-1 4 0,0 3 0,0 3 0,0 0 0,-1-1 0,1-2 0,0-5-8191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17.188"/>
    </inkml:context>
    <inkml:brush xml:id="br0">
      <inkml:brushProperty name="width" value="0.05" units="cm"/>
      <inkml:brushProperty name="height" value="0.05" units="cm"/>
    </inkml:brush>
  </inkml:definitions>
  <inkml:trace contextRef="#ctx0" brushRef="#br0">1 292 24575,'0'-12'0,"0"0"0,2 0 0,-1 0 0,1 0 0,1 1 0,0-1 0,1 1 0,0 0 0,1 0 0,0 0 0,1 1 0,0-1 0,0 1 0,1 1 0,1-1 0,9-9 0,-6 9 0,1 0 0,-1 1 0,1 0 0,1 1 0,0 0 0,0 1 0,0 1 0,1 0 0,0 1 0,0 0 0,1 1 0,23-3 0,-31 6 0,0 0 0,1 1 0,-1 0 0,0 1 0,0 0 0,1 0 0,-1 0 0,0 1 0,0 0 0,0 0 0,0 1 0,-1 0 0,1 0 0,-1 1 0,8 4 0,-11-5 0,0-1 0,0 1 0,1-1 0,-2 1 0,1 0 0,0 0 0,-1 0 0,1 1 0,-1-1 0,0 1 0,0-1 0,0 1 0,-1 0 0,1-1 0,-1 1 0,0 0 0,0 0 0,0 0 0,-1 0 0,1 0 0,-1 0 0,0 0 0,0 0 0,0 0 0,-1 1 0,0-1 0,1 0 0,-3 6 0,-2 0 0,1 0 0,-1 0 0,-1 0 0,0-1 0,0 1 0,-1-2 0,0 1 0,0-1 0,-1 0 0,-12 10 0,-12 7 0,-52 31 0,57-39 0,7-6 0,-8 7 0,28-18 0,0 0 0,-1 0 0,1 0 0,0 1 0,0-1 0,0 0 0,0 0 0,0 0 0,0 0 0,-1 0 0,1 0 0,0 1 0,0-1 0,0 0 0,0 0 0,0 0 0,0 0 0,0 0 0,0 1 0,0-1 0,0 0 0,0 0 0,0 0 0,0 0 0,0 1 0,0-1 0,0 0 0,0 0 0,0 0 0,0 0 0,0 1 0,0-1 0,0 0 0,0 0 0,0 0 0,0 0 0,0 1 0,0-1 0,0 0 0,1 0 0,-1 0 0,0 0 0,0 0 0,0 0 0,0 1 0,1-1 0,10 4 0,15-2 0,-26-2 0,11 0 0,24 1 0,-1 1 0,34 7 0,-59-7 0,0 0 0,0 0 0,-1 1 0,1 0 0,-1 0 0,1 1 0,-1 0 0,0 1 0,-1 0 0,1 0 0,-1 1 0,12 11 0,-17-16 0,-1 1 0,0-1 0,1 1 0,-1-1 0,0 1 0,0-1 0,0 1 0,0 0 0,0 0 0,0-1 0,-1 1 0,1 0 0,-1 0 0,1 0 0,-1 0 0,0 0 0,1 0 0,-1 0 0,0 0 0,0 0 0,-1 2 0,0-2 0,1 0 0,-1 0 0,0-1 0,0 1 0,-1 0 0,1 0 0,0-1 0,0 1 0,-1-1 0,1 1 0,-1-1 0,0 0 0,1 0 0,-1 1 0,0-1 0,-3 1 0,-4 2 0,-1 0 0,-1 0 0,1-1 0,0-1 0,-1 0 0,-15 1 0,13-2-114,0 0 1,0-1-1,0-1 0,0 0 0,0-1 1,0 0-1,1-1 0,-1 0 0,1-1 1,0 0-1,-23-13 0,11 1-6712</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17.542"/>
    </inkml:context>
    <inkml:brush xml:id="br0">
      <inkml:brushProperty name="width" value="0.05" units="cm"/>
      <inkml:brushProperty name="height" value="0.05" units="cm"/>
    </inkml:brush>
  </inkml:definitions>
  <inkml:trace contextRef="#ctx0" brushRef="#br0">12 8 24575,'1'6'0,"1"0"0,0 0 0,0-1 0,0 1 0,1-1 0,-1 1 0,1-1 0,6 8 0,1 3 0,4 6 0,12 22 0,-25-43 0,0 1 0,0 0 0,0 0 0,-1 0 0,1-1 0,-1 1 0,1 0 0,-1 0 0,0 0 0,0 0 0,0 0 0,0 0 0,0 0 0,0 0 0,-1 0 0,1 0 0,-1 0 0,1-1 0,-1 1 0,-1 2 0,2-2 0,-1-1 0,0 0 0,0 0 0,0 0 0,0 0 0,0 0 0,0-1 0,0 1 0,-1 0 0,1 0 0,0-1 0,0 1 0,-1-1 0,1 1 0,0-1 0,-1 1 0,1-1 0,0 0 0,-1 0 0,1 0 0,-1 0 0,1 0 0,0 0 0,-1 0 0,1 0 0,0 0 0,-1-1 0,1 1 0,-1 0 0,1-1 0,0 1 0,0-1 0,-1 0 0,1 1 0,0-1 0,0 0 0,0 0 0,-1-1 0,-2 0 0,1 0 0,0-1 0,0 1 0,0-1 0,0 0 0,0 0 0,0 0 0,1 0 0,0-1 0,-1 1 0,1-1 0,-1-4 0,2 6 0,0-1 0,1 1 0,-1-1 0,1 0 0,0 1 0,0-1 0,0 1 0,0-1 0,1 0 0,-1 1 0,1-1 0,-1 1 0,1-1 0,0 1 0,2-5 0,0 2 0,-1 1 0,1 0 0,1-1 0,-1 1 0,1 1 0,-1-1 0,7-5 0,5-2 0,1 1 0,1 0 0,21-10 0,-35 19 0,17-8-1365,-1 2-5461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17.880"/>
    </inkml:context>
    <inkml:brush xml:id="br0">
      <inkml:brushProperty name="width" value="0.05" units="cm"/>
      <inkml:brushProperty name="height" value="0.05" units="cm"/>
    </inkml:brush>
  </inkml:definitions>
  <inkml:trace contextRef="#ctx0" brushRef="#br0">129 4 24575,'-4'0'0,"0"1"0,0 0 0,1 0 0,-1 0 0,0 0 0,1 0 0,-1 1 0,1-1 0,-1 1 0,1 0 0,0 0 0,0 0 0,-1 1 0,2-1 0,-1 1 0,0 0 0,0 0 0,1 0 0,0 0 0,-1 0 0,1 0 0,1 1 0,-3 4 0,-5 9 0,2 1 0,1 0 0,-6 24 0,11-39 0,1-2 0,-7 24 0,-3 26 0,9-45 0,1 0 0,-1 0 0,1 0 0,0 0 0,0 0 0,1 0 0,0 0 0,0-1 0,0 1 0,4 10 0,-4-15 0,0 0 0,-1 0 0,1 1 0,0-1 0,-1 0 0,1 0 0,0 0 0,0 0 0,0 0 0,0 0 0,0 0 0,0 0 0,1-1 0,-1 1 0,0 0 0,0 0 0,0-1 0,1 1 0,-1-1 0,0 0 0,1 1 0,1-1 0,0 0 0,-1 0 0,1 0 0,0 0 0,0 0 0,-1-1 0,1 1 0,0-1 0,-1 0 0,1 0 0,4-2 0,2-3 0,0 1 0,0-1 0,0-1 0,13-12 0,-16 12 0,1 0 0,-2 0 0,1-1 0,-1 0 0,-1 0 0,1 0 0,-1 0 0,-1-1 0,1 1 0,3-17 0,-5 13 0,0 1 0,0-1 0,-1 0 0,-1 0 0,0 1 0,0-1 0,-1 0 0,-3-12 0,4 21-62,-1 0 0,1 0 0,-1 0 0,0 0 0,0 1 0,0-1 0,-1 0 0,1 1 0,-1-1 0,1 1 0,-1-1 0,0 1-1,0 0 1,0 0 0,0 0 0,0 0 0,0 0 0,0 0 0,-1 1 0,1-1 0,-6-1 0,-4-1-6764</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18.423"/>
    </inkml:context>
    <inkml:brush xml:id="br0">
      <inkml:brushProperty name="width" value="0.05" units="cm"/>
      <inkml:brushProperty name="height" value="0.05" units="cm"/>
    </inkml:brush>
  </inkml:definitions>
  <inkml:trace contextRef="#ctx0" brushRef="#br0">31 45 24575,'4'0'0,"3"1"0,-10 11 0,-4 9 0,-1 0 0,1 1 0,-7 32 0,13-48 0,1-1 0,-1 1 0,1 0 0,0-1 0,0 1 0,0 0 0,1-1 0,0 1 0,0 0 0,0-1 0,1 1 0,0-1 0,0 0 0,0 0 0,4 6 0,-5-9 0,0-1 0,0 0 0,0 1 0,0-1 0,0 0 0,0 0 0,0 1 0,0-1 0,0 0 0,1 0 0,-1 0 0,0-1 0,1 1 0,-1 0 0,0 0 0,1-1 0,-1 1 0,1-1 0,0 1 0,-1-1 0,1 0 0,-1 1 0,3-1 0,-2-1 0,0 1 0,0-1 0,0 1 0,1-1 0,-1 0 0,0 0 0,0 0 0,0 0 0,0 0 0,0-1 0,-1 1 0,1-1 0,0 1 0,1-3 0,4-4 0,0 0 0,-1-1 0,0 0 0,0 0 0,7-17 0,9-35 0,-12 34 0,14-30 0,-24 56 0,0 0 0,0 0 0,1 1 0,-1-1 0,1 0 0,-1 0 0,1 1 0,-1-1 0,1 0 0,-1 1 0,1-1 0,-1 0 0,1 1 0,0-1 0,-1 1 0,1-1 0,1 0 0,-1 1 0,-1 0 0,0 1 0,1-1 0,-1 0 0,0 0 0,1 1 0,-1-1 0,0 0 0,1 0 0,-1 1 0,0-1 0,0 0 0,1 1 0,-1-1 0,0 1 0,0-1 0,0 0 0,0 1 0,0-1 0,1 0 0,-1 1 0,0-1 0,0 1 0,0-1 0,0 1 0,2 41 0,-2-33 0,0-2 0,1-1 0,-1 1 0,1-1 0,1 1 0,-1-1 0,1 0 0,0 0 0,1 1 0,-1-1 0,8 10 0,-9-13 0,1-1 0,1 0 0,-1 1 0,0-1 0,0 0 0,1 0 0,-1 0 0,1-1 0,0 1 0,-1-1 0,1 1 0,0-1 0,0 0 0,0 0 0,0 0 0,0-1 0,0 1 0,0 0 0,0-1 0,0 0 0,1 0 0,-1 0 0,0 0 0,0-1 0,3 0 0,0 0 0,0 0 0,1-1 0,-1 0 0,-1 0 0,1 0 0,0-1 0,0 0 0,-1 0 0,0 0 0,0-1 0,0 1 0,0-1 0,0-1 0,-1 1 0,1-1 0,-1 1 0,4-7 0,-4 4 0,0 0 0,-1 0 0,0 0 0,0 0 0,0 0 0,-1-1 0,0 1 0,0-1 0,-1 0 0,0 0 0,-1 1 0,1-1 0,-2-10 0,1 16-62,0 0 0,0 1 0,0-1 0,-1 0 0,1 1 0,-1-1 0,1 0 0,-1 1 0,1-1 0,-1 1 0,0-1 0,0 1-1,1-1 1,-1 1 0,0 0 0,-1-1 0,1 1 0,0 0 0,0 0 0,0 0 0,-3-2 0,-5-1-6764</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18.768"/>
    </inkml:context>
    <inkml:brush xml:id="br0">
      <inkml:brushProperty name="width" value="0.05" units="cm"/>
      <inkml:brushProperty name="height" value="0.05" units="cm"/>
    </inkml:brush>
  </inkml:definitions>
  <inkml:trace contextRef="#ctx0" brushRef="#br0">120 100 24575,'2'0'0,"0"-1"0,-1 1 0,1-1 0,-1 1 0,1-1 0,-1 0 0,0 0 0,1 1 0,-1-1 0,1 0 0,-1 0 0,0 0 0,0-1 0,0 1 0,0 0 0,0 0 0,0-1 0,0 1 0,0 0 0,0-1 0,-1 1 0,2-3 0,-1 3 0,0-1 0,0 0 0,-1 0 0,1 0 0,0 0 0,-1 0 0,0 0 0,1-1 0,-1 1 0,0 0 0,0 0 0,0 0 0,0 0 0,0 0 0,0 0 0,-2-3 0,1 2 0,-1 1 0,1-1 0,-1 1 0,0 0 0,0 0 0,0 0 0,0 0 0,-1 0 0,1 1 0,0-1 0,-1 0 0,1 1 0,-1 0 0,1 0 0,-4-2 0,1 2 0,0-1 0,-1 1 0,1 0 0,0 1 0,0-1 0,0 1 0,0 0 0,-9 1 0,11-1 0,-1 1 0,1-1 0,-1 1 0,1 0 0,0 0 0,0 1 0,-1-1 0,1 1 0,0-1 0,0 1 0,0 0 0,-4 4 0,6-5 0,-1 1 0,1-1 0,0 1 0,-1 0 0,1 0 0,0 0 0,0-1 0,1 1 0,-1 0 0,0 0 0,0 0 0,1 0 0,0 1 0,-1-1 0,1 0 0,0 0 0,0 0 0,0 0 0,0 0 0,0 0 0,1 4 0,4 10 0,0 0 0,1-1 0,1 0 0,0 0 0,1-1 0,15 21 0,-11-16 0,0 0 0,13 31 0,-25-48 9,1-1-1,-1 0 1,1 1-1,-1-1 1,0 1-1,0-1 1,1 1 0,-1-1-1,0 1 1,-1-1-1,1 1 1,0-1-1,0 1 1,0-1-1,-1 1 1,1-1-1,-1 0 1,1 1-1,-1-1 1,0 0-1,0 1 1,1-1 0,-1 0-1,0 0 1,0 0-1,0 1 1,0-1-1,0 0 1,0-1-1,-1 1 1,1 0-1,0 0 1,0 0-1,-1-1 1,1 1-1,0 0 1,-1-1 0,1 1-1,-2-1 1,-4 2-223,1 0 1,0 0 0,-1-1-1,1 0 1,-1-1 0,1 1-1,-11-2 1,-1-1-6613</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19.134"/>
    </inkml:context>
    <inkml:brush xml:id="br0">
      <inkml:brushProperty name="width" value="0.05" units="cm"/>
      <inkml:brushProperty name="height" value="0.05" units="cm"/>
    </inkml:brush>
  </inkml:definitions>
  <inkml:trace contextRef="#ctx0" brushRef="#br0">58 150 24575,'2'-1'0,"1"0"0,0 0 0,-1 0 0,1-1 0,-1 1 0,1-1 0,-1 0 0,0 0 0,0 0 0,1 0 0,-2 0 0,5-5 0,5-4 0,-3 5 0,0 1 0,0 0 0,0 1 0,15-6 0,-17 8 0,0 0 0,0 0 0,-1-1 0,1 0 0,-1 0 0,1 0 0,-1-1 0,0 0 0,0 0 0,-1 0 0,8-9 0,-12 12 0,1 1 0,-1-1 0,1 1 0,-1-1 0,0 0 0,0 1 0,1-1 0,-1 0 0,0 1 0,0-1 0,0 0 0,0 1 0,0-1 0,0 0 0,0 1 0,0-1 0,0 0 0,0 1 0,0-1 0,0 0 0,0 1 0,0-1 0,-1 0 0,1 1 0,0-1 0,-1 0 0,0 0 0,0-1 0,0 1 0,0 0 0,0 0 0,0 1 0,-1-1 0,1 0 0,0 0 0,-1 1 0,1-1 0,-3-1 0,-1 1 0,0 0 0,0-1 0,0 2 0,0-1 0,0 0 0,-7 1 0,3 2 17,0 0-1,1 0 0,-1 0 0,1 1 1,0 1-1,0-1 0,0 1 0,0 1 1,1-1-1,-1 1 0,1 0 0,1 1 1,-1 0-1,1 0 0,0 1 0,0-1 1,0 1-1,1 0 0,0 1 0,-3 7 1,5-9-44,0 0 1,0 0 0,1 0 0,0 0-1,1 0 1,-1 0 0,1 1 0,0-1-1,1 1 1,-1-1 0,1 0-1,1 10 1,0-11-54,0 0 0,1 0-1,-1-1 1,1 1 0,0 0-1,0 0 1,1-1 0,-1 1-1,1-1 1,0 0 0,0 0 0,1 0-1,-1 0 1,1 0 0,0-1-1,8 6 1,9 5-6746</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19.443"/>
    </inkml:context>
    <inkml:brush xml:id="br0">
      <inkml:brushProperty name="width" value="0.05" units="cm"/>
      <inkml:brushProperty name="height" value="0.05" units="cm"/>
    </inkml:brush>
  </inkml:definitions>
  <inkml:trace contextRef="#ctx0" brushRef="#br0">1 78 24575,'6'-13'0,"14"-26"0,-19 37 0,1 0 0,-1 0 0,0 0 0,1 0 0,-1 0 0,1 1 0,0-1 0,0 0 0,-1 1 0,1 0 0,0-1 0,0 1 0,0 0 0,4-1 0,-5 2 0,0 0 0,-1 0 0,1 0 0,0 0 0,0 0 0,-1 0 0,1 1 0,0-1 0,0 0 0,-1 1 0,1-1 0,0 0 0,-1 1 0,1-1 0,0 1 0,-1-1 0,1 1 0,-1-1 0,1 1 0,0 0 0,-1-1 0,0 1 0,1 0 0,-1-1 0,1 1 0,-1 0 0,0-1 0,1 1 0,-1 0 0,0 0 0,0 1 0,7 28 0,-7-29 0,2 15 0,-1 1 0,-1 0 0,-1-1 0,0 1 0,-1-1 0,0 1 0,-2-1 0,0 0 0,-1 0 0,-10 24 0,14-38 0,-1 1 0,1-1 0,-1 1 0,1-1 0,-1 1 0,0-1 0,-3 2 0,-4-1 0,9-4 0,-1 1 0,1 0 0,-1-1 0,1 1 0,-1-1 0,1 0 0,-1 1 0,1-1 0,-1 1 0,1-1 0,0 0 0,-1 1 0,1-1 0,0 1 0,0-1 0,0 0 0,-1-1 0,0-6 0,0 0 0,0 0 0,1 0 0,0 0 0,0 0 0,1 0 0,0 0 0,0 0 0,1 0 0,0 1 0,3-9 0,0 2 0,1 1 0,0-1 0,1 1 0,0 1 0,12-16 0,-15 23 31,0-1 0,1 1 0,0 0 0,0 1 0,0-1 0,1 1 0,0 0 0,-1 0 1,1 1-1,9-4 0,-12 6-100,0 0 1,0 0 0,1 0 0,-1 0-1,0 1 1,0 0 0,0-1-1,0 1 1,1 0 0,-1 1 0,0-1-1,0 1 1,0-1 0,0 1 0,0 0-1,0 0 1,0 0 0,0 0 0,0 1-1,0-1 1,0 1 0,-1 0-1,1 0 1,2 3 0,7 6-6758</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20.438"/>
    </inkml:context>
    <inkml:brush xml:id="br0">
      <inkml:brushProperty name="width" value="0.05" units="cm"/>
      <inkml:brushProperty name="height" value="0.05" units="cm"/>
    </inkml:brush>
  </inkml:definitions>
  <inkml:trace contextRef="#ctx0" brushRef="#br0">56 10 24575,'-1'0'0,"1"0"0,0-1 0,0 1 0,0 0 0,0-1 0,0 1 0,0 0 0,0-1 0,0 1 0,0 0 0,0-1 0,0 1 0,0 0 0,0-1 0,0 1 0,1 0 0,-1-1 0,0 1 0,0 0 0,0 0 0,0-1 0,0 1 0,1 0 0,-1-1 0,0 1 0,0 0 0,1 0 0,-1 0 0,0-1 0,0 1 0,1 0 0,-1 0 0,0 0 0,0 0 0,1-1 0,-1 1 0,1 0 0,-1 0 0,1 1 0,-1-1 0,1 0 0,-1 0 0,1 1 0,-1-1 0,0 1 0,1-1 0,-1 0 0,0 1 0,1-1 0,-1 1 0,0-1 0,1 1 0,-1-1 0,0 1 0,0-1 0,0 1 0,0-1 0,1 1 0,-1-1 0,0 1 0,0 0 0,1 10 0,-1 0 0,0 0 0,0 0 0,-1-1 0,-4 22 0,-20 55 0,6-24 0,13-40 0,3-15 0,0 1 0,1-1 0,0 1 0,1 0 0,-1 11 0,2-18 0,0 0 0,1 1 0,-1-1 0,0 0 0,1-1 0,-1 1 0,1 0 0,0 0 0,-1 0 0,1 0 0,0 0 0,0 0 0,0-1 0,1 1 0,-1-1 0,0 1 0,1-1 0,-1 1 0,1-1 0,-1 0 0,1 1 0,0-1 0,-1 0 0,1 0 0,0 0 0,0 0 0,0-1 0,2 2 0,15 3 0,0 0 0,0-1 0,32 2 0,62-3 0,-75-2 0,9 0 0,70 1 0,120-14 0,-208 7-1365,-7 0-5461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21.010"/>
    </inkml:context>
    <inkml:brush xml:id="br0">
      <inkml:brushProperty name="width" value="0.05" units="cm"/>
      <inkml:brushProperty name="height" value="0.05" units="cm"/>
    </inkml:brush>
  </inkml:definitions>
  <inkml:trace contextRef="#ctx0" brushRef="#br0">0 17 24575,'0'-1'0,"0"1"0,1-1 0,-1 1 0,0-1 0,0 1 0,1-1 0,-1 1 0,0-1 0,1 1 0,-1-1 0,0 1 0,1-1 0,-1 1 0,1 0 0,-1-1 0,0 1 0,1 0 0,-1-1 0,1 1 0,-1 0 0,1 0 0,0-1 0,-1 1 0,1 0 0,-1 0 0,1 0 0,-1 0 0,2 0 0,18-3 0,-16 3 0,290-3 0,-164 4 0,404 0 0,-525-2 0,-4 1 0,0 0 0,0 0 0,0 1 0,0-1 0,8 3 0,-12-3 0,0 0 0,0 1 0,0-1 0,0 1 0,0-1 0,0 1 0,0 0 0,0-1 0,0 1 0,0 0 0,0 0 0,-1 0 0,1 0 0,0-1 0,0 1 0,-1 0 0,1 0 0,-1 0 0,1 0 0,-1 1 0,1-1 0,-1 0 0,0 0 0,0 0 0,1 0 0,-1 0 0,0 0 0,0 1 0,0 0 0,-9 181 0,9-72 0,0-109 0,0-1 0,-1 1 0,1-1 0,0 0 0,-1 1 0,1-1 0,-1 0 0,0 1 0,1-1 0,-1 0 0,0 0 0,0 0 0,0 0 0,0 0 0,0 1 0,0-2 0,0 1 0,0 0 0,0 0 0,-1 0 0,1 0 0,0-1 0,-1 1 0,1-1 0,0 1 0,-1-1 0,1 1 0,0-1 0,-1 0 0,-2 0 0,-5 2 0,-1-2 0,0 0 0,-16-1 0,8 0 0,-148-1-1365,104 2-5461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7.002"/>
    </inkml:context>
    <inkml:brush xml:id="br0">
      <inkml:brushProperty name="width" value="0.05" units="cm"/>
      <inkml:brushProperty name="height" value="0.05" units="cm"/>
    </inkml:brush>
  </inkml:definitions>
  <inkml:trace contextRef="#ctx0" brushRef="#br0">0 113 24575,'8'-1'0,"0"0"0,-1-1 0,1 0 0,-1 0 0,11-4 0,16-5 0,45-2 0,1 4 0,109 0 0,-96 6 0,1314-1-3360,-783 10 2383,-417-5 929,1023 0-1421,-1-26 513,-1178 23 1280,22 0 1110,79-13-1,-133 10 120,-12 2-911,-9 0-814,-7 1-6423</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7.250"/>
    </inkml:context>
    <inkml:brush xml:id="br0">
      <inkml:brushProperty name="width" value="0.05" units="cm"/>
      <inkml:brushProperty name="height" value="0.05" units="cm"/>
    </inkml:brush>
  </inkml:definitions>
  <inkml:trace contextRef="#ctx0" brushRef="#br0">0 0 24575,'3'0'0,"2"0"0,6 3 0,6 2 0,6 4 0,5 2 0,3 4 0,2 2 0,1 3 0,-6-5 0,-4 3 0,-5 3 0,-5 2 0,-8 3 0,-9 1 0,-9-1 0,-10-1 0,-1-4-8191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8.083"/>
    </inkml:context>
    <inkml:brush xml:id="br0">
      <inkml:brushProperty name="width" value="0.05" units="cm"/>
      <inkml:brushProperty name="height" value="0.05" units="cm"/>
    </inkml:brush>
  </inkml:definitions>
  <inkml:trace contextRef="#ctx0" brushRef="#br0">38 120 24575,'4'-5'0,"-1"1"0,0-1 0,-1 1 0,1-1 0,3-10 0,3-4 0,-4 8 0,12-20 0,-16 29 0,0 0 0,1 1 0,-1-1 0,0 1 0,0-1 0,1 1 0,-1-1 0,1 1 0,-1 0 0,1 0 0,0-1 0,-1 1 0,3 0 0,-3 0 0,-1 1 0,0 0 0,1 1 0,-1-1 0,0 0 0,1 0 0,-1 0 0,0 0 0,1 0 0,-1 0 0,0 0 0,1 0 0,-1 1 0,0-1 0,1 0 0,-1 0 0,0 0 0,0 1 0,1-1 0,-1 0 0,0 0 0,0 1 0,1-1 0,-1 0 0,0 1 0,0-1 0,0 0 0,0 1 0,1-1 0,-1 0 0,0 1 0,0-1 0,0 0 0,0 1 0,0-1 0,0 1 0,2 15 0,-2-14 0,3 101 0,-17 157 0,3-123 0,1 77 0,-12 151 0,10-259 0,-34 148 0,42-242 0,3-7 0,0 0 0,-1 0 0,1-1 0,1 1 0,-1 9 0,1-13 0,0 0 0,0 0 0,0 0 0,0 0 0,1 0 0,-1 0 0,0 0 0,1 0 0,-1 0 0,1 0 0,-1 0 0,1-1 0,-1 1 0,1 0 0,0 0 0,-1 0 0,1-1 0,0 1 0,0 0 0,-1-1 0,1 1 0,0-1 0,0 1 0,0-1 0,0 1 0,0-1 0,0 1 0,0-1 0,0 0 0,0 0 0,0 1 0,2-1 0,18 2 0,0-1 0,0-1 0,0-1 0,30-5 0,1 0 0,901-39-447,1 41-75,-840 4 513,-59 1 9,-18 1 0,-1-3 0,1 0 0,54-11 0,-89 12-50,-1 0 0,1 0 0,-1 0 0,1-1-1,-1 1 1,0-1 0,1 1 0,-1-1 0,1 1 0,-1-1 0,0 0 0,0 0 0,1 0 0,-1 1 0,0-1-1,0 0 1,0-1 0,0 1 0,0 0 0,0 0 0,0 0 0,-1 0 0,2-3 0,-1-9-5961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8.742"/>
    </inkml:context>
    <inkml:brush xml:id="br0">
      <inkml:brushProperty name="width" value="0.05" units="cm"/>
      <inkml:brushProperty name="height" value="0.05" units="cm"/>
    </inkml:brush>
  </inkml:definitions>
  <inkml:trace contextRef="#ctx0" brushRef="#br0">14 183 24575,'-1'-1'0,"-1"0"0,1-1 0,0 1 0,0-1 0,0 1 0,0-1 0,0 0 0,0 1 0,1-1 0,-1 0 0,1 0 0,-1 1 0,1-1 0,-1 0 0,1 0 0,0 0 0,0 0 0,0 1 0,0-1 0,0 0 0,0 0 0,1 0 0,-1 0 0,1 1 0,-1-1 0,1 0 0,-1 0 0,1 1 0,1-3 0,0 1 0,0-1 0,1 1 0,-1 0 0,1 0 0,-1 0 0,1 0 0,0 0 0,0 1 0,0-1 0,1 1 0,-1 0 0,6-3 0,18-4 0,-1 1 0,1 2 0,1 0 0,44-2 0,-49 5 0,711-32-805,-523 31 688,1255-7 117,-1455 10 13,21 1-40,-31 0 35,0 0 1,1 0-1,-1 1 1,0-1-1,0 0 0,0 0 1,0 0-1,0 1 1,0-1-1,0 0 0,0 1 1,1-1-1,-1 1 1,-1 0-1,1-1 0,0 1 1,0 0-1,0-1 1,1 3-1,-2-2 28,0 1 0,-1-1 0,1 1 0,0 0 1,-1-1-1,0 1 0,1-1 0,-1 1 0,0-1 0,0 0 0,1 1 0,-1-1 0,0 0 0,-1 1 1,1-1-1,0 0 0,0 0 0,-2 1 0,-4 6 46,1 2-82,0 1 0,0 0 0,1 0 0,0 0 0,0 1 0,2-1 0,-1 1 0,-1 19 0,-1 12 0,1 46 0,3-45 0,-7 181 0,-36 420 0,20-478-1365</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9.126"/>
    </inkml:context>
    <inkml:brush xml:id="br0">
      <inkml:brushProperty name="width" value="0.05" units="cm"/>
      <inkml:brushProperty name="height" value="0.05" units="cm"/>
    </inkml:brush>
  </inkml:definitions>
  <inkml:trace contextRef="#ctx0" brushRef="#br0">39 9 24575,'0'-2'0,"2"-2"0,4 2 0,0 1 0,0 5 0,-2 4 0,-1 5 0,-4 2 0,-1 5 0,-3 4 0,-4 7 0,-1 2 0,-3 3 0,0 2 0,1-5-8191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9.500"/>
    </inkml:context>
    <inkml:brush xml:id="br0">
      <inkml:brushProperty name="width" value="0.05" units="cm"/>
      <inkml:brushProperty name="height" value="0.05" units="cm"/>
    </inkml:brush>
  </inkml:definitions>
  <inkml:trace contextRef="#ctx0" brushRef="#br0">29 46 24575,'1'-1'0,"-1"0"0,1 0 0,0 0 0,0-1 0,-1 1 0,1 0 0,-1-1 0,1 1 0,-1-1 0,0 1 0,1 0 0,-1-1 0,0 1 0,0-3 0,-3-1 0,-3 14 0,1 2 0,0 0 0,1 1 0,1-1 0,0 1 0,1 0 0,-2 19 0,4-24 0,-1 0 0,2 1 0,-1-1 0,1 0 0,0 0 0,0 1 0,1-1 0,0 0 0,0 0 0,1 0 0,0-1 0,3 8 0,-4-12 0,0 1 0,-1-1 0,1 1 0,0-1 0,0 0 0,1 0 0,-1 0 0,0 0 0,1 0 0,-1-1 0,1 1 0,-1-1 0,1 1 0,0-1 0,0 0 0,-1 0 0,1 0 0,5 0 0,-3 0 0,0-1 0,1 0 0,-1-1 0,0 1 0,0-1 0,0 0 0,0 0 0,0 0 0,0-1 0,6-3 0,-2 1 0,0 0 0,0-2 0,-1 1 0,1-1 0,-1 0 0,-1 0 0,1-1 0,-1 0 0,0-1 0,9-13 0,-12 15 0,-1 1 0,0-1 0,-1 0 0,1 0 0,-1 0 0,-1-1 0,1 1 0,-1 0 0,0-1 0,0 1 0,-1-1 0,0-10 0,0 13 0,-1 1 0,0 0 0,1-1 0,-1 1 0,0 0 0,-1 0 0,1 0 0,0 0 0,-1 0 0,0 0 0,0 0 0,0 1 0,0-1 0,0 0 0,0 1 0,-1 0 0,1-1 0,-1 1 0,1 0 0,-1 0 0,0 1 0,0-1 0,0 1 0,0-1 0,-6-1 0,-1 0-341,0 1 0,0 1-1,-13-2 1,-1 2-6485</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5:59.812"/>
    </inkml:context>
    <inkml:brush xml:id="br0">
      <inkml:brushProperty name="width" value="0.05" units="cm"/>
      <inkml:brushProperty name="height" value="0.05" units="cm"/>
    </inkml:brush>
  </inkml:definitions>
  <inkml:trace contextRef="#ctx0" brushRef="#br0">0 14 24575,'3'0'0,"2"0"0,6 0 0,8-2 0,10-4 0,1 0-8191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00.806"/>
    </inkml:context>
    <inkml:brush xml:id="br0">
      <inkml:brushProperty name="width" value="0.05" units="cm"/>
      <inkml:brushProperty name="height" value="0.05" units="cm"/>
    </inkml:brush>
  </inkml:definitions>
  <inkml:trace contextRef="#ctx0" brushRef="#br0">346 179 24575,'2'-38'0,"7"-50"0,-8 86 0,-1 0 0,0 0 0,1 0 0,-1 0 0,0 0 0,0 0 0,0 0 0,-1 0 0,1 0 0,0 0 0,-1 0 0,1 0 0,-1 0 0,0 0 0,0 1 0,1-1 0,-1 0 0,0 0 0,-1 1 0,1-1 0,-2-2 0,1 3 0,0 0 0,0 0 0,0 0 0,0 0 0,0 1 0,0-1 0,0 0 0,0 1 0,0-1 0,0 1 0,-1 0 0,1 0 0,0 0 0,0 0 0,0 0 0,-1 0 0,1 1 0,0-1 0,-3 2 0,-13 3 0,1 1 0,1 1 0,-1 0 0,1 1 0,0 1 0,1 1 0,0 0 0,0 0 0,1 2 0,1 0 0,0 1 0,0 0 0,1 0 0,1 2 0,1-1 0,-16 28 0,23-33 0,-1 0 0,1 0 0,0 0 0,1 0 0,0 1 0,1-1 0,0 1 0,0-1 0,1 1 0,0-1 0,1 1 0,0-1 0,0 1 0,1-1 0,0 1 0,1-1 0,0 0 0,0 0 0,8 14 0,7 6 0,1 0 0,1-2 0,1 0 0,28 27 0,-17-18 0,-28-32 0,0 1 0,0 0 0,0 0 0,-1 0 0,0 0 0,0 1 0,4 10 0,-6-14 0,-1 0 0,1 0 0,-1 0 0,0 0 0,0 0 0,0 0 0,0 0 0,0 0 0,0 0 0,-1 0 0,1 0 0,-1 0 0,1 0 0,-1-1 0,0 1 0,1 0 0,-1 0 0,0 0 0,0-1 0,-1 1 0,1-1 0,0 1 0,0-1 0,-1 1 0,1-1 0,-1 0 0,1 1 0,-3 0 0,-4 3 34,0 0 1,-1-1-1,0 1 0,0-2 0,0 1 0,0-2 0,0 1 0,-1-1 0,-12 1 1,14-2-178,0 0 1,0 0 0,0-1 0,-1-1-1,1 1 1,0-1 0,0-1 0,0 0 0,0 0-1,0 0 1,-9-5 0,4-1-6684</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01.180"/>
    </inkml:context>
    <inkml:brush xml:id="br0">
      <inkml:brushProperty name="width" value="0.05" units="cm"/>
      <inkml:brushProperty name="height" value="0.05" units="cm"/>
    </inkml:brush>
  </inkml:definitions>
  <inkml:trace contextRef="#ctx0" brushRef="#br0">110 105 24575,'2'1'0,"-1"-1"0,0 1 0,0 0 0,1-1 0,-1 1 0,0 0 0,0 0 0,0 0 0,0 0 0,0 0 0,0 1 0,0-1 0,0 0 0,1 3 0,-1-2 0,0-1 0,0 1 0,1 0 0,-1 0 0,1-1 0,-1 1 0,1-1 0,3 3 0,-4-3 0,0-1 0,0 0 0,0 1 0,-1-1 0,1 0 0,0 0 0,0 1 0,0-1 0,0 0 0,0 0 0,0 0 0,-1 0 0,1 0 0,0-1 0,0 1 0,0 0 0,0 0 0,0 0 0,-1-1 0,1 1 0,0-1 0,0 1 0,-1 0 0,1-1 0,0 1 0,0-1 0,-1 0 0,2 0 0,-1-1 0,1 0 0,-1 0 0,0 0 0,0-1 0,0 1 0,0 0 0,0-1 0,0 1 0,-1-1 0,1-2 0,1-6 0,-1 0 0,-1 0 0,0-17 0,0 26 0,0 0 0,0 0 0,-1 0 0,1 0 0,0 0 0,-1 0 0,1 0 0,-1 0 0,1 0 0,-1 0 0,0 0 0,0 1 0,0-1 0,0 0 0,0 1 0,0-1 0,-1 0 0,1 1 0,0-1 0,-1 1 0,0 0 0,1-1 0,-1 1 0,-2-1 0,2 1 0,0 1 0,0 0 0,0 0 0,-1 0 0,1 0 0,0 0 0,0 0 0,0 1 0,0-1 0,0 1 0,0-1 0,0 1 0,0 0 0,0 0 0,0 0 0,0 0 0,0 0 0,1 0 0,-1 0 0,0 1 0,1-1 0,-1 1 0,-2 2 0,-8 10 0,0 1 0,1 0 0,1 1 0,0 0 0,2 1 0,-1 0 0,2 0 0,0 1 0,1 0 0,1 0 0,-3 22 0,7-35-59,0 1 0,0 0-1,0-1 1,1 1-1,0 0 1,0-1 0,1 1-1,0 0 1,0 0 0,0-1-1,1 1 1,-1-1 0,1 1-1,1-1 1,-1 0-1,1 0 1,0 0 0,0 0-1,0 0 1,1-1 0,-1 0-1,8 7 1,7 1-6767</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01.523"/>
    </inkml:context>
    <inkml:brush xml:id="br0">
      <inkml:brushProperty name="width" value="0.05" units="cm"/>
      <inkml:brushProperty name="height" value="0.05" units="cm"/>
    </inkml:brush>
  </inkml:definitions>
  <inkml:trace contextRef="#ctx0" brushRef="#br0">27 20 24575,'0'-1'0,"0"-1"0,0 1 0,0-1 0,-1 1 0,1-1 0,0 1 0,-1 0 0,1-1 0,-1 1 0,1-1 0,-3-1 0,1 3 0,3 11 0,1-3 0,17 87 0,-17-83 0,-1 0 0,-1 0 0,0 0 0,0 0 0,-1 0 0,-3 12 0,4-23 0,0 0 0,0 0 0,0 0 0,0 0 0,0 0 0,-1 0 0,1 1 0,0-1 0,-1 0 0,1 0 0,-1 0 0,1-1 0,-1 1 0,0 0 0,1 0 0,-1 0 0,0 0 0,1 0 0,-1-1 0,0 1 0,0 0 0,0-1 0,0 1 0,0-1 0,0 1 0,0-1 0,0 1 0,0-1 0,0 1 0,0-1 0,-1 0 0,1 0 0,0-1 0,0 1 0,0-1 0,0 0 0,0 1 0,0-1 0,0 0 0,0 0 0,0 0 0,0 1 0,1-1 0,-1 0 0,0 0 0,1 0 0,-1 0 0,0-1 0,1 1 0,-1 0 0,1 0 0,0 0 0,-1 0 0,1-1 0,0 1 0,0 0 0,0 0 0,0 0 0,0-3 0,0-5 0,0 0 0,1 0 0,0 0 0,0 0 0,1 0 0,0 0 0,1 1 0,0-1 0,5-10 0,-3 9 0,1-1 0,0 1 0,0 0 0,1 1 0,0 0 0,15-15 0,-20 22-49,-1 0 1,1 0-1,0 1 0,0-1 0,1 0 1,-1 1-1,0 0 0,0-1 0,1 1 1,-1 0-1,1 0 0,-1 1 0,1-1 1,-1 0-1,1 1 0,-1-1 0,1 1 1,-1 0-1,1 0 0,0 0 0,-1 0 1,1 1-1,-1-1 0,1 1 0,0-1 0,-1 1 1,4 2-1,3 3-6777</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01.851"/>
    </inkml:context>
    <inkml:brush xml:id="br0">
      <inkml:brushProperty name="width" value="0.05" units="cm"/>
      <inkml:brushProperty name="height" value="0.05" units="cm"/>
    </inkml:brush>
  </inkml:definitions>
  <inkml:trace contextRef="#ctx0" brushRef="#br0">1 64 24575,'3'-24'0,"2"20"0,3 14 0,-3 4 0,-2 1 0,1-1 0,-2 1 0,0-1 0,1 23 0,-1-5 0,0-3 0,-2-20 0,0 1 0,1-1 0,0 0 0,3 11 0,-4-20 0,0 1 0,0-1 0,0 1 0,0-1 0,0 1 0,1-1 0,-1 0 0,0 1 0,0-1 0,0 1 0,0-1 0,1 0 0,-1 1 0,0-1 0,0 1 0,1-1 0,-1 0 0,0 1 0,1-1 0,-1 0 0,0 0 0,1 1 0,-1-1 0,1 0 0,-1 0 0,0 1 0,1-1 0,-1 0 0,1 0 0,-1 0 0,1 0 0,-1 0 0,0 0 0,1 0 0,-1 0 0,1 0 0,-1 0 0,1 0 0,-1 0 0,1 0 0,-1 0 0,0 0 0,1 0 0,-1 0 0,1-1 0,-1 1 0,0 0 0,1 0 0,-1 0 0,1-1 0,-1 1 0,0 0 0,1-1 0,-1 1 0,0 0 0,1-1 0,-1 1 0,0 0 0,0-1 0,1 1 0,-1-1 0,20-28 0,-17 24 0,55-109 341,1-1-2047,-50 101-5120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02.254"/>
    </inkml:context>
    <inkml:brush xml:id="br0">
      <inkml:brushProperty name="width" value="0.05" units="cm"/>
      <inkml:brushProperty name="height" value="0.05" units="cm"/>
    </inkml:brush>
  </inkml:definitions>
  <inkml:trace contextRef="#ctx0" brushRef="#br0">26 199 24575,'0'1'0,"0"0"0,0-1 0,1 1 0,-1 0 0,1 0 0,-1-1 0,1 1 0,-1-1 0,1 1 0,-1 0 0,1-1 0,-1 1 0,1-1 0,0 1 0,-1-1 0,1 1 0,0-1 0,0 0 0,-1 1 0,1-1 0,0 0 0,0 1 0,0-1 0,-1 0 0,1 0 0,0 0 0,0 0 0,0 0 0,-1 0 0,1 0 0,0 0 0,0 0 0,1-1 0,29-2 0,-25 2 0,0-1 0,-1 0 0,1 0 0,0 0 0,-1-1 0,1 0 0,-1 0 0,1 0 0,-1-1 0,-1 0 0,1 0 0,0 0 0,-1 0 0,0-1 0,0 0 0,0 0 0,3-6 0,-4 6 0,-1 1 0,0 0 0,0 0 0,-1-1 0,1 1 0,-1-1 0,0 1 0,0-1 0,0 0 0,-1 1 0,0-1 0,0 0 0,0 1 0,0-1 0,-1 0 0,0 1 0,0-1 0,0 1 0,0-1 0,-1 1 0,0-1 0,0 1 0,-3-5 0,5 7 0,-1 0 0,0 1 0,-1-1 0,1 0 0,0 1 0,0-1 0,-1 1 0,1-1 0,-1 1 0,1 0 0,-1-1 0,0 1 0,1 0 0,-1 0 0,0 0 0,0 0 0,0 1 0,0-1 0,0 0 0,0 1 0,0-1 0,0 1 0,0 0 0,0 0 0,0 0 0,0 0 0,0 0 0,0 0 0,0 0 0,0 1 0,0-1 0,0 1 0,0-1 0,0 1 0,-3 1 0,0 1 0,0 0 0,0 1 0,0-1 0,1 1 0,-1 0 0,1 0 0,0 0 0,0 1 0,0-1 0,1 1 0,-4 7 0,-3 6 0,1 2 0,1-1 0,-8 26 0,14-36 0,-1 1 0,1-1 0,1 1 0,0-1 0,0 1 0,1-1 0,0 1 0,1 0 0,2 13 0,-2-19-65,0 0 0,1-1 0,-1 1 0,1 0 0,0-1 0,0 0 0,0 1 0,0-1 0,0 0 0,1 0 0,0 0 0,-1 0 0,1 0 0,0-1 0,0 0 0,1 1 0,-1-1 0,0 0 0,1 0 0,5 1 0,9 3-6761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02.567"/>
    </inkml:context>
    <inkml:brush xml:id="br0">
      <inkml:brushProperty name="width" value="0.05" units="cm"/>
      <inkml:brushProperty name="height" value="0.05" units="cm"/>
    </inkml:brush>
  </inkml:definitions>
  <inkml:trace contextRef="#ctx0" brushRef="#br0">0 165 24575,'0'-3'0,"1"0"0,-1-1 0,1 1 0,0 0 0,0 0 0,0 0 0,2-4 0,-3 7 0,0-1 0,0 1 0,0 0 0,0-1 0,0 1 0,0 0 0,1 0 0,-1-1 0,0 1 0,0 0 0,1 0 0,-1-1 0,0 1 0,0 0 0,1 0 0,-1 0 0,0-1 0,0 1 0,1 0 0,-1 0 0,0 0 0,1 0 0,-1 0 0,0 0 0,1 0 0,-1 0 0,1-1 0,-1 2 0,1-1 0,-1 1 0,1-1 0,0 1 0,-1 0 0,0-1 0,1 1 0,-1-1 0,1 1 0,-1 0 0,0-1 0,1 1 0,-1 0 0,0 0 0,0-1 0,1 1 0,-1 0 0,0 0 0,11 48 0,10 88 0,-21-133 0,1 0 0,-1 0 0,0 0 0,1 0 0,-1-1 0,-1 1 0,1 0 0,0 0 0,-1 0 0,-2 5 0,3-9 0,0 0 0,0 0 0,0 0 0,0 0 0,1 0 0,-1 0 0,0 0 0,0-1 0,0 1 0,0 0 0,0 0 0,0 0 0,-1 0 0,1 0 0,0 0 0,0-1 0,0 1 0,0 0 0,0 0 0,0 0 0,0 0 0,0 0 0,0 0 0,0 0 0,0-1 0,0 1 0,0 0 0,0 0 0,0 0 0,-1 0 0,1 0 0,0 0 0,0 0 0,0 0 0,0 0 0,0 0 0,0 0 0,0 0 0,-1 0 0,1 0 0,0 0 0,0 0 0,0 0 0,0 0 0,0 0 0,0 0 0,-1 0 0,1 0 0,0 0 0,0 0 0,0 0 0,0 0 0,0 0 0,0 0 0,0 0 0,-1 0 0,1 0 0,0 0 0,0 0 0,0 0 0,0 0 0,0 0 0,0 0 0,0 0 0,-1 1 0,-1-13 0,2-2 0,0 0 0,1 0 0,0 0 0,1 0 0,0 0 0,2 0 0,-1 1 0,2-1 0,9-21 0,-3 13 0,1 0 0,0 1 0,2 0 0,27-32 0,-33 44 86,0 0-1,1 1 0,20-14 1,-26 20-129,0 0 0,1 0 1,-1 0-1,1 0 0,0 1 1,-1 0-1,6-2 0,-7 3-29,0 0 1,-1 0-1,1 0 0,-1 0 0,1 0 0,0 0 0,-1 0 0,1 1 1,-1-1-1,1 0 0,0 1 0,-1-1 0,1 1 0,-1 0 0,1 0 1,-1-1-1,0 1 0,2 1 0,7 9-6754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53.885"/>
    </inkml:context>
    <inkml:brush xml:id="br0">
      <inkml:brushProperty name="width" value="0.05" units="cm"/>
      <inkml:brushProperty name="height" value="0.05" units="cm"/>
    </inkml:brush>
  </inkml:definitions>
  <inkml:trace contextRef="#ctx0" brushRef="#br0">0 18 24575,'0'-2'0,"0"-4"0,3 0 0,0 3 0,0 4 0,0 5 0,-2 3 0,3 3 0,-1 4 0,1 4 0,-2 4 0,0 2 0,-2 1 0,-1 2 0,-2 2 0,-3 1 0,0-5-8191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6:54.320"/>
    </inkml:context>
    <inkml:brush xml:id="br0">
      <inkml:brushProperty name="width" value="0.05" units="cm"/>
      <inkml:brushProperty name="height" value="0.05" units="cm"/>
    </inkml:brush>
  </inkml:definitions>
  <inkml:trace contextRef="#ctx0" brushRef="#br0">229 0 24575,'-8'0'0,"1"0"0,0 0 0,0 1 0,0 0 0,0 0 0,0 1 0,0-1 0,0 2 0,1-1 0,-1 1 0,1 0 0,-1 0 0,1 1 0,0-1 0,0 1 0,0 1 0,1-1 0,0 1 0,-7 8 0,2-1 0,0 0 0,1 0 0,1 1 0,0 1 0,1-1 0,0 1 0,1 0 0,1 1 0,0 0 0,1-1 0,-3 22 0,4-16 0,1 1 0,1-1 0,0 0 0,2 0 0,0 0 0,2 0 0,0 0 0,7 25 0,-8-38 0,1 0 0,-1 0 0,1 0 0,1 0 0,-1 0 0,1-1 0,0 0 0,0 0 0,1 0 0,0 0 0,0 0 0,0-1 0,1 0 0,0 0 0,0-1 0,0 1 0,0-1 0,1-1 0,-1 1 0,1-1 0,0 0 0,0-1 0,0 1 0,1-1 0,-1-1 0,0 0 0,1 0 0,-1 0 0,1-1 0,0 0 0,-1 0 0,1-1 0,-1 0 0,0 0 0,1-1 0,11-4 0,-8 2 0,1-1 0,-1-1 0,0 0 0,-1 0 0,1-1 0,-1 0 0,-1-1 0,1 0 0,-1-1 0,-1 0 0,0 0 0,0-1 0,0 0 0,-2 0 0,1-1 0,-1 0 0,-1 0 0,0 0 0,0-1 0,-1 1 0,3-15 0,-5 16 0,0 0 0,-1-1 0,0 1 0,0-1 0,-1 1 0,0-1 0,-1 1 0,0-1 0,-1 1 0,0 0 0,-1-1 0,0 1 0,0 0 0,-1 1 0,-1-1 0,0 1 0,0-1 0,0 1 0,-1 1 0,-1-1 0,1 1 0,-1 0 0,-1 1 0,1 0 0,-11-7 0,5 5-151,-1 1-1,-1 0 0,1 1 0,-1 1 1,-1 0-1,1 1 0,-1 1 1,-29-4-1,-11 0-6674</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09.621"/>
    </inkml:context>
    <inkml:brush xml:id="br0">
      <inkml:brushProperty name="width" value="0.05" units="cm"/>
      <inkml:brushProperty name="height" value="0.05" units="cm"/>
    </inkml:brush>
  </inkml:definitions>
  <inkml:trace contextRef="#ctx0" brushRef="#br0">249 32 24575,'2'-11'0,"-2"1"0,-1 9 0,0 1 0,0-1 0,0 1 0,0-1 0,1 1 0,-1-1 0,0 1 0,0-1 0,0 1 0,0 0 0,0 0 0,0-1 0,0 1 0,-2 0 0,-12-2 0,0 0 0,0 1 0,0 1 0,-1 1 0,1 0 0,0 0 0,-20 6 0,31-5 0,0 0 0,0 0 0,0 1 0,0-1 0,0 1 0,1 0 0,-1 0 0,1 0 0,0 1 0,-1-1 0,2 1 0,-1 0 0,0 0 0,1 0 0,-3 5 0,-4 10 0,-13 39 0,21-54 0,0-2 0,0 1 0,0-1 0,0 0 0,1 1 0,-1-1 0,1 1 0,0-1 0,-1 1 0,1-1 0,0 1 0,1-1 0,-1 1 0,0-1 0,1 0 0,-1 1 0,1-1 0,0 1 0,0-1 0,0 0 0,0 0 0,0 1 0,2 1 0,-1-1 0,1-1 0,0 0 0,0 0 0,0 0 0,0 0 0,0 0 0,0 0 0,0-1 0,1 0 0,-1 1 0,0-1 0,1-1 0,-1 1 0,1 0 0,4-1 0,7 3-195,1-2 0,0 0 0,-1-1 0,1 0 0,0-1 0,16-4 0,-23 2-6631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09.822"/>
    </inkml:context>
    <inkml:brush xml:id="br0">
      <inkml:brushProperty name="width" value="0.05" units="cm"/>
      <inkml:brushProperty name="height" value="0.05" units="cm"/>
    </inkml:brush>
  </inkml:definitions>
  <inkml:trace contextRef="#ctx0" brushRef="#br0">1 34 24575,'2'0'0,"4"-2"0,5-1 0,3-1 0,2 0 0,2-1 0,2 1 0,1 1 0,0-1 0,-4-1-8191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15.677"/>
    </inkml:context>
    <inkml:brush xml:id="br0">
      <inkml:brushProperty name="width" value="0.05" units="cm"/>
      <inkml:brushProperty name="height" value="0.05" units="cm"/>
    </inkml:brush>
  </inkml:definitions>
  <inkml:trace contextRef="#ctx0" brushRef="#br0">1 1138 24575,'0'0'0,"1"0"0,-1-1 0,1 1 0,0 0 0,-1-1 0,1 1 0,-1 0 0,0-1 0,1 1 0,-1 0 0,1-1 0,-1 1 0,1-1 0,-1 1 0,0-1 0,1 1 0,-1-1 0,0 1 0,0-1 0,1 1 0,-1-1 0,0 1 0,0-1 0,0 1 0,1-2 0,3-18 0,-2 12 0,6-17 0,1 0 0,2 0 0,0 1 0,2 1 0,0 0 0,2 1 0,28-34 0,137-128 0,-172 176 0,96-84 0,208-139 0,-226 178 0,2 3 0,2 5 0,2 3 0,161-48 0,-173 69 0,1 3 0,1 4 0,89-3 0,249 8 0,-371 9 0,598 44 0,-530-25 0,166 50 0,-270-68 342,-13-1-403,0 0 0,0-1 0,0 1 0,1 0 0,-1-1 0,0 1 0,0 0 0,0-1 0,0 1 0,0-1 0,0 1 0,0 0 0,0-1 0,0 1 0,0 0 0,0-1 0,0 1 0,0-1 1,0 1-1,0 0 0,0-1 0,-1 1 0,1 0 0,0-1 0,0 1 0,0 0 0,-1-1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15.988"/>
    </inkml:context>
    <inkml:brush xml:id="br0">
      <inkml:brushProperty name="width" value="0.05" units="cm"/>
      <inkml:brushProperty name="height" value="0.05" units="cm"/>
    </inkml:brush>
  </inkml:definitions>
  <inkml:trace contextRef="#ctx0" brushRef="#br0">8 0 24575,'0'0'0,"-7"1"0,11 4 0,0-1 0,5 3 0,0 0 0,0 0 0,1-1 0,20 10 0,4 2 0,-21-11 0,-1 1 0,0 1 0,0 0 0,17 18 0,-26-25 0,-1 1 0,0-1 0,0 1 0,0 0 0,0 0 0,0-1 0,-1 1 0,1 1 0,-1-1 0,0 0 0,0 0 0,0 0 0,0 1 0,0-1 0,-1 0 0,0 1 0,1-1 0,-1 0 0,0 1 0,-1-1 0,1 1 0,-1-1 0,1 0 0,-1 0 0,0 1 0,-2 4 0,-5 5-136,-1 0-1,0-1 1,0 0-1,-1 0 1,-1-1-1,0 0 1,-1-1-1,1-1 0,-25 15 1,2-2-6690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16.596"/>
    </inkml:context>
    <inkml:brush xml:id="br0">
      <inkml:brushProperty name="width" value="0.05" units="cm"/>
      <inkml:brushProperty name="height" value="0.05" units="cm"/>
    </inkml:brush>
  </inkml:definitions>
  <inkml:trace contextRef="#ctx0" brushRef="#br0">54 1 24575,'1'0'0,"0"0"0,1 0 0,-1 0 0,0 0 0,0 1 0,0-1 0,0 0 0,0 1 0,0-1 0,0 1 0,0-1 0,0 1 0,0 0 0,0-1 0,0 1 0,0 0 0,0 0 0,-1-1 0,1 1 0,0 0 0,0 0 0,-1 0 0,1 0 0,-1 0 0,1 0 0,-1 0 0,1 0 0,-1 0 0,0 0 0,1 1 0,-1-1 0,0 0 0,0 0 0,0 0 0,0 2 0,0 6 0,0 0 0,0 0 0,-3 15 0,1-9 0,-6 81 0,-33 247 0,30-303 0,8-32 0,0 0 0,1-1 0,0 1 0,0 0 0,1 0 0,0 0 0,1 10 0,0-17 0,0 1 0,1-1 0,-1 0 0,0 0 0,1 1 0,0-1 0,-1 0 0,1 0 0,0 0 0,-1 0 0,1 0 0,0 1 0,0-2 0,0 1 0,0 0 0,0 0 0,0 0 0,0 0 0,0-1 0,0 1 0,1 0 0,-1-1 0,0 1 0,0-1 0,1 1 0,-1-1 0,0 0 0,2 1 0,5 0 0,0 0 0,0 0 0,13-1 0,-16 0 0,375-29 0,-244 15 0,-76 8 0,319-45 0,-372 49 34,26-7 263,-32 8-403,1 1 0,0-1 0,-1 0 0,1 0 0,0 0 0,-1 0 0,1 0 0,-1 0 0,0 0 0,1-1 0,-1 1 0,0 0 0,0-1 0,0 1 0,1-3 0,1-6-6720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17.237"/>
    </inkml:context>
    <inkml:brush xml:id="br0">
      <inkml:brushProperty name="width" value="0.05" units="cm"/>
      <inkml:brushProperty name="height" value="0.05" units="cm"/>
    </inkml:brush>
  </inkml:definitions>
  <inkml:trace contextRef="#ctx0" brushRef="#br0">8 45 24575,'-1'0'0,"1"-1"0,-1 1 0,1 0 0,-1-1 0,1 1 0,-1-1 0,1 1 0,-1 0 0,1-1 0,0 1 0,-1-1 0,1 1 0,0-1 0,0 1 0,-1-1 0,1 0 0,0 1 0,0-1 0,0 1 0,0-1 0,-1-1 0,19 0 0,386 0 0,-209 4 0,360-22 0,-483 10 0,-71 10 0,-1 0 0,1 0 0,-1 0 0,0 0 0,1 0 0,-1 0 0,1 1 0,-1-1 0,1 0 0,-1 0 0,0 0 0,1 1 0,-1-1 0,0 0 0,1 1 0,-1-1 0,0 0 0,0 1 0,1-1 0,-1 0 0,0 1 0,0-1 0,1 0 0,-1 1 0,0-1 0,0 1 0,0-1 0,0 0 0,1 1 0,-1-1 0,0 1 0,0-1 0,0 1 0,0-1 0,0 0 0,0 1 0,0-1 0,0 1 0,-1 0 0,-2 22 0,1-16 0,-4 71 0,5 116 0,3-84 0,-1-104 0,-1 0 0,-1 0 0,1 0 0,-1 0 0,0 1 0,-3 9 0,3-14 0,-1 1 0,1 0 0,-1-1 0,0 1 0,0-1 0,0 0 0,0 0 0,0 1 0,-1-2 0,1 1 0,-1 0 0,1 0 0,-1-1 0,0 1 0,-5 1 0,-27 11-391,0-2 0,-56 11 0,87-22 199,-48 11-6634</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18.829"/>
    </inkml:context>
    <inkml:brush xml:id="br0">
      <inkml:brushProperty name="width" value="0.05" units="cm"/>
      <inkml:brushProperty name="height" value="0.05" units="cm"/>
    </inkml:brush>
  </inkml:definitions>
  <inkml:trace contextRef="#ctx0" brushRef="#br0">292 0 24575,'-2'1'0,"1"0"0,0-1 0,0 1 0,-1 0 0,1 0 0,0 0 0,0 0 0,0 0 0,0 0 0,0 0 0,0 0 0,0 0 0,0 1 0,1-1 0,-1 0 0,0 1 0,1-1 0,-1 0 0,0 2 0,-15 41 0,10-26 0,-198 446 0,191-439 0,3-6 0,-11 31 0,20-43-1365</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19.185"/>
    </inkml:context>
    <inkml:brush xml:id="br0">
      <inkml:brushProperty name="width" value="0.05" units="cm"/>
      <inkml:brushProperty name="height" value="0.05" units="cm"/>
    </inkml:brush>
  </inkml:definitions>
  <inkml:trace contextRef="#ctx0" brushRef="#br0">1 1 24575,'0'1'0,"0"-1"0,0 1 0,1-1 0,-1 1 0,0 0 0,1-1 0,-1 1 0,1-1 0,-1 1 0,0-1 0,1 1 0,-1-1 0,1 1 0,-1-1 0,1 1 0,0-1 0,-1 0 0,1 1 0,-1-1 0,1 0 0,0 0 0,-1 1 0,1-1 0,0 0 0,-1 0 0,1 0 0,0 0 0,0 0 0,26 3 0,-20-3 0,151 15 0,220 21 0,-372-35 0,30 1 0,-35-2 0,0 0 0,1 0 0,-1 0 0,1 0 0,-1 0 0,0 0 0,1-1 0,-1 1 0,0 0 0,0-1 0,1 1 0,-1-1 0,0 0 0,0 1 0,1-1 0,-1 0 0,0 0 0,0 0 0,0 0 0,1-1 0,-2-3-1365</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19.650"/>
    </inkml:context>
    <inkml:brush xml:id="br0">
      <inkml:brushProperty name="width" value="0.05" units="cm"/>
      <inkml:brushProperty name="height" value="0.05" units="cm"/>
    </inkml:brush>
  </inkml:definitions>
  <inkml:trace contextRef="#ctx0" brushRef="#br0">1 1 24575,'7'1'0,"-1"1"0,1 0 0,0 1 0,-1 0 0,0 0 0,1 0 0,-1 1 0,0 0 0,5 4 0,10 9 0,0 0 0,-1 1 0,26 32 0,47 70 0,-40-49 0,0 0 233,-23-30-1032,63 69 0,-84-102-6027</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0.006"/>
    </inkml:context>
    <inkml:brush xml:id="br0">
      <inkml:brushProperty name="width" value="0.05" units="cm"/>
      <inkml:brushProperty name="height" value="0.05" units="cm"/>
    </inkml:brush>
  </inkml:definitions>
  <inkml:trace contextRef="#ctx0" brushRef="#br0">1 3 24575,'2'0'0,"4"0"0,2 0 0,6 0 0,4 0 0,4 0 0,4 0 0,4 0 0,1 0 0,-1 0 0,-2 0 0,-2 0 0,-7 0 0,-6-2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0.239"/>
    </inkml:context>
    <inkml:brush xml:id="br0">
      <inkml:brushProperty name="width" value="0.05" units="cm"/>
      <inkml:brushProperty name="height" value="0.05" units="cm"/>
    </inkml:brush>
  </inkml:definitions>
  <inkml:trace contextRef="#ctx0" brushRef="#br0">4 7 24575,'0'-2'0,"-3"-1"0,2 2 0,4 2 0,1 2 0,2 7 0,3 3 0,2 4 0,-1 2 0,0 5 0,-1 2 0,0 5 0,-2 4 0,-2 4 0,-1 3 0,-2-4-8191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2.467"/>
    </inkml:context>
    <inkml:brush xml:id="br0">
      <inkml:brushProperty name="width" value="0.05" units="cm"/>
      <inkml:brushProperty name="height" value="0.05" units="cm"/>
    </inkml:brush>
  </inkml:definitions>
  <inkml:trace contextRef="#ctx0" brushRef="#br0">42 1 24575,'1'0'0,"-1"1"0,1-1 0,0 0 0,-1 1 0,1-1 0,0 1 0,-1-1 0,1 1 0,-1-1 0,1 1 0,-1 0 0,1-1 0,-1 1 0,1 0 0,-1-1 0,0 1 0,1 0 0,-1-1 0,0 1 0,0 0 0,0 0 0,1 0 0,-1-1 0,0 1 0,0 0 0,0 0 0,0 0 0,1 27 0,-1-26 0,-17 221 0,3-88 0,-9 914 0,24-894 0,-1-148 0,-1 3 0,1 0 0,1 0 0,0 1 0,0-1 0,4 13 0,-4-20 0,0 0 0,0-1 0,1 1 0,-1-1 0,0 1 0,1-1 0,0 0 0,0 1 0,-1-1 0,1 0 0,0 0 0,1 0 0,-1 0 0,0-1 0,1 1 0,-1-1 0,1 1 0,-1-1 0,1 0 0,-1 0 0,1 0 0,0 0 0,5 0 0,26 4 0,1-2 0,-1-1 0,54-5 0,-22 1 0,-15 2-1365,-5-1-5461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3.210"/>
    </inkml:context>
    <inkml:brush xml:id="br0">
      <inkml:brushProperty name="width" value="0.05" units="cm"/>
      <inkml:brushProperty name="height" value="0.05" units="cm"/>
    </inkml:brush>
  </inkml:definitions>
  <inkml:trace contextRef="#ctx0" brushRef="#br0">135 338 24575,'-74'-80'0,"64"68"0,2 0 0,-1 0 0,2 0 0,0-1 0,-7-18 0,13 29 0,0-1 0,0 1 0,0 0 0,1 0 0,-1-1 0,1 1 0,-1 0 0,1-1 0,0 1 0,0-1 0,0 1 0,1 0 0,-1-1 0,0 1 0,1 0 0,0-1 0,-1 1 0,1 0 0,0 0 0,0 0 0,0-1 0,1 1 0,-1 0 0,0 0 0,1 1 0,-1-1 0,1 0 0,0 0 0,0 1 0,-1-1 0,1 1 0,0 0 0,0-1 0,0 1 0,0 0 0,5-1 0,7-4 0,1 1 0,-1 1 0,1 1 0,26-3 0,-27 4 0,374-31-286,5 29-340,-210 3 314,1144-22-1427,-1286 22 1751,-12-1 21,0 2 0,0 1 0,43 6 0,-69-6 7,0 0 1,0-1 0,0 1-1,0 0 1,0 0-1,-1 0 1,1 1 0,0-1-1,-1 1 1,1-1-1,-1 1 1,1 0 0,-1 0-1,0 0 1,0 0-1,0 1 1,0-1 0,0 0-1,0 1 1,0 0-1,-1-1 1,0 1 0,1 0-1,-1 0 1,0-1-1,0 1 1,-1 0-1,1 0 1,-1 0 0,1 0-1,-1 6 1,-1 7 198,0-1 1,-1 1-1,0-1 1,-2 1-1,-5 15 1,3-9-157,-12 59-83,3 0 0,-5 98 0,20 167 0,16-130 0,4 237 0,-21-427 0,-7 38 0,7-54 0,-2 0 0,1 0 0,-1 0 0,-1 0 0,0-1 0,-9 16 0,10-21 0,0 0 0,-1 0 0,0 0 0,0-1 0,0 0 0,0 0 0,0 0 0,-1 0 0,0 0 0,1-1 0,-1 0 0,0 0 0,0 0 0,-8 1 0,-11 2 0,-43 4 0,56-8 0,-627 36-694,370-25 509,-1179 77-1034,1361-82-4874</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3.659"/>
    </inkml:context>
    <inkml:brush xml:id="br0">
      <inkml:brushProperty name="width" value="0.05" units="cm"/>
      <inkml:brushProperty name="height" value="0.05" units="cm"/>
    </inkml:brush>
  </inkml:definitions>
  <inkml:trace contextRef="#ctx0" brushRef="#br0">0 48 24575,'3'0'0,"2"0"0,9 0 0,8 0 0,10 0 0,9 0 0,10 0 0,11-2 0,8-2 0,5-1 0,1-1 0,-2 1 0,-5-1 0,-6 1 0,-10 1 0,-9-2 0,-11 1-8191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4.251"/>
    </inkml:context>
    <inkml:brush xml:id="br0">
      <inkml:brushProperty name="width" value="0.05" units="cm"/>
      <inkml:brushProperty name="height" value="0.05" units="cm"/>
    </inkml:brush>
  </inkml:definitions>
  <inkml:trace contextRef="#ctx0" brushRef="#br0">41 38 24575,'0'0'0,"0"0"0,0 0 0,0 0 0,0-1 0,0 1 0,0 0 0,0 0 0,0 0 0,0-1 0,0 1 0,0 0 0,0 0 0,0 0 0,0-1 0,0 1 0,0 0 0,1 0 0,-1 0 0,0-1 0,0 1 0,0 0 0,0 0 0,0 0 0,0 0 0,0-1 0,1 1 0,-1 0 0,0 0 0,0 0 0,0 0 0,0 0 0,0 0 0,1 0 0,-1-1 0,0 1 0,0 0 0,1 0 0,6 5 0,4 11 0,-5 4 0,-1 1 0,-1 0 0,-1 0 0,0 0 0,-2 41 0,-3-12 0,-13 67 0,13-103 0,0 1 0,-1 1 0,0-1 0,-1 0 0,-1 0 0,-7 17 0,11-31 0,1-1 0,0 1 0,-1 0 0,1 0 0,0-1 0,-1 1 0,1 0 0,-1 0 0,0-1 0,1 1 0,-1-1 0,1 1 0,-1 0 0,0-1 0,1 1 0,-1-1 0,0 1 0,0-1 0,1 0 0,-1 1 0,-1-1 0,1 0 0,1 0 0,-1 0 0,1-1 0,-1 1 0,0 0 0,1 0 0,-1-1 0,1 1 0,0 0 0,-1-1 0,1 1 0,-1-1 0,1 1 0,-1-1 0,1 1 0,0-1 0,-1 1 0,1-1 0,0 1 0,0-1 0,-1 1 0,1-2 0,-9-37 0,7 14 0,1 0 0,1 0 0,1 0 0,5-28 0,2 7 0,18-58 0,-25 102 0,3-13 0,0 1 0,1-1 0,1 1 0,0 0 0,1 1 0,10-16 0,-17 29 0,1-1 0,-1 0 0,1 1 0,-1-1 0,1 0 0,0 1 0,-1-1 0,1 1 0,0-1 0,-1 1 0,1-1 0,0 1 0,0-1 0,-1 1 0,1 0 0,0-1 0,0 1 0,0 0 0,0 0 0,-1 0 0,1 0 0,0 0 0,0 0 0,0 0 0,0 0 0,0 0 0,-1 0 0,1 0 0,0 0 0,0 0 0,0 1 0,0-1 0,-1 0 0,1 1 0,0-1 0,0 1 0,-1-1 0,1 1 0,0-1 0,-1 1 0,1-1 0,0 1 0,-1 0 0,1-1 0,0 2 0,4 5 0,-1-1 0,0 1 0,0-1 0,4 10 0,-3-6 0,15 29 0,3 0 0,0-2 0,58 67 0,-80-102 0,0-1 0,1 1 0,-1-1 0,0 1 0,1-1 0,0 0 0,-1 0 0,1 0 0,0 0 0,-1 0 0,1 0 0,0 0 0,0-1 0,0 1 0,0-1 0,3 1 0,-3-1 0,-1 0 0,0-1 0,0 1 0,0-1 0,0 1 0,1-1 0,-1 0 0,0 1 0,0-1 0,0 0 0,0 0 0,0 0 0,-1 0 0,1 0 0,0 0 0,0 0 0,-1 0 0,1 0 0,0 0 0,-1 0 0,1 0 0,-1 0 0,1-1 0,-1 1 0,0 0 0,0 0 0,1-2 0,5-25 113,0-1 0,3-54 0,-7-59-1454,-2 128 978,-1-6-6463</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4.593"/>
    </inkml:context>
    <inkml:brush xml:id="br0">
      <inkml:brushProperty name="width" value="0.05" units="cm"/>
      <inkml:brushProperty name="height" value="0.05" units="cm"/>
    </inkml:brush>
  </inkml:definitions>
  <inkml:trace contextRef="#ctx0" brushRef="#br0">28 25 24575,'1'0'0,"-1"0"0,1 1 0,-1-1 0,1 0 0,-1 0 0,1 0 0,-1 1 0,0-1 0,1 0 0,-1 1 0,1-1 0,-1 0 0,0 1 0,1-1 0,-1 1 0,0-1 0,1 0 0,-1 1 0,0-1 0,0 1 0,1-1 0,-1 1 0,0-1 0,0 1 0,0-1 0,0 1 0,0-1 0,0 1 0,1-1 0,-1 1 0,0-1 0,-1 1 0,1-1 0,0 1 0,0-1 0,0 1 0,0-1 0,0 2 0,-6 22 0,6-21 0,-25 105 0,22-95 0,2 0 0,0 0 0,0 1 0,1-1 0,1 0 0,3 18 0,-4-29 0,1 0 0,-1 0 0,1 0 0,-1 0 0,1-1 0,-1 1 0,1 0 0,0-1 0,0 1 0,0 0 0,0-1 0,0 1 0,1-1 0,-1 1 0,2 1 0,-2-3 0,0 1 0,0-1 0,0 1 0,0-1 0,0 0 0,0 0 0,0 1 0,0-1 0,0 0 0,0 0 0,0 0 0,0 0 0,0 0 0,0 0 0,0 0 0,0-1 0,0 1 0,0 0 0,0 0 0,-1-1 0,3 0 0,0-1 0,1 0 0,-1 0 0,0-1 0,0 1 0,0-1 0,0 0 0,0 0 0,0 0 0,-1-1 0,0 1 0,1 0 0,1-6 0,2-4 38,-1 0 0,0 0 0,-1-1 0,-1 1 0,0-1 0,-1 0 0,-1 0 0,0-20 0,0 28-116,-1 0 0,-1 0 1,1-1-1,-1 1 1,0 0-1,-1 0 1,1 0-1,-1 0 0,-1 0 1,1 1-1,-1-1 1,0 1-1,0-1 1,0 1-1,-1 0 0,0 0 1,0 0-1,0 1 1,0 0-1,-1-1 1,-5-3-1,-6 0-6748</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5.059"/>
    </inkml:context>
    <inkml:brush xml:id="br0">
      <inkml:brushProperty name="width" value="0.05" units="cm"/>
      <inkml:brushProperty name="height" value="0.05" units="cm"/>
    </inkml:brush>
  </inkml:definitions>
  <inkml:trace contextRef="#ctx0" brushRef="#br0">69 276 24575,'0'-9'0,"0"-19"0,0 27 0,0 0 0,0 0 0,0 0 0,0 0 0,0 0 0,0 0 0,0 0 0,-1 1 0,1-1 0,0 0 0,-1 0 0,1 0 0,0 0 0,-1 1 0,1-1 0,-1 0 0,1 0 0,-1 1 0,0-1 0,1 0 0,-2 0 0,1 1 0,0 0 0,1 0 0,-1 0 0,0 1 0,1-1 0,-1 0 0,0 0 0,1 1 0,-1-1 0,1 0 0,-1 1 0,0-1 0,1 1 0,-1-1 0,1 1 0,-1-1 0,1 1 0,0-1 0,-1 1 0,1-1 0,-1 1 0,1 0 0,0-1 0,-1 1 0,1 0 0,0-1 0,0 1 0,0 0 0,-1 0 0,-8 26 0,9-24 0,-9 23 0,-12 50 0,19-67 0,0 1 0,1 0 0,0-1 0,1 1 0,1 16 0,-1-24 0,0-1 0,0 1 0,1 0 0,-1-1 0,0 1 0,1-1 0,0 1 0,-1-1 0,1 1 0,0-1 0,0 1 0,-1-1 0,1 0 0,2 2 0,-3-2 0,1-1 0,0 1 0,0-1 0,-1 1 0,1-1 0,0 0 0,0 1 0,0-1 0,-1 0 0,1 0 0,0 0 0,0 1 0,0-1 0,0 0 0,-1 0 0,1 0 0,0 0 0,0 0 0,1-1 0,1 0 0,0 0 0,0 0 0,0 0 0,0-1 0,-1 1 0,1-1 0,-1 0 0,1 0 0,-1 0 0,0 0 0,1 0 0,-1-1 0,2-2 0,4-7 0,0-1 0,-1 0 0,0 0 0,-1-1 0,-1 0 0,0 0 0,5-24 0,10-108 0,-17 115 0,-1 12 0,1-9 0,0-52 0,-5 74 0,-1 11 0,-1 13 0,1 23-227,1-1-1,2 0 1,2 0-1,2 0 1,12 57-1,-9-66-6598</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5.400"/>
    </inkml:context>
    <inkml:brush xml:id="br0">
      <inkml:brushProperty name="width" value="0.05" units="cm"/>
      <inkml:brushProperty name="height" value="0.05" units="cm"/>
    </inkml:brush>
  </inkml:definitions>
  <inkml:trace contextRef="#ctx0" brushRef="#br0">0 168 24575,'10'0'0,"-1"-1"0,1 0 0,0 0 0,-1-1 0,0-1 0,1 1 0,-1-2 0,0 1 0,0-1 0,-1 0 0,9-6 0,-14 8 0,0 0 0,-1 1 0,1-1 0,-1 0 0,0-1 0,1 1 0,-1 0 0,0-1 0,-1 1 0,1-1 0,0 0 0,-1 1 0,1-1 0,-1 0 0,0 0 0,0 0 0,0 0 0,0 0 0,-1 0 0,1 0 0,-1 0 0,1-1 0,-1 1 0,0 0 0,-1 0 0,1 0 0,0 0 0,-1 0 0,0 0 0,0 0 0,0 0 0,0 0 0,0 0 0,0 0 0,-1 0 0,-2-3 0,3 4 0,0 0 0,1 1 0,-1-1 0,0 0 0,-1 1 0,1-1 0,0 1 0,0 0 0,-1-1 0,1 1 0,0 0 0,-1 0 0,0-1 0,1 1 0,-1 0 0,0 1 0,1-1 0,-1 0 0,0 0 0,0 1 0,0-1 0,1 1 0,-1 0 0,0-1 0,0 1 0,0 0 0,0 0 0,0 0 0,0 0 0,0 1 0,1-1 0,-1 0 0,0 1 0,0-1 0,0 1 0,0 0 0,1 0 0,-1 0 0,0 0 0,1 0 0,-1 0 0,1 0 0,-1 0 0,1 0 0,-1 1 0,1-1 0,0 1 0,0-1 0,0 1 0,0-1 0,0 1 0,0 0 0,0-1 0,-1 5 0,-2 5-76,0 1 1,1 0-1,1 0 0,0 0 0,0 0 0,1 1 0,1-1 0,0 0 1,1 1-1,0-1 0,1 0 0,0 0 0,1 0 0,0 0 1,1 0-1,0 0 0,10 17 0,-6-15-6750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5.633"/>
    </inkml:context>
    <inkml:brush xml:id="br0">
      <inkml:brushProperty name="width" value="0.05" units="cm"/>
      <inkml:brushProperty name="height" value="0.05" units="cm"/>
    </inkml:brush>
  </inkml:definitions>
  <inkml:trace contextRef="#ctx0" brushRef="#br0">144 115 24575,'1'-17'0,"1"0"0,0 1 0,1-1 0,11-30 0,-14 47 0,0 0 0,0 0 0,0 0 0,0 0 0,0 0 0,0 0 0,0 0 0,0 0 0,0 1 0,0-1 0,0 0 0,0 0 0,0 0 0,0 0 0,0 0 0,0 0 0,1 0 0,-1 0 0,0 0 0,0 0 0,0 0 0,0 0 0,0 0 0,0 0 0,0 0 0,0 0 0,0 0 0,0 0 0,0 0 0,0 0 0,0 0 0,0 0 0,0 0 0,0 0 0,0 0 0,1 1 0,-1-1 0,0 0 0,0 0 0,0 0 0,0 0 0,0-1 0,0 1 0,0 0 0,0 0 0,0 0 0,0 0 0,0 0 0,0 0 0,0 0 0,0 0 0,0 0 0,0 0 0,1 0 0,-1 0 0,2 12 0,0 16 0,-9 176 0,3-167 0,-1 0 0,-2 0 0,-17 52 0,22-85 23,1 0 0,-1 0 0,0 0-1,1-1 1,-2 1 0,1 0 0,0-1-1,-1 1 1,0-1 0,1 0 0,-1 0-1,0 0 1,-1 0 0,-5 3 0,7-5-98,-1 0 1,1 0 0,-1 0 0,1 0 0,-1 0-1,0-1 1,0 0 0,1 1 0,-1-1 0,0 0-1,0 0 1,1-1 0,-1 1 0,0 0 0,1-1-1,-1 0 1,0 0 0,1 1 0,-1-2 0,1 1-1,-1 0 1,-4-3 0,-12-9-6752</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6.210"/>
    </inkml:context>
    <inkml:brush xml:id="br0">
      <inkml:brushProperty name="width" value="0.05" units="cm"/>
      <inkml:brushProperty name="height" value="0.05" units="cm"/>
    </inkml:brush>
  </inkml:definitions>
  <inkml:trace contextRef="#ctx0" brushRef="#br0">175 87 24575,'12'-42'0,"-12"41"0,0-1 0,-1 0 0,1 0 0,0 1 0,-1-1 0,0 0 0,1 1 0,-1-1 0,0 0 0,0 1 0,0-1 0,0 1 0,0-1 0,0 1 0,0 0 0,-1-1 0,1 1 0,0 0 0,-1 0 0,1 0 0,-1 0 0,1 0 0,-1 0 0,1 1 0,-1-1 0,0 0 0,1 1 0,-1-1 0,0 1 0,-2-1 0,-7-1 0,-1 0 0,1 1 0,-17 0 0,24 1 0,0 0 0,0 0 0,0 0 0,0 0 0,-1 1 0,1 0 0,0 0 0,0 0 0,0 0 0,0 1 0,0-1 0,0 1 0,-6 4 0,9-5 0,0 0 0,-1 0 0,1 1 0,0-1 0,0 0 0,0 1 0,0-1 0,1 0 0,-1 1 0,0-1 0,0 1 0,1-1 0,-1 1 0,1 0 0,0-1 0,-1 1 0,1-1 0,0 1 0,0 0 0,0-1 0,0 1 0,0 0 0,0-1 0,1 1 0,-1 0 0,0-1 0,1 1 0,-1-1 0,1 1 0,0-1 0,-1 1 0,1-1 0,0 1 0,2 1 0,9 15 0,1-2 0,1 1 0,0-2 0,1 0 0,1-1 0,24 17 0,-2 0 0,-34-28 0,-1 0 0,0-1 0,0 2 0,-1-1 0,5 6 0,-6-9 0,-1 1 0,0-1 0,0 1 0,0-1 0,1 1 0,-1-1 0,0 1 0,0-1 0,0 1 0,0-1 0,0 1 0,0-1 0,0 1 0,0-1 0,0 1 0,0-1 0,0 1 0,0-1 0,0 1 0,0-1 0,0 1 0,-1 0 0,1-1 0,-1 1 0,0-1 0,1 1 0,-1-1 0,0 1 0,1-1 0,-1 1 0,0-1 0,0 1 0,0-1 0,1 0 0,-1 1 0,0-1 0,0 0 0,0 0 0,0 0 0,-1 0 0,-21 2-227,1-1-1,-1-1 1,0-1-1,1-1 1,-27-6-1,21 1-6598</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6.912"/>
    </inkml:context>
    <inkml:brush xml:id="br0">
      <inkml:brushProperty name="width" value="0.05" units="cm"/>
      <inkml:brushProperty name="height" value="0.05" units="cm"/>
    </inkml:brush>
  </inkml:definitions>
  <inkml:trace contextRef="#ctx0" brushRef="#br0">1 1 24575,'2'0'0,"1"2"0,0 4 0,2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8.493"/>
    </inkml:context>
    <inkml:brush xml:id="br0">
      <inkml:brushProperty name="width" value="0.05" units="cm"/>
      <inkml:brushProperty name="height" value="0.05" units="cm"/>
    </inkml:brush>
  </inkml:definitions>
  <inkml:trace contextRef="#ctx0" brushRef="#br0">49 16 24575,'-7'-1'0,"-1"0"0,1 0 0,0 0 0,-12-5 0,56 2 0,71 3 0,170 3 0,-276-2 0,-1 0 0,1 0 0,-1 0 0,1 1 0,0-1 0,-1 0 0,1 1 0,-1-1 0,1 1 0,-1 0 0,1-1 0,-1 1 0,0 0 0,1 0 0,-1 0 0,0 0 0,0 0 0,0 0 0,1 0 0,-1 0 0,0 1 0,-1-1 0,1 0 0,0 1 0,0-1 0,0 0 0,-1 1 0,1-1 0,-1 1 0,1-1 0,-1 3 0,1 4 0,0 0 0,-1 0 0,0 0 0,0 0 0,-2 9 0,0 2 0,-2 50 0,-45 598 0,46-636 0,-3 61 0,6-82 0,0 1 0,1-1 0,0 0 0,1 1 0,0-1 0,5 14 0,-7-24-28,0-1-1,0 1 1,0 0-1,0 0 1,0 0 0,0 0-1,0 0 1,0 0-1,0 0 1,0 0-1,0 0 1,0 0-1,0 0 1,1-1 0,-1 1-1,0 0 1,0 0-1,0 0 1,0 0-1,0 0 1,0 0-1,0 0 1,0 0 0,0 0-1,0 0 1,0 0-1,0 0 1,1 0-1,-1 0 1,0 0-1,0 0 1,0 0 0,0 0-1,0 0 1,0 0-1,0 0 1,0 0-1,0 0 1,0 0-1,0 0 1,1 0 0,-1 0-1,0 0 1,0 0-1,0 0 1,0 0-1,0 0 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8.725"/>
    </inkml:context>
    <inkml:brush xml:id="br0">
      <inkml:brushProperty name="width" value="0.05" units="cm"/>
      <inkml:brushProperty name="height" value="0.05" units="cm"/>
    </inkml:brush>
  </inkml:definitions>
  <inkml:trace contextRef="#ctx0" brushRef="#br0">0 1 24575,'3'0'0,"2"2"0,4 2 0,2 1 0,2 3 0,3 2 0,1 2 0,3-1 0,1 0 0,-2 0 0,-3-1-8191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1:37:29.035"/>
    </inkml:context>
    <inkml:brush xml:id="br0">
      <inkml:brushProperty name="width" value="0.05" units="cm"/>
      <inkml:brushProperty name="height" value="0.05" units="cm"/>
    </inkml:brush>
  </inkml:definitions>
  <inkml:trace contextRef="#ctx0" brushRef="#br0">331 10 24575,'0'0'0,"0"-1"0,0 1 0,0-1 0,0 1 0,0 0 0,0-1 0,0 1 0,-1-1 0,1 1 0,0 0 0,0-1 0,0 1 0,-1-1 0,1 1 0,0 0 0,0-1 0,-1 1 0,1 0 0,0-1 0,-1 1 0,1 0 0,0 0 0,-1-1 0,1 1 0,0 0 0,-1 0 0,1 0 0,-1 0 0,1-1 0,-1 1 0,1 0 0,0 0 0,-1 0 0,1 0 0,-1 0 0,1 0 0,-1 0 0,1 0 0,0 0 0,-1 0 0,1 0 0,-1 0 0,1 1 0,0-1 0,-1 0 0,1 0 0,-1 0 0,1 1 0,0-1 0,-1 0 0,1 1 0,-21 11 0,-6 14 0,0-2 0,-2-1 0,0-1 0,-2-1 0,0-2 0,-51 24 0,80-42 15,0 0-87,1-1-1,-1 1 0,0 0 1,1 0-1,-1-1 0,0 1 1,0-1-1,1 0 0,-1 1 1,0-1-1,0 0 1,0 0-1,1 0 0,-1 0 1,0-1-1,0 1 0,1 0 1,-3-1-1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8T16:43:49.860"/>
    </inkml:context>
    <inkml:brush xml:id="br0">
      <inkml:brushProperty name="width" value="0.035" units="cm"/>
      <inkml:brushProperty name="height" value="0.035" units="cm"/>
    </inkml:brush>
  </inkml:definitions>
  <inkml:trace contextRef="#ctx0" brushRef="#br0">107 1 24575,'0'772'0,"0"-769"0,0 0 0,0 0 0,0 1 0,-1-1 0,1 0 0,-1 0 0,1 0 0,-1 0 0,0 0 0,0 0 0,-1 0 0,1 0 0,-1 0 0,1 0 0,-3 2 0,2-3 0,-1 0 0,1 0 0,-1 0 0,1-1 0,-1 1 0,0-1 0,0 0 0,0 1 0,1-1 0,-1-1 0,0 1 0,0 0 0,0-1 0,0 1 0,-1-1 0,-2 0 0,-25-1 0,22 0 0,23 0 0,30 1 0,-22 1 0,0-2 0,26-3 0,-43 3 0,0 1 0,1-2 0,-1 1 0,0-1 0,0 1 0,0-2 0,0 1 0,0 0 0,-1-1 0,1 0 0,-1 0 0,1 0 0,-1-1 0,3-3 0,2-6-1365,-2-1-5461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8T16:43:52.370"/>
    </inkml:context>
    <inkml:brush xml:id="br0">
      <inkml:brushProperty name="width" value="0.035" units="cm"/>
      <inkml:brushProperty name="height" value="0.035" units="cm"/>
    </inkml:brush>
  </inkml:definitions>
  <inkml:trace contextRef="#ctx0" brushRef="#br0">117 1 24575,'0'3'0,"-4"6"0,-1 5 0,-4 4 0,-4 3 0,-4-3 0,1 0 0,0-3 0,2 0 0,4 1 0,3 1 0,3-5 0,3-9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8T16:44:04.082"/>
    </inkml:context>
    <inkml:brush xml:id="br0">
      <inkml:brushProperty name="width" value="0.035" units="cm"/>
      <inkml:brushProperty name="height" value="0.035" units="cm"/>
    </inkml:brush>
  </inkml:definitions>
  <inkml:trace contextRef="#ctx0" brushRef="#br0">144 1 24575,'2'0'0,"0"0"0,0 0 0,0 1 0,0-1 0,0 1 0,-1-1 0,1 1 0,0 0 0,0 0 0,0 0 0,0 0 0,-1 0 0,1 0 0,-1 0 0,1 1 0,-1-1 0,1 0 0,-1 1 0,0 0 0,1-1 0,-1 1 0,0 0 0,0-1 0,0 1 0,0 0 0,-1 0 0,1 0 0,0 0 0,-1 0 0,0 0 0,1 3 0,1 9 0,0-1 0,-1 1 0,-2 22 0,1-21 0,0 61 0,-3 77 0,-12-65 0,9-63 0,5-21 0,0 0 0,0-1 0,-1 1 0,1-1 0,-1 1 0,0-1 0,0 0 0,0 1 0,-1-1 0,1 0 0,-1 0 0,0-1 0,1 1 0,-1-1 0,0 1 0,-1-1 0,1 0 0,0 0 0,-5 2 0,3-2 0,1 0 0,0-1 0,0 1 0,-1-1 0,1 0 0,0-1 0,-1 1 0,1-1 0,-1 1 0,1-1 0,-1-1 0,1 1 0,-1-1 0,1 0 0,-1 0 0,-5-2 0,8 2 0,-1-1 0,1 0 0,-1 0 0,1 0 0,0 0 0,0 0 0,0 0 0,0 0 0,0-1 0,1 1 0,-1-1 0,1 0 0,0 1 0,-1-1 0,1 0 0,0 0 0,1 1 0,-1-1 0,0 0 0,1 0 0,-1-4 0,1 0 0,-1 1 0,1-1 0,0 1 0,0 0 0,1-1 0,0 1 0,0-1 0,0 1 0,3-7 0,-3 11 0,1 0 0,-1 0 0,1 0 0,-1 0 0,1 0 0,0 0 0,0 0 0,0 0 0,0 0 0,0 1 0,0-1 0,0 1 0,0 0 0,1 0 0,-1-1 0,0 1 0,1 1 0,-1-1 0,1 0 0,-1 1 0,6-1 0,5-1 0,0 2 0,0-1 0,15 3 0,-11-1 0,-4 0 0,1 1 0,-1 0 0,0 1 0,0 1 0,0 0 0,0 1 0,12 6 0,84 51 0,-61-33 0,52 20 0,-69-35 0,-13-5 0,25 18 0,-34-20 0,0-1 0,1 0 0,0 0 0,0-1 0,0 0 0,0-1 0,1 0 0,17 3 0,-12-7-1365,-3-4-5461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8T16:44:07.918"/>
    </inkml:context>
    <inkml:brush xml:id="br0">
      <inkml:brushProperty name="width" value="0.035" units="cm"/>
      <inkml:brushProperty name="height" value="0.035" units="cm"/>
    </inkml:brush>
  </inkml:definitions>
  <inkml:trace contextRef="#ctx0" brushRef="#br0">193 10 24575,'-4'0'0,"-5"0"0,-5 0 0,-4 0 0,-3 0 0,-1 0 0,-1 0 0,-1 0 0,0 0 0,5-4 0,4-2-8191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8T16:44:24.158"/>
    </inkml:context>
    <inkml:brush xml:id="br0">
      <inkml:brushProperty name="width" value="0.035" units="cm"/>
      <inkml:brushProperty name="height" value="0.035" units="cm"/>
    </inkml:brush>
  </inkml:definitions>
  <inkml:trace contextRef="#ctx0" brushRef="#br0">0 2 24575,'66'-1'0,"72"2"0,-135 0 0,-1-1 0,0 0 0,0 1 0,1-1 0,-1 1 0,0 0 0,0 0 0,0 0 0,0 0 0,0 0 0,0 1 0,0-1 0,0 0 0,0 1 0,0 0 0,-1-1 0,1 1 0,-1 0 0,1 0 0,-1 0 0,0 0 0,0 0 0,0 0 0,0 0 0,0 0 0,0 0 0,0 0 0,-1 1 0,1-1 0,-1 3 0,2 9 0,-1-1 0,-1 1 0,0-1 0,-2 17 0,0-5 0,1-13 0,-1-1 0,0 0 0,0 1 0,-1-1 0,-1 0 0,-9 19 0,-38 63 0,30-56 0,-24 27 0,41-54 0,7-8 0,11-13 0,-11 7 0,0 0 0,1 0 0,0 1 0,0 0 0,0 0 0,0 0 0,0 0 0,1 0 0,-1 1 0,1 0 0,0 0 0,0 0 0,-1 0 0,1 1 0,0 0 0,9-1 0,8 0 0,0 1 0,36 3 0,-22 0 0,-30-2 0,-1 0 0,1 0 0,0 1 0,-1 0 0,1 0 0,-1 0 0,1 1 0,-1 0 0,0 0 0,0 0 0,0 1 0,0 0 0,0 0 0,0 0 0,-1 0 0,1 1 0,-1 0 0,0 0 0,0 0 0,-1 0 0,1 1 0,-1-1 0,0 1 0,0 0 0,0 0 0,-1 0 0,0 0 0,0 1 0,0-1 0,0 0 0,1 10 0,-1-1 0,0 0 0,-1-1 0,0 1 0,-1 0 0,-1 0 0,0 0 0,-5 21 0,4-26 0,-1 0 0,0 0 0,0-1 0,-1 1 0,-1-1 0,1 1 0,-1-1 0,0-1 0,-1 1 0,0-1 0,0 0 0,-8 6 0,-50 43-1365,44-39-5461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8T16:44:30.599"/>
    </inkml:context>
    <inkml:brush xml:id="br0">
      <inkml:brushProperty name="width" value="0.035" units="cm"/>
      <inkml:brushProperty name="height" value="0.035" units="cm"/>
    </inkml:brush>
  </inkml:definitions>
  <inkml:trace contextRef="#ctx0" brushRef="#br0">300 0 24575,'-5'5'0,"1"1"0,-1 0 0,1 0 0,1 0 0,-5 8 0,-10 18 0,-128 188 0,58-83 0,86-134 0,-1 1 0,1 1 0,-1-1 0,1 0 0,0 0 0,1 1 0,-2 5 0,2-8 0,1-1 0,0 0 0,0 0 0,0 0 0,0 0 0,0 0 0,1 0 0,-1 0 0,0 0 0,0 0 0,1 0 0,-1 0 0,1 0 0,-1 0 0,1 0 0,-1 0 0,1 0 0,-1 0 0,1 0 0,0-1 0,-1 1 0,1 0 0,0 0 0,0-1 0,0 1 0,0 0 0,0-1 0,0 1 0,-1-1 0,1 1 0,0-1 0,0 0 0,1 1 0,-1-1 0,0 0 0,0 0 0,0 0 0,1 0 0,3 1 0,0-1 0,0-1 0,0 1 0,0-1 0,0 0 0,-1 0 0,1 0 0,0 0 0,-1-1 0,1 0 0,-1 0 0,1 0 0,-1-1 0,7-5 0,31-13 0,7 0 0,-37 15 0,0 0 0,0 1 0,15-4 0,-18 7 0,0 0 0,-1-1 0,1 0 0,14-7 0,-20 8 0,-1 1 0,0-1 0,0 0 0,1 1 0,-1-1 0,-1 0 0,1-1 0,0 1 0,0 0 0,-1 0 0,1-1 0,-1 1 0,0-1 0,0 0 0,0 1 0,0-1 0,0 0 0,0 1 0,0-5 0,2-25 0,-2-1 0,-3-53 0,-1 10 0,3 45 0,0 24 0,0 21 0,0 511 0,0-516-227,1-1-1,0 0 1,0 0-1,0 1 1,4 8-1,0-2-6598</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8T16:44:43.908"/>
    </inkml:context>
    <inkml:brush xml:id="br0">
      <inkml:brushProperty name="width" value="0.035" units="cm"/>
      <inkml:brushProperty name="height" value="0.035" units="cm"/>
    </inkml:brush>
  </inkml:definitions>
  <inkml:trace contextRef="#ctx0" brushRef="#br0">1 47 24575,'65'1'0,"75"-3"0,-136 1 0,1 0 0,0 0 0,0-1 0,-1 0 0,1 0 0,-1 0 0,1 0 0,7-6 0,-7 5 0,-1 0 0,1 0 0,1 0 0,-1 1 0,0 0 0,10-3 0,-10 4 0,-3 1 0,0-1 0,0 0 0,0 1 0,0 0 0,0-1 0,0 1 0,1 0 0,-1 0 0,0 0 0,0 1 0,0-1 0,0 0 0,0 1 0,4 1 0,-5-2 0,-1 0 0,0 0 0,0 1 0,0-1 0,0 0 0,0 0 0,0 1 0,0-1 0,0 0 0,0 0 0,0 0 0,0 1 0,0-1 0,0 0 0,0 0 0,0 1 0,0-1 0,0 0 0,0 0 0,0 1 0,0-1 0,0 0 0,-1 0 0,1 0 0,0 1 0,0-1 0,0 0 0,0 0 0,0 0 0,-1 1 0,1-1 0,0 0 0,0 0 0,0 0 0,-1 0 0,1 0 0,0 0 0,0 1 0,0-1 0,-1 0 0,1 0 0,0 0 0,0 0 0,-1 0 0,-13 6 0,12-6 0,-44 18 0,-65 34 0,91-37 0,17-12 0,1-1 0,-1 0 0,0 1 0,0-1 0,1 0 0,-1 0 0,-1-1 0,1 1 0,0-1 0,0 0 0,-1 1 0,1-1 0,0-1 0,-8 2 0,10-3 0,-1 0 0,1 0 0,-1 0 0,1 0 0,-1 0 0,1 0 0,0-1 0,0 1 0,-1 0 0,1-1 0,0 1 0,0-1 0,0 1 0,1-1 0,-1 0 0,0 1 0,0-1 0,1 0 0,-1 0 0,1 1 0,0-1 0,-1-3 0,0-3 0,2 34 0,-1 86 0,3 53 0,-3-162 0,0 0 0,0 0 0,1 0 0,-1 0 0,1 0 0,0 0 0,0 0 0,0-1 0,0 1 0,1 0 0,-1-1 0,1 1 0,-1 0 0,1-1 0,0 0 0,0 1 0,0-1 0,0 0 0,1 0 0,-1 0 0,0-1 0,1 1 0,0 0 0,-1-1 0,1 0 0,0 1 0,-1-1 0,1 0 0,0 0 0,0-1 0,0 1 0,0-1 0,0 1 0,0-1 0,0 0 0,0 0 0,0 0 0,0-1 0,0 1 0,0-1 0,0 0 0,0 0 0,0 1 0,0-2 0,3-1 0,1 0 0,1 0 0,-1-1 0,0 0 0,-1-1 0,1 1 0,-1-1 0,7-7 0,3-4 0,16-24 0,-31 39 0,-1 0 0,1 0 0,0 0 0,0-1 0,0 1 0,0 0 0,0 1 0,0-1 0,0 0 0,0 0 0,0 0 0,0 1 0,0-1 0,1 0 0,-1 1 0,0-1 0,0 1 0,1 0 0,-1-1 0,2 1 0,-2 0 0,0 1 0,0-1 0,0 1 0,0 0 0,0-1 0,0 1 0,-1 0 0,1 0 0,0 0 0,-1-1 0,1 1 0,0 0 0,-1 0 0,1 0 0,-1 0 0,0 0 0,1 0 0,-1 0 0,0 0 0,1 0 0,-1 0 0,0 1 0,0-1 0,0 0 0,0 0 0,0 2 0,3 58 0,-4 73 0,-2-35 0,4-39 0,-2 65 0,1-121 0,-1-1 0,1 0 0,-1 0 0,0 1 0,0-1 0,0 0 0,0 0 0,0 0 0,-1 0 0,1 0 0,-1 0 0,0-1 0,0 1 0,0-1 0,0 1 0,0-1 0,-1 1 0,1-1 0,-1 0 0,1 0 0,-1 0 0,0-1 0,0 1 0,0-1 0,0 1 0,0-1 0,0 0 0,0 0 0,0-1 0,0 1 0,-1 0 0,1-1 0,0 0 0,0 0 0,-1 0 0,1 0 0,0 0 0,0-1 0,-1 0 0,1 1 0,0-1 0,-5-2 0,6 1 0,-1 0 0,0 0 0,0 0 0,1 0 0,-1-1 0,1 1 0,0-1 0,0 0 0,0 1 0,0-1 0,0 0 0,1 0 0,-1 0 0,1 0 0,0-1 0,-2-5 0,-1-5 0,0-1 0,-2-21 0,3 12 0,1-41 0,2 58 0,0-1 0,1 1 0,0 0 0,0 0 0,1 0 0,0 0 0,0 0 0,1 0 0,-1 0 0,6-7 0,-7 12 0,0 0 0,0 0 0,0 1 0,1-1 0,-1 0 0,0 1 0,1-1 0,0 1 0,-1-1 0,1 1 0,0 0 0,0 0 0,0 0 0,0 0 0,0 0 0,0 0 0,0 0 0,0 1 0,0-1 0,0 1 0,0-1 0,0 1 0,1 0 0,-1 0 0,0 0 0,0 0 0,0 0 0,1 0 0,-1 1 0,0-1 0,0 1 0,0 0 0,0-1 0,0 1 0,0 0 0,0 0 0,0 0 0,0 1 0,-1-1 0,1 0 0,0 1 0,-1-1 0,1 1 0,-1-1 0,1 1 0,-1 0 0,0 0 0,0-1 0,1 1 0,-1 0 0,-1 0 0,1 0 0,0 0 0,0 0 0,0 5 0,0-3-54,0-1-1,0 1 0,0 0 1,-1-1-1,0 1 1,0 0-1,0 0 0,0 0 1,0-1-1,-1 1 1,1 0-1,-1 0 0,0-1 1,0 1-1,-1 0 0,1-1 1,-1 1-1,1-1 1,-1 0-1,0 1 0,-1-1 1,1 0-1,0 0 1,-5 4-1,-8 4-6771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3:56.936"/>
    </inkml:context>
    <inkml:brush xml:id="br0">
      <inkml:brushProperty name="width" value="0.05" units="cm"/>
      <inkml:brushProperty name="height" value="0.05" units="cm"/>
    </inkml:brush>
  </inkml:definitions>
  <inkml:trace contextRef="#ctx0" brushRef="#br0">142 141 24575,'0'-7'0,"-1"0"0,0 1 0,0-1 0,-1 1 0,1-1 0,-2 1 0,1-1 0,0 1 0,-5-6 0,7 12 0,0 0 0,0 0 0,0-1 0,0 1 0,0 0 0,0 0 0,0 0 0,-1 0 0,1 0 0,0 0 0,0 0 0,0 0 0,0 0 0,0 0 0,0 0 0,0 0 0,0 0 0,-1 0 0,1 0 0,0 0 0,0 0 0,0 0 0,0 0 0,0 0 0,0 0 0,0 0 0,0 0 0,-1 0 0,1 0 0,0 0 0,0 0 0,0 0 0,0 0 0,0 0 0,0 0 0,0 0 0,0 0 0,0 1 0,-1-1 0,1 0 0,0 0 0,0 0 0,0 0 0,0 0 0,0 0 0,0 0 0,0 0 0,0 0 0,0 1 0,-3 7 0,1 11 0,-46 413 0,3-41 0,44-382 0,-17 476 0,18-482 0,0 1 0,0 0 0,0 0 0,1-1 0,-1 1 0,1 0 0,2 5 0,-2-8 0,-1 0 0,1 0 0,-1-1 0,1 1 0,0 0 0,-1 0 0,1-1 0,0 1 0,-1-1 0,1 1 0,0 0 0,0-1 0,0 1 0,-1-1 0,1 0 0,0 1 0,0-1 0,0 0 0,0 1 0,0-1 0,0 0 0,0 0 0,0 0 0,0 0 0,0 0 0,0 0 0,-1 0 0,1 0 0,0 0 0,0-1 0,0 1 0,0 0 0,0-1 0,1 0 0,40-9 0,1 2 0,0 1 0,53 0 0,-23 1 0,1120-89 0,-997 91 0,-162 5 0,-1 3 0,1 0 0,58 17 0,-90-20 0,-1 0 0,1-1 0,0 1 0,0-1 0,0 1 0,0-1 0,0 0 0,0 0 0,0 0 0,4 0 0,-5-1 0,-1 1 0,1-1 0,-1 1 0,1-1 0,-1 0 0,1 1 0,-1-1 0,0 1 0,1-1 0,-1 0 0,0 0 0,1 1 0,-1-1 0,0 0 0,0 0 0,0 1 0,0-1 0,0 0 0,0 0 0,0 1 0,0-1 0,0 0 0,0 0 0,0 1 0,0-1 0,0 0 0,-1 0 0,1 1 0,-1-2 0,-44-166 0,17 20 0,6-1 0,7-1 0,5-158 0,22 58 0,-10 220 0,-1 21 0,0 0 0,0 0 0,-1-1 0,0 1 0,-1 0 0,1 0 0,-4-10 0,3 16 0,1 1 0,-2-1 0,1 1 0,0-1 0,0 1 0,-1 0 0,1 0 0,-1 0 0,0 0 0,0 0 0,0 0 0,0 0 0,0 0 0,0 1 0,0-1 0,-1 1 0,1-1 0,0 1 0,-1 0 0,1 0 0,-1 0 0,1 0 0,-1 1 0,0-1 0,-3 0 0,-17-1 0,0 1 0,-1 0 0,1 2 0,0 1 0,-30 6 0,10-2 0,-350 26 0,75-9 0,2 26 0,223-24 0,46-12 0,-64 10 0,100-22-195,0 1 0,0-2 0,-1 0 0,1 0 0,0-1 0,-14-2 0,16 0-6631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3:57.852"/>
    </inkml:context>
    <inkml:brush xml:id="br0">
      <inkml:brushProperty name="width" value="0.05" units="cm"/>
      <inkml:brushProperty name="height" value="0.05" units="cm"/>
    </inkml:brush>
  </inkml:definitions>
  <inkml:trace contextRef="#ctx0" brushRef="#br0">16 87 24575,'10'-29'0,"-7"21"0,-7 17 0,-1 6 0,0 0 0,1 1 0,1-1 0,0 1 0,1-1 0,1 1 0,0 0 0,1 0 0,1 0 0,5 31 0,-4-39 0,0 1 0,1 0 0,0 0 0,1-1 0,0 0 0,0 1 0,1-2 0,10 16 0,-10-18 0,-1 0 0,1-1 0,0 1 0,1-1 0,-1 0 0,1 0 0,0 0 0,-1-1 0,2 0 0,-1 0 0,0-1 0,1 0 0,7 2 0,-10-3 0,1 0 0,-1 0 0,1-1 0,-1 0 0,1 1 0,0-2 0,-1 1 0,1 0 0,-1-1 0,1 0 0,-1 0 0,1 0 0,-1-1 0,1 0 0,-1 1 0,5-4 0,-3 1 0,-1 0 0,1-1 0,-1 0 0,0 0 0,0 0 0,0 0 0,-1-1 0,0 1 0,6-12 0,-1-1 0,-1 0 0,-1-1 0,0 0 0,-1-1 0,-2 1 0,4-30 0,-7 47 1,1-17 112,0 0 1,-1-34-1,-1 49-198,-1 0 0,1 0-1,-1 0 1,1 0 0,-1 0-1,0 0 1,-1 0 0,1 0 0,-1 0-1,1 1 1,-1-1 0,0 1-1,0-1 1,-1 1 0,1 0-1,-1 0 1,0 0 0,1 0-1,-7-4 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3:58.085"/>
    </inkml:context>
    <inkml:brush xml:id="br0">
      <inkml:brushProperty name="width" value="0.05" units="cm"/>
      <inkml:brushProperty name="height" value="0.05" units="cm"/>
    </inkml:brush>
  </inkml:definitions>
  <inkml:trace contextRef="#ctx0" brushRef="#br0">1 0 24575,'2'0'0,"1"3"0,0 2 0,0 4 0,-1 4 0,-1 6 0,-1 3 0,1 6 0,-1 3 0,-1 2 0,1 2 0,3 1 0,-1 0 0,1-5 0,0-2 0,-2-3 0,3-5 0,0-5-8191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0.084"/>
    </inkml:context>
    <inkml:brush xml:id="br0">
      <inkml:brushProperty name="width" value="0.05" units="cm"/>
      <inkml:brushProperty name="height" value="0.05" units="cm"/>
    </inkml:brush>
  </inkml:definitions>
  <inkml:trace contextRef="#ctx0" brushRef="#br0">1 295 24575,'0'-98'0,"13"478"0,1-66 0,-13-241 0,1 148 0,-5-160 0,-16 97 0,18-155 0,1-1 0,-1 1 0,1 0 0,0 0 0,0 0 0,0 0 0,0 0 0,0-1 0,1 6 0,0-7 0,-1 0 0,1-1 0,0 1 0,-1 0 0,1 0 0,0-1 0,-1 1 0,1 0 0,0-1 0,0 1 0,0 0 0,-1-1 0,1 0 0,0 1 0,0-1 0,0 1 0,0-1 0,0 0 0,0 0 0,0 1 0,0-1 0,0 0 0,0 0 0,0 0 0,0 0 0,0 0 0,0 0 0,0-1 0,0 1 0,1 0 0,127-23 0,-5 1 0,13 12 0,212 9 0,137 40 0,-313-22-55,562 40-464,-544-48 615,-190-8-86,0-1 0,1 0 1,-1 0-1,0 0 0,1 0 0,-1 0 0,0 0 0,0 0 1,1-1-1,-1 1 0,0 0 0,0-1 0,1 1 0,-1-1 1,0 1-1,0-1 0,0 0 0,0 1 0,0-1 0,0 0 1,0 0-1,0 0 0,0 0 0,0 0 0,0 0 0,-1 0 0,2-2 1,-1 0 9,0-1 1,-1 1 0,1-1 0,-1 1 0,0-1-1,0 1 1,-1-1 0,0-4 0,0-1-15,-9-202-6,1 12 0,-21-63 0,-12-215 0,42 274 0,0 201 0,0 0 0,0 1 0,0-1 0,0 1 0,0-1 0,-1 1 0,1-1 0,0 1 0,-1-1 0,0 1 0,1-1 0,-1 1 0,0 0 0,0-1 0,1 1 0,-1 0 0,0 0 0,0 0 0,-1 0 0,1-1 0,0 1 0,0 1 0,0-1 0,-1 0 0,1 0 0,-3-1 0,-1 1 0,-1-1 0,1 1 0,-1 0 0,1 1 0,-1-1 0,-6 1 0,-3 0 0,-475-17 28,103 6-174,170 1-357,-604-12 417,796 22 126,0 0 155,-29 4 0,47-3-170,1 0 1,0 0-1,0 0 0,0 1 0,0 0 0,0 1 1,1-1-1,-1 1 0,1 0 0,-6 4 0,9-6-110,1 0 0,0 0-1,0 1 1,-1-1 0,1 0-1,0 0 1,0 1 0,0-1-1,0 1 1,1-1 0,-1 1-1,0-1 1,1 1 0,-1-1-1,0 4 1,1 7-6741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0.907"/>
    </inkml:context>
    <inkml:brush xml:id="br0">
      <inkml:brushProperty name="width" value="0.05" units="cm"/>
      <inkml:brushProperty name="height" value="0.05" units="cm"/>
    </inkml:brush>
  </inkml:definitions>
  <inkml:trace contextRef="#ctx0" brushRef="#br0">40 178 24575,'-5'-8'0,"0"1"0,1-1 0,0-1 0,1 1 0,-1 0 0,2-1 0,-1 0 0,1 1 0,-1-14 0,0 6 0,1-7 0,10 35 0,13 36 0,-11-20 0,-2 0 0,-1 0 0,-1 1 0,-2 0 0,0 1 0,-2-1 0,-3 53 0,1-118 0,1 8 0,5-44 0,0 38 0,20-60 0,-22 83 0,0 1 0,1-1 0,0 1 0,0 0 0,1 0 0,0 1 0,1-1 0,0 2 0,13-13 0,-19 20 0,0 0 0,0-1 0,0 2 0,1-1 0,-1 0 0,0 0 0,1 0 0,-1 1 0,1-1 0,-1 0 0,1 1 0,-1 0 0,1-1 0,-1 1 0,1 0 0,-1 0 0,1-1 0,-1 1 0,1 1 0,0-1 0,-1 0 0,3 1 0,-2 0 0,0 0 0,0 0 0,1 0 0,-1 0 0,0 1 0,0-1 0,0 1 0,0 0 0,-1-1 0,1 1 0,0 0 0,2 4 0,1 3 0,0 0 0,0 0 0,0 1 0,-1 0 0,3 14 0,0 5 0,5 49 0,-8-40 0,-1-34 0,2-10 0,5-14 0,-10 19 0,40-79 0,-34 70 0,0 1 0,0 0 0,1 0 0,0 1 0,1 0 0,8-8 0,-15 15 0,1 0 0,-1-1 0,1 1 0,-1 0 0,0 0 0,1 0 0,0 0 0,-1 1 0,1-1 0,-1 0 0,1 1 0,0-1 0,0 1 0,-1 0 0,1-1 0,0 1 0,0 0 0,0 0 0,-1 0 0,4 1 0,-3-1 0,-1 1 0,1 0 0,-1 0 0,0 0 0,1 0 0,-1 0 0,0 0 0,0 0 0,1 0 0,-1 1 0,0-1 0,0 0 0,-1 1 0,1-1 0,0 1 0,0-1 0,0 4 0,2 5 0,0 1 0,-1-1 0,0 1 0,-1 0 0,0 15 0,-4 116-1365,3-126-5461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1.265"/>
    </inkml:context>
    <inkml:brush xml:id="br0">
      <inkml:brushProperty name="width" value="0.05" units="cm"/>
      <inkml:brushProperty name="height" value="0.05" units="cm"/>
    </inkml:brush>
  </inkml:definitions>
  <inkml:trace contextRef="#ctx0" brushRef="#br0">59 31 24575,'-1'0'0,"0"1"0,-1-1 0,1 1 0,0-1 0,-1 1 0,1 0 0,0-1 0,0 1 0,0 0 0,0 0 0,-1 0 0,1 0 0,0 0 0,1 0 0,-1 0 0,0 1 0,0-1 0,0 0 0,1 0 0,-1 2 0,-14 29 0,14-29 0,-4 11 0,1 1 0,1 0 0,0 0 0,0 0 0,2 1 0,0-1 0,1 1 0,0-1 0,4 23 0,-4-35 0,1 0 0,0 0 0,0-1 0,0 1 0,0 0 0,0-1 0,0 1 0,0-1 0,1 1 0,0-1 0,-1 0 0,1 1 0,0-1 0,0 0 0,0 0 0,0 0 0,0-1 0,3 3 0,-3-4 0,0 1 0,-1 0 0,1-1 0,0 1 0,0-1 0,-1 0 0,1 1 0,0-1 0,0 0 0,0 0 0,0 0 0,-1 0 0,1-1 0,0 1 0,0 0 0,0-1 0,-1 1 0,1-1 0,0 0 0,-1 0 0,1 1 0,0-1 0,-1 0 0,1 0 0,-1-1 0,1 1 0,-1 0 0,2-3 0,3-2 0,0-1 0,-1 1 0,0-2 0,0 1 0,-1 0 0,0-1 0,0 0 0,-1 0 0,0 0 0,-1 0 0,3-9 0,-2-1 0,0 0 0,-2-1 0,1 1 0,-3-22 0,1 36 17,0 0-1,-1 0 0,1 0 0,-1 0 1,0 1-1,0-1 0,-1 0 0,1 1 1,-1-1-1,1 0 0,-1 1 0,0 0 1,0 0-1,-1-1 0,1 1 0,-1 0 1,0 1-1,1-1 0,-1 0 0,-4-2 1,4 4-81,0-1 1,0 1 0,0 0 0,1 0 0,-1 0-1,0 0 1,0 1 0,0-1 0,-1 1 0,1 0-1,0 0 1,0 0 0,0 0 0,0 1-1,0-1 1,0 1 0,0-1 0,0 1 0,0 0-1,0 0 1,1 1 0,-1-1 0,0 0 0,1 1-1,-1 0 1,-2 2 0,-6 5-6763</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1.714"/>
    </inkml:context>
    <inkml:brush xml:id="br0">
      <inkml:brushProperty name="width" value="0.05" units="cm"/>
      <inkml:brushProperty name="height" value="0.05" units="cm"/>
    </inkml:brush>
  </inkml:definitions>
  <inkml:trace contextRef="#ctx0" brushRef="#br0">60 302 24575,'1'0'0,"-1"0"0,0 0 0,0 0 0,1 0 0,-1 0 0,0 0 0,1 0 0,-1 0 0,0 0 0,0 0 0,1 0 0,-1 0 0,0 1 0,0-1 0,1 0 0,-1 0 0,0 0 0,0 0 0,0 0 0,1 0 0,-1 1 0,0-1 0,0 0 0,0 0 0,1 0 0,-1 1 0,0-1 0,0 0 0,0 0 0,0 1 0,0-1 0,1 0 0,-1 0 0,0 1 0,-4 11 0,-18 21 0,6-11 0,11-12 0,1 0 0,0 0 0,1 0 0,-3 13 0,5-19 0,0-1 0,0 1 0,1-1 0,0 1 0,-1 0 0,1 0 0,1-1 0,-1 1 0,0 0 0,1-1 0,0 1 0,0-1 0,0 1 0,0-1 0,4 7 0,-5-9 0,1 1 0,0-1 0,0 0 0,0 0 0,0 0 0,1 0 0,-1 0 0,0 0 0,0 0 0,1 0 0,-1 0 0,0 0 0,1-1 0,-1 1 0,1-1 0,-1 1 0,1-1 0,-1 1 0,1-1 0,-1 0 0,1 0 0,2 0 0,-2 0 0,1-1 0,0 1 0,0-1 0,0 0 0,-1 0 0,1 0 0,0-1 0,-1 1 0,1-1 0,-1 1 0,3-3 0,3-3 0,0 0 0,-1-1 0,0 0 0,0 0 0,8-14 0,-5 4 0,-1 0 0,-2 0 0,1-1 0,-2 0 0,-1 0 0,0 0 0,-2-1 0,2-21 0,-2-3 0,-1-1 0,-8-67 0,6 107 0,-1 0 0,1 0 0,0 1 0,-1-1 0,0 1 0,0-1 0,-1 1 0,-2-6 0,4 9 0,0 1 0,0 0 0,0 0 0,0 0 0,0 0 0,0 0 0,0-1 0,0 1 0,0 0 0,0 0 0,0 0 0,0 0 0,0 0 0,0 0 0,0 0 0,-1 0 0,1-1 0,0 1 0,0 0 0,0 0 0,0 0 0,0 0 0,0 0 0,-1 0 0,1 0 0,0 0 0,0 0 0,0 0 0,0 0 0,0 0 0,0 0 0,-1 0 0,1 0 0,0 0 0,0 0 0,0 0 0,0 0 0,0 0 0,-1 0 0,1 0 0,0 0 0,0 0 0,0 0 0,0 0 0,0 0 0,0 0 0,0 0 0,-1 0 0,1 1 0,0-1 0,0 0 0,0 0 0,-5 10 0,1 15 0,1 30-227,3 0-1,2 1 1,3-1-1,2 0 1,23 90-1,-24-122-6598</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2.252"/>
    </inkml:context>
    <inkml:brush xml:id="br0">
      <inkml:brushProperty name="width" value="0.05" units="cm"/>
      <inkml:brushProperty name="height" value="0.05" units="cm"/>
    </inkml:brush>
  </inkml:definitions>
  <inkml:trace contextRef="#ctx0" brushRef="#br0">15 396 24575,'0'-1'0,"0"0"0,0 1 0,1-1 0,-1 1 0,0-1 0,1 0 0,-1 1 0,0-1 0,1 1 0,-1-1 0,1 1 0,-1 0 0,1-1 0,-1 1 0,1-1 0,-1 1 0,1 0 0,-1-1 0,1 1 0,-1 0 0,1-1 0,0 1 0,-1 0 0,1 0 0,-1 0 0,1 0 0,0 0 0,-1 0 0,1 0 0,0 0 0,-1 0 0,1 0 0,0 0 0,-1 0 0,2 0 0,28 4 0,-25-3 0,6 0 0,-1 0 0,1-1 0,-1 0 0,1-1 0,-1 0 0,1 0 0,-1-1 0,15-5 0,-22 6 0,1 0 0,-1 0 0,1 0 0,-1-1 0,0 0 0,0 1 0,0-1 0,0 0 0,0 0 0,0-1 0,-1 1 0,1 0 0,-1-1 0,0 0 0,1 1 0,-1-1 0,0 0 0,-1 0 0,1 0 0,0-1 0,-1 1 0,0 0 0,0-1 0,0 1 0,0 0 0,0-1 0,-1 1 0,1-7 0,-1 8 0,-1-1 0,1 0 0,-1 0 0,0 0 0,0 1 0,0-1 0,0 0 0,0 1 0,-1-1 0,1 1 0,-1-1 0,1 1 0,-1 0 0,0-1 0,0 1 0,0 0 0,0 0 0,-1 1 0,1-1 0,0 0 0,-1 1 0,1-1 0,-1 1 0,0 0 0,1 0 0,-1 0 0,0 0 0,0 0 0,-3 0 0,-1 0 0,0-1 0,0 1 0,-1 0 0,1 1 0,-1 0 0,1 0 0,0 1 0,-1-1 0,1 2 0,-10 2 0,11-2 0,1 0 0,-1 1 0,1 0 0,0 0 0,-1 1 0,2-1 0,-1 1 0,0 0 0,1 1 0,-1-1 0,1 1 0,1-1 0,-1 1 0,1 1 0,-1-1 0,2 0 0,-1 1 0,0-1 0,1 1 0,0 0 0,1 0 0,-1 0 0,1 0 0,-1 12 0,2-13 0,-1 0 0,1 1 0,1-1 0,-1 0 0,1 1 0,0-1 0,0 0 0,1 0 0,-1 0 0,1 0 0,0 0 0,0 0 0,1 0 0,0-1 0,0 1 0,0-1 0,0 0 0,0 0 0,1 0 0,0 0 0,0-1 0,0 1 0,0-1 0,0 0 0,1 0 0,0-1 0,-1 1 0,1-1 0,5 2 0,-1-2 0,1 1 0,-1-2 0,0 1 0,1-1 0,-1-1 0,1 1 0,-1-2 0,1 1 0,-1-1 0,1-1 0,-1 0 0,0 0 0,0-1 0,0 0 0,0 0 0,0-1 0,-1 0 0,16-10 0,-15 7 0,1 0 0,-1 0 0,-1-1 0,0 0 0,0 0 0,0-1 0,-1 0 0,0 0 0,-1-1 0,0 0 0,0 0 0,-1 0 0,-1-1 0,0 0 0,4-14 0,-4 4 0,0-1 0,-2 0 0,0 0 0,-2-1 0,0 1 0,-2 0 0,0 0 0,-2 0 0,0 1 0,-1-1 0,-9-21 0,13 40 0,0 1 0,0 0 0,0 0 0,0 0 0,0 0 0,0 0 0,-1 0 0,1 0 0,-4-3 0,5 5 0,-1 0 0,1 0 0,0 0 0,0 0 0,0 0 0,-1-1 0,1 1 0,0 0 0,0 0 0,-1 0 0,1 0 0,0 0 0,0 0 0,-1 0 0,1 0 0,0 0 0,0 0 0,-1 0 0,1 0 0,0 0 0,0 0 0,-1 0 0,1 0 0,0 0 0,0 1 0,-1-1 0,1 0 0,0 0 0,0 0 0,0 0 0,-1 0 0,1 1 0,-6 14 0,4 6 0,0 0 0,1 0 0,4 36 0,14 64 0,-12-91 0,13 80-1365,-10-65-5461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3.394"/>
    </inkml:context>
    <inkml:brush xml:id="br0">
      <inkml:brushProperty name="width" value="0.05" units="cm"/>
      <inkml:brushProperty name="height" value="0.05" units="cm"/>
    </inkml:brush>
  </inkml:definitions>
  <inkml:trace contextRef="#ctx0" brushRef="#br0">1961 14 24575,'13'-6'0,"-4"1"0,-18 2 0,-140 9 0,71-1 0,-1344 13-499,1097-19 523,592-18 147,-205 13-1232,-43 4-5765</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3.770"/>
    </inkml:context>
    <inkml:brush xml:id="br0">
      <inkml:brushProperty name="width" value="0.05" units="cm"/>
      <inkml:brushProperty name="height" value="0.05" units="cm"/>
    </inkml:brush>
  </inkml:definitions>
  <inkml:trace contextRef="#ctx0" brushRef="#br0">300 58 24575,'0'-11'0,"0"7"0,1-1 0,-1 1 0,-1 0 0,1 0 0,0 0 0,-3-7 0,3 10 0,0 1 0,-1-1 0,1 0 0,-1 1 0,1-1 0,-1 1 0,1-1 0,-1 0 0,1 1 0,-1-1 0,1 1 0,-1 0 0,0-1 0,1 1 0,-1-1 0,0 1 0,0 0 0,1-1 0,-1 1 0,0 0 0,0 0 0,1 0 0,-1 0 0,0 0 0,0 0 0,1 0 0,-1 0 0,0 0 0,0 0 0,0 0 0,1 0 0,-1 0 0,0 1 0,1-1 0,-1 0 0,0 0 0,0 1 0,1-1 0,-1 1 0,0-1 0,0 1 0,-87 43 0,-37 16 0,111-55 0,9-4 0,1 0 0,-1 1 0,1 0 0,-1 0 0,1 0 0,0 1 0,-5 3 0,9-6 0,-1 1 0,1-1 0,0 0 0,0 0 0,0 0 0,0 0 0,0 0 0,0 1 0,0-1 0,-1 0 0,1 0 0,0 0 0,0 1 0,0-1 0,0 0 0,0 0 0,0 0 0,0 0 0,0 1 0,0-1 0,0 0 0,0 0 0,0 0 0,0 1 0,0-1 0,0 0 0,0 0 0,0 0 0,0 0 0,0 1 0,1-1 0,-1 0 0,0 0 0,0 0 0,0 0 0,0 1 0,0-1 0,0 0 0,0 0 0,1 0 0,-1 0 0,0 0 0,0 0 0,0 1 0,0-1 0,1 0 0,-1 0 0,0 0 0,0 0 0,0 0 0,0 0 0,1 0 0,-1 0 0,0 0 0,14 4 0,-10-3 0,16 6-170,0 0-1,0 1 0,0 1 1,-1 0-1,-1 2 0,1 0 1,25 22-1,-14-7-6655</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5.221"/>
    </inkml:context>
    <inkml:brush xml:id="br0">
      <inkml:brushProperty name="width" value="0.05" units="cm"/>
      <inkml:brushProperty name="height" value="0.05" units="cm"/>
    </inkml:brush>
  </inkml:definitions>
  <inkml:trace contextRef="#ctx0" brushRef="#br0">243 72 24575,'0'-3'0,"0"-1"0,0 0 0,0 0 0,0 1 0,-1-1 0,0 0 0,0 1 0,0-1 0,0 0 0,0 1 0,-1-1 0,-3-5 0,3 7 0,0 0 0,1 1 0,-1 0 0,0-1 0,0 1 0,0 0 0,0 0 0,0 0 0,0 0 0,0 0 0,0 0 0,-1 1 0,1-1 0,0 1 0,0-1 0,-1 1 0,1 0 0,0 0 0,0 0 0,-1 0 0,1 0 0,-4 2 0,-2-1 0,1 1 0,0 1 0,0-1 0,0 1 0,0 1 0,0-1 0,1 1 0,-1 0 0,1 0 0,0 1 0,1 0 0,-1 0 0,1 1 0,0-1 0,0 1 0,-6 10 0,1-2 0,1 1 0,1 0 0,0 0 0,1 1 0,1 0 0,-5 21 0,9-29 0,0-1 0,1 1 0,0 0 0,1 0 0,-1 0 0,1-1 0,1 1 0,0 0 0,0 0 0,0-1 0,1 1 0,0 0 0,1-1 0,-1 0 0,7 11 0,-6-12 0,1 0 0,0-1 0,0 0 0,1 0 0,-1 0 0,1 0 0,0 0 0,1-1 0,-1 0 0,1 0 0,0-1 0,-1 0 0,2 0 0,-1 0 0,0 0 0,0-1 0,1 0 0,8 1 0,-2-2 0,0 0 0,0 0 0,1-1 0,-1-1 0,0 0 0,0-1 0,0-1 0,0 0 0,0 0 0,-1-1 0,1-1 0,-1 0 0,0-1 0,0 0 0,-1-1 0,21-16 0,-24 16 0,0 1 0,-1-1 0,0-1 0,0 1 0,-1-1 0,0-1 0,-1 1 0,1-1 0,-2 0 0,5-10 0,-6 12 0,-1-1 0,0 1 0,0-1 0,-1 0 0,0 1 0,-1-1 0,1 0 0,-1 1 0,-1-1 0,1 0 0,-2 0 0,1 1 0,-1-1 0,-3-9 0,2 9 0,-1 0 0,0 0 0,0 1 0,-1-1 0,0 1 0,0 0 0,-1 0 0,0 0 0,0 1 0,-1 0 0,1 0 0,-1 1 0,0-1 0,-10-4 0,10 6 0,0 1 0,0 0 0,0 0 0,0 0 0,0 1 0,0 0 0,-1 0 0,1 1 0,-1 0 0,1 0 0,-1 1 0,0 0 0,1 0 0,-1 1 0,1 0 0,-14 4 0,19-5-76,0 1 1,0-1-1,0 1 0,1 0 0,-1 0 0,0 0 0,1 0 0,-1 0 1,1 0-1,-1 0 0,1 0 0,0 1 0,-1-1 0,1 0 1,0 1-1,0 0 0,-2 2 0,-1 10-6750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5.609"/>
    </inkml:context>
    <inkml:brush xml:id="br0">
      <inkml:brushProperty name="width" value="0.05" units="cm"/>
      <inkml:brushProperty name="height" value="0.05" units="cm"/>
    </inkml:brush>
  </inkml:definitions>
  <inkml:trace contextRef="#ctx0" brushRef="#br0">21 51 24575,'-3'-4'0,"1"1"0,-1-1 0,1 0 0,0 1 0,0-1 0,-3-9 0,5 13 0,0-1 0,-1 1 0,1-1 0,0 0 0,0 1 0,0-1 0,0 1 0,0-1 0,0 0 0,0 1 0,0-1 0,0 0 0,0 1 0,0-1 0,0 1 0,0-1 0,1 0 0,-1 1 0,0-1 0,0 1 0,1-2 0,0 2 0,0-1 0,0 1 0,-1 0 0,1 0 0,0 0 0,0-1 0,0 1 0,0 0 0,-1 0 0,1 0 0,0 0 0,0 0 0,0 1 0,-1-1 0,1 0 0,0 0 0,0 0 0,0 1 0,-1-1 0,1 0 0,0 1 0,1 0 0,4 2 0,1 1 0,-1 0 0,0 1 0,0-1 0,0 1 0,-1 0 0,1 1 0,-1-1 0,-1 1 0,1 0 0,7 13 0,-2-1 0,0 1 0,-2 0 0,8 22 0,-13-33 0,9 37 0,-12-43 0,1 0 0,-1 0 0,0 0 0,0 0 0,0 0 0,0 0 0,0 0 0,-1 0 0,1 0 0,0 0 0,-1 0 0,0 0 0,1 0 0,-1 0 0,0 0 0,0 0 0,0 0 0,0-1 0,-2 3 0,3-4 0,0 0 0,-1 1 0,1-1 0,0 0 0,0 1 0,-1-1 0,1 0 0,0 1 0,-1-1 0,1 0 0,-1 0 0,1 1 0,0-1 0,-1 0 0,1 0 0,-1 0 0,1 0 0,0 1 0,-1-1 0,1 0 0,-1 0 0,1 0 0,-1 0 0,1 0 0,-1 0 0,1 0 0,0 0 0,-1 0 0,1 0 0,-1-1 0,1 1 0,-1 0 0,-7-14 0,5-22 0,5 26 0,0 0 0,1 1 0,0-1 0,0 0 0,1 1 0,0 0 0,1 0 0,0 0 0,0 1 0,1-1 0,0 1 0,1 1 0,9-10 0,-10 11 0,0 0 0,1 0 0,0 0 0,0 1 0,0 0 0,1 1 0,0-1 0,-1 2 0,2-1 0,-1 1 0,0 0 0,1 1 0,-1 0 0,1 0 0,12-1 0,-17 3 10,-1 0 0,1 1 0,-1-1 0,1 1 0,-1-1 0,1 1 1,-1 0-1,0 1 0,1-1 0,-1 0 0,0 1 0,0 0 0,0 0 0,0 0 0,0 0 0,3 3 0,-3-1 7,1 0 0,-1 0 0,1 1 0,-1-1 0,-1 1 0,1 0 0,-1 0 0,1 0 1,1 8-1,0 6-359,0 0 1,-1 0 0,-1 0-1,-1 35 1,-2-31-6485</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5.981"/>
    </inkml:context>
    <inkml:brush xml:id="br0">
      <inkml:brushProperty name="width" value="0.05" units="cm"/>
      <inkml:brushProperty name="height" value="0.05" units="cm"/>
    </inkml:brush>
  </inkml:definitions>
  <inkml:trace contextRef="#ctx0" brushRef="#br0">99 160 24575,'2'-2'0,"0"1"0,0-1 0,0 1 0,1 0 0,-1-1 0,0 1 0,1 0 0,-1 0 0,1 1 0,-1-1 0,1 1 0,0-1 0,3 1 0,40-1 0,-30 1 0,-3 0 0,11 0 0,28-4 0,-45 4 0,0-2 0,-1 1 0,1-1 0,-1 0 0,0 0 0,0 0 0,0-1 0,0 0 0,7-5 0,-12 7 0,1 0 0,-1 1 0,0-1 0,0 0 0,0 0 0,0 0 0,1-1 0,-2 1 0,1 0 0,0 0 0,0 0 0,0-1 0,0 1 0,-1-1 0,1 1 0,-1 0 0,1-1 0,-1 1 0,0-1 0,1 1 0,-1-1 0,0 1 0,0-4 0,0 3 0,-1 0 0,0-1 0,0 1 0,0 0 0,0 0 0,0 0 0,0 0 0,-1 0 0,1 0 0,-1 0 0,1 0 0,-1 0 0,-3-2 0,-2-2 0,-1 0 0,-1 0 0,1 1 0,-1 0 0,0 1 0,-12-5 0,10 6 0,0 1 0,0 0 0,0 0 0,0 1 0,-1 0 0,1 1 0,0 0 0,0 1 0,-1 1 0,1-1 0,0 2 0,0 0 0,0 0 0,-16 8 0,21-9 0,-1 1 0,1 0 0,0 1 0,1-1 0,-1 1 0,1 0 0,-1 1 0,1 0 0,0-1 0,1 1 0,-1 1 0,1-1 0,0 1 0,1 0 0,-1-1 0,1 2 0,0-1 0,1 0 0,-1 1 0,1-1 0,0 1 0,1-1 0,0 1 0,0 0 0,0 8 0,1-9 22,0 0-1,1-1 0,0 1 1,0-1-1,0 1 0,1-1 1,0 1-1,0-1 0,0 0 1,1 0-1,0 0 0,0 0 1,0 0-1,0-1 0,6 7 1,-2-5-212,0 1 0,0-1 1,0-1-1,1 1 0,0-1 1,0-1-1,0 0 1,14 5-1,17 5-6636</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6.506"/>
    </inkml:context>
    <inkml:brush xml:id="br0">
      <inkml:brushProperty name="width" value="0.05" units="cm"/>
      <inkml:brushProperty name="height" value="0.05" units="cm"/>
    </inkml:brush>
  </inkml:definitions>
  <inkml:trace contextRef="#ctx0" brushRef="#br0">10 49 24575,'0'-19'0,"0"18"0,0 11 0,-9 227 0,9-235 0,0-1 0,0 1 0,0-1 0,0 1 0,0 0 0,0-1 0,0 1 0,0-1 0,1 1 0,-1 0 0,0-1 0,1 1 0,0-1 0,-1 1 0,1-1 0,0 1 0,0-1 0,-1 0 0,3 2 0,-2-2 0,0-1 0,0 0 0,0 1 0,0-1 0,0 0 0,1 1 0,-1-1 0,0 0 0,0 0 0,0 0 0,0 0 0,1 0 0,-1 0 0,0 0 0,0-1 0,0 1 0,0 0 0,0-1 0,1 1 0,-1-1 0,0 1 0,0-1 0,0 1 0,0-1 0,0 0 0,1-1 0,12-9 0,-1 0 0,0-1 0,-1-1 0,0 0 0,-1-1 0,12-18 0,-7 9 0,21-22 0,-36 44 0,-1 1 0,1-1 0,0 0 0,0 0 0,0 0 0,0 1 0,0-1 0,-1 0 0,1 1 0,0-1 0,1 1 0,-1-1 0,0 1 0,0 0 0,0-1 0,2 1 0,-2 0 0,-1 0 0,1 0 0,-1 0 0,1 0 0,-1 1 0,1-1 0,-1 0 0,1 0 0,-1 1 0,1-1 0,-1 0 0,1 1 0,-1-1 0,0 1 0,1-1 0,-1 1 0,1-1 0,-1 0 0,0 1 0,0-1 0,1 1 0,-1-1 0,0 2 0,2 4 0,0 0 0,-1 1 0,0-1 0,1 12 0,-1-5 0,1-4 0,0 0 0,0-1 0,0 1 0,1-1 0,1 1 0,-1-1 0,1 0 0,1 0 0,-1-1 0,8 9 0,-10-13 0,0 0 0,1 0 0,0-1 0,-1 1 0,1-1 0,0 0 0,0 0 0,1 0 0,-1 0 0,0-1 0,0 1 0,1-1 0,-1 0 0,1 0 0,0 0 0,-1 0 0,1 0 0,-1-1 0,1 0 0,0 0 0,0 0 0,-1 0 0,1 0 0,0-1 0,-1 0 0,1 0 0,4-1 0,0-2 0,0 0 0,-1 0 0,1-1 0,-1 0 0,0 0 0,0-1 0,0 0 0,-1 0 0,0 0 0,0-1 0,0 0 0,-1 0 0,0-1 0,5-11 0,-5 10 0,0-1 0,0 0 0,-1-1 0,-1 1 0,0-1 0,0 1 0,-1-1 0,0 0 0,-1 0 0,0 0 0,-1-14 0,-1 22 13,1-1 0,-1 1-1,0-1 1,0 1-1,0 0 1,-1 0 0,1 0-1,-1 0 1,1 0 0,-1 0-1,0 0 1,0 0 0,-1 1-1,1-1 1,0 1 0,-1-1-1,0 1 1,1 0-1,-1 0 1,0 0 0,0 1-1,0-1 1,0 0 0,0 1-1,-1 0 1,-4-1 0,5 1-85,-1 0 1,0 1 0,1-1 0,-1 1 0,0 0 0,0 0 0,0 0 0,1 0 0,-1 1-1,0 0 1,0 0 0,1 0 0,-1 0 0,1 0 0,-1 1 0,1-1 0,-1 1 0,1 0 0,0 0-1,0 0 1,0 1 0,0-1 0,-5 6 0,0 4-6755</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6.910"/>
    </inkml:context>
    <inkml:brush xml:id="br0">
      <inkml:brushProperty name="width" value="0.05" units="cm"/>
      <inkml:brushProperty name="height" value="0.05" units="cm"/>
    </inkml:brush>
  </inkml:definitions>
  <inkml:trace contextRef="#ctx0" brushRef="#br0">168 72 24575,'1'1'0,"0"0"0,0 0 0,1 0 0,-1 0 0,0-1 0,1 1 0,-1 0 0,1 0 0,-1-1 0,1 1 0,-1-1 0,1 1 0,-1-1 0,1 0 0,-1 1 0,1-1 0,0 0 0,-1 0 0,1 0 0,-1 0 0,1-1 0,-1 1 0,1 0 0,0-1 0,-1 1 0,1-1 0,-1 1 0,0-1 0,1 0 0,-1 0 0,1 1 0,-1-1 0,2-2 0,-1 2 0,-1 0 0,-1 0 0,1 0 0,0 0 0,0 0 0,0 0 0,0-1 0,-1 1 0,1 0 0,-1 0 0,1 0 0,-1-1 0,1 1 0,-1 0 0,0-1 0,1 1 0,-1 0 0,0-1 0,0 1 0,0-1 0,0 1 0,0 0 0,-1-1 0,1 1 0,0 0 0,-1-1 0,1 1 0,0 0 0,-1 0 0,0-1 0,1 1 0,-1 0 0,0 0 0,0 0 0,1 0 0,-1 0 0,0 0 0,0 0 0,-2-1 0,1-1 0,-1 1 0,0 0 0,0-1 0,0 2 0,0-1 0,-1 0 0,1 1 0,0-1 0,-1 1 0,1 0 0,-1 0 0,0 0 0,1 1 0,-1-1 0,1 1 0,-1 0 0,-3 0 0,0 1 0,1 0 0,0 0 0,1 0 0,-1 1 0,0 0 0,0 1 0,1-1 0,-1 1 0,-8 6 0,7-5 0,0 2 0,0-1 0,0 1 0,1 0 0,0 0 0,0 1 0,1 0 0,0 0 0,0 0 0,0 0 0,1 1 0,0 0 0,1 0 0,-5 13 0,8-19 0,-1 1 0,1-1 0,-1 0 0,1 1 0,0-1 0,0 0 0,0 1 0,0-1 0,0 1 0,1-1 0,-1 0 0,1 1 0,-1-1 0,1 0 0,0 0 0,0 1 0,0-1 0,0 0 0,1 0 0,-1 0 0,0 0 0,1 0 0,-1-1 0,1 1 0,0 0 0,0-1 0,0 1 0,-1-1 0,1 1 0,1-1 0,-1 0 0,0 0 0,0 0 0,0 0 0,1 0 0,-1-1 0,0 1 0,1-1 0,-1 1 0,3-1 0,3 1 0,0 0 0,0-1 0,0 0 0,-1-1 0,1 0 0,0 0 0,0 0 0,-1-1 0,1 0 0,-1-1 0,10-4 0,-7 1 0,0 0 0,0-1 0,-1-1 0,11-9 0,-3 1 0,-17 16 0,0 0 0,0 0 0,0 0 0,0 0 0,0 0 0,0 0 0,0-1 0,1 1 0,-1 0 0,0 0 0,0 0 0,0 0 0,0 0 0,0 0 0,1 0 0,-1 0 0,0 0 0,0 0 0,0 0 0,1 0 0,-1 0 0,0 0 0,0 0 0,0 0 0,0 0 0,1 0 0,-1 0 0,0 0 0,0 0 0,0 0 0,0 0 0,1 0 0,-1 0 0,0 0 0,0 0 0,0 0 0,0 0 0,0 0 0,1 1 0,-1-1 0,0 0 0,0 0 0,0 0 0,0 0 0,3 12 0,-3 20 0,0-25 0,0-3-76,0-1 1,1 1-1,-1-1 0,1 1 0,-1-1 0,1 1 0,0-1 0,1 0 1,-1 1-1,0-1 0,1 0 0,0 0 0,0 0 0,0 0 1,0 0-1,0-1 0,5 6 0,7 2-6750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7.433"/>
    </inkml:context>
    <inkml:brush xml:id="br0">
      <inkml:brushProperty name="width" value="0.05" units="cm"/>
      <inkml:brushProperty name="height" value="0.05" units="cm"/>
    </inkml:brush>
  </inkml:definitions>
  <inkml:trace contextRef="#ctx0" brushRef="#br0">23 148 24575,'1'-34'0,"0"25"0,0-1 0,-1 0 0,0 1 0,-1-1 0,0 0 0,0 1 0,-5-16 0,6 25 0,0 0 0,0 0 0,0 0 0,0 0 0,0 0 0,0 0 0,0 0 0,0 0 0,0-1 0,0 1 0,0 0 0,0 0 0,0 0 0,0 0 0,-1 0 0,1 0 0,0 0 0,0 0 0,0 0 0,0 0 0,0 0 0,0 0 0,0 0 0,0 0 0,0 0 0,0 0 0,-1 0 0,1 0 0,0 0 0,0 0 0,0 0 0,0 0 0,0 0 0,0 0 0,0 0 0,0 0 0,0 0 0,-1 0 0,1 0 0,0 0 0,0 0 0,0 0 0,0 0 0,0 0 0,0 0 0,0 0 0,0 0 0,0 0 0,0 0 0,0 0 0,-1 0 0,1 0 0,0 0 0,0 1 0,0-1 0,0 0 0,0 0 0,0 0 0,0 0 0,0 0 0,0 0 0,-5 10 0,-2 13 0,7-17 0,-1-1 0,1 1 0,1-1 0,-1 1 0,1 0 0,0-1 0,0 1 0,0-1 0,1 1 0,0-1 0,0 0 0,1 0 0,-1 0 0,1 0 0,0 0 0,0-1 0,1 1 0,-1-1 0,1 0 0,0 0 0,0 0 0,1 0 0,7 5 0,-7-6 0,-1-1 0,1 1 0,0-1 0,0 0 0,0 0 0,0 0 0,0-1 0,0 0 0,0 0 0,1 0 0,-1-1 0,0 1 0,1-1 0,-1-1 0,0 1 0,1-1 0,-1 0 0,0 0 0,0 0 0,1-1 0,-1 1 0,0-2 0,-1 1 0,1 0 0,5-4 0,-4 2 0,-1-1 0,0 0 0,1 0 0,-2 0 0,1 0 0,0-1 0,-1 1 0,0-1 0,-1-1 0,1 1 0,2-8 0,-4 10 0,0-1 0,-1 1 0,1-1 0,-1 1 0,0-1 0,-1 0 0,1 0 0,-1 0 0,0 1 0,0-1 0,0 0 0,-1 0 0,1 0 0,-1 0 0,-1 1 0,1-1 0,-3-5 0,4 9 0,-1 0 0,1 0 0,-1-1 0,0 1 0,1 0 0,-1 0 0,0 0 0,0 0 0,0 0 0,0 0 0,0 0 0,0 1 0,-1-2 0,1 2 0,1 0 0,0-1 0,-1 1 0,1 0 0,-1 0 0,1 0 0,0 0 0,-1 0 0,1 0 0,-1 0 0,1 0 0,-1 0 0,1 0 0,0 1 0,-1-1 0,1 0 0,-1 0 0,1 0 0,0 0 0,-1 1 0,1-1 0,0 0 0,-1 0 0,1 0 0,0 1 0,-1-1 0,1 1 0,-2 1 0,1 0 0,0 0 0,0 0 0,-1 0 0,1 1 0,1-1 0,-1 0 0,0 1 0,0-1 0,1 0 0,0 1 0,-1 3 0,1 12 0,0 0 0,2 0 0,0 0 0,0 0 0,7 19 0,30 87 0,-7-43 0,10 31 0,-37-95 0,0 0 0,-2 0 0,0 0 0,1 29 0,-4-40 0,0 0 0,0 0 0,0 0 0,-1 0 0,0 0 0,-1 0 0,1 0 0,-1-1 0,0 1 0,0-1 0,-1 1 0,0-1 0,0 0 0,0 0 0,-1 0 0,1 0 0,-1 0 0,-5 4 0,3-4 0,0-1 0,1-1 0,-1 1 0,0-1 0,-1 0 0,1 0 0,-1-1 0,1 0 0,-1 0 0,0 0 0,1-1 0,-1 0 0,0 0 0,0-1 0,-11-1 0,10 1 0,0-1 0,0 0 0,1 0 0,-1-1 0,0 0 0,1 0 0,-1-1 0,1 0 0,0 0 0,0-1 0,0 0 0,0 0 0,1-1 0,0 1 0,-11-12 0,12 11 0,1 0 0,0 0 0,0-1 0,1 0 0,-1 0 0,1 0 0,0 0 0,1-1 0,0 1 0,0-1 0,0 0 0,1 1 0,0-1 0,0 0 0,0 0 0,1 0 0,0 1 0,2-12 0,0 6 19,0 1 0,1-1 0,1 1 0,0 0 0,0 0 0,1 0 0,0 1 0,1 0 0,0 0 0,1 0 0,0 1 0,1 0 0,0 0 0,0 0 0,1 1 0,0 1 0,14-11 0,-8 9-175,1 0 1,0 0 0,0 2 0,0 0 0,1 1 0,0 0 0,0 1-1,1 1 1,-1 1 0,35-2 0,-27 5-6671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8.525"/>
    </inkml:context>
    <inkml:brush xml:id="br0">
      <inkml:brushProperty name="width" value="0.05" units="cm"/>
      <inkml:brushProperty name="height" value="0.05" units="cm"/>
    </inkml:brush>
  </inkml:definitions>
  <inkml:trace contextRef="#ctx0" brushRef="#br0">43 76 24575,'22'-54'0,"-15"36"0,-5 14 0,-2 6 0,-29 175 0,-7 216 0,28 183 0,8-574 0,0 0 0,0 0 0,0 0 0,0-1 0,0 1 0,0 0 0,1 0 0,-1 0 0,1-1 0,-1 1 0,1 0 0,0-1 0,-1 1 0,1 0 0,2 2 0,-1-3 0,-1 0 0,1 0 0,0 0 0,0 0 0,-1 0 0,1-1 0,0 1 0,0-1 0,0 1 0,0-1 0,0 1 0,-1-1 0,1 0 0,4 0 0,215-7 0,-80 0 0,1038 24-700,-1125-15 700,308 4 0,-355-6 9,0 0 12,0 0 1,0-1-1,0 0 1,13-3-1,-22 1 498,-8-1-384,-11-2-1570,-5 2-5391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9.242"/>
    </inkml:context>
    <inkml:brush xml:id="br0">
      <inkml:brushProperty name="width" value="0.05" units="cm"/>
      <inkml:brushProperty name="height" value="0.05" units="cm"/>
    </inkml:brush>
  </inkml:definitions>
  <inkml:trace contextRef="#ctx0" brushRef="#br0">1 143 24575,'0'-3'0,"0"0"0,0 0 0,1 0 0,0 0 0,-1 0 0,1 0 0,0 0 0,1 0 0,-1 1 0,0-1 0,1 0 0,0 1 0,-1-1 0,1 1 0,0-1 0,0 1 0,0 0 0,1 0 0,-1 0 0,0 0 0,1 1 0,0-1 0,-1 0 0,1 1 0,0 0 0,0 0 0,-1 0 0,5-1 0,9-3 0,1 1 0,0 1 0,32-3 0,-32 5 0,470-20-524,-310 19 245,1381-30-2,-1533 31 291,-17 0 9,0 0-1,1 1 1,-1 0 0,1 1-1,-1 0 1,0 0 0,13 4-1,-21-5 2,1 0-1,-1 0 1,0 0-1,0 1 0,1-1 1,-1 0-1,0 0 0,0 0 1,1 1-1,-1-1 0,0 0 1,0 0-1,0 1 0,1-1 1,-1 0-1,0 1 1,0-1-1,0 0 0,0 1 1,0-1-1,0 0 0,0 1 1,0-1-1,0 0 0,0 1 1,0-1-1,0 0 1,0 1-1,0-1 0,0 0 1,0 1-1,0-1 0,0 0 1,0 1-1,0-1 0,0 0 1,-1 0-1,1 1 1,0-1-1,0 0 0,0 1 1,-1-1-1,1 1 0,-13 14-34,11-13 82,-10 12-64,0 1 0,1 1 0,1-1 0,1 2 0,0-1 0,1 1 0,1 0 0,-6 19 0,4-1-5,1 0 1,2 1 0,-3 44-1,3 441 2,9-302 0,-3-173 0,-2 100 0,0-123 0,-1-1 0,-1 1 0,0-1 0,-12 29 0,16-49 0,-1 0 0,0 0 0,0 0 0,-1 0 0,1 0 0,0 0 0,0-1 0,-1 1 0,1 0 0,-1-1 0,0 1 0,1-1 0,-1 0 0,0 1 0,0-1 0,0 0 0,0 0 0,0 0 0,0-1 0,0 1 0,0 0 0,0-1 0,0 1 0,0-1 0,-1 0 0,1 0 0,-2 0 0,-8 0 0,0-1 0,1 0 0,-1-1 0,-12-4 0,-6 0 0,-214-24-682,-276 3-1,413 25-6143</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9.722"/>
    </inkml:context>
    <inkml:brush xml:id="br0">
      <inkml:brushProperty name="width" value="0.05" units="cm"/>
      <inkml:brushProperty name="height" value="0.05" units="cm"/>
    </inkml:brush>
  </inkml:definitions>
  <inkml:trace contextRef="#ctx0" brushRef="#br0">76 20 24575,'-2'-2'0,"0"0"0,0 0 0,0 1 0,0-1 0,0 1 0,0-1 0,-1 1 0,1 0 0,0 0 0,-1 0 0,1 0 0,-1 0 0,1 1 0,-1-1 0,-2 1 0,3 0 0,1 0 0,0 0 0,-1 1 0,1-1 0,0 0 0,0 1 0,-1-1 0,1 1 0,0 0 0,0-1 0,0 1 0,0 0 0,0 0 0,0 0 0,0 0 0,0 0 0,0 0 0,0 0 0,0 0 0,1 0 0,-1 0 0,0 0 0,1 0 0,-1 1 0,1-1 0,-1 0 0,1 1 0,0-1 0,-1 0 0,1 0 0,0 2 0,-4 26 0,1 1 0,1-1 0,2 1 0,1-1 0,1 0 0,7 34 0,-3-32 0,10 37 0,-13-58 0,1 0 0,-1-1 0,2 1 0,-1-1 0,2 0 0,-1 0 0,11 13 0,-13-19 0,0 0 0,0 0 0,0 0 0,0-1 0,1 1 0,-1-1 0,1 0 0,-1 0 0,1 0 0,0-1 0,0 1 0,0-1 0,0 0 0,7 1 0,-5-1 0,0-1 0,0 0 0,1 0 0,-1-1 0,0 0 0,0 0 0,0 0 0,12-5 0,-5 1 0,-1-1 0,1 0 0,-1-1 0,-1-1 0,1 0 0,-1 0 0,-1-1 0,11-12 0,-7 6 0,-1-1 0,-1-1 0,-1 0 0,0-1 0,-1 0 0,-1 0 0,8-23 0,-11 25 0,-1 0 0,-1-1 0,0 0 0,-1 0 0,-1 0 0,-1-1 0,0 1 0,-3-32 0,1 46 0,1-1 0,-1 0 0,0 1 0,0-1 0,0 1 0,-1-1 0,1 1 0,-1 0 0,0 0 0,-3-5 0,4 7 0,1 1 0,-1-1 0,1 0 0,-1 1 0,0-1 0,0 1 0,1-1 0,-1 1 0,0-1 0,0 1 0,1 0 0,-1-1 0,0 1 0,0 0 0,0 0 0,1 0 0,-1-1 0,0 1 0,-1 0 0,1 1 0,-1-1 0,1 0 0,0 1 0,0-1 0,-1 1 0,1-1 0,0 1 0,0 0 0,0-1 0,0 1 0,0 0 0,0 0 0,0 0 0,0 0 0,0 0 0,-1 1 0,-7 13-1365,2-1-5461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09.907"/>
    </inkml:context>
    <inkml:brush xml:id="br0">
      <inkml:brushProperty name="width" value="0.05" units="cm"/>
      <inkml:brushProperty name="height" value="0.05" units="cm"/>
    </inkml:brush>
  </inkml:definitions>
  <inkml:trace contextRef="#ctx0" brushRef="#br0">0 48 24575,'2'-2'0,"4"-4"0,0-2 0,2-3 0,-1-2 0,-1 6 0,-2 7 0,-1 10 0,-2 11 0,0 9 0,-1 9 0,-1 7 0,1 6 0,0 3 0,0-1 0,-1-9-8191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1.121"/>
    </inkml:context>
    <inkml:brush xml:id="br0">
      <inkml:brushProperty name="width" value="0.05" units="cm"/>
      <inkml:brushProperty name="height" value="0.05" units="cm"/>
    </inkml:brush>
  </inkml:definitions>
  <inkml:trace contextRef="#ctx0" brushRef="#br0">216 139 24575,'1'-5'0,"-1"1"0,1 0 0,1-1 0,-1 1 0,1 0 0,0 0 0,3-6 0,3-7 0,0-11 0,-6 21 0,0 0 0,1 0 0,-1 0 0,1 1 0,4-8 0,-7 13 0,1 1 0,-1 0 0,0 0 0,0-1 0,0 1 0,0 0 0,0-1 0,0 1 0,1 0 0,-1 0 0,0-1 0,0 1 0,0 0 0,1 0 0,-1 0 0,0-1 0,0 1 0,1 0 0,-1 0 0,0 0 0,0 0 0,1 0 0,-1-1 0,0 1 0,0 0 0,1 0 0,-1 0 0,0 0 0,1 0 0,-1 0 0,0 0 0,1 0 0,-1 0 0,0 0 0,0 0 0,1 0 0,-1 0 0,0 0 0,1 0 0,-1 1 0,0-1 0,0 0 0,1 0 0,-1 0 0,0 0 0,1 0 0,-1 1 0,0-1 0,0 0 0,0 0 0,1 1 0,-1-1 0,0 0 0,0 0 0,0 1 0,7 17 0,-1 11 0,-1 1 0,-2-1 0,-1 60 0,-15 92 0,9-148 0,-71 486 0,3-36 0,70-468 0,-2 47 0,4-58 0,0 0 0,0 0 0,1 0 0,-1-1 0,1 1 0,0 0 0,0 0 0,0-1 0,1 1 0,-1-1 0,1 1 0,4 5 0,-4-7 0,-1-1 0,1 1 0,0-1 0,0 0 0,0 1 0,0-1 0,0 0 0,0 0 0,0 0 0,1-1 0,-1 1 0,0 0 0,0-1 0,1 0 0,-1 1 0,0-1 0,1 0 0,2 0 0,46-8 0,-42 7 0,101-23 0,161-23 0,-127 38-117,222 17 0,143 43-223,-313-29 296,591 47 44,-766-68 9,0 1 7,1-1-1,0-1 1,0 0 0,-1-2-1,32-6 1,-50 7-7,-1 0 0,1 0 0,-1 0 0,1 0 0,-1 0 0,0-1 0,1 1 0,-1-1 0,0 0 0,0 1 0,0-1 0,0 0 0,0 0 0,-1 0 0,1-1 0,-1 1 0,1 0 0,-1 0 0,0-1 0,0 1 0,0-1 0,0 1 0,0-1 0,0 0 0,-1 1 0,0-1 0,1 0 0,-1 1 0,0-1 0,0 0 0,0 1 0,-1-4 0,-1-10 32,-1 0 0,0 0 0,-1 0 1,-8-19-1,5 14-29,-17-67-12,4 0 0,4-2 0,-7-130 0,17-276 0,8 301 0,-2 186 0,0-1 0,0 0 0,0-1 0,-1 1 0,-4-18 0,4 25 0,0 1 0,0-1 0,0 0 0,-1 1 0,1-1 0,0 0 0,-1 1 0,0 0 0,0-1 0,0 1 0,0 0 0,0 0 0,0 0 0,0 0 0,-1 0 0,1 1 0,0-1 0,-1 1 0,0 0 0,1-1 0,-5 0 0,-21-5 0,0 1 0,0 2 0,-41-2 0,22 2 0,-848-58-673,-1 69 0,243 64-744,607-63-4011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1.800"/>
    </inkml:context>
    <inkml:brush xml:id="br0">
      <inkml:brushProperty name="width" value="0.05" units="cm"/>
      <inkml:brushProperty name="height" value="0.05" units="cm"/>
    </inkml:brush>
  </inkml:definitions>
  <inkml:trace contextRef="#ctx0" brushRef="#br0">0 83 24575,'1'-2'0,"-1"0"0,1 0 0,-1 0 0,1 0 0,0 1 0,0-1 0,0 0 0,0 0 0,0 1 0,0-1 0,0 0 0,1 1 0,-1 0 0,0-1 0,1 1 0,-1 0 0,1-1 0,0 1 0,2-1 0,3-2 0,-1 0 0,0 1 0,1 0 0,7-2 0,-12 4 0,0 1 0,0-1 0,1 1 0,-1-1 0,0 1 0,0 0 0,0 0 0,0 0 0,0 0 0,1 0 0,-1 1 0,0-1 0,0 1 0,0-1 0,0 1 0,0 0 0,0-1 0,0 1 0,0 0 0,0 1 0,2 1 0,-1 0 0,0 0 0,0 0 0,-1 0 0,1 0 0,-1 1 0,0-1 0,0 1 0,0 0 0,-1-1 0,3 8 0,0 7 0,0-1 0,-2 1 0,0 0 0,0 20 0,-2-21 0,-1 0 0,-1-1 0,0 1 0,-1-1 0,-1 1 0,0-1 0,-1 0 0,-8 16 0,17-52 0,8-18 0,43-93 0,-42 105 0,1 0 0,31-42 0,-42 64 0,-1 0 0,1 0 0,0 0 0,1 1 0,-1-1 0,1 1 0,-1 0 0,1 0 0,0 0 0,0 0 0,1 1 0,-1 0 0,5-2 0,-8 3 0,-1 1 0,1 0 0,0 0 0,-1 0 0,1 0 0,-1 0 0,1 0 0,0 0 0,-1 0 0,1 0 0,-1 1 0,1-1 0,0 0 0,-1 0 0,1 0 0,-1 1 0,1-1 0,-1 0 0,1 1 0,-1-1 0,1 0 0,-1 1 0,1-1 0,-1 1 0,0-1 0,1 1 0,6 19 0,-7 20 0,-1-28 0,-2 0 0,1 1 0,-2-1 0,-5 15 0,3-11 0,6-16 0,0 0 0,0 0 0,0 0 0,0 0 0,0 0 0,0 1 0,0-1 0,0 0 0,0 0 0,-1 0 0,1 0 0,0 0 0,0 0 0,0 0 0,0 1 0,0-1 0,0 0 0,0 0 0,0 0 0,0 0 0,0 0 0,0 0 0,0 1 0,0-1 0,0 0 0,0 0 0,0 0 0,0 0 0,0 0 0,1 0 0,-1 0 0,0 1 0,0-1 0,0 0 0,0 0 0,0 0 0,0 0 0,0 0 0,0 0 0,0 0 0,0 0 0,0 0 0,1 0 0,-1 1 0,0-1 0,0 0 0,0 0 0,0 0 0,0 0 0,0 0 0,0 0 0,1 0 0,-1 0 0,0 0 0,0 0 0,0 0 0,0 0 0,1 0 0,9-5 0,13-11 0,-23 15 0,29-22 0,31-23 0,-53 42 0,0 0 0,0 0 0,1 0 0,-1 1 0,1 0 0,16-4 0,-23 7 0,1 0 0,-1 0 0,1-1 0,-1 1 0,1 0 0,-1 0 0,1 1 0,-1-1 0,1 0 0,-1 0 0,1 1 0,-1-1 0,1 1 0,-1-1 0,1 1 0,-1 0 0,0 0 0,1-1 0,-1 1 0,0 0 0,0 0 0,1 0 0,-1 0 0,0 1 0,0-1 0,0 0 0,-1 0 0,1 1 0,0-1 0,0 0 0,-1 1 0,1-1 0,0 1 0,-1-1 0,0 1 0,1-1 0,-1 1 0,0-1 0,0 1 0,0 1 0,1 9 0,0 0 0,-1 0 0,-1-1 0,-2 14 0,3-20 0,-14 101-1365,13-89-5461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2.141"/>
    </inkml:context>
    <inkml:brush xml:id="br0">
      <inkml:brushProperty name="width" value="0.05" units="cm"/>
      <inkml:brushProperty name="height" value="0.05" units="cm"/>
    </inkml:brush>
  </inkml:definitions>
  <inkml:trace contextRef="#ctx0" brushRef="#br0">103 59 24575,'1'-1'0,"0"0"0,0 1 0,-1-1 0,1 0 0,-1 0 0,1 1 0,-1-1 0,1 0 0,-1 0 0,1 0 0,-1 0 0,0 0 0,1 0 0,-1 0 0,0 0 0,0 0 0,0 0 0,0 0 0,0 0 0,0 0 0,0 0 0,0 0 0,0 0 0,0 0 0,-1-1 0,1 1 0,-1 1 0,1-1 0,-1 0 0,1 1 0,-1-1 0,1 1 0,-1-1 0,1 1 0,-1-1 0,1 1 0,-1-1 0,0 1 0,1 0 0,-1-1 0,0 1 0,0 0 0,1-1 0,-1 1 0,0 0 0,0 0 0,1 0 0,-1 0 0,0 0 0,0 0 0,1 0 0,-1 0 0,0 0 0,0 0 0,1 0 0,-1 0 0,0 1 0,0-1 0,0 1 0,-4 1 0,-1 1 0,1 0 0,0 0 0,0 0 0,0 1 0,1 0 0,-1 0 0,1 0 0,0 0 0,0 1 0,0 0 0,1-1 0,0 2 0,0-1 0,0 0 0,0 0 0,1 1 0,0-1 0,0 1 0,-1 8 0,1-9 0,1 0 0,-1 0 0,1 1 0,1-1 0,-1 1 0,1-1 0,0 0 0,0 1 0,1-1 0,0 1 0,-1-1 0,2 0 0,-1 0 0,1 1 0,0-1 0,0 0 0,0 0 0,0-1 0,1 1 0,0 0 0,0-1 0,7 7 0,-8-8 0,1-1 0,0 0 0,0 0 0,0 0 0,0-1 0,0 1 0,0-1 0,0 1 0,1-1 0,-1 0 0,0-1 0,1 1 0,-1 0 0,1-1 0,-1 0 0,1 0 0,-1 0 0,1 0 0,-1-1 0,1 1 0,-1-1 0,1 0 0,-1 0 0,0 0 0,0 0 0,1-1 0,-1 1 0,5-4 0,-3 2 0,0-1 0,0 0 0,0 0 0,0 0 0,-1-1 0,1 1 0,-1-1 0,0 0 0,-1-1 0,0 1 0,1 0 0,-1-1 0,-1 0 0,1 0 0,1-6 0,-3 3 0,1 1 0,-2-1 0,1 0 0,-1 1 0,-1-1 0,1 1 0,-1-1 0,-1 0 0,0 1 0,0 0 0,-6-17 0,6 21 0,0 0 0,0 1 0,0-1 0,-1 0 0,1 1 0,-1-1 0,0 1 0,0 0 0,0 0 0,0 0 0,-5-3 0,5 4 0,0 1 0,1 0 0,-1-1 0,0 1 0,0 0 0,0 1 0,0-1 0,0 0 0,0 1 0,0 0 0,0 0 0,0 0 0,0 0 0,0 0 0,0 0 0,0 1 0,-5 1 0,-5 3-1365,3 2-5461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2.543"/>
    </inkml:context>
    <inkml:brush xml:id="br0">
      <inkml:brushProperty name="width" value="0.05" units="cm"/>
      <inkml:brushProperty name="height" value="0.05" units="cm"/>
    </inkml:brush>
  </inkml:definitions>
  <inkml:trace contextRef="#ctx0" brushRef="#br0">86 273 24575,'0'0'0,"-1"0"0,0 0 0,1 0 0,-1-1 0,0 1 0,1 0 0,-1 0 0,0 0 0,1-1 0,-1 1 0,1 0 0,-1-1 0,1 1 0,-1-1 0,1 1 0,-1 0 0,0-2 0,0 2 0,1-1 0,0 1 0,-1 0 0,1-1 0,0 1 0,-1 0 0,1-1 0,-1 1 0,1 0 0,0 0 0,-1-1 0,1 1 0,-1 0 0,1 0 0,-1 0 0,1 0 0,-1 0 0,1-1 0,-1 1 0,1 0 0,-1 0 0,1 0 0,-1 0 0,1 1 0,-1-1 0,1 0 0,-1 0 0,1 0 0,0 0 0,-1 0 0,1 1 0,-1-1 0,1 0 0,-1 0 0,1 1 0,0-1 0,-1 0 0,1 1 0,-1-1 0,1 0 0,0 1 0,-1-1 0,1 0 0,-1 2 0,-3 3 0,-1 0 0,0 1 0,1-1 0,0 1 0,1 0 0,-1 0 0,1 1 0,0-1 0,1 1 0,-1-1 0,-1 12 0,0-2 0,2-1 0,0 1 0,0 0 0,2 17 0,-1-31 0,1-1 0,0 1 0,0-1 0,0 1 0,1-1 0,-1 1 0,0-1 0,1 0 0,-1 1 0,0-1 0,1 0 0,0 1 0,-1-1 0,1 0 0,0 1 0,0-1 0,-1 0 0,1 0 0,2 2 0,-2-3 0,0 1 0,0-1 0,0 0 0,0 0 0,0 1 0,0-1 0,0 0 0,0 0 0,0 0 0,0 0 0,0 0 0,0 0 0,0 0 0,0 0 0,0 0 0,0-1 0,0 1 0,0 0 0,0-1 0,1 0 0,4-2 0,-1-1 0,0 1 0,1-1 0,-2 0 0,1 0 0,0-1 0,5-6 0,1-4 0,-1-1 0,0 0 0,-1-1 0,-1 0 0,-1 0 0,0-1 0,-2 0 0,8-35 0,-3-13 0,3-74 0,-12 120 0,0 16 0,0-12 0,-2 12 0,0 8 0,-5 30 0,2 0 0,2 0 0,1 43 0,1-33 0,0-10-682,8 66-1,-2-68-6143</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3.102"/>
    </inkml:context>
    <inkml:brush xml:id="br0">
      <inkml:brushProperty name="width" value="0.05" units="cm"/>
      <inkml:brushProperty name="height" value="0.05" units="cm"/>
    </inkml:brush>
  </inkml:definitions>
  <inkml:trace contextRef="#ctx0" brushRef="#br0">0 589 24575,'3'-3'0,"0"0"0,0 1 0,0 0 0,0-1 0,0 1 0,1 1 0,-1-1 0,0 0 0,1 1 0,0 0 0,-1-1 0,1 2 0,0-1 0,-1 0 0,5 0 0,7 1 0,0 0 0,25 4 0,-29-2 0,1-1 0,-1 0 0,1-1 0,17-2 0,-25 1 0,1 0 0,0 0 0,0-1 0,-1 1 0,1-1 0,-1 0 0,0 0 0,1-1 0,-1 0 0,0 1 0,0-1 0,-1-1 0,1 1 0,4-6 0,-7 7 0,1 0 0,-1 0 0,0 0 0,0 0 0,0 0 0,0 0 0,0 0 0,-1-1 0,1 1 0,-1 0 0,1 0 0,-1-1 0,0 1 0,0 0 0,0-1 0,0 1 0,-1 0 0,1-1 0,0 1 0,-1 0 0,0 0 0,1-1 0,-1 1 0,0 0 0,0 0 0,0 0 0,-1 0 0,1 0 0,0 0 0,-1 0 0,1 1 0,-3-3 0,-1-1 0,0 0 0,-1 1 0,1-1 0,-1 1 0,0 0 0,0 1 0,0 0 0,-1 0 0,1 0 0,-1 0 0,1 1 0,-1 0 0,0 1 0,0 0 0,0 0 0,0 0 0,0 1 0,0 0 0,0 0 0,-9 2 0,12-2 0,0 1 0,-1 0 0,1 0 0,0 1 0,0-1 0,-1 1 0,1 0 0,0 0 0,1 0 0,-1 0 0,0 1 0,1 0 0,-1-1 0,1 1 0,0 0 0,0 1 0,0-1 0,0 1 0,1-1 0,-1 1 0,1 0 0,0 0 0,0 0 0,0 0 0,1 0 0,0 0 0,-1 1 0,1-1 0,1 0 0,-1 1 0,1-1 0,-1 7 0,1-5 0,1 0 0,-1 0 0,1 0 0,0 0 0,0 0 0,1-1 0,-1 1 0,1 0 0,1-1 0,-1 0 0,1 1 0,0-1 0,0 0 0,6 6 0,-4-5 0,0 0 0,1-1 0,0 0 0,0 0 0,1-1 0,-1 0 0,1 0 0,0 0 0,0-1 0,8 3 0,-3-2 0,0-1 0,1 0 0,-1-1 0,1 0 0,0-1 0,0 0 0,-1-1 0,1 0 0,0-1 0,-1-1 0,1 0 0,0-1 0,14-4 0,-17 2 0,1 1 0,-1-1 0,0-1 0,-1 0 0,1 0 0,-1-1 0,0 0 0,-1-1 0,0 0 0,14-16 0,-13 10 0,1 0 0,-2 0 0,0-1 0,-1 0 0,0 0 0,7-28 0,-5 7 0,-3-1 0,0 0 0,-3 1 0,-1-2 0,-5-70 0,2 90 0,-1 0 0,-1 0 0,0 1 0,-1-1 0,-9-23 0,13 39 0,-1 1 0,1 0 0,-1 0 0,0-1 0,1 1 0,-1 0 0,0 0 0,0 0 0,0 0 0,0 0 0,1 0 0,-2 0 0,1 0 0,-1-1 0,2 2 0,-1 0 0,1 0 0,-1 0 0,1 0 0,0 0 0,-1 0 0,1 0 0,-1 0 0,1 0 0,0 0 0,-1 0 0,1 0 0,-1 0 0,1 0 0,0 0 0,-1 1 0,1-1 0,0 0 0,-1 0 0,1 0 0,0 1 0,-1-1 0,1 0 0,0 0 0,-1 1 0,1-1 0,0 0 0,0 1 0,-1-1 0,1 1 0,-2 2 0,0 1 0,0 0 0,1 0 0,-1 0 0,1 0 0,0 0 0,-1 8 0,-2 33 69,1 0-1,3 0 0,1 0 0,8 45 1,44 176-1776,-38-209-5119</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3.815"/>
    </inkml:context>
    <inkml:brush xml:id="br0">
      <inkml:brushProperty name="width" value="0.05" units="cm"/>
      <inkml:brushProperty name="height" value="0.05" units="cm"/>
    </inkml:brush>
  </inkml:definitions>
  <inkml:trace contextRef="#ctx0" brushRef="#br0">186 12 24575,'-186'-12'0,"1527"145"0,-1293-130 137,-11 1-637,0-2-1,59-5 0,-79 0-6325</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4.079"/>
    </inkml:context>
    <inkml:brush xml:id="br0">
      <inkml:brushProperty name="width" value="0.05" units="cm"/>
      <inkml:brushProperty name="height" value="0.05" units="cm"/>
    </inkml:brush>
  </inkml:definitions>
  <inkml:trace contextRef="#ctx0" brushRef="#br0">54 34 24575,'-6'-2'0,"1"0"0,-1-1 0,0 0 0,1-1 0,-9-6 0,3 0 0,30 19 0,5 6 0,-1 1 0,-1 1 0,34 32 0,-42-35 0,0 0 0,-2 1 0,0 1 0,-1 0 0,0 0 0,9 21 0,-18-33 0,0 0 0,0 0 0,-1 1 0,1-1 0,-1 0 0,0 1 0,-1-1 0,1 1 0,-1-1 0,1 1 0,-2-1 0,1 1 0,0-1 0,-1 1 0,0-1 0,0 1 0,0-1 0,0 1 0,-1-1 0,0 0 0,0 0 0,0 0 0,0 0 0,-1 0 0,1-1 0,-1 1 0,0-1 0,0 1 0,0-1 0,-1 0 0,-6 5 0,-3 0-273,-1 0 0,0-1 0,-1-1 0,-29 9 0,-11 0-6553</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4.572"/>
    </inkml:context>
    <inkml:brush xml:id="br0">
      <inkml:brushProperty name="width" value="0.05" units="cm"/>
      <inkml:brushProperty name="height" value="0.05" units="cm"/>
    </inkml:brush>
  </inkml:definitions>
  <inkml:trace contextRef="#ctx0" brushRef="#br0">184 60 24575,'44'-20'0,"68"-20"0,-251 93 0,66-23 0,56-23 0,0-1 0,1 1 0,-17 9 0,29-14 0,1-1 0,0 2 0,-1-1 0,1 0 0,1 0 0,-1 1 0,0 0 0,0 0 0,1-1 0,0 1 0,-1 1 0,1-1 0,0 0 0,1 0 0,-3 7 0,3-8 0,1-1 0,0 1 0,0 0 0,0 0 0,0 0 0,1-1 0,-1 1 0,0 0 0,1 0 0,-1-1 0,1 1 0,-1 0 0,1-1 0,0 1 0,0 0 0,0-1 0,0 1 0,0-1 0,0 0 0,0 1 0,0-1 0,3 2 0,4 4 0,-1-1 0,17 9 0,-23-14 0,58 31 0,87 33 0,-86-40 0,61 22-1365,-93-36-5461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4.866"/>
    </inkml:context>
    <inkml:brush xml:id="br0">
      <inkml:brushProperty name="width" value="0.05" units="cm"/>
      <inkml:brushProperty name="height" value="0.05" units="cm"/>
    </inkml:brush>
  </inkml:definitions>
  <inkml:trace contextRef="#ctx0" brushRef="#br0">22 0 24575,'-22'0'0,"25"0"0,39 1 0,412 23 0,-238-17 0,287 18 0,-486-23-1365,-6 1-5461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6.108"/>
    </inkml:context>
    <inkml:brush xml:id="br0">
      <inkml:brushProperty name="width" value="0.05" units="cm"/>
      <inkml:brushProperty name="height" value="0.05" units="cm"/>
    </inkml:brush>
  </inkml:definitions>
  <inkml:trace contextRef="#ctx0" brushRef="#br0">85 60 24575,'4'-3'0,"-1"-1"0,0 1 0,0-1 0,0 0 0,0 0 0,0-1 0,-1 1 0,0 0 0,0-1 0,3-7 0,-5 12 0,0-1 0,0 1 0,0 0 0,0 0 0,0-1 0,0 1 0,0 0 0,0 0 0,0-1 0,0 1 0,0 0 0,0 0 0,0 0 0,-1-1 0,1 1 0,0 0 0,0 0 0,0 0 0,0-1 0,0 1 0,0 0 0,-1 0 0,1 0 0,0-1 0,0 1 0,0 0 0,0 0 0,-1 0 0,1 0 0,0 0 0,0 0 0,0-1 0,-1 1 0,1 0 0,0 0 0,0 0 0,-1 0 0,1 0 0,0 0 0,0 0 0,0 0 0,-1 0 0,1 0 0,0 0 0,0 0 0,-1 0 0,1 0 0,0 0 0,0 0 0,0 0 0,-1 0 0,1 1 0,0-1 0,0 0 0,0 0 0,-1 0 0,1 0 0,0 0 0,0 1 0,0-1 0,-1 0 0,1 0 0,0 0 0,0 0 0,0 1 0,0-1 0,0 0 0,-14 13 0,2 4 0,0 0 0,2 1 0,0 0 0,2 1 0,0 0 0,0 0 0,2 1 0,1 0 0,0 0 0,1 0 0,-1 41 0,5-51 0,0 1 0,1 0 0,1 0 0,0 0 0,3 11 0,-4-20 0,-1 1 0,1 0 0,0-1 0,0 1 0,0 0 0,0-1 0,1 1 0,-1-1 0,1 0 0,-1 1 0,1-1 0,0 0 0,0 0 0,0 0 0,0 0 0,0 0 0,0-1 0,0 1 0,1-1 0,-1 1 0,1-1 0,-1 0 0,1 0 0,4 1 0,-5-2-62,-1 0 0,1 0 0,0-1 0,-1 1 0,1-1 0,0 1 0,-1-1 0,1 0 0,-1 1 0,1-1 0,-1 0 0,0 0-1,1 0 1,-1 0 0,0 0 0,0-1 0,0 1 0,1 0 0,-1-1 0,0 1 0,1-3 0,3-4-6764</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6.405"/>
    </inkml:context>
    <inkml:brush xml:id="br0">
      <inkml:brushProperty name="width" value="0.05" units="cm"/>
      <inkml:brushProperty name="height" value="0.05" units="cm"/>
    </inkml:brush>
  </inkml:definitions>
  <inkml:trace contextRef="#ctx0" brushRef="#br0">133 86 24575,'-60'-14'0,"43"11"0,-31-10 0,40 7 0,14 1 0,18-1 0,298-18 0,-212 19 0,239-4-1365,-314 9-5461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7.071"/>
    </inkml:context>
    <inkml:brush xml:id="br0">
      <inkml:brushProperty name="width" value="0.05" units="cm"/>
      <inkml:brushProperty name="height" value="0.05" units="cm"/>
    </inkml:brush>
  </inkml:definitions>
  <inkml:trace contextRef="#ctx0" brushRef="#br0">183 42 24575,'0'0'0,"-5"-6"0,-1 1 0,-1-1 0,1 1 0,-1 0 0,0 1 0,-10-6 0,16 10 0,0 0 0,0 0 0,0 0 0,1 0 0,-1 0 0,0 0 0,0 1 0,0-1 0,1 0 0,-1 0 0,0 1 0,0-1 0,1 1 0,-1-1 0,0 0 0,1 1 0,-1-1 0,0 1 0,1 0 0,-1-1 0,1 1 0,-1-1 0,1 1 0,-1 0 0,1-1 0,-1 1 0,1 0 0,-1 1 0,-11 27 0,8-19 0,-27 51 0,-10 22 0,37-73 0,1 0 0,0 0 0,0 0 0,1 1 0,0-1 0,0 17 0,2-26 0,0 1 0,-1-1 0,1 0 0,0 1 0,1-1 0,-1 1 0,0-1 0,0 0 0,0 1 0,1-1 0,-1 0 0,1 1 0,-1-1 0,1 0 0,0 0 0,-1 1 0,1-1 0,0 0 0,0 0 0,0 0 0,0 0 0,0 0 0,0 0 0,0 0 0,2 1 0,-1-1 0,0-1 0,1 1 0,-1-1 0,0 0 0,0 0 0,1 0 0,-1 0 0,0 0 0,0 0 0,0 0 0,1-1 0,-1 1 0,0-1 0,3-1 0,7-3 0,-1 0 0,0 0 0,-1-2 0,18-12 0,-10 5 0,-1-1 0,0 0 0,-1-2 0,-1 0 0,-1 0 0,0-1 0,-1-1 0,-1-1 0,-1 0 0,15-37 0,-31 72 0,0-1 0,1 1 0,1 0 0,0 1 0,-1 20 0,3-32 0,1 0 0,1-1 0,-1 1 0,0 0 0,1-1 0,0 1 0,0 0 0,0-1 0,0 1 0,0-1 0,1 0 0,0 1 0,0-1 0,0 0 0,0 0 0,0 0 0,0 0 0,1 0 0,-1-1 0,1 1 0,0-1 0,0 1 0,0-1 0,0 0 0,0 0 0,1-1 0,-1 1 0,6 2 0,2-1 0,0 0 0,0-1 0,0-1 0,0 1 0,1-1 0,-1-1 0,0 0 0,15-3 0,6-1 0,50-15 0,-80 18 0,1 0 0,-1 1 0,1-1 0,-1 0 0,0-1 0,1 1 0,-1 0 0,0-1 0,0 0 0,0 1 0,0-1 0,0 0 0,0 0 0,0 0 0,-1 0 0,1 0 0,1-3 0,-1 1 0,-1 0 0,1-1 0,-1 1 0,1-1 0,-1 1 0,-1-1 0,1 1 0,-1-1 0,1-5 0,-3-7 0,1 0 0,-2 0 0,0 0 0,-8-21 0,10 35 38,0 0 0,0 0 0,0 0 0,0 0 0,0 0 0,-1 1 0,1-1 0,-4-3 0,4 5-92,0 1 1,1-1 0,-1 0-1,0 1 1,0-1 0,1 1-1,-1 0 1,0-1 0,0 1-1,0 0 1,0-1 0,0 1-1,0 0 1,0 0 0,0 0-1,1 0 1,-1 0 0,0 0-1,0 0 1,0 0 0,0 0-1,0 1 1,0-1 0,0 0-1,0 0 1,0 1 0,1-1-1,-1 1 1,0-1 0,0 1-1,-1 0 1,-9 6-6773</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7.445"/>
    </inkml:context>
    <inkml:brush xml:id="br0">
      <inkml:brushProperty name="width" value="0.05" units="cm"/>
      <inkml:brushProperty name="height" value="0.05" units="cm"/>
    </inkml:brush>
  </inkml:definitions>
  <inkml:trace contextRef="#ctx0" brushRef="#br0">46 31 24575,'14'-5'0,"-6"3"0,-12 12 0,-5 6 0,-3 2 0,1 1 0,-8 21 0,16-35 0,1 0 0,1 1 0,-1-1 0,1 0 0,0 1 0,0-1 0,0 1 0,1-1 0,0 1 0,0-1 0,0 1 0,1-1 0,2 9 0,-3-12 0,1-1 0,-1 1 0,1 0 0,0-1 0,0 1 0,0-1 0,0 1 0,0-1 0,0 1 0,0-1 0,0 0 0,0 0 0,1 1 0,-1-1 0,1 0 0,-1 0 0,1 0 0,-1 0 0,1-1 0,1 2 0,1-1 0,0 0 0,-1-1 0,1 1 0,0-1 0,0 1 0,-1-1 0,1 0 0,0-1 0,5 0 0,0 0 0,0-2 0,-1 1 0,1-1 0,0 0 0,-1-1 0,0 0 0,11-6 0,-14 6 0,0-1 0,0 1 0,0-1 0,-1 0 0,1 0 0,-1 0 0,0 0 0,-1-1 0,1 0 0,-1 1 0,0-1 0,-1 0 0,0-1 0,1 1 0,-2 0 0,1-1 0,0-6 0,-2 9 0,1 0 0,-1 0 0,0 0 0,0 1 0,-1-1 0,1 0 0,-1 0 0,0 1 0,0-1 0,0 1 0,0-1 0,-1 1 0,1-1 0,-1 1 0,0-1 0,0 1 0,0 0 0,-1 0 0,1 0 0,-1 1 0,1-1 0,-1 0 0,0 1 0,0 0 0,0 0 0,0 0 0,-1 0 0,1 0 0,-1 0 0,1 1 0,-4-1 0,0-1-124,-1 2 0,1-1 0,0 1 0,0 0 0,-1 1 0,1 0-1,0 0 1,-1 0 0,1 1 0,-8 2 0,-1 0-6702</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7.979"/>
    </inkml:context>
    <inkml:brush xml:id="br0">
      <inkml:brushProperty name="width" value="0.05" units="cm"/>
      <inkml:brushProperty name="height" value="0.05" units="cm"/>
    </inkml:brush>
  </inkml:definitions>
  <inkml:trace contextRef="#ctx0" brushRef="#br0">16 115 24575,'13'-21'0,"-5"7"0,-8 14 0,0 0 0,0 0 0,0 0 0,0 0 0,0-1 0,0 1 0,0 0 0,0 0 0,0 0 0,0 0 0,0 0 0,1 0 0,-1 0 0,0 0 0,0 0 0,0 0 0,0 0 0,0 0 0,0 0 0,0-1 0,0 1 0,0 0 0,0 0 0,0 0 0,1 0 0,-1 0 0,0 0 0,0 0 0,0 0 0,0 0 0,0 0 0,0 0 0,0 0 0,0 0 0,0 0 0,1 0 0,-1 0 0,0 0 0,0 0 0,0 0 0,0 0 0,0 0 0,0 0 0,0 0 0,0 0 0,0 1 0,0-1 0,0 0 0,1 0 0,-1 0 0,0 0 0,0 0 0,0 0 0,0 0 0,0 0 0,0 0 0,2 9 0,-3 10 0,-15 57 0,8-47 0,2 0 0,1 1 0,-1 45 0,6-73 0,0 1 0,0-1 0,0 1 0,0-1 0,1 1 0,-1-1 0,1 1 0,0-1 0,-1 1 0,1-1 0,0 0 0,0 1 0,1-1 0,-1 0 0,0 0 0,1 0 0,-1 0 0,1 0 0,0 0 0,0 0 0,-1-1 0,1 1 0,0-1 0,3 2 0,-2-2 0,0 0 0,0 0 0,0 0 0,0-1 0,0 1 0,1-1 0,-1 0 0,0 0 0,0 0 0,0 0 0,0 0 0,0-1 0,0 1 0,0-1 0,0 0 0,0 0 0,0 0 0,0-1 0,3-1 0,6-4 0,-1-1 0,0 0 0,0-1 0,-1 0 0,0 0 0,-1-1 0,0-1 0,0 1 0,-1-2 0,0 1 0,-1-1 0,-1 0 0,0 0 0,0-1 0,-2 0 0,5-14 0,-9 24 0,-1 7 0,-5 15 0,-6 32 0,10-41 0,1 0 0,1 0 0,0 1 0,0-1 0,1 0 0,0 0 0,1 1 0,0-1 0,1 0 0,0-1 0,5 14 0,-6-19 0,0 0 0,1-1 0,-1 1 0,1 0 0,-1-1 0,1 1 0,0-1 0,1 0 0,-1 0 0,0 0 0,1 0 0,0 0 0,0-1 0,0 0 0,0 0 0,0 0 0,0 0 0,0-1 0,0 1 0,1-1 0,-1 0 0,1-1 0,-1 1 0,0-1 0,1 1 0,-1-1 0,1-1 0,5 0 0,-2 0 0,-1-1 0,0 0 0,1-1 0,-1 1 0,0-1 0,0-1 0,0 1 0,-1-1 0,1-1 0,-1 1 0,0-1 0,0 0 0,-1 0 0,0 0 0,0-1 0,0 0 0,0 0 0,6-13 0,-1 3 0,-2 0 0,0-1 0,-1 0 0,-1-1 0,-1 1 0,6-33 0,1-51 0,-12 88 0,0 1 0,-1 0 0,0-1 0,0 1 0,-2 0 0,-3-13 0,6 23 23,-1 0 0,0 1 0,0-1-1,1 0 1,-1 1 0,0-1 0,0 1-1,0-1 1,-1 1 0,1 0 0,0-1-1,0 1 1,-1 0 0,-2-2 0,4 3-70,-1-1 1,0 1 0,1 0 0,-1 0 0,0 0 0,1 0 0,-1-1 0,0 1-1,0 0 1,1 0 0,-1 0 0,0 1 0,0-1 0,1 0 0,-1 0 0,0 0-1,1 0 1,-1 1 0,0-1 0,1 0 0,-1 1 0,0-1 0,1 0 0,-1 1-1,1-1 1,-1 1 0,1-1 0,-1 1 0,1-1 0,-1 1 0,1-1 0,-1 1-1,1 0 1,0-1 0,-1 1 0,1 0 0,-7 13-6780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18.938"/>
    </inkml:context>
    <inkml:brush xml:id="br0">
      <inkml:brushProperty name="width" value="0.05" units="cm"/>
      <inkml:brushProperty name="height" value="0.05" units="cm"/>
    </inkml:brush>
  </inkml:definitions>
  <inkml:trace contextRef="#ctx0" brushRef="#br0">32 102 24575,'6'-1'0,"0"0"0,0-1 0,0 1 0,0-1 0,0 0 0,0-1 0,0 1 0,-1-1 0,1 0 0,-1-1 0,0 1 0,0-1 0,0 0 0,-1 0 0,1-1 0,-1 1 0,0-1 0,0 0 0,-1 0 0,1 0 0,3-10 0,-6 14 0,-1 1 0,1-1 0,-1 1 0,0-1 0,1 1 0,-1-1 0,0 0 0,0 1 0,0-1 0,1 0 0,-1 1 0,0-1 0,0 0 0,0 0 0,0 1 0,0-1 0,0 0 0,0 1 0,0-1 0,-1 0 0,1 1 0,0-2 0,-1 2 0,1 0 0,-1-1 0,1 1 0,-1 0 0,1 0 0,-1-1 0,1 1 0,-1 0 0,1 0 0,-1 0 0,1 0 0,-1 0 0,1 0 0,-1 0 0,1 0 0,-1 0 0,1 0 0,-1 0 0,0 0 0,1 0 0,-1 1 0,-30 12 0,18-5 0,0 1 0,1 0 0,0 0 0,-13 15 0,22-21 0,0-1 0,1 1 0,-1 0 0,1 0 0,0 0 0,0 1 0,0-1 0,0 0 0,0 1 0,1-1 0,-1 1 0,1 0 0,0-1 0,0 1 0,0 0 0,1 0 0,-1 0 0,1 0 0,0-1 0,0 1 0,1 0 0,0 5 0,1-6 0,-1 0 0,1 0 0,0-1 0,0 1 0,0 0 0,0-1 0,0 0 0,0 1 0,1-1 0,-1 0 0,1 0 0,0-1 0,-1 1 0,1 0 0,0-1 0,0 0 0,0 1 0,0-1 0,0 0 0,1-1 0,-1 1 0,0-1 0,6 1 0,-4 0 0,0-1 0,0 0 0,0 1 0,0-2 0,0 1 0,0-1 0,-1 1 0,1-2 0,0 1 0,0 0 0,-1-1 0,1 0 0,-1 0 0,1 0 0,4-4 0,-6 3 0,0 0 0,0 0 0,0-1 0,0 0 0,0 1 0,-1-1 0,0 0 0,0 0 0,0 0 0,0-1 0,0 1 0,0-6 0,0 0 0,0 0 0,-1 0 0,0 0 0,-1-14 0,-4 51 0,1-19 0,2 0 0,-1 1 0,1-1 0,0 18 0,1-23 0,1 1 0,-1-1 0,1 1 0,0-1 0,0 1 0,0-1 0,0 0 0,1 0 0,0 1 0,-1-1 0,1 0 0,0 0 0,0-1 0,0 1 0,1 0 0,-1-1 0,1 1 0,0-1 0,-1 0 0,1 0 0,0 0 0,0 0 0,0 0 0,1-1 0,-1 1 0,0-1 0,0 0 0,1 0 0,-1 0 0,1 0 0,-1-1 0,1 1 0,-1-1 0,8 0 0,1-1 0,0 0 0,0-1 0,0 0 0,-1 0 0,1-1 0,-1-1 0,1 0 0,-1-1 0,13-7 0,-5 2 0,27-22 0,-42 29 0,0 0 0,0 0 0,0 0 0,-1-1 0,1 0 0,-1 0 0,0 1 0,0-2 0,-1 1 0,1 0 0,-1-1 0,0 1 0,2-7 0,-5 13 0,0 2 0,0 0 0,0 1 0,0-1 0,0 0 0,1 0 0,0 1 0,0-1 0,0 0 0,0 0 0,1 1 0,-1-1 0,1 0 0,2 8 0,0-8 0,0 0 0,0 0 0,0-1 0,1 1 0,-1-1 0,1 1 0,0-1 0,0 0 0,0 0 0,0-1 0,1 1 0,-1-1 0,1 0 0,-1 0 0,1-1 0,0 1 0,0-1 0,0 0 0,0 0 0,0-1 0,-1 1 0,7-1 0,-5 0 0,1 0 0,0-1 0,-1 1 0,1-1 0,0 0 0,-1-1 0,1 0 0,-1 0 0,1 0 0,-1-1 0,0 0 0,0 0 0,0 0 0,-1-1 0,11-8 0,-9 4 0,0-1 0,-1 0 0,0-1 0,0 0 0,-1 0 0,-1 0 0,5-14 0,-4 12 0,-10 30 0,0 0 0,1 1 0,1-1 0,1 1 0,0 19 0,1 6 0,7 60 0,23 48 0,0 2 0,-29-149 0,1 1 0,-1-1 0,0 1 0,0 0 0,-1-1 0,0 1 0,0-1 0,0 1 0,0-1 0,-1 0 0,0 0 0,0 1 0,-6 8 0,6-10 0,-2 0 0,1-1 0,0 1 0,-1-1 0,0 1 0,1-1 0,-1 0 0,0-1 0,-1 1 0,1-1 0,0 0 0,-1 0 0,0 0 0,1 0 0,-9 1 0,3-1 0,0 0 0,0-1 0,0 0 0,0 0 0,-1-1 0,1-1 0,0 1 0,0-2 0,0 1 0,0-2 0,0 1 0,-11-5 0,14 4 0,0-1 0,0 1 0,1-1 0,-1 0 0,1-1 0,0 0 0,0 0 0,0 0 0,1 0 0,0-1 0,0 0 0,0 0 0,1-1 0,0 1 0,0-1 0,-5-12 0,6 10 0,0 0 0,0 0 0,1-1 0,0 1 0,0-1 0,1 0 0,0 0 0,1 1 0,0-1 0,1 0 0,0 0 0,0 1 0,1-1 0,1 1 0,-1-1 0,1 1 0,6-11 0,-4 10 0,0 1 0,1 0 0,0 0 0,1 1 0,0 0 0,0 0 0,0 0 0,1 1 0,1 0 0,-1 1 0,1-1 0,0 2 0,0-1 0,1 1 0,15-5 0,-9 4-195,0 2 0,1 0 0,0 0 0,0 2 0,0 0 0,33 1 0,-34 2-6631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21.130"/>
    </inkml:context>
    <inkml:brush xml:id="br0">
      <inkml:brushProperty name="width" value="0.05" units="cm"/>
      <inkml:brushProperty name="height" value="0.05" units="cm"/>
    </inkml:brush>
  </inkml:definitions>
  <inkml:trace contextRef="#ctx0" brushRef="#br0">48 1 24575,'0'4'0,"1"0"0,0 0 0,0 1 0,0-1 0,1 0 0,2 6 0,6 18 0,-5 5 0,-2 1 0,-1 60 0,-13 71 0,4-93 0,-5 80 0,-30 658 0,37-745 0,5-64 0,0 0 0,-1 0 0,1 0 0,0 0 0,1 0 0,-1 0 0,0-1 0,0 1 0,0 0 0,0 0 0,1 0 0,-1 0 0,0 0 0,1 0 0,-1-1 0,1 1 0,-1 0 0,1 0 0,-1-1 0,1 1 0,-1 0 0,1-1 0,0 1 0,0 0 0,1 0 0,0 1 0,0-1 0,0 0 0,1 0 0,-1-1 0,0 1 0,1 0 0,-1-1 0,4 1 0,7 0 0,0-1 0,24-2 0,-26 1 0,724-40-257,356-27-211,-1078 68 447,-11 0-81,0 0 0,-1 0 0,1 0 0,0 0 0,0 0 0,-1 0 0,1-1 0,0 1 0,-1-1 0,1 1 0,2-2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21.982"/>
    </inkml:context>
    <inkml:brush xml:id="br0">
      <inkml:brushProperty name="width" value="0.05" units="cm"/>
      <inkml:brushProperty name="height" value="0.05" units="cm"/>
    </inkml:brush>
  </inkml:definitions>
  <inkml:trace contextRef="#ctx0" brushRef="#br0">1 45 24575,'0'-1'0,"0"0"0,0 0 0,1 0 0,-1 0 0,1 0 0,-1 0 0,0 0 0,1 1 0,-1-1 0,1 0 0,0 0 0,-1 1 0,1-1 0,0 0 0,-1 1 0,1-1 0,0 0 0,0 1 0,0-1 0,-1 1 0,1 0 0,0-1 0,0 1 0,0 0 0,1-1 0,28-7 0,-26 8 0,60-9 0,0 3 0,104 3 0,-88 4 0,1287-2-835,-599 2 485,-742-1 363,-19-1 6,1 0-1,-1 1 1,1 0-1,-1 1 1,1-1-1,-1 2 0,1-1 1,-1 1-1,9 3 1,-16-5-5,1 1 0,-1-1 0,1 0 1,-1 1-1,1-1 0,-1 1 1,1-1-1,-1 1 0,0-1 0,1 1 1,-1-1-1,0 1 0,1 0 1,-1-1-1,0 1 0,0-1 0,0 1 1,1 0-1,-1-1 0,0 1 1,0 0-1,0-1 0,0 1 0,0 0 1,0-1-1,0 1 0,0-1 1,-1 1-1,1 0 0,0-1 0,0 1 1,0 0-1,-1-1 0,1 1 1,0-1-1,-1 1 0,1-1 0,-1 1 1,-18 25 383,14-20-366,-8 11-32,0 1 0,2 0 0,0 1 0,1 0 0,1 0 0,1 1 0,1 1 0,1-1 0,0 1 0,2 0 0,-4 41 0,3 16 0,9 136 0,27 78 0,7 145 0,-38-426 0,-1-1 0,1 1 0,-2-1 0,1 1 0,-6 15 0,6-21 0,-2 0 0,1 0 0,0 0 0,-1 0 0,0-1 0,0 1 0,0-1 0,-1 0 0,1 0 0,-1 0 0,0-1 0,-8 7 0,-5 0 0,0 0 0,0-1 0,-1-1 0,0 0 0,0-1 0,-26 5 0,-3-2 0,-67 7 0,40-11-455,0-3 0,-123-10 0,143 1-6371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24.723"/>
    </inkml:context>
    <inkml:brush xml:id="br0">
      <inkml:brushProperty name="width" value="0.05" units="cm"/>
      <inkml:brushProperty name="height" value="0.05" units="cm"/>
    </inkml:brush>
  </inkml:definitions>
  <inkml:trace contextRef="#ctx0" brushRef="#br0">45 71 24575,'0'-10'0,"1"-18"0,-1 27 0,0 0 0,0 0 0,0 0 0,0 0 0,0 0 0,-1 0 0,1 0 0,0 0 0,0 0 0,-1 0 0,1 0 0,-1 0 0,1 0 0,-1 0 0,1 0 0,-1 1 0,-1-3 0,2 3 0,-1 1 0,1-1 0,-1 0 0,1 0 0,-1 0 0,0 1 0,1-1 0,0 0 0,-1 0 0,1 1 0,-1-1 0,1 0 0,-1 1 0,1-1 0,0 1 0,-1-1 0,1 1 0,0-1 0,-1 1 0,1-1 0,0 1 0,0-1 0,-1 1 0,1-1 0,0 1 0,0-1 0,0 2 0,-7 16 0,7-18 0,-7 23 0,2 0 0,1 1 0,1-1 0,1 1 0,1 0 0,1-1 0,1 1 0,1 0 0,5 22 0,-5-37 0,1 1 0,-1-2 0,2 1 0,-1 0 0,1-1 0,0 1 0,1-1 0,0 0 0,0 0 0,1-1 0,-1 0 0,2 0 0,7 7 0,-9-10 0,0 0 0,0-1 0,0 0 0,1 0 0,-1-1 0,1 1 0,-1-1 0,1 0 0,0-1 0,-1 1 0,1-1 0,0 0 0,0-1 0,0 1 0,0-1 0,0 0 0,0-1 0,0 0 0,0 0 0,0 0 0,9-3 0,-8 1 0,0 1 0,0-1 0,0-1 0,0 1 0,0-1 0,-1 0 0,0-1 0,0 1 0,0-1 0,-1 0 0,1-1 0,8-11 0,-8 8 0,-1 0 0,0 0 0,0-1 0,0 0 0,-1 0 0,-1 0 0,0-1 0,2-14 0,-2 7 0,-1-1 0,-1 1 0,-1 0 0,-1-1 0,0 1 0,-1-1 0,-1 1 0,-1 0 0,-1 0 0,-9-23 0,11 34 86,0 0-1,0 1 0,-9-13 1,11 18-135,1 0 0,-1 0 0,0 0 1,1 0-1,-1 1 0,0-1 0,0 0 0,1 0 1,-1 0-1,0 1 0,0-1 0,0 0 1,0 1-1,0-1 0,0 0 0,0 1 1,0 0-1,0-1 0,0 1 0,-1 0 1,1-1-1,0 1 0,0 0 0,0 0 1,0 0-1,0 0 0,-1 0 0,1 0 1,0 0-1,0 0 0,0 1 0,0-1 0,0 0 1,-2 1-1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24.906"/>
    </inkml:context>
    <inkml:brush xml:id="br0">
      <inkml:brushProperty name="width" value="0.05" units="cm"/>
      <inkml:brushProperty name="height" value="0.05" units="cm"/>
    </inkml:brush>
  </inkml:definitions>
  <inkml:trace contextRef="#ctx0" brushRef="#br0">66 56 24575,'0'-2'0,"0"-4"0,0-2 0,-2-3 0,-1-2 0,-3 1 0,1 8 0,-2 9 0,0 9 0,-1 11 0,1 9 0,0 7 0,0 10 0,2 5 0,3 3 0,4-9-8191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22.633"/>
    </inkml:context>
    <inkml:brush xml:id="br0">
      <inkml:brushProperty name="width" value="0.05" units="cm"/>
      <inkml:brushProperty name="height" value="0.05" units="cm"/>
    </inkml:brush>
  </inkml:definitions>
  <inkml:trace contextRef="#ctx0" brushRef="#br0">200 1 24575,'1'0'0,"-1"0"0,1 1 0,-1-1 0,1 0 0,-1 1 0,1-1 0,-1 0 0,1 1 0,-1-1 0,0 1 0,1-1 0,-1 1 0,0-1 0,1 1 0,-1-1 0,0 1 0,1-1 0,-1 1 0,0-1 0,0 1 0,0 0 0,0-1 0,0 1 0,1-1 0,-1 2 0,2 19 0,-2-18 0,6 85 0,-5 0 0,-4 1 0,-3-1 0,-22 109 0,-54 130 0,5-22 0,69-263 0,2-1 0,1 2 0,2 67 0,3-105 0,1 0 0,-1 0 0,1 0 0,0-1 0,0 1 0,3 6 0,-3-9 0,-1-1 0,1 0 0,0 0 0,0 1 0,-1-1 0,1 0 0,0 0 0,0 0 0,0 0 0,0 0 0,1 0 0,-1 0 0,0 0 0,0-1 0,0 1 0,1 0 0,-1-1 0,0 1 0,1-1 0,-1 1 0,1-1 0,-1 0 0,0 1 0,1-1 0,2 0 0,13-1 0,1-1 0,-1 0 0,33-10 0,-2 1 0,34-2 0,166-5 0,86 27 0,340 59-465,-59-4 58,-602-63 407,5 1 0,0-2 0,25-1 0,-28-4 71,-15 4-113,0 1 1,0 0-1,1-1 0,-1 1 1,0-1-1,0 1 0,0 0 1,0-1-1,0 1 0,0 0 1,0-1-1,0 1 0,0-1 1,0 1-1,0 0 1,0-1-1,-1 1 0,1-1 1,0 1-1,0 0 0,0-1 1,0 1-1,-1 0 0,1-1 1,0 1-1,0 0 0,-1 0 1,1-1-1,0 1 0,-1-1 1,-12-11-6058</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23.334"/>
    </inkml:context>
    <inkml:brush xml:id="br0">
      <inkml:brushProperty name="width" value="0.05" units="cm"/>
      <inkml:brushProperty name="height" value="0.05" units="cm"/>
    </inkml:brush>
  </inkml:definitions>
  <inkml:trace contextRef="#ctx0" brushRef="#br0">0 14 24575,'6'-2'0,"0"-1"0,1 1 0,-1 0 0,0 1 0,1 0 0,-1 0 0,10-1 0,50 4 0,-39-1 0,463 48-414,-333-28 223,-58-9 139,461 55-46,2-23 128,-519-44 77,-32-1-8,1 1 1,-1 0-1,1 1 1,21 4-1,-32-5-93,0 1 0,-1-1-1,1 1 1,0-1 0,0 1-1,-1-1 1,1 1 0,0-1-1,-1 1 1,1-1 0,-1 1-1,1 0 1,0-1 0,-1 1-1,0 0 1,1 0 0,-1-1-1,1 1 1,-1 0 0,0 0-1,0 0 1,1-1 0,-1 1-1,0 0 1,0 1 0,0 25-23,-1-16 7,2 29 10,1-1 0,10 52 0,25 78 0,-20-98 0,17 138 0,-30 242 0,-6-247 0,1-89 0,1-114 0,0 1 0,-1-1 0,1 1 0,0-1 0,-1 1 0,0-1 0,1 0 0,-1 1 0,0-1 0,0 0 0,0 1 0,0-1 0,0 0 0,0 0 0,0 0 0,0 0 0,0 0 0,0 0 0,-1 0 0,1 0 0,0-1 0,-1 1 0,1 0 0,0-1 0,-1 1 0,1-1 0,-1 0 0,1 1 0,-1-1 0,1 0 0,-4 0 0,-7 1 0,1-1 0,-1 0 0,-15-2 0,6 0 0,-235-18-1365,203 12-5461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25.968"/>
    </inkml:context>
    <inkml:brush xml:id="br0">
      <inkml:brushProperty name="width" value="0.05" units="cm"/>
      <inkml:brushProperty name="height" value="0.05" units="cm"/>
    </inkml:brush>
  </inkml:definitions>
  <inkml:trace contextRef="#ctx0" brushRef="#br0">40 99 24575,'1'-10'0,"-1"0"0,1 1 0,1-1 0,0 1 0,0-1 0,5-12 0,-7 22 0,0-1 0,0 1 0,0 0 0,1-1 0,-1 1 0,0 0 0,0-1 0,0 1 0,0 0 0,1 0 0,-1-1 0,0 1 0,0 0 0,1 0 0,-1-1 0,0 1 0,0 0 0,1 0 0,-1 0 0,0-1 0,1 1 0,-1 0 0,0 0 0,1 0 0,-1 0 0,0 0 0,1 0 0,-1 0 0,0 0 0,1 0 0,-1 0 0,0 0 0,1 0 0,-1 0 0,0 0 0,1 0 0,-1 0 0,0 0 0,1 0 0,-1 0 0,0 0 0,0 1 0,1-1 0,-1 0 0,0 0 0,1 0 0,-1 1 0,0-1 0,0 0 0,1 0 0,-1 1 0,0-1 0,0 0 0,0 0 0,0 1 0,1-1 0,-1 0 0,0 1 0,0-1 0,0 1 0,11 20 0,-6-5 0,-1 0 0,-1 0 0,0 1 0,-1-1 0,-1 1 0,-2 24 0,0-17 0,-2 0 0,0 0 0,-13 42 0,13-58 0,1 1 0,-1-1 0,-1-1 0,0 1 0,0 0 0,0-1 0,-1 0 0,-8 10 0,12-17 0,1 1 0,0-1 0,-1 1 0,1-1 0,-1 1 0,1-1 0,-1 1 0,1-1 0,-1 0 0,1 1 0,-1-1 0,0 0 0,1 1 0,-1-1 0,0 0 0,1 0 0,-1 0 0,1 0 0,-1 1 0,0-1 0,1 0 0,-1 0 0,0 0 0,1 0 0,-1 0 0,0-1 0,-1 1 0,1-1 0,1 1 0,-1-1 0,0 0 0,0 0 0,1 0 0,-1 1 0,0-1 0,1 0 0,-1 0 0,0 0 0,1 0 0,0 0 0,-1 0 0,1 0 0,-1-1 0,0-4 0,0 1 0,0-1 0,0 1 0,1-1 0,0-8 0,5-17 0,1 0 0,2 0 0,2 1 0,0 0 0,2 1 0,23-41 0,-3 19 0,-29 47 0,0 0 0,0 0 0,0 0 0,1 1 0,0 0 0,-1 0 0,1 0 0,0 0 0,0 0 0,6-2 0,-9 5 0,-1 0 0,1-1 0,0 1 0,0 0 0,0-1 0,0 1 0,0 0 0,0 0 0,0 0 0,0 0 0,0 0 0,0 0 0,0 0 0,0 0 0,0 0 0,0 1 0,0-1 0,0 0 0,0 1 0,0-1 0,0 1 0,0-1 0,0 1 0,1 0 0,-1 1 0,1 0 0,-1-1 0,1 1 0,-1 0 0,0 0 0,0 0 0,0 0 0,0 0 0,0 0 0,1 4 0,0 5 0,0-1 0,0 1 0,-1 16 0,-1-26 0,-1 35 0,0-27 0,1-1 0,-1 1 0,2-1 0,-1 1 0,4 16 0,-4-25 0,0 1 0,1-1 0,-1 1 0,0-1 0,1 1 0,-1-1 0,0 1 0,1-1 0,-1 1 0,0-1 0,1 1 0,-1-1 0,1 0 0,-1 1 0,1-1 0,-1 0 0,1 1 0,-1-1 0,1 0 0,0 0 0,-1 0 0,1 1 0,-1-1 0,1 0 0,-1 0 0,1 0 0,0 0 0,-1 0 0,1 0 0,-1 0 0,1 0 0,-1 0 0,1-1 0,0 1 0,-1 0 0,1 0 0,-1 0 0,1-1 0,24-11 0,-21 9 0,48-28 0,-17 9 0,1 2 0,63-26 0,-95 44 0,0 1 0,0 0 0,1 0 0,-1 0 0,0 0 0,10 0 0,-14 1 0,1 0 0,0 1 0,0-1 0,0 0 0,0 0 0,-1 0 0,1 1 0,0-1 0,0 0 0,0 1 0,-1-1 0,1 1 0,0-1 0,0 1 0,-1-1 0,1 1 0,0-1 0,-1 1 0,1 0 0,-1-1 0,1 1 0,-1 0 0,1 0 0,-1-1 0,0 1 0,1 0 0,-1 0 0,0 0 0,1-1 0,-1 1 0,0 0 0,0 0 0,0 0 0,0 0 0,0 0 0,0-1 0,0 1 0,0 0 0,0 0 0,-1 1 0,-1 10 0,-1 0 0,-1 0 0,0 0 0,0-1 0,-1 0 0,-8 13 0,4-7 0,-12 33 0,20-45 0,-1 0 0,1 1 0,0-1 0,0 0 0,0 1 0,1-1 0,0 1 0,0-1 0,1 0 0,1 10 0,-1-12-114,0 0 1,0-1-1,0 1 0,0 0 0,1-1 1,-1 0-1,1 1 0,0-1 0,-1 0 1,1 0-1,4 4 0,8 5-6712</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26.694"/>
    </inkml:context>
    <inkml:brush xml:id="br0">
      <inkml:brushProperty name="width" value="0.05" units="cm"/>
      <inkml:brushProperty name="height" value="0.05" units="cm"/>
    </inkml:brush>
  </inkml:definitions>
  <inkml:trace contextRef="#ctx0" brushRef="#br0">135 356 24575,'0'-7'0,"0"1"0,-1-1 0,0 0 0,0 1 0,0-1 0,-5-11 0,6 17 0,-1 0 0,1 0 0,-1 0 0,1 0 0,-1 0 0,1 0 0,-1 1 0,1-1 0,-1 0 0,0 0 0,0 1 0,1-1 0,-1 1 0,0-1 0,0 0 0,0 1 0,0 0 0,0-1 0,1 1 0,-1-1 0,-1 1 0,0 0 0,0 0 0,1 0 0,-1 1 0,1-1 0,-1 0 0,0 1 0,1-1 0,0 1 0,-1 0 0,1-1 0,-1 1 0,1 0 0,0 0 0,-1 0 0,1 0 0,0 0 0,0 0 0,-1 2 0,-7 7 0,0 0 0,1 1 0,1 0 0,0 1 0,0-1 0,1 1 0,1 1 0,0-1 0,1 1 0,0 0 0,-4 21 0,8-32 0,-1 0 0,1 0 0,0 1 0,-1-1 0,1 0 0,0 1 0,0-1 0,0 0 0,1 0 0,-1 1 0,1-1 0,-1 0 0,1 0 0,-1 0 0,1 0 0,0 1 0,0-1 0,0 0 0,1-1 0,-1 1 0,0 0 0,1 0 0,-1 0 0,1-1 0,2 3 0,-1-2 0,1 0 0,-1-1 0,0 0 0,1 1 0,-1-1 0,0 0 0,1-1 0,0 1 0,-1 0 0,1-1 0,-1 0 0,1 0 0,0 0 0,-1-1 0,6 0 0,-1 0 0,-1-1 0,0 0 0,1 0 0,-1-1 0,0 0 0,-1 0 0,1-1 0,0 0 0,-1 0 0,0 0 0,0-1 0,0 0 0,8-9 0,-11 11 0,-1 1 0,0-1 0,0 0 0,0 0 0,-1-1 0,1 1 0,-1 0 0,1-1 0,-1 1 0,0 0 0,0-1 0,-1 1 0,1-1 0,-1 0 0,0 1 0,1-1 0,-2 1 0,1-1 0,0 1 0,-1-1 0,0 0 0,1 1 0,-1 0 0,-1-1 0,1 1 0,0-1 0,-1 1 0,0 0 0,0 0 0,-2-3 0,-53-57 0,57 63 0,-1 0 0,1-1 0,0 1 0,0 0 0,0-1 0,-1 1 0,1-1 0,0 1 0,0-1 0,0 1 0,0 0 0,0-1 0,0 1 0,0-1 0,0 1 0,0-1 0,0 1 0,0 0 0,1-1 0,-1 1 0,0-1 0,0 1 0,0 0 0,0-1 0,1 1 0,-1-1 0,0 1 0,0 0 0,1-1 0,-1 1 0,0 0 0,1 0 0,-1-1 0,0 1 0,1 0 0,-1 0 0,0-1 0,1 1 0,-1 0 0,0 0 0,1 0 0,-1-1 0,1 1 0,-1 0 0,1 0 0,-1 0 0,0 0 0,1 0 0,-1 0 0,1 0 0,-1 0 0,1 0 0,29-2 0,-27 2 0,90 3 0,-52-1 0,60-4 0,-98 0 0,-11-2 0,-11-1 0,15 4 0,0 1 0,-1 0 0,1 0 0,-1 0 0,1 1 0,0-1 0,0 1 0,-1 0 0,1 0 0,0 0 0,0 1 0,0-1 0,0 1 0,0 0 0,-4 3 0,3-1 0,-1 1 0,1-1 0,0 1 0,1 0 0,-1 0 0,1 0 0,0 1 0,-7 12 0,6-8 0,0 0 0,1 1 0,0 0 0,0 0 0,1 0 0,1 0 0,0 1 0,1-1 0,0 1 0,0-1 0,2 16 0,-1-24 0,1 0 0,-1 0 0,1 1 0,0-1 0,0 0 0,0 0 0,0 0 0,1 0 0,-1 0 0,1 0 0,-1 0 0,1 0 0,0-1 0,0 1 0,1-1 0,-1 1 0,0-1 0,1 0 0,-1 0 0,1 0 0,0 0 0,5 2 0,-4-2 0,1-1 0,-1 0 0,0 0 0,1 0 0,-1-1 0,1 1 0,0-1 0,-1 0 0,1 0 0,-1-1 0,1 1 0,-1-1 0,1 0 0,-1 0 0,0-1 0,6-2 0,-2 1 0,0-1 0,-1 0 0,1-1 0,-1 1 0,0-1 0,0-1 0,-1 0 0,0 0 0,1 0 0,7-11 0,-6 5 0,-1 1 0,-1-1 0,0 0 0,0 0 0,-1-1 0,4-14 0,-1-10 0,-1 0 0,-2 0 0,1-73 0,-6 87 0,1 4 0,0 0 0,-2 0 0,0 0 0,-8-36 0,9 54 0,0 0 0,0 1 0,0-1 0,0 0 0,0 1 0,-1-1 0,1 0 0,0 1 0,0-1 0,-1 0 0,1 1 0,0-1 0,-1 0 0,1 1 0,0-1 0,-1 1 0,1-1 0,-1 1 0,1-1 0,-1 1 0,1-1 0,-1 1 0,1 0 0,-1-1 0,0 1 0,1 0 0,-1-1 0,0 1 0,0 0 0,0 0 0,0 1 0,0-1 0,1 1 0,-1 0 0,0-1 0,0 1 0,0 0 0,1 0 0,-1 0 0,1-1 0,-1 1 0,0 0 0,1 0 0,-1 0 0,1 0 0,-1 1 0,-15 49 0,16-48 0,-13 53 0,2 2 0,4-1 0,1 1 0,4 78 0,3-123-455,0 0 0,5 24 0,1-14-6371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27.207"/>
    </inkml:context>
    <inkml:brush xml:id="br0">
      <inkml:brushProperty name="width" value="0.05" units="cm"/>
      <inkml:brushProperty name="height" value="0.05" units="cm"/>
    </inkml:brush>
  </inkml:definitions>
  <inkml:trace contextRef="#ctx0" brushRef="#br0">0 319 24575,'1'-1'0,"-1"1"0,1-1 0,-1 0 0,1 0 0,0 0 0,-1 0 0,1 1 0,0-1 0,-1 0 0,1 1 0,0-1 0,0 1 0,0-1 0,0 1 0,0-1 0,0 1 0,0-1 0,0 1 0,0 0 0,0 0 0,0-1 0,0 1 0,0 0 0,0 0 0,0 0 0,2 0 0,29-1 0,10 7 0,-27-3 0,-1-1 0,1-1 0,15 0 0,-27-1 0,1 0 0,-1 0 0,0 0 0,0-1 0,0 1 0,0-1 0,0 0 0,0 0 0,-1 0 0,1-1 0,0 1 0,0-1 0,-1 1 0,1-1 0,-1 0 0,1 0 0,-1 0 0,0 0 0,4-5 0,-5 6 0,0 0 0,-1-1 0,1 1 0,0 0 0,-1-1 0,1 1 0,-1-1 0,0 1 0,1-1 0,-1 1 0,0 0 0,0-1 0,0 1 0,0-1 0,0 1 0,0-1 0,0 1 0,0-1 0,-1-2 0,0 1 0,-1 1 0,1-1 0,-1 0 0,1 0 0,-1 1 0,0-1 0,0 1 0,0 0 0,-3-3 0,-1-1 0,-1 0 0,-1 1 0,1 0 0,-1 0 0,-14-6 0,15 8 0,1 1 0,-1 0 0,1 0 0,-1 1 0,0 0 0,1 0 0,-1 0 0,0 1 0,-12 1 0,16-1 0,0 0 0,0 1 0,0 0 0,0 0 0,0 0 0,1 0 0,-1 0 0,0 0 0,0 1 0,1-1 0,-1 1 0,1 0 0,-1 0 0,1-1 0,0 2 0,0-1 0,0 0 0,0 0 0,0 1 0,0-1 0,1 1 0,-1 0 0,1-1 0,-2 4 0,1-1 0,1 0 0,-1 1 0,1-1 0,0 1 0,0-1 0,0 1 0,1-1 0,0 1 0,0 0 0,0-1 0,1 1 0,0-1 0,0 1 0,0-1 0,1 1 0,4 9 0,-3-9 0,0 0 0,1-1 0,0 1 0,0-1 0,0 0 0,1 0 0,0 0 0,0 0 0,0-1 0,1 0 0,-1 0 0,11 5 0,-9-5 0,0-1 0,0 0 0,0 0 0,0-1 0,1 0 0,-1 0 0,1-1 0,-1 1 0,1-2 0,0 1 0,0-1 0,-1 0 0,1-1 0,0 0 0,-1 0 0,1-1 0,-1 1 0,1-2 0,-1 1 0,0-1 0,0 0 0,0-1 0,0 1 0,-1-2 0,7-4 0,-5 1 0,0-1 0,0 0 0,-1-1 0,0 1 0,-1-1 0,0-1 0,0 1 0,-2-1 0,1 0 0,-1 0 0,-1-1 0,4-18 0,-1-4 0,-2 1 0,-1-1 0,-3-39 0,-5 21 0,1 47 0,0 12 0,-2 14 0,0 35-161,1 103-1,5-118-880,0 15-5784</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28.790"/>
    </inkml:context>
    <inkml:brush xml:id="br0">
      <inkml:brushProperty name="width" value="0.05" units="cm"/>
      <inkml:brushProperty name="height" value="0.05" units="cm"/>
    </inkml:brush>
  </inkml:definitions>
  <inkml:trace contextRef="#ctx0" brushRef="#br0">1127 71 24575,'0'-1'0,"0"0"0,-1 1 0,1-1 0,0 0 0,-1 0 0,1 0 0,-1 0 0,0 0 0,1 0 0,-1 1 0,0-1 0,1 0 0,-1 0 0,0 1 0,0-1 0,1 1 0,-1-1 0,0 1 0,0-1 0,0 1 0,0-1 0,0 1 0,-1-1 0,-24-6 0,-106-9 0,-196 2 0,151 10 0,75-2 158,28 1-666,0 4 1,-105 9-1,161-5-6318</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29.116"/>
    </inkml:context>
    <inkml:brush xml:id="br0">
      <inkml:brushProperty name="width" value="0.05" units="cm"/>
      <inkml:brushProperty name="height" value="0.05" units="cm"/>
    </inkml:brush>
  </inkml:definitions>
  <inkml:trace contextRef="#ctx0" brushRef="#br0">220 42 24575,'2'-1'0,"15"-17"0,-17 17 0,1 0 0,0 1 0,-1-1 0,1 0 0,-1 0 0,1 1 0,-1-1 0,1 0 0,-1 0 0,1 0 0,-1 0 0,0 0 0,1 0 0,-1 0 0,0 0 0,0 0 0,0 0 0,0-1 0,0 1 0,-1 1 0,0-1 0,0 1 0,0-1 0,0 1 0,0 0 0,0-1 0,0 1 0,0 0 0,0 0 0,0 0 0,0 0 0,0-1 0,0 1 0,0 0 0,0 1 0,0-1 0,0 0 0,0 0 0,0 0 0,0 1 0,-1-1 0,-25 8 0,26-8 0,-38 13 0,2 1 0,-55 29 0,90-42 0,0 0 0,0 0 0,1 0 0,-1 0 0,1 0 0,-1 0 0,1 1 0,-1-1 0,1 0 0,0 1 0,0 0 0,0-1 0,-1 1 0,2-1 0,-1 1 0,0 0 0,0 0 0,0 0 0,1 0 0,-1-1 0,1 1 0,0 0 0,-1 0 0,1 0 0,0 0 0,0 0 0,0 0 0,0 0 0,1 0 0,-1 0 0,1 0 0,-1 0 0,1-1 0,-1 1 0,1 0 0,0 0 0,0 0 0,1 1 0,5 9 0,1-1 0,0 0 0,0 0 0,16 14 0,-9-9 0,55 59-1365,-36-40-5461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30.174"/>
    </inkml:context>
    <inkml:brush xml:id="br0">
      <inkml:brushProperty name="width" value="0.05" units="cm"/>
      <inkml:brushProperty name="height" value="0.05" units="cm"/>
    </inkml:brush>
  </inkml:definitions>
  <inkml:trace contextRef="#ctx0" brushRef="#br0">1 0 24575,'3'0'0,"0"1"0,0 0 0,1-1 0,-1 1 0,0 0 0,0 1 0,0-1 0,0 0 0,-1 1 0,1 0 0,0-1 0,-1 1 0,1 0 0,-1 1 0,5 3 0,4 6 0,17 25 0,-17-21 0,117 169 0,121 236 0,-246-415 34,14 21 263,-16-26-391,0 0 0,0 1 0,0-1-1,0 0 1,1 0 0,-1 0 0,0 0-1,0-1 1,1 1 0,-1 0 0,0 0-1,1-1 1,-1 1 0,1-1 0,-1 1-1,1-1 1,1 0 0,8 0-6732</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30.574"/>
    </inkml:context>
    <inkml:brush xml:id="br0">
      <inkml:brushProperty name="width" value="0.05" units="cm"/>
      <inkml:brushProperty name="height" value="0.05" units="cm"/>
    </inkml:brush>
  </inkml:definitions>
  <inkml:trace contextRef="#ctx0" brushRef="#br0">616 17 24575,'1'-1'0,"-1"1"0,0-1 0,0 1 0,0-1 0,0 1 0,0-1 0,0 1 0,0-1 0,0 1 0,0-1 0,0 1 0,0-1 0,0 1 0,0-1 0,0 1 0,0-1 0,-1 1 0,1-1 0,0 1 0,0-1 0,-1 1 0,1 0 0,0-1 0,-1 1 0,1-1 0,0 1 0,-1 0 0,1-1 0,0 1 0,-1 0 0,1-1 0,-1 1 0,1 0 0,-1 0 0,1 0 0,-1-1 0,1 1 0,-1 0 0,1 0 0,-1 0 0,1 0 0,-1 0 0,1 0 0,-1 0 0,1 0 0,-1 0 0,1 0 0,-1 0 0,1 0 0,-1 0 0,1 0 0,-1 0 0,1 1 0,-1-1 0,1 0 0,-1 0 0,1 1 0,-1-1 0,-29 22 0,27-19 0,-257 252 0,186-177 0,-134 156 0,206-232 18,-14 20 300,15-21-395,1 0 0,-1 0-1,1 0 1,-1-1 0,1 1-1,0 0 1,-1 0 0,1 0-1,0 0 1,-1 0 0,1 0-1,0 0 1,0 0 0,0 0-1,0 0 1,0 0 0,0 0-1,0 0 1,1 0 0,-1 0-1,1 2 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32.787"/>
    </inkml:context>
    <inkml:brush xml:id="br0">
      <inkml:brushProperty name="width" value="0.05" units="cm"/>
      <inkml:brushProperty name="height" value="0.05" units="cm"/>
    </inkml:brush>
  </inkml:definitions>
  <inkml:trace contextRef="#ctx0" brushRef="#br0">49 154 24575,'9'0'0,"1"-1"0,-1 0 0,0-1 0,0 0 0,-1 0 0,15-6 0,-17 5 0,-1 1 0,1-1 0,-1 0 0,1 0 0,-1-1 0,0 1 0,-1-1 0,1 0 0,0 0 0,5-8 0,-10 12 0,0 0 0,0 0 0,0 0 0,0 0 0,0 0 0,0 0 0,0 0 0,0 0 0,0 0 0,0 0 0,-1 0 0,1 0 0,0 0 0,0 0 0,0 0 0,0 0 0,0 0 0,0 0 0,0 0 0,0 0 0,0 0 0,0 0 0,0 0 0,0 0 0,0 0 0,0 0 0,0 0 0,0-1 0,0 1 0,0 0 0,-1 0 0,1 0 0,0 0 0,0 0 0,0 0 0,0 0 0,0 0 0,0 0 0,0 0 0,0 0 0,0 0 0,0 0 0,0 0 0,0 0 0,0 0 0,0 0 0,0 0 0,0 0 0,0-1 0,0 1 0,0 0 0,0 0 0,0 0 0,0 0 0,-10 5 0,-12 9 0,0 7 0,0 0 0,1 2 0,-21 29 0,36-44 0,1 0 0,0 0 0,0 0 0,1 1 0,0-1 0,0 1 0,1 0 0,0 0 0,1 1 0,0-1 0,0 1 0,1-1 0,0 1 0,1 13 0,1-18 0,0-1 0,0 0 0,0 0 0,1 0 0,0 0 0,-1 0 0,1 0 0,1 0 0,-1 0 0,0-1 0,1 1 0,0-1 0,0 0 0,0 0 0,0 0 0,0 0 0,1 0 0,-1-1 0,1 1 0,0-1 0,0 0 0,0 0 0,0-1 0,0 1 0,0-1 0,0 0 0,5 1 0,3 1 0,0-1 0,0-1 0,-1 0 0,1-1 0,0 0 0,0 0 0,0-2 0,22-4 0,-24 3 0,-1 0 0,1 0 0,-1-1 0,0 0 0,0-1 0,0 0 0,-1 0 0,0-1 0,0 0 0,0-1 0,0 0 0,-1 0 0,-1 0 0,12-17 0,-13 17 0,-1 0 0,-1 0 0,0 0 0,0 0 0,0-1 0,-1 1 0,0-1 0,0 0 0,-1 0 0,0 0 0,-1 1 0,1-1 0,-1 0 0,-1 0 0,0 0 0,0 0 0,0 0 0,-1 1 0,-4-12 0,0 5 0,0 1 0,-1-1 0,0 1 0,-1 1 0,-1-1 0,0 1 0,0 1 0,-17-16 0,18 19 0,1 2 0,-1-1 0,-1 1 0,1 0 0,-1 1 0,0 0 0,0 0 0,-1 1 0,1 0 0,-1 1 0,0 0 0,0 1 0,-12-2 0,18 3 34,0 1 1,1 0-1,-1 0 0,0 1 0,0-1 0,1 1 0,-1 0 0,1 0 0,-4 1 1,6-1-87,0-1 0,0 1 0,0-1 1,0 1-1,0-1 0,0 1 1,0 0-1,0-1 0,0 1 0,1 0 1,-1 0-1,0 0 0,0-1 1,1 1-1,-1 0 0,1 0 0,-1 0 1,1 0-1,-1 0 0,1 0 1,0 0-1,-1 0 0,1 1 0,0-1 1,0 0-1,0 0 0,0 0 1,0 0-1,0 0 0,0 0 0,0 0 1,1 2-1,4 13-6774</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33.172"/>
    </inkml:context>
    <inkml:brush xml:id="br0">
      <inkml:brushProperty name="width" value="0.05" units="cm"/>
      <inkml:brushProperty name="height" value="0.05" units="cm"/>
    </inkml:brush>
  </inkml:definitions>
  <inkml:trace contextRef="#ctx0" brushRef="#br0">0 37 24575,'0'-1'0,"0"0"0,0 0 0,0 0 0,0 0 0,1 0 0,-1 0 0,0 0 0,0 0 0,1 0 0,-1 0 0,0 0 0,1 0 0,-1 0 0,1 0 0,-1 1 0,1-1 0,-1 0 0,1 0 0,0 1 0,-1-1 0,1 0 0,0 1 0,0-1 0,0 0 0,-1 1 0,1-1 0,0 1 0,0-1 0,0 1 0,0 0 0,0-1 0,0 1 0,0 0 0,0 0 0,0 0 0,0 0 0,0 0 0,0 0 0,0 0 0,0 0 0,0 0 0,0 0 0,0 0 0,0 1 0,0-1 0,-1 0 0,3 1 0,2 1 0,0-1 0,-1 1 0,1 0 0,0 0 0,-1 1 0,1-1 0,-1 1 0,5 4 0,-3 0 0,0 0 0,0 0 0,-1 0 0,0 1 0,0 0 0,-1-1 0,0 2 0,0-1 0,-1 0 0,0 1 0,-1 0 0,0-1 0,2 15 0,-4-19 0,1 1 0,-1-1 0,0 0 0,0 0 0,0 1 0,-1-1 0,1 0 0,-1 0 0,0 1 0,0-1 0,-1 0 0,1 0 0,-1 0 0,0-1 0,0 1 0,0 0 0,-1-1 0,1 1 0,-1-1 0,0 0 0,0 1 0,0-1 0,0-1 0,-1 1 0,1 0 0,-1-1 0,1 0 0,-1 0 0,0 0 0,-6 2 0,9-3 0,0-1 0,0 1 0,0-1 0,0 1 0,0-1 0,-1 0 0,1 1 0,0-1 0,0 0 0,0 0 0,0 0 0,-1 0 0,1 0 0,0 0 0,0 0 0,0 0 0,-1 0 0,1-1 0,0 1 0,0 0 0,0-1 0,0 1 0,0-1 0,-2-1 0,2 1 0,0 0 0,1 0 0,-1-1 0,1 1 0,-1 0 0,1-1 0,0 1 0,0 0 0,-1 0 0,1-1 0,0 1 0,0-1 0,0 1 0,0 0 0,1-1 0,-1 1 0,0 0 0,1-2 0,2-6 0,0-1 0,0 1 0,1 0 0,10-16 0,-2 7 0,2 0 0,-1 1 0,2 0 0,0 1 0,1 1 0,1 0 0,0 1 0,1 1 0,26-14 0,-40 25 0,0 0 0,-1 0 0,1 0 0,0 1 0,0 0 0,0 0 0,0 0 0,0 0 0,1 1 0,-1 0 0,0 0 0,7 0 0,-8 1 0,-1-1 0,0 1 0,0 0 0,0 0 0,0 0 0,0 0 0,0 0 0,0 0 0,0 1 0,0-1 0,-1 1 0,1-1 0,-1 1 0,1 0 0,-1-1 0,1 1 0,-1 0 0,0 0 0,0 0 0,0 0 0,0 0 0,0 0 0,0 0 0,0 5 0,4 15-22,-2 1 0,-1 0 0,-1 0 0,0 0 0,-4 30 0,0-9-1211,3-15-5593</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33.543"/>
    </inkml:context>
    <inkml:brush xml:id="br0">
      <inkml:brushProperty name="width" value="0.05" units="cm"/>
      <inkml:brushProperty name="height" value="0.05" units="cm"/>
    </inkml:brush>
  </inkml:definitions>
  <inkml:trace contextRef="#ctx0" brushRef="#br0">157 218 24575,'1'-1'0,"0"0"0,0-1 0,0 1 0,0 0 0,0-1 0,-1 1 0,1-1 0,-1 1 0,1-1 0,-1 0 0,1 1 0,-1-1 0,0 0 0,1 1 0,-1-3 0,0 3 0,-1 0 0,1-1 0,0 1 0,1 0 0,-1 0 0,0 0 0,0 0 0,0 0 0,1 0 0,-1 0 0,0 0 0,1 0 0,-1 0 0,1 0 0,0 0 0,-1 0 0,1 0 0,0 0 0,-1 0 0,1 0 0,0 0 0,0 1 0,0-1 0,0 0 0,-1 1 0,1-1 0,0 1 0,0-1 0,0 1 0,1-1 0,-1 1 0,1-1 0,31-1 0,-25 3 0,0-1 0,0-1 0,0 1 0,0-1 0,8-3 0,-14 4 0,-1 0 0,0-1 0,0 1 0,0-1 0,0 1 0,0-1 0,0 1 0,0-1 0,0 0 0,0 0 0,0 0 0,0 1 0,0-1 0,0 0 0,-1 0 0,1 0 0,0 0 0,-1 0 0,1 0 0,0-1 0,-1 1 0,0 0 0,1 0 0,-1 0 0,0 0 0,1-1 0,-1 1 0,0 0 0,0 0 0,0 0 0,0-1 0,0 1 0,0 0 0,-1 0 0,1-1 0,0 1 0,-1-2 0,-1-1 0,0-1 0,0 1 0,0 0 0,-1-1 0,1 1 0,-1 1 0,0-1 0,0 0 0,0 1 0,-1-1 0,-5-4 0,-5-3 0,-26-16 0,33 23 0,0 0 0,0 1 0,0 0 0,-1 0 0,1 0 0,-1 1 0,1 0 0,-1 1 0,0 0 0,1 0 0,-10 0 0,13 1 0,0 1 0,0-1 0,-1 1 0,1 0 0,0 0 0,0 0 0,0 1 0,0-1 0,1 1 0,-1 0 0,0 0 0,1 0 0,-1 1 0,1-1 0,0 1 0,0 0 0,0 0 0,0 0 0,0 0 0,1 0 0,-1 1 0,-2 4 0,1 0 0,1-1 0,0 1 0,0 1 0,0-1 0,1 0 0,1 1 0,-1-1 0,1 1 0,1-1 0,-1 1 0,2 0 0,-1-1 0,1 1 0,0 0 0,1-1 0,0 0 0,0 1 0,1-1 0,0 0 0,0 0 0,1 0 0,0-1 0,1 1 0,0-1 0,0 0 0,0 0 0,1-1 0,0 1 0,0-1 0,0-1 0,1 1 0,0-1 0,0 0 0,11 5 0,30 6-1365,-1-5-5461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33.819"/>
    </inkml:context>
    <inkml:brush xml:id="br0">
      <inkml:brushProperty name="width" value="0.05" units="cm"/>
      <inkml:brushProperty name="height" value="0.05" units="cm"/>
    </inkml:brush>
  </inkml:definitions>
  <inkml:trace contextRef="#ctx0" brushRef="#br0">30 21 24575,'0'-1'0,"-1"0"0,1 0 0,0 0 0,-1 0 0,1 0 0,0 0 0,-1 0 0,0 0 0,1 0 0,-1 0 0,1 1 0,-1-1 0,0 0 0,1 0 0,-1 1 0,0-1 0,0 0 0,0 1 0,0-1 0,1 1 0,-1-1 0,0 1 0,0-1 0,0 1 0,0 0 0,-2-1 0,3 1 0,0 0 0,-1 0 0,1 0 0,0 0 0,-1 0 0,1 0 0,0 0 0,-1 0 0,1 0 0,0 0 0,-1 0 0,1 0 0,0 0 0,-1 0 0,1 0 0,0 0 0,0 0 0,-1 1 0,1-1 0,0 0 0,-1 0 0,1 0 0,0 0 0,0 1 0,-1-1 0,1 0 0,0 0 0,-1 1 0,1 0 0,0 0 0,0-1 0,0 1 0,0 0 0,0 0 0,0 0 0,0-1 0,0 1 0,1 0 0,-1 0 0,0-1 0,0 1 0,1 0 0,-1 0 0,0-1 0,1 1 0,-1 0 0,1-1 0,0 2 0,11 15 0,0 0 0,2-1 0,0-1 0,1 0 0,0-1 0,1 0 0,1-1 0,0-1 0,1-1 0,24 13 0,-33-21 43,0 0 0,0 0-1,0 0 1,0-1 0,1-1-1,-1 1 1,14-1 0,-21-1-102,1 0 0,0 0 0,0 0 0,0 0 0,-1-1 0,1 1 1,0-1-1,0 0 0,-1 1 0,1-1 0,0-1 0,-1 1 1,1 0-1,-1-1 0,1 1 0,-1-1 0,0 1 0,0-1 0,0 0 1,0 0-1,0 0 0,0-1 0,0 1 0,-1 0 0,1-1 0,-1 1 1,0 0-1,2-4 0,0-6-6767</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34.131"/>
    </inkml:context>
    <inkml:brush xml:id="br0">
      <inkml:brushProperty name="width" value="0.05" units="cm"/>
      <inkml:brushProperty name="height" value="0.05" units="cm"/>
    </inkml:brush>
  </inkml:definitions>
  <inkml:trace contextRef="#ctx0" brushRef="#br0">125 0 24575,'-13'31'0,"-28"114"0,21-84 0,4 1 0,2 1 0,-6 68 0,19-122-273,1 1 0,1-1 0,-1 0 0,4 13 0,1-1-6553</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34.363"/>
    </inkml:context>
    <inkml:brush xml:id="br0">
      <inkml:brushProperty name="width" value="0.05" units="cm"/>
      <inkml:brushProperty name="height" value="0.05" units="cm"/>
    </inkml:brush>
  </inkml:definitions>
  <inkml:trace contextRef="#ctx0" brushRef="#br0">43 15 24575,'0'-3'0,"-2"0"0,-1-2 0,0 1 0,1 7 0,-2 6 0,-1 5 0,2 5 0,0 5 0,-1 2 0,0 5 0,0 1 0,1-2 0,2-2 0,0-3 0,3-5 0,1-7-8191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34.505"/>
    </inkml:context>
    <inkml:brush xml:id="br0">
      <inkml:brushProperty name="width" value="0.05" units="cm"/>
      <inkml:brushProperty name="height" value="0.05" units="cm"/>
    </inkml:brush>
  </inkml:definitions>
  <inkml:trace contextRef="#ctx0" brushRef="#br0">14 51 24575,'0'-5'0,"-2"-3"0,-1-4 0,0-1 0,-2 1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02:24:35.275"/>
    </inkml:context>
    <inkml:brush xml:id="br0">
      <inkml:brushProperty name="width" value="0.05" units="cm"/>
      <inkml:brushProperty name="height" value="0.05" units="cm"/>
    </inkml:brush>
  </inkml:definitions>
  <inkml:trace contextRef="#ctx0" brushRef="#br0">0 20 24575,'1'11'0,"0"0"0,1 0 0,1-1 0,0 1 0,0-1 0,1 0 0,7 14 0,-6-11 0,1 0 0,-2 0 0,0 0 0,3 14 0,-5-9 0,0 35 0,1-79 0,1 0 0,1 0 0,1 0 0,1 0 0,1 1 0,2 0 0,13-24 0,-20 44 0,0 0 0,0 0 0,1 0 0,6-7 0,-9 11 0,-1 1 0,0-1 0,1 1 0,-1-1 0,1 1 0,-1 0 0,1-1 0,0 1 0,-1 0 0,1-1 0,-1 1 0,1 0 0,0 0 0,-1-1 0,1 1 0,-1 0 0,1 0 0,0 0 0,-1 0 0,1 0 0,1 0 0,-2 1 0,1-1 0,0 1 0,-1-1 0,1 1 0,-1 0 0,1-1 0,0 1 0,-1 0 0,0-1 0,1 1 0,-1 0 0,1 0 0,-1 0 0,0-1 0,0 1 0,1 0 0,-1 0 0,0 0 0,0 0 0,0-1 0,0 3 0,1 9 0,-1 1 0,0-1 0,-1 0 0,-4 24 0,-1 7 0,6-42 0,0 0 0,0-1 0,0 1 0,0 0 0,0-1 0,-1 1 0,1 0 0,1-1 0,-1 1 0,0 0 0,0-1 0,0 1 0,0 0 0,0-1 0,1 1 0,-1 0 0,0-1 0,0 1 0,1-1 0,-1 1 0,1 0 0,-1-1 0,0 1 0,1-1 0,-1 1 0,1-1 0,-1 1 0,1-1 0,0 0 0,-1 1 0,1-1 0,-1 0 0,1 1 0,0-1 0,-1 0 0,1 0 0,0 1 0,-1-1 0,1 0 0,0 0 0,-1 0 0,1 0 0,0 0 0,-1 0 0,1 0 0,0 0 0,-1 0 0,1 0 0,0-1 0,-1 1 0,1 0 0,1-1 0,6-1 0,-1-1 0,1-1 0,12-6 0,-10 4 0,15-6 0,-13 5 0,0 1 0,1 0 0,-1 1 0,1 1 0,18-5 0,-30 9 0,0 0 0,0 0 0,0 0 0,0 0 0,0 0 0,0 0 0,0 0 0,0 1 0,0-1 0,0 0 0,0 1 0,0-1 0,0 0 0,0 1 0,0-1 0,-1 1 0,1-1 0,0 1 0,0 0 0,0-1 0,-1 1 0,1 0 0,0-1 0,0 2 0,12 26 0,-12-25 0,0 1 0,0-1 0,0 0 0,1 0 0,-1 0 0,1 0 0,0-1 0,-1 1 0,1 0 0,1-1 0,2 4 0,1-3 0,0 0 0,1 0 0,-1 0 0,1-1 0,0 0 0,0 0 0,-1-1 0,1 0 0,0 0 0,0-1 0,0 0 0,0 0 0,0 0 0,0-1 0,0 0 0,0 0 0,0-1 0,12-4 0,-8 2 0,1-1 0,-1 0 0,0 0 0,0-1 0,0 0 0,-1-1 0,0 0 0,0-1 0,16-17 0,-24 23 0,0 0 0,-1 0 0,1 0 0,0 0 0,-1 0 0,0-1 0,0 1 0,0 0 0,0-1 0,0 1 0,0-1 0,0 1 0,-1-1 0,0 1 0,1-1 0,-1-3 0,0 5 0,-1-1 0,1 1 0,-1 0 0,1 0 0,-1-1 0,0 1 0,1 0 0,-1 0 0,0 0 0,0 0 0,0 0 0,0 0 0,0 0 0,0 0 0,0 0 0,0 0 0,0 1 0,0-1 0,0 0 0,-1 1 0,1-1 0,0 1 0,0-1 0,-1 1 0,1 0 0,0-1 0,-1 1 0,1 0 0,0 0 0,-1 0 0,1 0 0,-2 0 0,-3 0 0,1 0 0,0 1 0,0 0 0,-1-1 0,1 2 0,0-1 0,0 0 0,0 1 0,0 0 0,0 0 0,1 1 0,-1-1 0,1 1 0,-1 0 0,1 0 0,0 1 0,0-1 0,0 1 0,1 0 0,-1 0 0,1 0 0,0 0 0,-4 8 0,5-8 0,0 0 0,-1 1 0,2-1 0,-1 0 0,1 1 0,-1-1 0,1 1 0,0 0 0,1-1 0,-1 1 0,1 0 0,0-1 0,0 1 0,1 0 0,-1 0 0,1-1 0,0 1 0,0-1 0,1 1 0,-1-1 0,1 1 0,0-1 0,0 0 0,1 0 0,-1 0 0,5 5 0,-1-2-151,0-1-1,1 0 0,0-1 0,0 0 1,1 0-1,0 0 0,-1-1 1,13 5-1,25 8-6674</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43.126"/>
    </inkml:context>
    <inkml:brush xml:id="br0">
      <inkml:brushProperty name="width" value="0.05" units="cm"/>
      <inkml:brushProperty name="height" value="0.05" units="cm"/>
    </inkml:brush>
  </inkml:definitions>
  <inkml:trace contextRef="#ctx0" brushRef="#br0">909 707 24575,'0'0'0,"0"-1"0,0 1 0,0-1 0,0 1 0,0-1 0,0 1 0,-1-1 0,1 1 0,0-1 0,0 1 0,-1-1 0,1 1 0,0 0 0,-1-1 0,1 1 0,-1 0 0,1-1 0,0 1 0,-1 0 0,1-1 0,-1 1 0,1 0 0,-1 0 0,1 0 0,0-1 0,-1 1 0,1 0 0,-1 0 0,1 0 0,-1 0 0,1 0 0,-1 0 0,1 0 0,-1 0 0,1 0 0,-1 0 0,1 0 0,-1 0 0,1 0 0,-1 0 0,1 1 0,-1-1 0,1 0 0,-1 0 0,1 1 0,-1-1 0,1 0 0,-1 1 0,-23 11 0,-261 210 0,188-144 0,32-30 0,33-24 0,0 0 0,-48 50 0,-22 28 0,3-4 0,89-87 0,0 0 0,1 1 0,0 1 0,1 0 0,-7 15 0,13-24 0,0 1 0,0-1 0,0 0 0,1 1 0,0-1 0,0 1 0,0 0 0,1-1 0,-1 1 0,1 0 0,0-1 0,0 1 0,1 0 0,-1-1 0,1 1 0,0-1 0,1 1 0,-1-1 0,1 1 0,3 6 0,4 3 0,0 0 0,1-1 0,1 0 0,0-1 0,1 0 0,0 0 0,1-2 0,17 13 0,-2-6 0,1-1 0,0-1 0,39 13 0,23 9 0,-47-17 0,1-3 0,75 20 0,-57-26 0,-29-5 0,-1 1 0,52 17 0,-50-10 0,72 24 0,-87-31 0,37 17 0,-38-16 0,0 0 0,22 7 0,-16-9 0,15 4 0,77 30 0,-104-35 0,1-1 0,-1-1 0,1 0 0,14 1 0,26 7 0,-45-10 0,0 0 0,0 0 0,1 0 0,-1-1 0,0-1 0,0 0 0,12-2 0,26-2 0,516 19 0,-283-2 0,57 0 0,390 7 0,-137 5 0,-295-7 0,489-11 0,-428-11 0,86-6 0,300-21 0,-556 34 0,274-4 0,-335-5 0,-106 4 0,0 0 0,-1-1 0,1 0 0,26-12 0,-39 13 0,0-1 0,-1-1 0,1 1 0,-1-1 0,0 0 0,-1 0 0,1 0 0,-1-1 0,0 0 0,3-6 0,14-17 0,12-16 0,-2-1 0,-2-1 0,23-52 0,16-25 0,285-521 0,-312 560 0,-4-1 0,44-153 0,1 10 0,-13 46 0,-59 153 0,-2 10 0,-2 0 0,6-29 0,-11 44 0,0 1 0,-1-1 0,1 0 0,-1 1 0,0-1 0,-1 0 0,1 1 0,-1-1 0,0 1 0,0-1 0,0 1 0,-1-1 0,1 1 0,-1-1 0,0 1 0,-4-5 0,4 6 0,0 1 0,0 0 0,0 0 0,-1 1 0,1-1 0,-1 0 0,0 1 0,1-1 0,-1 1 0,0 0 0,0 0 0,1 0 0,-1 0 0,0 1 0,0-1 0,0 1 0,-3 0 0,-10-1 0,0 1 0,-17 2 0,5 0 0,-476-2 0,501 0 0,-1 0 0,1 1 0,0-1 0,0 0 0,0 1 0,-1 0 0,1 0 0,0 0 0,0 0 0,0 0 0,0 1 0,0-1 0,1 1 0,-1 0 0,0 0 0,1 0 0,-1 0 0,1 0 0,0 1 0,0-1 0,0 1 0,0-1 0,-3 5 0,0 5 0,-1 0 0,2 1 0,0-1 0,-5 23 0,6-20 0,-1-1 0,-9 22 0,-8 2 0,-2 0 0,-1-2 0,-52 58 0,-27 40 0,64-73 0,-5 7 0,-98 118 0,120-164 0,-1-1 0,-1-1 0,0-1 0,-2-1 0,0-1 0,-1-2 0,0 0 0,-1-2 0,-43 13 0,-46 18 0,62-23 0,-2-1 0,-61 12 0,67-24 0,0-2 0,-1-3 0,-80-4 0,-154-28 0,112 8 0,-619-24 0,552 35 0,131 6 0,-400-11 0,69-5 0,287 10 0,-420-14 0,185 12 0,91-5 0,221 15 0,17 1 0,-72-12 0,-165-18 0,23 3 0,257 25 0,-221-29 0,88 19 0,120 10 0,-38 1 0,48 3 0,-1-2 0,1 0 0,-1-1 0,-38-9 0,17 3 0,35 7 0,0 1 0,0-2 0,1 1 0,-1-1 0,0 1 0,0-2 0,1 1 0,0-1 0,-1 0 0,1 0 0,-8-6 0,14 8 0,-1 0 0,0 0 0,1 0 0,-1 0 0,1 0 0,-1 0 0,1 0 0,-1 0 0,1 0 0,0 0 0,-1 0 0,1 0 0,0 0 0,0 0 0,0 0 0,0 0 0,0 0 0,0 0 0,0 0 0,0 0 0,0 0 0,1-1 0,-1 1 0,0 0 0,1-1 0,0 1 0,-1 1 0,0-1 0,1 1 0,-1 0 0,0-1 0,1 1 0,-1-1 0,0 1 0,1 0 0,-1-1 0,1 1 0,-1 0 0,1-1 0,-1 1 0,1 0 0,-1 0 0,1-1 0,-1 1 0,1 0 0,-1 0 0,1 0 0,-1 0 0,1 0 0,-1 0 0,1 0 0,-1 0 0,1 0 0,0 0 0,-1 0 0,1 0 0,-1 0 0,1 0 0,-1 0 0,1 1 0,-1-1 0,1 0 0,-1 0 0,1 1 0,-1-1 0,1 0 0,-1 1 0,0-1 0,1 0 0,-1 1 0,1-1 0,-1 1 0,0-1 0,1 1 0,-1 0 0,12 12 0,-1 2 0,12 18 0,-18-27 0,-3-7 0,-4-12 0,-5 2 0,5 13 0,0 8 0,3 10 0,0 0 0,4 22 0,3 24 0,-14 80 0,2-105 0,2 0 0,5 72 0,4 23 0,-4-50 0,-1-68 0,1 0 0,1 0 0,1 0 0,9 24 0,-8-29 0,-1 1 0,-1-1 0,0 1 0,-1 0 0,-1 1 0,0-1 0,0 0 0,-2 18 0,-1-25 0,-1-1 0,0 1 0,0-1 0,0 0 0,-1 1 0,1-1 0,-5 5 0,3-5 0,1 1 0,0-1 0,0 0 0,1 1 0,0 0 0,-2 10 0,1 14 87,4 48 0,0-28-1626</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43.791"/>
    </inkml:context>
    <inkml:brush xml:id="br0">
      <inkml:brushProperty name="width" value="0.05" units="cm"/>
      <inkml:brushProperty name="height" value="0.05" units="cm"/>
    </inkml:brush>
  </inkml:definitions>
  <inkml:trace contextRef="#ctx0" brushRef="#br0">94 25 24575,'0'-1'0,"0"0"0,0 0 0,0 0 0,0 0 0,0 1 0,0-1 0,0 0 0,0 0 0,0 0 0,-1 0 0,1 0 0,0 0 0,-1 1 0,1-1 0,0 0 0,-1 0 0,1 0 0,-1 1 0,0-1 0,1 0 0,-1 1 0,1-1 0,-1 0 0,0 1 0,1-1 0,-1 1 0,0-1 0,0 1 0,0-1 0,1 1 0,-1 0 0,0-1 0,0 1 0,0 0 0,0 0 0,0-1 0,0 1 0,1 0 0,-1 0 0,0 0 0,0 0 0,0 0 0,0 1 0,0-1 0,0 0 0,0 0 0,0 1 0,-3 0 0,1 0 0,0 0 0,0 0 0,0 1 0,0-1 0,0 1 0,0 0 0,0 0 0,0 0 0,1 0 0,-5 4 0,4-3 0,1 1 0,-1 0 0,1-1 0,-1 1 0,1 0 0,0 0 0,1 0 0,-1 0 0,1 1 0,0-1 0,0 0 0,0 1 0,0 5 0,1-8 0,0 0 0,0 0 0,1 0 0,-1 0 0,1 0 0,-1 0 0,1 0 0,0 0 0,0 0 0,0-1 0,0 1 0,0 0 0,0 0 0,0-1 0,1 1 0,-1 0 0,0-1 0,1 0 0,0 1 0,-1-1 0,1 0 0,0 0 0,0 0 0,-1 0 0,1 0 0,0 0 0,0 0 0,0-1 0,3 2 0,3-1 0,-1 1 0,1-1 0,0 0 0,0 0 0,-1-1 0,1 0 0,14-2 0,-19 2 0,0-1 0,0 1 0,0-1 0,0 1 0,-1-1 0,1 0 0,0 0 0,-1 0 0,1-1 0,-1 1 0,1-1 0,-1 1 0,1-1 0,-1 0 0,0 0 0,0 0 0,0 0 0,0 0 0,0-1 0,-1 1 0,1 0 0,-1-1 0,3-4 0,-4 5 13,1 0 1,-1 0-1,0 0 0,0 0 0,0 1 0,0-1 0,0 0 0,0 0 0,-1 0 1,1 0-1,-1 1 0,1-1 0,-1 0 0,0 0 0,1 1 0,-1-1 0,0 1 1,0-1-1,0 0 0,0 1 0,-1 0 0,1-1 0,0 1 0,-1 0 0,-2-2 1,0-1-228,0 1 1,-1 0 0,1 0-1,-1 1 1,0 0 0,1 0-1,-11-3 1,2 2-6613</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44.211"/>
    </inkml:context>
    <inkml:brush xml:id="br0">
      <inkml:brushProperty name="width" value="0.05" units="cm"/>
      <inkml:brushProperty name="height" value="0.05" units="cm"/>
    </inkml:brush>
  </inkml:definitions>
  <inkml:trace contextRef="#ctx0" brushRef="#br0">139 25 24575,'-2'0'0,"1"-1"0,-1 0 0,1 1 0,-1-1 0,1 0 0,-1 0 0,1 0 0,-1 0 0,1 0 0,-2-2 0,-9-6 0,9 8 0,0 0 0,-1 0 0,1 1 0,0-1 0,-1 1 0,1-1 0,-1 1 0,1 0 0,0 1 0,-1-1 0,1 0 0,0 1 0,-1 0 0,1 0 0,0 0 0,0 0 0,0 0 0,-1 1 0,1-1 0,1 1 0,-1 0 0,0 0 0,0 0 0,1 0 0,-1 0 0,1 1 0,0-1 0,-1 1 0,1 0 0,1-1 0,-1 1 0,0 0 0,-2 5 0,3-6 0,0 0 0,0 1 0,0-1 0,0 0 0,0 0 0,0 1 0,1-1 0,-1 1 0,1-1 0,0 1 0,-1-1 0,1 1 0,0-1 0,1 1 0,-1-1 0,0 1 0,1-1 0,-1 1 0,1-1 0,0 0 0,0 1 0,0-1 0,0 0 0,0 0 0,0 1 0,1-1 0,-1 0 0,1 0 0,-1-1 0,1 1 0,0 0 0,0 0 0,0-1 0,0 1 0,0-1 0,0 0 0,0 1 0,0-1 0,1 0 0,-1 0 0,0 0 0,1-1 0,-1 1 0,5 0 0,-3 0 0,1 0 0,0 0 0,-1-1 0,1 1 0,0-1 0,0 0 0,-1-1 0,1 1 0,0-1 0,-1 0 0,1 0 0,0 0 0,5-3 0,-8 3 0,0-1 0,0 1 0,1-1 0,-1 0 0,0 0 0,0 1 0,-1-1 0,1-1 0,0 1 0,-1 0 0,1 0 0,-1-1 0,0 1 0,0 0 0,0-1 0,0 1 0,0-1 0,0 0 0,-1 1 0,1-1 0,-1 0 0,0 1 0,0-1 0,0-4 0,0 3-80,-1-1 0,0 1-1,0 0 1,0 0 0,0 0-1,-1 0 1,0 0 0,1 0-1,-1 0 1,-1 1 0,1-1 0,-1 1-1,1-1 1,-1 1 0,0 0-1,-5-4 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44.629"/>
    </inkml:context>
    <inkml:brush xml:id="br0">
      <inkml:brushProperty name="width" value="0.05" units="cm"/>
      <inkml:brushProperty name="height" value="0.05" units="cm"/>
    </inkml:brush>
  </inkml:definitions>
  <inkml:trace contextRef="#ctx0" brushRef="#br0">217 4 24575,'-42'-1'0,"-31"0"0,65 2 0,0 0 0,0 0 0,1 0 0,-1 1 0,0 0 0,-12 6 0,17-7 0,1 1 0,0-1 0,0 0 0,0 0 0,0 1 0,0 0 0,0-1 0,1 1 0,-1 0 0,0 0 0,1 0 0,-1 0 0,1 0 0,0 0 0,0 0 0,0 0 0,0 0 0,0 1 0,0-1 0,1 0 0,-1 1 0,1-1 0,-1 1 0,1-1 0,0 1 0,0-1 0,0 1 0,0-1 0,1 0 0,-1 1 0,0-1 0,3 5 0,-2-2 0,1-1 0,0 1 0,0-1 0,0 1 0,1-1 0,0 0 0,-1 0 0,2 0 0,-1 0 0,0 0 0,1-1 0,-1 0 0,1 0 0,0 0 0,7 4 0,-4-4 0,1 0 0,-1 0 0,1-1 0,0 0 0,0 0 0,0-1 0,0 0 0,1 0 0,-1-1 0,0 0 0,0-1 0,0 0 0,0 0 0,0-1 0,11-3 0,-16 4 0,1 0 0,0-1 0,-1 1 0,1-1 0,-1 0 0,0 0 0,1 0 0,-1 0 0,0-1 0,0 1 0,0-1 0,-1 0 0,1 0 0,-1 0 0,1 0 0,-1 0 0,0 0 0,0-1 0,-1 1 0,1-1 0,-1 1 0,1-1 0,-1 0 0,0 0 0,-1 1 0,1-1 0,-1 0 0,1 0 0,-1 0 0,0 0 0,-1 0 0,1 1 0,-2-8 0,2 8-37,-1 1 0,0-1 1,0 0-1,0 0 0,0 1 0,0-1 0,0 1 0,-1-1 0,1 1 0,-1-1 0,0 1 0,0 0 1,1 0-1,-2 0 0,1 0 0,0 0 0,0 0 0,0 1 0,-1-1 0,1 1 0,-1 0 0,1-1 1,-1 1-1,0 0 0,1 0 0,-1 1 0,0-1 0,0 1 0,0-1 0,0 1 0,1 0 0,-1 0 1,0 0-1,0 0 0,0 1 0,-3 0 0,-3 2-6789</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45.047"/>
    </inkml:context>
    <inkml:brush xml:id="br0">
      <inkml:brushProperty name="width" value="0.05" units="cm"/>
      <inkml:brushProperty name="height" value="0.05" units="cm"/>
    </inkml:brush>
  </inkml:definitions>
  <inkml:trace contextRef="#ctx0" brushRef="#br0">166 40 24575,'0'-1'0,"0"-1"0,-1 1 0,1 0 0,-1-1 0,0 1 0,1 0 0,-1-1 0,0 1 0,0 0 0,0 0 0,0 0 0,0 0 0,0 0 0,0 0 0,0 0 0,0 0 0,0 0 0,-1 0 0,1 1 0,0-1 0,-2 0 0,-30-12 0,29 12 0,0 1 0,0-1 0,0 1 0,0 0 0,0 0 0,0 0 0,1 0 0,-1 1 0,0-1 0,0 1 0,0 0 0,1 0 0,-1 1 0,0-1 0,1 1 0,-1 0 0,1 0 0,0 0 0,-1 0 0,1 0 0,0 1 0,0-1 0,1 1 0,-1 0 0,1 0 0,-1 0 0,1 0 0,0 1 0,0-1 0,0 1 0,0-1 0,1 1 0,0-1 0,-1 1 0,1 0 0,1 0 0,-1 0 0,0-1 0,1 1 0,0 0 0,0 0 0,1 5 0,-1-5 0,1-1 0,-1 1 0,1-1 0,0 0 0,1 0 0,-1 1 0,0-1 0,1 0 0,0 0 0,0 0 0,-1 0 0,2-1 0,-1 1 0,0 0 0,1-1 0,-1 0 0,1 1 0,0-1 0,-1 0 0,1 0 0,0-1 0,0 1 0,1-1 0,-1 1 0,0-1 0,0 0 0,5 1 0,-3-1 0,1 0 0,-1 0 0,0-1 0,1 0 0,-1 1 0,1-2 0,-1 1 0,0-1 0,1 0 0,-1 0 0,0 0 0,0-1 0,0 0 0,0 0 0,0 0 0,9-6 0,-9 4 0,0 0 0,0-1 0,0 1 0,0-1 0,-1-1 0,0 1 0,0 0 0,0-1 0,-1 0 0,0 0 0,5-12 0,-8 16 0,1 0 0,0 0 0,-1 0 0,1 0 0,-1 0 0,0 0 0,0 0 0,0-1 0,0 1 0,0 0 0,0 0 0,0 0 0,-1 0 0,1 0 0,-1 0 0,0 0 0,1 0 0,-1 0 0,0 0 0,0 0 0,0 0 0,-1 1 0,1-1 0,0 0 0,-1 1 0,1-1 0,-1 1 0,1-1 0,-1 1 0,0 0 0,1-1 0,-1 1 0,0 0 0,0 0 0,0 0 0,0 1 0,0-1 0,0 0 0,0 1 0,-4-1 0,3 0-85,-1 0 0,0 0-1,1 1 1,-1-1 0,0 1-1,0 0 1,0 0 0,1 0-1,-1 0 1,0 1 0,0 0-1,1-1 1,-1 1 0,0 1-1,-4 1 1,-2 4-6741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45.525"/>
    </inkml:context>
    <inkml:brush xml:id="br0">
      <inkml:brushProperty name="width" value="0.05" units="cm"/>
      <inkml:brushProperty name="height" value="0.05" units="cm"/>
    </inkml:brush>
  </inkml:definitions>
  <inkml:trace contextRef="#ctx0" brushRef="#br0">129 13 24575,'0'0'0,"0"0"0,0 0 0,0 0 0,1 0 0,-1 0 0,0 0 0,0 0 0,0 0 0,0 1 0,0-1 0,1 0 0,-1 0 0,0 0 0,0 0 0,0 0 0,0 0 0,0 0 0,1-1 0,-1 1 0,0 0 0,0 0 0,0 0 0,0 0 0,0 0 0,1 0 0,-1 0 0,0 0 0,0 0 0,0 0 0,0 0 0,0 0 0,0-1 0,0 1 0,1 0 0,-1 0 0,0 0 0,0 0 0,0 0 0,0 0 0,0-1 0,0 1 0,0 0 0,0 0 0,0 0 0,0 0 0,0 0 0,0-1 0,0 1 0,0 0 0,0 0 0,0 0 0,0 0 0,0 0 0,0-1 0,0 1 0,0 0 0,0 0 0,0 0 0,0 0 0,0 0 0,0-1 0,-10-5 0,4 6 0,0-1 0,0 1 0,0 0 0,0 0 0,0 0 0,0 1 0,0 0 0,0 1 0,0-1 0,0 1 0,1 0 0,-1 0 0,-7 5 0,11-6 0,-1 0 0,1 0 0,0 0 0,0 1 0,0-1 0,1 1 0,-1-1 0,0 1 0,1 0 0,-1 0 0,1 0 0,-1 0 0,1 0 0,0 0 0,0 0 0,0 0 0,0 0 0,0 1 0,0-1 0,0 0 0,1 1 0,0-1 0,-1 0 0,1 1 0,0-1 0,0 0 0,0 1 0,0-1 0,1 1 0,-1-1 0,1 0 0,-1 1 0,1-1 0,0 0 0,0 0 0,1 4 0,1-1 0,1 0 0,-1-1 0,1 1 0,-1-1 0,1 0 0,0 0 0,1 0 0,-1-1 0,1 0 0,0 1 0,0-1 0,0-1 0,0 1 0,0-1 0,0 0 0,1 0 0,-1-1 0,1 1 0,5 0 0,2 0 0,1-1 0,-1 0 0,0 0 0,0-2 0,0 1 0,0-2 0,16-3 0,-11 1 0,0-1 0,0-1 0,31-16 0,-43 19 0,0 0 0,0-1 0,0 0 0,-1 0 0,1 0 0,-1-1 0,0 1 0,0-1 0,-1 0 0,1-1 0,-1 1 0,0-1 0,4-10 0,-7 15 0,-1 1 0,1-1 0,-1 0 0,1 0 0,-1 0 0,0 0 0,0 0 0,0 0 0,1 0 0,-1 0 0,0 0 0,0 0 0,0 0 0,0 0 0,-1 0 0,1 0 0,0 0 0,0 0 0,-1 0 0,1 0 0,0 0 0,-1 0 0,1 0 0,-1 1 0,1-1 0,-1 0 0,0 0 0,-1-1 0,0 1 0,0-1 0,0 1 0,0 0 0,-1 0 0,1 0 0,0 0 0,-1 1 0,1-1 0,-1 1 0,1-1 0,-4 1 0,-7-1 0,-1 2 0,1-1 0,-18 4 0,26-3-136,-1 0-1,1 0 1,-1 1-1,1-1 1,0 1-1,0 0 1,0 1-1,0-1 0,-9 7 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46.576"/>
    </inkml:context>
    <inkml:brush xml:id="br0">
      <inkml:brushProperty name="width" value="0.05" units="cm"/>
      <inkml:brushProperty name="height" value="0.05" units="cm"/>
    </inkml:brush>
  </inkml:definitions>
  <inkml:trace contextRef="#ctx0" brushRef="#br0">1 348 24575,'9'-8'0,"0"0"0,1 0 0,0 1 0,1 0 0,-1 1 0,19-8 0,73-21 0,-35 14 0,346-145 0,-377 149 0,-14 8 0,0-2 0,23-15 0,-45 26 0,1-1 0,0 1 0,-1-1 0,1 1 0,-1 0 0,1-1 0,0 1 0,-1 0 0,1 0 0,0 0 0,-1-1 0,1 1 0,0 0 0,-1 0 0,1 0 0,0 0 0,-1 0 0,1 0 0,0 0 0,0 0 0,-1 0 0,1 1 0,0-1 0,-1 0 0,2 1 0,12 13 0,1 2 0,-6-10 0,1 0 0,1-2 0,-1 1 0,1-1 0,-1-1 0,1 0 0,0 0 0,13 1 0,95 5 0,-95-8 0,254 0 0,-276-1 0,-1 0 0,1 0 0,-1 0 0,1 0 0,-1 1 0,1-1 0,-1 0 0,1 1 0,-1-1 0,1 1 0,-1-1 0,0 1 0,1 0 0,-1-1 0,0 1 0,1 0 0,-1 0 0,0 0 0,0 0 0,0 0 0,0 1 0,0-1 0,0 0 0,0 0 0,0 1 0,1 1 0,-1 2 0,0 0 0,0 0 0,0-1 0,-1 1 0,0 0 0,-1 10 0,2 21 0,9 16 0,0-2 0,-3 1 0,2 70 0,-8-108 62,-1-6-10,0 1 0,0-1-1,-1 0 1,-1 10 0,1-16-119,1 1-1,0-1 1,-1 1-1,0-1 1,1 1-1,-1-1 1,0 0 0,0 1-1,0-1 1,0 0-1,0 1 1,0-1-1,0 0 1,0 0-1,0 0 1,0 0-1,-1 0 1,1 0 0,0 0-1,-1 0 1,1-1-1,-1 1 1,1-1-1,-3 1 1,-6 1-6759</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47.677"/>
    </inkml:context>
    <inkml:brush xml:id="br0">
      <inkml:brushProperty name="width" value="0.05" units="cm"/>
      <inkml:brushProperty name="height" value="0.05" units="cm"/>
    </inkml:brush>
  </inkml:definitions>
  <inkml:trace contextRef="#ctx0" brushRef="#br0">205 16 24575,'0'-1'0,"0"1"0,0-1 0,0 1 0,0-1 0,0 0 0,0 1 0,0-1 0,0 0 0,0 1 0,0-1 0,-1 1 0,1-1 0,0 0 0,0 1 0,-1-1 0,1 1 0,0-1 0,-1 1 0,1-1 0,0 1 0,-1-1 0,1 1 0,-1-1 0,1 1 0,0 0 0,-1-1 0,1 1 0,-2-1 0,1 1 0,0 0 0,0 0 0,0 0 0,0 0 0,0 0 0,1 0 0,-1 1 0,0-1 0,0 0 0,0 0 0,0 1 0,0-1 0,0 1 0,0-1 0,-1 1 0,-4 3 0,1 0 0,0 0 0,0 1 0,-5 4 0,-38 50 0,-45 70 0,84-109 0,9-20 0,0 1 0,0-1 0,0 1 0,0 0 0,0-1 0,0 1 0,0-1 0,1 1 0,-1-1 0,0 1 0,0 0 0,0-1 0,1 1 0,-1-1 0,0 1 0,0-1 0,1 1 0,-1-1 0,0 0 0,1 1 0,0 0 0,1 0 0,0 0 0,1 0 0,-1 0 0,1 0 0,-1 0 0,1-1 0,-1 1 0,1-1 0,-1 1 0,1-1 0,-1 0 0,4 0 0,143 0 0,158 5 0,-224 0 0,120 22 0,-186-23 0,-12-3 0,0 1 0,0-1 0,0-1 0,0 1 0,1-1 0,-1 1 0,0-2 0,0 1 0,8-2 0,178-44 0,-177 42 0,-8 2 0,0 0 0,0 0 0,0-1 0,0 0 0,0 0 0,-1-1 0,1 1 0,-1-1 0,0-1 0,0 1 0,0-1 0,-1 1 0,0-1 0,0-1 0,0 1 0,0-1 0,-1 1 0,0-1 0,4-10 0,-7 15 16,0 0 0,1-1 0,-1 1 0,0 0 1,0 0-1,0-1 0,0 1 0,0 0 0,-1 0 0,1-1 0,0 1 0,0 0 0,-1 0 0,1 0 0,-1-1 0,1 1 0,-1 0 0,0 0 0,1 0 0,-2-1 1,-19-16-1244,18 16 751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20.489"/>
    </inkml:context>
    <inkml:brush xml:id="br0">
      <inkml:brushProperty name="width" value="0.05" units="cm"/>
      <inkml:brushProperty name="height" value="0.05" units="cm"/>
    </inkml:brush>
  </inkml:definitions>
  <inkml:trace contextRef="#ctx0" brushRef="#br0">28 1 24575,'-1'0'0,"-1"0"0,1 0 0,0 0 0,0 0 0,0 1 0,-1-1 0,1 0 0,0 1 0,0-1 0,0 1 0,0 0 0,0-1 0,0 1 0,0 0 0,0-1 0,0 1 0,0 0 0,0 0 0,1 0 0,-1 0 0,0 0 0,0 0 0,1 0 0,-1 0 0,1 0 0,-1 0 0,1 1 0,-1-1 0,1 0 0,0 0 0,0 0 0,-1 0 0,1 1 0,0-1 0,0 0 0,0 0 0,0 1 0,1 1 0,0 7 0,0 1 0,0-1 0,6 16 0,-5-18 0,9 38 77,3 8-558,-2-1 1,8 103-1,-19-142-6345</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21.050"/>
    </inkml:context>
    <inkml:brush xml:id="br0">
      <inkml:brushProperty name="width" value="0.05" units="cm"/>
      <inkml:brushProperty name="height" value="0.05" units="cm"/>
    </inkml:brush>
  </inkml:definitions>
  <inkml:trace contextRef="#ctx0" brushRef="#br0">128 0 24575,'-2'0'0,"0"1"0,0-1 0,0 1 0,0-1 0,1 1 0,-1 0 0,0 0 0,0 0 0,1 0 0,-1 0 0,0 0 0,1 0 0,-1 1 0,-1 1 0,-20 23 0,19-21 0,-5 8 0,0 0 0,0 1 0,1 0 0,1 0 0,-6 19 0,9-24 0,1 1 0,0 0 0,1 0 0,0 0 0,0 0 0,1 0 0,1 0 0,0 0 0,1 13 0,0-19 0,-1 0 0,1-1 0,0 1 0,0 0 0,0-1 0,1 1 0,-1-1 0,1 0 0,0 1 0,0-1 0,0 0 0,1 0 0,-1 0 0,1 0 0,-1-1 0,1 1 0,0-1 0,0 1 0,6 2 0,-4-2 0,1-1 0,-1 0 0,1 0 0,0-1 0,-1 0 0,1 0 0,0 0 0,0 0 0,0-1 0,0 0 0,10-2 0,-6 1 0,-1 0 0,0-1 0,0-1 0,0 1 0,-1-1 0,1-1 0,-1 0 0,0 0 0,0 0 0,0-1 0,0 0 0,-1-1 0,0 0 0,0 0 0,0 0 0,7-10 0,-13 14 0,1 0 0,-1 0 0,0 1 0,0-1 0,0 0 0,0 0 0,-1 0 0,1-1 0,0 1 0,-1 0 0,0 0 0,1 0 0,-1 0 0,0 0 0,0-1 0,0 1 0,0 0 0,-1 0 0,1 0 0,-1-1 0,1 1 0,-1 0 0,0 0 0,1 0 0,-1 0 0,0 0 0,0 0 0,-1 1 0,1-1 0,0 0 0,-1 0 0,1 1 0,-1-1 0,1 1 0,-1-1 0,0 1 0,0 0 0,1 0 0,-1-1 0,-2 0 0,-5-2 0,-1-1 0,1 1 0,-1 1 0,1 0 0,-1 0 0,0 1 0,-13-2 0,142 33 0,-115-28 19,0 0-1,0 0 1,0 0 0,0 1-1,0 0 1,0-1-1,-1 1 1,1 1 0,-1-1-1,1 1 1,-1-1-1,0 1 1,0 0-1,0 0 1,0 0 0,-1 0-1,4 5 1,1 5-293,-1-1-1,0 2 1,7 21 0,-8-21-329,6 16-6223</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55.571"/>
    </inkml:context>
    <inkml:brush xml:id="br0">
      <inkml:brushProperty name="width" value="0.05" units="cm"/>
      <inkml:brushProperty name="height" value="0.05" units="cm"/>
    </inkml:brush>
  </inkml:definitions>
  <inkml:trace contextRef="#ctx0" brushRef="#br0">33 270 24575,'1'55'0,"-3"87"0,2-141 0,0 0 0,0-1 0,0 1 0,0 0 0,0 0 0,0-1 0,0 1 0,0 0 0,0 0 0,0-1 0,-1 1 0,1 0 0,0-1 0,-1 1 0,1 0 0,0-1 0,-1 1 0,1 0 0,-1 0 0,-5-11 0,-3-25 0,3 2 0,3 1 0,0-1 0,2-1 0,1 1 0,2 0 0,2 0 0,0 1 0,12-42 0,-14 69 0,-1-1 0,1 1 0,1 0 0,-1 0 0,1-1 0,0 2 0,0-1 0,0 0 0,1 1 0,-1-1 0,1 1 0,0 0 0,0 0 0,1 0 0,-1 1 0,1 0 0,0 0 0,0 0 0,0 0 0,0 1 0,0 0 0,1 0 0,-1 0 0,1 0 0,-1 1 0,1 0 0,0 1 0,-1-1 0,1 1 0,0 0 0,0 0 0,-1 1 0,1-1 0,0 1 0,-1 1 0,1-1 0,-1 1 0,1 0 0,-1 0 0,9 5 0,-12-5 0,1-1 0,-1 0 0,1 1 0,-1-1 0,0 1 0,1 0 0,-1 0 0,0 0 0,0 0 0,0 0 0,-1 0 0,1 0 0,0 1 0,-1-1 0,0 1 0,1-1 0,-1 1 0,0-1 0,0 1 0,-1 0 0,1-1 0,0 1 0,-1 0 0,0 0 0,0 0 0,0-1 0,0 1 0,0 0 0,0 0 0,-1 0 0,1-1 0,-1 1 0,0 0 0,0 0 0,0-1 0,-2 5 0,-4 6 0,0-1 0,0 1 0,-2-1 0,1-1 0,-18 18 0,24-28 0,1 0 0,0 1 0,0-1 0,-1 0 0,1 1 0,0-1 0,0 1 0,0-1 0,1 1 0,-1-1 0,0 1 0,1 0 0,-1-1 0,0 1 0,1 0 0,0-1 0,0 1 0,-1 0 0,1 3 0,1-3 0,0 0 0,0 0 0,0 0 0,0 0 0,1 0 0,-1 0 0,0-1 0,1 1 0,-1 0 0,1-1 0,0 0 0,-1 1 0,1-1 0,0 0 0,4 2 0,16 11 0,-9-7 0,-1 0 0,0 1 0,0 0 0,0 1 0,13 15 0,-23-22 0,-1-1 0,0 1 0,0 0 0,1-1 0,-1 1 0,-1 0 0,1 0 0,0 0 0,0 0 0,-1 0 0,1 0 0,-1 0 0,1 0 0,-1 0 0,0 0 0,0 0 0,0 0 0,0 0 0,-1 3 0,0-1 0,0-1 0,0 0 0,0 1 0,-1-1 0,0 0 0,0 0 0,0 0 0,0 0 0,0 0 0,-4 3 0,-3 4 0,-1-2 0,0 1 0,-1-2 0,0 1 0,-13 5 0,11-5-136,-1-1-1,0-1 1,-1 0-1,1-1 1,-1-1-1,0 0 1,0-1-1,0-1 0,-24 1 1,18-4-6690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55.786"/>
    </inkml:context>
    <inkml:brush xml:id="br0">
      <inkml:brushProperty name="width" value="0.05" units="cm"/>
      <inkml:brushProperty name="height" value="0.05" units="cm"/>
    </inkml:brush>
  </inkml:definitions>
  <inkml:trace contextRef="#ctx0" brushRef="#br0">13 27 24575,'0'-2'0,"0"-4"0,-2 0 0,-1-2 0,0 3 0,0 5 0,1 5 0,4 5 0,0 7 0,1 8 0,2 6 0,0 5 0,-1 4 0,-1 2 0,2-1 0,-1-1 0,0-2 0,-2-7-8191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56.233"/>
    </inkml:context>
    <inkml:brush xml:id="br0">
      <inkml:brushProperty name="width" value="0.05" units="cm"/>
      <inkml:brushProperty name="height" value="0.05" units="cm"/>
    </inkml:brush>
  </inkml:definitions>
  <inkml:trace contextRef="#ctx0" brushRef="#br0">19 110 24575,'-2'-2'0,"0"1"0,1-1 0,-1 0 0,1 0 0,-1 0 0,1 0 0,0 0 0,0-1 0,0 1 0,0 0 0,0 0 0,0-1 0,-1-4 0,3 6 0,-1 0 0,0-1 0,0 1 0,1 0 0,-1-1 0,1 1 0,-1 0 0,1 0 0,-1-1 0,1 1 0,0 0 0,0 0 0,0 0 0,-1 0 0,1 0 0,0 0 0,0 0 0,0 0 0,1 0 0,-1 1 0,0-1 0,0 0 0,0 1 0,0-1 0,1 1 0,1-1 0,22-9 0,1 2 0,0 2 0,50-8 0,-22 5 0,-53 9 0,1-1 0,0 1 0,0 0 0,-1-1 0,1 1 0,0 0 0,0 0 0,-1 0 0,1 0 0,0 0 0,0 1 0,0-1 0,-1 1 0,1-1 0,0 1 0,-1-1 0,1 1 0,-1 0 0,1 0 0,0 0 0,-1 0 0,0 0 0,1 0 0,1 2 0,-1 1 0,0 0 0,1 0 0,-2 0 0,1 0 0,0 1 0,-1-1 0,0 0 0,1 7 0,9 94 0,-11-105 0,1 0 0,-1 0 0,0 0 0,1 0 0,-1 0 0,0 0 0,1 0 0,-1 0 0,0 0 0,1 0 0,-1 0 0,0 0 0,1 0 0,-1 0 0,0 0 0,1-1 0,-1 1 0,0 0 0,1 0 0,-1 0 0,0-1 0,0 1 0,1 0 0,-1 0 0,0 0 0,0-1 0,0 1 0,1 0 0,-1-1 0,0 1 0,0 0 0,0-1 0,14-12 0,-13 11 0,4-2 0,-1-1 0,1 0 0,0 1 0,1 0 0,-1 1 0,1-1 0,-1 1 0,1 0 0,0 0 0,0 1 0,1-1 0,-1 2 0,0-1 0,13-1 0,-15 3 0,0 0 0,-1 0 0,1 0 0,0 1 0,0 0 0,0-1 0,0 2 0,-1-1 0,1 0 0,0 1 0,-1-1 0,1 1 0,-1 0 0,0 0 0,0 1 0,1-1 0,-1 1 0,-1-1 0,1 1 0,0 0 0,-1 0 0,1 0 0,-1 0 0,0 1 0,0-1 0,2 6 0,1 3-273,0 1 0,-1 0 0,0 1 0,3 26 0,-1 10-6553</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57.259"/>
    </inkml:context>
    <inkml:brush xml:id="br0">
      <inkml:brushProperty name="width" value="0.05" units="cm"/>
      <inkml:brushProperty name="height" value="0.05" units="cm"/>
    </inkml:brush>
  </inkml:definitions>
  <inkml:trace contextRef="#ctx0" brushRef="#br0">117 121 24575,'-8'-2'0,"-17"-7"0,-44-20 0,68 29 0,0-1 0,0 1 0,0-1 0,0 1 0,1-1 0,-1 1 0,0-1 0,0 1 0,0-1 0,1 0 0,-1 1 0,0-1 0,1 0 0,-1 0 0,1 1 0,-1-1 0,1 0 0,-1 0 0,0-1 0,2 1 0,-1 0 0,0 1 0,0-1 0,0 1 0,0-1 0,1 1 0,-1-1 0,0 1 0,1-1 0,-1 1 0,0-1 0,1 1 0,-1-1 0,0 1 0,1 0 0,-1-1 0,1 1 0,-1 0 0,1-1 0,-1 1 0,1 0 0,-1 0 0,2-1 0,5-2 0,1 1 0,0 0 0,12-2 0,-15 3 0,212-37-1365,-186 33-5461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57.430"/>
    </inkml:context>
    <inkml:brush xml:id="br0">
      <inkml:brushProperty name="width" value="0.05" units="cm"/>
      <inkml:brushProperty name="height" value="0.05" units="cm"/>
    </inkml:brush>
  </inkml:definitions>
  <inkml:trace contextRef="#ctx0" brushRef="#br0">97 1 24575,'-3'0'0,"-2"5"0,-2 3 0,-1 4 0,1 4 0,1 4 0,0 3 0,0 4 0,-1 3 0,1 1 0,-1 3 0,1 1 0,-2 1 0,2-1 0,1-4 0,1-7-8191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58.265"/>
    </inkml:context>
    <inkml:brush xml:id="br0">
      <inkml:brushProperty name="width" value="0.05" units="cm"/>
      <inkml:brushProperty name="height" value="0.05" units="cm"/>
    </inkml:brush>
  </inkml:definitions>
  <inkml:trace contextRef="#ctx0" brushRef="#br0">171 225 24575,'2'-4'0,"0"0"0,-1 0 0,0 0 0,0-1 0,0 1 0,0 0 0,0 0 0,-1-1 0,0 1 0,0 0 0,0-1 0,-1 1 0,1 0 0,-1-1 0,0 1 0,0 0 0,0 0 0,-1 0 0,0 0 0,1 0 0,-1 0 0,-5-7 0,4 8 0,1 0 0,-1 0 0,1 0 0,-1 0 0,0 1 0,0-1 0,0 1 0,-1-1 0,1 1 0,0 0 0,-1 0 0,0 1 0,1-1 0,-1 1 0,0 0 0,0 0 0,1 0 0,-1 0 0,0 1 0,0-1 0,0 1 0,0 0 0,0 1 0,-8 0 0,9 0 0,0 0 0,0 0 0,0 0 0,0 1 0,0-1 0,0 1 0,0-1 0,1 1 0,-1 0 0,1 0 0,-1 1 0,1-1 0,0 0 0,0 1 0,-4 4 0,3-2 0,1-1 0,-1 1 0,1 0 0,0 0 0,0 1 0,0-1 0,1 0 0,-1 1 0,1 6 0,0-7 0,1-1 0,0 1 0,0-1 0,0 1 0,1-1 0,0 1 0,-1-1 0,2 0 0,-1 1 0,0-1 0,4 6 0,-4-8 0,0 0 0,1 1 0,-1-1 0,1 0 0,0 0 0,0 0 0,0 0 0,0 0 0,0 0 0,0-1 0,1 1 0,-1-1 0,0 1 0,1-1 0,-1 0 0,1 0 0,0 0 0,-1 0 0,4 0 0,-1 0 0,-1-1 0,0 0 0,1 0 0,-1 0 0,1 0 0,-1-1 0,1 1 0,-1-1 0,0 0 0,1-1 0,-1 1 0,0-1 0,0 1 0,7-6 0,9-2 0,-17 8 0,0 0 0,0 1 0,0-1 0,0 1 0,0 0 0,-1 0 0,1 0 0,0 0 0,0 0 0,0 1 0,0-1 0,0 1 0,4 1 0,-5-1 0,1 0 0,0-1 0,0 1 0,0 0 0,0-1 0,0 0 0,0 0 0,0 0 0,0 0 0,0 0 0,0-1 0,0 1 0,-1-1 0,5-1 0,-2-1 0,-1 1 0,0-1 0,1-1 0,-1 1 0,-1 0 0,1-1 0,0 0 0,-1 0 0,0 0 0,0 0 0,0-1 0,-1 1 0,1-1 0,-1 1 0,2-7 0,4-11 0,-1-1 0,4-25 0,-4 15 0,4-18 0,-12 92 0,2-1 0,2 1 0,16 77 0,-19-117 0,0-1 0,0 1 0,0-1 0,0 1 0,0-1 0,0 0 0,0 1 0,1-1 0,-1 1 0,0-1 0,0 0 0,1 1 0,-1-1 0,0 0 0,0 1 0,1-1 0,-1 0 0,0 0 0,1 1 0,-1-1 0,1 0 0,-1 0 0,0 1 0,1-1 0,-1 0 0,0 0 0,1 0 0,-1 0 0,1 0 0,-1 0 0,1 0 0,-1 0 0,0 0 0,1 0 0,-1 0 0,1 0 0,-1 0 0,1 0 0,-1 0 0,0 0 0,1 0 0,-1 0 0,1-1 0,-1 1 0,0 0 0,1 0 0,-1 0 0,0-1 0,1 1 0,-1 0 0,0-1 0,1 1 0,24-23 0,-13 12 0,-9 9 0,0 0 0,0 1 0,0-1 0,0 1 0,0 0 0,0 0 0,1 0 0,-1 0 0,1 1 0,-1-1 0,0 1 0,1 0 0,-1 0 0,1 0 0,-1 0 0,1 1 0,-1-1 0,7 3 0,-5-1 0,1-1 0,-1 1 0,0 1 0,0-1 0,0 1 0,0 0 0,0 0 0,-1 0 0,1 1 0,7 6 0,-12-9 6,1-1 0,-1 1-1,1-1 1,-1 1 0,1-1-1,-1 1 1,0-1 0,1 1-1,-1-1 1,0 1 0,1 0 0,-1-1-1,0 1 1,0-1 0,1 1-1,-1 0 1,0-1 0,0 1-1,0 0 1,0-1 0,0 1-1,0 0 1,0-1 0,0 1-1,0 0 1,0 0 0,0-1 0,0 1-1,-1 1 1,0-1 5,0-1 1,0 1-1,0 0 0,0 0 1,0-1-1,0 1 1,0-1-1,0 1 0,-1-1 1,1 1-1,0-1 0,0 0 1,0 1-1,-3-1 1,-3 1-354,0-1 1,-1 0 0,1 0-1,-11-2 1,3-1-6485</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58.484"/>
    </inkml:context>
    <inkml:brush xml:id="br0">
      <inkml:brushProperty name="width" value="0.05" units="cm"/>
      <inkml:brushProperty name="height" value="0.05" units="cm"/>
    </inkml:brush>
  </inkml:definitions>
  <inkml:trace contextRef="#ctx0" brushRef="#br0">0 12 24575,'2'-2'0,"2"-4"0,-1 2 0,-1 4 0,0 5 0,-1 3 0,2 6 0,1 4 0,1 3 0,0 1 0,0 3 0,-2-1 0,2 0 0,-1-1 0,0-1 0,-1 0 0,-2-3 0,0-4-8191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58.828"/>
    </inkml:context>
    <inkml:brush xml:id="br0">
      <inkml:brushProperty name="width" value="0.05" units="cm"/>
      <inkml:brushProperty name="height" value="0.05" units="cm"/>
    </inkml:brush>
  </inkml:definitions>
  <inkml:trace contextRef="#ctx0" brushRef="#br0">1 43 24575,'2'-9'0,"2"10"0,-3 0 0,0 0 0,-1-1 0,1 1 0,-1 0 0,0 0 0,1 0 0,-1 0 0,0 0 0,1-1 0,-1 1 0,0 0 0,0 0 0,0 0 0,0 0 0,0 0 0,0 0 0,0 0 0,0 1 0,-1 3 0,0-2 0,0 1 0,0 0 0,1 0 0,-1 0 0,1-1 0,0 1 0,0 0 0,1 5 0,0-8 0,-1 0 0,1 1 0,-1-1 0,1 0 0,0 0 0,0 0 0,0 0 0,0 0 0,0 0 0,0 0 0,0 0 0,0-1 0,0 1 0,0 0 0,0 0 0,1-1 0,-1 1 0,0-1 0,0 1 0,1-1 0,-1 0 0,0 1 0,1-1 0,-1 0 0,0 0 0,1 0 0,2 0 0,3 0 0,0 0 0,1 0 0,-1-1 0,1 0 0,-1-1 0,0 1 0,0-1 0,0-1 0,0 1 0,8-5 0,-12 6 0,1-1 0,0-1 0,-1 1 0,1 0 0,-1-1 0,0 0 0,0 1 0,0-1 0,0-1 0,0 1 0,-1 0 0,1-1 0,-1 1 0,0-1 0,0 0 0,0 1 0,-1-1 0,1 0 0,0-5 0,-1 8 0,-1 0 0,0 0 0,0 0 0,0 0 0,0 0 0,0 0 0,0 0 0,0 0 0,0 0 0,0 0 0,0 0 0,0 0 0,-1 0 0,1 0 0,0 0 0,-1 0 0,1 1 0,-1-1 0,1 0 0,-1 0 0,1 0 0,-1 0 0,1 1 0,-1-1 0,-1 0 0,1 0 0,-1 0 0,1 0 0,-1 1 0,0-1 0,1 0 0,-1 1 0,0 0 0,1-1 0,-1 1 0,0 0 0,0 0 0,1 0 0,-3 0 0,-2 1 0,0 0 0,0 0 0,0 0 0,0 1 0,0 0 0,0 0 0,-6 3 0,7-2 0,0 0 0,1 0 0,-1 1 0,1-1 0,0 1 0,0 0 0,0 0 0,0 0 0,-5 10 0,7-12 0,1 0 0,0 0 0,0 0 0,1 1 0,-1-1 0,0 0 0,1 0 0,-1 1 0,1-1 0,0 0 0,0 1 0,0-1 0,0 0 0,0 1 0,0-1 0,1 0 0,-1 0 0,1 1 0,0-1 0,-1 0 0,1 0 0,0 0 0,0 0 0,1 0 0,-1 0 0,2 3 0,2 1-195,0-1 0,1 0 0,-1 0 0,1 0 0,0-1 0,10 6 0,13 6-6631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00.882"/>
    </inkml:context>
    <inkml:brush xml:id="br0">
      <inkml:brushProperty name="width" value="0.05" units="cm"/>
      <inkml:brushProperty name="height" value="0.05" units="cm"/>
    </inkml:brush>
  </inkml:definitions>
  <inkml:trace contextRef="#ctx0" brushRef="#br0">167 319 24575,'2'-1'0,"1"0"0,-1 1 0,0-1 0,0 0 0,0 0 0,0-1 0,0 1 0,0 0 0,0-1 0,0 1 0,0-1 0,-1 0 0,1 1 0,-1-1 0,3-3 0,-3 4 0,0-1 0,0 1 0,0 0 0,0-1 0,0 0 0,0 1 0,0-1 0,0 1 0,0-1 0,-1 0 0,1 0 0,-1 1 0,1-1 0,-1 0 0,0 0 0,0 0 0,0 0 0,0 1 0,0-4 0,-1 4 0,1 0 0,-1 1 0,1-1 0,-1 1 0,0-1 0,1 0 0,-1 1 0,0-1 0,1 1 0,-1 0 0,0-1 0,0 1 0,1 0 0,-1-1 0,0 1 0,0 0 0,1 0 0,-1 0 0,0 0 0,0-1 0,0 1 0,0 0 0,1 1 0,-1-1 0,0 0 0,0 0 0,0 0 0,0 0 0,-1 1 0,-25 9 0,25-9 0,-11 6 0,0 0 0,0 0 0,1 2 0,0-1 0,0 1 0,1 1 0,-12 13 0,18-17 0,0-1 0,0 1 0,1 0 0,0 0 0,0 1 0,0-1 0,1 1 0,0 0 0,1 0 0,-1 0 0,1 0 0,0 0 0,1 0 0,0 1 0,0-1 0,0 10 0,2-14 0,-1 0 0,0 0 0,1-1 0,0 1 0,-1 0 0,1 0 0,0-1 0,0 1 0,1 0 0,-1-1 0,1 1 0,-1-1 0,1 0 0,0 1 0,-1-1 0,1 0 0,1 0 0,-1 0 0,0 0 0,0-1 0,1 1 0,-1-1 0,1 1 0,-1-1 0,1 0 0,-1 0 0,1 0 0,0 0 0,0 0 0,-1-1 0,7 1 0,-3 0 0,0-1 0,0 0 0,-1 0 0,1 0 0,0-1 0,0 0 0,0 0 0,0 0 0,0-1 0,-1 0 0,1 0 0,-1-1 0,1 1 0,7-6 0,-2-2 0,0 0 0,0-1 0,-1 0 0,-1 0 0,0-1 0,0 0 0,-1-1 0,-1 0 0,0 0 0,-1-1 0,0 0 0,7-26 0,-3-1 0,-1 0 0,-3 0 0,3-56 0,-7 1 0,-4 90 0,-2 17 0,-3 19 0,-13 81 0,-4 116 0,24-211-227,0-1-1,1 0 1,1 0-1,0 0 1,6 23-1,1-13-6598</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01.192"/>
    </inkml:context>
    <inkml:brush xml:id="br0">
      <inkml:brushProperty name="width" value="0.05" units="cm"/>
      <inkml:brushProperty name="height" value="0.05" units="cm"/>
    </inkml:brush>
  </inkml:definitions>
  <inkml:trace contextRef="#ctx0" brushRef="#br0">0 27 24575,'3'0'0,"0"0"0,0 0 0,0 1 0,-1-1 0,1 1 0,0 0 0,0-1 0,-1 1 0,1 1 0,-1-1 0,1 0 0,-1 1 0,1-1 0,-1 1 0,0-1 0,1 1 0,-1 0 0,0 0 0,0 0 0,-1 1 0,1-1 0,0 0 0,-1 1 0,1-1 0,-1 1 0,0-1 0,0 1 0,0 0 0,0-1 0,0 1 0,-1 0 0,1 3 0,1 2 0,-2 1 0,1-1 0,-1 0 0,0 0 0,0 0 0,-1 0 0,-1 0 0,1 0 0,-1 0 0,-3 8 0,4-14 0,-11 25 0,12-26 0,-1 1 0,0-1 0,0 0 0,0 1 0,0-1 0,0 0 0,0 0 0,0 1 0,0-1 0,0 0 0,-1 0 0,1 0 0,0-1 0,-1 1 0,-1 1 0,3-2 0,0 0 0,-1 0 0,1 0 0,-1 0 0,1 0 0,0 0 0,-1 0 0,1 0 0,0 0 0,-1-1 0,1 1 0,-1 0 0,1 0 0,0 0 0,-1 0 0,1-1 0,0 1 0,0 0 0,-1 0 0,1-1 0,0 1 0,-1 0 0,1 0 0,0-1 0,0 1 0,-1 0 0,1-1 0,0 1 0,0 0 0,0-1 0,0 1 0,-1 0 0,1-1 0,0 1 0,0 0 0,0-1 0,0 1 0,0-1 0,0 1 0,0 0 0,0-1 0,0 1 0,0-1 0,0 1 0,0 0 0,1-1 0,-1 1 0,0 0 0,0-1 0,4-20 0,2 3 69,1-1-1,1 1 0,0 1 0,12-19 1,-14 27-240,0 1 0,0 0 1,1 0-1,0 0 0,0 1 1,1 0-1,0 0 0,0 1 1,13-8-1,-8 7-6655</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01.534"/>
    </inkml:context>
    <inkml:brush xml:id="br0">
      <inkml:brushProperty name="width" value="0.05" units="cm"/>
      <inkml:brushProperty name="height" value="0.05" units="cm"/>
    </inkml:brush>
  </inkml:definitions>
  <inkml:trace contextRef="#ctx0" brushRef="#br0">113 33 24575,'0'-1'0,"-1"0"0,1-1 0,0 1 0,-1 0 0,0 0 0,1 0 0,-1 0 0,1 0 0,-1 0 0,0 1 0,0-1 0,0 0 0,1 0 0,-1 0 0,0 1 0,0-1 0,0 0 0,0 1 0,0-1 0,0 1 0,0-1 0,-1 1 0,1 0 0,0-1 0,-1 1 0,-2-1 0,1 0 0,0 0 0,-1 1 0,1-1 0,-1 1 0,1 0 0,-5 0 0,5 1 0,1 0 0,-1 0 0,0 0 0,0 0 0,0 1 0,1-1 0,-1 1 0,1 0 0,-1 0 0,1 0 0,0 0 0,0 0 0,0 1 0,0-1 0,0 1 0,0-1 0,1 1 0,-1 0 0,1-1 0,0 1 0,0 0 0,0 0 0,-1 4 0,0 0 0,0 0 0,0 1 0,1-1 0,0 1 0,1-1 0,0 1 0,0 0 0,1 9 0,0-14 0,-1 0 0,0-1 0,1 1 0,0 0 0,0-1 0,0 1 0,0-1 0,0 1 0,0-1 0,0 0 0,1 1 0,0-1 0,-1 0 0,1 0 0,0 0 0,0 0 0,0 0 0,0 0 0,0-1 0,0 1 0,1-1 0,-1 0 0,0 1 0,1-1 0,2 1 0,-1-1 0,0-1 0,0 0 0,0 1 0,0-1 0,-1-1 0,1 1 0,0 0 0,0-1 0,0 0 0,0 0 0,-1 0 0,1 0 0,-1-1 0,1 1 0,-1-1 0,1 0 0,2-2 0,4-3 0,-1 0 0,0-1 0,-1 1 0,0-2 0,14-17 0,-19 22 0,0-1 0,0 1 0,0-1 0,-1 0 0,0 0 0,3-9 0,-5 11 0,1 1 0,-1 0 0,0 0 0,0-1 0,0 1 0,0 0 0,0-1 0,0 1 0,0 0 0,-1 0 0,1-1 0,-1 1 0,0 0 0,0 0 0,0 0 0,-1-3 0,0 3 19,0-1 0,-1 0 0,1 1 0,-1 0 0,1 0 0,-1 0 0,0 0 0,0 0 0,0 0 0,0 1 0,0-1 0,0 1 0,0 0 0,-1 0 0,1 0 0,0 1 0,-5-1 0,3 0-162,0 0 1,0 1 0,1 0 0,-1 0-1,0 0 1,0 1 0,0-1 0,0 1 0,0 1-1,1-1 1,-8 3 0,1 3-6684</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01.968"/>
    </inkml:context>
    <inkml:brush xml:id="br0">
      <inkml:brushProperty name="width" value="0.05" units="cm"/>
      <inkml:brushProperty name="height" value="0.05" units="cm"/>
    </inkml:brush>
  </inkml:definitions>
  <inkml:trace contextRef="#ctx0" brushRef="#br0">3 85 24575,'2'31'0,"7"34"0,-1-4 0,-2-2 0,-3 91 0,-6-132 0,3-18 0,0 0 0,0 0 0,0 0 0,0 0 0,0 0 0,0 0 0,0 0 0,0 0 0,0 0 0,-1 0 0,1 0 0,0 0 0,0 0 0,0 0 0,0 0 0,0 0 0,0 0 0,0 0 0,0 0 0,-1 0 0,1 0 0,0 0 0,0 0 0,0 0 0,0 0 0,0 0 0,0 0 0,0 0 0,-1 0 0,1 0 0,0 0 0,0 0 0,0 0 0,0 0 0,0 0 0,0 0 0,0 0 0,0 0 0,0-1 0,-1 1 0,1 0 0,0 0 0,0 0 0,0 0 0,0 0 0,0 0 0,0 0 0,0 0 0,0-1 0,0 1 0,0 0 0,0 0 0,0 0 0,0 0 0,0 0 0,0 0 0,0 0 0,0-1 0,-8-30 0,1-19 0,-2-75 0,9 98 0,2 0 0,0 0 0,2 0 0,10-39 0,-13 60 0,1 1 0,1-1 0,-1 0 0,1 1 0,0 0 0,0-1 0,1 1 0,-1 0 0,1 1 0,0-1 0,0 1 0,1 0 0,5-5 0,-8 8 0,0 0 0,0-1 0,1 1 0,-1 0 0,0 0 0,1 0 0,-1 1 0,1-1 0,-1 0 0,1 1 0,-1 0 0,1-1 0,-1 1 0,1 0 0,-1 1 0,1-1 0,-1 0 0,1 1 0,-1-1 0,1 1 0,-1 0 0,1 0 0,-1 0 0,0 0 0,1 0 0,-1 0 0,0 0 0,0 1 0,0 0 0,0-1 0,0 1 0,0 0 0,2 3 0,-2-3 0,0 0 0,0 0 0,0 1 0,0-1 0,0 1 0,-1-1 0,1 1 0,-1 0 0,0 0 0,1 0 0,-1-1 0,-1 1 0,1 0 0,0 0 0,-1 0 0,1 0 0,-1 1 0,0-1 0,0 0 0,0 0 0,-1 0 0,1 0 0,-1 0 0,1 0 0,-1 0 0,0 0 0,-2 3 0,1-2 0,-1 1 0,0-1 0,0 0 0,0 0 0,0-1 0,-1 1 0,1-1 0,-1 1 0,0-1 0,0 0 0,0-1 0,-1 1 0,1-1 0,-1 0 0,1 0 0,-7 2 0,5-2-136,-1 0-1,0 0 1,0-1-1,0 0 1,0 0-1,0-1 1,0 0-1,1 0 0,-12-2 1,6-1-6690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02.478"/>
    </inkml:context>
    <inkml:brush xml:id="br0">
      <inkml:brushProperty name="width" value="0.05" units="cm"/>
      <inkml:brushProperty name="height" value="0.05" units="cm"/>
    </inkml:brush>
  </inkml:definitions>
  <inkml:trace contextRef="#ctx0" brushRef="#br0">178 337 24575,'0'-2'0,"-1"0"0,1 0 0,0 0 0,-1 1 0,1-1 0,-1 0 0,0 0 0,0 1 0,0-1 0,0 0 0,0 1 0,0-1 0,0 1 0,0-1 0,0 1 0,-1 0 0,1-1 0,-1 1 0,1 0 0,-1 0 0,1 0 0,-1 0 0,0 0 0,1 1 0,-1-1 0,0 0 0,0 1 0,1-1 0,-1 1 0,0 0 0,0-1 0,0 1 0,-2 0 0,-2 0 0,0-1 0,0 1 0,0 0 0,1 0 0,-1 1 0,0 0 0,0 0 0,0 0 0,-8 4 0,10-3 0,-1 1 0,0 0 0,1 0 0,0 1 0,0-1 0,0 1 0,0 0 0,1 0 0,-1 0 0,1 1 0,0-1 0,0 1 0,1-1 0,-1 1 0,1 0 0,0 0 0,1 0 0,-3 9 0,4-11 0,-1-1 0,1 0 0,-1 1 0,1-1 0,0 1 0,0-1 0,0 1 0,0-1 0,1 1 0,-1-1 0,1 0 0,-1 1 0,1-1 0,0 0 0,0 1 0,0-1 0,0 0 0,0 0 0,1 0 0,-1 0 0,1 0 0,-1 0 0,1 0 0,0 0 0,-1-1 0,1 1 0,0-1 0,0 1 0,0-1 0,0 0 0,1 0 0,-1 1 0,0-2 0,1 1 0,-1 0 0,0 0 0,1-1 0,-1 1 0,1-1 0,-1 0 0,4 0 0,2 0 0,-1 0 0,0-1 0,1 0 0,-1 0 0,0-1 0,0 0 0,0 0 0,0-1 0,0 1 0,-1-2 0,1 1 0,-1-1 0,0 0 0,0 0 0,0 0 0,-1-1 0,1 0 0,-1 0 0,5-7 0,3-3 0,-1 0 0,-1-1 0,-1-1 0,0 0 0,-1 0 0,7-19 0,-6 9 0,-1-2 0,-2 1 0,-1-1 0,-1 0 0,-1 0 0,0-43 0,-4 70 0,0 1 0,0-1 0,0 0 0,0 1 0,0-1 0,0 0 0,-1 1 0,1-1 0,0 1 0,-1-1 0,-1-2 0,2 4 0,0 0 0,-1 0 0,1 0 0,-1 0 0,1 0 0,0 1 0,-1-1 0,1 0 0,0 0 0,-1 1 0,1-1 0,0 0 0,-1 0 0,1 1 0,0-1 0,0 0 0,-1 1 0,1-1 0,0 0 0,0 1 0,0-1 0,0 1 0,-1-1 0,1 0 0,0 1 0,0-1 0,0 1 0,-14 44 0,9-21-124,1 0 0,0 0 0,2 0 0,1 0 0,1 1 0,1-1-1,1 0 1,1 0 0,1 0 0,9 30 0,-2-26-6702</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03.329"/>
    </inkml:context>
    <inkml:brush xml:id="br0">
      <inkml:brushProperty name="width" value="0.05" units="cm"/>
      <inkml:brushProperty name="height" value="0.05" units="cm"/>
    </inkml:brush>
  </inkml:definitions>
  <inkml:trace contextRef="#ctx0" brushRef="#br0">71 60 24575,'-2'0'0,"-1"0"0,0 0 0,0 0 0,0 1 0,1 0 0,-1-1 0,0 1 0,1 0 0,-1 0 0,0 1 0,1-1 0,-1 0 0,1 1 0,0 0 0,0-1 0,-1 1 0,1 0 0,0 0 0,1 0 0,-1 1 0,0-1 0,0 0 0,-1 5 0,0-3 0,2 1 0,-1-1 0,0 1 0,1 0 0,0-1 0,0 1 0,0 0 0,1-1 0,0 1 0,0 0 0,0 0 0,0 0 0,2 8 0,-1-10 0,0 0 0,1 1 0,-1-1 0,1 0 0,-1 0 0,1 0 0,0 0 0,0 0 0,0-1 0,0 1 0,1 0 0,-1-1 0,1 0 0,-1 0 0,1 1 0,0-2 0,0 1 0,0 0 0,0 0 0,0-1 0,1 0 0,-1 0 0,0 0 0,1 0 0,-1 0 0,6 0 0,-7-1 0,1 0 0,-1 1 0,1-1 0,-1-1 0,1 1 0,-1 0 0,1-1 0,-1 1 0,0-1 0,1 0 0,-1 1 0,1-1 0,-1-1 0,0 1 0,0 0 0,0 0 0,0-1 0,0 1 0,0-1 0,0 0 0,0 1 0,0-1 0,-1 0 0,1 0 0,-1 0 0,0 0 0,1-1 0,-1 1 0,0 0 0,0-1 0,0 1 0,-1 0 0,1-1 0,0 1 0,-1-1 0,1-3 0,-2-1 0,1 0 0,-1 0 0,0 1 0,-1-1 0,1 0 0,-1 1 0,-1-1 0,1 1 0,-1 0 0,0 0 0,0 0 0,-1 0 0,-5-5 0,3 0 0,-1 0 0,-6-15 0,13 25 0,0 0 0,-1 0 0,1 0 0,0 1 0,-1-1 0,1 0 0,0 0 0,0 0 0,0 0 0,0 0 0,0 1 0,0-1 0,0 0 0,0 0 0,0 0 0,0 0 0,0 0 0,0 0 0,1 1 0,-1-1 0,0 0 0,1 0 0,-1 0 0,1 1 0,-1-1 0,1 0 0,-1 1 0,1-1 0,-1 0 0,1 1 0,0-1 0,-1 1 0,1-1 0,0 1 0,0-1 0,-1 1 0,1-1 0,0 1 0,0 0 0,0-1 0,-1 1 0,1 0 0,0 0 0,0 0 0,0-1 0,0 1 0,0 0 0,0 0 0,-1 0 0,3 1 0,5-1 0,1 0 0,0 1 0,15 3 0,-21-4 0,36 5 0,-27-4 0,0 0 0,-1 1 0,13 4 0,-24-6 0,1 0 0,-1 0 0,1 1 0,-1-1 0,1 0 0,-1 1 0,1-1 0,-1 0 0,0 1 0,1-1 0,-1 1 0,1-1 0,-1 1 0,0-1 0,0 1 0,1-1 0,-1 1 0,0-1 0,0 1 0,0-1 0,1 1 0,-1-1 0,0 1 0,0 0 0,0-1 0,0 1 0,0-1 0,0 1 0,0-1 0,0 1 0,0 0 0,-1-1 0,1 1 0,0-1 0,0 1 0,0-1 0,-1 1 0,1-1 0,-1 1 0,-13 25 0,10-20 0,0 1 0,1 0 0,-1 0 0,1 0 0,1 1 0,-1-1 0,1 1 0,1-1 0,0 1 0,0 0 0,0 7 0,1-12 0,0 0 0,0 0 0,0 0 0,1-1 0,-1 1 0,1 0 0,0-1 0,0 1 0,0 0 0,0-1 0,0 1 0,1-1 0,-1 1 0,1-1 0,-1 0 0,1 0 0,0 0 0,0 0 0,0 0 0,0 0 0,1 0 0,-1 0 0,0-1 0,1 0 0,-1 1 0,1-1 0,-1 0 0,1 0 0,0 0 0,4 1 0,-2-1 0,0 0 0,0 0 0,0 0 0,0-1 0,0 0 0,0 0 0,0 0 0,0-1 0,0 1 0,0-1 0,0 0 0,0-1 0,0 1 0,0-1 0,6-3 0,-8 3 0,0 0 0,0-1 0,0 1 0,0-1 0,0 0 0,0 0 0,-1 0 0,0 0 0,1 0 0,-1 0 0,0 0 0,-1-1 0,1 1 0,-1-1 0,1 0 0,-1 1 0,0-1 0,0 0 0,-1 0 0,1-6 0,-1 8 0,1-21 0,-1 23 0,0-1 0,0 0 0,0 1 0,0-1 0,0 0 0,0 1 0,0-1 0,0 0 0,0 1 0,0-1 0,0 0 0,0 1 0,-1-1 0,1 0 0,0 1 0,-1-1 0,1 1 0,0-1 0,-1 1 0,1-1 0,0 0 0,-1 1 0,1 0 0,-1-1 0,1 1 0,-2-1 0,2 1 0,-1 0 0,0 1 0,1-1 0,-1 1 0,1-1 0,-1 1 0,1-1 0,0 1 0,-1-1 0,1 1 0,-1-1 0,1 1 0,0 0 0,0-1 0,-1 1 0,1 0 0,0-1 0,0 1 0,0 0 0,0-1 0,-1 1 0,1 0 0,0-1 0,1 2 0,-3 21 0,1-20 0,1 2 0,0 0 0,0 1 0,0-1 0,1 1 0,-1-1 0,1 0 0,1 1 0,-1-1 0,3 7 0,-3-11 0,0 1 0,0-1 0,0 1 0,0 0 0,0-1 0,1 0 0,-1 1 0,0-1 0,1 0 0,-1 0 0,1 1 0,-1-1 0,1 0 0,0-1 0,-1 1 0,1 0 0,0 0 0,0-1 0,0 1 0,-1-1 0,1 0 0,0 1 0,0-1 0,0 0 0,0 0 0,0 0 0,0 0 0,0 0 0,-1-1 0,3 0 0,3 0 0,-1-1 0,1 0 0,-1 0 0,1 0 0,-1-1 0,0 0 0,0 0 0,0-1 0,0 0 0,-1 0 0,0 0 0,1-1 0,-2 1 0,1-1 0,0 0 0,4-8 0,-6 9 0,-1 1 0,0 0 0,0-1 0,-1 1 0,1-1 0,-1 0 0,0 0 0,0 1 0,0-1 0,0 0 0,-1 0 0,1 0 0,-1 0 0,0 0 0,0 0 0,-1 0 0,1 0 0,-1 0 0,0 0 0,0 1 0,0-1 0,0 0 0,-1 0 0,1 1 0,-1-1 0,0 1 0,0 0 0,-5-6 0,4 5-80,0 1 0,0-1-1,0 1 1,0 0 0,-1 0-1,1 0 1,-1 1 0,0-1-1,0 1 1,0 0 0,0 0 0,0 0-1,0 0 1,0 1 0,-1 0-1,-6-1 1,2 3-6746</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03.736"/>
    </inkml:context>
    <inkml:brush xml:id="br0">
      <inkml:brushProperty name="width" value="0.05" units="cm"/>
      <inkml:brushProperty name="height" value="0.05" units="cm"/>
    </inkml:brush>
  </inkml:definitions>
  <inkml:trace contextRef="#ctx0" brushRef="#br0">1 33 24575,'0'-1'0,"0"1"0,0 0 0,0-1 0,-1 1 0,1 0 0,0 0 0,0-1 0,0 1 0,0 0 0,0-1 0,0 1 0,0 0 0,0-1 0,0 1 0,0 0 0,0-1 0,1 1 0,-1 0 0,0-1 0,0 1 0,0 0 0,0 0 0,0-1 0,0 1 0,1 0 0,-1 0 0,0-1 0,0 1 0,1 0 0,-1 0 0,0 0 0,0-1 0,0 1 0,1 0 0,-1 0 0,0 0 0,1 0 0,-1-1 0,0 1 0,0 0 0,1 0 0,-1 0 0,0 0 0,1 0 0,-1 0 0,15 11 0,10 22 0,-17-20 0,-1 1 0,7 15 0,-12-26 0,-1 0 0,0 0 0,0 0 0,0 0 0,-1-1 0,1 1 0,0 0 0,-1 0 0,0 0 0,0 1 0,0-1 0,0 0 0,0 0 0,-1 0 0,0 0 0,1 0 0,-1 0 0,-1 3 0,1-5 0,1 0 0,-1 0 0,1-1 0,-1 1 0,1 0 0,-1 0 0,1-1 0,-1 1 0,0 0 0,1-1 0,-1 1 0,0 0 0,0-1 0,1 1 0,-1-1 0,0 1 0,0-1 0,0 0 0,0 1 0,0-1 0,0 0 0,1 0 0,-1 1 0,0-1 0,0 0 0,0 0 0,0 0 0,0 0 0,0 0 0,0 0 0,0-1 0,0 1 0,0 0 0,0 0 0,1-1 0,-1 1 0,0 0 0,0-1 0,0 1 0,0-1 0,1 1 0,-1-1 0,0 0 0,0 1 0,1-1 0,-2-1 0,-1 0 0,1-1 0,0 0 0,-1 0 0,1 0 0,0 0 0,0-1 0,1 1 0,-1 0 0,1-1 0,-3-6 0,4 4 0,-1 1 0,1-1 0,0 1 0,0 0 0,0-1 0,1 1 0,0-1 0,0 1 0,0 0 0,1 0 0,0-1 0,0 1 0,0 0 0,1 1 0,-1-1 0,1 0 0,0 1 0,0-1 0,1 1 0,0 0 0,-1 0 0,1 0 0,0 1 0,1 0 0,-1-1 0,1 1 0,-1 1 0,1-1 0,0 1 0,0 0 0,0 0 0,0 0 0,1 1 0,-1-1 0,0 1 0,1 1 0,-1-1 0,0 1 0,1 0 0,-1 0 0,9 1 0,-7 1-44,1 0 0,-1 0 0,1 1 0,-1 0 0,0 0 0,0 1 0,0 0 0,0 0 0,0 0 0,-1 1 0,0 0 0,0 0 0,-1 1 0,1 0 0,-1 0 0,0 0 0,-1 0 0,1 1-1,-1 0 1,-1 0 0,1 0 0,-1 0 0,0 1 0,-1-1 0,0 1 0,0 0 0,-1-1 0,0 1 0,0 0 0,0 11 0,-6 26-6782</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01.405"/>
    </inkml:context>
    <inkml:brush xml:id="br0">
      <inkml:brushProperty name="width" value="0.05" units="cm"/>
      <inkml:brushProperty name="height" value="0.05" units="cm"/>
    </inkml:brush>
  </inkml:definitions>
  <inkml:trace contextRef="#ctx0" brushRef="#br0">778 6 24575,'0'0'0,"0"0"0,0-1 0,0 1 0,0 0 0,0 0 0,0 0 0,0-1 0,0 1 0,0 0 0,0 0 0,0 0 0,0-1 0,0 1 0,0 0 0,-1 0 0,1 0 0,0 0 0,0-1 0,0 1 0,0 0 0,0 0 0,0 0 0,-1 0 0,1-1 0,0 1 0,0 0 0,0 0 0,-1 0 0,1 0 0,0 0 0,0 0 0,0 0 0,-1 0 0,1 0 0,0 0 0,0-1 0,-11 4 0,-12 10 0,19-10 0,-69 39 0,3 4 0,1 3 0,-72 67 0,67-48 0,-4-4 0,-93 59 0,164-119 0,1 0 0,1 1 0,-1-1 0,1 2 0,-1-1 0,1 0 0,1 1 0,-5 6 0,8-11 0,0 1 0,1-1 0,-1 1 0,0-1 0,1 1 0,-1-1 0,1 1 0,-1-1 0,1 1 0,0 0 0,0-1 0,0 1 0,0-1 0,0 1 0,0 0 0,0-1 0,1 3 0,0-2 0,0-1 0,0 1 0,0-1 0,0 1 0,0-1 0,0 1 0,0-1 0,1 1 0,-1-1 0,1 0 0,-1 0 0,1 0 0,-1 0 0,1 0 0,0 0 0,-1 0 0,1-1 0,3 2 0,16 4 0,1 0 0,-1-2 0,1 0 0,26 0 0,-18-2 0,40 10 0,-3 6 0,-35-9 0,1-1 0,63 8 0,-61-12 0,0 2 0,42 12 0,37 6 0,-52-21 0,-50-3 0,1 0 0,-1 1 0,1 0 0,-1 1 0,0 0 0,20 7 0,-22-5-195,0 0 0,0 0 0,0-1 0,1 0 0,-1-1 0,21 2 0,-22-5-6631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02.502"/>
    </inkml:context>
    <inkml:brush xml:id="br0">
      <inkml:brushProperty name="width" value="0.05" units="cm"/>
      <inkml:brushProperty name="height" value="0.05" units="cm"/>
    </inkml:brush>
  </inkml:definitions>
  <inkml:trace contextRef="#ctx0" brushRef="#br0">0 1 24575,'4'1'0,"-1"0"0,0 0 0,1 0 0,-1 0 0,0 1 0,0 0 0,0-1 0,0 1 0,0 1 0,4 3 0,7 4 0,-7-6 0,0 0 0,0-1 0,0 0 0,0 0 0,1-1 0,-1 0 0,1 0 0,-1-1 0,16 2 0,193 9 0,-68-5 0,-8 1 0,-9-1 0,5 0 0,-81-7 0,293 8 0,45-2 0,-289-7 0,-117 1-1365,-2 0-5461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07.868"/>
    </inkml:context>
    <inkml:brush xml:id="br0">
      <inkml:brushProperty name="width" value="0.05" units="cm"/>
      <inkml:brushProperty name="height" value="0.05" units="cm"/>
    </inkml:brush>
  </inkml:definitions>
  <inkml:trace contextRef="#ctx0" brushRef="#br0">309 929 24575,'0'0'0,"-1"0"0,1-1 0,-1 1 0,1 0 0,0-1 0,-1 1 0,1-1 0,-1 1 0,1-1 0,0 1 0,-1-1 0,1 1 0,0-1 0,-1 1 0,1-1 0,0 1 0,0-1 0,0 1 0,-1-1 0,1 1 0,0-1 0,0 0 0,0 1 0,0-1 0,0 1 0,0-1 0,0 1 0,0-1 0,0 0 0,0 1 0,1-1 0,-1 1 0,0-1 0,0 1 0,0-1 0,1 1 0,-1-1 0,0 1 0,1-1 0,0 0 0,0-1 0,1 0 0,0 1 0,0-1 0,0 0 0,0 1 0,0-1 0,0 1 0,0 0 0,0 0 0,1 0 0,-1 0 0,0 0 0,1 0 0,-1 1 0,1-1 0,2 0 0,47-1 0,-27 2 0,268-40 0,-94 7 0,183 10 0,-243 24 0,225-2 0,-326-2 0,-1-1 0,0-2 0,-1-1 0,1-2 0,-1-1 0,38-18 0,-66 24 0,275-135 0,-103 38 0,121-79 0,-225 124 0,-20 14 0,119-68 0,-162 104 0,0-2 0,-1 1 0,0-2 0,0 1 0,-1-2 0,15-15 0,-24 23 0,0 1 0,0-1 0,0 1 0,0-1 0,0 1 0,0 0 0,0 0 0,1 0 0,-1 0 0,0 0 0,1 0 0,-1 1 0,1-1 0,-1 1 0,1-1 0,-1 1 0,1 0 0,-1 0 0,0 0 0,1 1 0,-1-1 0,1 1 0,-1-1 0,1 1 0,-1 0 0,0-1 0,1 1 0,2 2 0,1 0 0,0 1 0,0-1 0,0 1 0,-1 0 0,1 1 0,-1-1 0,0 1 0,0 0 0,4 7 0,-7-9 0,0 1 0,0 0 0,0 0 0,0 0 0,1 8 0,-2-7 0,1 0 0,0-1 0,-1 1 0,1-1 0,3 5 0,92 122 0,-85-116 0,4 7 0,1-1 0,1-1 0,1 0 0,40 31 0,-46-41 0,0 1 0,0 0 0,-1 0 0,18 24 0,-18-22 0,1 0 0,1-1 0,17 11 0,16 15 0,-24-17 0,72 62 0,-45-39 0,-37-31 0,0-1 0,1-1 0,28 19 0,-38-29 0,-1 1 0,0 0 0,0 0 0,0 0 0,0 0 0,-1 0 0,1 1 0,4 5 0,-6-7 0,-1 0 0,0 0 0,1 0 0,-1 0 0,0 0 0,1 1 0,-1-1 0,0 0 0,0 0 0,0 0 0,0 0 0,0 1 0,0-1 0,0 0 0,0 0 0,-1 0 0,1 0 0,0 1 0,-1-1 0,1 0 0,-1 0 0,1 0 0,-1 0 0,1 0 0,-1 0 0,0 0 0,0 0 0,1 0 0,-3 1 0,-64 68 0,-2-3 0,-111 82 0,153-127 0,1 2 0,1 1 0,2 1 0,0 1 0,-23 37 0,46-64 0,-4 6 0,0 1 0,0-1 0,1 1 0,0 0 0,-3 7 0,6-12 0,-1 1 0,1 0 0,0-1 0,0 1 0,0-1 0,0 1 0,0 0 0,0-1 0,1 1 0,-1-1 0,1 1 0,0-1 0,0 1 0,0-1 0,0 1 0,0-1 0,3 3 0,51 97 0,-47-89 0,8 9 0,-2 1 0,0 1 0,19 48 0,19 52 0,-15-38 0,32 64 0,-68-149 0,-1 0 0,0 1 0,1-1 0,-1 0 0,0 1 0,0-1 0,0 1 0,0-1 0,0 0 0,0 1 0,0-1 0,0 0 0,-1 1 0,1-1 0,-1 0 0,1 1 0,-1-1 0,1 0 0,-1 0 0,0 1 0,1-1 0,-1 0 0,0 0 0,0 0 0,0 0 0,0 0 0,-1 1 0,-4 3 0,-1 0 0,1-1 0,-14 7 0,-5 4 0,20-10 0,0-1 0,-1 0 0,1 0 0,-1 0 0,0-1 0,0 0 0,0 0 0,0-1 0,-1 1 0,1-1 0,-1-1 0,1 1 0,-1-1 0,-8 0 0,5 1 0,0 0 0,0 0 0,-12 5 0,14-3 0,-1-2 0,0 1 0,0-1 0,-17 1 0,-28-3 0,26 0 0,-1 1 0,-42 6 0,39-3 0,0-1 0,-60-3 0,37-1 0,52 0 0,0 1 0,0 0 0,0 0 0,0-1 0,0 0 0,0 0 0,0 1 0,0-2 0,0 1 0,1 0 0,-1 0 0,0-1 0,1 0 0,-3-1 0,-2-3 0,1-1 0,0 1 0,-7-11 0,-17-17 0,20 24 0,0-2 0,1 0 0,0 0 0,0 0 0,-6-16 0,6 12 0,-1 0 0,-21-26 0,14 21 0,2-1 0,0 0 0,1-1 0,-14-34 0,25 53 0,1 0 0,-1 0 0,1 0 0,-1 1 0,0-1 0,-1 1 0,1 0 0,-1 0 0,1 0 0,-1 0 0,-5-3 0,-48-20 0,42 20 0,0 2 0,0 0 0,0 1 0,0 1 0,0 1 0,0 0 0,-1 0 0,-25 4 0,-6-1 0,-103-3 0,-123 3 0,58 12 0,130-8 0,-77 1 0,-432-7 0,507-7 0,-1 0 0,27 7 0,-210-8 0,262 7 0,-300-29 0,301 29 0,-8-1 0,1 0 0,-26-8 0,34 8 0,2 0 0,-1-1 0,0 0 0,0 0 0,1-1 0,0 1 0,0-1 0,0 0 0,-7-8 0,7 6 0,1 0 0,-1 0 0,1 0 0,-5-14 0,-14-18 0,-15-8 0,-60-57 0,98 103-59,-1 0 0,1-1-1,-1 1 1,1-1-1,0 1 1,-1-1 0,1 1-1,-1-1 1,1 1 0,0-1-1,-1 1 1,1-1 0,0 1-1,0-1 1,-1 1-1,1-1 1,0 0 0,0 1-1,0-1 1,0 1 0,0-1-1,0 0 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08.472"/>
    </inkml:context>
    <inkml:brush xml:id="br0">
      <inkml:brushProperty name="width" value="0.05" units="cm"/>
      <inkml:brushProperty name="height" value="0.05" units="cm"/>
    </inkml:brush>
  </inkml:definitions>
  <inkml:trace contextRef="#ctx0" brushRef="#br0">216 46 24575,'-1'0'0,"-1"-1"0,1 1 0,-1 0 0,0-1 0,1 1 0,-1-1 0,1 0 0,0 1 0,-1-1 0,1 0 0,-1 0 0,1 0 0,0 0 0,0 0 0,0 0 0,-1-1 0,1 1 0,0 0 0,-1-3 0,1 2 0,-1 0 0,1 1 0,0-1 0,-1 0 0,0 1 0,1-1 0,-1 1 0,0-1 0,0 1 0,0 0 0,0 0 0,0 0 0,0 0 0,-3-1 0,-3 0 0,0 1 0,-1 0 0,0 0 0,1 1 0,-1 0 0,1 1 0,-1 0 0,0 0 0,-9 3 0,14-3 0,1 0 0,0 0 0,0 0 0,0 1 0,0-1 0,0 1 0,0 0 0,0-1 0,0 1 0,1 1 0,-1-1 0,1 0 0,-1 1 0,1-1 0,0 1 0,0 0 0,0 0 0,0 0 0,1-1 0,-1 2 0,1-1 0,0 0 0,0 0 0,0 0 0,-1 7 0,0 2 0,1-1 0,0 1 0,1 0 0,0 0 0,1-1 0,0 1 0,5 18 0,-6-29 0,1-1 0,-1 1 0,0 0 0,1 0 0,-1 0 0,1 0 0,-1 0 0,1-1 0,-1 1 0,1 0 0,0 0 0,-1-1 0,1 1 0,0-1 0,0 1 0,-1 0 0,1-1 0,0 1 0,0-1 0,0 0 0,0 1 0,-1-1 0,1 0 0,0 1 0,0-1 0,1 0 0,0 0 0,0 0 0,-1-1 0,1 1 0,0-1 0,-1 1 0,1-1 0,0 1 0,-1-1 0,1 0 0,-1 0 0,0 0 0,1 0 0,1-1 0,3-3 0,-1-1 0,0 1 0,0-1 0,-1 0 0,7-10 0,-9 14-47,-1-1 0,1 0 0,-1 0 0,1 0 0,-1 0 0,0 0 0,0 0 0,-1 0 0,1-1-1,0 1 1,-1 0 0,0 0 0,0-1 0,0 1 0,0 0 0,-1 0 0,1 0 0,-1-1 0,0 1 0,0 0 0,0 0 0,0 0-1,0 0 1,-1 0 0,1 0 0,-1 0 0,0 1 0,-2-3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09.386"/>
    </inkml:context>
    <inkml:brush xml:id="br0">
      <inkml:brushProperty name="width" value="0.05" units="cm"/>
      <inkml:brushProperty name="height" value="0.05" units="cm"/>
    </inkml:brush>
  </inkml:definitions>
  <inkml:trace contextRef="#ctx0" brushRef="#br0">2 103 24575,'-1'-72'0,"0"47"0,1 19 0,0 8 0,4 359 0,-6-197 0,4-140-1365,1-15-5461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10.632"/>
    </inkml:context>
    <inkml:brush xml:id="br0">
      <inkml:brushProperty name="width" value="0.05" units="cm"/>
      <inkml:brushProperty name="height" value="0.05" units="cm"/>
    </inkml:brush>
  </inkml:definitions>
  <inkml:trace contextRef="#ctx0" brushRef="#br0">87 296 24575,'0'-2'0,"0"0"0,0 0 0,0 1 0,-1-1 0,1 0 0,-1 0 0,1 1 0,-1-1 0,0 0 0,1 1 0,-1-1 0,0 1 0,0-1 0,0 1 0,0-1 0,0 1 0,-1 0 0,0-2 0,-30-17 0,28 19 0,0-1 0,1 0 0,-1 0 0,1-1 0,-1 1 0,1-1 0,0 0 0,-4-4 0,6 6 0,0-1 0,0 0 0,1 1 0,-1-1 0,0 0 0,1 1 0,0-1 0,-1 0 0,1 0 0,0 0 0,0 1 0,0-1 0,0 0 0,0 0 0,1 1 0,-1-1 0,0 0 0,1 0 0,-1 1 0,1-1 0,0 0 0,0 1 0,-1-1 0,1 1 0,2-3 0,-1 1 0,0-1 0,1 1 0,0 0 0,-1 0 0,1 0 0,0 0 0,1 0 0,-1 1 0,0 0 0,1-1 0,-1 1 0,1 0 0,5-2 0,8-2 0,32-7 0,-22 6 0,62-20 0,-41 11 0,1 2 0,1 2 0,0 3 0,55-4 0,26 6 0,77-1 0,-47 15 0,-131-3 0,-1 1 0,0 2 0,41 13 0,-32-6 0,67 27 0,-93-35 0,0 0 0,0 1 0,0 1 0,-1 0 0,-1 0 0,12 12 0,-9-8-455,0 0 0,18 12 0,-19-16-6371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32.943"/>
    </inkml:context>
    <inkml:brush xml:id="br0">
      <inkml:brushProperty name="width" value="0.05" units="cm"/>
      <inkml:brushProperty name="height" value="0.05" units="cm"/>
    </inkml:brush>
  </inkml:definitions>
  <inkml:trace contextRef="#ctx0" brushRef="#br0">61 26 24575,'3'2'0,"-1"-1"0,0 0 0,0 0 0,0 1 0,0-1 0,0 1 0,0-1 0,0 1 0,0 0 0,1 2 0,-2-3 0,0 0 0,0 0 0,0 0 0,0 0 0,-1 0 0,1 0 0,0 0 0,-1 0 0,1 0 0,0 0 0,-1 1 0,1-1 0,-1 0 0,0 0 0,1 1 0,-1-1 0,0 0 0,0 1 0,0-1 0,0 0 0,0 1 0,0-1 0,0 0 0,-1 3 0,-1-2 0,0 0 0,1 0 0,-1-1 0,0 1 0,0-1 0,-1 1 0,1-1 0,0 0 0,0 0 0,-1 0 0,1 0 0,0 0 0,-1 0 0,1-1 0,-1 1 0,1-1 0,-1 1 0,1-1 0,-1 0 0,1 0 0,-1-1 0,1 1 0,-1 0 0,1-1 0,-1 1 0,-2-2 0,4 2 0,-1 0 0,1-1 0,0 1 0,-1 0 0,1-1 0,0 1 0,-1-1 0,1 1 0,0-1 0,0 0 0,0 0 0,0 1 0,-1-1 0,1 0 0,0 0 0,0 0 0,0 0 0,1 0 0,-1 0 0,0-1 0,0 1 0,1 0 0,-1 0 0,0-1 0,1 1 0,-1 0 0,1 0 0,0-1 0,-1 1 0,1-1 0,0 1 0,0 0 0,0-1 0,0 1 0,0-1 0,0 1 0,0 0 0,1-1 0,-1 1 0,0 0 0,1-1 0,-1 1 0,1 0 0,0-1 0,-1 1 0,2-2 0,1-1 0,-1 1 0,1 0 0,0 0 0,-1 0 0,1 0 0,1 1 0,-1-1 0,0 1 0,1 0 0,-1 0 0,1 0 0,-1 0 0,1 0 0,0 1 0,0 0 0,0 0 0,7-1 0,-9 1 0,1 1 0,-1 0 0,1 0 0,-1 0 0,1 0 0,0 0 0,-1 1 0,1-1 0,-1 1 0,0 0 0,1 0 0,-1-1 0,1 2 0,-1-1 0,0 0 0,0 0 0,0 1 0,0-1 0,0 1 0,0-1 0,0 1 0,0 0 0,-1 0 0,1 0 0,0 0 0,-1 0 0,0 0 0,0 1 0,2 2 0,-3-4 0,1 0 0,0 1 0,-1-1 0,0 1 0,1-1 0,-1 0 0,0 1 0,1-1 0,-1 1 0,0-1 0,0 1 0,0-1 0,0 1 0,-1-1 0,1 1 0,0-1 0,-1 1 0,1-1 0,-1 0 0,1 1 0,-1-1 0,-1 2 0,1-1 0,-1 0 0,0 0 0,1-1 0,-1 1 0,0-1 0,0 1 0,0-1 0,-1 0 0,1 1 0,0-1 0,0 0 0,-4 0 0,-1 2 0,-1-2 0,0 1 0,0-1 0,0 0 0,0 0 0,0-1 0,-10-1 0,17 1 0,0 0 0,0 0 0,0 0 0,0-1 0,0 1 0,0 0 0,1 0 0,-1-1 0,0 1 0,0 0 0,0-1 0,0 1 0,1-1 0,-1 1 0,0-1 0,0 1 0,1-1 0,-2-1 0,2 2 0,0-1 0,-1 1 0,1-1 0,0 0 0,0 1 0,0-1 0,0 1 0,0-1 0,0 1 0,0-1 0,0 1 0,0-1 0,0 1 0,0-1 0,0 0 0,1 1 0,-1-1 0,0 1 0,0-1 0,0 1 0,1-1 0,0 0 0,0-1 0,1 0 0,0 0 0,0 0 0,0 0 0,0 0 0,0 0 0,0 0 0,1 1 0,-1-1 0,5-1 0,-5 2-114,0 1 1,0-1-1,0 1 0,-1-1 0,1 1 1,0 0-1,0 0 0,0 0 0,0 0 1,0 0-1,2 1 0,5 1-6712</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33.503"/>
    </inkml:context>
    <inkml:brush xml:id="br0">
      <inkml:brushProperty name="width" value="0.05" units="cm"/>
      <inkml:brushProperty name="height" value="0.05" units="cm"/>
    </inkml:brush>
  </inkml:definitions>
  <inkml:trace contextRef="#ctx0" brushRef="#br0">86 0 24575,'1'0'0,"-1"0"0,0 0 0,1 0 0,-1 0 0,0 0 0,1 0 0,-1 0 0,0 1 0,1-1 0,-1 0 0,0 0 0,0 0 0,1 0 0,-1 0 0,0 0 0,1 1 0,-1-1 0,0 0 0,0 0 0,1 0 0,-1 1 0,0-1 0,0 0 0,1 0 0,-1 1 0,0-1 0,0 0 0,0 0 0,0 1 0,1-1 0,-1 0 0,0 1 0,0-1 0,-3 14 0,-11 13 0,13-26 0,-11 17 0,1 1 0,1 0 0,1 1 0,0 0 0,-10 39 0,17-51 0,0 1 0,1-1 0,0 0 0,0 1 0,1-1 0,0 1 0,1-1 0,-1 1 0,2-1 0,-1 0 0,1 0 0,0 1 0,1-1 0,0 0 0,0-1 0,1 1 0,8 13 0,-9-17-136,0 0-1,1-1 1,-1 0-1,1 1 1,-1-1-1,1-1 1,0 1-1,0-1 0,7 4 1,5 1-6690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34.141"/>
    </inkml:context>
    <inkml:brush xml:id="br0">
      <inkml:brushProperty name="width" value="0.05" units="cm"/>
      <inkml:brushProperty name="height" value="0.05" units="cm"/>
    </inkml:brush>
  </inkml:definitions>
  <inkml:trace contextRef="#ctx0" brushRef="#br0">46 7 24575,'0'0'0,"0"0"0,0 0 0,-1 0 0,1 0 0,0 0 0,0 0 0,0 0 0,0 0 0,0 0 0,0 0 0,0 0 0,-1 0 0,1-1 0,0 1 0,0 0 0,0 0 0,0 0 0,0 0 0,0 0 0,0 0 0,0 0 0,0-1 0,0 1 0,0 0 0,0 0 0,0 0 0,0 0 0,0 0 0,0 0 0,0-1 0,0 1 0,0 0 0,0 0 0,0 0 0,0 0 0,0 0 0,0-1 0,0 1 0,0 0 0,0 0 0,0 0 0,0 0 0,0 0 0,0 0 0,0 0 0,1-1 0,-1 1 0,0 0 0,0 0 0,0 0 0,0 0 0,0 0 0,0 0 0,0 0 0,0 0 0,1 0 0,-1 0 0,0 0 0,0 0 0,0 0 0,0 0 0,0 0 0,0 0 0,1 0 0,-1 0 0,0 0 0,0-1 0,-1 1 0,1 0 0,-1 0 0,1 0 0,-1-1 0,0 1 0,1 0 0,-1 0 0,1 0 0,-1 0 0,1 0 0,-1 0 0,1 0 0,-1 0 0,0 0 0,1 1 0,-1-1 0,1 0 0,-1 0 0,1 0 0,-1 1 0,1-1 0,-1 0 0,1 0 0,-1 1 0,1-1 0,0 0 0,-1 1 0,0 0 0,-1 1 0,1 0 0,-1 0 0,1 0 0,0 0 0,0 1 0,0-1 0,0 0 0,0 1 0,0-1 0,0 1 0,1-1 0,-1 1 0,1 3 0,-1 39 0,2-20 0,-9 91 0,0 52 0,8-134 0,1 1 0,12 61 0,-11-86-105,1 0 0,0 0 0,1 0 0,0 0 0,0 0 0,1-1 0,0 0 0,1 0 0,0-1 0,0 1 0,1-1 0,9 8 0,1-2-6721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34.855"/>
    </inkml:context>
    <inkml:brush xml:id="br0">
      <inkml:brushProperty name="width" value="0.05" units="cm"/>
      <inkml:brushProperty name="height" value="0.05" units="cm"/>
    </inkml:brush>
  </inkml:definitions>
  <inkml:trace contextRef="#ctx0" brushRef="#br0">72 0 24575,'-3'1'0,"-4"7"0,-6 10 0,5-2 0,1 0 0,0 0 0,2 1 0,0 0 0,0 0 0,2 0 0,-3 26 0,4 0 0,5 81 0,3-62 0,4-1 0,2 1 0,3-2 0,38 100 0,-46-143-195,1 0 0,0 0 0,1-1 0,1 0 0,1 0 0,12 13 0,-3-8-6631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35.536"/>
    </inkml:context>
    <inkml:brush xml:id="br0">
      <inkml:brushProperty name="width" value="0.05" units="cm"/>
      <inkml:brushProperty name="height" value="0.05" units="cm"/>
    </inkml:brush>
  </inkml:definitions>
  <inkml:trace contextRef="#ctx0" brushRef="#br0">125 1 24575,'0'1'0,"-1"1"0,0 0 0,0-1 0,0 1 0,0-1 0,0 1 0,0-1 0,0 1 0,0-1 0,-1 0 0,1 1 0,-2 0 0,-7 8 0,1 3 0,1 0 0,1 1 0,0 0 0,1 1 0,1-1 0,-8 29 0,-11 96 0,21-112 0,-5 29 0,2 0 0,3 1 0,3-1 0,2 1 0,10 64 0,-7-95 0,1 0 0,2-1 0,0 1 0,2-1 0,18 35 0,-18-43 0,0-1 0,1 0 0,1-1 0,0 0 0,1-1 0,1 0 0,0-1 0,24 16 0,8 0-1365,-4-5-5461</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12.874"/>
    </inkml:context>
    <inkml:brush xml:id="br0">
      <inkml:brushProperty name="width" value="0.05" units="cm"/>
      <inkml:brushProperty name="height" value="0.05" units="cm"/>
    </inkml:brush>
  </inkml:definitions>
  <inkml:trace contextRef="#ctx0" brushRef="#br0">55 1 24575,'-1'0'0,"-1"0"0,1 0 0,0 1 0,0-1 0,0 0 0,-1 1 0,1-1 0,0 1 0,0-1 0,0 1 0,0 0 0,0-1 0,0 1 0,0 0 0,0 0 0,0 0 0,0-1 0,0 1 0,0 0 0,1 0 0,-1 0 0,0 1 0,1-1 0,-1 0 0,1 0 0,-1 0 0,1 0 0,-1 1 0,1-1 0,0 0 0,0 2 0,-2 6 0,1 0 0,1 0 0,0 13 0,0-10 0,-17 195 0,10-155 0,7-21-1365,2-21-5461</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13.416"/>
    </inkml:context>
    <inkml:brush xml:id="br0">
      <inkml:brushProperty name="width" value="0.05" units="cm"/>
      <inkml:brushProperty name="height" value="0.05" units="cm"/>
    </inkml:brush>
  </inkml:definitions>
  <inkml:trace contextRef="#ctx0" brushRef="#br0">1 54 24575,'12'60'0,"-11"-15"0,-2-1 0,-8 54 0,7-78 0,2-12 0,1-7 0,6-14 0,7-23 0,38-103 0,-44 120 0,2 0 0,0 1 0,1 0 0,1 0 0,14-15 0,-25 32 0,-1-1 0,1 1 0,0 0 0,0 0 0,0 0 0,0 0 0,0 0 0,1 0 0,-1 0 0,0 1 0,0-1 0,1 0 0,-1 1 0,0-1 0,1 0 0,-1 1 0,0 0 0,1-1 0,-1 1 0,1 0 0,-1 0 0,1 0 0,-1 0 0,1 0 0,-1 0 0,0 0 0,3 1 0,-2 0 0,0 0 0,0 1 0,0-1 0,-1 1 0,1-1 0,0 1 0,-1 0 0,1 0 0,-1-1 0,0 1 0,0 0 0,0 0 0,0 0 0,0 0 0,0 1 0,0-1 0,0 3 0,26 104 282,-22-80-612,2 0 1,1 0 0,1 0-1,20 40 1,-20-52-6497</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13.606"/>
    </inkml:context>
    <inkml:brush xml:id="br0">
      <inkml:brushProperty name="width" value="0.05" units="cm"/>
      <inkml:brushProperty name="height" value="0.05" units="cm"/>
    </inkml:brush>
  </inkml:definitions>
  <inkml:trace contextRef="#ctx0" brushRef="#br0">12 6 24575,'-2'0'0,"-3"0"0,1 0 0,4 0 0,4 0 0,7 0 0,6 0 0,7 0 0,4 0 0,2 0 0,2 0 0,-2-2 0,-4-1-8191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13.835"/>
    </inkml:context>
    <inkml:brush xml:id="br0">
      <inkml:brushProperty name="width" value="0.05" units="cm"/>
      <inkml:brushProperty name="height" value="0.05" units="cm"/>
    </inkml:brush>
  </inkml:definitions>
  <inkml:trace contextRef="#ctx0" brushRef="#br0">1 3 24575,'0'-2'0,"0"1"0,0 6 0,0 4 0,0 6 0,2 5 0,1 3 0,0 3 0,0 2 0,-1 1 0,1 0 0,1 0 0,-1-2 0,-1-4 0,0-3 0,-1-5-8191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14.055"/>
    </inkml:context>
    <inkml:brush xml:id="br0">
      <inkml:brushProperty name="width" value="0.05" units="cm"/>
      <inkml:brushProperty name="height" value="0.05" units="cm"/>
    </inkml:brush>
  </inkml:definitions>
  <inkml:trace contextRef="#ctx0" brushRef="#br0">0 44 24575,'0'-2'0,"0"-4"0,3-3 0,2 1 0,4 1 0,2 1 0,4 3 0,5 1 0,3 1 0,0 1 0,1 3 0,-1 0 0,0 3 0,-3 0-8191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14.210"/>
    </inkml:context>
    <inkml:brush xml:id="br0">
      <inkml:brushProperty name="width" value="0.05" units="cm"/>
      <inkml:brushProperty name="height" value="0.05" units="cm"/>
    </inkml:brush>
  </inkml:definitions>
  <inkml:trace contextRef="#ctx0" brushRef="#br0">28 0 24575,'-2'3'0,"-4"0"0,-3 0 0,1 2 0,5 0 0,9-1 0,8-1 0,11 1 0,11 0 0,8 2 0,10 0 0,-6-1-8191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09.798"/>
    </inkml:context>
    <inkml:brush xml:id="br0">
      <inkml:brushProperty name="width" value="0.05" units="cm"/>
      <inkml:brushProperty name="height" value="0.05" units="cm"/>
    </inkml:brush>
  </inkml:definitions>
  <inkml:trace contextRef="#ctx0" brushRef="#br0">85 122 24575,'-33'-26'0,"29"26"0,6 4 0,7 6 0,-7-9 0,-1 0 0,1 0 0,0-1 0,0 1 0,-1 0 0,1-1 0,0 0 0,0 1 0,0-1 0,0 0 0,-1 0 0,1 0 0,0 0 0,0 0 0,0 0 0,0-1 0,0 1 0,-1 0 0,1-1 0,0 0 0,0 1 0,-1-1 0,1 0 0,0 0 0,-1 0 0,1 0 0,-1 0 0,1 0 0,-1-1 0,0 1 0,0 0 0,1-1 0,-1 1 0,0-1 0,0 0 0,0 1 0,0-1 0,0-2 0,0 2 0,1 0 0,-1 0 0,0-1 0,-1 1 0,1 0 0,0-1 0,-1 1 0,1-1 0,-1 1 0,0-1 0,0 1 0,0-1 0,0 1 0,0-1 0,0 1 0,-1-1 0,1 1 0,-1-1 0,0 1 0,0-1 0,0 1 0,0 0 0,0 0 0,0-1 0,-1 1 0,1 0 0,-1 0 0,-3-3 0,3 3 0,0 0 0,0 1 0,0-1 0,0 1 0,0 0 0,-1-1 0,1 1 0,0 0 0,-1 0 0,1 1 0,-1-1 0,1 0 0,-1 1 0,1-1 0,-1 1 0,0 0 0,1 0 0,-1 0 0,1 0 0,-4 1 0,3 0 0,1 0 0,0 0 0,0 1 0,-1-1 0,1 0 0,0 1 0,0-1 0,0 1 0,0 0 0,0 0 0,1 0 0,-1 0 0,1 0 0,-1 0 0,1 0 0,-1 1 0,1-1 0,0 0 0,0 1 0,0 2 0,-4 9 0,1 1 0,0 0 0,1-1 0,-1 27 0,3-32 0,1-1 0,1 1 0,-1-1 0,1 1 0,1-1 0,-1 0 0,2 0 0,-1 1 0,7 13 0,-7-19-114,-1-1 1,1 1-1,0-1 0,0 1 0,0-1 1,0 0-1,0 0 0,0 0 0,1 0 1,-1 0-1,6 3 0,9 3-6712</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0.156"/>
    </inkml:context>
    <inkml:brush xml:id="br0">
      <inkml:brushProperty name="width" value="0.05" units="cm"/>
      <inkml:brushProperty name="height" value="0.05" units="cm"/>
    </inkml:brush>
  </inkml:definitions>
  <inkml:trace contextRef="#ctx0" brushRef="#br0">24 134 24575,'-24'-29'0,"29"49"0,57 143 0,-62-162 0,0-1 0,0 1 0,1 0 0,-1 0 0,0-1 0,1 1 0,-1 0 0,1 0 0,-1-1 0,1 1 0,-1 0 0,1-1 0,-1 1 0,1-1 0,0 1 0,-1-1 0,1 1 0,1 0 0,-2-1 0,0 0 0,1 0 0,-1 0 0,0-1 0,1 1 0,-1 0 0,0 0 0,1 0 0,-1 0 0,0-1 0,1 1 0,-1 0 0,0 0 0,1 0 0,-1-1 0,0 1 0,0 0 0,1-1 0,-1 1 0,0 0 0,0-1 0,0 1 0,1 0 0,-1-1 0,0 1 0,0-1 0,8-30 0,9-212 0,-17 242-31,0 1 0,0-1 0,0 0 0,0 1 0,0-1 0,0 1 0,0-1 0,0 0 0,0 1 0,0-1 0,0 0 0,0 1 0,0-1 0,1 0 0,-1 1 0,0-1 0,0 1 0,1-1 0,-1 1 0,0-1 0,1 1 0,-1-1 0,0 1 0,1-1-1,-1 1 1,1-1 0,-1 1 0,1-1 0,-1 1 0,1 0 0,0-1 0,-1 1 0,1 0 0,-1 0 0,1-1 0,0 1 0,-1 0 0,1 0 0,-1 0 0,1 0 0,0 0 0,-1 0 0,2 0 0,7 3-6795</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0.527"/>
    </inkml:context>
    <inkml:brush xml:id="br0">
      <inkml:brushProperty name="width" value="0.05" units="cm"/>
      <inkml:brushProperty name="height" value="0.05" units="cm"/>
    </inkml:brush>
  </inkml:definitions>
  <inkml:trace contextRef="#ctx0" brushRef="#br0">32 87 24575,'2'0'0,"1"0"0,-1-1 0,1 1 0,-1-1 0,1 1 0,-1-1 0,0 0 0,1 0 0,-1 0 0,0 0 0,0-1 0,0 1 0,0 0 0,0-1 0,0 0 0,0 1 0,1-3 0,-2 3 0,0-1 0,0 1 0,0 0 0,0-1 0,0 1 0,-1-1 0,1 1 0,-1-1 0,1 1 0,-1-1 0,1 1 0,-1-1 0,0 1 0,0-1 0,0 0 0,0 1 0,0-1 0,0 1 0,0-1 0,-1 0 0,1 1 0,-1-1 0,1 1 0,-1-1 0,1 1 0,-1-1 0,0 1 0,0 0 0,1-1 0,-3-1 0,2 1 0,0 1 0,0-1 0,0 1 0,0 0 0,-1-1 0,1 1 0,0 0 0,-1 0 0,1 0 0,-1 0 0,1 0 0,-1 0 0,1 1 0,-1-1 0,1 0 0,-3 0 0,3 1 0,-1 0 0,1 0 0,0 0 0,0 0 0,0 0 0,0 1 0,0-1 0,-1 0 0,1 1 0,0-1 0,0 0 0,0 1 0,0-1 0,0 1 0,0 0 0,0-1 0,0 1 0,-1 1 0,-1 1 0,1 0 0,0 0 0,-1 0 0,1 1 0,0-1 0,1 1 0,-1-1 0,1 1 0,-1-1 0,1 1 0,0 0 0,1 0 0,-2 4 0,1 1 0,1 1 0,-1-1 0,1 0 0,1 0 0,0 0 0,2 10 0,-2-16 0,0-1 0,0 1 0,0-1 0,0 1 0,0 0 0,1-1 0,-1 0 0,1 1 0,0-1 0,0 0 0,0 0 0,0 0 0,0 0 0,0 0 0,0-1 0,0 1 0,1 0 0,-1-1 0,1 0 0,-1 0 0,1 0 0,0 0 0,4 1 0,12 2-1365,-2-2-5461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1.072"/>
    </inkml:context>
    <inkml:brush xml:id="br0">
      <inkml:brushProperty name="width" value="0.05" units="cm"/>
      <inkml:brushProperty name="height" value="0.05" units="cm"/>
    </inkml:brush>
  </inkml:definitions>
  <inkml:trace contextRef="#ctx0" brushRef="#br0">29 304 24575,'2'-3'0,"-1"1"0,1-1 0,-1 0 0,0 1 0,0-1 0,0 0 0,0 0 0,0 0 0,-1 1 0,1-1 0,-1 0 0,0 0 0,0 0 0,0 0 0,0 0 0,-1 0 0,1 0 0,-1 0 0,0-3 0,0 2 0,0 0 0,-1-1 0,1 1 0,-1 0 0,1 0 0,-1 1 0,0-1 0,-1 0 0,1 0 0,-1 1 0,1 0 0,-5-5 0,7 8 0,-1 0 0,1 0 0,0 0 0,0 0 0,-1 0 0,1 0 0,0 0 0,-1 0 0,1 0 0,0 0 0,0 0 0,-1 0 0,1 0 0,0 0 0,0 0 0,-1 0 0,1 1 0,0-1 0,0 0 0,-1 0 0,1 0 0,0 0 0,0 0 0,0 1 0,-1-1 0,1 0 0,0 0 0,0 0 0,0 1 0,0-1 0,0 0 0,-1 0 0,1 1 0,0-1 0,0 0 0,0 0 0,0 0 0,0 1 0,0-1 0,0 0 0,0 1 0,0-1 0,0 0 0,0 0 0,0 1 0,0-1 0,0 0 0,0 0 0,0 1 0,0-1 0,0 0 0,-1 17 0,16 83 0,-15-99 0,0-1 0,0 1 0,0 0 0,0-1 0,0 1 0,0-1 0,0 1 0,0-1 0,1 1 0,-1-1 0,0 1 0,0-1 0,1 1 0,-1-1 0,0 1 0,1-1 0,-1 0 0,0 1 0,1-1 0,-1 1 0,0-1 0,1 0 0,-1 1 0,1-1 0,-1 0 0,1 0 0,0 1 0,0-1 0,0 0 0,0 0 0,0 0 0,0-1 0,0 1 0,0 0 0,-1 0 0,1-1 0,0 1 0,0 0 0,0-1 0,0 1 0,-1-1 0,1 1 0,1-2 0,30-31 0,-22 22 0,-9 10 0,-1 1 0,1-1 0,0 0 0,0 1 0,-1-1 0,1 0 0,0 1 0,0-1 0,0 1 0,0 0 0,0-1 0,-1 1 0,1 0 0,0-1 0,0 1 0,0 0 0,0 0 0,0 0 0,0 0 0,0 0 0,0 0 0,0 0 0,0 0 0,0 0 0,0 1 0,0-1 0,0 0 0,0 1 0,0-1 0,0 0 0,0 1 0,0-1 0,-1 1 0,1-1 0,0 1 0,0 0 0,-1-1 0,1 1 0,0 0 0,-1 0 0,1-1 0,0 2 0,4 5 0,-1 1 0,1-1 0,-1 1 0,3 10 0,2 2 0,-7-16 0,1 1 0,0-1 0,0 1 0,1-1 0,-1 0 0,1 0 0,-1-1 0,7 5 0,-9-7 0,1 0 0,-1 0 0,0 0 0,0-1 0,1 1 0,-1 0 0,0-1 0,1 0 0,-1 1 0,1-1 0,-1 0 0,1 1 0,-1-1 0,0 0 0,1 0 0,-1 0 0,1 0 0,-1-1 0,1 1 0,-1 0 0,1 0 0,-1-1 0,0 1 0,1-1 0,-1 0 0,0 1 0,0-1 0,1 0 0,-1 0 0,0 1 0,0-1 0,0 0 0,0 0 0,2-2 0,4-6 0,-1 0 0,0 0 0,0-1 0,-1 1 0,0-1 0,-1-1 0,0 1 0,-1-1 0,3-11 0,2-18 0,3-43 0,-5-68 0,-5 159 0,-1 29 0,2 0 0,1 0 0,2-1 0,12 46 0,6-23-1365,-14-35-5461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1.195"/>
    </inkml:context>
    <inkml:brush xml:id="br0">
      <inkml:brushProperty name="width" value="0.05" units="cm"/>
      <inkml:brushProperty name="height" value="0.05" units="cm"/>
    </inkml:brush>
  </inkml:definitions>
  <inkml:trace contextRef="#ctx0" brushRef="#br0">11 67 24575,'-2'-2'0,"-1"-4"0,0-2 0,1-4 0,2 2 0,7 2 0,4 2 0,6 0 0,3 1 0,0 1-8191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1.628"/>
    </inkml:context>
    <inkml:brush xml:id="br0">
      <inkml:brushProperty name="width" value="0.05" units="cm"/>
      <inkml:brushProperty name="height" value="0.05" units="cm"/>
    </inkml:brush>
  </inkml:definitions>
  <inkml:trace contextRef="#ctx0" brushRef="#br0">46 14 24575,'-1'2'0,"0"0"0,0-1 0,-1 1 0,1 0 0,0-1 0,-1 1 0,1-1 0,-1 1 0,-2 1 0,-9 9 0,10-6 0,1 0 0,-1 1 0,1-1 0,1 0 0,-1 1 0,1-1 0,0 1 0,0-1 0,1 1 0,0-1 0,1 9 0,-2-12 0,2-1 0,-1 1 0,0 0 0,0 0 0,1 0 0,0 0 0,-1 0 0,1 0 0,0-1 0,1 1 0,-1 0 0,0-1 0,1 1 0,-1-1 0,1 1 0,0-1 0,0 0 0,0 0 0,0 0 0,0 0 0,1 0 0,-1 0 0,0-1 0,1 1 0,-1-1 0,5 2 0,-5-2 0,-1-1 0,1 0 0,0 0 0,0 0 0,-1 0 0,1-1 0,0 1 0,-1 0 0,1-1 0,0 1 0,-1-1 0,1 0 0,-1 1 0,1-1 0,-1 0 0,1 0 0,-1 0 0,1 0 0,-1 0 0,0 0 0,0-1 0,0 1 0,0 0 0,1-1 0,-2 1 0,1 0 0,0-1 0,0 1 0,0-1 0,-1 0 0,1 1 0,0-4 0,1-1 0,0 0 0,0 0 0,-1 0 0,1 0 0,-2 0 0,1 0 0,-1-12 0,0 13-59,-1 0 0,1 0-1,-1 0 1,-1 0-1,1 0 1,-1 0 0,0 0-1,0 1 1,0-1 0,-1 1-1,1 0 1,-1-1 0,0 1-1,0 0 1,-1 1-1,1-1 1,-1 1 0,0-1-1,0 1 1,0 0 0,0 1-1,-6-4 1,-2 1-6767</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2.089"/>
    </inkml:context>
    <inkml:brush xml:id="br0">
      <inkml:brushProperty name="width" value="0.05" units="cm"/>
      <inkml:brushProperty name="height" value="0.05" units="cm"/>
    </inkml:brush>
  </inkml:definitions>
  <inkml:trace contextRef="#ctx0" brushRef="#br0">30 48 24575,'-6'-37'0,"3"26"0,6 28 0,5 36 0,5 92 0,-13-143 0,1 20 0,3-19 0,3-12 0,-1-2 0,-5 9 0,0-1 0,0 0 0,1 0 0,-1 1 0,1-1 0,-1 1 0,1-1 0,0 1 0,0 0 0,0 0 0,0-1 0,0 2 0,1-1 0,-1 0 0,1 0 0,3-1 0,-5 3 0,0 0 0,0 0 0,-1 0 0,1 0 0,0 0 0,-1 0 0,1 1 0,-1-1 0,1 0 0,0 0 0,-1 1 0,1-1 0,-1 1 0,1-1 0,0 0 0,-1 1 0,1-1 0,-1 1 0,0-1 0,1 1 0,-1 0 0,1-1 0,-1 1 0,0-1 0,1 1 0,-1 0 0,0-1 0,0 1 0,0 0 0,1-1 0,-1 1 0,0 0 0,0-1 0,0 1 0,0 1 0,2 29 0,-2-27 0,-1 5 0,1-1 0,-2 1 0,1-1 0,-1 1 0,0-1 0,-1 0 0,-6 15 0,7-20 0,1 0 0,-1 0 0,0 0 0,0-1 0,0 1 0,0 0 0,-1-1 0,1 1 0,-1-1 0,-3 2 0,5-3 0,-1 0 0,1 0 0,-1 0 0,0-1 0,0 1 0,1-1 0,-1 1 0,0-1 0,0 0 0,1 0 0,-1 1 0,0-1 0,0 0 0,0-1 0,1 1 0,-1 0 0,0 0 0,0-1 0,1 1 0,-3-2 0,2 1-68,0 0 0,0 0-1,1 0 1,-1 0 0,0-1 0,1 1-1,-1 0 1,1-1 0,-1 1 0,1-1-1,0 0 1,0 1 0,0-1 0,0 0-1,0 0 1,0 0 0,0 0-1,0 0 1,0-3 0,-3-10-6758</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2.273"/>
    </inkml:context>
    <inkml:brush xml:id="br0">
      <inkml:brushProperty name="width" value="0.05" units="cm"/>
      <inkml:brushProperty name="height" value="0.05" units="cm"/>
    </inkml:brush>
  </inkml:definitions>
  <inkml:trace contextRef="#ctx0" brushRef="#br0">1 1 24575,'0'2'0,"0"4"0,0 2 0,0 3 0,0 2 0,2 4 0,1 3 0,3 3 0,-1 0 0,0 1 0,-1 1 0,-2-1 0,-3-2 0,-4-3 0,-1-5-8191</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2.458"/>
    </inkml:context>
    <inkml:brush xml:id="br0">
      <inkml:brushProperty name="width" value="0.05" units="cm"/>
      <inkml:brushProperty name="height" value="0.05" units="cm"/>
    </inkml:brush>
  </inkml:definitions>
  <inkml:trace contextRef="#ctx0" brushRef="#br0">38 6 24575,'0'-2'0,"2"-1"0,2 2 0,-2 4 0,-1 7 0,-5 5 0,-4 3 0,-2 4 0,-3 0 0,2-4-8191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36.800"/>
    </inkml:context>
    <inkml:brush xml:id="br0">
      <inkml:brushProperty name="width" value="0.05" units="cm"/>
      <inkml:brushProperty name="height" value="0.05" units="cm"/>
    </inkml:brush>
  </inkml:definitions>
  <inkml:trace contextRef="#ctx0" brushRef="#br0">27 26 24575,'3'-1'0,"-1"1"0,1-1 0,-1 0 0,0 0 0,0 0 0,1 0 0,-1 0 0,4-4 0,11-4 0,-16 8 0,1 0 0,-1 1 0,1-1 0,-1 1 0,1 0 0,-1-1 0,1 1 0,-1 0 0,1 0 0,0 0 0,-1 0 0,1 0 0,-1 0 0,1 0 0,-1 0 0,1 1 0,-1-1 0,1 0 0,-1 1 0,1 0 0,-1-1 0,1 1 0,-1 0 0,0 0 0,1 0 0,-1 0 0,0 0 0,0 0 0,0 0 0,0 0 0,0 0 0,0 0 0,0 1 0,0-1 0,1 2 0,-2-1 0,1 1 0,-1-1 0,0 0 0,1 0 0,-1 0 0,0 0 0,-1 1 0,1-1 0,0 0 0,0 0 0,-1 0 0,0 0 0,1 0 0,-1 0 0,0 0 0,0 0 0,0 0 0,0 0 0,0 0 0,0-1 0,-1 1 0,1 0 0,-1-1 0,1 1 0,-4 2 0,0 0 0,0 0 0,-1-1 0,0 0 0,0 1 0,0-2 0,0 1 0,0-1 0,-7 2 0,11-3 0,1-1 0,0 0 0,0 1 0,0-1 0,-1 0 0,1 0 0,0 0 0,0 0 0,-1 0 0,1 0 0,0 0 0,0 0 0,-1 0 0,1 0 0,0-1 0,0 1 0,0-1 0,-1 1 0,1-1 0,0 1 0,0-1 0,0 1 0,0-1 0,0 0 0,0 0 0,0 0 0,0 1 0,0-1 0,1 0 0,-1 0 0,0 0 0,0 0 0,1 0 0,-1-1 0,1 1 0,-1 0 0,1 0 0,-1 0 0,1 0 0,0-1 0,0 1 0,0 0 0,-1 0 0,1-1 0,0 1 0,0 0 0,1 0 0,-1-1 0,0 0 0,1-2 0,-1 1 0,1 0 0,0 0 0,0 0 0,0 0 0,0 0 0,0 0 0,1 0 0,0 0 0,-1 1 0,1-1 0,0 0 0,0 1 0,0 0 0,1-1 0,-1 1 0,1 0 0,-1 0 0,1 0 0,0 1 0,-1-1 0,1 0 0,0 1 0,0 0 0,0 0 0,0 0 0,0 0 0,1 0 0,2 0 0,-4 1 0,1-1 0,-1 1 0,1 0 0,-1-1 0,1 1 0,-1 1 0,1-1 0,-1 0 0,1 0 0,-1 1 0,1 0 0,-1-1 0,1 1 0,-1 0 0,0 0 0,1 0 0,-1 0 0,0 1 0,0-1 0,0 1 0,0-1 0,0 1 0,0 0 0,-1 0 0,1-1 0,0 1 0,-1 1 0,0-1 0,1 0 0,-1 0 0,0 0 0,0 1 0,0-1 0,0 0 0,-1 1 0,1-1 0,0 3 0,-1-2 0,0-1 0,0 0 0,-1 0 0,1 0 0,0 0 0,-1 0 0,1 0 0,-1 1 0,0-1 0,0 0 0,1 0 0,-1-1 0,-1 1 0,1 0 0,0 0 0,0 0 0,-1-1 0,1 1 0,-1-1 0,1 1 0,-1-1 0,0 0 0,1 1 0,-1-1 0,0 0 0,0 0 0,0 0 0,0 0 0,0-1 0,-3 2 0,1-1 0,-1 1 0,1-1 0,0 0 0,-1 0 0,0 0 0,1-1 0,-1 0 0,1 0 0,-1 0 0,1 0 0,-1-1 0,0 1 0,-6-3 0,10 3 0,1 0 0,-1-1 0,1 1 0,-1 0 0,0 0 0,1 0 0,-1-1 0,0 1 0,1 0 0,-1-1 0,1 1 0,-1-1 0,1 1 0,-1 0 0,1-1 0,-1 1 0,1-1 0,-1 0 0,1 1 0,0-1 0,-1 1 0,1-1 0,0 1 0,-1-1 0,1 0 0,0 1 0,0-1 0,0 0 0,0 1 0,-1-1 0,1 0 0,0 1 0,0-1 0,0 0 0,1 1 0,-1-1 0,0 0 0,0 1 0,0-1 0,0 0 0,0 1 0,1-1 0,-1 0 0,0 1 0,1-1 0,-1 1 0,0-1 0,1 1 0,-1-1 0,1 1 0,-1-1 0,1 1 0,-1-1 0,1 1 0,-1-1 0,2 1 0,2-4 0,0 0 0,1 1 0,0 0 0,0 0 0,6-3 0,31-9 0,-40 14 0,1 1 0,-1-1 0,0 0 0,0 1 0,0 0 0,0 0 0,1-1 0,-1 1 0,0 1 0,0-1 0,0 0 0,1 0 0,-1 1 0,0-1 0,0 1 0,0 0 0,3 1 0,-5-1 14,0-1 1,0 1-1,0-1 0,-1 1 0,1-1 1,0 0-1,-1 1 0,1-1 0,0 1 0,-1-1 1,1 0-1,-1 1 0,1-1 0,-1 0 1,1 1-1,-1-1 0,1 0 0,-1 0 0,1 1 1,-1-1-1,1 0 0,-1 0 0,0 0 1,-15 7-1722,4-3-5119</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37.284"/>
    </inkml:context>
    <inkml:brush xml:id="br0">
      <inkml:brushProperty name="width" value="0.05" units="cm"/>
      <inkml:brushProperty name="height" value="0.05" units="cm"/>
    </inkml:brush>
  </inkml:definitions>
  <inkml:trace contextRef="#ctx0" brushRef="#br0">55 1 24575,'-1'10'0,"0"0"0,-1 1 0,-1-1 0,1 0 0,-2 0 0,-5 13 0,-9 30 0,13-33 49,2-1 0,0 1 0,1-1-1,1 1 1,1 0 0,2 21 0,-1-34-87,1 1 0,0 0 0,0-1 0,0 0 0,1 1 0,0-1 0,0 0 0,5 6 0,-5-8-59,0-1-1,0 0 1,1 0-1,-1-1 1,1 1-1,0-1 1,0 1-1,0-1 1,1-1-1,-1 1 1,1 0-1,-1-1 0,6 2 1,10 2-6729</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37.841"/>
    </inkml:context>
    <inkml:brush xml:id="br0">
      <inkml:brushProperty name="width" value="0.05" units="cm"/>
      <inkml:brushProperty name="height" value="0.05" units="cm"/>
    </inkml:brush>
  </inkml:definitions>
  <inkml:trace contextRef="#ctx0" brushRef="#br0">137 1 24575,'-28'27'0,"16"-12"0,0 0 0,1 1 0,1 0 0,1 0 0,0 1 0,1 0 0,0 1 0,2 0 0,0 0 0,1 0 0,1 1 0,1 0 0,-2 24 0,5-28 0,0 1 0,1-1 0,0 1 0,1-1 0,1 0 0,1 0 0,0 0 0,1 0 0,0 0 0,1-1 0,1 0 0,0-1 0,1 1 0,0-1 0,1-1 0,19 20 0,-14-17-273,1-2 0,1 0 0,1-1 0,28 17 0,-10-11-6553</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38.426"/>
    </inkml:context>
    <inkml:brush xml:id="br0">
      <inkml:brushProperty name="width" value="0.05" units="cm"/>
      <inkml:brushProperty name="height" value="0.05" units="cm"/>
    </inkml:brush>
  </inkml:definitions>
  <inkml:trace contextRef="#ctx0" brushRef="#br0">74 1 24575,'-1'1'0,"-1"0"0,1 0 0,0 0 0,0 0 0,-1 0 0,1 0 0,0 1 0,0-1 0,0 0 0,1 1 0,-1-1 0,0 1 0,0-1 0,1 1 0,-1 0 0,1-1 0,-1 4 0,0-2 0,-13 40 0,3-1 0,1 1 0,2 1 0,2 0 0,-1 86 0,9-69 0,3-1 0,1 0 0,28 107 0,-23-125 86,2-1-1,2-1 0,28 55 1,-36-81-218,1 0 1,1-1 0,0 0-1,0 0 1,1-1 0,1 0 0,0-1-1,1-1 1,0 1 0,0-2 0,1 0-1,21 12 1,5-6-6695</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39.002"/>
    </inkml:context>
    <inkml:brush xml:id="br0">
      <inkml:brushProperty name="width" value="0.05" units="cm"/>
      <inkml:brushProperty name="height" value="0.05" units="cm"/>
    </inkml:brush>
  </inkml:definitions>
  <inkml:trace contextRef="#ctx0" brushRef="#br0">140 0 24575,'-4'1'0,"1"0"0,-1-1 0,1 1 0,0 1 0,-1-1 0,1 0 0,0 1 0,0-1 0,0 1 0,0 0 0,0 0 0,0 1 0,1-1 0,-1 0 0,1 1 0,-1 0 0,1-1 0,0 1 0,0 0 0,0 0 0,-2 4 0,-4 8 0,1 0 0,-12 32 0,8-8 0,1 1 0,3 0 0,1 0 0,1 0 0,3 0 0,1 1 0,2 0 0,2-1 0,1 0 0,3 0 0,15 55 0,-11-60-85,1 0 0,3-1-1,0 0 1,2-1 0,2-1-1,1 0 1,1-2 0,1 0-1,2-2 1,1-1 0,2 0-1,0-2 1,1-1 0,2-2-1,40 25 1,-1-9-6741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3.780"/>
    </inkml:context>
    <inkml:brush xml:id="br0">
      <inkml:brushProperty name="width" value="0.05" units="cm"/>
      <inkml:brushProperty name="height" value="0.05" units="cm"/>
    </inkml:brush>
  </inkml:definitions>
  <inkml:trace contextRef="#ctx0" brushRef="#br0">131 226 24575,'-1'-7'0,"0"1"0,-1 0 0,1 0 0,-1 0 0,-5-10 0,1 0 0,0 0 0,3 14 0,3 11 0,4 3 0,0-15 0,2-22 0,-6 14 0,1-51 0,-1 58 0,-1 1 0,1-1 0,-1 0 0,0 0 0,0 0 0,0 0 0,0 1 0,-1-1 0,1 1 0,-1-1 0,0 1 0,-5-7 0,6 9 0,1 0 0,-1 0 0,0 1 0,0-1 0,0 0 0,0 0 0,0 1 0,0-1 0,0 0 0,0 1 0,0-1 0,0 1 0,0 0 0,0-1 0,0 1 0,-1 0 0,1 0 0,0-1 0,0 1 0,0 0 0,-1 0 0,1 0 0,0 1 0,0-1 0,-2 0 0,1 1 0,-1 1 0,1-1 0,0 0 0,0 0 0,0 1 0,0-1 0,0 1 0,1 0 0,-1 0 0,0-1 0,-2 5 0,-1 2 0,1-1 0,-1 1 0,2 0 0,-1 0 0,1 1 0,-2 8 0,0 3 57,2 0 0,1 1 0,0-1 0,1 1 0,5 40 0,-3-52-158,0 0 1,1-1-1,0 1 1,0-1 0,1 1-1,0-1 1,0 0-1,1 0 1,0 0 0,0-1-1,1 0 1,0 1 0,0-2-1,1 1 1,0-1-1,11 10 1,3-3-6726</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4.152"/>
    </inkml:context>
    <inkml:brush xml:id="br0">
      <inkml:brushProperty name="width" value="0.05" units="cm"/>
      <inkml:brushProperty name="height" value="0.05" units="cm"/>
    </inkml:brush>
  </inkml:definitions>
  <inkml:trace contextRef="#ctx0" brushRef="#br0">34 102 24575,'-16'-25'0,"4"5"0,6 17 0,7 12 0,6 13 0,50 150 0,-50-149 0,-7-22 0,0 0 0,0 0 0,1 0 0,-1 1 0,0-1 0,0 0 0,1 0 0,-1 0 0,1 0 0,-1 0 0,1 0 0,0 0 0,-1 0 0,1 0 0,0 0 0,0 0 0,0 0 0,-1-1 0,1 1 0,2 1 0,-2-2 0,-1-1 0,1 1 0,0-1 0,-1 1 0,1-1 0,0 1 0,-1-1 0,1 1 0,-1-1 0,1 0 0,-1 1 0,1-1 0,-1 0 0,1 1 0,-1-1 0,0 0 0,1 0 0,-1 1 0,0-1 0,0 0 0,1-1 0,10-54 0,-11 55 0,9-80 0,-5 40 0,11-53 0,-15 93 0,0 1 0,0-1 0,0 0 0,1 0 0,-1 1 0,0-1 0,0 0 0,1 0 0,-1 1 0,0-1 0,1 0 0,-1 1 0,1-1 0,-1 0 0,1 1 0,-1-1 0,1 0 0,6 8 0,2 31 0,-7-27 0,3 6 114,1 1 0,14 28 0,-17-39-285,1 0 0,0 0 1,0-1-1,1 1 0,0-1 1,0-1-1,1 1 0,-1-1 1,8 6-1,0-3-6655</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4.461"/>
    </inkml:context>
    <inkml:brush xml:id="br0">
      <inkml:brushProperty name="width" value="0.05" units="cm"/>
      <inkml:brushProperty name="height" value="0.05" units="cm"/>
    </inkml:brush>
  </inkml:definitions>
  <inkml:trace contextRef="#ctx0" brushRef="#br0">0 207 24575,'3'-3'0,"-1"0"0,-1 0 0,1 0 0,0 0 0,-1-1 0,1 1 0,-1-1 0,0 1 0,0-1 0,-1 1 0,1-1 0,-1 1 0,0-6 0,1 4 0,-1 0 0,1 0 0,0 0 0,0 0 0,0 0 0,1 1 0,3-8 0,-2 8 0,0 1 0,0 0 0,1 0 0,0 0 0,-1 1 0,1-1 0,6-2 0,-3 2 0,-1-1 0,0 0 0,0 0 0,8-9 0,-13 12 0,0 1 0,0-1 0,0 0 0,0 0 0,-1 0 0,1-1 0,-1 1 0,1 0 0,-1 0 0,1 0 0,-1 0 0,1 0 0,-1-1 0,0 1 0,0 0 0,0 0 0,1-1 0,-1 1 0,0 0 0,-1 0 0,1 0 0,0-1 0,0 1 0,0 0 0,-1 0 0,1 0 0,-1-1 0,1 1 0,-1 0 0,1 0 0,-2-1 0,2 1 0,-1-1 0,0 1 0,0 0 0,1 0 0,-1 0 0,0 0 0,0 0 0,0 0 0,0 0 0,0 0 0,-1 1 0,1-1 0,0 0 0,0 1 0,0-1 0,-1 0 0,1 1 0,0 0 0,0-1 0,-1 1 0,1 0 0,-1 0 0,1-1 0,0 1 0,-1 0 0,1 0 0,0 1 0,-1-1 0,1 0 0,0 0 0,-1 1 0,1-1 0,0 1 0,-1-1 0,1 1 0,-1 0 0,-1 1 0,0 0 0,0 0 0,0 0 0,0 0 0,1 0 0,-1 1 0,1-1 0,0 1 0,0 0 0,0 0 0,0-1 0,0 1 0,-2 5 0,1 2 0,1-1 0,0 1 0,0 0 0,0 0 0,1-1 0,1 1 0,0 0 0,0 0 0,3 11 0,-1-7 0,0 0 0,1-1 0,1 0 0,1 1 0,0-1 0,6 12 0,-9-23-124,-1 1 0,1-1 0,-1 1 0,1-1 0,0 0 0,0 1-1,0-1 1,0 0 0,1 0 0,3 2 0,8 3-6702</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4.865"/>
    </inkml:context>
    <inkml:brush xml:id="br0">
      <inkml:brushProperty name="width" value="0.05" units="cm"/>
      <inkml:brushProperty name="height" value="0.05" units="cm"/>
    </inkml:brush>
  </inkml:definitions>
  <inkml:trace contextRef="#ctx0" brushRef="#br0">11 331 24575,'1'0'0,"-1"-1"0,0 0 0,0 0 0,0 0 0,0 0 0,-1 0 0,1 0 0,0 0 0,0 1 0,0-1 0,-1 0 0,1 0 0,0 0 0,-1 0 0,1 1 0,-1-1 0,1 0 0,-1 0 0,1 1 0,-2-2 0,-2 5 0,4 11 0,2 5 0,1 0 0,1 0 0,1 0 0,1-1 0,0 0 0,10 20 0,-15-37 0,0 0 0,-1 0 0,1 1 0,0-1 0,-1-1 0,1 1 0,0 0 0,0 0 0,0 0 0,0 0 0,0 0 0,0-1 0,0 1 0,0 0 0,0-1 0,0 1 0,0-1 0,0 0 0,0 1 0,1-1 0,-1 0 0,0 1 0,0-1 0,3 0 0,-2 0 0,1-1 0,0 0 0,-1 1 0,1-1 0,-1 0 0,1 0 0,-1 0 0,0-1 0,1 1 0,-1 0 0,3-3 0,3-3 0,0 0 0,0-1 0,-1 0 0,12-16 0,-12 13 0,-1 0 0,-1-1 0,0 0 0,0 0 0,-1 0 0,0 0 0,-1-1 0,-1 0 0,0 1 0,-1-1 0,0 0 0,-2-23 0,-2 3 0,-1 0 0,-1 0 0,-19-56 0,21 78 0,0 1 0,-1 0 0,-6-11 0,2 15 0,4 11 0,0 17 0,3 9 0,1 1 0,1-1 0,7 38 0,25 95 0,-24-120 0,8 27-1365,-10-46-5461</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5.007"/>
    </inkml:context>
    <inkml:brush xml:id="br0">
      <inkml:brushProperty name="width" value="0.05" units="cm"/>
      <inkml:brushProperty name="height" value="0.05" units="cm"/>
    </inkml:brush>
  </inkml:definitions>
  <inkml:trace contextRef="#ctx0" brushRef="#br0">0 151 24575,'0'-4'0,"0"-5"0,0-5 0,0-3 0,3 0 0,2 0 0,4 2 0,2 2 0,1 1 0,5 2 0,3 1 0,3 1 0,-2 3-8191</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6.093"/>
    </inkml:context>
    <inkml:brush xml:id="br0">
      <inkml:brushProperty name="width" value="0.05" units="cm"/>
      <inkml:brushProperty name="height" value="0.05" units="cm"/>
    </inkml:brush>
  </inkml:definitions>
  <inkml:trace contextRef="#ctx0" brushRef="#br0">143 119 24575,'0'-1'0,"0"1"0,-1-1 0,1 1 0,0-1 0,0 1 0,0-1 0,-1 1 0,1-1 0,0 1 0,-1 0 0,1-1 0,0 1 0,-1-1 0,1 1 0,0 0 0,-1-1 0,1 1 0,-1 0 0,1-1 0,-1 1 0,1 0 0,-1 0 0,1 0 0,-1-1 0,1 1 0,-1 0 0,1 0 0,-1 0 0,1 0 0,-1 0 0,1 0 0,-1 0 0,0 0 0,1 0 0,-1 0 0,1 0 0,-1 0 0,1 1 0,-2-1 0,-21 6 0,16-2 0,0 1 0,0-1 0,0 1 0,0 1 0,1-1 0,0 1 0,0 0 0,0 0 0,1 1 0,-8 11 0,10-14 0,0 1 0,0 0 0,1 0 0,-1 0 0,1 0 0,0 0 0,1 1 0,-1-1 0,1 0 0,0 1 0,0 0 0,1-1 0,0 1 0,0-1 0,0 1 0,2 10 0,-1-14 0,0 1 0,0-1 0,0 0 0,0 1 0,0-1 0,1 0 0,-1 0 0,1 0 0,-1 0 0,1 0 0,0-1 0,0 1 0,0-1 0,0 1 0,0-1 0,0 1 0,0-1 0,1 0 0,-1 0 0,0 0 0,1 0 0,-1 0 0,0-1 0,1 1 0,-1-1 0,1 0 0,-1 0 0,1 0 0,-1 0 0,1 0 0,0 0 0,-1 0 0,0-1 0,1 1 0,-1-1 0,1 0 0,-1 0 0,0 0 0,1 0 0,-1 0 0,0 0 0,0-1 0,0 1 0,0-1 0,0 0 0,0 1 0,0-1 0,-1 0 0,1 0 0,-1 0 0,1 0 0,-1 0 0,0-1 0,0 1 0,2-5 0,-1-3 0,0-1 0,-1 0 0,0 0 0,-1 0 0,0 1 0,-3-19 0,-16-62 0,19 89 0,-1 0 0,1 1 0,0-1 0,0 1 0,0-1 0,0 0 0,0 1 0,0-1 0,1 0 0,-1 1 0,0-1 0,1 1 0,-1-1 0,1 1 0,0-1 0,0 1 0,-1-1 0,1 1 0,1-2 0,26-23 0,-24 22 0,0 1 0,0-1 0,0 1 0,-1-1 0,1 0 0,4-8 0,-1 2 0,-3 9 0,2 21 0,-5-14 0,13 74 0,13 60 0,-27-140 0,0 1 0,0-1 0,0 0 0,0 1 0,0-1 0,0 0 0,0 1 0,0-1 0,0 0 0,0 1 0,1-1 0,-1 0 0,0 1 0,0-1 0,0 0 0,0 0 0,1 1 0,-1-1 0,0 0 0,0 0 0,0 1 0,1-1 0,-1 0 0,0 0 0,1 1 0,-1-1 0,0 0 0,0 0 0,1 0 0,-1 0 0,0 0 0,1 0 0,-1 1 0,0-1 0,1 0 0,-1 0 0,0 0 0,1 0 0,-1 0 0,1 0 0,12-13 0,11-31 0,-21 38 0,0 1 0,-1 0 0,1 0 0,0 1 0,0-1 0,1 1 0,-1 0 0,1 0 0,0 0 0,6-5 0,-8 8 0,0 0 0,-1 0 0,1 0 0,0 1 0,0-1 0,0 0 0,0 1 0,0-1 0,0 1 0,0 0 0,0 0 0,0-1 0,0 2 0,0-1 0,0 0 0,0 0 0,0 0 0,0 1 0,0-1 0,0 1 0,0 0 0,0 0 0,0 0 0,0-1 0,-1 2 0,1-1 0,0 0 0,1 2 0,2 0 0,0 1 0,0 1 0,-1-1 0,0 0 0,1 1 0,-2 0 0,1 0 0,-1 0 0,1 1 0,3 8 0,-6-12 0,-1 0 0,1 0 0,0 0 0,-1 0 0,1 1 0,-1-1 0,0 0 0,0 0 0,0 0 0,0 1 0,0-1 0,0 0 0,0 0 0,-1 1 0,1-1 0,-1 0 0,0 0 0,0 0 0,1 0 0,-1 0 0,0 0 0,-1 0 0,1 0 0,0 0 0,-1-1 0,1 1 0,-1 0 0,1-1 0,-1 1 0,0-1 0,-3 3 0,-4 1 43,-1 0 0,0 0-1,0-1 1,0 0 0,0-1-1,-1 0 1,-12 2 0,3-2-470,1-1 0,-1-1 1,-21-1-1,13-2-6399</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53.030"/>
    </inkml:context>
    <inkml:brush xml:id="br0">
      <inkml:brushProperty name="width" value="0.05" units="cm"/>
      <inkml:brushProperty name="height" value="0.05" units="cm"/>
    </inkml:brush>
  </inkml:definitions>
  <inkml:trace contextRef="#ctx0" brushRef="#br0">605 0 24575,'0'2'0,"-1"0"0,1 0 0,-1 0 0,1 0 0,-1 0 0,0 0 0,0-1 0,0 1 0,0 0 0,0 0 0,0-1 0,0 1 0,-1-1 0,1 1 0,0-1 0,-1 1 0,1-1 0,-1 0 0,0 0 0,1 0 0,-1 0 0,-2 1 0,-8 4 0,0 0 0,-18 4 0,8-2 0,-78 35 0,-133 77 0,218-110 0,0 0 0,0 1 0,1 1 0,1 0 0,0 0 0,0 2 0,2-1 0,-1 2 0,2-1 0,-14 26 0,22-36 0,0 0 0,0 0 0,1 0 0,-1 0 0,1 0 0,0 0 0,0 0 0,1 1 0,-1-1 0,1 0 0,0 0 0,0 1 0,1-1 0,-1 0 0,1 1 0,2 5 0,-1-5 0,0-1 0,0 1 0,1-1 0,-1 0 0,1 0 0,0 0 0,1 0 0,-1 0 0,1-1 0,-1 1 0,1-1 0,0 0 0,8 4 0,4 4 0,1-1 0,1 0 0,0-2 0,0 0 0,0-1 0,1-1 0,0 0 0,29 4 0,19-4 0,154 24 0,-192-26 0,0-2 0,0 0 0,49-4 0,38 2 0,-103 2-1365,-3 1-5461</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55.541"/>
    </inkml:context>
    <inkml:brush xml:id="br0">
      <inkml:brushProperty name="width" value="0.05" units="cm"/>
      <inkml:brushProperty name="height" value="0.05" units="cm"/>
    </inkml:brush>
  </inkml:definitions>
  <inkml:trace contextRef="#ctx0" brushRef="#br0">1 158 24575,'0'0'0,"0"-1"0,1 0 0,-1 1 0,0-1 0,1 1 0,-1-1 0,1 1 0,-1-1 0,0 1 0,1-1 0,-1 1 0,1-1 0,0 1 0,-1-1 0,1 1 0,-1 0 0,1-1 0,-1 1 0,1 0 0,0-1 0,-1 1 0,1 0 0,0 0 0,-1 0 0,1 0 0,0 0 0,1 0 0,22-3 0,-21 3 0,34 0 0,46 6 0,6 1 0,66-6 0,144 7 0,-113 7 0,226 29 0,-58 3 0,-269-43 0,166 4 0,-60-16 0,-82 1 0,310-34 0,-405 39 0,-1-1 0,0-1 0,0 0 0,0-1 0,0 0 0,-1-1 0,0 0 0,0-1 0,0-1 0,-1 0 0,0 0 0,-1-1 0,19-20 0,-15 14 0,1 0 0,0 1 0,1 1 0,1 0 0,27-16 0,-37 25 0,0 1 0,0-1 0,0 1 0,1 1 0,-1-1 0,1 1 0,0 1 0,0-1 0,0 1 0,-1 1 0,1-1 0,0 1 0,0 1 0,0 0 0,0 0 0,0 0 0,13 5 0,-19-5 0,0 0 0,1 0 0,-1 1 0,0 0 0,1-1 0,-1 1 0,0 0 0,0 0 0,0 0 0,-1 0 0,1 1 0,0-1 0,-1 0 0,0 1 0,1-1 0,1 5 0,1 7 0,1-1 0,2 17 0,-2-8 0,4 14 0,-1 2 0,-3-1 0,0 1 0,-3 0 0,-4 68 0,-12 0 0,12-96 0,0 0 0,-1 0 0,0 0 0,-8 16 0,7-17 0,1 0 0,-1 0 0,2 0 0,-1 0 0,1 0 0,-1 11 0,2-14 0,1 0 0,-2 0 0,1 0 0,-1 1 0,0-2 0,0 1 0,0 0 0,-1 0 0,-3 6 0,-5 4 0,-20 24 0,21-28 0,6-8 0,0 0 0,0-1 0,0 1 0,-1-1 0,1 0 0,-1 0 0,0 0 0,1-1 0,-1 0 0,0 0 0,-1 0 0,-6 1 0,-10 2 0,-39 2 0,30-3 0,-169 12 0,153-13 0,-173 1 0,-34 3 0,-166 0 0,254-8 0,-618 1 0,751-2 0,-1-2 0,-50-11 0,-14-2 0,59 13 0,-107-17 0,110 11 0,27 7 0,0 1 0,0-1 0,0 1 0,-17 0 0,-17-1 0,-71-13 0,97 13 0,-19 0 0,30 3 0,-1 0 0,1-1 0,0 0 0,-1 0 0,1 0 0,0 0 0,0-1 0,-12-5 0,17 6 13,1 0-1,-1 1 1,0-1-1,1 0 1,-1 0-1,1 0 1,0 1-1,-1-1 1,1 0-1,0 0 1,-1 0-1,1 0 1,0 0-1,0 0 1,0 0-1,0 0 1,0 0-1,0 0 1,0 0 0,0 0-1,0 1 1,0-1-1,1 0 1,-1 0-1,0 0 1,1-1-1,0-12-306,-1 14 255,0 0 0,0-1-1,0 1 1,-1 0 0,1 0 0,0-1 0,0 1 0,0 0 0,-1 0 0,1-1-1,0 1 1,-1 0 0,1 0 0,0 0 0,-1 0 0,1-1 0,0 1-1,0 0 1,-1 0 0,1 0 0,-1 0 0,1 0 0,0 0 0,-1 0-1,1 0 1,0 0 0,-1 0 0,1 0 0,0 0 0,-1 0 0,1 0-1,0 0 1,-1 0 0,1 0 0,-1 1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56.273"/>
    </inkml:context>
    <inkml:brush xml:id="br0">
      <inkml:brushProperty name="width" value="0.05" units="cm"/>
      <inkml:brushProperty name="height" value="0.05" units="cm"/>
    </inkml:brush>
  </inkml:definitions>
  <inkml:trace contextRef="#ctx0" brushRef="#br0">39 282 24575,'-1'-3'0,"-1"0"0,1 0 0,-1 1 0,0-1 0,0 0 0,0 1 0,0 0 0,0-1 0,-5-2 0,1-2 0,5 7 0,0-1 0,0 1 0,1-1 0,-1 1 0,1-1 0,-1 0 0,0 1 0,1-1 0,-1 0 0,1 1 0,0-1 0,-1 0 0,1 0 0,-1 1 0,1-1 0,0 0 0,0 0 0,0 0 0,-1 1 0,1-1 0,0 0 0,0 0 0,0 0 0,0 0 0,0 0 0,0 1 0,1-1 0,-1-1 0,2 0 0,-1 1 0,1-1 0,0 1 0,0 0 0,0 0 0,-1 0 0,1 0 0,0 0 0,0 0 0,4-1 0,181-61 0,34-13 0,-179 59 0,0 2 0,0 2 0,65-11 0,-105 24 0,0-1 0,0 1 0,0 0 0,0 0 0,-1-1 0,1 1 0,0 1 0,0-1 0,0 0 0,0 0 0,-1 1 0,1-1 0,0 1 0,0-1 0,-1 1 0,1 0 0,0 0 0,-1 0 0,1 0 0,-1 0 0,3 2 0,-2 0 0,-1-1 0,0 1 0,0-1 0,0 1 0,0 0 0,0 0 0,0-1 0,-1 1 0,0 0 0,1 0 0,-1 0 0,0 0 0,-1 4 0,1 39 0,0-25 0,0-1 0,-1 0 0,-5 23 0,4-35 36,-1 0 0,0 0 0,0 0 0,-1 0 0,0 0 0,-1-1-1,0 1 1,-10 11 0,-6 4-418,-26 22 1,25-25-544,13-11-5901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56.881"/>
    </inkml:context>
    <inkml:brush xml:id="br0">
      <inkml:brushProperty name="width" value="0.05" units="cm"/>
      <inkml:brushProperty name="height" value="0.05" units="cm"/>
    </inkml:brush>
  </inkml:definitions>
  <inkml:trace contextRef="#ctx0" brushRef="#br0">133 1 24575,'-1'5'0,"0"0"0,-1 0 0,0 0 0,0-1 0,0 1 0,0 0 0,-1-1 0,0 0 0,0 1 0,0-1 0,-5 5 0,-1 2 0,-25 29 0,25-30 0,1 0 0,-1 0 0,1 1 0,-12 21 0,20-31 0,-1 0 0,1 0 0,-1 0 0,1 0 0,0 0 0,-1 0 0,1 1 0,0-1 0,0 0 0,0 0 0,0 0 0,0 0 0,0 0 0,0 0 0,0 1 0,0-1 0,0 0 0,1 0 0,-1 0 0,0 0 0,1 0 0,-1 0 0,1 0 0,-1 0 0,1 0 0,-1 0 0,1 0 0,0 0 0,0-1 0,-1 1 0,1 0 0,0 0 0,0-1 0,0 1 0,0 0 0,0-1 0,0 1 0,0-1 0,0 1 0,0-1 0,0 1 0,0-1 0,0 0 0,0 0 0,2 1 0,7 0 0,1 1 0,-1-1 0,0-1 0,11 0 0,-12 0 0,144 6 0,40-1 0,-149-10 0,-42 5 0,0 0 0,-1-1 0,1 1 0,0-1 0,0 1 0,-1-1 0,1 0 0,0 0 0,-1 1 0,1-1 0,0 0 0,-1-1 0,0 1 0,1 0 0,-1 0 0,0-1 0,1 1 0,-1 0 0,0-1 0,1-2 0,-2 4-41,1-1 0,-1 1-1,0 0 1,0-1-1,0 1 1,0-1 0,0 1-1,0 0 1,-1-1 0,1 1-1,0-1 1,0 1-1,0 0 1,0-1 0,0 1-1,0-1 1,-1 1 0,1 0-1,0-1 1,0 1-1,-1 0 1,1-1 0,0 1-1,-1 0 1,1 0 0,0-1-1,-1 1 1,1 0-1,0 0 1,-1-1 0,1 1-1,-1 0 1,-7-4-6785</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57.780"/>
    </inkml:context>
    <inkml:brush xml:id="br0">
      <inkml:brushProperty name="width" value="0.05" units="cm"/>
      <inkml:brushProperty name="height" value="0.05" units="cm"/>
    </inkml:brush>
  </inkml:definitions>
  <inkml:trace contextRef="#ctx0" brushRef="#br0">0 17 24575,'1'0'0,"0"1"0,0-1 0,0 0 0,0 0 0,0 0 0,0 1 0,0-1 0,-1 0 0,1 1 0,0-1 0,0 0 0,0 1 0,-1-1 0,1 1 0,0 0 0,0-1 0,-1 1 0,1 0 0,-1-1 0,1 1 0,-1 0 0,2 0 0,-2 1 0,1-1 0,0 0 0,0 0 0,1 0 0,-1 1 0,0-1 0,0 0 0,0-1 0,1 1 0,-1 0 0,3 1 0,21 6 0,2-1 0,33 5 0,-60-12 0,0 0 0,0 0 0,0 0 0,0 0 0,0 0 0,0 0 0,1 0 0,-1 1 0,0-1 0,0 0 0,0 0 0,0 0 0,0 0 0,0 0 0,1 0 0,-1 0 0,0 0 0,0 0 0,0 0 0,0 0 0,0 0 0,1 0 0,-1 0 0,0 0 0,0 0 0,0 0 0,0-1 0,0 1 0,1 0 0,-1 0 0,0 0 0,0 0 0,0 0 0,0 0 0,0 0 0,0 0 0,0 0 0,0 0 0,1-1 0,-1 1 0,0 0 0,0 0 0,0 0 0,0 0 0,0 0 0,0 0 0,0-1 0,0 1 0,0 0 0,0 0 0,0 0 0,0 0 0,0 0 0,0 0 0,0-1 0,0 1 0,0 0 0,0 0 0,-8-11 0,-15-11 0,22 22 0,-4-4 0,-1 0 0,1 1 0,-1-1 0,0 1 0,0 1 0,0-1 0,0 1 0,-11-3 0,15 5 0,1-1 0,-1 1 0,0-1 0,0 1 0,1 0 0,-1 0 0,0 0 0,0 0 0,1 0 0,-1 0 0,0 0 0,0 0 0,0 1 0,1-1 0,-1 1 0,0-1 0,1 1 0,-1 0 0,1 0 0,-1 0 0,0-1 0,1 2 0,0-1 0,-1 0 0,1 0 0,0 0 0,-1 1 0,1-1 0,0 0 0,0 1 0,0-1 0,0 1 0,1-1 0,-1 1 0,0 0 0,0 2 0,0-3 14,1 1 0,0 0-1,0 0 1,0 0 0,0 0-1,0-1 1,0 1-1,0 0 1,1 0 0,-1 0-1,1-1 1,-1 1 0,1 0-1,0 0 1,-1-1 0,1 1-1,0-1 1,0 1 0,0-1-1,0 1 1,1-1 0,-1 1-1,0-1 1,3 2 0,1 1-228,-1-1 1,0-1 0,1 1-1,0-1 1,0 1 0,-1-1-1,9 2 1,5 0-6613</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58.277"/>
    </inkml:context>
    <inkml:brush xml:id="br0">
      <inkml:brushProperty name="width" value="0.05" units="cm"/>
      <inkml:brushProperty name="height" value="0.05" units="cm"/>
    </inkml:brush>
  </inkml:definitions>
  <inkml:trace contextRef="#ctx0" brushRef="#br0">64 9 24575,'-16'-4'0,"15"3"0,0 1 0,0-1 0,0 1 0,0-1 0,0 1 0,0 0 0,0-1 0,0 1 0,0 0 0,0 0 0,0 0 0,0 0 0,0 0 0,0 0 0,0 0 0,0 0 0,0 0 0,0 1 0,0-1 0,0 0 0,0 0 0,0 1 0,0-1 0,1 1 0,-1-1 0,0 1 0,-1 0 0,0 0 0,1 0 0,0 0 0,-1 0 0,1 0 0,0 1 0,-1-1 0,1 0 0,0 1 0,0-1 0,0 0 0,0 1 0,1-1 0,-1 1 0,0 0 0,0-1 0,1 1 0,-1-1 0,1 1 0,0 0 0,-1-1 0,1 1 0,0 0 0,0 2 0,0-3 0,1 1 0,-1-1 0,1 0 0,0 0 0,-1 1 0,1-1 0,0 0 0,0 0 0,0 0 0,-1 0 0,1 0 0,0 0 0,0 0 0,1 0 0,-1 0 0,0-1 0,0 1 0,0 0 0,0-1 0,1 1 0,-1-1 0,0 1 0,1-1 0,-1 1 0,0-1 0,1 0 0,-1 0 0,0 0 0,3 0 0,4 1 0,0-1 0,0 0 0,0-1 0,10-2 0,-15 3 0,-1 0 0,0-1 0,0 1 0,0-1 0,1 0 0,-1 1 0,0-1 0,0 0 0,0-1 0,0 1 0,0 0 0,0 0 0,0-1 0,-1 1 0,1-1 0,-1 0 0,1 1 0,-1-1 0,3-3 0,-4 4 0,0 1 0,0-1 0,0 0 0,0 0 0,0 0 0,0 0 0,-1 1 0,1-1 0,0 0 0,0 0 0,-1 0 0,1 1 0,0-1 0,-1 0 0,1 0 0,-1 1 0,1-1 0,-1 0 0,1 1 0,-1-1 0,1 0 0,-1 1 0,0-1 0,1 1 0,-1-1 0,0 1 0,1-1 0,-1 1 0,0 0 0,0-1 0,1 1 0,-1 0 0,0 0 0,0-1 0,0 1 0,0 0 0,0 0 0,-3-1 0,0 0 0,1 0 0,-1 0 0,0 1 0,1-1 0,-1 1 0,-5 0 0,7 1-62,1-1 0,-1 1 0,1-1 0,0 1 0,-1-1 0,1 1 0,0 0 0,-1-1 0,1 1 0,0 0 0,0 0 0,0 0-1,-1 0 1,1 0 0,0 0 0,0 1 0,1-1 0,-1 0 0,0 0 0,0 1 0,0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58.697"/>
    </inkml:context>
    <inkml:brush xml:id="br0">
      <inkml:brushProperty name="width" value="0.05" units="cm"/>
      <inkml:brushProperty name="height" value="0.05" units="cm"/>
    </inkml:brush>
  </inkml:definitions>
  <inkml:trace contextRef="#ctx0" brushRef="#br0">123 1 24575,'-13'0'0,"-1"-1"0,1 2 0,-22 2 0,32-3 0,1 1 0,-1-1 0,1 1 0,-1-1 0,1 1 0,0 0 0,-1 0 0,1 0 0,0 0 0,0 1 0,-1-1 0,1 1 0,0-1 0,0 1 0,1 0 0,-1-1 0,0 1 0,1 0 0,-1 0 0,-1 4 0,3-6 0,-1 1 0,1-1 0,0 1 0,0 0 0,0-1 0,-1 1 0,1 0 0,0-1 0,0 1 0,0 0 0,0-1 0,0 1 0,0 0 0,0-1 0,1 1 0,-1-1 0,0 1 0,0 0 0,0-1 0,1 1 0,-1-1 0,0 1 0,1 0 0,-1-1 0,0 1 0,1 0 0,18 10 0,-12-9 0,0 0 0,0 0 0,13 1 0,14-4 0,-32 1 0,0-1 0,-1 1 0,1 0 0,-1 0 0,1-1 0,-1 1 0,1-1 0,-1 0 0,1 1 0,-1-1 0,1 0 0,-1 0 0,0 0 0,1 0 0,-1 0 0,0 0 0,0 0 0,1-2 0,-1 2 9,-1 0-1,0 1 0,0-1 1,0 0-1,0 1 0,0-1 1,0 0-1,0 1 0,0-1 1,0 0-1,-1 1 0,1-1 0,0 0 1,0 1-1,0-1 0,-1 1 1,1-1-1,0 0 0,-1 1 1,1-1-1,-1 1 0,1-1 1,0 1-1,-1-1 0,1 1 1,-1-1-1,0 1 0,1 0 1,-1-1-1,1 1 0,-1 0 1,1-1-1,-1 1 0,0 0 1,1 0-1,-1 0 0,0 0 1,1-1-1,-1 1 0,-1 0 1,0 0-165,-1-1 1,1 0 0,0 1 0,-1 0 0,1-1 0,-1 1 0,1 0-1,-1 0 1,1 1 0,-4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59.098"/>
    </inkml:context>
    <inkml:brush xml:id="br0">
      <inkml:brushProperty name="width" value="0.05" units="cm"/>
      <inkml:brushProperty name="height" value="0.05" units="cm"/>
    </inkml:brush>
  </inkml:definitions>
  <inkml:trace contextRef="#ctx0" brushRef="#br0">165 41 24575,'-1'-1'0,"1"0"0,0 0 0,-1 0 0,1 0 0,0 0 0,-1 1 0,1-1 0,-1 0 0,1 0 0,-1 1 0,0-1 0,1 0 0,-1 1 0,0-1 0,1 1 0,-1-1 0,0 1 0,0-1 0,1 1 0,-2-1 0,-21-9 0,18 8 0,-2-1 0,0 1 0,0-1 0,0 2 0,-1-1 0,1 1 0,-1 0 0,-7 0 0,12 1 0,1 0 0,-1 0 0,1 0 0,-1 1 0,1-1 0,-1 1 0,1-1 0,-1 1 0,1 0 0,-1 0 0,1 0 0,0 0 0,-1 0 0,1 1 0,0-1 0,0 1 0,0-1 0,0 1 0,0 0 0,0 0 0,1 0 0,-1 0 0,-2 4 0,4-5 0,0 0 0,-1 0 0,1 0 0,0 0 0,0 0 0,0 0 0,0 0 0,0 0 0,0 0 0,0 0 0,0 0 0,0 0 0,1 0 0,-1 0 0,0 0 0,1 0 0,-1 0 0,0 0 0,1 0 0,-1 0 0,1 0 0,0 0 0,-1-1 0,1 1 0,0 0 0,-1 0 0,1-1 0,0 1 0,0 0 0,0-1 0,0 1 0,0-1 0,0 1 0,-1-1 0,1 0 0,0 1 0,0-1 0,2 1 0,40 12 0,-42-13 0,38 9 0,-14-2 0,1-2 0,31 3 0,-56-8 0,-1 0 0,0 0 0,0 0 0,1 0 0,-1 0 0,0 0 0,0 0 0,1 0 0,-1 0 0,0 0 0,0 0 0,1 0 0,-1 0 0,0 0 0,0 0 0,1 0 0,-1 0 0,0 0 0,0 0 0,0 0 0,1 0 0,-1 0 0,0-1 0,0 1 0,1 0 0,-1 0 0,0 0 0,0 0 0,0 0 0,1-1 0,-1 1 0,0 0 0,0 0 0,0 0 0,0-1 0,0 1 0,0 0 0,1 0 0,-1-1 0,0 1 0,0 0 0,0 0 0,0-1 0,-8-11 0,-23-15 0,27 23 0,-3-1 137,6 3-253,-1 0 1,1 1-1,-1-1 1,1 1-1,-1 0 1,0 0-1,0-1 1,0 1-1,0 0 1,0 1-1,0-1 1,-4-1-1</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0:59.424"/>
    </inkml:context>
    <inkml:brush xml:id="br0">
      <inkml:brushProperty name="width" value="0.05" units="cm"/>
      <inkml:brushProperty name="height" value="0.05" units="cm"/>
    </inkml:brush>
  </inkml:definitions>
  <inkml:trace contextRef="#ctx0" brushRef="#br0">66 11 24575,'2'-2'0,"-6"-1"0,-9-2 0,11 5 0,0 0 0,0 0 0,0 0 0,0 0 0,0 1 0,0-1 0,0 1 0,0-1 0,0 1 0,0 0 0,0 0 0,0 0 0,0 0 0,1 0 0,-1 1 0,0-1 0,1 0 0,-1 1 0,1-1 0,-1 1 0,1-1 0,0 1 0,-1 0 0,1 0 0,0 0 0,0 0 0,0-1 0,1 1 0,-2 3 0,2-3 0,-1-1 0,1 0 0,0 1 0,0-1 0,0 1 0,-1-1 0,1 1 0,0-1 0,1 0 0,-1 1 0,0-1 0,0 1 0,1-1 0,-1 1 0,1-1 0,-1 0 0,1 1 0,-1-1 0,1 0 0,0 0 0,0 1 0,0-1 0,0 0 0,0 0 0,0 0 0,0 0 0,0 0 0,0 0 0,0 0 0,0-1 0,1 1 0,-1 0 0,0 0 0,1-1 0,-1 1 0,0-1 0,1 0 0,-1 1 0,1-1 0,-1 0 0,0 0 0,3 0 0,0 1 23,-1-1 0,1-1 0,-1 1-1,1 0 1,-1-1 0,1 0 0,-1 0-1,0 0 1,1 0 0,-1 0 0,0-1-1,0 1 1,0-1 0,4-3 0,-5 4-77,-1 0 1,0 0 0,1 0-1,-1 0 1,0 0 0,0-1-1,0 1 1,0 0 0,0-1-1,0 1 1,0-1 0,0 1-1,-1-1 1,1 1 0,-1-1-1,1 1 1,-1-1 0,1 0-1,-1 1 1,0-1 0,0 0-1,0 1 1,0-1 0,0 0-1,0 1 1,0-1 0,-1 0-1,1 1 1,0-1 0,-1 0-1,-1-1 1,-3-7-6773</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40.148"/>
    </inkml:context>
    <inkml:brush xml:id="br0">
      <inkml:brushProperty name="width" value="0.05" units="cm"/>
      <inkml:brushProperty name="height" value="0.05" units="cm"/>
    </inkml:brush>
  </inkml:definitions>
  <inkml:trace contextRef="#ctx0" brushRef="#br0">1 1 24575,'9'0'0,"0"0"0,0 1 0,0 0 0,0 1 0,0 0 0,0 0 0,11 5 0,-18-6 0,-1 0 0,1 0 0,0 0 0,-1 0 0,1 0 0,0 0 0,-1 0 0,0 1 0,1-1 0,-1 0 0,0 1 0,1 0 0,-1-1 0,0 1 0,0 0 0,1 2 0,-2-1 0,1-1 0,-1 0 0,0 0 0,0 0 0,0 1 0,0-1 0,-1 0 0,1 0 0,0 0 0,-1 0 0,0 0 0,1 1 0,-1-1 0,0 0 0,0 0 0,0-1 0,0 1 0,-3 3 0,0 1 0,-1 0 0,0 0 0,0 0 0,-10 8 0,13-12 0,0 0 0,0-1 0,0 1 0,0-1 0,0 0 0,0 1 0,-1-1 0,1 0 0,-1 0 0,1 0 0,0-1 0,-1 1 0,0-1 0,1 1 0,-1-1 0,1 0 0,-4 0 0,5 0 0,1 0 0,-1-1 0,1 1 0,-1 0 0,1 0 0,-1-1 0,1 1 0,0 0 0,-1-1 0,1 1 0,0 0 0,-1-1 0,1 1 0,0-1 0,-1 1 0,1 0 0,0-1 0,0 1 0,-1-1 0,1 1 0,0-1 0,0 1 0,0-1 0,0 1 0,0-1 0,0 1 0,0-1 0,0 1 0,0-1 0,0 1 0,0-1 0,0 1 0,0-1 0,0 1 0,0-1 0,0 1 0,1-1 0,-1 1 0,0-1 0,0 1 0,0-1 0,1 1 0,-1-1 0,0 1 0,1 0 0,0-1 0,17-26 0,-15 23 0,29-33 0,-30 35 0,-1 0 0,1 1 0,1-1 0,-1 1 0,0-1 0,0 1 0,0 0 0,1-1 0,-1 1 0,1 0 0,-1 1 0,1-1 0,-1 0 0,1 1 0,-1 0 0,4-1 0,-5 1 0,0 0 0,-1 0 0,1 0 0,0 1 0,0-1 0,-1 0 0,1 0 0,0 1 0,-1-1 0,1 0 0,0 1 0,-1-1 0,1 0 0,0 1 0,-1-1 0,1 1 0,-1-1 0,1 1 0,-1 0 0,1-1 0,-1 1 0,1-1 0,-1 1 0,0 0 0,1-1 0,-1 1 0,0 0 0,0 0 0,1-1 0,-1 1 0,0 0 0,0-1 0,0 1 0,0 0 0,0 0 0,0-1 0,0 1 0,0 0 0,0 0 0,0-1 0,-1 1 0,1 0 0,0 0 0,0-1 0,-1 1 0,1 0 0,0-1 0,-1 1 0,0 0 0,-1 4 0,0-1 0,0 0 0,-1 0 0,1 0 0,-1 0 0,-4 5 0,2-5 0,0 0 0,0 0 0,-1-1 0,1 1 0,-1-1 0,1 0 0,-7 1 0,11-3 0,-1 0 0,1-1 0,0 1 0,-1-1 0,1 1 0,0-1 0,-1 1 0,1-1 0,-1 0 0,1 0 0,-1 0 0,1 0 0,-1 0 0,1 0 0,0 0 0,-1 0 0,1-1 0,-1 1 0,1 0 0,0-1 0,-1 1 0,1-1 0,0 0 0,-1 1 0,1-1 0,0 0 0,0 0 0,0 0 0,0 0 0,0 0 0,0 0 0,0 0 0,0 0 0,0 0 0,0-1 0,0-1 0,0 2 12,1-1 1,-1 0-1,1 1 0,0-1 0,0 0 0,0 0 1,0 0-1,0 1 0,1-1 0,-1 0 0,0 0 1,1 1-1,-1-1 0,1 0 0,0 1 0,-1-1 0,1 1 1,0-1-1,0 1 0,0-1 0,0 1 0,0-1 1,1 1-1,-1 0 0,0 0 0,0 0 0,3-2 1,0 0-184,-1 0 0,1 1 1,0 0-1,0-1 0,0 1 1,0 0-1,0 1 0,1-1 1,6-1-1,1 2-6655</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40.629"/>
    </inkml:context>
    <inkml:brush xml:id="br0">
      <inkml:brushProperty name="width" value="0.05" units="cm"/>
      <inkml:brushProperty name="height" value="0.05" units="cm"/>
    </inkml:brush>
  </inkml:definitions>
  <inkml:trace contextRef="#ctx0" brushRef="#br0">121 1 24575,'-2'1'0,"0"0"0,-1 1 0,1-1 0,0 1 0,1 0 0,-1-1 0,0 1 0,0 0 0,1 0 0,-1 0 0,1 0 0,0 0 0,0 1 0,0-1 0,-2 3 0,1 0 0,-15 26 0,2 1 0,-18 52 0,27-62 0,0-1 0,1 0 0,2 1 0,0 0 0,0 29 0,3-42 29,1 0-1,0 0 1,0-1-1,1 1 0,0-1 1,1 1-1,0-1 1,0 0-1,1 0 1,0 0-1,8 11 1,-5-9-243,0-1 1,1 0 0,0 0-1,1-1 1,0 0 0,1-1-1,18 12 1,13 4-6613</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41.171"/>
    </inkml:context>
    <inkml:brush xml:id="br0">
      <inkml:brushProperty name="width" value="0.05" units="cm"/>
      <inkml:brushProperty name="height" value="0.05" units="cm"/>
    </inkml:brush>
  </inkml:definitions>
  <inkml:trace contextRef="#ctx0" brushRef="#br0">195 7 24575,'0'0'0,"0"-1"0,0 1 0,0 0 0,-1-1 0,1 1 0,0 0 0,0 0 0,0-1 0,0 1 0,0 0 0,0-1 0,-1 1 0,1 0 0,0 0 0,0-1 0,0 1 0,-1 0 0,1 0 0,0 0 0,0-1 0,-1 1 0,1 0 0,0 0 0,0 0 0,-1 0 0,1 0 0,0 0 0,0-1 0,-1 1 0,1 0 0,0 0 0,-1 0 0,1 0 0,0 0 0,-1 0 0,1 0 0,0 0 0,-1 0 0,1 0 0,0 0 0,0 1 0,-1-1 0,1 0 0,0 0 0,-1 0 0,1 0 0,0 0 0,0 0 0,-1 1 0,1-1 0,0 0 0,-16 10 0,4 0 0,0 2 0,1 0 0,1 0 0,0 1 0,1 0 0,0 1 0,-12 25 0,7-8 0,1 0 0,-13 55 0,20-64 0,1 1 0,2-1 0,0 1 0,1 0 0,1 0 0,2 0 0,4 38 0,-3-48 0,1-1 0,0 0 0,1 0 0,0 0 0,1-1 0,1 1 0,-1-1 0,2 0 0,-1-1 0,2 1 0,-1-1 0,1-1 0,1 0 0,0 0 0,16 13 0,-9-11-273,1-1 0,0 0 0,0-2 0,23 9 0,14 2-6553</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41.744"/>
    </inkml:context>
    <inkml:brush xml:id="br0">
      <inkml:brushProperty name="width" value="0.05" units="cm"/>
      <inkml:brushProperty name="height" value="0.05" units="cm"/>
    </inkml:brush>
  </inkml:definitions>
  <inkml:trace contextRef="#ctx0" brushRef="#br0">206 0 24575,'-12'13'0,"1"1"0,1-1 0,0 2 0,1-1 0,-9 20 0,-31 81 0,47-109 0,-16 41 0,2 0 0,2 2 0,2 0 0,2 0 0,-3 69 0,11-92 0,2 1 0,1-1 0,1 1 0,2-1 0,0 0 0,2 0 0,0 0 0,2-1 0,1 0 0,1 0 0,25 43 0,-17-42-136,1-1-1,1-1 1,0-1-1,2 0 1,1-2-1,1-1 1,0 0-1,2-2 0,39 21 1,8 0-6690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42.365"/>
    </inkml:context>
    <inkml:brush xml:id="br0">
      <inkml:brushProperty name="width" value="0.05" units="cm"/>
      <inkml:brushProperty name="height" value="0.05" units="cm"/>
    </inkml:brush>
  </inkml:definitions>
  <inkml:trace contextRef="#ctx0" brushRef="#br0">85 0 24575,'0'3'0,"-1"1"0,0-1 0,0 0 0,0 1 0,-1-1 0,1 0 0,-1 0 0,-3 4 0,-6 15 0,-3 23 0,1 2 0,3-1 0,1 1 0,-2 66 0,8-45 0,4 0 0,14 101 0,-7-114 49,3-1 0,3 0 0,1 0-1,4-2 1,1 0 0,34 62 0,-31-73-263,2-2 1,2 0 0,1-2-1,1-1 1,3-1 0,1-2-1,64 51 1,-10-22-6613</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26.270"/>
    </inkml:context>
    <inkml:brush xml:id="br0">
      <inkml:brushProperty name="width" value="0.05" units="cm"/>
      <inkml:brushProperty name="height" value="0.05" units="cm"/>
    </inkml:brush>
  </inkml:definitions>
  <inkml:trace contextRef="#ctx0" brushRef="#br0">2 17 24575,'0'0'0,"0"-1"0,-1 1 0,1-1 0,0 1 0,0-1 0,0 1 0,0-1 0,0 1 0,0-1 0,0 1 0,0-1 0,0 1 0,0-1 0,0 1 0,0-1 0,1 1 0,-1-1 0,0 1 0,0-1 0,1 1 0,-1-1 0,0 1 0,0 0 0,1-1 0,-1 1 0,0-1 0,1 1 0,-1 0 0,1-1 0,-1 1 0,0 0 0,1-1 0,-1 1 0,1 0 0,-1 0 0,1 0 0,-1-1 0,1 1 0,-1 0 0,2 0 0,-1 0 0,0 1 0,0-1 0,0 1 0,-1-1 0,1 1 0,0 0 0,0-1 0,0 1 0,0 0 0,-1 0 0,1 0 0,0-1 0,-1 1 0,1 0 0,-1 0 0,1 0 0,-1 0 0,1 0 0,0 2 0,6 21 0,0 0 0,-1 0 0,2 31 0,-6-37 0,0 0 0,2 1 0,0-1 0,1-1 0,1 1 0,0-1 0,14 26 0,-17-38 0,0 0 0,0 0 0,0-1 0,0 1 0,1-1 0,7 8 0,-11-12 0,1 1 0,0-1 0,0 1 0,-1-1 0,1 1 0,0-1 0,0 0 0,0 1 0,0-1 0,0 0 0,0 0 0,-1 0 0,1 0 0,0 0 0,0 0 0,0 0 0,0 0 0,0 0 0,0 0 0,0 0 0,0 0 0,0-1 0,-1 1 0,1 0 0,0-1 0,0 1 0,0 0 0,0-1 0,-1 1 0,1-1 0,0 0 0,-1 1 0,1-1 0,0 0 0,-1 1 0,1-1 0,-1 0 0,1 1 0,-1-1 0,1 0 0,-1 0 0,1-1 0,5-9 34,-1 0 0,0 0 0,-1 0 0,0 0 0,-1-1 1,2-13-1,9-26-1638,-10 38-5222</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26.674"/>
    </inkml:context>
    <inkml:brush xml:id="br0">
      <inkml:brushProperty name="width" value="0.05" units="cm"/>
      <inkml:brushProperty name="height" value="0.05" units="cm"/>
    </inkml:brush>
  </inkml:definitions>
  <inkml:trace contextRef="#ctx0" brushRef="#br0">198 4 24575,'-12'-2'0,"11"2"0,0 0 0,0-1 0,0 1 0,0 0 0,0 0 0,0 0 0,0 0 0,1 0 0,-1 0 0,0 0 0,0 0 0,0 0 0,0 0 0,0 1 0,0-1 0,0 0 0,0 1 0,1-1 0,-1 0 0,0 1 0,0-1 0,0 2 0,-8 5 0,1 0 0,0 0 0,0 1 0,0 1 0,1-1 0,-8 14 0,-7 8 0,9-14 0,1 1 0,-15 28 0,22-36 0,1-1 0,0 1 0,1 0 0,0 0 0,1 0 0,-1 0 0,-1 18 0,5-14-1365,2-4-5461</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27.250"/>
    </inkml:context>
    <inkml:brush xml:id="br0">
      <inkml:brushProperty name="width" value="0.05" units="cm"/>
      <inkml:brushProperty name="height" value="0.05" units="cm"/>
    </inkml:brush>
  </inkml:definitions>
  <inkml:trace contextRef="#ctx0" brushRef="#br0">87 80 24575,'0'9'0,"-1"-1"0,0 0 0,0 1 0,-1-1 0,0 0 0,-1 0 0,-3 8 0,-30 53 0,1-1 0,88-179 0,-46 93 0,0 0 0,2 0 0,0 1 0,1 0 0,0 1 0,2 0 0,0 1 0,17-17 0,-28 31 0,0-1 0,0 1 0,0 0 0,0 0 0,0 1 0,0-1 0,1 0 0,-1 0 0,0 1 0,0-1 0,1 0 0,-1 1 0,0-1 0,1 1 0,-1 0 0,1-1 0,-1 1 0,1 0 0,-1 0 0,0 0 0,1 0 0,-1 0 0,1 0 0,-1 1 0,1-1 0,-1 0 0,0 1 0,2 0 0,-1 0 0,-1 1 0,1-1 0,-1 1 0,1 0 0,-1-1 0,0 1 0,0 0 0,0 0 0,0 0 0,0 0 0,0 0 0,0 0 0,0 0 0,-1 0 0,0 0 0,1 0 0,-1 0 0,0 3 0,2 25 0,-5 41 0,1 23 0,3-84 0,0 0 0,0 0 0,1 0 0,1 0 0,-1 0 0,9 18 0,-10-25-114,0-1 1,1 1-1,-1 0 0,1-1 0,0 1 1,0 0-1,0-1 0,0 0 0,0 0 1,1 1-1,4 2 0,2 0-6712</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2:27.417"/>
    </inkml:context>
    <inkml:brush xml:id="br0">
      <inkml:brushProperty name="width" value="0.05" units="cm"/>
      <inkml:brushProperty name="height" value="0.05" units="cm"/>
    </inkml:brush>
  </inkml:definitions>
  <inkml:trace contextRef="#ctx0" brushRef="#br0">18 42 24575,'-3'-3'0,"-2"0"0,-1-3 0,3 1 0,4 0 0,5 1 0,6 2 0,7 1 0,7-2 0,5-1 0,2 2 0,3 0 0,-5 0-8191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8.238"/>
    </inkml:context>
    <inkml:brush xml:id="br0">
      <inkml:brushProperty name="width" value="0.05" units="cm"/>
      <inkml:brushProperty name="height" value="0.05" units="cm"/>
    </inkml:brush>
  </inkml:definitions>
  <inkml:trace contextRef="#ctx0" brushRef="#br0">128 501 24575,'-8'0'0,"6"1"0,0-1 0,0 0 0,0 0 0,0 0 0,0 0 0,0 0 0,0 0 0,0 0 0,0-1 0,0 1 0,0-1 0,0 1 0,0-1 0,0 0 0,-3-2 0,5 3 0,0 0 0,0-1 0,0 1 0,-1 0 0,1-1 0,0 1 0,0 0 0,0-1 0,0 1 0,0 0 0,0-1 0,0 1 0,0-1 0,1 1 0,-1 0 0,0-1 0,0 1 0,0 0 0,0-1 0,0 1 0,1 0 0,-1 0 0,0-1 0,0 1 0,0 0 0,1-1 0,-1 1 0,0 0 0,0 0 0,1 0 0,-1-1 0,0 1 0,1 0 0,-1 0 0,0 0 0,1-1 0,15-7 0,-12 6 0,5-3 0,0 0 0,0-1 0,-1 0 0,0 0 0,0-1 0,-1 0 0,1-1 0,-1 1 0,7-11 0,-13 15 0,1 0 0,0 0 0,0 0 0,-1 0 0,0 0 0,0 0 0,1 0 0,-2 0 0,1 0 0,0-1 0,-1 1 0,1 0 0,-1-1 0,0 1 0,0 0 0,-1 0 0,1-1 0,0 1 0,-1 0 0,0 0 0,0-1 0,0 1 0,0 0 0,-1 0 0,1 0 0,-1 0 0,1 0 0,-1 1 0,0-1 0,0 0 0,-1 1 0,-2-3 0,2 1 0,-1 1 0,1 1 0,-1-1 0,0 0 0,0 1 0,0 0 0,0 0 0,0 0 0,-1 0 0,1 1 0,0-1 0,-1 1 0,1 0 0,-1 1 0,1-1 0,-1 1 0,0 0 0,1 0 0,-1 0 0,1 0 0,-1 1 0,0 0 0,1 0 0,0 0 0,-1 1 0,1 0 0,0-1 0,0 1 0,0 1 0,0-1 0,0 1 0,0-1 0,0 1 0,1 0 0,0 0 0,-1 1 0,1-1 0,0 1 0,1-1 0,-1 1 0,1 0 0,0 0 0,0 0 0,0 1 0,-2 6 0,1-3 0,1-1 0,1 1 0,0 0 0,0 0 0,0 0 0,1 0 0,0 0 0,0 0 0,1 0 0,0 0 0,1 0 0,0 0 0,0 0 0,0-1 0,1 1 0,0-1 0,1 0 0,0 0 0,0 0 0,0 0 0,10 11 0,-9-13 0,0 0 0,0 0 0,0-1 0,0 1 0,1-1 0,0 0 0,0-1 0,0 1 0,0-1 0,1 0 0,-1-1 0,1 0 0,0 0 0,0 0 0,-1-1 0,1 0 0,0 0 0,0-1 0,0 0 0,0 0 0,0 0 0,0-1 0,0 0 0,0-1 0,8-2 0,-8 2 0,-1-1 0,-1 1 0,1-1 0,0-1 0,-1 1 0,1-1 0,-1 0 0,0 0 0,0 0 0,-1-1 0,1 0 0,-1 0 0,0 0 0,0 0 0,-1-1 0,1 0 0,-1 1 0,-1-1 0,1 0 0,1-8 0,-1 6 0,-1 0 0,-1 0 0,0 0 0,0 0 0,0 0 0,-1 0 0,0 0 0,-1 0 0,0 0 0,0 0 0,0 0 0,-1 0 0,-1 0 0,1 0 0,-8-13 0,10 21 0,0 0 0,0 0 0,0 0 0,0 0 0,0 0 0,0 0 0,0 0 0,0 0 0,0 0 0,0 0 0,0 0 0,0 0 0,0 0 0,0 0 0,0 0 0,0 0 0,0 0 0,0 0 0,0 0 0,0 0 0,0 1 0,0-1 0,-1 0 0,1 0 0,0 0 0,0 0 0,0 0 0,0 0 0,0 0 0,0 0 0,0 0 0,0-1 0,0 1 0,0 0 0,2 12 0,5 17 0,-1-4 0,-5-19 0,0 1 0,1 0 0,0-1 0,0 1 0,0-1 0,1 1 0,0-1 0,0 0 0,6 8 0,-8-14 0,0 1 0,0-1 0,-1 1 0,1 0 0,0-1 0,0 0 0,0 1 0,0-1 0,0 1 0,0-1 0,0 0 0,0 0 0,0 0 0,0 0 0,0 1 0,0-1 0,0 0 0,0-1 0,0 1 0,0 0 0,0 0 0,0 0 0,0-1 0,0 1 0,0 0 0,0-1 0,0 1 0,-1-1 0,1 1 0,0-1 0,0 1 0,0-1 0,-1 0 0,1 1 0,0-1 0,0 0 0,-1 0 0,1 1 0,-1-1 0,1 0 0,0-1 0,3-4 0,1-1 0,-1 0 0,6-13 0,-2-5 0,-7 20 0,1 0 0,-1 0 0,1 0 0,0 0 0,5-8 0,-6 13 0,-1-1 0,1 1 0,-1 0 0,1-1 0,-1 1 0,1 0 0,-1 0 0,1-1 0,0 1 0,-1 0 0,1 0 0,-1 0 0,1 0 0,-1 0 0,1 0 0,0 0 0,-1 0 0,1 0 0,0 0 0,-1 0 0,1 0 0,-1 0 0,1 0 0,-1 0 0,1 1 0,0-1 0,21 11 0,-11-6 0,-1-2 0,0-1 0,0 0 0,1 0 0,-1-1 0,0 0 0,1-1 0,-1 0 0,12-3 0,-16 3 0,0-1 0,1 0 0,-1-1 0,0 1 0,0-1 0,0 0 0,-1-1 0,1 0 0,0 1 0,-1-2 0,0 1 0,0-1 0,0 0 0,7-6 0,-11 8 0,1 1 0,-1-1 0,1 0 0,-1 0 0,0 0 0,0 0 0,0 0 0,0 0 0,0 0 0,-1 0 0,1 0 0,-1 0 0,1 0 0,-1 0 0,0-1 0,1 1 0,-1 0 0,0 0 0,-1 0 0,1-1 0,0 1 0,-1 0 0,1 0 0,-2-2 0,2 2 0,-1 1 0,-1-1 0,1 1 0,0 0 0,0-1 0,0 1 0,-1 0 0,1 0 0,-1 0 0,1 0 0,-1 0 0,1 0 0,-1 1 0,1-1 0,-1 0 0,0 1 0,1-1 0,-1 1 0,0 0 0,0-1 0,1 1 0,-1 0 0,0 0 0,0 0 0,1 0 0,-1 1 0,0-1 0,0 0 0,1 1 0,-4 0 0,0 1 0,-1 0 0,1 1 0,-1-1 0,1 1 0,0 0 0,0 0 0,0 1 0,1-1 0,-1 1 0,1 0 0,0 0 0,0 1 0,-4 5 0,6-8 0,0 1 0,0-1 0,1 1 0,-1 0 0,1 0 0,-1 0 0,1 0 0,0 0 0,0 0 0,0 0 0,0 1 0,1-1 0,-1 0 0,1 0 0,0 1 0,0-1 0,0 0 0,1 0 0,-1 1 0,1-1 0,-1 0 0,1 0 0,0 0 0,0 0 0,2 4 0,0-4 0,-1 0 0,1 0 0,-1-1 0,1 1 0,0-1 0,0 0 0,0 0 0,0 0 0,0 0 0,0 0 0,1 0 0,-1-1 0,1 0 0,-1 0 0,1 0 0,-1 0 0,1 0 0,0-1 0,5 1 0,1-1 0,0 0 0,0 0 0,0-1 0,0 0 0,19-5 0,-22 5 0,0-2 0,0 1 0,-1-1 0,1 0 0,-1 0 0,0 0 0,0-1 0,0 0 0,-1 0 0,8-7 0,-10 7 0,0 1 0,-1-1 0,1 0 0,-1 0 0,0 0 0,1 0 0,-2 0 0,1 0 0,0 0 0,-1-1 0,0 1 0,0 0 0,0-1 0,-1 1 0,0-1 0,0-9 0,-2-22 0,5 40 0,1-1 0,-1 1 0,0 1 0,-1-1 0,5 8 0,3 12 0,-7-16 0,0 0 0,1-1 0,-1 0 0,7 8 0,-9-13 0,1 0 0,-1 0 0,1-1 0,0 1 0,-1-1 0,1 1 0,0-1 0,0 0 0,0 1 0,0-1 0,0 0 0,0 0 0,1 0 0,-1-1 0,0 1 0,0-1 0,1 1 0,3 0 0,1-1 0,-1 0 0,0 0 0,0-1 0,0 1 0,0-1 0,0-1 0,0 1 0,0-1 0,0 0 0,-1 0 0,1-1 0,-1 0 0,1 0 0,-1 0 0,0 0 0,0-1 0,0 0 0,-1 0 0,1 0 0,-1-1 0,0 1 0,0-1 0,-1 0 0,1 0 0,-1-1 0,0 1 0,-1 0 0,4-11 0,-1 3 0,-1 0 0,0 0 0,-1-1 0,0 0 0,-1 0 0,-1 0 0,0 0 0,-2-20 0,0 25 0,0 0 0,0 0 0,-1 0 0,-1 0 0,1 1 0,-1-1 0,0 1 0,-1 0 0,0 0 0,-1 0 0,1 0 0,-1 1 0,-1-1 0,-7-7 0,12 14 0,-1-1 0,0 0 0,0 1 0,0-1 0,0 1 0,0 0 0,0-1 0,0 1 0,0 0 0,0 0 0,-1 1 0,1-1 0,0 0 0,-1 1 0,1-1 0,-3 1 0,3 0 0,1 0 0,0 0 0,0 1 0,-1-1 0,1 1 0,0-1 0,0 1 0,-1-1 0,1 1 0,0 0 0,0 0 0,0-1 0,0 1 0,0 0 0,0 0 0,0 0 0,0 0 0,1 0 0,-1 0 0,0 1 0,1-1 0,-1 0 0,0 0 0,1 0 0,-1 1 0,1-1 0,0 0 0,-1 0 0,1 1 0,0 1 0,-2 9 0,1 0 0,0 1 0,1-1 0,1 1 0,-1-1 0,2 1 0,0-1 0,1 0 0,0 1 0,5 12 0,1 0 0,2-1 0,0 0 0,26 40 0,-25-48-455,0 0 0,27 26 0,-23-26-6371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8.346"/>
    </inkml:context>
    <inkml:brush xml:id="br0">
      <inkml:brushProperty name="width" value="0.05" units="cm"/>
      <inkml:brushProperty name="height" value="0.05" units="cm"/>
    </inkml:brush>
  </inkml:definitions>
  <inkml:trace contextRef="#ctx0" brushRef="#br0">0 15 24575,'0'-2'0,"0"-4"0,3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19.168"/>
    </inkml:context>
    <inkml:brush xml:id="br0">
      <inkml:brushProperty name="width" value="0.05" units="cm"/>
      <inkml:brushProperty name="height" value="0.05" units="cm"/>
    </inkml:brush>
  </inkml:definitions>
  <inkml:trace contextRef="#ctx0" brushRef="#br0">114 120 24575,'1'0'0,"-1"-1"0,1 1 0,-1-1 0,1 1 0,-1-1 0,1 0 0,-1 1 0,1-1 0,-1 0 0,0 1 0,1-1 0,-1 0 0,0 1 0,0-1 0,1 0 0,-1 0 0,0 1 0,0-1 0,0 0 0,0 0 0,0 0 0,0 1 0,0-1 0,0 0 0,-1 0 0,1 1 0,0-1 0,0 0 0,0 0 0,-1 1 0,1-1 0,-1 0 0,1 1 0,0-1 0,-1 0 0,1 1 0,-1-1 0,1 1 0,-1-1 0,0 1 0,1-1 0,-1 1 0,1-1 0,-1 1 0,-1-1 0,0 0 0,0 0 0,0-1 0,0 1 0,0 0 0,0 1 0,-1-1 0,1 0 0,0 1 0,-1-1 0,1 1 0,-1 0 0,1-1 0,-5 2 0,3 0 0,0 1 0,0-1 0,0 1 0,1 0 0,-1 0 0,0 1 0,1-1 0,0 1 0,-1 0 0,1 0 0,0 0 0,0 0 0,1 0 0,-1 1 0,1-1 0,0 1 0,0 0 0,0 0 0,0 0 0,0 0 0,1 0 0,-2 7 0,2-6 0,-1 0 0,1 0 0,0 0 0,0 0 0,1 0 0,0 1 0,0-1 0,0 0 0,0 0 0,1 0 0,0 0 0,0 0 0,0 0 0,1 0 0,-1 0 0,1 0 0,1 0 0,3 6 0,-3-8 0,-1-1 0,1 0 0,0 0 0,-1 0 0,1-1 0,0 1 0,0-1 0,1 1 0,-1-1 0,0 0 0,0 0 0,0-1 0,1 1 0,-1-1 0,1 1 0,-1-1 0,0 0 0,1 0 0,-1-1 0,0 1 0,1-1 0,-1 1 0,0-1 0,0 0 0,6-3 0,-6 3 0,1 0 0,-1 0 0,0-1 0,0 1 0,1-1 0,-1 1 0,-1-1 0,1 0 0,0-1 0,0 1 0,-1 0 0,1-1 0,-1 1 0,0-1 0,0 0 0,0 0 0,0 0 0,0 0 0,0 0 0,-1 0 0,0 0 0,0-1 0,1 1 0,0-6 0,-3 6 0,1 0 0,-1 0 0,1 1 0,-1-1 0,0 1 0,0-1 0,0 0 0,0 1 0,0 0 0,0-1 0,-1 1 0,1 0 0,-1-1 0,0 1 0,0 0 0,0 0 0,0 1 0,0-1 0,-2-2 0,0 2 0,1-1 0,1 0 0,-1 0 0,0 0 0,1 0 0,-1 0 0,-1-4 0,4 6 0,0 0 0,-1 0 0,1 0 0,0 0 0,0 0 0,0 0 0,0 0 0,1 0 0,-1 0 0,0 0 0,0 0 0,0 0 0,1 0 0,-1 0 0,1 0 0,-1 0 0,1 0 0,-1 0 0,1 0 0,-1 0 0,1 1 0,0-1 0,-1 0 0,2 0 0,24-22 0,-16 14 0,25-32 0,-14 15 0,-21 26 0,0-1 0,1 0 0,-1 1 0,1-1 0,-1 1 0,1-1 0,-1 1 0,1-1 0,-1 1 0,1 0 0,-1-1 0,1 1 0,0 0 0,-1-1 0,1 1 0,-1 0 0,1 0 0,0 0 0,-1-1 0,1 1 0,0 0 0,-1 0 0,1 0 0,0 0 0,0 0 0,-1 0 0,1 0 0,1 1 0,-1-1 0,0 1 0,0 0 0,0 0 0,0 0 0,0 0 0,0 0 0,0 0 0,0 0 0,0 0 0,-1 0 0,1 0 0,0 1 0,0 1 0,3 6 0,-1 0 0,0 0 0,1 11 0,-3-18 0,6 51 0,-6-39 0,1 0 0,1 0 0,0 0 0,5 15 0,-8-29 0,1 1 0,-1-1 0,0 1 0,0-1 0,1 1 0,-1-1 0,0 1 0,1-1 0,-1 1 0,1-1 0,-1 0 0,1 1 0,-1-1 0,1 0 0,-1 1 0,1-1 0,-1 0 0,1 0 0,-1 1 0,1-1 0,-1 0 0,1 0 0,0 0 0,-1 0 0,1 0 0,-1 0 0,1 0 0,-1 0 0,1 0 0,0 0 0,-1 0 0,1 0 0,-1 0 0,1 0 0,-1-1 0,1 1 0,-1 0 0,1 0 0,0-1 0,-1 1 0,0 0 0,1-1 0,-1 1 0,2-1 0,23-21 0,-20 16 0,-2 4 0,0-1 0,0 1 0,0-1 0,1 1 0,-1 0 0,0 0 0,1 1 0,6-4 0,-9 5 0,1 0 0,-1 0 0,0 0 0,0 0 0,1 0 0,-1 0 0,0 0 0,0 0 0,0 0 0,1 1 0,-1-1 0,0 0 0,0 1 0,0-1 0,0 1 0,0-1 0,1 1 0,-1 0 0,0-1 0,-1 1 0,1 0 0,0 0 0,0 0 0,0 0 0,0 0 0,-1 0 0,1 0 0,0 0 0,-1 0 0,1 0 0,0 2 0,7 16 0,0 1 0,-2 0 0,0 0 0,-2 0 0,3 22 0,-7-40 0,1 1 0,-1-1 0,0 1 0,0 0 0,0-1 0,-1 1 0,1-1 0,-1 4 0,1-6 0,0 0 0,0 0 0,0 1 0,-1-1 0,1 0 0,0 0 0,0 0 0,0 0 0,0 0 0,0 1 0,0-1 0,0 0 0,0 0 0,-1 0 0,1 0 0,0 0 0,0 0 0,0 1 0,0-1 0,-1 0 0,1 0 0,0 0 0,0 0 0,0 0 0,0 0 0,-1 0 0,1 0 0,0 0 0,0 0 0,0 0 0,0 0 0,-1 0 0,1 0 0,0 0 0,0 0 0,0 0 0,-1 0 0,-9-11 0,-3-21 0,7 12 0,6 19 0,-1 1 0,1 0 0,0-1 0,0 1 0,-1 0 0,1 0 0,0-1 0,0 1 0,-1 0 0,1 0 0,0 0 0,-1 0 0,1-1 0,0 1 0,-1 0 0,1 0 0,0 0 0,-1 0 0,1 0 0,-1 0 0,1 0 0,0 0 0,-1 0 0,1 0 0,0 0 0,-1 0 0,1 0 0,0 0 0,-1 0 0,1 0 0,0 0 0,-1 0 0,1 1 0,0-1 0,-1 0 0,1 0 0,0 0 0,-1 1 0,1-1 0,0 0 0,0 0 0,-1 1 0,-16 13 0,12-10 0,-4 3-455,0-1 0,-19 10 0,2-4-6371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46.261"/>
    </inkml:context>
    <inkml:brush xml:id="br0">
      <inkml:brushProperty name="width" value="0.05" units="cm"/>
      <inkml:brushProperty name="height" value="0.05" units="cm"/>
    </inkml:brush>
  </inkml:definitions>
  <inkml:trace contextRef="#ctx0" brushRef="#br0">366 62 24575,'-2'-2'0,"0"1"0,-1-1 0,1 1 0,0 0 0,-1 0 0,1 0 0,-1 0 0,1 0 0,-1 1 0,0-1 0,-4 1 0,-33-2 0,28 2 0,-18-1 0,8 0 0,0 0 0,1 2 0,-27 4 0,42-3 0,0 0 0,0 1 0,0-1 0,0 1 0,0 1 0,1-1 0,0 1 0,0 0 0,0 0 0,0 0 0,0 1 0,1 0 0,0 0 0,-7 10 0,3-4 0,2 1 0,-1-1 0,1 1 0,1 0 0,0 1 0,-4 16 0,7-20 0,1 1 0,0-1 0,0 1 0,1-1 0,0 1 0,0 0 0,1-1 0,3 14 0,-4-21 0,1 1 0,0-1 0,-1 0 0,1 1 0,0-1 0,0 0 0,0 1 0,0-1 0,1 0 0,-1 0 0,1 0 0,-1 0 0,1 0 0,0 0 0,-1 0 0,1-1 0,0 1 0,0-1 0,1 1 0,-1-1 0,0 0 0,0 0 0,1 0 0,-1 0 0,0 0 0,1 0 0,-1-1 0,1 1 0,-1-1 0,1 0 0,-1 1 0,1-1 0,-1 0 0,1-1 0,-1 1 0,4-1 0,2-1 0,1-1 0,0 0 0,-1 0 0,1-1 0,-1 0 0,0-1 0,0 1 0,-1-2 0,1 1 0,-1-1 0,-1 0 0,1 0 0,-1-1 0,0 0 0,0 0 0,6-12 0,-3 6 0,-1 0 0,-1-1 0,-1 0 0,0 0 0,-1-1 0,0 1 0,-1-1 0,-1 0 0,2-16 0,-4 26 0,-1 1 0,0 0 0,0 0 0,0 0 0,0 0 0,-1 0 0,1 0 0,-1-1 0,0 1 0,-1 0 0,1 1 0,-1-1 0,1 0 0,-1 0 0,0 1 0,-1-1 0,-3-5 0,3 6 0,-1 0 0,0 1 0,1-1 0,-1 0 0,0 1 0,0 0 0,0 0 0,-1 0 0,1 1 0,0-1 0,-1 1 0,1 0 0,-1 0 0,1 1 0,-8-1 0,10 1 2,-4-1-116,1 1 0,-1-1 0,0 1 0,1 0 0,-1 1 0,0-1 1,0 1-1,1 1 0,-1-1 0,1 1 0,-9 3 0,6 2-6712</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46.755"/>
    </inkml:context>
    <inkml:brush xml:id="br0">
      <inkml:brushProperty name="width" value="0.05" units="cm"/>
      <inkml:brushProperty name="height" value="0.05" units="cm"/>
    </inkml:brush>
  </inkml:definitions>
  <inkml:trace contextRef="#ctx0" brushRef="#br0">9 34 24575,'0'-29'0,"0"24"0,0 20 0,2 136 0,-4 164 0,1-311 0,2-1 0,-1 0 0,0 0 0,0 0 0,-1 0 0,1-1 0,-1 1 0,1 0 0,-1 0 0,0-1 0,0 1 0,-3 5 0,4-11 0,0 1 0,0 0 0,0 0 0,0 0 0,1-1 0,-1 1 0,1 0 0,1-4 0,66-161 0,-66 162 0,11-24 0,-13 28 0,1 0 0,-1 0 0,1 0 0,0 0 0,-1 0 0,1 0 0,0 0 0,0 0 0,0 0 0,0 0 0,0 0 0,0 1 0,0-1 0,0 0 0,0 1 0,0-1 0,0 1 0,0-1 0,2 0 0,-2 1 0,-1 1 0,1-1 0,0 0 0,-1 0 0,1 0 0,-1 1 0,1-1 0,0 0 0,-1 1 0,1-1 0,-1 1 0,1-1 0,-1 1 0,1-1 0,-1 1 0,0-1 0,1 1 0,-1-1 0,1 1 0,-1-1 0,0 1 0,0 0 0,1-1 0,-1 1 0,0-1 0,0 1 0,0 0 0,0-1 0,0 2 0,4 23 0,-4-22 0,3 46 205,-2-15-990,11 57 0,-7-71-6041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47.515"/>
    </inkml:context>
    <inkml:brush xml:id="br0">
      <inkml:brushProperty name="width" value="0.05" units="cm"/>
      <inkml:brushProperty name="height" value="0.05" units="cm"/>
    </inkml:brush>
  </inkml:definitions>
  <inkml:trace contextRef="#ctx0" brushRef="#br0">87 12 24575,'0'-1'0,"0"1"0,0-1 0,1 1 0,-1 0 0,0-1 0,0 1 0,0 0 0,0-1 0,0 1 0,0 0 0,0-1 0,-1 1 0,1-1 0,0 1 0,0 0 0,0-1 0,0 1 0,0 0 0,0-1 0,-1 1 0,1 0 0,0-1 0,0 1 0,-1 0 0,1 0 0,0-1 0,0 1 0,-1 0 0,1 0 0,0 0 0,-1-1 0,1 1 0,0 0 0,-1 0 0,1 0 0,0 0 0,-1-1 0,1 2 0,-1-1 0,1 0 0,-1 0 0,1 1 0,-1-1 0,1 0 0,0 1 0,-1-1 0,1 0 0,0 1 0,-1-1 0,1 1 0,0-1 0,-1 0 0,1 1 0,0-1 0,0 1 0,0-1 0,-1 1 0,1-1 0,0 1 0,0-1 0,0 1 0,0-1 0,0 1 0,0 0 0,-1 0 0,1 0 0,0 0 0,-1 1 0,0-1 0,1 0 0,-1 0 0,0 0 0,0 0 0,1 0 0,-1 0 0,0 0 0,0-1 0,0 1 0,0 0 0,0 0 0,0-1 0,0 1 0,0 0 0,-1-1 0,1 1 0,0-1 0,0 0 0,-2 1 0,-18 11 0,17-7 0,1 1 0,0-1 0,0 0 0,0 1 0,0 0 0,1 0 0,0 0 0,0 0 0,1 0 0,-1 0 0,2 0 0,-1 1 0,0-1 0,2 10 0,-1-4 0,1 0 0,0 0 0,1 0 0,1 0 0,0 0 0,8 19 0,-10-28 0,0 1 0,1-1 0,0 0 0,0 0 0,0 0 0,0 0 0,1 0 0,-1 0 0,1 0 0,-1-1 0,1 1 0,0-1 0,6 4 0,-7-5 0,0-1 0,0 1 0,0-1 0,0 1 0,0-1 0,0 0 0,0 0 0,0 1 0,0-2 0,0 1 0,0 0 0,0 0 0,0 0 0,-1-1 0,1 1 0,0-1 0,0 0 0,0 0 0,0 1 0,0-1 0,-1 0 0,1 0 0,0-1 0,-1 1 0,1 0 0,-1 0 0,3-3 0,0-2 0,1 0 0,-1 1 0,0-1 0,0 0 0,-1-1 0,0 1 0,0-1 0,3-11 0,13-59 0,-15 60 0,-4 23 0,0 1 0,0-1 0,1 1 0,2 10 0,2 13 0,-2 18-455,3 1 0,17 73 0,-16-100-6371</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47.841"/>
    </inkml:context>
    <inkml:brush xml:id="br0">
      <inkml:brushProperty name="width" value="0.05" units="cm"/>
      <inkml:brushProperty name="height" value="0.05" units="cm"/>
    </inkml:brush>
  </inkml:definitions>
  <inkml:trace contextRef="#ctx0" brushRef="#br0">5 44 24575,'0'0'0,"0"0"0,0 0 0,0 0 0,0 0 0,0 0 0,0 0 0,0 0 0,0-1 0,0 1 0,0 0 0,0 0 0,0 0 0,0 0 0,0 0 0,0 0 0,0 0 0,-1 0 0,1 0 0,0 0 0,0 0 0,0-1 0,0 1 0,0 0 0,0 0 0,0 0 0,0 0 0,0 0 0,0 0 0,0 0 0,0 0 0,0 0 0,-1 0 0,1 0 0,0 0 0,0 0 0,0 0 0,0 0 0,0 0 0,0 0 0,0 0 0,0 0 0,0 0 0,0 0 0,-1 0 0,1 0 0,0 0 0,0 0 0,0 0 0,0 0 0,0 0 0,0 0 0,0 0 0,0 0 0,0 0 0,0 0 0,0 0 0,-1 0 0,1 1 0,0-1 0,0 0 0,0 0 0,0 0 0,0 0 0,0 0 0,0 0 0,0 0 0,0 0 0,2 10 0,6 11 0,0-7 0,-1 1 0,0 1 0,-1-1 0,0 1 0,-2 0 0,0 1 0,0-1 0,-2 1 0,1 16 0,-3-31 0,0 0 0,0-1 0,0 1 0,0 0 0,-1-1 0,1 1 0,0-1 0,-1 1 0,0 0 0,1-1 0,-2 2 0,2-2 0,-1-1 0,1 1 0,0-1 0,-1 1 0,1-1 0,-1 0 0,1 1 0,-1-1 0,1 0 0,-1 1 0,1-1 0,-1 0 0,1 0 0,-1 1 0,1-1 0,-1 0 0,1 0 0,-1 0 0,1 0 0,-1 0 0,0 0 0,0 0 0,0 0 0,-1 0 0,1-1 0,-1 0 0,1 1 0,-1-1 0,1 0 0,-1 0 0,1 0 0,0 1 0,-1-2 0,1 1 0,0 0 0,0 0 0,0 0 0,0 0 0,0-1 0,0 1 0,0 0 0,1-1 0,-1 1 0,0-2 0,-1-3 0,0 0 0,0 0 0,1 0 0,0-1 0,0 1 0,1 0 0,0 0 0,0 0 0,0-1 0,1 1 0,0 0 0,0 0 0,1 0 0,-1 0 0,4-8 0,2-2 0,0-1 0,1 2 0,0-1 0,14-17 0,7-3-1365,-16 23-5461</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48.462"/>
    </inkml:context>
    <inkml:brush xml:id="br0">
      <inkml:brushProperty name="width" value="0.05" units="cm"/>
      <inkml:brushProperty name="height" value="0.05" units="cm"/>
    </inkml:brush>
  </inkml:definitions>
  <inkml:trace contextRef="#ctx0" brushRef="#br0">52 200 24575,'1'0'0,"-1"0"0,0 0 0,0 0 0,0-1 0,0 1 0,0 0 0,0 0 0,0 0 0,0-1 0,0 1 0,0 0 0,0 0 0,0 0 0,0-1 0,-1 1 0,1 0 0,0 0 0,0 0 0,0 0 0,0-1 0,0 1 0,0 0 0,0 0 0,0 0 0,-1 0 0,1 0 0,0-1 0,0 1 0,0 0 0,0 0 0,-1 0 0,1 0 0,0 0 0,0 0 0,0 0 0,0 0 0,-1 0 0,1-1 0,0 1 0,0 0 0,-1 0 0,-8 5 0,-6 11 0,12-11 0,0 0 0,1 0 0,0 1 0,1-1 0,-1 0 0,1 1 0,0 0 0,0-1 0,1 1 0,-1 0 0,1-1 0,1 1 0,-1 0 0,3 9 0,2 5 0,0 0 0,15 31 0,-19-48 0,-1-1 0,1 1 0,-1-1 0,1 1 0,-1-1 0,0 1 0,0 0 0,0-1 0,0 5 0,0-7 0,0 1 0,0-1 0,0 0 0,0 0 0,0 1 0,-1-1 0,1 0 0,0 1 0,0-1 0,0 0 0,0 0 0,0 1 0,0-1 0,-1 0 0,1 0 0,0 1 0,0-1 0,-1 0 0,1 0 0,0 0 0,0 1 0,0-1 0,-1 0 0,1 0 0,0 0 0,-1 0 0,1 0 0,0 1 0,0-1 0,-1 0 0,0-1 0,0 1 0,0 0 0,0-1 0,0 1 0,1 0 0,-1-1 0,0 1 0,0-1 0,0 1 0,1-1 0,-1 0 0,0 1 0,1-1 0,-1 0 0,-1-1 0,-1-2 0,0-1 0,1 0 0,-1 0 0,1 0 0,0 0 0,0 0 0,0 0 0,1-1 0,0 1 0,0 0 0,0-1 0,1 1 0,-1-1 0,1 1 0,1-1 0,-1 1 0,1-1 0,0 1 0,2-7 0,3-13 0,2 1 0,18-41 0,-22 56 0,10-22 0,1 0 0,2 0 0,40-54 0,-56 84 0,0 0 0,0 0 0,0 0 0,-1 0 0,1 0 0,0 0 0,0 0 0,0 0 0,0 1 0,0-1 0,1 0 0,-1 1 0,1-1 0,-2 1 0,1 0 0,-1 0 0,0 0 0,0 0 0,1 0 0,-1 0 0,0 0 0,1 0 0,-1 1 0,0-1 0,0 0 0,0 0 0,1 0 0,-1 0 0,0 0 0,0 1 0,0-1 0,1 0 0,-1 0 0,0 0 0,0 1 0,0-1 0,0 0 0,0 0 0,1 1 0,-1-1 0,0 0 0,0 0 0,0 1 0,0-1 0,0 0 0,0 0 0,0 1 0,0-1 0,0 1 0,0 3 0,0 0 0,0 1 0,0-1 0,-1 0 0,0 0 0,-1 5 0,-18 62 0,-12 49 0,28-101 0,1 1 0,1-1 0,1 1 0,1 23 0,0-42 0,-1 0 0,1 0 0,0 0 0,0 0 0,1 0 0,-1 0 0,0 0 0,0 0 0,0 0 0,1-1 0,-1 1 0,0 0 0,1 0 0,-1 0 0,1 0 0,-1-1 0,1 1 0,-1 0 0,1 0 0,1 0 0,-2 0 0,1-1 0,0 0 0,-1 0 0,1 0 0,-1 0 0,1-1 0,0 1 0,-1 0 0,1 0 0,-1 0 0,1 0 0,0-1 0,-1 1 0,1 0 0,-1-1 0,1 1 0,-1 0 0,1-1 0,-1 1 0,1 0 0,-1-1 0,1 1 0,-1-1 0,7-7 0,-1 0 0,11-17 0,-11 17 0,-1 0 0,0 0 0,1 1 0,1 0 0,-1 0 0,10-7 0,-14 12 0,-1 1 0,1 0 0,-1 0 0,1 0 0,-1 0 0,1 0 0,0 1 0,-1-1 0,1 0 0,0 1 0,0-1 0,0 1 0,-1 0 0,1-1 0,0 1 0,0 0 0,0 0 0,0 0 0,-1 0 0,1 1 0,0-1 0,0 0 0,0 1 0,-1-1 0,1 1 0,0 0 0,0 0 0,-1 0 0,1-1 0,-1 1 0,1 1 0,-1-1 0,1 0 0,1 2 0,1 2 31,0 0 0,0 1 0,0-1 0,-1 1 0,1 0 0,-1 0 0,-1 1 0,1-1 1,-1 0-1,2 10 0,0 8-885,3 34 1,-4-19-5973</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13.322"/>
    </inkml:context>
    <inkml:brush xml:id="br0">
      <inkml:brushProperty name="width" value="0.05" units="cm"/>
      <inkml:brushProperty name="height" value="0.05" units="cm"/>
    </inkml:brush>
  </inkml:definitions>
  <inkml:trace contextRef="#ctx0" brushRef="#br0">83 31 24575,'-7'-9'0,"6"6"0,-1 1 0,0-1 0,1 1 0,-1 0 0,-1 0 0,-3-4 0,5 6 0,1-1 0,-1 1 0,1 0 0,-1 0 0,0 0 0,1 0 0,-1 0 0,1 0 0,-1 0 0,0 0 0,1 0 0,-1 0 0,1 0 0,-1 0 0,0 0 0,1 0 0,-1 0 0,1 1 0,-1-1 0,1 0 0,-1 0 0,1 1 0,-1-1 0,1 0 0,-1 1 0,1-1 0,-1 1 0,1-1 0,-1 0 0,1 1 0,0-1 0,-1 1 0,1-1 0,0 1 0,-1-1 0,1 1 0,0 0 0,0-1 0,0 1 0,0-1 0,-1 1 0,1 0 0,-3 10 0,0 0 0,0 0 0,1 1 0,0-1 0,1 0 0,1 1 0,1 20 0,-1-7 0,22 673 0,0-117 0,-52-94 0,5-206 0,19-203 0,-3 94 0,9-170 14,2 21 310,-2-22-374,0 0 0,0-1 0,0 1-1,1-1 1,-1 1 0,0-1 0,0 1 0,0-1 0,1 1 0,-1-1 0,0 1 0,1-1 0,-1 1 0,0-1 0,1 1-1,-1-1 1,0 1 0,1-1 0,-1 0 0,1 1 0,-1-1 0,1 0 0,-1 1 0,1-1 0,-1 0 0,1 0 0,-1 1-1,1-1 1,-1 0 0,1 0 0,0 0 0,-1 0 0,1 0 0,8-2-6776</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13.805"/>
    </inkml:context>
    <inkml:brush xml:id="br0">
      <inkml:brushProperty name="width" value="0.05" units="cm"/>
      <inkml:brushProperty name="height" value="0.05" units="cm"/>
    </inkml:brush>
  </inkml:definitions>
  <inkml:trace contextRef="#ctx0" brushRef="#br0">156 15 24575,'0'-10'0,"0"6"0,-4 15 0,4-9 0,-10 39 0,2 0 0,2 1 0,-2 64 0,4-40 0,-35 530 0,16-222 0,3-110 0,-13 430 0,33-642 0,4 1 0,1-1 0,19 78 0,-23-125 146,6 9-1657</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14.193"/>
    </inkml:context>
    <inkml:brush xml:id="br0">
      <inkml:brushProperty name="width" value="0.05" units="cm"/>
      <inkml:brushProperty name="height" value="0.05" units="cm"/>
    </inkml:brush>
  </inkml:definitions>
  <inkml:trace contextRef="#ctx0" brushRef="#br0">104 242 24575,'-104'32'0,"419"-88"0,-256 48 0,858-81-1265,5 45-888,-260 15 1438,-619 27 727,181-16 120,-187 11 443,-37 7-557,0 0-1,1 0 1,-1 0 0,0 0-1,1 0 1,-1 0-1,1 0 1,-1 0 0,0 0-1,1 0 1,-1 0 0,0 0-1,1 0 1,-1-1-1,0 1 1,1 0 0,-1 0-1,0 0 1,0 0 0,1-1-1,-1 1 1,0 0-1,0 0 1,1-1 0,-1 1-1,0 0 1,0 0 0,1-1-1,-1 1 1,0 0-1,0-1 1,0 1 0,0 0-1,0-1 1,0 1-1,1 0 1,-1-1 0,0 1-1,0-1 1,-12-5 19,-11-1-5556</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15.795"/>
    </inkml:context>
    <inkml:brush xml:id="br0">
      <inkml:brushProperty name="width" value="0.05" units="cm"/>
      <inkml:brushProperty name="height" value="0.05" units="cm"/>
    </inkml:brush>
  </inkml:definitions>
  <inkml:trace contextRef="#ctx0" brushRef="#br0">9 1815 24575,'-1'0'0,"1"0"0,0 0 0,0 0 0,0 0 0,0 0 0,0 0 0,0 0 0,-1 0 0,1 0 0,0 0 0,0 0 0,0 0 0,0 0 0,0 0 0,0 0 0,-1 0 0,1 0 0,0 0 0,0 0 0,0 0 0,0 0 0,0 0 0,-1 0 0,1 0 0,0 0 0,0 0 0,0-1 0,0 1 0,0 0 0,0 0 0,0 0 0,0 0 0,-1 0 0,1 0 0,0 0 0,0 0 0,0-1 0,0 1 0,0 0 0,0 0 0,0 0 0,0 0 0,0 0 0,0 0 0,0-1 0,0 1 0,0 0 0,0 0 0,0 0 0,0 0 0,0 0 0,0-1 0,0 1 0,0 0 0,0 0 0,0 0 0,0 0 0,0 0 0,0 0 0,0-1 0,9-6 0,18-2 0,0 1 0,1 1 0,54-7 0,-34 7 0,736-95-1378,5 36-297,-662 56 1625,332-24 77,366-30-1094,-803 62 1026,69-6 630,112-23 1,-177 23 727,-25 8-1301,-1 0 0,0 0 0,0 0 0,0 0 0,0 0 0,0 0 0,1 0 1,-1 0-1,0 0 0,0 0 0,0 0 0,0 0 0,0 0 0,1-1 0,-1 1 0,0 0 0,0 0 0,0 0 0,0 0 1,0 0-1,0 0 0,1 0 0,-1 0 0,0-1 0,0 1 0,0 0 0,0 0 0,0 0 0,0 0 0,0 0 1,0 0-1,0-1 0,0 1 0,0 0 0,0 0 0,1 0 0,-1 0 0,0-1 0,0 1 0,0 0 0,0 0 0,0 0 1,0 0-1,-1 0 0,1-1 0,0 1 0,0 0 0,0 0 0,0 0 0,-10-4 491,-14 1-271,3 4-209,0 2 1,0 0-1,-38 11 1,-16 2 3,79-20-31,0 0 0,0 0 0,0 0 0,-1-1 0,5-8 0,6-11 0,-2-1 0,18-47 0,-27 63 0,-1 0 0,-1 0 0,1-1 0,-2 1 0,1 0 0,-1-1 0,0 1 0,-1 0 0,0 0 0,-4-13 0,-3-10 0,-20-48 0,20 60 0,-22-53 0,-57-97 0,-53-63 0,127 212 0,-88-125 0,-38-65 0,132 199 0,1 0 0,1 0 0,0-1 0,1 0 0,0 1 0,1-1 0,0 0 0,1-1 0,1 1 0,-1-17 0,3 26 0,-1 1 0,0 0 0,-1 0 0,1 0 0,-1 0 0,1 0 0,-1 0 0,0 0 0,0 0 0,-1-3 0,1 5 0,1 1 0,-1-1 0,0 0 0,1 1 0,-1-1 0,0 0 0,0 1 0,1-1 0,-1 1 0,0-1 0,0 1 0,0 0 0,0-1 0,1 1 0,-1 0 0,0 0 0,0-1 0,0 1 0,0 0 0,0 0 0,0 0 0,0 0 0,0 0 0,0 0 0,0 0 0,1 1 0,-1-1 0,0 0 0,0 0 0,0 1 0,0-1 0,0 1 0,1-1 0,-1 1 0,0-1 0,0 1 0,-1 0 0,-88 55 0,-37 18 0,-317 117 0,213-95 0,-1108 453-576,1260-519 576,-302 131 0,379-160 1,-7 3 58,-1 1 0,0 1 0,1 0-1,-16 14 1,23-19-50,0 0-1,1 1 1,0 0-1,-1-1 1,1 1-1,0 0 1,0-1-1,0 1 1,0 0 0,0 0-1,0 0 1,0 0-1,1 0 1,-1 0-1,1 0 1,0 0-1,-1 0 1,1 0-1,0 1 1,0-1-1,0 0 1,1 0-1,-1 0 1,0 0-1,1 0 1,-1 0-1,1 0 1,0 0-1,0 0 1,0 0-1,0 0 1,1 2-1,17 24-8,-14-22 0,-1-1 0,0 1 0,-1 0 0,1 0 0,-1 0 0,0 0 0,0 0 0,-1 1 0,0-1 0,0 1 0,-1 0 0,0 0 0,1 8 0,-2 36 0,3 0 0,2-1 0,2 1 0,14 50 0,-17-83 0,10 33 0,-13-48 0,1 1 0,-1 0 0,1-1 0,0 0 0,0 1 0,0-1 0,0 0 0,1 0 0,-1 0 0,5 4 0,-6-7 0,0 1 0,0-1 0,0 1 0,0-1 0,0 1 0,0-1 0,0 0 0,0 1 0,0-1 0,0 0 0,0 0 0,1 0 0,-1 0 0,0 0 0,0 0 0,0 0 0,0 0 0,0 0 0,3-1 0,21-11 0,-15 7 0,27-11 0,1 2 0,1 1 0,0 2 0,1 1 0,44-3 0,7 3 0,107 4 0,-186 6 81,-6-1-225,-1 1-1,1 0 0,-1 1 1,1-1-1,-1 1 1,1 0-1,-1 0 0,0 0 1,10 5-1,-6 0-6681</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16.851"/>
    </inkml:context>
    <inkml:brush xml:id="br0">
      <inkml:brushProperty name="width" value="0.05" units="cm"/>
      <inkml:brushProperty name="height" value="0.05" units="cm"/>
    </inkml:brush>
  </inkml:definitions>
  <inkml:trace contextRef="#ctx0" brushRef="#br0">20 66 24575,'0'-1'0,"-1"0"0,1 0 0,0 0 0,0 0 0,0 0 0,-1 0 0,1 0 0,-1 0 0,1 0 0,-1 0 0,1 0 0,-1 0 0,0 0 0,0-1 0,-5 0 0,2 11 0,2 10 0,2 0 0,0-1 0,1 1 0,1 0 0,6 26 0,1 12 0,-2 12 0,-4-1 0,-2 0 0,-12 105 0,48-310 0,-11-13 0,-16 78 0,29-96 0,-37 159 0,1 0 0,1 0 0,0 0 0,0 0 0,1 1 0,0 0 0,6-9 0,-9 15 0,0 0 0,0 0 0,0 0 0,0 0 0,0 0 0,1 1 0,-1-1 0,1 1 0,-1-1 0,1 1 0,-1 0 0,1 0 0,-1 0 0,1 0 0,0 0 0,0 1 0,0-1 0,-1 1 0,1 0 0,0 0 0,0 0 0,0 0 0,0 0 0,-1 1 0,1-1 0,0 1 0,0 0 0,3 1 0,2 2 0,1 0 0,-1 1 0,0 0 0,0 1 0,0 0 0,-1 0 0,0 0 0,0 1 0,0 0 0,9 15 0,6 9 0,23 46 0,-42-70 0,21 37-273,-3 1 0,-1 0 0,-2 2 0,21 90 0,-33-102-6553</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17.052"/>
    </inkml:context>
    <inkml:brush xml:id="br0">
      <inkml:brushProperty name="width" value="0.05" units="cm"/>
      <inkml:brushProperty name="height" value="0.05" units="cm"/>
    </inkml:brush>
  </inkml:definitions>
  <inkml:trace contextRef="#ctx0" brushRef="#br0">52 195 24575,'-5'-2'0,"-6"-4"0,-4-2 0,1-3 0,7-2 0,10-1 0,10 0 0,11-1 0,9 1 0,8-1 0,10 1 0,5 0 0,3-1 0,1 1 0,0 0 0,-11 3-8191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17.176"/>
    </inkml:context>
    <inkml:brush xml:id="br0">
      <inkml:brushProperty name="width" value="0.05" units="cm"/>
      <inkml:brushProperty name="height" value="0.05" units="cm"/>
    </inkml:brush>
  </inkml:definitions>
  <inkml:trace contextRef="#ctx0" brushRef="#br0">6 3 24575,'-2'0'0,"-1"-2"0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17.595"/>
    </inkml:context>
    <inkml:brush xml:id="br0">
      <inkml:brushProperty name="width" value="0.05" units="cm"/>
      <inkml:brushProperty name="height" value="0.05" units="cm"/>
    </inkml:brush>
  </inkml:definitions>
  <inkml:trace contextRef="#ctx0" brushRef="#br0">14 147 24575,'-7'1'0,"0"-1"0,14-7 0,15-6 0,1 1 0,1 0 0,0 2 0,48-14 0,-12 3 0,-25 9 0,43-24 0,-153 62 0,71-25 0,0 0 0,1 1 0,-1-1 0,0 1 0,1-1 0,-1 1 0,-5 4 0,8-4 0,0-1 0,0 0 0,0 0 0,0 1 0,0-1 0,1 1 0,-1-1 0,0 0 0,1 1 0,-1-1 0,1 1 0,0 0 0,-1-1 0,1 1 0,0-1 0,0 1 0,0-1 0,0 1 0,0 0 0,1-1 0,-1 1 0,1 2 0,19 105 0,-9-41 0,28 94 0,-34-148-455,1 0 0,14 25 0,-5-16-6371</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17.921"/>
    </inkml:context>
    <inkml:brush xml:id="br0">
      <inkml:brushProperty name="width" value="0.05" units="cm"/>
      <inkml:brushProperty name="height" value="0.05" units="cm"/>
    </inkml:brush>
  </inkml:definitions>
  <inkml:trace contextRef="#ctx0" brushRef="#br0">225 94 24575,'2'-5'0,"1"0"0,-1-1 0,-1 1 0,1-1 0,-1 1 0,0-1 0,0 0 0,0-10 0,-1 14 0,0 1 0,0 0 0,0-1 0,-1 1 0,1 0 0,0-1 0,0 1 0,-1 0 0,1 0 0,-1-1 0,1 1 0,-1 0 0,1 0 0,-1 0 0,0-1 0,1 1 0,-1 0 0,0 0 0,0 0 0,0 0 0,0 0 0,0 1 0,0-1 0,0 0 0,0 0 0,0 1 0,-1-1 0,1 1 0,0-1 0,0 1 0,-1-1 0,1 1 0,0 0 0,-1-1 0,1 1 0,0 0 0,-1 0 0,1 0 0,0 0 0,-1 0 0,-1 1 0,-6 1 0,0 0 0,1 1 0,0-1 0,-1 2 0,1-1 0,0 1 0,1 1 0,-1-1 0,1 1 0,0 0 0,0 1 0,0 0 0,1 0 0,-9 11 0,6-6 0,0 0 0,1 1 0,0 0 0,1 1 0,1-1 0,0 1 0,0 1 0,-4 18 0,7-19 0,1 0 0,0 0 0,1 1 0,1-1 0,0 1 0,0-1 0,2 1 0,-1-1 0,2 0 0,0 0 0,0 0 0,1 0 0,1 0 0,11 20 0,-13-26 0,1-1 0,0 1 0,1-1 0,-1 0 0,1 0 0,0-1 0,1 0 0,-1 0 0,1 0 0,0 0 0,1-1 0,-1 0 0,1 0 0,-1-1 0,1 0 0,0 0 0,0 0 0,1-1 0,-1 0 0,0-1 0,1 1 0,-1-2 0,1 1 0,0-1 0,-1 0 0,1 0 0,10-3 0,-7 1 43,0 0 0,0-2-1,0 1 1,-1-1 0,1-1-1,-1 0 1,16-10 0,-9 3-470,0-1 0,-2 0 1,19-21-1,-7 6-6399</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44.242"/>
    </inkml:context>
    <inkml:brush xml:id="br0">
      <inkml:brushProperty name="width" value="0.05" units="cm"/>
      <inkml:brushProperty name="height" value="0.05" units="cm"/>
    </inkml:brush>
  </inkml:definitions>
  <inkml:trace contextRef="#ctx0" brushRef="#br0">37 1 24575,'-2'28'0,"-9"53"0,1-22 0,1 24 0,4 0 0,7 114 0,5-65-1365,-7-111-5461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44.641"/>
    </inkml:context>
    <inkml:brush xml:id="br0">
      <inkml:brushProperty name="width" value="0.05" units="cm"/>
      <inkml:brushProperty name="height" value="0.05" units="cm"/>
    </inkml:brush>
  </inkml:definitions>
  <inkml:trace contextRef="#ctx0" brushRef="#br0">60 0 24575,'-2'1'0,"-1"-1"0,1 1 0,0 0 0,0 0 0,0-1 0,0 1 0,1 0 0,-1 1 0,0-1 0,0 0 0,0 1 0,1-1 0,-1 1 0,1-1 0,-1 1 0,1-1 0,0 1 0,0 0 0,-1 0 0,1 0 0,1 0 0,-1 0 0,0 0 0,0 0 0,0 3 0,-3 6 0,1-1 0,1 1 0,-3 18 0,0 66 0,7 105 0,-1-162 0,1-7-455,1 0 0,8 41 0,-6-52-6371</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1:45.833"/>
    </inkml:context>
    <inkml:brush xml:id="br0">
      <inkml:brushProperty name="width" value="0.05" units="cm"/>
      <inkml:brushProperty name="height" value="0.05" units="cm"/>
    </inkml:brush>
  </inkml:definitions>
  <inkml:trace contextRef="#ctx0" brushRef="#br0">41 364 24575,'-40'-23'0,"40"23"0,0 0 0,0-1 0,1 1 0,-1 0 0,0-1 0,0 1 0,1 0 0,-1-1 0,0 1 0,1 0 0,-1 0 0,0-1 0,1 1 0,-1 0 0,0 0 0,1 0 0,-1-1 0,1 1 0,-1 0 0,0 0 0,1 0 0,-1 0 0,1 0 0,-1 0 0,0 0 0,1 0 0,-1 0 0,1 0 0,-1 0 0,1 0 0,-1 0 0,1 0 0,18-1 0,-11 1 0,579-27 0,-587 27 0,0 0 0,-1-1 0,1 1 0,-1 0 0,1 0 0,-1-1 0,1 1 0,0 0 0,-1-1 0,1 1 0,0 0 0,-1-1 0,1 1 0,0 0 0,-1-1 0,1 1 0,0-1 0,0 1 0,-1-1 0,1 1 0,0-1 0,0 1 0,0-1 0,0 1 0,0-1 0,0 1 0,0-1 0,-4-28 0,3-31 0,1 59 0,1-28 0,-2 17 0,0-1 0,2 1 0,-1 0 0,2 0 0,-1 0 0,2 0 0,0 0 0,0 0 0,1 1 0,6-14 0,-10 24 0,1 0 0,0 0 0,-1 0 0,1 0 0,0 0 0,-1 0 0,0 0 0,1 0 0,-1 0 0,0-1 0,1 1 0,-1 0 0,0 0 0,0-1 0,0 1 0,0 0 0,0 0 0,-1 0 0,1-1 0,0 1 0,-1-1 0,1 1 0,-1 0 0,0 1 0,0-1 0,0 1 0,0-1 0,1 1 0,-1-1 0,0 1 0,0-1 0,0 1 0,0 0 0,0 0 0,0-1 0,0 1 0,0 0 0,0 0 0,0 0 0,0 0 0,0 0 0,0 0 0,0 1 0,0-1 0,0 0 0,0 0 0,0 1 0,-2 0 0,-78 19 0,-1-3 0,-1-4 0,-124 4 0,201-18 0,0 0 0,-1 0 0,1 0 0,-9-3 0,12 3 0,-1-1 0,0 1 0,0 0 0,0 0 0,0 1 0,0-1 0,0 1 0,-1 0 0,1 0 0,0 0 0,-7 2 0,11-2 0,0 1 0,-1-1 0,1 0 0,0 1 0,-1-1 0,1 1 0,0-1 0,0 1 0,0-1 0,-1 1 0,1-1 0,0 1 0,0-1 0,0 1 0,0 0 0,0-1 0,0 1 0,0-1 0,0 1 0,0-1 0,0 1 0,0-1 0,0 1 0,0-1 0,0 1 0,1-1 0,-1 1 0,7 24 0,-2-11 0,-5-4 0,1 0 0,-2 0 0,1 0 0,-1 1 0,-1-1 0,0-1 0,-5 19 0,3-15 0,0 1 0,2 0 0,-2 18 0,3-23 49,1-1 0,1 1 0,0-1-1,0 0 1,0 1 0,4 7 0,-5-13-121,1-1 1,0 0 0,0 1 0,0-1 0,0 0 0,1 0 0,-1 1 0,1-1 0,-1 0-1,1 0 1,-1-1 0,1 1 0,0 0 0,0 0 0,0-1 0,0 0 0,0 1 0,1-1 0,-1 0-1,0 0 1,1 0 0,-1 0 0,5 1 0,9 0-6755</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21.088"/>
    </inkml:context>
    <inkml:brush xml:id="br0">
      <inkml:brushProperty name="width" value="0.05" units="cm"/>
      <inkml:brushProperty name="height" value="0.05" units="cm"/>
    </inkml:brush>
  </inkml:definitions>
  <inkml:trace contextRef="#ctx0" brushRef="#br0">461 223 24575,'2'-6'0,"-1"-1"0,1 1 0,0 0 0,0 0 0,0 0 0,1 1 0,0-1 0,1 0 0,-1 1 0,1 0 0,4-5 0,11-20 0,-14 22 0,0-1 0,-1 0 0,0 0 0,-1-1 0,3-10 0,-6 18 0,1 0 0,-1 1 0,0-1 0,1 0 0,-1 0 0,0 1 0,0-1 0,0 0 0,0 1 0,-1-1 0,1 0 0,0 1 0,-1-1 0,1 0 0,-1 1 0,0-1 0,1 1 0,-1-1 0,0 1 0,0-1 0,0 1 0,0 0 0,0-1 0,0 1 0,-1 0 0,1 0 0,0 0 0,-1 0 0,1 0 0,-1 0 0,1 0 0,-1 0 0,1 0 0,-1 1 0,1-1 0,-1 1 0,0-1 0,-2 1 0,-1-1 0,-1 0 0,0 1 0,0 0 0,0 0 0,0 1 0,0-1 0,0 2 0,0-1 0,0 0 0,-10 5 0,-1 2 0,0 0 0,-21 13 0,12-3 0,0 2 0,1 0 0,1 2 0,1 0 0,1 1 0,1 2 0,-19 28 0,18-20 0,1 1 0,1 1 0,2 1 0,2 1 0,-15 49 0,24-63 0,1 1 0,1 0 0,1 0 0,1 0 0,1 0 0,1 1 0,1-1 0,4 26 0,-3-40 0,1 0 0,0-1 0,1 1 0,0 0 0,1-1 0,0 0 0,0 0 0,0 0 0,2 0 0,-1-1 0,1 1 0,0-2 0,0 1 0,1 0 0,0-1 0,1-1 0,0 1 0,-1-1 0,2 0 0,-1-1 0,1 0 0,9 4 0,1-2-273,0-1 0,1 0 0,-1-1 0,32 2 0,10-1-6553</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21.459"/>
    </inkml:context>
    <inkml:brush xml:id="br0">
      <inkml:brushProperty name="width" value="0.05" units="cm"/>
      <inkml:brushProperty name="height" value="0.05" units="cm"/>
    </inkml:brush>
  </inkml:definitions>
  <inkml:trace contextRef="#ctx0" brushRef="#br0">128 83 24575,'0'-7'0,"0"-1"0,0 1 0,0-1 0,-1 0 0,-2-11 0,2 18 0,1 0 0,0-1 0,0 1 0,-1 0 0,1 0 0,-1 0 0,1-1 0,-1 1 0,0 0 0,1 0 0,-1 0 0,0 0 0,0 0 0,0 0 0,0 0 0,0 1 0,0-1 0,0 0 0,0 0 0,0 1 0,0-1 0,0 0 0,0 1 0,0-1 0,-1 1 0,1 0 0,0-1 0,0 1 0,-1 0 0,1 0 0,0 0 0,-1 0 0,1 0 0,-2 0 0,0 1 0,1 0 0,0 0 0,-1 0 0,1 0 0,0 0 0,0 0 0,0 1 0,0-1 0,0 1 0,0 0 0,0-1 0,0 1 0,0 0 0,1 0 0,-1 0 0,-1 3 0,-19 37 0,16-29 0,1 1 0,0 0 0,1 0 0,1 0 0,-4 28 0,7-37 0,-1 0 0,1 0 0,0 0 0,0-1 0,0 1 0,1 0 0,0 0 0,0-1 0,0 1 0,1 0 0,-1-1 0,1 1 0,0-1 0,0 0 0,1 1 0,-1-1 0,1 0 0,0-1 0,0 1 0,0 0 0,7 5 0,-8-8 0,0 1 0,0-1 0,0 1 0,1-1 0,-1 0 0,0 0 0,1 0 0,-1 0 0,1 0 0,-1-1 0,1 1 0,-1-1 0,1 1 0,-1-1 0,1 0 0,0 0 0,-1 0 0,1 0 0,-1-1 0,1 1 0,-1-1 0,1 0 0,-1 1 0,1-1 0,-1 0 0,0 0 0,1-1 0,-1 1 0,0 0 0,0-1 0,0 0 0,2-1 0,0-1 0,-1 0 0,1 0 0,-1 0 0,0 0 0,-1 0 0,1-1 0,-1 1 0,0-1 0,0 0 0,0 1 0,-1-1 0,1 0 0,-1 0 0,0 0 0,0-7 0,-2-2 0,1 0 0,-2 0 0,0 1 0,-1-1 0,0 1 0,-1 0 0,0 0 0,-1 0 0,-1 0 0,0 1 0,0 0 0,-10-13 0,5 14-1365,3 6-5461</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21.849"/>
    </inkml:context>
    <inkml:brush xml:id="br0">
      <inkml:brushProperty name="width" value="0.05" units="cm"/>
      <inkml:brushProperty name="height" value="0.05" units="cm"/>
    </inkml:brush>
  </inkml:definitions>
  <inkml:trace contextRef="#ctx0" brushRef="#br0">2 21 24575,'-1'-1'0,"1"0"0,0 0 0,0 0 0,0 0 0,0 0 0,0 0 0,0 0 0,0 0 0,0 0 0,1 0 0,-1 0 0,0 0 0,1 0 0,-1 1 0,0-1 0,1 0 0,-1 0 0,1 0 0,1-1 0,-2 2 0,1 0 0,-1 0 0,1 0 0,0 0 0,-1 0 0,1 1 0,-1-1 0,1 0 0,-1 0 0,1 1 0,-1-1 0,1 0 0,-1 1 0,1-1 0,-1 0 0,0 1 0,1-1 0,-1 1 0,1-1 0,-1 0 0,0 1 0,1-1 0,-1 2 0,22 38 0,-12-16 0,-1 0 0,-1 1 0,-2 0 0,0 1 0,3 37 0,-10-84 0,-1-73 0,2 84 0,1 0 0,0 0 0,1 1 0,0-1 0,1 1 0,0-1 0,5-10 0,-8 18 0,1 1 0,-1 0 0,1 0 0,0-1 0,-1 1 0,1 0 0,0 0 0,0 0 0,0 0 0,0 0 0,0 0 0,0 0 0,0 0 0,0 0 0,0 1 0,0-1 0,1 0 0,-1 1 0,0-1 0,2 0 0,-2 1 0,0 0 0,0 0 0,1 0 0,-1 1 0,0-1 0,0 0 0,0 1 0,0-1 0,0 0 0,0 1 0,0-1 0,0 1 0,0 0 0,0-1 0,0 1 0,0 0 0,0-1 0,1 3 0,3 2 0,-1 1 0,1 0 0,-1 1 0,0-1 0,5 13 0,13 43 0,-16-43 0,0-2 0,1 1 0,17 30 0,-22-46-114,-1 0 1,0 0-1,1 0 0,-1 0 0,1-1 1,-1 1-1,1 0 0,0-1 0,0 0 1,0 1-1,3 1 0,3-1-6712</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22.330"/>
    </inkml:context>
    <inkml:brush xml:id="br0">
      <inkml:brushProperty name="width" value="0.05" units="cm"/>
      <inkml:brushProperty name="height" value="0.05" units="cm"/>
    </inkml:brush>
  </inkml:definitions>
  <inkml:trace contextRef="#ctx0" brushRef="#br0">29 23 24575,'-13'-21'0,"13"21"0,0 0 0,-1 0 0,1 0 0,0 0 0,0 0 0,0-1 0,0 1 0,-1 0 0,1 0 0,0 0 0,0 0 0,0 0 0,0 0 0,-1 0 0,1 0 0,0 0 0,0 0 0,0 0 0,-1 0 0,1 0 0,0 0 0,0 0 0,0 0 0,0 0 0,-1 0 0,1 0 0,0 0 0,0 0 0,0 0 0,-1 0 0,1 1 0,0-1 0,0 0 0,0 0 0,0 0 0,-1 0 0,-4 15 0,3 4 0,1 0 0,0-1 0,2 1 0,0 0 0,5 29 0,28 93 0,-30-124 0,2 7 0,-3-11 0,1 1 0,0 0 0,1-1 0,9 20 0,-14-33 0,0 0 0,0 0 0,0 1 0,0-1 0,0 0 0,0 0 0,0 0 0,0 1 0,1-1 0,-1 0 0,0 0 0,0 0 0,0 1 0,0-1 0,0 0 0,0 0 0,0 0 0,0 0 0,0 1 0,1-1 0,-1 0 0,0 0 0,0 0 0,0 0 0,0 0 0,1 1 0,-1-1 0,0 0 0,0 0 0,0 0 0,1 0 0,-1 0 0,0 0 0,0 0 0,0 0 0,1 0 0,-1 0 0,0 0 0,0 0 0,0 0 0,1 0 0,-1 0 0,0 0 0,0 0 0,0 0 0,1 0 0,-1 0 0,0 0 0,1-13 0,-7-19 0,3 13 0,0 0 0,1 0 0,1-36 0,1 48 0,1-1 0,0 1 0,0-1 0,1 0 0,0 1 0,0 0 0,1 0 0,0-1 0,0 2 0,1-1 0,-1 0 0,8-9 0,-9 14 0,0 0 0,-1 0 0,1 0 0,0 0 0,0 0 0,0 1 0,0-1 0,0 0 0,0 1 0,1 0 0,-1 0 0,1-1 0,-1 1 0,0 1 0,1-1 0,0 0 0,-1 1 0,1-1 0,-1 1 0,1 0 0,0-1 0,-1 2 0,1-1 0,0 0 0,-1 0 0,1 1 0,-1-1 0,1 1 0,-1 0 0,1 0 0,-1 0 0,1 0 0,-1 0 0,0 0 0,1 1 0,-1-1 0,0 1 0,0 0 0,2 2 0,5 4 0,-1 1 0,0-1 0,-1 1 0,0 1 0,-1-1 0,0 1 0,9 18 0,-12-19 0,1 0 0,-2 1 0,1-1 0,-1 0 0,0 1 0,-1 0 0,0-1 0,-1 15 0,0-21 0,0 0 0,0 0 0,0 0 0,-1 0 0,1 0 0,-1 0 0,0 0 0,0 0 0,0-1 0,0 1 0,-1 0 0,1-1 0,-1 1 0,1-1 0,-1 1 0,0-1 0,0 0 0,0 1 0,0-1 0,0 0 0,-1-1 0,1 1 0,-1 0 0,1-1 0,-1 1 0,0-1 0,1 0 0,-1 0 0,0 0 0,0 0 0,-4 1 0,6-2 0,-1 0 0,1 1 0,-1-1 0,0 0 0,1 0 0,-1 0 0,0 0 0,1 0 0,-1-1 0,0 1 0,1 0 0,-1-1 0,1 1 0,-1-1 0,1 0 0,-1 1 0,1-1 0,-1 0 0,1 0 0,0 0 0,-1 0 0,0-1 0,1 0 0,-1 0 0,1 0 0,0 0 0,0-1 0,0 1 0,0 0 0,0-1 0,0 1 0,1 0 0,-1-1 0,1 1 0,-1-1 0,1-2 0,0-3 0,0 0 0,1 0 0,0 1 0,0-1 0,1 0 0,0 1 0,1-1 0,3-9 0,2 3-170,1 0-1,1 0 0,0 1 1,1 0-1,0 1 0,1 0 1,22-17-1,-13 13-6655</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22.656"/>
    </inkml:context>
    <inkml:brush xml:id="br0">
      <inkml:brushProperty name="width" value="0.05" units="cm"/>
      <inkml:brushProperty name="height" value="0.05" units="cm"/>
    </inkml:brush>
  </inkml:definitions>
  <inkml:trace contextRef="#ctx0" brushRef="#br0">82 1 24575,'-10'7'0,"-1"0"0,1 0 0,-12 14 0,19-19 0,0 1 0,1 0 0,-1 0 0,1 1 0,0-1 0,0 0 0,0 1 0,1-1 0,-1 1 0,1 0 0,0-1 0,0 1 0,-1 7 0,1-5 0,1 1 0,0 0 0,0 0 0,1-1 0,0 1 0,0 0 0,3 8 0,1 1 0,1 0 0,1-1 0,1 0 0,0 0 0,16 22 0,-22-34 0,0-1 0,0 1 0,0-1 0,1 1 0,-1-1 0,0 0 0,1 0 0,-1 0 0,1 0 0,0 0 0,0-1 0,0 1 0,0-1 0,0 0 0,0 0 0,0 0 0,0 0 0,0 0 0,0-1 0,1 1 0,4-1 0,-5-1 0,-1 1 0,1-1 0,0 0 0,0 0 0,-1 0 0,1 0 0,-1 0 0,1 0 0,-1-1 0,0 1 0,1-1 0,-1 0 0,0 0 0,0 0 0,0 0 0,0 0 0,0 0 0,-1 0 0,1-1 0,-1 1 0,1-1 0,-1 1 0,0-1 0,1-5 0,1 0 0,-1 0 0,-1-1 0,0 0 0,0 1 0,0-1 0,-1 0 0,-1 1 0,1-1 0,-1 0 0,-1 1 0,0-1 0,-3-9 0,3 12 0,1 1 0,-1-1 0,0 1 0,-1 0 0,0 0 0,1 0 0,-2 0 0,1 0 0,0 0 0,-1 1 0,0 0 0,0 0 0,0 0 0,-1 0 0,1 0 0,-1 1 0,0 0 0,0 0 0,-6-3 0,9 6 13,0-1 0,1 1-1,-1-1 1,0 1-1,0 0 1,0-1 0,0 1-1,0 0 1,1 0 0,-1 1-1,0-1 1,0 0 0,0 1-1,0-1 1,1 1 0,-1-1-1,0 1 1,0 0-1,1 0 1,-1-1 0,1 1-1,-1 1 1,1-1 0,-1 0-1,1 0 1,-3 3 0,2-1-156,0 0 1,0 0 0,0 1 0,0-1-1,0 1 1,1-1 0,-1 1 0,1 0 0,0 0-1,0-1 1,0 8 0,0 2-6684</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22.861"/>
    </inkml:context>
    <inkml:brush xml:id="br0">
      <inkml:brushProperty name="width" value="0.05" units="cm"/>
      <inkml:brushProperty name="height" value="0.05" units="cm"/>
    </inkml:brush>
  </inkml:definitions>
  <inkml:trace contextRef="#ctx0" brushRef="#br0">1 56 24575,'0'-8'0,"0"5"0,0 0 0,-1 0 0,1 0 0,1 0 0,-1 0 0,0 0 0,1 0 0,-1 0 0,1 1 0,0-1 0,0 0 0,0 0 0,0 0 0,2-2 0,-2 5 0,-1-1 0,0 1 0,0 0 0,0 0 0,1 0 0,-1 0 0,0 0 0,0 0 0,1 0 0,-1 0 0,0 0 0,0 0 0,1 0 0,-1 0 0,0 0 0,0 0 0,1 0 0,-1 0 0,0 0 0,0 0 0,1 0 0,-1 0 0,0 0 0,0 1 0,0-1 0,1 0 0,-1 0 0,0 0 0,0 0 0,0 0 0,1 1 0,-1-1 0,0 0 0,0 0 0,0 0 0,0 1 0,0-1 0,1 0 0,-1 0 0,0 0 0,0 1 0,0-1 0,0 0 0,0 0 0,0 1 0,0-1 0,0 1 0,5 13 0,-5-13 0,11 51 171,5 71 0,-11-69-1025,16 65 1,-12-87-5973</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23.047"/>
    </inkml:context>
    <inkml:brush xml:id="br0">
      <inkml:brushProperty name="width" value="0.05" units="cm"/>
      <inkml:brushProperty name="height" value="0.05" units="cm"/>
    </inkml:brush>
  </inkml:definitions>
  <inkml:trace contextRef="#ctx0" brushRef="#br0">1 21 24575,'0'-5'0,"0"-4"0,0 2 0,0 7 0,0 9 0,0 7 0,0 5 0,0 7 0,0 6 0,0 4 0,0 2 0,2 0 0,1-2 0,3-6 0,-1-8-8191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23.374"/>
    </inkml:context>
    <inkml:brush xml:id="br0">
      <inkml:brushProperty name="width" value="0.05" units="cm"/>
      <inkml:brushProperty name="height" value="0.05" units="cm"/>
    </inkml:brush>
  </inkml:definitions>
  <inkml:trace contextRef="#ctx0" brushRef="#br0">5 138 24575,'5'0'0,"0"-1"0,1 1 0,-1-1 0,1 0 0,-1 0 0,0-1 0,0 1 0,1-1 0,-1 0 0,0-1 0,-1 1 0,1-1 0,5-4 0,-7 5 0,0-1 0,0 0 0,0 0 0,-1 0 0,1 0 0,-1 0 0,0-1 0,0 1 0,0-1 0,0 1 0,0-1 0,-1 0 0,0 1 0,1-1 0,-1 0 0,-1 0 0,1 0 0,0-7 0,-1 9 0,0 1 0,0-1 0,0 1 0,0-1 0,0 1 0,-1-1 0,1 1 0,0-1 0,-1 1 0,1-1 0,-1 1 0,1 0 0,-1-1 0,0 1 0,1 0 0,-1-1 0,0 1 0,0 0 0,0 0 0,0 0 0,0 0 0,0 0 0,0 0 0,-1 0 0,1 0 0,0 0 0,-1 0 0,1 1 0,0-1 0,-1 0 0,1 1 0,-1-1 0,1 1 0,-1 0 0,1 0 0,-1-1 0,-1 1 0,0 0 0,0 0 0,0 1 0,1-1 0,-1 0 0,0 1 0,0 0 0,1 0 0,-1-1 0,1 2 0,-1-1 0,1 0 0,-1 0 0,1 1 0,-1 0 0,1-1 0,0 1 0,0 0 0,0 0 0,-3 4 0,1 1 31,0 1 0,0 0 0,1 0 0,0 0 0,0 1 0,1-1 0,0 1 0,0-1 1,1 1-1,0 14 0,1-17-132,-1 0 1,2 0-1,-1 0 1,1 0 0,0 0-1,0 0 1,0 0-1,1 0 1,0-1 0,0 1-1,1 0 1,-1-1 0,1 0-1,0 0 1,1 1-1,3 3 1,7 3-6726</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23.700"/>
    </inkml:context>
    <inkml:brush xml:id="br0">
      <inkml:brushProperty name="width" value="0.05" units="cm"/>
      <inkml:brushProperty name="height" value="0.05" units="cm"/>
    </inkml:brush>
  </inkml:definitions>
  <inkml:trace contextRef="#ctx0" brushRef="#br0">49 279 24575,'-1'-12'0,"0"0"0,-1 1 0,-1-1 0,0 1 0,0 0 0,-1 0 0,-6-13 0,-9-26 0,18 49 0,1 1 0,0-1 0,0 0 0,-1 1 0,1-1 0,0 1 0,0-1 0,0 0 0,-1 1 0,1-1 0,0 0 0,0 1 0,0-1 0,0 0 0,0 1 0,0-1 0,1 0 0,-1 1 0,0-1 0,0 1 0,0-1 0,1 0 0,-1 0 0,1 1 0,0 0 0,-1 0 0,1 0 0,-1 0 0,1 0 0,0 0 0,-1 0 0,1 0 0,-1 1 0,1-1 0,0 0 0,-1 0 0,1 1 0,-1-1 0,1 0 0,-1 1 0,1-1 0,-1 1 0,1-1 0,26 27 0,-16-11 0,0 0 0,-1 1 0,0 0 0,-1 0 0,9 29 0,-13-32 0,-1 0 0,0 0 0,-1 1 0,-1-1 0,-1 1 0,0 0 0,-2 28 0,1-39 0,0-1 0,-1 1 0,0-1 0,0 0 0,0 1 0,0-1 0,-1 0 0,1 1 0,-1-1 0,-2 3 0,3-5 0,1 0 0,-1-1 0,0 1 0,1 0 0,-1-1 0,0 1 0,0-1 0,1 1 0,-1-1 0,0 1 0,0-1 0,0 1 0,0-1 0,0 0 0,0 0 0,0 1 0,0-1 0,0 0 0,0 0 0,0 0 0,0 0 0,0 0 0,0 0 0,1 0 0,-1 0 0,0-1 0,0 1 0,0 0 0,0 0 0,0-1 0,0 1 0,0-1 0,0 1 0,1-1 0,-1 1 0,0-1 0,0 0 0,1 1 0,-1-1 0,-1-1 0,-2-2 0,0 0 0,1-1 0,0 1 0,-1-1 0,1 0 0,1 0 0,-1 0 0,1 0 0,0-1 0,0 1 0,1-1 0,-2-8 0,0-1 0,1 1 0,1-1 0,1-26 0,2 23 0,0-1 0,2 1 0,0 0 0,0 1 0,2-1 0,0 1 0,2 0 0,-1 0 0,2 1 0,0 0 0,1 0 0,1 1 0,0 1 0,15-16 0,-22 27 38,0 0 0,-1-1 0,1 2 0,0-1 0,1 0 0,-1 1 0,0 0 0,7-3 0,-9 5-89,-1-1 1,0 1 0,1 0 0,-1 0 0,0 0-1,1 0 1,-1 0 0,0 0 0,1 0 0,-1 0-1,0 0 1,0 1 0,1-1 0,-1 0 0,0 1-1,1-1 1,-1 1 0,0 0 0,0-1 0,0 1 0,0 0-1,0 0 1,0 0 0,0 0 0,0 0 0,0 0-1,0 0 1,0 0 0,0 0 0,-1 0 0,1 0-1,0 0 1,0 2 0,7 18-6776</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3.084"/>
    </inkml:context>
    <inkml:brush xml:id="br0">
      <inkml:brushProperty name="width" value="0.05" units="cm"/>
      <inkml:brushProperty name="height" value="0.05" units="cm"/>
    </inkml:brush>
  </inkml:definitions>
  <inkml:trace contextRef="#ctx0" brushRef="#br0">2 152 24575,'-1'-25'0,"0"4"0,3 36 0,-1-6 0,0-1 0,0 1 0,1-1 0,0 0 0,6 15 0,-7-21 0,-1-1 0,1 1 0,0-1 0,0 1 0,0-1 0,0 1 0,1-1 0,-1 1 0,0-1 0,0 0 0,1 0 0,-1 0 0,1 0 0,-1 0 0,1 0 0,-1 0 0,1 0 0,0-1 0,-1 1 0,1-1 0,0 1 0,0-1 0,-1 1 0,1-1 0,0 0 0,0 0 0,0 0 0,-1 0 0,1 0 0,0-1 0,0 1 0,0 0 0,-1-1 0,3 0 0,2-2 0,0 0 0,0 0 0,0 0 0,0-1 0,-1 0 0,1 0 0,-1 0 0,0-1 0,0 0 0,-1 0 0,0 0 0,0-1 0,0 1 0,0-1 0,-1 0 0,4-7 0,-5 8 0,0 0 0,0 0 0,-1 0 0,1-1 0,-1 1 0,0-1 0,0 1 0,-1-1 0,0-6 0,0 9 0,0 0 0,-1 0 0,1 0 0,-1-1 0,0 1 0,0 0 0,0 0 0,0 0 0,-1 1 0,1-1 0,-1 0 0,0 0 0,0 1 0,0-1 0,0 1 0,-3-3 0,4 3 0,0 1 0,0 0 0,0 0 0,0 0 0,0 0 0,0 1 0,-1-1 0,1 0 0,0 0 0,0 1 0,-1-1 0,1 1 0,0-1 0,-1 1 0,1-1 0,0 1 0,-1 0 0,1 0 0,-1 0 0,1 0 0,-1 0 0,1 0 0,0 0 0,-1 0 0,1 0 0,-1 1 0,1-1 0,0 0 0,-1 1 0,1 0 0,0-1 0,0 1 0,-1 0 0,1-1 0,0 1 0,0 0 0,0 0 0,0 0 0,0 0 0,0 0 0,0 0 0,0 0 0,0 0 0,-1 3 0,-2 3 0,1 0 0,-1 0 0,1 1 0,1-1 0,-1 1 0,-1 13 0,1-4 0,2 0 0,0 0 0,0 0 0,2 0 0,4 30 0,-3-37 0,0 0 0,1 0 0,0 0 0,0 0 0,1 0 0,0-1 0,1 1 0,0-1 0,1 0 0,10 13 0,-13-19-151,0 0-1,0 0 0,1-1 0,-1 1 1,1-1-1,-1 1 0,1-1 1,4 2-1,10 2-6674</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3.405"/>
    </inkml:context>
    <inkml:brush xml:id="br0">
      <inkml:brushProperty name="width" value="0.05" units="cm"/>
      <inkml:brushProperty name="height" value="0.05" units="cm"/>
    </inkml:brush>
  </inkml:definitions>
  <inkml:trace contextRef="#ctx0" brushRef="#br0">24 154 24575,'-5'-14'0,"-1"1"0,2-1 0,-5-20 0,34 81 0,-12-16 0,-5-9 0,1 0 0,1-1 0,1-1 0,0 1 0,20 23 0,-31-43 0,1 0 0,0 0 0,-1 0 0,1-1 0,0 1 0,0 0 0,0 0 0,-1-1 0,1 1 0,0 0 0,0-1 0,0 1 0,0-1 0,0 1 0,0-1 0,0 1 0,0-1 0,1 0 0,-1 0 0,0 1 0,0-1 0,0 0 0,0 0 0,0 0 0,2-1 0,-1 1 0,-1-1 0,0 0 0,1 0 0,-1 0 0,0 0 0,0 0 0,0 0 0,1 0 0,-1 0 0,0-1 0,-1 1 0,1 0 0,0-1 0,0 1 0,0-3 0,3-6 0,-1 1 0,0-1 0,-1 1 0,2-17 0,-4-88 0,-1 76 0,3-41 0,1 76 146,2 8 41,5 13-1201,-9-16 330,7 13-6142</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3.797"/>
    </inkml:context>
    <inkml:brush xml:id="br0">
      <inkml:brushProperty name="width" value="0.05" units="cm"/>
      <inkml:brushProperty name="height" value="0.05" units="cm"/>
    </inkml:brush>
  </inkml:definitions>
  <inkml:trace contextRef="#ctx0" brushRef="#br0">46 139 24575,'-15'-3'0,"15"3"0,0 0 0,0 0 0,0-1 0,0 1 0,0 0 0,0 0 0,0-1 0,0 1 0,0 0 0,0 0 0,0-1 0,0 1 0,0 0 0,0 0 0,0 0 0,1-1 0,-1 1 0,0 0 0,0 0 0,0 0 0,0-1 0,0 1 0,1 0 0,-1 0 0,0 0 0,0 0 0,0-1 0,1 1 0,-1 0 0,0 0 0,0 0 0,1 0 0,31-17 0,-20 11 0,-10 5 0,0 0 0,-1-1 0,1 0 0,0 1 0,-1-1 0,0 0 0,1 0 0,-1 0 0,0 0 0,0 0 0,0 0 0,0 0 0,0 0 0,0 0 0,-1 0 0,1-1 0,-1 1 0,1 0 0,-1 0 0,0-1 0,0 1 0,0 0 0,0-1 0,0 1 0,-1 0 0,1-1 0,-1 1 0,0 0 0,1 0 0,-1 0 0,0 0 0,0 0 0,0 0 0,-3-4 0,3 4 0,0 0 0,0 0 0,0 0 0,-1 0 0,1 0 0,-1 0 0,1 1 0,-1-1 0,1 1 0,-1-1 0,0 1 0,0-1 0,0 1 0,0 0 0,0 0 0,0 0 0,0 0 0,0 0 0,0 0 0,0 1 0,0-1 0,-1 1 0,1 0 0,0-1 0,0 1 0,-1 0 0,1 0 0,0 0 0,-1 1 0,1-1 0,0 1 0,0-1 0,-5 2 0,6 0 0,-1-1 0,1 0 0,-1 1 0,1-1 0,0 1 0,-1-1 0,1 1 0,0 0 0,0-1 0,0 1 0,0 0 0,1 0 0,-1 0 0,0 0 0,1-1 0,-1 1 0,0 4 0,0 38 0,1-34 0,0-4 19,0 1 0,1-1 0,-1 1 0,2-1 0,-1 1 0,1-1 0,0 0 0,0 1 0,1-1 0,0 0 0,0 0 0,0-1 0,0 1 0,1-1 0,0 0 0,1 0 0,5 6 0,-6-7-101,1-1 1,-1 1 0,1-1 0,0-1-1,0 1 1,0-1 0,0 1-1,0-2 1,1 1 0,-1 0 0,1-1-1,-1 0 1,1 0 0,-1-1 0,1 0-1,-1 0 1,1 0 0,-1 0 0,1-1-1,8-2 1,8-3-6745</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4.323"/>
    </inkml:context>
    <inkml:brush xml:id="br0">
      <inkml:brushProperty name="width" value="0.05" units="cm"/>
      <inkml:brushProperty name="height" value="0.05" units="cm"/>
    </inkml:brush>
  </inkml:definitions>
  <inkml:trace contextRef="#ctx0" brushRef="#br0">52 295 24575,'-1'-12'0,"0"0"0,-1 0 0,-1 0 0,0 1 0,-1-1 0,-8-19 0,7 19 0,0 1 0,1-1 0,1 0 0,0-1 0,-2-15 0,7 24 0,3 11 0,5 11 0,-2 5 0,-1 0 0,0 1 0,-2 0 0,4 44 0,-8-66 0,0 0 0,0 1 0,0-1 0,0 0 0,0 0 0,0 0 0,0 0 0,1-1 0,-1 1 0,1 0 0,0 0 0,-1-1 0,1 1 0,0-1 0,0 0 0,0 1 0,0-1 0,0 0 0,0 0 0,0 0 0,1-1 0,2 2 0,-2-1 0,1 1 0,0-1 0,0 0 0,0-1 0,0 1 0,0-1 0,0 1 0,0-1 0,0 0 0,0-1 0,0 1 0,5-2 0,-2-1 0,-1 0 0,1-1 0,-1 1 0,0-2 0,0 1 0,-1-1 0,1 1 0,-1-2 0,0 1 0,0 0 0,-1-1 0,0 0 0,0 0 0,0 0 0,3-9 0,-2 5 0,-1-1 0,0-1 0,0 1 0,-1 0 0,-1-1 0,0 0 0,0 1 0,-1-20 0,-2 19 0,0-1 0,0 1 0,-5-16 0,4 23 0,1-1 0,-1 1 0,0-1 0,0 1 0,-1 0 0,0 0 0,0 0 0,0 0 0,-4-5 0,5 12 0,3 8 0,3 10 0,10 25-273,2-1 0,1-1 0,3 0 0,38 61 0,-49-91-6553</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4.493"/>
    </inkml:context>
    <inkml:brush xml:id="br0">
      <inkml:brushProperty name="width" value="0.05" units="cm"/>
      <inkml:brushProperty name="height" value="0.05" units="cm"/>
    </inkml:brush>
  </inkml:definitions>
  <inkml:trace contextRef="#ctx0" brushRef="#br0">15 184 24575,'-3'-5'0,"0"-4"0,0-2 0,1-3 0,0 0 0,1-1 0,0 0 0,3 2 0,4 1 0,3 1 0,4 2 0,3 0 0,3-1 0,4 1 0,2 0 0,2-1 0,-4 2-8191</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4.884"/>
    </inkml:context>
    <inkml:brush xml:id="br0">
      <inkml:brushProperty name="width" value="0.05" units="cm"/>
      <inkml:brushProperty name="height" value="0.05" units="cm"/>
    </inkml:brush>
  </inkml:definitions>
  <inkml:trace contextRef="#ctx0" brushRef="#br0">50 84 24575,'-1'-3'0,"0"0"0,0 0 0,0 0 0,-1 0 0,1 0 0,-1 1 0,0-1 0,-3-4 0,-3-5 0,4 4 0,2 4 0,0-1 0,-1 1 0,1 0 0,-1 0 0,0 0 0,-4-4 0,11 37 0,18 67 0,17 180 0,-40-297 0,1-1 0,5-38 0,-4 50 0,1 0 0,0 0 0,1 0 0,0 0 0,0 1 0,1-1 0,1 1 0,9-15 0,-14 22 0,1 1 0,0-1 0,0 1 0,0-1 0,0 1 0,0 0 0,1 0 0,-1 0 0,0 0 0,0-1 0,1 1 0,-1 1 0,1-1 0,-1 0 0,1 0 0,-1 1 0,1-1 0,-1 0 0,1 1 0,0 0 0,-1-1 0,1 1 0,0 0 0,-1 0 0,1 0 0,0 0 0,0 0 0,-1 0 0,1 1 0,0-1 0,-1 0 0,1 1 0,-1-1 0,1 1 0,-1 0 0,1 0 0,-1-1 0,1 1 0,-1 0 0,1 0 0,-1 0 0,0 1 0,0-1 0,3 2 0,3 5 0,-1 1 0,1-1 0,-2 1 0,1 0 0,8 18 0,-2 2 203,-6-15-595,0 0 0,0-1 0,14 20 0,-11-22-6434</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5.255"/>
    </inkml:context>
    <inkml:brush xml:id="br0">
      <inkml:brushProperty name="width" value="0.05" units="cm"/>
      <inkml:brushProperty name="height" value="0.05" units="cm"/>
    </inkml:brush>
  </inkml:definitions>
  <inkml:trace contextRef="#ctx0" brushRef="#br0">145 138 24575,'1'-20'0,"0"6"0,-1 1 0,0 0 0,-3-20 0,2 31 0,1 0 0,0 0 0,-1 0 0,1 0 0,-1 0 0,0 0 0,1 0 0,-1 0 0,0 0 0,0 0 0,0 0 0,-1 1 0,1-1 0,0 0 0,-1 1 0,1-1 0,-1 1 0,1-1 0,-1 1 0,0 0 0,0 0 0,1 0 0,-1 0 0,0 0 0,0 0 0,0 0 0,0 0 0,-2 0 0,1 1 0,0 1 0,1-1 0,-1 0 0,0 1 0,1-1 0,-1 1 0,1 0 0,-1 0 0,1 0 0,-1 0 0,1 0 0,0 1 0,-1-1 0,1 1 0,0-1 0,0 1 0,0 0 0,0 0 0,0 0 0,1 0 0,-3 3 0,-1 2 0,0 1 0,0-1 0,0 1 0,1 0 0,-3 9 0,2-3 0,1 0 0,1 1 0,0 0 0,-2 24 0,4-31 0,1-1 0,0 1 0,1 0 0,0-1 0,0 1 0,0-1 0,1 0 0,0 1 0,0-1 0,1 0 0,4 7 0,-6-12 0,0 1 0,0-1 0,1 0 0,-1 0 0,1 0 0,0 0 0,-1 0 0,1-1 0,0 1 0,0 0 0,0-1 0,0 1 0,0-1 0,1 0 0,-1 0 0,0 0 0,1 0 0,-1 0 0,0 0 0,1-1 0,-1 1 0,1-1 0,0 1 0,-1-1 0,1 0 0,-1 0 0,1 0 0,-1-1 0,1 1 0,-1-1 0,1 1 0,2-2 0,0 0 0,0 0 0,0-1 0,0 0 0,0 0 0,-1 0 0,1 0 0,-1-1 0,0 1 0,0-1 0,-1 0 0,1-1 0,-1 1 0,6-9 0,-3 0 0,-1 1 0,0-1 0,6-27 0,2-3 0,-9 95 0,1 4-1365,-2-32-5461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5.708"/>
    </inkml:context>
    <inkml:brush xml:id="br0">
      <inkml:brushProperty name="width" value="0.05" units="cm"/>
      <inkml:brushProperty name="height" value="0.05" units="cm"/>
    </inkml:brush>
  </inkml:definitions>
  <inkml:trace contextRef="#ctx0" brushRef="#br0">19 31 24575,'-16'-25'0,"14"20"0,11 18 0,4 11 0,-1 0 0,13 38 0,-25-62 0,0 0 0,0 0 0,0 0 0,0 1 0,0-1 0,0 0 0,1 0 0,-1 0 0,0 0 0,0 0 0,0 0 0,0 0 0,0 0 0,0 0 0,0 0 0,0 0 0,0 0 0,1 0 0,-1 0 0,0 0 0,0 0 0,0 0 0,0 0 0,0 0 0,0 0 0,0 0 0,0 0 0,0 0 0,1 0 0,-1 0 0,0 0 0,0 0 0,0 0 0,0 0 0,0 0 0,0 0 0,0-1 0,0 1 0,0 0 0,0 0 0,0 0 0,1 0 0,-1 0 0,0 0 0,0 0 0,0 0 0,0 0 0,0 0 0,0 0 0,0-1 0,0 1 0,0 0 0,0 0 0,0 0 0,0 0 0,0 0 0,0 0 0,0 0 0,0-1 0,6-10 0,3-14 0,-4 11 0,7-24 0,-11 36 0,0 0 0,0 0 0,0 0 0,0 1 0,0-1 0,1 0 0,-1 0 0,0 1 0,1-1 0,0 1 0,-1-1 0,1 1 0,0 0 0,3-2 0,-5 3 0,1-1 0,0 1 0,0 0 0,0 0 0,0 0 0,0 0 0,-1 0 0,1 0 0,0 1 0,0-1 0,0 0 0,0 0 0,-1 1 0,1-1 0,0 0 0,0 1 0,-1-1 0,1 1 0,0-1 0,0 1 0,-1-1 0,1 1 0,-1-1 0,1 1 0,0 0 0,-1-1 0,1 1 0,-1 0 0,1-1 0,-1 1 0,0 0 0,1 0 0,-1 0 0,1 1 0,10 33 0,-10-31 0,2 12 0,13 37 0,-16-51 0,1 1 0,1-1 0,-1 1 0,0-1 0,1 0 0,-1 1 0,1-1 0,-1 0 0,1 0 0,0 0 0,0 0 0,0-1 0,0 1 0,1 0 0,-1-1 0,4 3 0,-4-4 0,0 0 0,1 1 0,-1-1 0,1 0 0,-1 0 0,0-1 0,1 1 0,-1 0 0,0-1 0,1 0 0,-1 1 0,0-1 0,1 0 0,-1 0 0,0 0 0,0 0 0,0-1 0,0 1 0,0 0 0,0-1 0,-1 1 0,4-4 0,4-4 0,-1 0 0,14-20 0,-17 23-341,-1-1 0,0 0-1,7-15 1,-7 9-6485</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5.783"/>
    </inkml:context>
    <inkml:brush xml:id="br0">
      <inkml:brushProperty name="width" value="0.05" units="cm"/>
      <inkml:brushProperty name="height" value="0.05" units="cm"/>
    </inkml:brush>
  </inkml:definitions>
  <inkml:trace contextRef="#ctx0" brushRef="#br0">9 0 24575,'-3'0'0,"-2"0"0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5.951"/>
    </inkml:context>
    <inkml:brush xml:id="br0">
      <inkml:brushProperty name="width" value="0.05" units="cm"/>
      <inkml:brushProperty name="height" value="0.05" units="cm"/>
    </inkml:brush>
  </inkml:definitions>
  <inkml:trace contextRef="#ctx0" brushRef="#br0">27 134 24575,'1'-30'0,"-1"17"0,1 0 0,-2 0 0,0 0 0,0 0 0,-4-15 0,-1 17 0,0 16 0,-1 19 0,6-7 51,0 0 0,2 0 0,-1 0 0,2 0 0,7 31 0,30 85-525,-18-70-723,-15-41-5629</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6.310"/>
    </inkml:context>
    <inkml:brush xml:id="br0">
      <inkml:brushProperty name="width" value="0.05" units="cm"/>
      <inkml:brushProperty name="height" value="0.05" units="cm"/>
    </inkml:brush>
  </inkml:definitions>
  <inkml:trace contextRef="#ctx0" brushRef="#br0">82 140 24575,'5'-7'0,"-1"0"0,1 0 0,-1 0 0,0-1 0,-1 1 0,0-1 0,0 0 0,-1 0 0,0 0 0,2-15 0,-4 22 0,1-1 0,-1 1 0,0-1 0,0 1 0,0-1 0,0 1 0,0 0 0,0-1 0,-1 1 0,1-1 0,0 1 0,-1-1 0,1 1 0,-1 0 0,1-1 0,-1 1 0,0 0 0,0-1 0,1 1 0,-1 0 0,0 0 0,0 0 0,0 0 0,0 0 0,-1 0 0,1 0 0,0 0 0,0 0 0,0 1 0,-1-1 0,1 0 0,0 1 0,-1-1 0,1 1 0,-1-1 0,1 1 0,-1 0 0,1 0 0,0-1 0,-3 1 0,1 0 0,0 1 0,0-1 0,0 0 0,0 1 0,0 0 0,1-1 0,-1 1 0,0 0 0,0 1 0,1-1 0,-1 0 0,0 1 0,1 0 0,-1-1 0,1 1 0,0 0 0,0 0 0,0 0 0,-3 4 0,-1 5 0,2 0 0,-1 0 0,2 1 0,-1-1 0,1 1 0,1 0 0,0 0 0,0 20 0,2-30 0,-1 0 0,1 0 0,0 0 0,0 1 0,0-1 0,0 0 0,1 0 0,-1 0 0,0 0 0,1 0 0,-1 0 0,1 0 0,0 0 0,0 0 0,0 0 0,0 0 0,0-1 0,0 1 0,0 0 0,1-1 0,-1 1 0,1 0 0,-1-1 0,1 0 0,-1 1 0,1-1 0,0 0 0,0 0 0,-1 0 0,1 0 0,4 1 0,-3-1 0,0-1 0,1 0 0,-1 1 0,0-1 0,1-1 0,-1 1 0,0 0 0,1-1 0,-1 1 0,0-1 0,0 0 0,1 0 0,-1-1 0,0 1 0,0-1 0,0 1 0,-1-1 0,1 0 0,4-3 0,-2-1-273,1 1 0,-1-1 0,1 0 0,6-11 0,2-7-6553</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6.467"/>
    </inkml:context>
    <inkml:brush xml:id="br0">
      <inkml:brushProperty name="width" value="0.05" units="cm"/>
      <inkml:brushProperty name="height" value="0.05" units="cm"/>
    </inkml:brush>
  </inkml:definitions>
  <inkml:trace contextRef="#ctx0" brushRef="#br0">0 53 24575,'0'-7'0,"0"-7"0,0-4 0,0 6 0,0 10 0,0 13 0,0 13 0,3 13 0,0 9 0,3 7 0,2 1 0,0-1 0,1-3 0,1-3 0,-1-6 0,1-8 0,-2-10-8191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6.796"/>
    </inkml:context>
    <inkml:brush xml:id="br0">
      <inkml:brushProperty name="width" value="0.05" units="cm"/>
      <inkml:brushProperty name="height" value="0.05" units="cm"/>
    </inkml:brush>
  </inkml:definitions>
  <inkml:trace contextRef="#ctx0" brushRef="#br0">58 200 24575,'-1'0'0,"1"0"0,0 0 0,-1 0 0,1 0 0,-1 0 0,1 0 0,-1 0 0,0 0 0,1 0 0,-1 0 0,1 0 0,-1 0 0,1 0 0,0 0 0,-1 0 0,1-1 0,-1 1 0,1 0 0,-1 0 0,1-1 0,-1 1 0,1 0 0,0-1 0,-1 1 0,1 0 0,-1-1 0,1 1 0,0 0 0,0-1 0,-1 1 0,1-1 0,0 1 0,0-1 0,-1 1 0,1 0 0,0-1 0,0 1 0,0-1 0,0 1 0,0-1 0,0 1 0,0-1 0,0 1 0,0-1 0,0 1 0,0-1 0,0 0 0,14-28 0,-4 8 0,-8 14 0,0 0 0,-1 0 0,0-1 0,-1 1 0,1 0 0,-1-1 0,-1 1 0,1-1 0,-1 1 0,0 0 0,-1 0 0,0-1 0,0 1 0,-1 0 0,-5-11 0,8 17 0,0 1 0,-1-1 0,1 1 0,0 0 0,-1-1 0,1 1 0,0-1 0,-1 1 0,1-1 0,0 1 0,-1 0 0,1-1 0,-1 1 0,1 0 0,-1-1 0,1 1 0,-1 0 0,1 0 0,-1 0 0,1-1 0,-1 1 0,1 0 0,-1 0 0,1 0 0,-1 0 0,0 0 0,1 0 0,-1 0 0,1 0 0,-1 0 0,0 0 0,0 1 0,0 0 0,0-1 0,0 1 0,0 0 0,0 0 0,0 0 0,0 0 0,0 0 0,1 0 0,-1 0 0,0 0 0,0 3 0,-13 36 0,10-18 0,0 1 0,-1 44 0,5-55 0,1-1 0,0 1 0,0 0 0,1 0 0,1 0 0,0-1 0,6 16 0,-7-24-136,-1 0-1,1 0 1,-1 0-1,1-1 1,0 1-1,0 0 1,1-1-1,-1 0 0,4 4 1,5 1-6690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7.106"/>
    </inkml:context>
    <inkml:brush xml:id="br0">
      <inkml:brushProperty name="width" value="0.05" units="cm"/>
      <inkml:brushProperty name="height" value="0.05" units="cm"/>
    </inkml:brush>
  </inkml:definitions>
  <inkml:trace contextRef="#ctx0" brushRef="#br0">30 120 24575,'-3'-3'0,"-16"-17"0,18 19 0,1 1 0,-1-1 0,1 1 0,-1-1 0,1 1 0,-1-1 0,1 0 0,-1 1 0,1-1 0,0 0 0,-1 1 0,1-1 0,0 0 0,-1 0 0,1 1 0,0-1 0,0 0 0,0 0 0,0 1 0,0-1 0,0 0 0,0 0 0,0 1 0,0-1 0,0 0 0,1-1 0,-1 2 0,1 0 0,-1 0 0,1 0 0,0 0 0,-1 0 0,1 0 0,-1 0 0,1 0 0,0 0 0,-1 0 0,1 1 0,-1-1 0,1 0 0,-1 0 0,1 0 0,0 1 0,-1-1 0,1 0 0,-1 1 0,1-1 0,-1 0 0,0 1 0,2 0 0,13 12 0,-13-11 0,12 10 0,0 2 0,-1 0 0,20 29 0,-28-37 0,-1 0 0,0 1 0,-1-1 0,0 1 0,0 0 0,0 0 0,-1 0 0,0 0 0,0 0 0,0 0 0,-1 1 0,0 14 0,-1-20 0,0 0 0,0-1 0,-1 1 0,1 0 0,-1 0 0,1 0 0,-1 0 0,1-1 0,-1 1 0,0 0 0,0 0 0,0-1 0,0 1 0,0-1 0,0 1 0,0-1 0,-1 1 0,1-1 0,-1 0 0,1 1 0,-1-1 0,1 0 0,-1 0 0,1 0 0,-1 0 0,0-1 0,0 1 0,0 0 0,1-1 0,-1 1 0,0-1 0,0 0 0,0 1 0,0-1 0,-3 0 0,3-1 0,-1 1 0,0 0 0,0-1 0,1 1 0,-1-1 0,1 0 0,-1 0 0,1 0 0,-1 0 0,1 0 0,-1-1 0,1 1 0,0-1 0,0 0 0,0 1 0,0-1 0,0 0 0,0 0 0,0 0 0,1 0 0,-1-1 0,1 1 0,-1 0 0,1-1 0,-1-2 0,0-2 0,0-1 0,1 1 0,0-1 0,0 1 0,1-1 0,0 0 0,0 1 0,1-1 0,0 1 0,0-1 0,1 1 0,0-1 0,5-10 0,-1 2 0,1 1 0,0 0 0,2 0 0,0 1 0,11-14 0,-14 20 0,1 0 0,1 0 0,-1 1 0,1 0 0,17-11 0,-23 16 0,1 1 0,0-1 0,-1 1 0,1 0 0,0 0 0,0 0 0,0 0 0,0 1 0,0-1 0,0 1 0,3 0 0,-4 0 0,0 0 0,0 0 0,-1 1 0,1-1 0,0 1 0,0-1 0,-1 1 0,1 0 0,-1 0 0,1 0 0,0 0 0,-1 0 0,1 0 0,-1 0 0,0 0 0,1 0 0,-1 1 0,0-1 0,2 3 0,10 23-1365,-5 2-5461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7.461"/>
    </inkml:context>
    <inkml:brush xml:id="br0">
      <inkml:brushProperty name="width" value="0.05" units="cm"/>
      <inkml:brushProperty name="height" value="0.05" units="cm"/>
    </inkml:brush>
  </inkml:definitions>
  <inkml:trace contextRef="#ctx0" brushRef="#br0">116 468 24575,'-43'13'0,"27"-8"0,0 0 0,-17 2 0,33-7 0,0 0 0,0 0 0,0 0 0,0 0 0,-1 0 0,1 0 0,0 0 0,0 1 0,0-1 0,-1 0 0,1 0 0,0 0 0,0 0 0,0 0 0,0 0 0,-1 0 0,1 0 0,0 0 0,0 0 0,0 0 0,-1 0 0,1 0 0,0 0 0,0 0 0,0 0 0,-1 0 0,1 0 0,0-1 0,0 1 0,0 0 0,0 0 0,-1 0 0,1 0 0,0 0 0,0 0 0,0-1 0,0 1 0,0 0 0,-1 0 0,1 0 0,0 0 0,0 0 0,0-1 0,9-6 0,19-7 0,105-40-335,155-39 0,149-15-336,744-109-884,-1160 214-3740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9.326"/>
    </inkml:context>
    <inkml:brush xml:id="br0">
      <inkml:brushProperty name="width" value="0.05" units="cm"/>
      <inkml:brushProperty name="height" value="0.05" units="cm"/>
    </inkml:brush>
  </inkml:definitions>
  <inkml:trace contextRef="#ctx0" brushRef="#br0">6941 0 24575,'0'8'0,"-2"1"0,1-1 0,-1 0 0,0 0 0,-1 0 0,0-1 0,0 1 0,-1 0 0,0-1 0,-6 9 0,-14 30 0,-5 33 0,-24 50 0,45-112 0,-2-1 0,0 0 0,0 0 0,-2-1 0,-19 21 0,4-12 0,0-1 0,-1-1 0,-51 29 0,-101 45 0,174-93 0,-99 45 0,-1-5 0,-128 34 0,-229 37 0,447-110 0,-523 96-271,-5-24-107,369-53 342,-725 61 36,615-76 0,-333-34 0,-685-144-110,398 5 905,884 161-744,-58-14 223,69 15-555,1 0-1,-1-1 0,1 0 0,0 0 1,-15-11-1,16 8-6544</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1:53:59.615"/>
    </inkml:context>
    <inkml:brush xml:id="br0">
      <inkml:brushProperty name="width" value="0.05" units="cm"/>
      <inkml:brushProperty name="height" value="0.05" units="cm"/>
    </inkml:brush>
  </inkml:definitions>
  <inkml:trace contextRef="#ctx0" brushRef="#br0">59 42 24575,'2'-1'0,"0"0"0,-1 0 0,1 0 0,0 0 0,0 0 0,-1-1 0,1 1 0,0-1 0,-1 1 0,0-1 0,1 1 0,1-4 0,4-3 0,14-5 0,-14 12 0,-12 13 0,0-6 0,0 0 0,0-1 0,0 0 0,-1 0 0,0 0 0,0-1 0,-1 0 0,-10 6 0,7-5 0,1 1 0,-15 12 0,23-18 0,0 1 0,1 0 0,-1 0 0,1 0 0,-1 0 0,1 0 0,-1 0 0,1 0 0,-1 0 0,1 0 0,0 0 0,0 0 0,-1 0 0,1 0 0,0 0 0,0 0 0,0 0 0,0 1 0,1-1 0,-1 0 0,0 0 0,0 0 0,1 0 0,-1 0 0,0 0 0,1 0 0,-1 0 0,1 0 0,-1 0 0,1 0 0,0-1 0,-1 1 0,1 0 0,0 0 0,1 1 0,5 6 0,0-1 0,15 13 0,-11-11 0,42 44-1365,-28-26-5461</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39.434"/>
    </inkml:context>
    <inkml:brush xml:id="br0">
      <inkml:brushProperty name="width" value="0.05" units="cm"/>
      <inkml:brushProperty name="height" value="0.05" units="cm"/>
    </inkml:brush>
  </inkml:definitions>
  <inkml:trace contextRef="#ctx0" brushRef="#br0">90 0 24575,'0'13'0,"2"-1"0,0 0 0,6 23 0,-4-21 0,-1 0 0,2 22 0,-4-20 0,-1-1 0,-1 0 0,-1 0 0,0 0 0,0 0 0,-2-1 0,0 1 0,-9 20 0,-5 5 0,-39 59 0,54-94 0,2-4 0,0 0 0,0 0 0,1 0 0,-1 0 0,0 1 0,1-1 0,-1 0 0,1 0 0,-1 0 0,1 0 0,0 1 0,-1-1 0,1 0 0,0 0 0,0 1 0,0-1 0,0 0 0,0 0 0,0 1 0,0-1 0,0 0 0,1 0 0,-1 1 0,0-1 0,2 2 0,-1-2 0,1 0 0,-1 1 0,1-1 0,0 0 0,0 0 0,-1 0 0,1 0 0,0-1 0,0 1 0,0 0 0,0-1 0,0 1 0,0-1 0,0 0 0,3 0 0,43 6 150,114 18-1665,-143-20-5311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14.023"/>
    </inkml:context>
    <inkml:brush xml:id="br0">
      <inkml:brushProperty name="width" value="0.05" units="cm"/>
      <inkml:brushProperty name="height" value="0.05" units="cm"/>
    </inkml:brush>
  </inkml:definitions>
  <inkml:trace contextRef="#ctx0" brushRef="#br0">103 1080 24575,'0'0'0,"0"0"0,0-1 0,-1 1 0,1 0 0,0 0 0,0 0 0,0 0 0,0 0 0,0 0 0,0 0 0,0 0 0,0-1 0,0 1 0,0 0 0,0 0 0,0 0 0,0 0 0,0 0 0,0 0 0,0-1 0,-1 1 0,1 0 0,0 0 0,0 0 0,1 0 0,-1 0 0,0 0 0,0-1 0,0 1 0,0 0 0,0 0 0,0 0 0,0 0 0,0 0 0,0 0 0,0-1 0,0 1 0,0 0 0,0 0 0,0 0 0,0 0 0,1 0 0,-1 0 0,0 0 0,0 0 0,9-4 0,11 0 0,-7 3 0,-1 0 0,-1 0 0,0 0 0,1 1 0,-1 0 0,0 1 0,16 4 0,-25-5 0,-1 1 0,0-1 0,0 1 0,0 0 0,0-1 0,0 1 0,0 0 0,0 0 0,-1 0 0,1-1 0,0 1 0,0 0 0,-1 0 0,1 0 0,0 1 0,-1-1 0,1 0 0,-1 0 0,0 0 0,1 0 0,-1 0 0,0 1 0,1-1 0,-1 0 0,0 0 0,0 0 0,0 1 0,-1 1 0,-6 40 0,3-28 0,-7 44 0,2 1 0,3 0 0,2 0 0,4 1 0,7 71 0,-5-115 0,1 1 0,1-1 0,1 0 0,0 0 0,1 0 0,1-1 0,1 0 0,0 0 0,11 15 0,-10-19 0,0-1 0,0 0 0,1-1 0,1 0 0,-1 0 0,1-1 0,1-1 0,0 0 0,0 0 0,1-2 0,22 10 0,-11-8 0,-1-1 0,1-2 0,1 0 0,-1-2 0,1 0 0,-1-2 0,1 0 0,0-2 0,-1-1 0,1-1 0,-1-1 0,27-8 0,0-3 0,-1-2 0,0-2 0,-2-3 0,74-43 0,-119 63 0,1-1 0,0 1 0,0 0 0,1 0 0,-1 0 0,8-2 0,-11 3 0,0 1 0,0 0 0,0 0 0,0 0 0,0 0 0,0 0 0,0 0 0,0 0 0,0 0 0,0 1 0,0-1 0,0 0 0,0 1 0,0-1 0,0 0 0,0 1 0,0-1 0,0 1 0,0-1 0,0 1 0,-1 0 0,1-1 0,0 1 0,0 0 0,-1 0 0,1 0 0,-1-1 0,1 1 0,-1 0 0,1 0 0,0 2 0,4 10 0,0 1 0,-1 0 0,4 26 0,5 15 0,-7-36 0,1 0 0,1 0 0,1-1 0,0 0 0,2 0 0,0-1 0,0 0 0,2-1 0,23 23 0,-14-19 0,0-1 0,2-1 0,0-1 0,1-1 0,53 24 0,-28-19 0,1-2 0,79 18 0,100 5 0,-52-23 0,1-8 0,246-17 0,353-76 0,-773 81 0,322-57 0,-283 47 0,-1-2 0,0-2 0,0-2 0,-2-2 0,50-30 0,-37 13 0,36-21 0,-78 51 0,0 1 0,0 0 0,0 1 0,0 0 0,1 1 0,17-2 0,-10 3 0,-1 2 0,1 0 0,0 1 0,-1 1 0,1 1 0,32 9 0,112 46 0,-22-6 0,-114-44 0,0-2 0,1-1 0,0-1 0,0-1 0,0-2 0,0-1 0,0-1 0,50-8 0,-43 1 0,-1-1 0,0-2 0,0-1 0,-1-2 0,-1-1 0,49-30 0,167-133 0,-15-20 0,-226 190 0,19-14 0,0 0 0,-1-2 0,-1-1 0,23-29 0,-42 46 0,0 0 0,-1-1 0,0 1 0,0-1 0,-1 0 0,0 0 0,0 0 0,-1-1 0,-1 1 0,0-1 0,0 1 0,0-1 0,-1 0 0,-1 0 0,-1-16 0,-32-157 0,7 58 0,12 43 0,-35-113 0,37 160 0,-2 0 0,-1 0 0,-1 2 0,-2 0 0,-36-49 0,22 42 0,-2 1 0,-2 2 0,-1 1 0,-2 2 0,-1 2 0,-2 1 0,-1 3 0,-1 1 0,-91-40 0,81 45 0,0 3 0,-2 2 0,0 3 0,0 2 0,-1 2 0,-1 3 0,1 3 0,-97 4 0,32 14 0,-214 53 0,2 1 0,299-65 0,-1-2 0,1-1 0,-50-7 0,-2 0 0,58 5 0,-215-4 0,185 8 0,1 2 0,-70 14 0,41 4 0,1 4 0,-112 51 0,102-37 0,-126 33 0,190-66 0,-1-2 0,0 0 0,0-2 0,0-2 0,-1-1 0,1-2 0,0-1 0,0-1 0,0-2 0,1-1 0,-1-2 0,-57-24 0,-157-56 0,206 78 0,-1 1 0,1 3 0,-2 1 0,-49 0 0,26 7 0,1 4 0,0 2 0,-75 18 0,-187 66 0,264-69 0,-118 60 0,-50 49 0,-14 7 0,224-128 0,-2 1 0,0 1 0,1 2 0,-25 18 0,40-27 0,1 1 0,1 0 0,-1 0 0,1 0 0,0 0 0,0 1 0,0 0 0,1 0 0,0 0 0,1 1 0,0-1 0,0 1 0,0 0 0,-2 11 0,3 0 0,0 0 0,1 1 0,1-1 0,1 1 0,1-1 0,0 0 0,1 0 0,7 21 0,0-5 0,2-1 0,1-1 0,26 47 0,-32-67 43,1 0 0,0-1-1,0 0 1,1-1 0,1 1-1,0-2 1,20 17 0,-25-23-129,0 0 1,1-1 0,0 0-1,0 0 1,0 0 0,0 0-1,0-1 1,1 0 0,-1-1-1,1 1 1,-1-1 0,1 0-1,-1-1 1,1 0 0,0 0-1,-1 0 1,1-1 0,0 0-1,6-1 1,11-6-6741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14.980"/>
    </inkml:context>
    <inkml:brush xml:id="br0">
      <inkml:brushProperty name="width" value="0.05" units="cm"/>
      <inkml:brushProperty name="height" value="0.05" units="cm"/>
    </inkml:brush>
  </inkml:definitions>
  <inkml:trace contextRef="#ctx0" brushRef="#br0">36 421 24575,'-4'-6'0,"-1"-1"0,1 1 0,1-1 0,-1 0 0,1 0 0,0 0 0,1-1 0,0 1 0,0 0 0,1-1 0,-1 1 0,2-1 0,-1-12 0,1 16 0,0-1 0,1 1 0,-1 0 0,1-1 0,0 1 0,0 0 0,1 0 0,-1-1 0,1 1 0,0 0 0,0 0 0,0 1 0,1-1 0,-1 0 0,1 1 0,0 0 0,0-1 0,0 1 0,1 0 0,-1 0 0,1 1 0,-1-1 0,1 1 0,0 0 0,0 0 0,0 0 0,0 0 0,0 1 0,0 0 0,1 0 0,-1 0 0,0 0 0,1 0 0,-1 1 0,1 0 0,-1 0 0,0 0 0,1 1 0,-1-1 0,1 1 0,-1 0 0,0 0 0,5 3 0,-5-3 0,0 0 0,-1 1 0,1-1 0,0 1 0,-1 0 0,0 0 0,1 1 0,-1-1 0,0 1 0,0 0 0,0-1 0,0 1 0,-1 1 0,1-1 0,-1 0 0,3 5 0,-3-3 0,0-1 0,-1 1 0,1 0 0,-1 1 0,0-1 0,0 0 0,0 0 0,-1 0 0,0 1 0,0-1 0,-1 6 0,-1 2 0,-1 1 0,0-1 0,-1 0 0,-1 0 0,0 0 0,0-1 0,-1 0 0,-13 18 0,8-16 0,11-23 0,14-27 0,24-50 0,81-135 0,-114 213 0,8-12 0,25-32 0,-35 49 0,0-1 0,0 1 0,0-1 0,1 1 0,-1 0 0,1 0 0,0 1 0,0-1 0,0 1 0,0 0 0,1 0 0,-1 0 0,0 0 0,1 1 0,6-2 0,-9 3 0,0 0 0,0 0 0,0 0 0,0 0 0,0 1 0,0-1 0,0 1 0,0-1 0,0 1 0,-1 0 0,1 0 0,0-1 0,0 1 0,0 0 0,-1 1 0,1-1 0,2 2 0,-2 0 0,1 0 0,0 0 0,-1 1 0,1-1 0,-1 1 0,0 0 0,0-1 0,1 5 0,2 8 0,0 0 0,-2 0 0,4 22 0,-6-31 0,9 171 0,-8-110 0,2-51 0,-4-17 0,0 1 0,0-1 0,0 0 0,0 0 0,1 0 0,-1 0 0,0 0 0,0 0 0,0 0 0,0 1 0,1-1 0,-1 0 0,0 0 0,0 0 0,0 0 0,1 0 0,-1 0 0,0 0 0,0 0 0,0 0 0,1 0 0,-1 0 0,0 0 0,0 0 0,0 0 0,1 0 0,-1 0 0,0-1 0,0 1 0,0 0 0,0 0 0,1 0 0,-1 0 0,0 0 0,0 0 0,0 0 0,0-1 0,1 1 0,-1 0 0,0 0 0,3-4 0,-1 1 0,1-1 0,-1 1 0,0-1 0,3-6 0,31-81 0,-25 58 0,2 1 0,2 0 0,20-35 0,-32 63 0,-1 1 0,1-1 0,0 0 0,0 1 0,0 0 0,0 0 0,1 0 0,-1 0 0,1 0 0,4-2 0,-6 4 0,-1 1 0,1-1 0,-1 1 0,1-1 0,-1 1 0,1 0 0,0 0 0,-1 0 0,1 0 0,-1 0 0,1 0 0,-1 0 0,1 0 0,0 1 0,-1-1 0,1 1 0,-1-1 0,1 1 0,-1-1 0,0 1 0,1 0 0,-1 0 0,0 0 0,1 0 0,-1 0 0,0 0 0,0 0 0,0 0 0,0 0 0,0 1 0,0-1 0,1 2 0,4 6 0,-1 0 0,0 0 0,0 0 0,-1 1 0,0 0 0,4 17 0,9 67 0,-10-51 0,-3-19 127,15 68-1619,-14-75-5334</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15.322"/>
    </inkml:context>
    <inkml:brush xml:id="br0">
      <inkml:brushProperty name="width" value="0.05" units="cm"/>
      <inkml:brushProperty name="height" value="0.05" units="cm"/>
    </inkml:brush>
  </inkml:definitions>
  <inkml:trace contextRef="#ctx0" brushRef="#br0">0 248 24575,'1'-5'0,"0"1"0,0-1 0,0 0 0,1 1 0,0-1 0,0 0 0,0 1 0,0 0 0,1 0 0,0 0 0,0 0 0,0 0 0,0 0 0,0 1 0,1-1 0,5-3 0,-3 4 0,1 1 0,0-1 0,0 2 0,0-1 0,1 1 0,-1 0 0,0 0 0,8 1 0,-7 0 0,0-1 0,0 0 0,0 0 0,0 0 0,0-1 0,12-5 0,-17 6 0,0 0 0,-1 0 0,1-1 0,-1 1 0,0-1 0,1 0 0,-1 0 0,0 0 0,0 0 0,0 0 0,0 0 0,-1-1 0,1 1 0,0 0 0,-1-1 0,0 1 0,0-1 0,1 0 0,-2 0 0,1 1 0,0-1 0,0 0 0,-1 0 0,0 0 0,1 0 0,-1 1 0,0-1 0,0 0 0,-2-6 0,1 5 0,0 1 0,0-1 0,0 0 0,-1 1 0,1-1 0,-1 0 0,0 1 0,0 0 0,0 0 0,-1-1 0,1 1 0,-1 0 0,0 1 0,0-1 0,0 0 0,0 1 0,0 0 0,0 0 0,-1 0 0,1 0 0,-7-2 0,8 3 0,0 0 0,0 1 0,0-1 0,0 1 0,0 0 0,-1-1 0,1 1 0,0 0 0,0 0 0,0 0 0,-1 1 0,1-1 0,0 1 0,0-1 0,0 1 0,0-1 0,0 1 0,-4 2 0,3-1 0,0 1 0,0-1 0,0 1 0,0-1 0,1 1 0,-1 0 0,1 0 0,0 0 0,-4 7 0,-1 4 0,1 1 0,1 0 0,0 0 0,-3 17 0,4-14 57,1 1 0,0 0 0,1 0 0,2 0 0,2 35 0,-1-46-164,0 0 0,0 0 1,1 0-1,0 0 0,1 0 1,0 0-1,0 0 0,0-1 1,1 1-1,0-1 0,1 0 1,0 0-1,0-1 0,0 1 1,11 9-1,8 1-6719</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15.830"/>
    </inkml:context>
    <inkml:brush xml:id="br0">
      <inkml:brushProperty name="width" value="0.05" units="cm"/>
      <inkml:brushProperty name="height" value="0.05" units="cm"/>
    </inkml:brush>
  </inkml:definitions>
  <inkml:trace contextRef="#ctx0" brushRef="#br0">40 139 24575,'-12'-26'0,"-16"-46"0,29 65 0,6 13 0,8 14 0,-3 3 0,-1 0 0,-1 0 0,-1 1 0,-1 0 0,-1 1 0,-1-1 0,-1 1 0,-1 1 0,0 44 0,-3-101 0,1 0 0,9-48 0,-8 69 0,21-79 0,-19 77 0,-1-1 0,2 1 0,0 1 0,13-22 0,-18 31 0,0 0 0,1 1 0,-1-1 0,0 0 0,1 1 0,0-1 0,-1 1 0,1-1 0,0 1 0,0 0 0,-1-1 0,1 1 0,0 0 0,0 0 0,0 1 0,1-1 0,-1 0 0,0 1 0,0-1 0,0 1 0,0 0 0,1-1 0,-1 1 0,3 1 0,-2-1 0,-1 1 0,0 0 0,0 0 0,1 0 0,-1 0 0,0 1 0,0-1 0,0 1 0,0-1 0,-1 1 0,1 0 0,0-1 0,-1 1 0,1 0 0,-1 0 0,1 0 0,-1 0 0,0 1 0,0-1 0,0 0 0,1 5 0,1 4 0,0-1 0,-1 1 0,-1 1 0,0-1 0,0 19 0,-1-16 0,1 1 0,2 16 0,1-25 0,1-13 0,5-15 0,-9 19 0,12-36 0,-10 29 0,-1 1 0,1 0 0,0 0 0,1 0 0,0 0 0,1 0 0,0 1 0,0 0 0,11-13 0,-14 20 0,-1-1 0,0 1 0,1 0 0,-1 0 0,1 0 0,-1 0 0,1 0 0,0 1 0,-1-1 0,1 0 0,0 1 0,-1-1 0,1 1 0,0 0 0,0-1 0,0 1 0,-1 0 0,1 0 0,0 0 0,0 0 0,3 1 0,-2 0 0,0 1 0,0-1 0,-1 0 0,1 1 0,0 0 0,-1-1 0,1 1 0,-1 0 0,1 1 0,-1-1 0,3 4 0,3 4 0,-1 1 0,0 0 0,-1 0 0,10 24 0,1 17 0,-11-33 0,1 0 0,0-1 0,10 18 0,-6-21-1365,-1-5-5461</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16.141"/>
    </inkml:context>
    <inkml:brush xml:id="br0">
      <inkml:brushProperty name="width" value="0.05" units="cm"/>
      <inkml:brushProperty name="height" value="0.05" units="cm"/>
    </inkml:brush>
  </inkml:definitions>
  <inkml:trace contextRef="#ctx0" brushRef="#br0">72 166 24575,'0'-1'0,"0"-9"0,-1 0 0,1 0 0,-4-15 0,3 24 0,1-1 0,0 1 0,0 0 0,-1-1 0,1 1 0,0 0 0,-1-1 0,1 1 0,-1 0 0,0-1 0,0 1 0,1 0 0,-1 0 0,0 0 0,0 0 0,0 0 0,0 0 0,0 0 0,0 0 0,0 0 0,-1 0 0,1 1 0,0-1 0,0 0 0,-1 1 0,1-1 0,0 1 0,-1-1 0,1 1 0,0 0 0,-1 0 0,1-1 0,-1 1 0,-1 0 0,1 1 0,0 0 0,1-1 0,-1 1 0,0 0 0,1 0 0,-1 0 0,1 0 0,-1 0 0,1 0 0,0 0 0,-1 0 0,1 1 0,0-1 0,0 0 0,0 1 0,0-1 0,0 1 0,0-1 0,0 1 0,1 0 0,-1-1 0,0 1 0,1 0 0,0 0 0,-1-1 0,1 1 0,0 0 0,0 3 0,-1 2 0,1 1 0,0-1 0,0 1 0,1 0 0,2 11 0,1-2 0,1-1 0,1 1 0,0-1 0,1-1 0,13 22 0,-16-31 0,0 1 0,0-1 0,1 0 0,0 0 0,0 0 0,0-1 0,1 0 0,0 0 0,0 0 0,0-1 0,1 0 0,-1 0 0,1 0 0,11 3 0,-15-6 0,0 0 0,0 0 0,0-1 0,0 1 0,-1-1 0,1 0 0,0 0 0,0 0 0,0 0 0,0-1 0,0 1 0,0-1 0,0 0 0,0 0 0,-1 0 0,1 0 0,4-3 0,-3 2 0,-1-1 0,1 0 0,-1 0 0,0 0 0,0 0 0,0-1 0,0 1 0,-1-1 0,1 0 0,2-6 0,0-1 0,0-1 0,-2 1 0,1-1 0,-2 0 0,1 0 0,-1 0 0,0-22 0,-3 16 0,0 1 0,-1-1 0,0 1 0,-8-24 0,9 34 0,-1 0 0,-1 1 0,1-1 0,-1 1 0,0 0 0,-1-1 0,0 2 0,0-1 0,0 0 0,0 1 0,-1 0 0,0-1 0,-10-7 0,14 12 14,-1 0 1,0 0-1,1 0 0,-1 1 0,0-1 1,0 0-1,0 0 0,1 1 0,-1-1 0,0 1 1,0 0-1,0 0 0,0-1 0,0 1 1,0 0-1,0 1 0,0-1 0,1 0 0,-1 0 1,0 1-1,0-1 0,0 1 0,-2 1 1,1-1-116,1 1 1,0 0-1,0-1 1,0 1 0,0 0-1,0 0 1,1 0-1,-1 0 1,0 0 0,1 1-1,0-1 1,-1 0 0,1 1-1,0-1 1,0 1-1,0 2 1,-4 14-6726</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16.885"/>
    </inkml:context>
    <inkml:brush xml:id="br0">
      <inkml:brushProperty name="width" value="0.05" units="cm"/>
      <inkml:brushProperty name="height" value="0.05" units="cm"/>
    </inkml:brush>
  </inkml:definitions>
  <inkml:trace contextRef="#ctx0" brushRef="#br0">1 165 24575,'1'0'0,"0"-1"0,0 0 0,0 0 0,0 0 0,0-1 0,0 1 0,-1 0 0,1 0 0,0 0 0,0-1 0,-1 1 0,1 0 0,-1-1 0,1 1 0,-1 0 0,0-1 0,1 1 0,-1-1 0,0 1 0,0-3 0,1-2 0,1-2 0,1 0 0,0 0 0,0 0 0,0 0 0,1 0 0,0 0 0,1 1 0,0 0 0,0 0 0,0 0 0,10-8 0,-11 11 0,0 1 0,1 0 0,-1 0 0,1 0 0,0 1 0,0-1 0,0 1 0,0 0 0,0 1 0,0-1 0,1 1 0,-1 0 0,0 0 0,1 1 0,-1 0 0,1 0 0,-1 0 0,1 0 0,6 2 0,-4 0 0,-1 0 0,0 0 0,0 1 0,0 0 0,-1 0 0,1 1 0,-1 0 0,1 0 0,-1 0 0,-1 1 0,1-1 0,-1 2 0,1-1 0,-1 0 0,-1 1 0,1 0 0,-1 0 0,0 1 0,3 7 0,-2-6 0,-1 1 0,-1 0 0,0 1 0,0-1 0,0 0 0,-2 1 0,1-1 0,-1 1 0,0 0 0,-1-1 0,0 1 0,-1 0 0,0-1 0,-2 14 0,1-18 0,-1 0 0,1 0 0,-1 0 0,0 0 0,0 0 0,0 0 0,-1-1 0,1 1 0,-6 3 0,8-7 0,0 1 0,-1-1 0,1 0 0,-1 0 0,0 0 0,1 0 0,-1 0 0,0 0 0,1 0 0,-1-1 0,0 1 0,0-1 0,-2 1 0,3-1 0,-1 0 0,1 0 0,0 0 0,0-1 0,0 1 0,0 0 0,0-1 0,0 1 0,0-1 0,0 1 0,0-1 0,0 1 0,0-1 0,0 0 0,0 1 0,0-1 0,1 0 0,-1 0 0,0 1 0,1-1 0,-1 0 0,0 0 0,1 0 0,-2-2 0,1-1 0,0 1 0,0-1 0,0 0 0,0 0 0,1 0 0,-1 0 0,1 0 0,0 1 0,0-1 0,0 0 0,1 0 0,-1 0 0,1 0 0,0 0 0,2-5 0,1-3 0,1 0 0,0 1 0,10-18 0,-8 18 0,0 1 0,1 0 0,1 0 0,-1 0 0,13-9 0,-17 15 0,1 0 0,0 0 0,0 1 0,0 0 0,0 0 0,1 0 0,-1 1 0,1-1 0,-1 1 0,1 1 0,0-1 0,0 1 0,7-1 0,9 5 0,-19-3 0,-1 1 0,0-1 0,0 0 0,1 0 0,-1 0 0,0 0 0,1 0 0,-1 0 0,0 0 0,0-1 0,1 1 0,2-2 0,-4 2 0,-1 0 0,0 0 0,1 0 0,-1-1 0,0 1 0,1 0 0,-1 0 0,0 0 0,1 0 0,-1 0 0,0 0 0,1 0 0,-1 0 0,0 0 0,1 1 0,-1-1 0,0 0 0,0 0 0,1 0 0,-1 0 0,0 0 0,1 0 0,-1 1 0,0-1 0,0 0 0,1 0 0,-1 0 0,0 1 0,0-1 0,1 0 0,-1 0 0,0 1 0,0-1 0,5 16 0,-3 22 0,-3-34 0,1-1 0,3 55 0,-2-53 0,0-1 0,0 1 0,0-1 0,0 0 0,0 1 0,1-1 0,0 0 0,0 0 0,0 0 0,5 6 0,-6-9 0,0 0 0,1 0 0,-1 0 0,1 0 0,-1-1 0,1 1 0,-1 0 0,1-1 0,0 1 0,-1-1 0,1 1 0,0-1 0,0 0 0,-1 0 0,1 0 0,0 0 0,-1 0 0,1 0 0,0 0 0,0 0 0,-1-1 0,1 1 0,0-1 0,-1 1 0,1-1 0,-1 0 0,1 0 0,-1 0 0,2-1 0,8-3 0,-2-1 0,18-14 0,-26 20 0,11-11 0,-1 0 0,17-22 0,-18 22 0,-1 0 0,23-19 0,-27 29 0,-4 9 0,-4 13 0,3-18 0,-20 116 0,-5 203 0,26-258 0,1-41 0,-2 1 0,0-1 0,-2 1 0,-1-1 0,-7 31 0,10-52 0,0 0 0,-1-1 0,1 1 0,-1 0 0,0 0 0,0-1 0,0 1 0,1-1 0,-2 1 0,1-1 0,0 1 0,0-1 0,0 1 0,-1-1 0,1 0 0,0 0 0,-1 0 0,1 0 0,-1 0 0,0 0 0,1 0 0,-1 0 0,0-1 0,-2 2 0,2-2 0,0-1 0,1 1 0,-1 0 0,0 0 0,0-1 0,0 1 0,0-1 0,0 0 0,1 1 0,-1-1 0,0 0 0,1 0 0,-1 0 0,0 0 0,1-1 0,-1 1 0,1 0 0,0-1 0,-1 1 0,1-1 0,0 1 0,-2-4 0,-2-4 0,0 0 0,1 0 0,0 0 0,0-1 0,1 1 0,0-1 0,1 0 0,0 0 0,0 0 0,1 0 0,1 0 0,-1 0 0,3-18 0,1 7 0,0-1 0,2 1 0,0-1 0,1 2 0,13-29 0,-6 22 0,1 0 0,1 1 0,2 0 0,0 2 0,2 0 0,0 1 0,2 1 0,0 0 0,40-28 0,-43 36 0,1 2 0,0 1 0,0 0 0,2 1 0,39-12 0,-45 17 0,1 1 0,-1 1 0,1 1 0,0 0 0,1 1 0,-1 1 0,0 0 0,28 5 0,-30-2-136,0 1-1,0 0 1,-1 1-1,1 1 1,-1 0-1,0 0 1,0 2-1,-1-1 0,14 13 1,28 27-6690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18.782"/>
    </inkml:context>
    <inkml:brush xml:id="br0">
      <inkml:brushProperty name="width" value="0.05" units="cm"/>
      <inkml:brushProperty name="height" value="0.05" units="cm"/>
    </inkml:brush>
  </inkml:definitions>
  <inkml:trace contextRef="#ctx0" brushRef="#br0">254 472 24575,'2'-41'0,"-1"27"0,-1 0 0,1 1 0,-2-1 0,0 0 0,-4-17 0,5 29 0,-1 1 0,1-1 0,-1 1 0,1 0 0,-1-1 0,1 1 0,-1 0 0,0 0 0,0-1 0,0 1 0,0 0 0,0 0 0,0 0 0,0 0 0,0 0 0,0 0 0,0 0 0,-1 0 0,1 1 0,0-1 0,-1 0 0,1 1 0,-3-1 0,1 0 0,0 1 0,0 0 0,0 0 0,0 0 0,0 0 0,-1 1 0,1-1 0,0 1 0,0 0 0,-5 1 0,-4 4 0,0-1 0,1 1 0,0 1 0,-14 10 0,9-5 0,1 1 0,0 0 0,-17 21 0,28-29 0,0 0 0,1-1 0,-1 1 0,1 0 0,0 1 0,0-1 0,1 1 0,0-1 0,0 1 0,0 0 0,0-1 0,1 1 0,0 0 0,0 0 0,1 9 0,0-13 0,0 0 0,0 0 0,1-1 0,-1 1 0,1 0 0,-1 0 0,1 0 0,0-1 0,0 1 0,0 0 0,0-1 0,0 1 0,0-1 0,0 1 0,0-1 0,0 1 0,1-1 0,-1 0 0,1 0 0,-1 0 0,1 0 0,-1 0 0,1 0 0,0 0 0,0 0 0,-1-1 0,1 1 0,0 0 0,0-1 0,0 0 0,-1 1 0,1-1 0,0 0 0,0 0 0,0 0 0,0 0 0,3-1 0,3 0 0,0 0 0,0 0 0,-1-1 0,1 0 0,0-1 0,-1 0 0,12-5 0,-10 2 0,0 0 0,0 0 0,0 0 0,-1-1 0,0-1 0,0 0 0,0 0 0,-1 0 0,8-13 0,-6 6 0,0-1 0,-2 0 0,0 0 0,0 0 0,4-22 0,0-10 0,-3-1 0,-2 0 0,0-56 0,-5 20 0,0 447 0,0-340-273,2 1 0,0-1 0,1 0 0,10 27 0,-4-22-6553</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19.403"/>
    </inkml:context>
    <inkml:brush xml:id="br0">
      <inkml:brushProperty name="width" value="0.05" units="cm"/>
      <inkml:brushProperty name="height" value="0.05" units="cm"/>
    </inkml:brush>
  </inkml:definitions>
  <inkml:trace contextRef="#ctx0" brushRef="#br0">152 337 24575,'-5'-57'0,"4"52"0,0 0 0,0 0 0,0 0 0,-1 1 0,0-1 0,0 0 0,0 1 0,0-1 0,-4-4 0,5 9 0,1-1 0,-1 0 0,1 1 0,-1-1 0,0 1 0,1-1 0,-1 1 0,0-1 0,0 1 0,1 0 0,-1-1 0,0 1 0,0 0 0,0 0 0,1-1 0,-1 1 0,0 0 0,0 0 0,0 0 0,0 0 0,1 0 0,-1 0 0,0 0 0,0 0 0,0 1 0,1-1 0,-1 0 0,0 0 0,0 1 0,0-1 0,1 0 0,-1 1 0,0-1 0,1 1 0,-1-1 0,0 1 0,1-1 0,-1 1 0,0 0 0,0 0 0,-24 30 0,23-28 0,-11 16 0,2 0 0,-16 34 0,24-46 0,0 0 0,1 0 0,-1 1 0,1-1 0,1 1 0,-1 0 0,1 0 0,1-1 0,0 1 0,0 0 0,1 8 0,-1-14 0,0-1 0,1 0 0,-1 1 0,0-1 0,1 0 0,-1 0 0,1 0 0,0 1 0,-1-1 0,1 0 0,0 0 0,0 0 0,-1 0 0,1 0 0,0 0 0,0 0 0,0 0 0,0-1 0,0 1 0,1 0 0,-1 0 0,0-1 0,0 1 0,2 0 0,-1-1 0,1 1 0,0-1 0,0 0 0,0 1 0,0-1 0,-1-1 0,1 1 0,0 0 0,0-1 0,5-1 0,1-1 0,0 0 0,1-1 0,-1 0 0,0-1 0,11-8 0,-8 4 0,-2 0 0,1 0 0,-1-1 0,-1-1 0,0 1 0,0-1 0,12-22 0,-21 32 0,0 1 0,0 0 0,0 0 0,0 0 0,0 0 0,0 0 0,0-1 0,0 1 0,0 0 0,0 0 0,0 0 0,0 0 0,0-1 0,0 1 0,0 0 0,0 0 0,0 0 0,0 0 0,0 0 0,0 0 0,0-1 0,1 1 0,-1 0 0,0 0 0,0 0 0,0 0 0,0 0 0,0 0 0,0 0 0,0 0 0,1-1 0,-1 1 0,0 0 0,0 0 0,0 0 0,0 0 0,0 0 0,1 0 0,-1 0 0,0 0 0,0 0 0,0 0 0,0 0 0,0 0 0,1 0 0,-1 0 0,0 0 0,0 0 0,0 0 0,0 0 0,0 0 0,1 0 0,-1 0 0,0 0 0,0 0 0,0 1 0,0-1 0,1 12 0,-5 18 0,2-18 0,1-1 0,0 0 0,0 1 0,1-1 0,1 0 0,1 12 0,-2-19 0,1-1 0,0 1 0,-1-1 0,1 0 0,1 1 0,-1-1 0,0 0 0,1 0 0,-1 0 0,1 0 0,0 0 0,0 0 0,0 0 0,1-1 0,-1 1 0,1-1 0,-1 1 0,1-1 0,0 0 0,0 0 0,0 0 0,0 0 0,6 2 0,-6-4 0,1 1 0,-1-1 0,1 0 0,0 0 0,-1 0 0,1 0 0,0-1 0,-1 1 0,1-1 0,-1 0 0,1 0 0,-1 0 0,0 0 0,1-1 0,-1 0 0,0 1 0,0-1 0,0 0 0,0-1 0,0 1 0,4-5 0,2-2 0,0-1 0,0 0 0,-1 0 0,12-21 0,-10 11 0,0-1 0,-2 0 0,0 0 0,-1-1 0,-2 0 0,0 0 0,4-46 0,-6-7 0,-6-78 0,-10 333 0,9 10-1365,4-157-5461</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19.899"/>
    </inkml:context>
    <inkml:brush xml:id="br0">
      <inkml:brushProperty name="width" value="0.05" units="cm"/>
      <inkml:brushProperty name="height" value="0.05" units="cm"/>
    </inkml:brush>
  </inkml:definitions>
  <inkml:trace contextRef="#ctx0" brushRef="#br0">7 192 24575,'-1'0'0,"1"-1"0,-1 1 0,1-1 0,-1 1 0,1-1 0,0 1 0,-1-1 0,1 1 0,-1-1 0,1 1 0,0-1 0,0 0 0,-1 1 0,1-1 0,0 0 0,0 1 0,0-1 0,0 0 0,0 1 0,0-1 0,0 0 0,0 0 0,0 1 0,0-1 0,0 0 0,0 1 0,0-1 0,1 0 0,0-1 0,0 1 0,0-1 0,0 1 0,0 0 0,0 0 0,0-1 0,1 1 0,-1 0 0,0 0 0,1 0 0,1-1 0,5-2 0,1 0 0,0 0 0,9-2 0,-17 6 0,42-11 0,47-7 0,22-5 0,-110 23 0,0-1 0,0 1 0,0-1 0,0 1 0,0-1 0,-1 0 0,1 0 0,0 0 0,0 0 0,-1 0 0,4-3 0,-5 3 0,0 1 0,1 0 0,-1-1 0,0 1 0,0 0 0,0-1 0,0 1 0,0 0 0,0-1 0,0 1 0,0 0 0,1-1 0,-1 1 0,0 0 0,0-1 0,-1 1 0,1-1 0,0 1 0,0 0 0,0-1 0,0 1 0,0 0 0,0-1 0,-1 0 0,-11-10 0,0 4 0,2 0 0,0 0 0,-1 1 0,0 0 0,0 1 0,-1 0 0,1 1 0,-15-4 0,24 8 0,1 0 0,-1 0 0,1 0 0,-1 0 0,0 1 0,1-1 0,-1 1 0,1-1 0,-1 1 0,1-1 0,-1 1 0,1 0 0,0 0 0,-1-1 0,1 1 0,0 0 0,0 0 0,-1 0 0,1 1 0,0-1 0,0 0 0,0 0 0,0 1 0,1-1 0,-1 0 0,0 1 0,0-1 0,1 1 0,-1-1 0,1 1 0,-1-1 0,1 1 0,0 1 0,-3 8 0,1 0 0,1 0 0,-1 17 0,2-21 0,-1 10 0,-1 0 0,1 0 0,1 1 0,0-1 0,1 0 0,1 0 0,1 0 0,6 20 0,-9-35 0,1 0 0,-1-1 0,1 1 0,0-1 0,-1 1 0,1-1 0,0 0 0,0 1 0,0-1 0,0 0 0,0 1 0,0-1 0,0 0 0,0 0 0,1 0 0,-1 0 0,0 0 0,1 0 0,-1-1 0,1 1 0,-1 0 0,1-1 0,-1 1 0,1-1 0,-1 1 0,1-1 0,0 0 0,-1 0 0,1 0 0,-1 0 0,1 0 0,0 0 0,-1 0 0,1 0 0,-1 0 0,1-1 0,0 1 0,-1-1 0,1 1 0,-1-1 0,1 0 0,-1 0 0,0 1 0,2-2 0,4-3 0,0 1 0,-1-1 0,0 0 0,0-1 0,0 1 0,0-1 0,7-10 0,-5 2 0,0 1 0,9-24 0,1-2 0,-14 37 0,-2 8 0,-1 11 0,-2-2-151,1 0-1,1 0 0,1-1 0,0 1 1,1 0-1,0 0 0,2-1 1,7 19-1,-3-16-6674</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20.177"/>
    </inkml:context>
    <inkml:brush xml:id="br0">
      <inkml:brushProperty name="width" value="0.05" units="cm"/>
      <inkml:brushProperty name="height" value="0.05" units="cm"/>
    </inkml:brush>
  </inkml:definitions>
  <inkml:trace contextRef="#ctx0" brushRef="#br0">5 28 24575,'0'0'0,"1"-1"0,0 1 0,-1 0 0,0 0 0,1-1 0,-1 1 0,1 0 0,-1-1 0,1 1 0,-1 0 0,1-1 0,-1 1 0,0 0 0,1-1 0,-1 1 0,0-1 0,0 1 0,1-1 0,-1 1 0,0-1 0,0 1 0,1-1 0,-1 1 0,0-1 0,0 1 0,0-1 0,0 1 0,0-1 0,0 1 0,0-1 0,0 0 0,0 1 0,0-1 0,0 1 0,0-1 0,-1 1 0,1-1 0,0 1 0,0-1 0,0 1 0,-1-1 0,1 1 0,0-1 0,-1 1 0,1 0 0,0-1 0,-1 1 0,1-1 0,-1 1 0,1 0 0,0-1 0,-1 1 0,1 0 0,-1 0 0,1-1 0,-1 1 0,1 0 0,-1 0 0,1 0 0,-1 0 0,1-1 0,-1 1 0,1 0 0,-1 0 0,0 0 0,8-1 0,0 0 0,0 1 0,1-1 0,-1 1 0,0 1 0,0-1 0,1 1 0,10 4 0,58 20 0,-57-18 0,-14-6 0,0 1 0,0 0 0,0 1 0,0-1 0,-1 1 0,1 0 0,-1 0 0,1 1 0,-1-1 0,0 1 0,7 8 0,-10-10 0,0 0 0,0 1 0,0-1 0,0 1 0,0-1 0,0 1 0,0-1 0,-1 1 0,0-1 0,1 1 0,-1-1 0,0 1 0,0 0 0,0-1 0,-1 1 0,1-1 0,0 1 0,-1-1 0,0 1 0,0-1 0,0 1 0,0-1 0,0 0 0,0 1 0,0-1 0,-1 0 0,-1 2 0,-8 12 84,-1-1 0,-1 0-1,-26 22 1,-49 34-1186,73-60 504,-21 16-6228</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20.661"/>
    </inkml:context>
    <inkml:brush xml:id="br0">
      <inkml:brushProperty name="width" value="0.05" units="cm"/>
      <inkml:brushProperty name="height" value="0.05" units="cm"/>
    </inkml:brush>
  </inkml:definitions>
  <inkml:trace contextRef="#ctx0" brushRef="#br0">275 25 24575,'35'-24'0,"-72"46"0,-3 11 0,1 2 0,2 2 0,1 1 0,-46 64 0,77-95 0,0 0 0,1 0 0,-1 1 0,2 0 0,-1 0 0,1 0 0,0 0 0,1 0 0,-2 9 0,4-13 0,-1 0 0,1 1 0,1-1 0,-1 0 0,0 0 0,1 0 0,0 0 0,0 0 0,0 0 0,1 0 0,-1 0 0,1-1 0,0 1 0,0 0 0,0-1 0,0 1 0,1-1 0,0 0 0,-1 0 0,7 5 0,9 7-273,1-1 0,1-1 0,0-1 0,29 13 0,-1-1-6553</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22.244"/>
    </inkml:context>
    <inkml:brush xml:id="br0">
      <inkml:brushProperty name="width" value="0.05" units="cm"/>
      <inkml:brushProperty name="height" value="0.05" units="cm"/>
    </inkml:brush>
  </inkml:definitions>
  <inkml:trace contextRef="#ctx0" brushRef="#br0">0 6599 24575,'1'1'0,"-1"-1"0,0 1 0,0-1 0,0 1 0,0-1 0,1 0 0,-1 1 0,0-1 0,1 1 0,-1-1 0,0 1 0,1-1 0,-1 0 0,0 1 0,1-1 0,-1 0 0,1 1 0,-1-1 0,0 0 0,1 1 0,-1-1 0,1 0 0,-1 0 0,1 0 0,-1 0 0,1 1 0,-1-1 0,1 0 0,-1 0 0,1 0 0,0 0 0,-1 0 0,1 0 0,-1 0 0,1 0 0,-1 0 0,1-1 0,-1 1 0,2 0 0,21-6 0,27-17 0,65-41 0,-32 16 0,104-52-46,520-305-570,-509 265 352,-6-7 0,-7-9 0,-7-8 0,-7-8 0,175-227 0,-251 275 192,113-192 0,-175 257-20,-2-1 1,-4-2-1,-1 0 0,-4-2 1,26-125-1,-42 156 84,-2-1 1,-2 0 0,-1 0-1,-1 0 1,-2 0-1,-9-45 1,6 55 1,-1 0 0,-2 0 0,0 0 0,-1 1-1,-1 1 1,-2 0 0,0 0 0,-1 1 0,-22-27 0,10 21 6,0 1 0,-2 1 0,-1 1 0,-1 2 0,0 1 0,-2 1 0,0 2-1,-59-26 1,16 16 5,-1 2-1,-153-31 1,-147 9-4,-4 29-1,69 6 232,278 11 133,-92-9 580,110 9-857,0-1 0,1 0-1,-1-1 1,1-1-1,0 0 1,-18-10 0,27 13-79,1 0 1,-1 0 0,1-1 0,0 1-1,0-1 1,0 0 0,0 0 0,1 0-1,-1 0 1,1 0 0,0-1 0,0 1-1,0-1 1,0 0 0,-1-4 0,2 2 20,-1 0 0,1 1 0,1-1 0,-1 0 0,1 0 1,0 0-1,0 0 0,1 0 0,1-8 0,4-7 55,1-1 1,1 1-1,0 0 0,16-25 0,170-263-85,-57 102 0,-88 125 0,52-122 0,-83 160 0,-2-1 0,-1-1 0,-3 0 0,11-84 0,-18 50 0,-3-1 0,-3 1 0,-4 0 0,-19-106 0,-5 48 0,-73-215 0,-11 57 0,50 138 0,52 134 0,7 20 0,5 17 0,6 18-1365,-1-14-5461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22.631"/>
    </inkml:context>
    <inkml:brush xml:id="br0">
      <inkml:brushProperty name="width" value="0.05" units="cm"/>
      <inkml:brushProperty name="height" value="0.05" units="cm"/>
    </inkml:brush>
  </inkml:definitions>
  <inkml:trace contextRef="#ctx0" brushRef="#br0">0 515 24575,'1'-6'0,"-1"-1"0,1 1 0,1-1 0,-1 1 0,1-1 0,0 1 0,1 0 0,-1 0 0,6-9 0,6-7 0,18-23 0,-4 6 0,90-159 0,-56 89 0,-61 107 0,0 0 0,1 0 0,-1 0 0,0 0 0,1 0 0,-1 0 0,1 1 0,-1-1 0,1 0 0,0 1 0,0-1 0,0 1 0,0 0 0,0 0 0,0 0 0,0 0 0,3-1 0,-3 2 0,0 0 0,1 0 0,-1 0 0,0 0 0,0 0 0,0 1 0,0-1 0,0 1 0,0 0 0,0 0 0,0-1 0,0 1 0,0 1 0,0-1 0,0 0 0,0 0 0,-1 1 0,3 1 0,35 33 157,54 67 0,0-1-1836,-57-67-5147</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23.573"/>
    </inkml:context>
    <inkml:brush xml:id="br0">
      <inkml:brushProperty name="width" value="0.05" units="cm"/>
      <inkml:brushProperty name="height" value="0.05" units="cm"/>
    </inkml:brush>
  </inkml:definitions>
  <inkml:trace contextRef="#ctx0" brushRef="#br0">367 388 24575,'0'-23'0,"-6"-44"0,5 60 0,0 1 0,0 0 0,-1 0 0,0 0 0,0 0 0,0 0 0,-1 0 0,0 1 0,0-1 0,0 1 0,-1 0 0,-4-5 0,8 9 0,-1 1 0,1-1 0,-1 1 0,1 0 0,-1-1 0,1 1 0,-1-1 0,1 1 0,-1 0 0,1 0 0,-1-1 0,1 1 0,-1 0 0,1 0 0,-1-1 0,0 1 0,1 0 0,-1 0 0,1 0 0,-1 0 0,0 0 0,1 0 0,-1 0 0,1 0 0,-1 0 0,0 0 0,1 1 0,-2-1 0,1 1 0,0 0 0,0 0 0,0 0 0,0 0 0,0 0 0,0 0 0,0 0 0,0 0 0,1 0 0,-1 0 0,0 0 0,0 2 0,-13 42 0,14-44 0,-19 117 0,-8 229 0,25-298 0,-11 499 0,7-187 0,4-312 0,0 56 0,2-92 0,1 0 0,1 0 0,0 1 0,1-2 0,7 21 0,-9-30 0,0 0 0,1-1 0,-1 1 0,1 0 0,-1-1 0,1 0 0,0 1 0,0-1 0,0 0 0,0 0 0,1 0 0,-1 0 0,1 0 0,-1-1 0,1 1 0,-1-1 0,1 1 0,0-1 0,0 0 0,0 0 0,-1-1 0,1 1 0,5 0 0,5 0 0,-1-1 0,1 0 0,-1-1 0,18-3 0,-21 3 0,341-64-315,-57 9-145,361-32-112,3 21-883,-340 35 935,-217 23 450,275-33 672,-368 41-497,2 0 205,-1-1-1,0 1 1,0-1 0,10-4 0,-17 6-280,0 0 1,0-1 0,0 1 0,0-1-1,0 1 1,0-1 0,0 1-1,0-1 1,0 0 0,0 0 0,0 1-1,0-1 1,-1 0 0,1 0-1,0 0 1,0 0 0,-1 0 0,1 0-1,-1 0 1,1 0 0,-1 0 0,1 0-1,-1 0 1,0 0 0,0-1-1,1 1 1,-1 0 0,0 0 0,0 0-1,0 0 1,0-1 0,0 1-1,0 0 1,-1 0 0,1 0 0,-1-2-1,-4-13-30,0 1 0,2-1 0,0 0 0,0 0 0,1-1 0,1 1 0,1 0 0,1-1 0,3-22 0,47-201 0,-9 60 0,1-123 0,-37 223 0,-8-144 0,0 199 0,-1 0 0,-1 0 0,-1 1 0,-16-44 0,17 57 0,0 1 0,-1 0 0,-1 1 0,1-1 0,-1 1 0,-1 0 0,0 1 0,0 0 0,-1 0 0,0 0 0,0 1 0,0 0 0,-15-9 0,4 7 0,0 0 0,0 2 0,0 0 0,-1 1 0,0 1 0,-37-5 0,-129-2 0,140 11 0,-976-6-1247,3 75-1,356 47-201,592-97-2798</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24.143"/>
    </inkml:context>
    <inkml:brush xml:id="br0">
      <inkml:brushProperty name="width" value="0.05" units="cm"/>
      <inkml:brushProperty name="height" value="0.05" units="cm"/>
    </inkml:brush>
  </inkml:definitions>
  <inkml:trace contextRef="#ctx0" brushRef="#br0">101 85 24575,'0'-3'0,"-2"-24"0,-3 20 0,5 7 0,-1 0 0,1 1 0,-1-1 0,0 0 0,1 0 0,-1 1 0,1-1 0,-1 0 0,1 0 0,-1 1 0,1-1 0,-1 1 0,1-1 0,0 0 0,-1 1 0,1-1 0,-1 1 0,1-1 0,-1 2 0,-6 8 0,1 1 0,0 0 0,0 1 0,1-1 0,-4 14 0,-15 63 0,17-54 0,-4 36 0,10-59 0,0 0 0,1 0 0,0 0 0,1 0 0,0 0 0,1 0 0,4 16 0,-5-25 0,0 1 0,0-1 0,0 1 0,1-1 0,-1 1 0,1-1 0,-1 1 0,1-1 0,0 0 0,0 0 0,0 0 0,0 0 0,0 0 0,0-1 0,0 1 0,1-1 0,-1 1 0,6 1 0,-4-1 0,1-1 0,0 0 0,-1 0 0,1-1 0,0 1 0,0-1 0,0 0 0,0-1 0,-1 1 0,7-2 0,6-2 0,0-1 0,0-1 0,-1-1 0,31-16 0,-25 10 0,-1 0 0,-1-2 0,-1 0 0,0-1 0,0-1 0,-2-1 0,30-39 0,-37 43 0,0 0 0,-1-1 0,-1 0 0,-1 0 0,0-1 0,-1 0 0,0-1 0,-2 1 0,0-1 0,0 0 0,-2 0 0,1-24 0,-3 39 0,0-1 0,0 1 0,-1-1 0,1 1 0,-1-1 0,0 1 0,1-1 0,-1 1 0,0 0 0,0-1 0,-2-1 0,3 3 0,-1 1 0,1-1 0,0 1 0,-1 0 0,1-1 0,0 1 0,-1 0 0,1-1 0,-1 1 0,1 0 0,0 0 0,-1-1 0,1 1 0,-1 0 0,1 0 0,-1 0 0,1 0 0,-1-1 0,1 1 0,-1 0 0,1 0 0,-2 0 0,1 0 0,0 1 0,0-1 0,1 1 0,-1-1 0,0 0 0,0 1 0,0 0 0,0-1 0,0 1 0,1-1 0,-1 1 0,0 0 0,1 0 0,-1-1 0,0 1 0,0 1 0,-2 2-114,0 1 1,1-1-1,-1 1 0,1 0 0,0-1 1,0 1-1,1 0 0,-1 0 0,1 1 1,0-1-1,0 9 0,1 1-6712</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24.345"/>
    </inkml:context>
    <inkml:brush xml:id="br0">
      <inkml:brushProperty name="width" value="0.05" units="cm"/>
      <inkml:brushProperty name="height" value="0.05" units="cm"/>
    </inkml:brush>
  </inkml:definitions>
  <inkml:trace contextRef="#ctx0" brushRef="#br0">0 63 24575,'26'-62'0,"-25"89"0,-9 87-455,5 0 0,17 167 0,-9-229-6371</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25.288"/>
    </inkml:context>
    <inkml:brush xml:id="br0">
      <inkml:brushProperty name="width" value="0.05" units="cm"/>
      <inkml:brushProperty name="height" value="0.05" units="cm"/>
    </inkml:brush>
  </inkml:definitions>
  <inkml:trace contextRef="#ctx0" brushRef="#br0">417 111 24575,'-1'0'0,"1"0"0,-1 0 0,0 0 0,0 0 0,0 0 0,0 0 0,0-1 0,0 1 0,0 0 0,0 0 0,0-1 0,1 1 0,-1-1 0,0 1 0,0 0 0,0-1 0,1 0 0,-1 1 0,0-1 0,1 1 0,-1-1 0,0 0 0,1 1 0,-1-1 0,1 0 0,-1 0 0,1 0 0,-1 1 0,1-1 0,0 0 0,-1 0 0,1 0 0,0 0 0,0 0 0,0 0 0,-1 1 0,1-1 0,0 0 0,0 0 0,0 0 0,1 0 0,-1 0 0,0 0 0,0 0 0,0 0 0,1 0 0,-1 1 0,0-1 0,1-1 0,2-6 0,0 0 0,0 1 0,9-15 0,-12 21 0,1 1 0,-1-1 0,1 0 0,0 0 0,-1 0 0,1 0 0,-1 0 0,0 0 0,1 0 0,-1 0 0,1 0 0,-1 0 0,0 0 0,0 0 0,0 0 0,0 0 0,0 0 0,0 0 0,0 0 0,0-1 0,0 1 0,0 0 0,-1 0 0,0-2 0,1 3 0,-1-1 0,0 0 0,0 1 0,0-1 0,0 1 0,0-1 0,0 1 0,0-1 0,0 1 0,0 0 0,0-1 0,0 1 0,0 0 0,0 0 0,0 0 0,0 0 0,0 0 0,-3 0 0,-6 1 0,0 1 0,0 0 0,-16 5 0,10-1 0,0 0 0,0 0 0,0 2 0,1 0 0,0 0 0,-16 14 0,28-19 0,-1 0 0,1 0 0,0 0 0,-1 1 0,2-1 0,-1 1 0,0 0 0,1 0 0,0 0 0,0 0 0,0 0 0,-2 6 0,3-7 0,1 1 0,0-1 0,-1 1 0,1-1 0,0 1 0,1-1 0,-1 1 0,1-1 0,-1 1 0,1-1 0,0 0 0,0 1 0,1-1 0,-1 0 0,1 0 0,0 0 0,-1 0 0,4 4 0,6 5 0,-1 0 0,2-1 0,-1 0 0,1-1 0,1-1 0,0 1 0,16 7 0,-13-8 0,-1 1 0,0 1 0,0 1 0,19 19 0,-33-30 0,1 1 0,-1-1 0,0 1 0,1-1 0,-1 1 0,0-1 0,0 1 0,0 0 0,0-1 0,-1 1 0,1 0 0,0 0 0,-1 0 0,1-1 0,-1 1 0,0 0 0,0 0 0,1 0 0,-1 0 0,-1 0 0,1 0 0,0 0 0,0 0 0,-1 0 0,1 0 0,-1-1 0,1 1 0,-1 0 0,0 0 0,0-1 0,0 1 0,0 0 0,0-1 0,0 1 0,0-1 0,0 1 0,-1-1 0,1 1 0,0-1 0,-3 2 0,-5 3 0,0 0 0,-1 0 0,0-1 0,1 0 0,-21 6 0,-20 5-341,-1-3 0,-1-1-1,-84 6 1,102-15-6485</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25.522"/>
    </inkml:context>
    <inkml:brush xml:id="br0">
      <inkml:brushProperty name="width" value="0.05" units="cm"/>
      <inkml:brushProperty name="height" value="0.05" units="cm"/>
    </inkml:brush>
  </inkml:definitions>
  <inkml:trace contextRef="#ctx0" brushRef="#br0">68 78 24575,'15'-7'0,"-6"3"0,0 0 0,-1-1 0,0 0 0,0 0 0,0 0 0,0-1 0,7-8 0,-15 13 0,1 1 0,-1-1 0,1 1 0,-1-1 0,1 1 0,-1-1 0,0 1 0,1-1 0,-1 0 0,0 1 0,1-1 0,-1 1 0,0-1 0,0 0 0,0 1 0,1-1 0,-1 0 0,0 0 0,0 1 0,0-1 0,0 0 0,0 1 0,-1-2 0,1 1 0,-1 1 0,1-1 0,0 1 0,-1-1 0,0 1 0,1 0 0,-1-1 0,1 1 0,-1 0 0,1-1 0,-1 1 0,0 0 0,1 0 0,-1 0 0,1-1 0,-1 1 0,0 0 0,1 0 0,-2 0 0,-2 0 0,0 0 0,0 0 0,0 1 0,1-1 0,-1 1 0,0 0 0,-4 1 0,0 3 0,0 0 0,0 0 0,0 1 0,1 0 0,0 0 0,0 1 0,1-1 0,0 2 0,0-1 0,0 1 0,1-1 0,0 2 0,1-1 0,0 0 0,0 1 0,-4 16 0,6-19 0,1 0 0,-1 0 0,2 0 0,-1 1 0,0-1 0,1 0 0,0 0 0,1 1 0,0-1 0,0 0 0,2 10 0,-1-12 0,-1 0 0,1 0 0,0 0 0,0 0 0,1-1 0,-1 1 0,1 0 0,0-1 0,0 0 0,0 0 0,0 0 0,1 0 0,-1 0 0,1 0 0,0-1 0,0 0 0,6 3 0,22 6-1365,-1-4-5461</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25.955"/>
    </inkml:context>
    <inkml:brush xml:id="br0">
      <inkml:brushProperty name="width" value="0.05" units="cm"/>
      <inkml:brushProperty name="height" value="0.05" units="cm"/>
    </inkml:brush>
  </inkml:definitions>
  <inkml:trace contextRef="#ctx0" brushRef="#br0">89 200 24575,'-2'-4'0,"1"0"0,-1 0 0,0 1 0,0-1 0,0 1 0,0-1 0,0 1 0,-1 0 0,1 0 0,-1 0 0,0 0 0,-4-3 0,-1-2 0,-9-7 0,13 12 0,1 0 0,-1 0 0,1 0 0,0 0 0,0-1 0,0 0 0,-3-5 0,6 9 0,-1 0 0,1 0 0,0-1 0,0 1 0,0 0 0,0 0 0,0 0 0,0-1 0,0 1 0,0 0 0,0 0 0,0-1 0,0 1 0,0 0 0,0 0 0,0-1 0,0 1 0,0 0 0,0 0 0,0-1 0,0 1 0,0 0 0,0 0 0,0 0 0,0-1 0,1 1 0,-1 0 0,0 0 0,0 0 0,0-1 0,0 1 0,0 0 0,1 0 0,-1 0 0,0 0 0,0-1 0,0 1 0,1 0 0,-1 0 0,14-2 0,14 7 0,-27-5 0,25 6 0,0 1 0,31 13 0,-46-16 0,-1 1 0,-1 0 0,1 0 0,-1 1 0,1 1 0,-2 0 0,1 0 0,9 10 0,-17-16 0,0 0 0,1 1 0,-1-1 0,0 0 0,0 1 0,0-1 0,0 1 0,0 0 0,0-1 0,0 1 0,-1 0 0,1-1 0,-1 1 0,1 0 0,-1 0 0,1 0 0,-1-1 0,0 1 0,0 0 0,0 0 0,0 0 0,0 0 0,-1 0 0,1-1 0,0 1 0,-1 0 0,1 0 0,-1-1 0,0 1 0,0 0 0,0-1 0,1 1 0,-2 0 0,1-1 0,0 1 0,0-1 0,0 0 0,-1 1 0,1-1 0,0 0 0,-1 0 0,1 0 0,-1 0 0,0 0 0,1 0 0,-1 0 0,-3 0 0,1 1 0,1 0 0,-1-1 0,1 0 0,-1 0 0,1 0 0,-1 0 0,0-1 0,0 1 0,1-1 0,-1 0 0,0 0 0,0 0 0,0-1 0,1 1 0,-1-1 0,0 0 0,1 0 0,-1 0 0,0 0 0,1-1 0,0 0 0,-1 1 0,-3-4 0,5 3 0,1 1 0,0 0 0,0-1 0,0 1 0,1-1 0,-1 1 0,0-1 0,0 1 0,1-1 0,-1 0 0,1 1 0,-1-1 0,1 0 0,0 1 0,0-1 0,0 0 0,0 1 0,0-1 0,0 0 0,0 0 0,0 1 0,1-1 0,-1 0 0,1 1 0,-1-1 0,1 1 0,0-1 0,-1 0 0,1 1 0,0 0 0,2-3 0,2-3 0,0-1 0,1 1 0,1 0 0,9-8 0,5-4 0,1 2 0,1 0 0,0 2 0,1 1 0,0 0 0,1 2 0,1 1 0,0 1 0,1 1 0,43-9 0,-61 17 0,0 0 0,0 1 0,0 0 0,0 0 0,0 1 0,0 0 0,0 0 0,0 1 0,-1 0 0,1 1 0,-1 0 0,1 1 0,-1-1 0,0 1 0,0 1 0,-1 0 0,8 5 0,-8-2-1365</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27.134"/>
    </inkml:context>
    <inkml:brush xml:id="br0">
      <inkml:brushProperty name="width" value="0.05" units="cm"/>
      <inkml:brushProperty name="height" value="0.05" units="cm"/>
    </inkml:brush>
  </inkml:definitions>
  <inkml:trace contextRef="#ctx0" brushRef="#br0">110 198 24575,'0'0'0,"0"0"0,1-1 0,-1 1 0,0-1 0,1 1 0,-1-1 0,0 1 0,1 0 0,-1-1 0,1 1 0,-1 0 0,1-1 0,-1 1 0,1 0 0,-1 0 0,1-1 0,-1 1 0,1 0 0,-1 0 0,1 0 0,-1 0 0,1 0 0,0 0 0,-1 0 0,1 0 0,-1 0 0,1 0 0,-1 0 0,1 0 0,0 0 0,0 1 0,-1 0 0,1 0 0,0-1 0,-1 1 0,1 0 0,-1 0 0,1 0 0,-1 0 0,1-1 0,-1 1 0,1 0 0,-1 0 0,0 0 0,1 2 0,1 37 0,-10 40 0,-24 105 0,17-115 0,3 0 0,-3 95 0,15-157 0,0 1 0,0 0 0,1-1 0,0 1 0,1 0 0,0-1 0,5 14 0,-6-18 0,1-1 0,0 0 0,0 1 0,0-1 0,1 0 0,-1 0 0,1 0 0,-1-1 0,1 1 0,0-1 0,0 1 0,0-1 0,0 0 0,1 0 0,-1 0 0,0-1 0,1 1 0,-1-1 0,7 2 0,3 0 0,1-1 0,-1 0 0,1-1 0,24-1 0,59-10 0,-45 4 0,770-56 0,-745 59 0,316-25 0,-386 27 0,-1 0 0,1 0 0,0 0 0,0-1 0,12-5 0,-19 6 0,1 1 0,0-1 0,0 1 0,0-1 0,0 0 0,0 1 0,-1-1 0,1 0 0,0 0 0,-1 1 0,1-1 0,0 0 0,-1 0 0,1 0 0,-1 0 0,1 0 0,-1 0 0,1-1 0,-1 0 0,0 1 0,0-1 0,0 1 0,-1-1 0,1 1 0,0-1 0,-1 1 0,1-1 0,-1 1 0,1 0 0,-1-1 0,0 1 0,1 0 0,-1 0 0,0-1 0,0 1 0,-1-1 0,0-1 0,-1 0 0,1 1 0,-1-1 0,1 0 0,0-1 0,0 1 0,1 0 0,-1-1 0,1 1 0,-1-1 0,1 1 0,0-1 0,1 1 0,-1-1 0,1 0 0,-1 0 0,1 1 0,0-1 0,0 0 0,1 1 0,-1-1 0,1 0 0,0 1 0,0-1 0,2-6 0,12-23 0,2 0 0,1 1 0,39-52 0,-3 4 0,10-34 0,-57 98 0,0 0 0,-1-1 0,-1 0 0,-1 0 0,4-24 0,-8 36 0,1 0 0,-1 1 0,0-1 0,-1 0 0,1 0 0,-1 1 0,0-1 0,0 1 0,0-1 0,0 0 0,-1 1 0,0 0 0,0-1 0,0 1 0,-4-5 0,2 3 0,-1 1 0,0 0 0,0 0 0,0 1 0,-1-1 0,0 1 0,1 0 0,-1 1 0,-9-5 0,-10-2 0,-1 1 0,0 2 0,0 0 0,-34-4 0,58 11 0,-87-12 0,-144-2 0,-91 23 0,162 3-273,1 6 0,1 7 0,2 7 0,-198 68 0,287-76-6553</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28.967"/>
    </inkml:context>
    <inkml:brush xml:id="br0">
      <inkml:brushProperty name="width" value="0.05" units="cm"/>
      <inkml:brushProperty name="height" value="0.05" units="cm"/>
    </inkml:brush>
  </inkml:definitions>
  <inkml:trace contextRef="#ctx0" brushRef="#br0">1 105 24575,'2'0'0,"4"-2"0,4-4 0,7 0 0,7-2 0,8-1 0,7-3 0,9 2 0,5-1 0,3 0 0,2 2 0,1 2 0,-3 0 0,-11 1-8191</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29.156"/>
    </inkml:context>
    <inkml:brush xml:id="br0">
      <inkml:brushProperty name="width" value="0.05" units="cm"/>
      <inkml:brushProperty name="height" value="0.05" units="cm"/>
    </inkml:brush>
  </inkml:definitions>
  <inkml:trace contextRef="#ctx0" brushRef="#br0">10 67 24575,'-5'2'0,"1"1"0,6 0 0,9-3 0,13-4 0,12-3 0,12-4 0,11-1 0,11-2 0,5 0 0,-10 1-8191</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31.786"/>
    </inkml:context>
    <inkml:brush xml:id="br0">
      <inkml:brushProperty name="width" value="0.05" units="cm"/>
      <inkml:brushProperty name="height" value="0.05" units="cm"/>
    </inkml:brush>
  </inkml:definitions>
  <inkml:trace contextRef="#ctx0" brushRef="#br0">28 27 24575,'3'-3'0,"0"0"0,0 0 0,0 0 0,1 1 0,-1-1 0,1 1 0,-1 0 0,6-3 0,-9 5 0,1 0 0,-1 0 0,0 0 0,1 0 0,-1 0 0,1 0 0,-1 0 0,0 0 0,1 0 0,-1 0 0,1 0 0,-1 0 0,0 0 0,1 0 0,-1 0 0,1 0 0,-1 0 0,0 0 0,1 1 0,-1-1 0,0 0 0,1 0 0,-1 0 0,0 1 0,1-1 0,-1 0 0,0 0 0,1 1 0,-1-1 0,0 0 0,1 1 0,-1 1 0,1 0 0,-1-1 0,0 1 0,1 0 0,-1 0 0,0 0 0,0-1 0,0 1 0,0 0 0,0 0 0,-1 3 0,-21 123 0,-12 83 0,27-150 141,1-20-518,2 1 1,1 0-1,4 47 1,2-68-6450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32.003"/>
    </inkml:context>
    <inkml:brush xml:id="br0">
      <inkml:brushProperty name="width" value="0.05" units="cm"/>
      <inkml:brushProperty name="height" value="0.05" units="cm"/>
    </inkml:brush>
  </inkml:definitions>
  <inkml:trace contextRef="#ctx0" brushRef="#br0">43 0 24575,'-2'0'0,"-2"5"0,-1 4 0,0 5 0,-3 7 0,2 8 0,0 5 0,3 7 0,0 6 0,2 5 0,3 0 0,1 1 0,3-1 0,0-3 0,1-4 0,0-6 0,1-6 0,-1-10-8191</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32.219"/>
    </inkml:context>
    <inkml:brush xml:id="br0">
      <inkml:brushProperty name="width" value="0.05" units="cm"/>
      <inkml:brushProperty name="height" value="0.05" units="cm"/>
    </inkml:brush>
  </inkml:definitions>
  <inkml:trace contextRef="#ctx0" brushRef="#br0">2 70 24575,'4'-7'0,"5"-9"0,3-5 0,1 3 0,-1 11 0,-2 10 0,-4 14 0,-4 17 0,-4 14 0,-2 11 0,-5 10 0,-1 5 0,-1 1 0,1-1 0,1-7 0,2-8 0,2-9 0,3-12-8191</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32.390"/>
    </inkml:context>
    <inkml:brush xml:id="br0">
      <inkml:brushProperty name="width" value="0.05" units="cm"/>
      <inkml:brushProperty name="height" value="0.05" units="cm"/>
    </inkml:brush>
  </inkml:definitions>
  <inkml:trace contextRef="#ctx0" brushRef="#br0">42 1 24575,'0'2'0,"0"4"0,-3 7 0,0 9 0,-2 8 0,-1 6 0,-1 4 0,0 3 0,2 0 0,1 1 0,2-7-8191</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32.688"/>
    </inkml:context>
    <inkml:brush xml:id="br0">
      <inkml:brushProperty name="width" value="0.05" units="cm"/>
      <inkml:brushProperty name="height" value="0.05" units="cm"/>
    </inkml:brush>
  </inkml:definitions>
  <inkml:trace contextRef="#ctx0" brushRef="#br0">19 102 24575,'-5'0'0,"-4"-2"0,5-1 0,9 0 0,15-2 0,14 0 0,19-1 0,20 0 0,21-2 0,20 1 0,16 0 0,11 0 0,8-1-804,0 2 804,-6-2 0,-10 2 0,-17-2 0,-27 2-7387</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32.869"/>
    </inkml:context>
    <inkml:brush xml:id="br0">
      <inkml:brushProperty name="width" value="0.05" units="cm"/>
      <inkml:brushProperty name="height" value="0.05" units="cm"/>
    </inkml:brush>
  </inkml:definitions>
  <inkml:trace contextRef="#ctx0" brushRef="#br0">7 0 24575,'-3'3'0,"0"2"0,2 4 0,4-1 0,9-1 0,9-2 0,8-4 0,12-2 0,7-3 0,9-2 0,5-1 0,5 0 0,1 1 0,-12 2-8191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32.995"/>
    </inkml:context>
    <inkml:brush xml:id="br0">
      <inkml:brushProperty name="width" value="0.05" units="cm"/>
      <inkml:brushProperty name="height" value="0.05" units="cm"/>
    </inkml:brush>
  </inkml:definitions>
  <inkml:trace contextRef="#ctx0" brushRef="#br0">1 0 24575,'2'0'0,"8"3"0,15 0 0,19 2 0,23 1 0,26-4 0,21-4 0,-7-2-8191</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51.094"/>
    </inkml:context>
    <inkml:brush xml:id="br0">
      <inkml:brushProperty name="width" value="0.05" units="cm"/>
      <inkml:brushProperty name="height" value="0.05" units="cm"/>
    </inkml:brush>
  </inkml:definitions>
  <inkml:trace contextRef="#ctx0" brushRef="#br0">293 22 24575,'-2'-2'0,"0"0"0,-1 0 0,1 0 0,0 0 0,-1 1 0,1-1 0,-1 1 0,0 0 0,1-1 0,-1 1 0,0 0 0,0 0 0,1 1 0,-1-1 0,0 1 0,0-1 0,0 1 0,0 0 0,0 0 0,0 0 0,0 1 0,0-1 0,0 1 0,1-1 0,-1 1 0,0 0 0,0 0 0,-2 2 0,-7 3 0,1 1 0,-1 0 0,2 1 0,-20 17 0,23-18 0,-4 3 0,2 0 0,-1 1 0,2 0 0,-1 0 0,1 1 0,1 0 0,0 0 0,1 1 0,1 0 0,-1 0 0,-4 20 0,0 13 0,2 1 0,-3 50 0,9-77 0,0-7 0,1 0 0,1 1 0,1-1 0,-1 0 0,2 1 0,0-1 0,1 0 0,7 23 0,-7-29 0,0-1 0,0 1 0,1-1 0,0 0 0,0 0 0,0 0 0,1 0 0,0-1 0,0 0 0,0 0 0,0 0 0,1-1 0,0 0 0,0 0 0,0 0 0,1-1 0,11 5 0,-8-5-273,-1 0 0,1-1 0,0 0 0,16 1 0,3-2-6553</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51.338"/>
    </inkml:context>
    <inkml:brush xml:id="br0">
      <inkml:brushProperty name="width" value="0.05" units="cm"/>
      <inkml:brushProperty name="height" value="0.05" units="cm"/>
    </inkml:brush>
  </inkml:definitions>
  <inkml:trace contextRef="#ctx0" brushRef="#br0">80 133 24575,'-79'0'0,"1425"-53"-774,-1334 52 772,56-4-3,0-3 1,75-18-1,-141 26-24,28-11 144,-29 11-142,-1 0-1,1 0 0,0-1 0,0 1 0,0-1 1,-1 1-1,1-1 0,0 1 0,0-1 0,-1 1 0,1-1 1,0 0-1,-1 1 0,1-1 0,-1 0 0,1 0 1,-1 1-1,1-1 0,-1 0 0,0 0 0,1 0 0,-1 1 1,0-1-1,0 0 0,1 0 0,-1 0 0,0 0 1,0-2-1,-4-5-6653</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52.405"/>
    </inkml:context>
    <inkml:brush xml:id="br0">
      <inkml:brushProperty name="width" value="0.05" units="cm"/>
      <inkml:brushProperty name="height" value="0.05" units="cm"/>
    </inkml:brush>
  </inkml:definitions>
  <inkml:trace contextRef="#ctx0" brushRef="#br0">41 166 24575,'-3'-2'0,"-1"0"0,1 0 0,0 0 0,0 0 0,0-1 0,0 1 0,0-1 0,0 0 0,1 0 0,-1 0 0,-2-4 0,5 6 0,-1 0 0,1 0 0,-1-1 0,1 1 0,0 0 0,0 0 0,-1 0 0,1-1 0,0 1 0,0 0 0,0-1 0,0 1 0,0 0 0,1 0 0,-1 0 0,0-1 0,1 1 0,-1 0 0,1 0 0,-1 0 0,1-1 0,-1 1 0,1 0 0,0 0 0,-1 0 0,1 0 0,0 0 0,0 1 0,0-1 0,0 0 0,0 0 0,0 0 0,0 1 0,0-1 0,0 0 0,0 1 0,2-1 0,4-3 0,-1 1 0,1 0 0,0 1 0,-1-1 0,1 2 0,0-1 0,0 1 0,0 0 0,1 0 0,-1 0 0,0 1 0,0 1 0,0-1 0,0 1 0,1 0 0,-1 1 0,0-1 0,-1 1 0,1 1 0,0-1 0,-1 1 0,1 1 0,-1-1 0,8 6 0,-5-2 0,0-1 0,-1 1 0,0 1 0,-1-1 0,0 1 0,0 1 0,0-1 0,-1 1 0,0 0 0,-1 1 0,0-1 0,-1 1 0,0 0 0,0 0 0,3 18 0,-5-16 0,0 1 0,-2 0 0,1 0 0,-2-1 0,0 1 0,0 0 0,-1-1 0,-6 22 0,5-26 0,1 0 0,-1 0 0,-1-1 0,1 1 0,-2-1 0,1 1 0,0-1 0,-1-1 0,-1 1 0,1-1 0,-1 0 0,0 0 0,0 0 0,-9 5 0,14-10 0,-1 0 0,1 0 0,0 0 0,-1 0 0,0-1 0,1 1 0,-1 0 0,1-1 0,-1 1 0,0-1 0,0 1 0,1-1 0,-1 0 0,0 0 0,0 0 0,1 0 0,-1 0 0,0 0 0,0 0 0,1-1 0,-1 1 0,0-1 0,1 1 0,-1-1 0,0 0 0,1 1 0,-1-1 0,1 0 0,-1 0 0,0-1 0,0 0 0,0-1 0,0 1 0,1 0 0,-1 0 0,1-1 0,0 1 0,0-1 0,0 0 0,0 1 0,0-1 0,0 0 0,1 1 0,-1-1 0,1 0 0,0 0 0,0 1 0,0-1 0,0-4 0,2-7 0,1-1 0,1 1 0,0 0 0,1 0 0,0 0 0,1 0 0,8-12 0,4-5 0,38-50 0,-34 54 0,1 1 0,42-39 0,-50 53 0,0 0 0,1 1 0,0 0 0,0 2 0,1 0 0,25-10 0,-36 17 0,0 0 0,1 1 0,-1-1 0,0 1 0,1 0 0,-1 1 0,1-1 0,-1 1 0,1 1 0,-1-1 0,10 3 0,-12-2 0,-1 0 0,0 0 0,0 1 0,0-1 0,0 1 0,0 0 0,0-1 0,0 1 0,-1 0 0,1 1 0,-1-1 0,1 0 0,-1 1 0,0 0 0,0-1 0,0 1 0,0 0 0,-1 0 0,1 0 0,-1 0 0,0 0 0,1 0 0,0 6 0,0 3 0,-1 0 0,0 0 0,0 0 0,-1 0 0,-1 0 0,0 0 0,-1 0 0,0-1 0,-5 17 0,0-7 0,0-1 0,-1 0 0,-1-1 0,-16 27 0,11-29 0,14-17 0,0 0 0,0 0 0,0 0 0,0 0 0,0 0 0,0 0 0,-1 0 0,1 0 0,0 0 0,0 0 0,0 0 0,0 0 0,0 0 0,-1 0 0,1 0 0,0 0 0,0 0 0,0 0 0,0-1 0,0 1 0,0 0 0,0 0 0,-1 0 0,1 0 0,0 0 0,0 0 0,0 0 0,0 0 0,0 0 0,0-1 0,0 1 0,0 0 0,0 0 0,0 0 0,0 0 0,0 0 0,0 0 0,0-1 0,-1 1 0,1 0 0,0 0 0,0 0 0,0 0 0,0 0 0,0-1 0,1 1 0,-1 0 0,0 0 0,0 0 0,0 0 0,0 0 0,0 0 0,0-1 0,0 1 0,0 0 0,0 0 0,0 0 0,0 0 0,0 0 0,2-6 0,-1 0 0,1 0 0,0 1 0,5-11 0,13-23 0,45-62 0,-50 80 0,1 2 0,1 0 0,1 1 0,29-24 0,-42 39 0,0-1 0,0 1 0,0-1 0,1 1 0,0 1 0,-1-1 0,1 1 0,0 0 0,0 0 0,0 1 0,1 0 0,-1 0 0,8 0 0,-10 1 0,-1 1 0,0-1 0,0 1 0,1-1 0,-1 1 0,0 0 0,0 1 0,0-1 0,0 0 0,0 1 0,0 0 0,-1-1 0,1 1 0,-1 0 0,1 1 0,-1-1 0,1 0 0,-1 1 0,0-1 0,0 1 0,0 0 0,-1-1 0,1 1 0,-1 0 0,1 0 0,-1 0 0,1 4 0,2 11 29,0 0 1,0 0-1,-2 1 0,-1 0 0,0-1 0,-1 1 0,-3 19 1,2 53-1629,4-68-5227</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53.148"/>
    </inkml:context>
    <inkml:brush xml:id="br0">
      <inkml:brushProperty name="width" value="0.05" units="cm"/>
      <inkml:brushProperty name="height" value="0.05" units="cm"/>
    </inkml:brush>
  </inkml:definitions>
  <inkml:trace contextRef="#ctx0" brushRef="#br0">69 469 24575,'2'-4'0,"-1"0"0,1 0 0,-1 0 0,1-1 0,-1 1 0,-1-1 0,1 1 0,-1 0 0,1-1 0,-1 0 0,-1-7 0,1 12 0,0 0 0,0-1 0,0 1 0,0 0 0,0-1 0,-1 1 0,1 0 0,0 0 0,0-1 0,0 1 0,0 0 0,0 0 0,0-1 0,-1 1 0,1 0 0,0 0 0,0-1 0,0 1 0,-1 0 0,1 0 0,0 0 0,0-1 0,-1 1 0,1 0 0,0 0 0,0 0 0,-1 0 0,1 0 0,0 0 0,0 0 0,-1-1 0,1 1 0,0 0 0,-1 0 0,1 0 0,-11 7 0,-7 14 0,12-12 0,1 0 0,0 1 0,0 0 0,1-1 0,0 1 0,1 1 0,0-1 0,1 0 0,0 1 0,0-1 0,0 20 0,2-25 0,1-1 0,-1 1 0,1 0 0,-1-1 0,1 1 0,1-1 0,-1 1 0,1-1 0,0 0 0,0 1 0,0-1 0,0 0 0,1 0 0,-1 0 0,1-1 0,0 1 0,0-1 0,1 1 0,-1-1 0,1 0 0,-1 0 0,1-1 0,0 1 0,0-1 0,0 0 0,1 0 0,-1 0 0,9 2 0,-5-2 0,0 0 0,1 0 0,0-1 0,-1 0 0,1 0 0,12-2 0,-19 1 0,0 0 0,-1 0 0,1 0 0,0 0 0,-1 0 0,1-1 0,0 1 0,-1-1 0,1 1 0,0-1 0,-1 0 0,1 1 0,-1-1 0,1 0 0,-1 0 0,0 0 0,1 0 0,-1 0 0,0-1 0,0 1 0,0 0 0,0-1 0,0 1 0,0 0 0,0-1 0,0 1 0,0-1 0,-1 1 0,1-1 0,-1 0 0,1 1 0,-1-1 0,0 0 0,1 1 0,-1-1 0,0 0 0,0 1 0,0-1 0,-1-3 0,-2-10 0,-1 0 0,0 0 0,-2 0 0,0 1 0,-12-22 0,-6-17 0,19 41 0,-16-47 0,20 55 0,0 0 0,1-1 0,-1 1 0,0 0 0,1-1 0,0 1 0,0 0 0,1 0 0,-1-1 0,1 1 0,2-8 0,-2 10 0,0 0 0,1 0 0,-1 0 0,1 0 0,0 0 0,-1 0 0,1 0 0,0 1 0,0-1 0,0 1 0,0-1 0,1 1 0,-1 0 0,0 0 0,1 0 0,-1 0 0,0 0 0,1 0 0,-1 1 0,1-1 0,3 0 0,9 0 0,0 0 0,23 0 0,-23 2 0,448 25 0,-445-24 0,-9-1 0,1 0 0,-1 0 0,1-1 0,-1 0 0,1-1 0,-1 0 0,14-3 0,-22 4 0,0-1 0,-1 1 0,1 0 0,-1 0 0,1 0 0,0 0 0,-1-1 0,1 1 0,-1 0 0,1-1 0,-1 1 0,1 0 0,-1-1 0,1 1 0,-1 0 0,1-1 0,-1 1 0,0-1 0,1 1 0,-1-1 0,0 1 0,1-1 0,-1 0 0,0 0 0,0 1 0,0-1 0,0 1 0,-1-1 0,1 1 0,0-1 0,0 1 0,-1-1 0,1 1 0,0-1 0,-1 1 0,1 0 0,0-1 0,-1 1 0,1 0 0,-1-1 0,1 1 0,-1 0 0,1-1 0,-1 1 0,-30-11 0,20 9 0,-1 0 0,0 1 0,0 1 0,0 0 0,1 0 0,-1 1 0,0 1 0,0 0 0,1 0 0,-19 8 0,24-8 0,0 1 0,0 0 0,0 0 0,0 0 0,1 1 0,-1 0 0,1 0 0,0 1 0,0 0 0,0-1 0,1 1 0,0 1 0,0-1 0,0 1 0,1-1 0,0 1 0,0 0 0,0 1 0,1-1 0,-3 8 0,2-2 0,1 0 0,1 0 0,0 1 0,0-1 0,1 0 0,1 0 0,2 20 0,-2-28 0,0 1 0,0 0 0,0 0 0,0-1 0,1 1 0,0 0 0,0-1 0,0 0 0,0 1 0,1-1 0,0 0 0,0 0 0,0-1 0,0 1 0,1 0 0,-1-1 0,1 0 0,0 0 0,0 0 0,0 0 0,7 3 0,-7-5 0,0 0 0,-1-1 0,1 1 0,0-1 0,0 0 0,0 0 0,0 0 0,0 0 0,-1-1 0,1 1 0,0-1 0,0 0 0,-1 0 0,1 0 0,-1-1 0,1 0 0,-1 1 0,1-1 0,-1 0 0,0-1 0,6-4 0,4-4 0,0-1 0,-1 0 0,15-21 0,-8 7 0,-1-1 0,-1-1 0,-1-1 0,-1 0 0,14-44 0,-12 23 0,-3 0 0,12-85 0,-23 122 0,-2 7 0,0 1 0,0-1 0,0 1 0,-1-1 0,1 1 0,-1-1 0,0 0 0,-1 1 0,0-1 0,0 1 0,0-1 0,-2-5 0,3 11 0,0-1 0,-1 1 0,1 0 0,0 0 0,0-1 0,0 1 0,0 0 0,-1 0 0,1 0 0,0-1 0,0 1 0,0 0 0,-1 0 0,1 0 0,0 0 0,0 0 0,-1-1 0,1 1 0,0 0 0,0 0 0,-1 0 0,1 0 0,0 0 0,-1 0 0,1 0 0,0 0 0,0 0 0,-1 0 0,1 0 0,0 0 0,0 0 0,-1 0 0,1 0 0,0 0 0,-1 1 0,1-1 0,0 0 0,-11 10 0,-4 17 0,7-8 0,0 1 0,2 0 0,1 0 0,0 1 0,1-1 0,2 1 0,-1 39 0,4-27 0,1-1 0,1 1 0,2 0 0,12 40 0,-11-53 114,0 0 0,14 26 0,-16-38-328,0 0 1,1 0 0,0-1-1,1 0 1,-1 0 0,1 0-1,14 11 1,1-4-6613</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53.712"/>
    </inkml:context>
    <inkml:brush xml:id="br0">
      <inkml:brushProperty name="width" value="0.05" units="cm"/>
      <inkml:brushProperty name="height" value="0.05" units="cm"/>
    </inkml:brush>
  </inkml:definitions>
  <inkml:trace contextRef="#ctx0" brushRef="#br0">47 488 24575,'0'0'0,"0"0"0,1-1 0,-1 1 0,0 0 0,0-1 0,0 1 0,0 0 0,0 0 0,0-1 0,0 1 0,-1 0 0,1-1 0,0 1 0,0 0 0,0-1 0,0 1 0,0 0 0,0 0 0,-1-1 0,1 1 0,0 0 0,0 0 0,0-1 0,-1 1 0,1 0 0,0 0 0,0-1 0,-1 1 0,1 0 0,0 0 0,0 0 0,-1 0 0,1 0 0,0-1 0,-1 1 0,-11 5 0,-8 13 0,19-17 0,0 1 0,0-1 0,0 1 0,0 0 0,0-1 0,1 1 0,-1 0 0,0-1 0,1 1 0,-1 0 0,1 0 0,0 0 0,0-1 0,-1 1 0,2 4 0,-1-5 0,0 0 0,1 0 0,-1 0 0,1 0 0,-1 0 0,1 0 0,-1 0 0,1 0 0,0 0 0,-1 0 0,1 0 0,0 0 0,0-1 0,0 1 0,0 0 0,0-1 0,0 1 0,0 0 0,1 0 0,3 1 0,0-1 0,0 1 0,0-1 0,0 0 0,0 0 0,0-1 0,0 0 0,1 0 0,8-1 0,0 0 0,-1-1 0,1-1 0,-1 0 0,0-1 0,0 0 0,0-1 0,16-10 0,-25 13 0,-1 0 0,1 0 0,-1-1 0,0 1 0,0-1 0,0 0 0,0 0 0,-1 0 0,1 0 0,-1 0 0,0-1 0,3-5 0,-4 6 0,0 0 0,0 0 0,0-1 0,-1 1 0,0 0 0,0 0 0,1 0 0,-2 0 0,1 0 0,0-1 0,-1 1 0,1 0 0,-1 0 0,0 0 0,0 0 0,0 0 0,-1 0 0,-1-4 0,0 2 0,-1 0 0,1 0 0,-1 0 0,0 0 0,0 1 0,0 0 0,-1-1 0,1 1 0,-1 1 0,0-1 0,0 1 0,-1 0 0,1 0 0,0 1 0,-1-1 0,0 1 0,0 0 0,-6-1 0,8 2 0,0 1 0,0-1 0,0 1 0,0 0 0,-1 0 0,1 0 0,0 1 0,0-1 0,0 1 0,0 0 0,0 0 0,0 0 0,0 1 0,1-1 0,-1 1 0,0 0 0,1 0 0,-1 0 0,1 1 0,0-1 0,0 1 0,0 0 0,0 0 0,0 0 0,0 0 0,1 0 0,-3 5 0,1-1 0,0 1 0,1 0 0,-1 0 0,2 1 0,-1-1 0,1 0 0,0 1 0,1 0 0,0-1 0,0 1 0,1 0 0,0-1 0,1 1 0,0 0 0,0-1 0,1 1 0,0-1 0,0 1 0,1-1 0,6 12 0,-6-12 0,1-1 0,0 0 0,1 1 0,0-2 0,0 1 0,0-1 0,1 1 0,0-1 0,0-1 0,1 1 0,-1-1 0,1-1 0,0 1 0,1-1 0,-1 0 0,1-1 0,-1 1 0,1-2 0,0 1 0,0-1 0,11 2 0,-7-3 0,1-1 0,-1 1 0,0-2 0,0 0 0,0 0 0,1-1 0,-2-1 0,1 0 0,22-9 0,-19 5 0,0 0 0,0-2 0,0 0 0,-1-1 0,-1 0 0,20-19 0,-14 10 0,-1-1 0,-1-1 0,-1-1 0,-1 0 0,-1-1 0,-1-1 0,-1 0 0,17-49 0,-21 45 0,0 0 0,6-57 0,-13 69 0,0-1 0,-1 0 0,0 1 0,-2-1 0,0 1 0,-7-27 0,8 39 0,0 1 0,0-1 0,-1 0 0,0 0 0,0 1 0,0-1 0,0 1 0,-1-1 0,1 1 0,-1 0 0,0 0 0,0 0 0,0 0 0,-4-3 0,6 6 0,-1-1 0,1 1 0,0-1 0,0 1 0,0-1 0,-1 1 0,1 0 0,0-1 0,0 1 0,-1 0 0,1 0 0,0 0 0,0 0 0,-1 0 0,1 0 0,0 0 0,-1 1 0,1-1 0,-1 1 0,0 0 0,0 0 0,0 0 0,0 1 0,0-1 0,0 1 0,0-1 0,1 1 0,-1 0 0,1 0 0,-1-1 0,1 1 0,0 0 0,-1 0 0,0 3 0,-3 6 0,1 0 0,0 0 0,1 0 0,0 1 0,1 0 0,-2 23 0,3 74 0,4-58 0,2 0 0,14 58 0,-12-80 0,1 0 0,1-1 0,1 0 0,2 0 0,17 28 0,-26-50 0,0-1 0,1 0 0,-1 0 0,1-1 0,0 1 0,1-1 0,4 5 0,-7-8 0,-1-1 0,0 1 0,0 0 0,0 0 0,1-1 0,-1 1 0,1-1 0,-1 1 0,0-1 0,1 1 0,-1-1 0,1 0 0,-1 0 0,0 0 0,1 0 0,-1 0 0,1 0 0,-1 0 0,1 0 0,-1-1 0,1 1 0,-1 0 0,0-1 0,1 1 0,-1-1 0,0 0 0,1 1 0,-1-1 0,0 0 0,0 0 0,0 0 0,0 0 0,0 0 0,2-2 0,11-14-1365,-2-1-5461</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55.883"/>
    </inkml:context>
    <inkml:brush xml:id="br0">
      <inkml:brushProperty name="width" value="0.05" units="cm"/>
      <inkml:brushProperty name="height" value="0.05" units="cm"/>
    </inkml:brush>
  </inkml:definitions>
  <inkml:trace contextRef="#ctx0" brushRef="#br0">359 121 24575,'0'-9'0,"0"-2"0,0 1 0,0-1 0,-1 0 0,-1 0 0,-3-14 0,4 23 0,1 0 0,-1 0 0,0 1 0,0-1 0,1 0 0,-1 1 0,0-1 0,0 1 0,-1-1 0,1 1 0,0-1 0,0 1 0,-1 0 0,1 0 0,-1 0 0,1-1 0,-1 1 0,1 1 0,-1-1 0,0 0 0,1 0 0,-1 1 0,0-1 0,0 1 0,0-1 0,1 1 0,-1 0 0,0-1 0,0 1 0,0 0 0,0 0 0,0 1 0,0-1 0,1 0 0,-1 1 0,0-1 0,0 1 0,0-1 0,-1 2 0,-5 1 0,1 0 0,-1 1 0,1 0 0,0 1 0,0-1 0,0 1 0,1 0 0,0 1 0,-10 11 0,-2 4 0,-25 39 0,20-24 0,2 2 0,2 0 0,1 1 0,-22 71 0,33-83 0,0-1 0,2 2 0,1-1 0,1 0 0,1 1 0,2 0 0,1-1 0,5 40 0,-3-55 0,-1 0 0,1 0 0,1-1 0,0 0 0,1 1 0,0-1 0,1-1 0,0 1 0,0-1 0,1 0 0,15 16 0,-15-20 0,-1 0 0,1 0 0,1-1 0,-1 0 0,1 0 0,0-1 0,0 0 0,0 0 0,0-1 0,1 0 0,0 0 0,-1-1 0,1 0 0,0-1 0,0 0 0,12 0 0,-4-2 0,-1-1 0,0 0 0,1-1 0,-1-1 0,-1-1 0,1 0 0,-1-1 0,0 0 0,0-1 0,0-1 0,-1-1 0,-1 0 0,21-17 0,-20 14 0,0 0 0,-1-1 0,0-1 0,-1 0 0,-1-1 0,0 0 0,-1-1 0,0 0 0,-2 0 0,0-1 0,10-31 0,-15 37 0,-1 0 0,0 0 0,-1 0 0,0 0 0,-2-18 0,1 25 0,0 1 0,-1 0 0,0-1 0,1 1 0,-2 0 0,1 0 0,0-1 0,0 1 0,-1 0 0,-2-3 0,3 4 0,0 1 0,0 0 0,-1 0 0,1-1 0,0 1 0,-1 0 0,1 0 0,-1 0 0,1 1 0,-1-1 0,1 0 0,-1 0 0,0 1 0,1-1 0,-1 1 0,0 0 0,0-1 0,1 1 0,-1 0 0,-3 0 0,1 1 0,1-1 0,0 1 0,-1 0 0,1 1 0,0-1 0,0 0 0,-1 1 0,1 0 0,0 0 0,1 0 0,-1 0 0,0 0 0,1 0 0,-1 1 0,1-1 0,-1 1 0,-2 5 0,-2 1 0,1 1 0,0-1 0,1 2 0,-5 11 0,6-12 0,1 0 0,0 1 0,1-1 0,0 1 0,0-1 0,1 1 0,1 0 0,-1-1 0,2 1 0,0 0 0,2 12 0,-2-17 0,1-1 0,-1 0 0,1 0 0,0 0 0,0-1 0,0 1 0,1 0 0,0-1 0,-1 0 0,2 1 0,-1-1 0,0 0 0,1-1 0,0 1 0,0-1 0,0 1 0,0-1 0,1 0 0,-1-1 0,1 1 0,-1-1 0,1 0 0,0 0 0,10 2 0,-5-2 0,0 0 0,0-1 0,0 0 0,1-1 0,-1 0 0,0 0 0,1-1 0,-1-1 0,0 0 0,0 0 0,0-1 0,0 0 0,-1-1 0,1 0 0,-1 0 0,0-1 0,0-1 0,0 1 0,-1-1 0,9-8 0,-15 12 0,1-1 0,-1 0 0,0 1 0,0-1 0,-1 0 0,1 0 0,0 0 0,-1 0 0,0 0 0,0-1 0,0 1 0,0 0 0,0-1 0,-1 1 0,1 0 0,-1-7 0,-1 4 0,1 1 0,-1-1 0,-1 0 0,1 1 0,-1-1 0,0 1 0,0 0 0,-1-1 0,-3-5 0,-4-3 0,0-1 0,-1 2 0,-1 0 0,0 0 0,-21-17 0,27 26 0,-22-19 0,26 22 0,1 0 0,-1 0 0,1 0 0,-1 0 0,1 1 0,-1-1 0,1 0 0,-1 1 0,0-1 0,1 1 0,-1-1 0,0 1 0,0 0 0,1 0 0,-3 0 0,4 0 0,0 0 0,0 0 0,0 1 0,0-1 0,0 0 0,0 1 0,0-1 0,0 0 0,0 0 0,0 1 0,0-1 0,0 0 0,0 0 0,0 1 0,0-1 0,0 0 0,0 0 0,0 1 0,1-1 0,-1 0 0,0 0 0,0 1 0,0-1 0,1 0 0,-1 0 0,0 0 0,0 1 0,0-1 0,1 0 0,-1 0 0,0 0 0,0 0 0,1 0 0,-1 0 0,0 0 0,0 1 0,1-1 0,11 7 0,-5-4 0,-1 0 0,1-1 0,1 0 0,-1-1 0,0 1 0,0-1 0,1-1 0,-1 0 0,0 0 0,11-1 0,5-2 0,43-13 0,-42 9 0,-22 7 0,0-1 0,0 1 0,0-1 0,0 1 0,0 0 0,0 0 0,0 0 0,0 0 0,0 0 0,0 0 0,0 1 0,0-1 0,0 1 0,0-1 0,-1 1 0,1 0 0,0-1 0,0 1 0,0 0 0,-1 0 0,1 1 0,0-1 0,-1 0 0,1 0 0,-1 1 0,0-1 0,1 1 0,-1-1 0,0 1 0,0 0 0,0-1 0,2 5 0,1 4 0,-1 0 0,0 0 0,0 1 0,2 21 0,-1-12 0,1 12 0,-4-20 0,1 0 0,0 0 0,1 0 0,0 0 0,7 14 0,-10-25 0,0 0 0,1-1 0,-1 1 0,0-1 0,1 1 0,-1 0 0,1-1 0,-1 1 0,1-1 0,-1 1 0,1-1 0,-1 0 0,1 1 0,-1-1 0,1 1 0,-1-1 0,1 0 0,0 1 0,-1-1 0,1 0 0,0 0 0,-1 0 0,1 1 0,0-1 0,-1 0 0,1 0 0,0 0 0,0 0 0,-1 0 0,1 0 0,0 0 0,-1 0 0,1-1 0,0 1 0,-1 0 0,1 0 0,0-1 0,-1 1 0,1 0 0,-1-1 0,1 1 0,0 0 0,-1-1 0,1 1 0,-1-1 0,1 1 0,-1-1 0,1 1 0,-1-1 0,0 1 0,1-2 0,5-4 0,-1-1 0,0 1 0,5-11 0,-7 12 0,21-34 0,-6 8 0,2 0 0,42-49 0,-60 78 0,-1 0 0,1 1 0,-1-1 0,1 1 0,0-1 0,-1 1 0,1 0 0,0 0 0,0-1 0,0 1 0,0 1 0,0-1 0,0 0 0,0 0 0,0 1 0,0-1 0,0 1 0,1 0 0,-1-1 0,4 1 0,-5 1 0,1 0 0,0 0 0,-1-1 0,1 1 0,-1 0 0,1 0 0,-1 0 0,0 1 0,1-1 0,-1 0 0,0 0 0,0 1 0,0-1 0,0 1 0,0-1 0,0 1 0,0-1 0,0 1 0,0 0 0,-1-1 0,1 1 0,-1 0 0,0-1 0,1 1 0,-1 3 0,3 9 0,-1 1 0,-1-1 0,0 1 0,-1-1 0,-1 1 0,0-1 0,-4 16 0,1-21 0,0-15 0,3-19 0,4 12 0,0-1 0,2 0 0,-1 1 0,2 0 0,11-22 0,-12 27 0,0-1 0,0 2 0,1-1 0,0 1 0,0 0 0,1 0 0,-1 0 0,2 1 0,11-8 0,-17 13 0,-1 0 0,1 0 0,0 0 0,0 0 0,0 0 0,0 0 0,0 1 0,-1-1 0,1 1 0,0-1 0,0 1 0,1 0 0,-1 0 0,0 0 0,0 0 0,0 0 0,0 0 0,0 1 0,0-1 0,0 1 0,0-1 0,-1 1 0,1 0 0,0 0 0,0 0 0,0 0 0,-1 0 0,1 0 0,0 0 0,-1 1 0,1-1 0,-1 0 0,0 1 0,1-1 0,-1 1 0,0 0 0,0-1 0,0 1 0,0 0 0,1 2 0,4 9 0,0 1 0,-1-1 0,-1 1 0,4 21 0,-6-26 0,0 0 0,0 0 0,1 0 0,0 0 0,0-1 0,1 0 0,5 9 0,-8-16 0,0 1 0,0-1 0,0 1 0,0-1 0,0 0 0,1 0 0,-1 0 0,0 0 0,1 0 0,-1 0 0,1 0 0,-1 0 0,1 0 0,-1-1 0,1 1 0,2 0 0,-2-1 0,0 0 0,0 0 0,0 0 0,0 0 0,0 0 0,0-1 0,0 1 0,0-1 0,0 1 0,0-1 0,-1 0 0,1 0 0,0 0 0,0 0 0,-1 0 0,1 0 0,2-2 0,11-11 0,-1-1 0,0 0 0,-1 0 0,0-1 0,-2-1 0,0 0 0,0-1 0,-2 0 0,0-1 0,-2 1 0,8-27 0,-12 33 0,-3 16 0,-5 19 0,0 16 0,3 0 0,1 0 0,1-1 0,3 1 0,1 0 0,2-1 0,16 58 0,-38-160 0,4-1 0,2-1 0,-2-131 0,12 184 0,1-1 0,0 0 0,1 0 0,1 1 0,4-18 0,-5 28 0,-1 0 0,0 0 0,0 0 0,1 0 0,-1 1 0,1-1 0,0 0 0,0 1 0,0 0 0,0-1 0,1 1 0,3-3 0,-4 4 0,0 0 0,0 0 0,0 0 0,0 0 0,0 1 0,0-1 0,0 1 0,1-1 0,-1 1 0,0 0 0,0 0 0,1 0 0,-1 0 0,0 0 0,0 1 0,0-1 0,0 1 0,1-1 0,-1 1 0,2 1 0,3 1 0,0 1 0,-1 0 0,1 0 0,-1 0 0,0 1 0,0 0 0,-1 0 0,1 0 0,-1 1 0,0-1 0,-1 1 0,0 1 0,1-1 0,-2 1 0,1-1 0,-1 1 0,0 0 0,-1 0 0,4 12 0,-5-13 0,0-1 0,1 1 0,-2-1 0,1 1 0,-1 0 0,0-1 0,0 1 0,0-1 0,-1 1 0,0 0 0,0-1 0,0 1 0,-1-1 0,0 0 0,0 1 0,0-1 0,0 0 0,-1 0 0,0 0 0,0-1 0,-1 1 0,1-1 0,-1 1 0,0-1 0,0-1 0,-7 7 0,2-5 49,-1 1 0,0-1 0,0 0-1,0-1 1,0 0 0,-14 2 0,21-5-118,0 0 1,0 0 0,-1 0 0,1-1-1,0 0 1,0 0 0,-1 0-1,1 0 1,0 0 0,-1 0 0,1-1-1,0 0 1,0 1 0,0-1 0,0-1-1,-1 1 1,2 0 0,-1-1 0,0 1-1,0-1 1,0 0 0,1 0-1,-1 0 1,-4-5 0,1-4-6758</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56.543"/>
    </inkml:context>
    <inkml:brush xml:id="br0">
      <inkml:brushProperty name="width" value="0.05" units="cm"/>
      <inkml:brushProperty name="height" value="0.05" units="cm"/>
    </inkml:brush>
  </inkml:definitions>
  <inkml:trace contextRef="#ctx0" brushRef="#br0">0 544 24575,'1'-3'0,"0"1"0,0-1 0,1 0 0,-1 1 0,1-1 0,-1 1 0,1 0 0,0-1 0,3-2 0,3-5 0,3-8 0,-9 12 0,1 0 0,0 1 0,1-1 0,-1 1 0,1 0 0,0 0 0,1 1 0,-1-1 0,1 1 0,5-5 0,-9 9 0,-1 0 0,0 0 0,0 0 0,1 0 0,-1 0 0,0 0 0,0 0 0,1 0 0,-1-1 0,0 1 0,1 0 0,-1 0 0,0 0 0,0 0 0,1 0 0,-1 0 0,0 1 0,0-1 0,1 0 0,-1 0 0,0 0 0,1 0 0,-1 0 0,0 0 0,0 0 0,1 1 0,-1-1 0,0 0 0,0 0 0,0 0 0,1 0 0,-1 1 0,0-1 0,0 0 0,0 0 0,1 1 0,1 12 0,-6 15 0,-14 36 0,-4 20 0,20-76 0,1 1 0,0 0 0,0-1 0,1 1 0,0 0 0,1-1 0,2 13 0,-3-18 0,1 0 0,0-1 0,0 1 0,0 0 0,0-1 0,0 1 0,1-1 0,-1 1 0,1-1 0,-1 0 0,1 1 0,0-1 0,0 0 0,0 0 0,0 0 0,0 0 0,1-1 0,4 4 0,-3-4 0,0 1 0,1-1 0,-1 1 0,0-1 0,1-1 0,-1 1 0,1-1 0,-1 1 0,1-1 0,0-1 0,4 0 0,3-1 0,1 0 0,0-1 0,-1-1 0,1-1 0,-1 1 0,0-2 0,16-9 0,-19 9 0,-1 0 0,-1 0 0,1-1 0,-1 0 0,0 0 0,-1-1 0,0 0 0,0 0 0,0 0 0,-1-1 0,-1 1 0,1-1 0,-1-1 0,-1 1 0,5-18 0,-6 16 0,0 0 0,0 0 0,-1 0 0,-1 0 0,0 0 0,-1 0 0,0 0 0,0 0 0,-1 0 0,0 1 0,-1-1 0,-1 1 0,0-1 0,-5-11 0,8 21 0,1-1 0,-1 1 0,0 0 0,0-1 0,1 1 0,-1-1 0,0 1 0,0 0 0,0 0 0,0 0 0,0 0 0,-1-1 0,1 1 0,0 1 0,0-1 0,-1 0 0,1 0 0,-1 0 0,1 1 0,-1-1 0,1 1 0,-1-1 0,1 1 0,-4-1 0,4 2 0,-1-1 0,1 1 0,-1 0 0,1-1 0,-1 1 0,1 0 0,0 0 0,-1 0 0,1 0 0,0 0 0,0 0 0,0 1 0,0-1 0,0 0 0,0 1 0,0-1 0,0 0 0,0 1 0,1-1 0,-1 1 0,0-1 0,1 1 0,0 0 0,-1 1 0,-4 16 0,1 1 0,1-1 0,1 1 0,0 0 0,2-1 0,0 1 0,1 0 0,1-1 0,1 1 0,10 35 0,-11-49 0,0-1 0,0 0 0,1 1 0,-1-1 0,1 0 0,0 0 0,0-1 0,1 1 0,-1 0 0,1-1 0,8 7 0,-9-9 0,0 0 0,-1-1 0,1 1 0,0-1 0,0 0 0,0 0 0,0 0 0,0 0 0,0-1 0,0 1 0,0-1 0,1 0 0,-1 1 0,0-1 0,0-1 0,0 1 0,0 0 0,0-1 0,0 0 0,0 0 0,0 0 0,0 0 0,3-1 0,7-5 0,-1 1 0,0-2 0,-1 1 0,1-1 0,-2-1 0,1 0 0,-1-1 0,14-17 0,-7 5 0,-1 0 0,0-1 0,15-34 0,-16 25 0,-1 0 0,-2-1 0,-2-1 0,0 0 0,-3 0 0,-1-1 0,-1 0 0,-2 0 0,-1-1 0,-5-46 0,3 79 0,-7-42 0,7 42 0,-1 0 0,0 1 0,0-1 0,0 0 0,0 1 0,0-1 0,-1 1 0,1-1 0,-1 1 0,1 0 0,-1 0 0,0-1 0,-2-1 0,3 4 0,1-1 0,-1 1 0,0 0 0,1-1 0,-1 1 0,1 0 0,-1-1 0,0 1 0,1 0 0,-1 0 0,1-1 0,-1 1 0,0 0 0,1 0 0,-1 0 0,0 0 0,1 0 0,-1 0 0,0 0 0,1 0 0,-1 0 0,0 0 0,1 1 0,-1-1 0,0 0 0,1 0 0,-2 1 0,1 0 0,-1 1 0,1-1 0,0 0 0,-1 0 0,1 1 0,0-1 0,0 1 0,0-1 0,0 1 0,-1 2 0,-1 4 0,0 1 0,0-1 0,-2 13 0,-2 18 69,3 1-1,1 0 0,1 0 0,8 77 1,1-66-496,2 0 0,2-1 1,25 69-1,-26-92-6399</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56.843"/>
    </inkml:context>
    <inkml:brush xml:id="br0">
      <inkml:brushProperty name="width" value="0.05" units="cm"/>
      <inkml:brushProperty name="height" value="0.05" units="cm"/>
    </inkml:brush>
  </inkml:definitions>
  <inkml:trace contextRef="#ctx0" brushRef="#br0">15 373 24575,'-2'-5'0,"-1"0"0,1 0 0,1 0 0,-1 0 0,1 0 0,0-1 0,0 1 0,0 0 0,1-1 0,0 1 0,0 0 0,1-7 0,-1 9 0,1 1 0,0-1 0,-1 0 0,1 0 0,0 1 0,1-1 0,-1 1 0,0-1 0,1 1 0,-1-1 0,1 1 0,0 0 0,0 0 0,0 0 0,0 0 0,0 0 0,0 0 0,1 0 0,-1 1 0,0-1 0,1 1 0,0 0 0,-1 0 0,4-1 0,21-5 0,0 1 0,1 1 0,35-1 0,8-2 0,-67 7 0,82-14 0,-77 12 0,0 1 0,0-1 0,0-1 0,-1 0 0,1 0 0,15-11 0,-22 14 0,-1-1 0,1 1 0,0-1 0,-1 1 0,1-1 0,-1 0 0,1 0 0,-1 0 0,0 1 0,0-1 0,0-1 0,0 1 0,0 0 0,0 0 0,-1 0 0,1 0 0,-1 0 0,1-1 0,-1-3 0,0 2 0,-1 0 0,1 0 0,-1 0 0,0 1 0,0-1 0,0 0 0,-1 0 0,1 1 0,-1-1 0,-3-5 0,0 2 0,0 0 0,0 0 0,-1 1 0,0-1 0,0 1 0,0 1 0,-1-1 0,0 1 0,-14-8 0,20 12 0,-1 1 0,1-1 0,0 0 0,-1 1 0,1-1 0,-1 1 0,1 0 0,-1-1 0,1 1 0,-1 0 0,1 0 0,-1 0 0,1 0 0,-1 0 0,1 1 0,-1-1 0,1 0 0,-1 1 0,1-1 0,-1 1 0,1-1 0,0 1 0,-1 0 0,1-1 0,0 1 0,-1 0 0,1 0 0,0 0 0,0 0 0,0 0 0,0 0 0,0 1 0,0-1 0,0 0 0,0 0 0,1 1 0,-1-1 0,0 0 0,1 1 0,-1-1 0,0 3 0,-2 7 0,0 0 0,0-1 0,1 1 0,-1 16 0,3-24 0,-3 28-170,1 0-1,1 0 0,2 0 1,1 0-1,2 0 0,0 0 1,17 53-1,-7-48-6655</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57.155"/>
    </inkml:context>
    <inkml:brush xml:id="br0">
      <inkml:brushProperty name="width" value="0.05" units="cm"/>
      <inkml:brushProperty name="height" value="0.05" units="cm"/>
    </inkml:brush>
  </inkml:definitions>
  <inkml:trace contextRef="#ctx0" brushRef="#br0">51 290 24575,'-2'-18'0,"0"0"0,-2-1 0,0 1 0,0 1 0,-10-23 0,6 16 0,70 157 0,-52-112 0,6 12 0,-2 1 0,-1 0 0,-2 0 0,10 47 0,-21-76 0,1 0 0,-1 0 0,0-1 0,0 1 0,0 0 0,-1 0 0,1-1 0,-1 1 0,0 0 0,-3 6 0,4-10 0,-1 0 0,0 1 0,0-1 0,0 0 0,0 1 0,0-1 0,0 0 0,0 0 0,0 0 0,0 0 0,-1 0 0,1 0 0,0 0 0,-1 0 0,1 0 0,-1 0 0,1-1 0,-1 1 0,1-1 0,-1 1 0,1-1 0,-1 0 0,1 0 0,-1 1 0,0-1 0,1 0 0,-1 0 0,1 0 0,-1-1 0,0 1 0,1 0 0,-1-1 0,1 1 0,-2-1 0,-3-1 0,1 0 0,0 1 0,0-2 0,0 1 0,0-1 0,0 1 0,0-1 0,1-1 0,-1 1 0,1-1 0,0 1 0,0-1 0,0-1 0,-4-5 0,4 3 0,0 0 0,0 0 0,1-1 0,0 1 0,0-1 0,0 0 0,1 0 0,1 1 0,-2-10 0,2-1 0,0 0 0,2 0 0,0 0 0,0 0 0,2 1 0,0-1 0,1 1 0,9-23 0,-4 16 0,2-1 0,1 2 0,29-44 0,-32 53 0,1 2 0,1-1 0,0 1 0,0 1 0,2 0 0,-1 1 0,23-15 0,-30 23-114,0-1 1,0 1-1,0-1 0,0 1 0,0 1 1,0-1-1,1 1 0,-1 0 0,0 0 1,1 0-1,8 1 0,12 4-6712</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59.464"/>
    </inkml:context>
    <inkml:brush xml:id="br0">
      <inkml:brushProperty name="width" value="0.05" units="cm"/>
      <inkml:brushProperty name="height" value="0.05" units="cm"/>
    </inkml:brush>
  </inkml:definitions>
  <inkml:trace contextRef="#ctx0" brushRef="#br0">1 35 24575,'0'-7'0,"1"-16"0,5 19 0,4 9 0,22 25 0,-2 1 0,27 37 0,11 12 0,-1-11-63,3-3 1,3-4-1,2-2 0,3-4 0,95 51 0,-71-53-31,3-4 0,1-6 0,218 61 0,-80-49-300,268 25 0,254-14-394,-321-45 478,-319-22 155,189-24 0,-158-5 950,-137 23-596,1 0-1,-1-1 1,0-2-1,-1 0 0,25-15 1,-39 20-102,1 0 0,-1 0 0,-1-1 0,1 1 0,-1-1 0,6-7 0,-9 11-88,0 0 0,0-1 0,-1 1-1,1 0 1,0 0 0,0-1 0,-1 1 0,1 0 0,0-1 0,-1 1 0,0-1 0,1 1-1,-1-1 1,0 1 0,0-1 0,0 1 0,0-1 0,0 1 0,0-1 0,0 1 0,0-1-1,0 1 1,-1-1 0,1 1 0,-1-1 0,1 1 0,-1-1 0,0 1 0,1 0-1,-1-1 1,-2-1 0,-6-2-1374,-2 3-5461</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59.745"/>
    </inkml:context>
    <inkml:brush xml:id="br0">
      <inkml:brushProperty name="width" value="0.05" units="cm"/>
      <inkml:brushProperty name="height" value="0.05" units="cm"/>
    </inkml:brush>
  </inkml:definitions>
  <inkml:trace contextRef="#ctx0" brushRef="#br0">39 64 24575,'-25'-28'0,"24"26"0,-1 1 0,1-1 0,0 0 0,0 0 0,-1 0 0,1 0 0,0 0 0,1 0 0,-1 0 0,0 0 0,1 0 0,-1-1 0,0-2 0,2 4 0,-1 1 0,0 0 0,0-1 0,1 1 0,-1 0 0,0 0 0,0-1 0,1 1 0,-1 0 0,0 0 0,1 0 0,-1-1 0,1 1 0,-1 0 0,0 0 0,1 0 0,-1 0 0,0 0 0,1 0 0,-1 0 0,1 0 0,-1 0 0,0 0 0,1 0 0,-1 0 0,1 0 0,-1 0 0,0 0 0,1 0 0,-1 0 0,0 0 0,1 1 0,0-1 0,17 6 0,-15-4 0,37 12 0,-2 3 0,1 1 0,-2 2 0,-1 1 0,0 2 0,57 50 0,-88-69 0,0 1 0,0 1 0,-1-1 0,0 1 0,0-1 0,0 1 0,-1 0 0,1 1 0,-2-1 0,4 10 0,-5-11 0,0 0 0,0 0 0,0 0 0,-1 0 0,0 0 0,0 0 0,0 0 0,-1 0 0,0 0 0,0 0 0,0-1 0,0 1 0,-1 0 0,0 0 0,-3 5 0,-2 2 38,0-1 0,-1 1 0,-1-1 0,1-1 0,-2 0 0,0 0-1,0-1 1,-15 11 0,-96 57-1599,117-75 1416,-67 38-6681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04.100"/>
    </inkml:context>
    <inkml:brush xml:id="br0">
      <inkml:brushProperty name="width" value="0.05" units="cm"/>
      <inkml:brushProperty name="height" value="0.05" units="cm"/>
    </inkml:brush>
  </inkml:definitions>
  <inkml:trace contextRef="#ctx0" brushRef="#br0">429 109 24575,'4'-4'0,"0"0"0,0-1 0,-1 1 0,1-1 0,-1 1 0,0-1 0,3-7 0,-5 10 0,-1 0 0,1 0 0,-1 0 0,1 0 0,-1 0 0,0 0 0,0 0 0,0 0 0,0 0 0,0-1 0,0 1 0,0 0 0,-1 0 0,1 0 0,-1 0 0,0 0 0,1 0 0,-1 0 0,0 1 0,0-1 0,0 0 0,0 0 0,-3-2 0,3 2 0,-1 1 0,0-1 0,0 1 0,0 0 0,1-1 0,-1 1 0,0 0 0,-1 0 0,1 0 0,0 1 0,0-1 0,0 0 0,0 1 0,-1 0 0,1-1 0,0 1 0,-1 0 0,1 0 0,0 0 0,0 0 0,-1 1 0,1-1 0,0 1 0,0-1 0,-1 1 0,-2 1 0,-6 2 0,1 1 0,-1 0 0,-18 12 0,3 1 0,1 2 0,1 0 0,-44 48 0,36-30 0,-50 77 0,71-98 0,1 1 0,1 0 0,0 1 0,1 0 0,1 0 0,1 0 0,-5 32 0,10-44 0,0-1 0,1 1 0,0 0 0,1-1 0,-1 1 0,1-1 0,0 1 0,1-1 0,-1 1 0,1-1 0,5 10 0,-4-11 0,0-1 0,0 1 0,0-1 0,1 1 0,0-1 0,0 0 0,0-1 0,0 1 0,1-1 0,-1 1 0,1-1 0,0-1 0,0 1 0,0-1 0,9 3 0,2 0-136,0-1-1,1-1 1,-1 0-1,1-2 1,0 0-1,0 0 1,-1-2-1,1 0 0,29-6 1,2-3-6690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04.985"/>
    </inkml:context>
    <inkml:brush xml:id="br0">
      <inkml:brushProperty name="width" value="0.05" units="cm"/>
      <inkml:brushProperty name="height" value="0.05" units="cm"/>
    </inkml:brush>
  </inkml:definitions>
  <inkml:trace contextRef="#ctx0" brushRef="#br0">73 448 24575,'2'-3'0,"0"-1"0,-1 0 0,1 0 0,-1 0 0,0 1 0,0-1 0,0 0 0,-1 0 0,1 0 0,-1-1 0,0 1 0,0 0 0,-1-7 0,1 11 0,0 0 0,0 0 0,-1-1 0,1 1 0,0 0 0,0 0 0,0-1 0,0 1 0,0 0 0,-1 0 0,1 0 0,0-1 0,0 1 0,0 0 0,-1 0 0,1 0 0,0 0 0,0 0 0,-1-1 0,1 1 0,0 0 0,0 0 0,-1 0 0,1 0 0,0 0 0,0 0 0,-1 0 0,1 0 0,0 0 0,-1 0 0,1 0 0,0 0 0,0 0 0,-1 0 0,-9 7 0,-7 13 0,10-8 0,-1 2 0,2-1 0,0 1 0,-9 26 0,14-35 0,-1 0 0,1-1 0,0 1 0,1 0 0,-1-1 0,1 1 0,0 0 0,0 0 0,0 0 0,0-1 0,1 1 0,0 0 0,0 0 0,0-1 0,1 1 0,0-1 0,0 1 0,0-1 0,3 5 0,-4-8 0,0 0 0,0 0 0,0 0 0,0 0 0,1 0 0,-1 0 0,0 0 0,1 0 0,-1-1 0,0 1 0,1 0 0,-1-1 0,1 1 0,-1-1 0,1 0 0,-1 1 0,1-1 0,-1 0 0,1 0 0,2 0 0,0 0 0,-1-1 0,1 0 0,0 0 0,0 0 0,-1 0 0,1 0 0,-1-1 0,6-2 0,-4 1 0,-1 0 0,1 0 0,-1-1 0,1 1 0,-1-1 0,0 0 0,0 0 0,0 0 0,-1 0 0,0-1 0,0 0 0,3-5 0,-5 8 0,0 0 0,-1 0 0,1 0 0,-1 0 0,1 0 0,-1 0 0,0 0 0,0 0 0,0 0 0,0 0 0,0 0 0,0-1 0,0 1 0,-1 0 0,1 0 0,-1 0 0,0 0 0,1 0 0,-1 0 0,0 0 0,-2-3 0,-1 1 0,0-1 0,-1 1 0,1 0 0,-1 0 0,0 1 0,-5-4 0,-13-9 0,23 15 0,-1 1 0,1-1 0,-1 1 0,1 0 0,-1-1 0,1 0 0,0 1 0,-1-1 0,1 1 0,-1-1 0,1 1 0,0-1 0,0 0 0,-1 1 0,1-1 0,0 0 0,0 1 0,0-1 0,0 1 0,0-1 0,-1 0 0,1 0 0,1 1 0,-1-1 0,0 0 0,0 0 0,1-1 0,-1 1 0,1 0 0,0-1 0,0 1 0,-1 0 0,1 0 0,0 0 0,0 0 0,1 0 0,-1 0 0,2-2 0,5-2 0,0 0 0,1 1 0,9-5 0,-12 6 0,25-11 0,0 1 0,1 1 0,57-12 0,-87 23 0,-1 1 0,0-1 0,1 1 0,-1 0 0,1 0 0,-1 0 0,0 0 0,1 0 0,-1 0 0,1 0 0,-1 0 0,1 0 0,-1 1 0,0-1 0,1 1 0,-1-1 0,0 1 0,1-1 0,-1 1 0,0 0 0,0 0 0,1-1 0,-1 1 0,0 0 0,0 0 0,0 0 0,0 0 0,0 1 0,0-1 0,-1 0 0,1 0 0,0 0 0,-1 1 0,1-1 0,0 0 0,-1 1 0,0-1 0,1 1 0,-1-1 0,0 0 0,0 1 0,0-1 0,0 2 0,0 9 0,0 0 0,-1-1 0,0 1 0,-6 17 0,3-6 0,2-10 0,-1 0 0,1 1 0,0 0 0,2 0 0,-1 0 0,3 17 0,-2-31 0,0 0 0,0 0 0,0 0 0,0 0 0,0 0 0,0 0 0,0 0 0,0 0 0,0 0 0,0 0 0,0 0 0,0 1 0,0-1 0,0 0 0,0 0 0,0 0 0,0 0 0,1 0 0,-1 0 0,0 0 0,0 0 0,0 0 0,0 0 0,0 0 0,0 0 0,0 0 0,0 0 0,0 0 0,0 0 0,0 0 0,0 0 0,1 0 0,-1 0 0,0 0 0,0 0 0,0 0 0,0 0 0,0 0 0,0 0 0,0 0 0,0 0 0,0 0 0,0 0 0,0 0 0,0 0 0,1 0 0,-1 0 0,0 0 0,0 0 0,0 0 0,0 0 0,0 0 0,0 0 0,0 0 0,0 0 0,0 0 0,0 0 0,0-1 0,0 1 0,6-7 0,5-9 0,11-23 0,33-44 0,-45 69 0,1 0 0,1 1 0,0 1 0,0 0 0,2 1 0,17-13 0,-30 23 0,1 0 0,-1 0 0,1 0 0,0 0 0,-1 0 0,1 1 0,0-1 0,-1 0 0,1 1 0,0-1 0,0 1 0,0 0 0,-1 0 0,1-1 0,0 1 0,0 0 0,0 1 0,0-1 0,-1 0 0,1 0 0,0 1 0,0-1 0,0 1 0,2 1 0,-2-1 0,0 1 0,-1 0 0,1 0 0,0 0 0,-1-1 0,1 2 0,-1-1 0,0 0 0,1 0 0,-1 0 0,0 1 0,0-1 0,-1 0 0,1 1 0,0-1 0,-1 1 0,1 3 0,1 17 0,-1 38 0,1 17 0,-1-70 0,0 0 0,0 0 0,1 0 0,0 0 0,1 0 0,0 0 0,5 8 0,-7-14 0,-1 0 0,1 0 0,1 0 0,-1 0 0,0 0 0,0-1 0,1 1 0,-1 0 0,1-1 0,0 1 0,-1-1 0,1 0 0,0 0 0,0 1 0,0-1 0,0 0 0,0 0 0,0-1 0,0 1 0,0 0 0,0-1 0,0 1 0,0-1 0,0 0 0,1 0 0,-1 1 0,0-2 0,0 1 0,0 0 0,0 0 0,1-1 0,-1 1 0,0-1 0,0 1 0,0-1 0,0 0 0,0 0 0,2-1 0,5-4 0,0 0 0,0 0 0,0-1 0,-1 0 0,0 0 0,10-13 0,0-2 0,-1 0 0,-1-2 0,-1 0 0,-1-1 0,-1-1 0,-1 0 0,14-45 0,-15 34 0,-2-1 0,-2 0 0,-1-1 0,-2 1 0,-2-44 0,-2 76 0,1 2 0,-1 0 0,0-1 0,-1 1 0,1 0 0,-1 0 0,0 0 0,0 0 0,-1-4 0,2 7 0,0 1 0,0 0 0,-1 0 0,1 0 0,0 0 0,0-1 0,0 1 0,0 0 0,0 0 0,0 0 0,-1 0 0,1 0 0,0 0 0,0 0 0,0-1 0,0 1 0,-1 0 0,1 0 0,0 0 0,0 0 0,0 0 0,0 0 0,-1 0 0,1 0 0,0 0 0,0 0 0,0 0 0,-1 0 0,1 0 0,0 0 0,0 0 0,0 0 0,-1 0 0,1 0 0,0 0 0,0 0 0,0 0 0,0 1 0,-1-1 0,1 0 0,0 0 0,0 0 0,0 0 0,0 0 0,0 0 0,-1 1 0,1-1 0,0 0 0,0 0 0,0 0 0,0 0 0,0 0 0,0 1 0,0-1 0,-7 11 0,0 9 0,0 0 0,2 0 0,0 1 0,-4 40 0,3 89 0,5-130 0,1 6 77,-1 3-557,1 0-1,8 56 0,-5-70-6345</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05.298"/>
    </inkml:context>
    <inkml:brush xml:id="br0">
      <inkml:brushProperty name="width" value="0.05" units="cm"/>
      <inkml:brushProperty name="height" value="0.05" units="cm"/>
    </inkml:brush>
  </inkml:definitions>
  <inkml:trace contextRef="#ctx0" brushRef="#br0">6 282 24575,'-3'-25'0,"0"-7"0,4 31 0,-1 0 0,1 0 0,-1-1 0,1 1 0,-1 0 0,1 0 0,0 0 0,0 0 0,-1 0 0,1 0 0,0 0 0,0 0 0,0 0 0,0 0 0,0 1 0,0-1 0,0 0 0,3 0 0,25-11 0,-20 9 0,56-21 0,-29 12 0,-1-1 0,0-2 0,44-26 0,-76 39 0,0 0 0,-1 1 0,1-1 0,-1-1 0,0 1 0,0 0 0,1 0 0,-1-1 0,-1 1 0,1-1 0,0 0 0,-1 1 0,1-1 0,1-5 0,-3 7 0,0-1 0,0 1 0,0-1 0,0 1 0,0 0 0,0-1 0,0 1 0,-1-1 0,1 1 0,0 0 0,-1-1 0,1 1 0,-1 0 0,0 0 0,1-1 0,-1 1 0,0 0 0,0 0 0,0 0 0,0 0 0,0 0 0,0 0 0,0 0 0,0 0 0,0 0 0,0 0 0,0 1 0,-1-1 0,1 1 0,0-1 0,0 0 0,-1 1 0,1 0 0,-2-1 0,-1-1 0,-1 1 0,1-1 0,-1 1 0,1 0 0,-1 0 0,0 1 0,1-1 0,-1 1 0,0 0 0,0 0 0,1 1 0,-1-1 0,1 1 0,-1 0 0,0 0 0,1 1 0,-1-1 0,1 1 0,0 0 0,0 0 0,0 1 0,0-1 0,0 1 0,0 0 0,1 0 0,-7 7 0,5-4 0,0 0 0,1 0 0,0 1 0,0 0 0,0 0 0,1 0 0,0 0 0,1 0 0,0 1 0,0-1 0,0 1 0,1 0 0,0-1 0,1 1 0,0 13 0,0-12 31,1 1 0,1-1 0,0-1 0,0 1 0,0 0 0,1 0 0,0-1 0,1 1 1,0-1-1,9 13 0,-9-16-132,-1 0 1,2 0-1,-1-1 1,0 0 0,1 1-1,0-2 1,0 1-1,0-1 1,0 1 0,0-1-1,1-1 1,-1 1 0,1-1-1,0 0 1,0 0-1,10 1 1,15 0-6726</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05.482"/>
    </inkml:context>
    <inkml:brush xml:id="br0">
      <inkml:brushProperty name="width" value="0.05" units="cm"/>
      <inkml:brushProperty name="height" value="0.05" units="cm"/>
    </inkml:brush>
  </inkml:definitions>
  <inkml:trace contextRef="#ctx0" brushRef="#br0">42 117 24575,'0'-5'0,"-2"-6"0,-4-6 0,-2-3 0,-1 0 0,-1-1 0,4 5 0,6 10 0,4 8 0,4 9 0,4 8 0,4 4 0,1 4 0,1 2 0,0-2 0,-2-5 0,0-7 0,-3-5-8191</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05.655"/>
    </inkml:context>
    <inkml:brush xml:id="br0">
      <inkml:brushProperty name="width" value="0.05" units="cm"/>
      <inkml:brushProperty name="height" value="0.05" units="cm"/>
    </inkml:brush>
  </inkml:definitions>
  <inkml:trace contextRef="#ctx0" brushRef="#br0">309 6 24575,'-2'-3'0,"-4"0"0,-2 5 0,-6 4 0,-2 6 0,-3 6 0,-3 7 0,-3 4 0,-2 4 0,-1 4 0,0 3 0,-1-1 0,3 0 0,3-4 0,3-3 0,5-8-8191</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05.906"/>
    </inkml:context>
    <inkml:brush xml:id="br0">
      <inkml:brushProperty name="width" value="0.05" units="cm"/>
      <inkml:brushProperty name="height" value="0.05" units="cm"/>
    </inkml:brush>
  </inkml:definitions>
  <inkml:trace contextRef="#ctx0" brushRef="#br0">0 223 24575,'0'-28'0,"2"-64"0,-1 79 0,1 1 0,0-1 0,0 1 0,9-24 0,-11 35 0,1 0 0,-1 0 0,0 0 0,1 0 0,-1 0 0,1 0 0,0 0 0,-1 0 0,1 0 0,0 0 0,0 0 0,0 0 0,-1 0 0,1 1 0,2-2 0,-3 2 0,1 0 0,-1 0 0,1 0 0,-1 0 0,1 0 0,-1 0 0,0 0 0,1 0 0,-1 0 0,1 0 0,-1 0 0,1 0 0,-1 0 0,1 0 0,-1 1 0,0-1 0,1 0 0,-1 0 0,1 0 0,-1 1 0,0-1 0,1 0 0,-1 1 0,0-1 0,1 0 0,-1 1 0,3 3 0,0 0 0,-1 0 0,0 1 0,0-1 0,0 0 0,2 7 0,6 22 0,-2 0 0,7 67 0,-4 73 0,-2-11 0,-8-141 0,3 24 0,-3-43 0,-1 1 0,1 0 0,0 0 0,-1-1 0,1 1 0,0-1 0,0 1 0,1-1 0,-1 1 0,1-1 0,2 4 0,6-1-1365,-1-6-5461</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06.060"/>
    </inkml:context>
    <inkml:brush xml:id="br0">
      <inkml:brushProperty name="width" value="0.05" units="cm"/>
      <inkml:brushProperty name="height" value="0.05" units="cm"/>
    </inkml:brush>
  </inkml:definitions>
  <inkml:trace contextRef="#ctx0" brushRef="#br0">12 115 24575,'-3'-3'0,"0"-5"0,0-4 0,1-2 0,3 2 0,3-1 0,9 3 0,9 1 0,10 1 0,10 0 0,6 1 0,6 3 0,0 1 0,-5 1 0,-7 1 0,-11 1-8191</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06.338"/>
    </inkml:context>
    <inkml:brush xml:id="br0">
      <inkml:brushProperty name="width" value="0.05" units="cm"/>
      <inkml:brushProperty name="height" value="0.05" units="cm"/>
    </inkml:brush>
  </inkml:definitions>
  <inkml:trace contextRef="#ctx0" brushRef="#br0">26 593 24575,'-20'12'0,"14"-8"0,15-9 0,38-21 0,87-34 0,62-8 0,605-139-2108,15 66-1,-201 56 787,-483 68-1330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09.452"/>
    </inkml:context>
    <inkml:brush xml:id="br0">
      <inkml:brushProperty name="width" value="0.05" units="cm"/>
      <inkml:brushProperty name="height" value="0.05" units="cm"/>
    </inkml:brush>
  </inkml:definitions>
  <inkml:trace contextRef="#ctx0" brushRef="#br0">178 91 24575,'4'-35'0,"-2"30"0,-1-1 0,0 0 0,-1 0 0,0 0 0,0-10 0,0 16 0,0 0 0,0-1 0,0 1 0,0-1 0,0 1 0,0 0 0,0-1 0,0 1 0,-1 0 0,1-1 0,0 1 0,0-1 0,0 1 0,0 0 0,0-1 0,-1 1 0,1 0 0,0-1 0,0 1 0,-1 0 0,1-1 0,0 1 0,-1 0 0,1 0 0,0-1 0,-1 1 0,1 0 0,0 0 0,-1 0 0,1 0 0,0-1 0,-1 1 0,1 0 0,-1 0 0,1 0 0,0 0 0,-1 0 0,1 0 0,-1 0 0,1 0 0,0 0 0,-1 0 0,1 0 0,-1 0 0,1 0 0,0 0 0,-1 1 0,1-1 0,0 0 0,-1 0 0,1 0 0,0 1 0,-1-1 0,1 0 0,0 0 0,-1 1 0,1-1 0,-21 20 0,21-20 0,-14 18 0,0 1 0,2 0 0,0 1 0,1 1 0,-14 38 0,10-16 0,-19 88 0,30-108 49,0 0 0,2 0 0,1 1-1,0-1 1,2 0 0,4 30 0,-3-42-150,0-1 1,1 0-1,0 0 1,0 0 0,1 0-1,0-1 1,1 1-1,0-1 1,1 0 0,-1 0-1,2-1 1,-1 0 0,1 0-1,1-1 1,-1 1-1,11 6 1,16 7-6726</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10.610"/>
    </inkml:context>
    <inkml:brush xml:id="br0">
      <inkml:brushProperty name="width" value="0.05" units="cm"/>
      <inkml:brushProperty name="height" value="0.05" units="cm"/>
    </inkml:brush>
  </inkml:definitions>
  <inkml:trace contextRef="#ctx0" brushRef="#br0">226 248 24575,'1'-11'0,"-1"4"0,0 0 0,0 0 0,0-1 0,-3-11 0,3 18 0,0 1 0,0-1 0,-1 0 0,1 0 0,0 0 0,-1 0 0,1 1 0,0-1 0,-1 0 0,1 0 0,-1 0 0,0 1 0,1-1 0,-1 0 0,1 1 0,-1-1 0,0 1 0,1-1 0,-1 1 0,0-1 0,0 1 0,0-1 0,1 1 0,-1 0 0,0-1 0,0 1 0,0 0 0,0 0 0,0 0 0,1-1 0,-1 1 0,0 0 0,0 0 0,0 0 0,0 0 0,0 1 0,0-1 0,0 0 0,1 0 0,-1 1 0,0-1 0,0 0 0,0 1 0,-1 0 0,-7 3 0,-1 2 0,1-1 0,0 1 0,0 0 0,1 1 0,0 0 0,0 0 0,0 1 0,-8 12 0,2-2 0,1 0 0,1 1 0,-14 31 0,20-37 0,1 1 0,0 0 0,1 0 0,0 0 0,1 1 0,1-1 0,0 1 0,1-1 0,1 29 0,1-37 0,-1 0 0,1 0 0,0-1 0,1 1 0,-1 0 0,1-1 0,0 1 0,1-1 0,-1 0 0,1 0 0,0 0 0,0 0 0,1 0 0,-1-1 0,1 1 0,0-1 0,1 0 0,-1 0 0,1 0 0,-1-1 0,1 0 0,0 0 0,0 0 0,0 0 0,1-1 0,-1 0 0,9 2 0,-2-1 0,0-1 0,1 0 0,-1-1 0,1-1 0,-1 0 0,1-1 0,-1 0 0,1-1 0,-1 0 0,0-1 0,0 0 0,0-1 0,0 0 0,-1-1 0,1 0 0,-1-1 0,17-13 0,-8 5 0,-1 0 0,-1-2 0,0-1 0,-1 0 0,-1-1 0,0 0 0,-2-2 0,16-25 0,-28 41 0,7-10 0,-1 0 0,0-1 0,-1 0 0,0 0 0,-2-1 0,7-24 0,-12 39 0,0 0 0,0 0 0,0 0 0,1 0 0,-1 0 0,0 0 0,0 0 0,-1 0 0,1 0 0,0 0 0,0 0 0,0 0 0,-1 0 0,1 0 0,-1-2 0,0 3 0,1 0 0,0-1 0,-1 1 0,1 0 0,0 0 0,-1 0 0,1-1 0,0 1 0,-1 0 0,1 0 0,-1 0 0,1 0 0,0 0 0,-1 0 0,1 0 0,-1 0 0,1 0 0,0 0 0,-1 0 0,1 0 0,-1 0 0,1 0 0,0 0 0,-1 0 0,1 0 0,-1 1 0,-2 0 0,1 0 0,-1 1 0,1 0 0,-1-1 0,1 1 0,0 0 0,0 0 0,-1 0 0,0 3 0,-5 6 0,1 0 0,0 1 0,1 0 0,0 0 0,1 1 0,0 0 0,1 0 0,1 0 0,0 0 0,0 0 0,2 1 0,0-1 0,1 27 0,0-38 0,0 1 0,0-1 0,0 1 0,1 0 0,-1-1 0,1 1 0,0-1 0,0 0 0,-1 1 0,2-1 0,-1 1 0,0-1 0,0 0 0,1 0 0,0 0 0,-1 0 0,1 0 0,0 0 0,0 0 0,0-1 0,0 1 0,0-1 0,0 1 0,0-1 0,1 0 0,-1 1 0,0-1 0,1-1 0,-1 1 0,1 0 0,-1-1 0,1 1 0,-1-1 0,1 0 0,0 1 0,-1-1 0,1 0 0,-1-1 0,1 1 0,4-1 0,4-2 0,1 1 0,-1-2 0,0 1 0,0-2 0,0 1 0,0-1 0,16-12 0,-18 11 0,-1 0 0,0-1 0,0 0 0,-1 0 0,0-1 0,0 1 0,10-18 0,-14 21 0,0 0 0,-1-1 0,0 0 0,0 1 0,0-1 0,-1 0 0,1 0 0,-1 0 0,0 0 0,0 0 0,-1 0 0,0 0 0,0 0 0,0 0 0,0-1 0,-1 1 0,-2-9 0,2 10 0,-1 1 0,1 0 0,-1 0 0,0 1 0,0-1 0,0 0 0,0 1 0,0-1 0,-1 1 0,1-1 0,-1 1 0,1 0 0,-1 0 0,0 0 0,0 1 0,-6-4 0,-3 1 0,0-1 0,-25-4 0,34 8 0,70-14 0,-64 15 0,19-5 0,-1 1 0,1 1 0,-1 1 0,31 2 0,-47 0 0,0 0 0,-1 1 0,1-1 0,0 1 0,-1 0 0,1 1 0,-1-1 0,0 1 0,1 0 0,-1 0 0,0 0 0,0 0 0,0 1 0,0 0 0,-1 0 0,1 0 0,-1 0 0,0 0 0,1 1 0,-1-1 0,-1 1 0,1 0 0,-1 0 0,1 0 0,-1 0 0,3 9 0,-3-2 0,1 0 0,-1 1 0,-1-1 0,0 1 0,0-1 0,-3 19 0,27-77 0,-12 23 0,-1 3 0,18-26 0,-25 41 0,-1 0 0,2 0 0,-1 0 0,1 0 0,-1 1 0,2 0 0,12-8 0,-18 12 0,-1 1 0,1-1 0,0 1 0,0 0 0,0-1 0,0 1 0,-1 0 0,1 0 0,0 0 0,0-1 0,0 1 0,0 0 0,0 0 0,0 0 0,0 0 0,0 1 0,-1-1 0,1 0 0,0 0 0,0 0 0,0 1 0,0-1 0,1 1 0,-1 0 0,0 0 0,1 0 0,-1 1 0,0-1 0,0 0 0,0 1 0,0-1 0,0 1 0,0-1 0,0 1 0,1 2 0,1 7 0,0-1 0,-1 1 0,2 15 0,-1-11 0,-2-8 0,1 0 0,0 0 0,0 0 0,0 0 0,1 0 0,0-1 0,1 1 0,5 8 0,-7-13 0,0 0 0,-1 0 0,1 0 0,0 0 0,1-1 0,-1 1 0,0 0 0,0-1 0,1 0 0,-1 1 0,1-1 0,-1 0 0,1 0 0,-1-1 0,1 1 0,0 0 0,-1-1 0,1 0 0,0 1 0,0-1 0,-1 0 0,1-1 0,0 1 0,-1 0 0,5-2 0,3-1 0,0 0 0,1-1 0,-2 0 0,1-1 0,-1 0 0,1-1 0,-1 0 0,-1 0 0,11-10 0,-4 3 0,-1-2 0,0 0 0,23-33 0,-30 36 0,0-1 0,0 0 0,-1 0 0,0 0 0,-1-1 0,-1 0 0,-1 0 0,0-1 0,0 1 0,-1 0 0,-1-1 0,-1 0 0,0 1 0,-4-28 0,4 40 0,0 0 0,-1 0 0,1 1 0,-1-1 0,1 0 0,-1 0 0,0 1 0,0-1 0,0 1 0,0-1 0,0 1 0,0-1 0,-2-2 0,3 4 0,-1 0 0,1 0 0,0 0 0,0 0 0,-1 0 0,1-1 0,0 1 0,-1 0 0,1 0 0,0 0 0,0 0 0,-1 0 0,1 0 0,0 0 0,-1 0 0,1 0 0,0 0 0,-1 0 0,1 0 0,0 0 0,0 0 0,-1 0 0,1 1 0,0-1 0,-1 0 0,1 0 0,0 0 0,-1 1 0,-7 13 0,4-2 0,2-1 0,-1 1 0,1 0 0,1 0 0,0 16 0,6 64 0,-3-70 0,18 122 140,-10-83-1645,-7-39-5321</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10.921"/>
    </inkml:context>
    <inkml:brush xml:id="br0">
      <inkml:brushProperty name="width" value="0.05" units="cm"/>
      <inkml:brushProperty name="height" value="0.05" units="cm"/>
    </inkml:brush>
  </inkml:definitions>
  <inkml:trace contextRef="#ctx0" brushRef="#br0">15 305 24575,'-3'-7'0,"1"-1"0,-1 1 0,1-1 0,1 0 0,-1 0 0,1 1 0,1-1 0,0 0 0,0 0 0,0 0 0,3-11 0,-3 17 0,1 0 0,0 1 0,0-1 0,0 1 0,0-1 0,0 1 0,1-1 0,-1 1 0,0 0 0,1-1 0,-1 1 0,1 0 0,-1 0 0,1 0 0,0 0 0,-1 1 0,1-1 0,0 0 0,-1 1 0,1-1 0,0 1 0,0-1 0,0 1 0,0 0 0,2 0 0,10-1 0,-1 0 0,20 3 0,-16-1 0,-1-1 0,113-3 0,-117 2 0,0 0 0,0-1 0,-1-1 0,1 0 0,0-1 0,-1 0 0,0-1 0,15-7 0,-25 11 0,1 0 0,0 0 0,-1 0 0,1 0 0,-1 0 0,0 0 0,1 0 0,-1-1 0,0 1 0,0-1 0,0 1 0,0 0 0,0-1 0,0 0 0,0 1 0,0-1 0,-1 1 0,1-1 0,-1 0 0,1 0 0,-1 1 0,1-4 0,-2 3 0,1-1 0,-1 1 0,1-1 0,-1 1 0,0 0 0,0-1 0,0 1 0,0 0 0,0 0 0,-1 0 0,1 0 0,-1 0 0,1 0 0,-3-2 0,-5-5 0,-1 1 0,0 1 0,0-1 0,0 2 0,-15-8 0,21 12 0,-1-1 0,1 1 0,-1 0 0,1 1 0,-1-1 0,0 1 0,0 0 0,0 0 0,0 1 0,-8-1 0,11 2 0,0-1 0,0 0 0,0 1 0,0 0 0,0 0 0,1-1 0,-1 1 0,0 0 0,0 0 0,0 1 0,1-1 0,-1 0 0,1 0 0,-1 1 0,1-1 0,0 1 0,-1 0 0,1-1 0,0 1 0,0 0 0,0-1 0,0 1 0,0 0 0,1 0 0,-1 0 0,0 0 0,1 0 0,-1 3 0,-2 9 0,1 0 0,1 1 0,0-1 0,1 0 0,1 1 0,0-1 0,0 0 0,7 24 0,-3-19 0,1-1 0,0 0 0,1 0 0,1-1 0,0 0 0,13 18 0,-15-27-91,0 0 0,1-1 0,0 1 0,0-1 0,1 0 0,-1-1 0,2 0 0,-1 0 0,1-1 0,-1 0 0,1 0 0,1-1 0,-1-1 0,16 5 0,7-1-6735</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11.106"/>
    </inkml:context>
    <inkml:brush xml:id="br0">
      <inkml:brushProperty name="width" value="0.05" units="cm"/>
      <inkml:brushProperty name="height" value="0.05" units="cm"/>
    </inkml:brush>
  </inkml:definitions>
  <inkml:trace contextRef="#ctx0" brushRef="#br0">31 25 24575,'-3'-2'0,"-2"-4"0,-4-3 0,0 3 0,5 5 0,4 4 0,5 7 0,2 6 0,2 6 0,1 3 0,3 1 0,-3-1 0,1-1 0,-2-2 0,0-4 0,-2-3-8191</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11.277"/>
    </inkml:context>
    <inkml:brush xml:id="br0">
      <inkml:brushProperty name="width" value="0.05" units="cm"/>
      <inkml:brushProperty name="height" value="0.05" units="cm"/>
    </inkml:brush>
  </inkml:definitions>
  <inkml:trace contextRef="#ctx0" brushRef="#br0">297 11 24575,'0'-3'0,"-2"0"0,-4 0 0,-3 1 0,-2 3 0,-4 3 0,-4 6 0,-4 7 0,-3 6 0,-4 8 0,1 5 0,0 3 0,3 3 0,4-1 0,3-3 0,2-5 0,4-9-8191</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11.538"/>
    </inkml:context>
    <inkml:brush xml:id="br0">
      <inkml:brushProperty name="width" value="0.05" units="cm"/>
      <inkml:brushProperty name="height" value="0.05" units="cm"/>
    </inkml:brush>
  </inkml:definitions>
  <inkml:trace contextRef="#ctx0" brushRef="#br0">40 89 24575,'14'-33'0,"-11"28"0,-1-1 0,1 1 0,-1-1 0,0 0 0,0 1 0,-1-1 0,2-10 0,-21 48 0,7-4 0,1 0 0,2 0 0,0 1 0,-5 54 0,11-66 0,1 1 0,1 0 0,0 0 0,1 0 0,2 0 0,-1-1 0,2 1 0,0-1 0,10 23 0,-12-34-151,1 0-1,0 0 0,0 0 0,1-1 1,0 1-1,0-1 0,0 0 1,7 6-1,1-2-6674</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11.661"/>
    </inkml:context>
    <inkml:brush xml:id="br0">
      <inkml:brushProperty name="width" value="0.05" units="cm"/>
      <inkml:brushProperty name="height" value="0.05" units="cm"/>
    </inkml:brush>
  </inkml:definitions>
  <inkml:trace contextRef="#ctx0" brushRef="#br0">25 16 24575,'-2'0'0,"-4"-2"0,-2-2 0,1 1 0,6 1 0,7-2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11.847"/>
    </inkml:context>
    <inkml:brush xml:id="br0">
      <inkml:brushProperty name="width" value="0.05" units="cm"/>
      <inkml:brushProperty name="height" value="0.05" units="cm"/>
    </inkml:brush>
  </inkml:definitions>
  <inkml:trace contextRef="#ctx0" brushRef="#br0">1 108 24575,'12'-26'0,"-9"17"0,1 1 0,0-1 0,1 1 0,0 0 0,0 0 0,8-9 0,-11 15 0,-1 1 0,1-1 0,0 1 0,0 0 0,0 0 0,-1 0 0,1 0 0,0 0 0,0 0 0,0 0 0,1 1 0,-1-1 0,0 1 0,0 0 0,0-1 0,0 1 0,1 0 0,-1 0 0,0 0 0,0 1 0,0-1 0,0 0 0,0 1 0,1-1 0,-1 1 0,0 0 0,0 0 0,0 0 0,-1 0 0,1 0 0,0 0 0,3 3 0,4 3 0,0 0 0,0 1 0,-1 0 0,0 1 0,-1-1 0,0 1 0,0 1 0,-1-1 0,0 1 0,9 21 0,-7-12 0,-1 0 0,-1 0 0,-1 1 0,-1-1 0,3 30 0,-6-33 34,-1 1 1,0-1-1,-2 1 0,1-1 0,-2 0 0,0 0 0,-1 0 0,-1 0 0,-12 28 1,6-23-279,0-1 0,-2 0 0,0-1 0,-1 0 1,0-1-1,-22 20 0,-44 36-6582</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13.806"/>
    </inkml:context>
    <inkml:brush xml:id="br0">
      <inkml:brushProperty name="width" value="0.05" units="cm"/>
      <inkml:brushProperty name="height" value="0.05" units="cm"/>
    </inkml:brush>
  </inkml:definitions>
  <inkml:trace contextRef="#ctx0" brushRef="#br0">0 91 24575,'3'0'0,"2"0"0,8-2 0,10-1 0,9-3 0,12 1 0,12-2 0,12-2 0,7-2 0,4 1 0,3 0 0,-4-1 0,-7 1 0,-16 3-8191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13.976"/>
    </inkml:context>
    <inkml:brush xml:id="br0">
      <inkml:brushProperty name="width" value="0.05" units="cm"/>
      <inkml:brushProperty name="height" value="0.05" units="cm"/>
    </inkml:brush>
  </inkml:definitions>
  <inkml:trace contextRef="#ctx0" brushRef="#br0">75 0 24575,'-9'5'0,"-9"4"0,-3 3 0,2 1 0,12-1 0,13-2 0,21-4 0,22-2 0,24-2 0,22-4 0,17-4 0,15-5 0,7-4 0,-20 1-8191</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49.544"/>
    </inkml:context>
    <inkml:brush xml:id="br0">
      <inkml:brushProperty name="width" value="0.05" units="cm"/>
      <inkml:brushProperty name="height" value="0.05" units="cm"/>
    </inkml:brush>
  </inkml:definitions>
  <inkml:trace contextRef="#ctx0" brushRef="#br0">42 82 24575,'20'-16'0,"-20"16"0,1-1 0,-1 1 0,0 0 0,0 0 0,1 0 0,-1 0 0,0 0 0,0 0 0,1 0 0,-1 0 0,0 0 0,1 0 0,-1 0 0,0 0 0,0 0 0,1 0 0,-1 0 0,0 0 0,0 0 0,1 1 0,-1-1 0,0 0 0,0 0 0,1 0 0,-1 0 0,0 0 0,0 1 0,1-1 0,2 15 0,-5 29 0,-15 76 0,3-24 0,5 51 0,-4 29 0,5-153 0,8-23 0,0 0 0,0 0 0,0 0 0,0 1 0,0-1 0,0 0 0,0 0 0,0 0 0,0 0 0,0 0 0,0 0 0,0 0 0,-1 0 0,1 0 0,0 0 0,0 0 0,0 1 0,0-1 0,0 0 0,0 0 0,0 0 0,0 0 0,-1 0 0,1 0 0,0 0 0,0 0 0,0 0 0,0 0 0,0 0 0,0 0 0,0 0 0,-1 0 0,1 0 0,0 0 0,0 0 0,0 0 0,0 0 0,0 0 0,0-1 0,0 1 0,0 0 0,-1 0 0,1 0 0,0 0 0,0 0 0,0 0 0,0 0 0,0 0 0,0 0 0,-4-14 0,3-2 0,1 0 0,0-1 0,1 1 0,6-32 0,22-66 0,-19 75 0,-6 24 0,20-75 0,66-162 0,-87 244 0,1 1 0,0-1 0,8-8 0,-11 15 0,-1-1 0,1 1 0,0 0 0,0 1 0,0-1 0,0 0 0,0 0 0,1 0 0,-1 1 0,0-1 0,0 0 0,3 0 0,-4 1 0,1 0 0,0 0 0,-1 0 0,1 0 0,0 0 0,-1 0 0,1 0 0,-1 0 0,1 1 0,0-1 0,-1 0 0,1 0 0,-1 1 0,1-1 0,0 0 0,-1 1 0,1-1 0,-1 1 0,1-1 0,-1 0 0,0 1 0,1-1 0,-1 1 0,1-1 0,-1 1 0,0 0 0,1-1 0,-1 1 0,5 11 0,-1 0 0,0 0 0,-1 0 0,-1 0 0,0 0 0,0 1 0,-1 21 0,1-9 0,3 73 0,-3-49 0,10 65 0,-11-112 0,3-7 0,3-10 0,-5 10 0,17-35 0,2 1 0,1 0 0,2 2 0,1 1 0,3 1 0,0 1 0,51-46 0,-72 74 0,-1 1 0,1 0 0,0 1 0,0-1 0,0 1 0,15-5 0,-19 8 0,-1 0 0,1 1 0,-1-1 0,1 1 0,-1-1 0,1 1 0,0 0 0,-1 0 0,1 0 0,-1 0 0,1 1 0,-1-1 0,1 1 0,-1-1 0,1 1 0,-1 0 0,1 0 0,-1 0 0,0 0 0,1 1 0,-1-1 0,0 1 0,0-1 0,0 1 0,3 3 0,0 2 0,1 1 0,-2-1 0,1 1 0,-1 0 0,0 0 0,-1 0 0,1 1 0,-2-1 0,1 1 0,1 17 0,1 11 0,-1 47 0,-4-71 0,-2 81 314,3 38-1993,1-109-5147</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49.867"/>
    </inkml:context>
    <inkml:brush xml:id="br0">
      <inkml:brushProperty name="width" value="0.05" units="cm"/>
      <inkml:brushProperty name="height" value="0.05" units="cm"/>
    </inkml:brush>
  </inkml:definitions>
  <inkml:trace contextRef="#ctx0" brushRef="#br0">0 69 24575,'2'-11'0,"2"15"0,2 21 0,-5 78 0,3 36 0,-3-125 0,1 0 0,1-1 0,0 1 0,1-1 0,0 1 0,1-1 0,11 20 0,-13-28 0,0 0 0,1-1 0,-1 0 0,1 0 0,-1 0 0,1 0 0,9 6 0,-12-9 0,0 0 0,0 0 0,0 0 0,1-1 0,-1 1 0,0-1 0,0 1 0,1-1 0,-1 1 0,0-1 0,1 0 0,-1 1 0,0-1 0,1 0 0,-1 0 0,1 0 0,-1 0 0,0 0 0,1-1 0,-1 1 0,1 0 0,-1-1 0,0 1 0,0-1 0,1 1 0,-1-1 0,0 1 0,0-1 0,1 0 0,-1 0 0,0 0 0,0 0 0,0 0 0,0 0 0,1-1 0,5-9 0,-1 1 0,0-1 0,-1 1 0,0-1 0,-1-1 0,3-11 0,2-4 0,32-90-682,27-125-1,-65 224-6143</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0:50.176"/>
    </inkml:context>
    <inkml:brush xml:id="br0">
      <inkml:brushProperty name="width" value="0.05" units="cm"/>
      <inkml:brushProperty name="height" value="0.05" units="cm"/>
    </inkml:brush>
  </inkml:definitions>
  <inkml:trace contextRef="#ctx0" brushRef="#br0">210 121 24575,'5'-45'0,"-3"38"0,-1 0 0,0 0 0,0-1 0,-1 1 0,0-1 0,-1-8 0,1 16 0,0-1 0,0 0 0,0 1 0,0-1 0,0 0 0,0 1 0,-1-1 0,1 0 0,0 1 0,-1-1 0,1 0 0,0 1 0,-1-1 0,1 1 0,0-1 0,-1 1 0,1-1 0,-1 1 0,1-1 0,-1 1 0,1-1 0,-1 1 0,0-1 0,1 1 0,-1 0 0,1 0 0,-2-1 0,1 1 0,0 0 0,-1 0 0,1 0 0,0 0 0,0 1 0,0-1 0,0 0 0,-1 1 0,1-1 0,0 1 0,0-1 0,0 1 0,0-1 0,-1 2 0,-5 4 0,0 0 0,0 0 0,-7 9 0,12-13 0,-21 23 0,2 1 0,0 2 0,-19 34 0,33-50 0,1 0 0,0 1 0,0 0 0,1 0 0,1 1 0,0 0 0,1-1 0,0 1 0,1 0 0,0 20 0,3-28 0,-1-1 0,1 1 0,1-1 0,-1 1 0,1-1 0,0 0 0,0 0 0,0 0 0,1 0 0,0 0 0,0 0 0,0-1 0,1 1 0,-1-1 0,1 0 0,0 0 0,0 0 0,0 0 0,1-1 0,-1 0 0,1 0 0,0 0 0,6 2 0,10 5 0,0-2 0,1 0 0,0-2 0,29 6 0,27 0-455,1-2 0,130-2 0,-160-8-6371</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27.148"/>
    </inkml:context>
    <inkml:brush xml:id="br0">
      <inkml:brushProperty name="width" value="0.05" units="cm"/>
      <inkml:brushProperty name="height" value="0.05" units="cm"/>
    </inkml:brush>
  </inkml:definitions>
  <inkml:trace contextRef="#ctx0" brushRef="#br0">0 114 24575,'1006'-20'-1388,"-302"-23"1098,122-6 90,-776 47 200,-39 4-13,-10 2 37,-12 4-881,10-7 651,-23 12-5055</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1T02:01:28.295"/>
    </inkml:context>
    <inkml:brush xml:id="br0">
      <inkml:brushProperty name="width" value="0.05" units="cm"/>
      <inkml:brushProperty name="height" value="0.05" units="cm"/>
    </inkml:brush>
  </inkml:definitions>
  <inkml:trace contextRef="#ctx0" brushRef="#br0">1 0 24575,'2'0'0,"6"0"0,21 0 0,33 0 0,36 0 0,38 0 0,47 0 0,40 0 0,20 0-1368,2 0 1368,-11 0 0,-39 0 0,-48 0-108,-61 3 108,-54 0 0,-49 7 0,-23 2-6715</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34.373"/>
    </inkml:context>
    <inkml:brush xml:id="br0">
      <inkml:brushProperty name="width" value="0.05" units="cm"/>
      <inkml:brushProperty name="height" value="0.05" units="cm"/>
    </inkml:brush>
  </inkml:definitions>
  <inkml:trace contextRef="#ctx0" brushRef="#br0">0 1 23925,'0'2400'0,"7617"-2400"0,-7617-2400 0,-7617 2400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36.657"/>
    </inkml:context>
    <inkml:brush xml:id="br0">
      <inkml:brushProperty name="width" value="0.05" units="cm"/>
      <inkml:brushProperty name="height" value="0.05" units="cm"/>
    </inkml:brush>
  </inkml:definitions>
  <inkml:trace contextRef="#ctx0" brushRef="#br0">0 141 24369,'7661'-141'0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39.727"/>
    </inkml:context>
    <inkml:brush xml:id="br0">
      <inkml:brushProperty name="width" value="0.05" units="cm"/>
      <inkml:brushProperty name="height" value="0.05" units="cm"/>
    </inkml:brush>
  </inkml:definitions>
  <inkml:trace contextRef="#ctx0" brushRef="#br0">0 0 24181,'7549'0'0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1.054"/>
    </inkml:context>
    <inkml:brush xml:id="br0">
      <inkml:brushProperty name="width" value="0.05" units="cm"/>
      <inkml:brushProperty name="height" value="0.05" units="cm"/>
    </inkml:brush>
  </inkml:definitions>
  <inkml:trace contextRef="#ctx0" brushRef="#br0">0 18 24575,'3'0'0,"2"0"0,4 0 0,4 0 0,5 0 0,2 0 0,3 0 0,1 0 0,2 0 0,1 0 0,1-2 0,-2-1 0,-3 0 0,-3-2 0,-5 1-8191</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2.144"/>
    </inkml:context>
    <inkml:brush xml:id="br0">
      <inkml:brushProperty name="width" value="0.05" units="cm"/>
      <inkml:brushProperty name="height" value="0.05" units="cm"/>
    </inkml:brush>
  </inkml:definitions>
  <inkml:trace contextRef="#ctx0" brushRef="#br0">220 5 24575,'0'0'0,"0"0"0,0 0 0,0 0 0,0 0 0,0 0 0,0 0 0,0-1 0,0 1 0,0 0 0,0 0 0,0 0 0,0 0 0,0 0 0,0-1 0,0 1 0,0 0 0,0 0 0,0 0 0,0 0 0,0 0 0,0-1 0,0 1 0,0 0 0,0 0 0,0 0 0,0 0 0,0 0 0,1 0 0,-1 0 0,0-1 0,0 1 0,0 0 0,0 0 0,0 0 0,0 0 0,0 0 0,0 0 0,1 0 0,-1 0 0,0 0 0,0 0 0,0 0 0,0-1 0,0 1 0,1 0 0,-1 0 0,0 0 0,0 0 0,0 0 0,0 0 0,0 0 0,1 0 0,-1 0 0,0 0 0,0 0 0,0 1 0,0-1 0,0 0 0,0 0 0,1 0 0,-1 0 0,0 0 0,1 1 0,-1-1 0,0 0 0,0 1 0,1-1 0,-1 1 0,0-1 0,0 1 0,1-1 0,-1 1 0,0-1 0,0 1 0,0-1 0,0 1 0,0-1 0,0 1 0,0-1 0,0 1 0,0-1 0,0 1 0,0 0 0,-4 14 0,0 1 0,-2-1 0,0 0 0,-8 15 0,-2 4 0,-125 254-397,115-238-571,16-31-5858</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2.600"/>
    </inkml:context>
    <inkml:brush xml:id="br0">
      <inkml:brushProperty name="width" value="0.05" units="cm"/>
      <inkml:brushProperty name="height" value="0.05" units="cm"/>
    </inkml:brush>
  </inkml:definitions>
  <inkml:trace contextRef="#ctx0" brushRef="#br0">84 198 24575,'8'0'0,"60"-3"0,-63 2 0,1 0 0,0 0 0,0-1 0,-1 1 0,1-1 0,-1 0 0,1-1 0,-1 0 0,7-4 0,-10 5 0,0 0 0,0 0 0,0 0 0,-1-1 0,1 1 0,0-1 0,-1 1 0,0-1 0,1 0 0,-1 1 0,0-1 0,-1 0 0,1 0 0,0 0 0,-1 0 0,0 0 0,1 1 0,-1-1 0,0 0 0,-1 0 0,1 0 0,0 0 0,-1 0 0,0 0 0,1 0 0,-3-4 0,1 1 0,0-1 0,-1 1 0,0-1 0,0 1 0,0 0 0,-1 0 0,0 1 0,0-1 0,0 1 0,-7-7 0,9 10 0,-1 0 0,0 0 0,0 0 0,1 0 0,-1 0 0,0 0 0,-1 1 0,1-1 0,0 1 0,0 0 0,-1 0 0,1 0 0,0 1 0,-1-1 0,1 1 0,-1 0 0,1 0 0,-5 0 0,4 1 0,0 0 0,0 0 0,0 1 0,1-1 0,-1 1 0,0 0 0,1 0 0,-1 0 0,1 1 0,0-1 0,0 1 0,0 0 0,-4 3 0,-1 5 0,-1 0 0,2 1 0,-1-1 0,2 1 0,0 1 0,0-1 0,1 1 0,-3 13 0,4-12 0,0 0 0,2-1 0,0 1 0,0 0 0,1 1 0,2 20 0,-1-30 0,1 0 0,0 0 0,0-1 0,0 1 0,0 0 0,1-1 0,-1 1 0,1-1 0,1 0 0,-1 1 0,0-1 0,1 0 0,0 0 0,0-1 0,0 1 0,1 0 0,-1-1 0,1 0 0,-1 0 0,1 0 0,0 0 0,7 3 0,18 4-1365,0-4-5461</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3.150"/>
    </inkml:context>
    <inkml:brush xml:id="br0">
      <inkml:brushProperty name="width" value="0.05" units="cm"/>
      <inkml:brushProperty name="height" value="0.05" units="cm"/>
    </inkml:brush>
  </inkml:definitions>
  <inkml:trace contextRef="#ctx0" brushRef="#br0">1 0 24575,'14'154'0,"-14"-95"0,1 28 0,-1-87 0,0 0 0,0 1 0,0-1 0,0 0 0,0 0 0,0 0 0,0 0 0,0 0 0,0 1 0,0-1 0,0 0 0,0 0 0,0 0 0,0 0 0,0 1 0,0-1 0,0 0 0,0 0 0,0 0 0,0 0 0,0 0 0,0 0 0,0 1 0,0-1 0,0 0 0,0 0 0,1 0 0,-1 0 0,0 0 0,0 0 0,0 0 0,0 1 0,0-1 0,0 0 0,1 0 0,-1 0 0,0 0 0,0 0 0,0 0 0,0 0 0,0 0 0,1 0 0,-1 0 0,0 0 0,0 0 0,6-7 0,3-13 0,16-59 0,-20 58 0,1 0 0,1 1 0,0 0 0,2 0 0,19-34 0,-27 54 0,-1-1 0,1 0 0,-1 1 0,0-1 0,1 1 0,-1-1 0,1 0 0,-1 1 0,1-1 0,0 1 0,-1-1 0,1 1 0,-1 0 0,1-1 0,0 1 0,-1 0 0,1-1 0,0 1 0,0 0 0,-1 0 0,1-1 0,0 1 0,0 0 0,0 0 0,0 1 0,-1-1 0,1 0 0,-1 1 0,1-1 0,0 0 0,-1 1 0,1-1 0,-1 1 0,1-1 0,-1 1 0,1-1 0,-1 1 0,0 0 0,1-1 0,-1 1 0,0-1 0,1 1 0,-1 1 0,8 34 0,-5 13 0,-3-31 0,1-1 0,6 30 0,-7-46 0,0 0 0,0 0 0,1 0 0,-1 0 0,0-1 0,0 1 0,1 0 0,-1 0 0,0 0 0,1 0 0,-1-1 0,1 1 0,-1 0 0,1 0 0,-1-1 0,1 1 0,0 0 0,-1-1 0,1 1 0,0 0 0,0-1 0,-1 1 0,1-1 0,0 0 0,0 1 0,1 0 0,-1-2 0,0 1 0,1 0 0,-1 0 0,0 0 0,1-1 0,-1 1 0,0-1 0,0 1 0,1-1 0,-1 1 0,0-1 0,0 0 0,0 1 0,0-1 0,2-2 0,5-4 0,-1-1 0,0 0 0,8-12 0,-14 18 0,10-15 0,-5 8 0,0 0 0,1 1 0,-1 0 0,15-14 0,-21 22 0,1-1 0,-1 1 0,1 0 0,-1-1 0,1 1 0,-1-1 0,1 1 0,-1 0 0,1-1 0,-1 1 0,1 0 0,-1-1 0,1 1 0,-1 0 0,1 0 0,0 0 0,-1 0 0,1-1 0,-1 1 0,1 0 0,0 0 0,-1 0 0,1 0 0,0 0 0,-1 0 0,1 1 0,-1-1 0,1 0 0,0 0 0,-1 0 0,1 1 0,-1-1 0,1 0 0,-1 0 0,1 1 0,-1-1 0,1 1 0,-1-1 0,1 0 0,-1 1 0,1-1 0,-1 1 0,0-1 0,1 1 0,-1-1 0,0 1 0,1-1 0,-1 1 0,0 0 0,0-1 0,0 1 0,1-1 0,-1 1 0,0 1 0,1 4 0,1 0 0,-2 1 0,1-1 0,-1 8 0,0-11 0,-2 216-1365,2-200-5461</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3.604"/>
    </inkml:context>
    <inkml:brush xml:id="br0">
      <inkml:brushProperty name="width" value="0.05" units="cm"/>
      <inkml:brushProperty name="height" value="0.05" units="cm"/>
    </inkml:brush>
  </inkml:definitions>
  <inkml:trace contextRef="#ctx0" brushRef="#br0">0 36 24575,'1'1'0,"0"-1"0,-1 1 0,1-1 0,0 0 0,-1 1 0,1 0 0,-1-1 0,1 1 0,-1-1 0,1 1 0,-1 0 0,1-1 0,-1 1 0,0 0 0,0-1 0,1 1 0,-1 0 0,0 0 0,0-1 0,1 1 0,-1 0 0,0 0 0,0-1 0,0 2 0,2 23 0,-1-22 0,28 261 0,-28-246 0,-1-11 0,0-18 0,-7-87 0,-1-23 0,9 107 0,0 1 0,0 0 0,1 0 0,0 0 0,2 1 0,-1-1 0,7-13 0,-10 24 0,1 1 0,-1 0 0,1 0 0,-1-1 0,1 1 0,-1 0 0,1 0 0,0 0 0,0 0 0,0 0 0,0 0 0,-1 0 0,1 0 0,1 0 0,-1 0 0,0 1 0,0-1 0,0 0 0,0 1 0,0-1 0,3 0 0,-3 1 0,0 0 0,0 0 0,0 0 0,1 1 0,-1-1 0,0 0 0,0 1 0,0-1 0,0 1 0,0-1 0,0 1 0,0-1 0,0 1 0,0 0 0,0 0 0,0-1 0,0 1 0,-1 0 0,2 1 0,3 4 0,-1 1 0,0-1 0,0 1 0,0 0 0,5 14 0,-6-12 0,0 0 0,0 0 0,-1 0 0,0 0 0,-1 0 0,0 0 0,-1 17 0,0-23 0,0 0 0,-1 0 0,1 0 0,-1 0 0,0-1 0,0 1 0,0 0 0,0-1 0,-1 1 0,1-1 0,-1 1 0,0-1 0,1 1 0,-1-1 0,0 0 0,0 0 0,0 0 0,-1 0 0,1 0 0,0-1 0,-1 1 0,1-1 0,-1 1 0,0-1 0,1 0 0,-1 0 0,0 0 0,-4 0 0,-11 3-1365,2-2-5461</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3.852"/>
    </inkml:context>
    <inkml:brush xml:id="br0">
      <inkml:brushProperty name="width" value="0.05" units="cm"/>
      <inkml:brushProperty name="height" value="0.05" units="cm"/>
    </inkml:brush>
  </inkml:definitions>
  <inkml:trace contextRef="#ctx0" brushRef="#br0">4 6 24575,'-2'0'0,"1"0"0,3 0 0,5 0 0,2 0 0,5 0 0,5 0 0,6 0 0,4 0 0,1 0 0,1 0 0,-2 0 0,-5 0 0,-3-2 0,-6-2-8191</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4.040"/>
    </inkml:context>
    <inkml:brush xml:id="br0">
      <inkml:brushProperty name="width" value="0.05" units="cm"/>
      <inkml:brushProperty name="height" value="0.05" units="cm"/>
    </inkml:brush>
  </inkml:definitions>
  <inkml:trace contextRef="#ctx0" brushRef="#br0">0 1 24575,'0'5'0,"0"8"0,0 10 0,0 12 0,0 8 0,0 1 0,0 8 0,0-1 0,0-4 0,0-5 0,0-5 0,0-6 0,0-9-8191</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4.469"/>
    </inkml:context>
    <inkml:brush xml:id="br0">
      <inkml:brushProperty name="width" value="0.05" units="cm"/>
      <inkml:brushProperty name="height" value="0.05" units="cm"/>
    </inkml:brush>
  </inkml:definitions>
  <inkml:trace contextRef="#ctx0" brushRef="#br0">154 112 24575,'3'-9'0,"-1"0"0,0 0 0,-1 0 0,0 0 0,0-14 0,-1 20 0,0 1 0,0-1 0,-1 0 0,1 1 0,-1-1 0,1 1 0,-1-1 0,0 1 0,0-1 0,-3-3 0,4 5 0,-1 0 0,0 0 0,0 0 0,0 0 0,0 1 0,0-1 0,0 0 0,0 0 0,0 1 0,0-1 0,0 1 0,0-1 0,0 1 0,-1 0 0,1-1 0,0 1 0,0 0 0,0 0 0,-1 0 0,1-1 0,0 1 0,0 1 0,0-1 0,-2 0 0,-1 1 0,1 0 0,0 1 0,-1-1 0,1 1 0,0-1 0,-1 1 0,1 0 0,0 0 0,0 1 0,1-1 0,-1 1 0,0-1 0,1 1 0,0 0 0,-4 5 0,-4 6 0,-14 30 0,24-44 0,-31 68 0,29-62 0,0 0 0,0 1 0,1-1 0,-1 0 0,1 1 0,1-1 0,-1 1 0,1 0 0,1 7 0,-1-13 0,0 1 0,1-1 0,-1 0 0,0 1 0,1-1 0,-1 0 0,1 0 0,-1 1 0,1-1 0,-1 0 0,1 0 0,0 0 0,0 0 0,0 0 0,-1 0 0,1 0 0,0 0 0,0 0 0,0 0 0,0-1 0,1 1 0,-1 0 0,0-1 0,0 1 0,0-1 0,1 1 0,-1-1 0,0 1 0,0-1 0,1 0 0,-1 0 0,0 1 0,1-1 0,-1 0 0,0 0 0,1-1 0,-1 1 0,0 0 0,1 0 0,-1-1 0,2 0 0,3 0 0,-1-1 0,0 0 0,-1 0 0,1-1 0,0 1 0,-1-1 0,1 0 0,-1-1 0,5-4 0,1-3 0,-1-1 0,0 0 0,-1-1 0,0 0 0,-1-1 0,-1 1 0,6-19 0,5-7 0,-17 38 0,0 0 0,0 0 0,1 1 0,-1-1 0,0 0 0,1 1 0,-1-1 0,0 0 0,1 1 0,-1-1 0,1 0 0,-1 1 0,1-1 0,0 1 0,-1-1 0,1 1 0,-1-1 0,1 1 0,1-1 0,-2 1 0,1 0 0,-1 0 0,0 1 0,1-1 0,-1 0 0,0 1 0,1-1 0,-1 0 0,0 0 0,1 1 0,-1-1 0,0 0 0,0 1 0,1-1 0,-1 1 0,0-1 0,0 0 0,0 1 0,1-1 0,-1 1 0,0-1 0,0 1 0,0-1 0,0 1 0,6 40 0,-6-31 0,0-9 1,2 15-229,0 0 1,1-1-1,0 1 0,1-1 1,9 21-1,-5-21-6598</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4.940"/>
    </inkml:context>
    <inkml:brush xml:id="br0">
      <inkml:brushProperty name="width" value="0.05" units="cm"/>
      <inkml:brushProperty name="height" value="0.05" units="cm"/>
    </inkml:brush>
  </inkml:definitions>
  <inkml:trace contextRef="#ctx0" brushRef="#br0">1 0 24575,'2'31'0,"2"0"0,11 43 0,0 1 0,-13-61 0,6 34 0,3 69 0,-11-124 0,0 0 0,1-1 0,1 1 0,-1 0 0,1-1 0,0 1 0,1 0 0,0 1 0,0-1 0,4-7 0,-5 10 0,1 0 0,0 1 0,-1-1 0,1 0 0,0 1 0,1 0 0,-1 0 0,1 0 0,-1 0 0,1 0 0,0 1 0,0-1 0,0 1 0,0 0 0,0 0 0,1 1 0,-1-1 0,0 1 0,7-1 0,-6 1 0,0 1 0,0-1 0,0 1 0,0 0 0,0 0 0,0 1 0,0 0 0,0 0 0,0 0 0,0 0 0,0 1 0,-1-1 0,1 1 0,-1 0 0,1 1 0,-1-1 0,0 1 0,1 0 0,-1 0 0,-1 0 0,1 1 0,0 0 0,-1-1 0,0 1 0,0 0 0,0 0 0,0 1 0,-1-1 0,1 0 0,-1 1 0,0 0 0,-1-1 0,1 1 0,-1 0 0,0 0 0,0 0 0,-1 0 0,1 0 0,-1 9 0,0-11 11,0-1 0,0 0-1,-1 0 1,1 0 0,0 0-1,-1 0 1,0 0 0,1 0-1,-1 0 1,0 0 0,0 0-1,0 0 1,0 0 0,0-1-1,0 1 1,-1 0 0,1-1-1,-1 1 1,1-1 0,-1 1-1,1-1 1,-1 0 0,0 1-1,0-1 1,0 0 0,0 0-1,1-1 1,-1 1 0,0 0-1,0-1 1,-5 2 0,3-2-125,0 1 0,-1-1 0,1 0 0,0 0 1,-1 0-1,1-1 0,0 1 0,-1-1 1,1 0-1,0 0 0,0-1 0,0 1 1,0-1-1,-8-4 0,0-3-6712</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5.215"/>
    </inkml:context>
    <inkml:brush xml:id="br0">
      <inkml:brushProperty name="width" value="0.05" units="cm"/>
      <inkml:brushProperty name="height" value="0.05" units="cm"/>
    </inkml:brush>
  </inkml:definitions>
  <inkml:trace contextRef="#ctx0" brushRef="#br0">84 1 24575,'1'0'0,"-1"1"0,1-1 0,-1 0 0,1 1 0,0-1 0,-1 1 0,1-1 0,-1 1 0,1-1 0,-1 1 0,1-1 0,-1 1 0,0-1 0,1 1 0,-1 0 0,0-1 0,1 1 0,-1 0 0,0-1 0,0 1 0,0 0 0,1-1 0,-1 1 0,0 0 0,0-1 0,0 1 0,0 0 0,0 0 0,0-1 0,-1 2 0,-1 29 0,2-28 0,-39 227 0,3-28 0,23-107-1365,11-75-5461</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5.581"/>
    </inkml:context>
    <inkml:brush xml:id="br0">
      <inkml:brushProperty name="width" value="0.05" units="cm"/>
      <inkml:brushProperty name="height" value="0.05" units="cm"/>
    </inkml:brush>
  </inkml:definitions>
  <inkml:trace contextRef="#ctx0" brushRef="#br0">73 0 24575,'-1'2'0,"1"0"0,-1 0 0,0 0 0,1 0 0,-1 0 0,0 0 0,0 0 0,-3 2 0,-3 9 0,-6 18 0,2 0 0,-13 53 0,22-71 0,-1-1 0,2 1 0,0-1 0,0 1 0,1-1 0,1 1 0,0 0 0,0-1 0,1 1 0,5 13 0,-7-24 0,1-1 0,-1 1 0,1-1 0,-1 1 0,1-1 0,0 1 0,-1-1 0,1 1 0,0-1 0,0 0 0,0 0 0,0 1 0,0-1 0,0 0 0,0 0 0,1 0 0,-1 0 0,0 0 0,1 0 0,-1 0 0,1-1 0,-1 1 0,0-1 0,1 1 0,0-1 0,-1 1 0,1-1 0,-1 0 0,3 1 0,-1-2 0,0 0 0,1 1 0,-1-1 0,0-1 0,0 1 0,0 0 0,0-1 0,0 1 0,-1-1 0,1 0 0,0 0 0,-1 0 0,4-5 0,4-2 0,-1-2 0,-1 1 0,1-1 0,-2-1 0,13-23 0,-17 28 0,1-1 0,-1 1 0,-1-1 0,1 0 0,-1 0 0,-1 0 0,1 0 0,-2 0 0,1 0 0,-1 0 0,0-10 0,-1 15 18,0 0 0,1 0 0,-1 0 0,0 1 0,-1-1 0,1 0 0,0 0 0,-1 1 0,1-1 0,-1 1 0,0-1 0,0 1 0,0 0 0,0 0 0,0 0 0,-1 0 0,1 0 0,-4-2 0,-1 0-303,0 1 1,0 0-1,0 0 1,0 0-1,-15-2 1,-13-2-6542</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6.576"/>
    </inkml:context>
    <inkml:brush xml:id="br0">
      <inkml:brushProperty name="width" value="0.05" units="cm"/>
      <inkml:brushProperty name="height" value="0.05" units="cm"/>
    </inkml:brush>
  </inkml:definitions>
  <inkml:trace contextRef="#ctx0" brushRef="#br0">9 36 24575,'-3'0'0,"0"0"0,0 0 0,3 0 0,6 0 0,10-2 0,8-1 0,11-2 0,8-1 0,7-1 0,2 0 0,-8 2-8191</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8.545"/>
    </inkml:context>
    <inkml:brush xml:id="br0">
      <inkml:brushProperty name="width" value="0.05" units="cm"/>
      <inkml:brushProperty name="height" value="0.05" units="cm"/>
    </inkml:brush>
  </inkml:definitions>
  <inkml:trace contextRef="#ctx0" brushRef="#br0">0 0 24575,'3'0'0,"2"0"0,6 0 0,1 3 0,0 2 0,2 6 0,-3 6 0,-2 4 0,-1 7 0,-2 4 0,1 5 0,-1 3 0,-2 2 0,-1-6-8191</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9.165"/>
    </inkml:context>
    <inkml:brush xml:id="br0">
      <inkml:brushProperty name="width" value="0.05" units="cm"/>
      <inkml:brushProperty name="height" value="0.05" units="cm"/>
    </inkml:brush>
  </inkml:definitions>
  <inkml:trace contextRef="#ctx0" brushRef="#br0">0 1 24575,'2'0'0,"4"0"0,3 0 0,4 0 0,3 0 0,6 0 0,3 0 0,3 0 0,1 0 0,-1 0 0,-2 0 0,-2 0 0,-3 0 0,-5 0-8191</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49.645"/>
    </inkml:context>
    <inkml:brush xml:id="br0">
      <inkml:brushProperty name="width" value="0.05" units="cm"/>
      <inkml:brushProperty name="height" value="0.05" units="cm"/>
    </inkml:brush>
  </inkml:definitions>
  <inkml:trace contextRef="#ctx0" brushRef="#br0">0 55 24575,'8'-8'0,"0"1"0,1 1 0,17-11 0,-22 14 0,-1 1 0,1 0 0,-1 1 0,1-1 0,0 1 0,0 0 0,0-1 0,0 2 0,0-1 0,0 0 0,0 1 0,0 0 0,5 0 0,-6 1 0,-1 0 0,0 0 0,0 0 0,0 0 0,0 0 0,0 0 0,0 1 0,0-1 0,0 1 0,0 0 0,-1-1 0,1 1 0,-1 0 0,1 0 0,-1 0 0,0 0 0,0 0 0,1 0 0,-2 0 0,1 1 0,0-1 0,0 0 0,0 5 0,1 1 0,-1 0 0,0 0 0,0 0 0,0 1 0,-2 13 0,-1-9 0,0-1 0,-1 1 0,0-1 0,-1 0 0,0 0 0,-1 0 0,-1 0 0,1-1 0,-2 0 0,0 0 0,0 0 0,-1-1 0,0-1 0,-14 15 0,14-14 0,10-5 0,20-4 0,-15-1 0,165-17-1365,-152 17-5461</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51.427"/>
    </inkml:context>
    <inkml:brush xml:id="br0">
      <inkml:brushProperty name="width" value="0.05" units="cm"/>
      <inkml:brushProperty name="height" value="0.05" units="cm"/>
    </inkml:brush>
  </inkml:definitions>
  <inkml:trace contextRef="#ctx0" brushRef="#br0">210 98 24575,'0'-7'0,"-2"-13"0,1 19 0,1 0 0,-1 1 0,0-1 0,0 0 0,1 1 0,-1-1 0,0 1 0,0-1 0,1 1 0,-1-1 0,0 1 0,0 0 0,0-1 0,0 1 0,0 0 0,0 0 0,0 0 0,0 0 0,0-1 0,0 1 0,1 0 0,-1 1 0,-1-1 0,-4 0 0,0 1 0,1 1 0,-1-1 0,0 1 0,1-1 0,0 1 0,-1 1 0,1-1 0,0 1 0,0 0 0,0 0 0,1 1 0,-9 7 0,2 0 0,0-1 0,1 2 0,1-1 0,-10 16 0,12-16 0,1 0 0,1 1 0,0 0 0,0 0 0,1 0 0,1 0 0,0 0 0,1 1 0,0 0 0,1-1 0,0 1 0,1 0 0,0 0 0,3 15 0,-2-20 0,1-1 0,-1 1 0,1 0 0,1 0 0,0-1 0,0 0 0,0 1 0,1-1 0,0 0 0,0-1 0,1 1 0,0-1 0,0 0 0,1 0 0,-1 0 0,1-1 0,0 0 0,1 0 0,-1 0 0,1-1 0,0 0 0,0-1 0,12 5 0,-7-4 0,1-1 0,0 0 0,-1-1 0,1-1 0,0 0 0,0 0 0,0-1 0,0-1 0,0-1 0,0 1 0,-1-2 0,1 0 0,-1 0 0,1-1 0,-1-1 0,0 0 0,-1-1 0,1 0 0,-1-1 0,0 0 0,-1 0 0,0-1 0,0-1 0,16-17 0,-18 18 0,0-1 0,-1-1 0,0 0 0,0 0 0,-1 0 0,0-1 0,-1 0 0,-1 0 0,1 0 0,-2 0 0,1-1 0,-2 0 0,1 0 0,-2 1 0,1-1 0,-2 0 0,0-1 0,0 1 0,-1 0 0,0 0 0,-1 1 0,-1-1 0,0 0 0,0 1 0,-1-1 0,-10-18 0,10 22-45,-1 0-1,0 1 1,0-1-1,-1 1 1,1 0-1,-2 1 1,1-1-1,-1 1 1,0 1-1,0-1 1,-1 1-1,0 0 1,1 1-1,-2 0 1,1 0-1,0 1 1,-1 0-1,1 0 1,-1 1-1,0 0 1,0 1-1,0 0 1,0 0-1,0 1 0,0 0 1,0 0-1,0 1 1,0 0-1,-14 5 1,-7 3-6781</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51.930"/>
    </inkml:context>
    <inkml:brush xml:id="br0">
      <inkml:brushProperty name="width" value="0.05" units="cm"/>
      <inkml:brushProperty name="height" value="0.05" units="cm"/>
    </inkml:brush>
  </inkml:definitions>
  <inkml:trace contextRef="#ctx0" brushRef="#br0">158 56 24575,'-10'22'0,"-9"35"0,1-7 0,-74 174 0,91-221 0,-2 5 0,0 0 0,0-1 0,0 2 0,1-1 0,-1 10 0,3-16 0,0 0 0,0-1 0,0 1 0,0 0 0,0-1 0,0 1 0,1-1 0,-1 1 0,0 0 0,1-1 0,0 1 0,-1-1 0,1 1 0,0-1 0,0 1 0,0-1 0,-1 0 0,2 1 0,-1-1 0,0 0 0,0 0 0,0 0 0,0 0 0,1 0 0,-1 0 0,1 0 0,-1 0 0,0 0 0,1-1 0,0 1 0,-1-1 0,4 2 0,19 2 0,0-1 0,1-1 0,-1-1 0,1-1 0,38-5 0,-57 4 0,24-1 0,0-1 0,-1-2 0,0 0 0,0-3 0,-1 0 0,35-15 0,-59 21 0,-1 1 0,0-1 0,1 0 0,-1 0 0,0-1 0,0 1 0,0-1 0,-1 1 0,1-1 0,-1 0 0,1 0 0,-1 0 0,0 0 0,0 0 0,0-1 0,2-4 0,-3 3 0,0 1 0,0-1 0,-1 0 0,1 1 0,-1-1 0,0 0 0,0 0 0,0 1 0,-1-1 0,0 0 0,-1-6 0,-5-9 0,-1 1 0,-1 0 0,0 1 0,-21-32 0,24 41 0,-10-16 58,-3-3-414,1-1 1,2-1-1,-23-56 0,34 69-6470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52.640"/>
    </inkml:context>
    <inkml:brush xml:id="br0">
      <inkml:brushProperty name="width" value="0.05" units="cm"/>
      <inkml:brushProperty name="height" value="0.05" units="cm"/>
    </inkml:brush>
  </inkml:definitions>
  <inkml:trace contextRef="#ctx0" brushRef="#br0">0 100 24575,'1059'-13'-1142,"-845"9"1049,1335-59-45,-1513 61 201,-17 1 177,-1 0-1,0-1 1,36-8 0,-99 7 111,-8 3-1716,42 1-5461</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52.892"/>
    </inkml:context>
    <inkml:brush xml:id="br0">
      <inkml:brushProperty name="width" value="0.05" units="cm"/>
      <inkml:brushProperty name="height" value="0.05" units="cm"/>
    </inkml:brush>
  </inkml:definitions>
  <inkml:trace contextRef="#ctx0" brushRef="#br0">40 12 24575,'-1'-2'0,"-1"1"0,0 0 0,0 0 0,0 0 0,0 0 0,0 0 0,0 0 0,-1 1 0,1-1 0,0 0 0,0 1 0,0 0 0,-1 0 0,1-1 0,0 1 0,-5 1 0,9 1 0,-1-1 0,0 1 0,0-1 0,1 1 0,-1-1 0,1 0 0,-1 0 0,1 1 0,-1-1 0,3 1 0,-3-2 0,10 7 0,0 1 0,0 1 0,0 0 0,-1 0 0,16 20 0,-23-26 0,-1 1 0,0-1 0,0 1 0,0 0 0,0-1 0,0 1 0,-1 0 0,0 0 0,0 0 0,1 6 0,-2-7 0,0 0 0,0-1 0,0 1 0,0 0 0,-1 0 0,1 0 0,-1-1 0,0 1 0,0 0 0,0-1 0,0 1 0,0-1 0,-1 1 0,1-1 0,-1 1 0,1-1 0,-3 2 0,-19 17-1365,-2-1-5461</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53.786"/>
    </inkml:context>
    <inkml:brush xml:id="br0">
      <inkml:brushProperty name="width" value="0.05" units="cm"/>
      <inkml:brushProperty name="height" value="0.05" units="cm"/>
    </inkml:brush>
  </inkml:definitions>
  <inkml:trace contextRef="#ctx0" brushRef="#br0">587 56 24575,'0'-2'0,"0"0"0,-1 0 0,1 0 0,-1 0 0,0 0 0,0 0 0,0 0 0,0 0 0,0 0 0,0 1 0,0-1 0,0 0 0,-1 1 0,1-1 0,-1 1 0,1-1 0,-1 1 0,0 0 0,1-1 0,-1 1 0,0 0 0,0 0 0,0 0 0,0 0 0,0 1 0,-3-2 0,-5-1 0,-1 0 0,1 1 0,-21-2 0,4 3 0,0 1 0,0 2 0,0 0 0,0 2 0,1 1 0,-1 2 0,1 0 0,-49 21 0,62-21 0,0 0 0,0 0 0,1 1 0,0 1 0,1 0 0,-1 0 0,2 1 0,-1 1 0,2-1 0,-1 2 0,1-1 0,1 2 0,0-1 0,1 1 0,1 0 0,-9 22 0,11-23 0,0 1 0,1 0 0,0 0 0,1 0 0,1 0 0,0 0 0,1 0 0,0 0 0,1 0 0,0 0 0,1 0 0,1 0 0,0 0 0,0 0 0,1-1 0,1 1 0,1-1 0,10 18 0,-9-19 0,0 0 0,1 0 0,1-1 0,0 0 0,0-1 0,1 0 0,0 0 0,0-1 0,1-1 0,0 1 0,1-2 0,19 9 0,-17-9 0,1-2 0,0 0 0,0 0 0,0-2 0,1 0 0,-1 0 0,0-2 0,1 0 0,-1 0 0,24-5 0,-14 0 0,0-2 0,-1 0 0,0-1 0,0-2 0,-1 0 0,0-2 0,-1 0 0,-1-1 0,0-2 0,28-23 0,-25 16 0,0-1 0,-1-1 0,-2-1 0,0-1 0,-2-1 0,0-1 0,21-45 0,-35 62 0,0 0 0,-1 0 0,0-1 0,0 1 0,-2-1 0,4-23 0,-6 30 0,0 0 0,0 1 0,0-1 0,-1 0 0,0 1 0,0-1 0,0 0 0,0 1 0,-1 0 0,1-1 0,-1 1 0,0 0 0,-1 0 0,1 0 0,-1 0 0,0 0 0,0 0 0,0 1 0,0-1 0,-6-4 0,-1 2 0,0-1 0,0 2 0,-1-1 0,0 2 0,0-1 0,0 1 0,0 1 0,0 0 0,-1 1 0,-20-2 0,-14 1 0,-63 4 0,92 0 0,-31 2-1365,7 1-5461</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55.696"/>
    </inkml:context>
    <inkml:brush xml:id="br0">
      <inkml:brushProperty name="width" value="0.05" units="cm"/>
      <inkml:brushProperty name="height" value="0.05" units="cm"/>
    </inkml:brush>
  </inkml:definitions>
  <inkml:trace contextRef="#ctx0" brushRef="#br0">13 151 24575,'-2'-3'0,"1"0"0,-1 1 0,1-1 0,0 0 0,0 0 0,0 0 0,0 0 0,0 0 0,0 0 0,1 0 0,0 0 0,0 0 0,-1-1 0,2 1 0,-1 0 0,0 0 0,1 0 0,-1 0 0,1 0 0,0 0 0,0 0 0,3-5 0,-3 6 0,0 0 0,0 1 0,1-1 0,-1 1 0,0-1 0,1 1 0,0-1 0,-1 1 0,1 0 0,0 0 0,0-1 0,-1 2 0,1-1 0,0 0 0,0 0 0,0 0 0,0 1 0,0-1 0,0 1 0,0 0 0,0-1 0,1 1 0,-1 0 0,0 0 0,0 1 0,0-1 0,0 0 0,0 1 0,0-1 0,0 1 0,0-1 0,0 1 0,0 0 0,2 2 0,2 0 0,-1 0 0,0 0 0,1 1 0,-2 0 0,1 0 0,0 1 0,-1-1 0,0 1 0,0 0 0,0 0 0,0 0 0,-1 1 0,0-1 0,0 1 0,-1 0 0,0 0 0,0 0 0,0 0 0,2 11 0,-3-8 0,1-1 0,-2 1 0,1-1 0,-1 1 0,0 0 0,-1-1 0,0 1 0,0 0 0,-1-1 0,0 1 0,-1-1 0,1 0 0,-2 0 0,-3 8 0,6-14 0,1-1 0,-1 0 0,0 1 0,1-1 0,-1 0 0,0 1 0,0-1 0,0 0 0,0 0 0,0 0 0,0 0 0,0 0 0,0 0 0,-1 0 0,1 0 0,0-1 0,-1 1 0,1 0 0,0-1 0,-1 1 0,1-1 0,0 1 0,-1-1 0,1 0 0,-1 0 0,1 0 0,-1 1 0,1-1 0,-1-1 0,1 1 0,-3 0 0,2-1 0,0-1 0,1 1 0,-1 0 0,0 0 0,1-1 0,0 1 0,-1-1 0,1 1 0,0-1 0,0 0 0,0 0 0,0 1 0,0-1 0,0 0 0,0 0 0,1 0 0,-1 0 0,1 0 0,-1 0 0,1 0 0,0 0 0,0 0 0,0-2 0,0-9 0,0 1 0,2 0 0,-1 0 0,2 0 0,0 0 0,0 0 0,1 0 0,0 1 0,1 0 0,7-12 0,-2 4 0,1 1 0,1 0 0,1 1 0,29-31 0,-27 35-1365,-2 4-5461</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56.586"/>
    </inkml:context>
    <inkml:brush xml:id="br0">
      <inkml:brushProperty name="width" value="0.05" units="cm"/>
      <inkml:brushProperty name="height" value="0.05" units="cm"/>
    </inkml:brush>
  </inkml:definitions>
  <inkml:trace contextRef="#ctx0" brushRef="#br0">99 113 24575,'-2'0'0,"0"1"0,-1 0 0,1-1 0,0 1 0,0 0 0,0 0 0,0 0 0,0 0 0,0 1 0,0-1 0,0 1 0,0-1 0,1 1 0,-1-1 0,-1 3 0,-23 29 0,26-32 0,-6 8 0,0-1 0,2 1 0,-1 1 0,1-1 0,0 1 0,-2 10 0,5-17 0,0-1 0,0 1 0,1 0 0,-1-1 0,1 1 0,0-1 0,0 1 0,0 0 0,0-1 0,0 1 0,0-1 0,1 1 0,-1 0 0,1-1 0,0 1 0,0-1 0,0 0 0,0 1 0,0-1 0,0 0 0,1 1 0,-1-1 0,1 0 0,-1 0 0,1 0 0,0 0 0,0-1 0,4 4 0,-4-4 0,0 0 0,0-1 0,1 1 0,-1-1 0,0 1 0,0-1 0,0 0 0,0 0 0,1 0 0,-1 0 0,0 0 0,0 0 0,0-1 0,1 1 0,-1-1 0,0 0 0,0 1 0,0-1 0,0 0 0,0 0 0,0 0 0,-1 0 0,1-1 0,3-1 0,2-3 0,1-1 0,-1 0 0,0 0 0,6-8 0,-7 6 0,0 1 0,-1-1 0,0 0 0,0 0 0,-1-1 0,-1 0 0,1 1 0,-2-1 0,4-19 0,-5 24 0,-1 0 0,0 1 0,0-1 0,0 1 0,-1-1 0,1 1 0,-1-1 0,0 1 0,0-1 0,-4-7 0,3 9 0,1 1 0,-1-1 0,0 0 0,0 1 0,0 0 0,0-1 0,0 1 0,0 0 0,-1 0 0,1 1 0,-1-1 0,1 0 0,-1 1 0,0-1 0,1 1 0,-1 0 0,-5-1 0,6 1 0,0 0 0,1 1 0,-1 0 0,0-1 0,1 1 0,-1 0 0,0 0 0,0 0 0,1 0 0,-1 0 0,0 0 0,1 1 0,-1-1 0,0 1 0,1-1 0,-1 1 0,0-1 0,1 1 0,-1 0 0,1 0 0,-1 0 0,1 0 0,0 0 0,-1 0 0,1 0 0,0 0 0,0 1 0,0-1 0,0 0 0,0 1 0,0-1 0,0 1 0,0-1 0,0 1 0,1 0 0,-1-1 0,1 1 0,-1-1 0,1 1 0,-1 0 0,1 0 0,0-1 0,0 1 0,0 0 0,0-1 0,0 1 0,1 0 0,-1 0 0,0-1 0,1 1 0,-1 0 0,1-1 0,0 1 0,-1-1 0,1 1 0,0-1 0,0 1 0,0-1 0,0 1 0,0-1 0,0 0 0,0 0 0,1 1 0,-1-1 0,0 0 0,1 0 0,1 1 0,3 0 0,-1 1 0,1-1 0,-1 0 0,1 0 0,0-1 0,0 0 0,0 0 0,0 0 0,0 0 0,0-1 0,0 0 0,11-2 0,1-1 0,0 0 0,34-11 0,-12-4 0,-29 13 0,-1 0 0,22-6 0,-31 11 0,-1 0 0,1 0 0,-1 0 0,1 0 0,-1 0 0,1 0 0,-1-1 0,1 1 0,-1 1 0,1-1 0,-1 0 0,1 0 0,-1 0 0,1 0 0,-1 0 0,0 0 0,1 0 0,-1 1 0,1-1 0,-1 0 0,1 0 0,-1 1 0,0-1 0,1 0 0,-1 1 0,0-1 0,1 0 0,-1 1 0,0-1 0,1 0 0,-1 1 0,0-1 0,0 1 0,0-1 0,1 1 0,-1-1 0,0 1 0,0-1 0,0 0 0,0 1 0,0-1 0,0 1 0,0-1 0,0 1 0,0-1 0,0 1 0,0-1 0,0 1 0,-6 30 0,4-21 0,1-5 0,0 1 0,0-1 0,1 1 0,0 0 0,0-1 0,0 1 0,1-1 0,0 1 0,0-1 0,3 10 0,-3-13 0,0 1 0,1-1 0,-1 0 0,0 0 0,1 0 0,-1-1 0,1 1 0,-1 0 0,1 0 0,0-1 0,0 1 0,0-1 0,0 0 0,0 1 0,0-1 0,0 0 0,0 0 0,0 0 0,1-1 0,-1 1 0,0 0 0,1-1 0,-1 0 0,1 1 0,-1-1 0,0 0 0,5-1 0,-2 1 0,0 0 0,-1-1 0,1 0 0,0 0 0,-1 0 0,1-1 0,-1 0 0,1 0 0,-1 0 0,0 0 0,0 0 0,7-6 0,0-1 0,-1-1 0,17-21 0,14-12 0,-40 43 0,-1-1 0,0 1 0,0 0 0,1 0 0,-1-1 0,0 1 0,1 0 0,-1 0 0,0 0 0,1 0 0,-1 0 0,0-1 0,1 1 0,-1 0 0,0 0 0,1 0 0,-1 0 0,1 0 0,-1 0 0,0 0 0,1 0 0,-1 0 0,0 0 0,1 0 0,-1 1 0,1-1 0,-1 0 0,0 0 0,1 0 0,-1 0 0,0 0 0,1 1 0,-1-1 0,0 0 0,0 0 0,1 1 0,-1-1 0,0 0 0,0 0 0,1 1 0,-1-1 0,0 0 0,0 1 0,0-1 0,1 0 0,-1 1 0,0-1 0,0 0 0,0 1 0,0 0 0,7 25 0,-5-16 0,-1-7 0,0 0 0,0 1 0,0-1 0,1 0 0,-1 0 0,1 0 0,0 0 0,0 0 0,0 0 0,1-1 0,-1 1 0,0-1 0,1 0 0,0 1 0,-1-1 0,1 0 0,0 0 0,0-1 0,0 1 0,1-1 0,-1 1 0,0-1 0,0 0 0,1 0 0,-1-1 0,6 1 0,-6-1 0,0 0 0,0 0 0,0 0 0,0-1 0,0 1 0,0-1 0,-1 0 0,1 0 0,0 0 0,0 0 0,0-1 0,-1 1 0,1-1 0,-1 1 0,1-1 0,-1 0 0,0 0 0,1 0 0,-1 0 0,0-1 0,0 1 0,-1 0 0,1-1 0,0 1 0,-1-1 0,0 0 0,1 0 0,-1 1 0,0-1 0,1-5 0,-1 3 14,0 1 1,-1-1-1,1 1 0,-1-1 0,0 1 1,0-1-1,0 0 0,0 1 0,-1-1 0,0 1 1,0-1-1,0 1 0,-1 0 0,1-1 1,-1 1-1,0 0 0,0 0 0,-1 0 0,1 0 1,-1 1-1,0-1 0,0 1 0,-6-6 1,1 2-186,0 1 0,0 0 1,-1 0-1,1 1 0,-2 0 1,1 0-1,0 1 0,-1 1 1,-15-5-1,-4 2-6655</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57.022"/>
    </inkml:context>
    <inkml:brush xml:id="br0">
      <inkml:brushProperty name="width" value="0.05" units="cm"/>
      <inkml:brushProperty name="height" value="0.05" units="cm"/>
    </inkml:brush>
  </inkml:definitions>
  <inkml:trace contextRef="#ctx0" brushRef="#br0">208 68 24575,'0'-3'0,"-1"0"0,1 1 0,-1-1 0,0 1 0,0 0 0,0-1 0,0 1 0,-1 0 0,1-1 0,-1 1 0,1 0 0,-1 0 0,0 0 0,0 1 0,0-1 0,0 0 0,0 1 0,0-1 0,0 1 0,0-1 0,-1 1 0,1 0 0,-5-1 0,-3-2 0,0 0 0,0 1 0,-1 0 0,-16-2 0,25 5 0,0 0 0,0 0 0,0-1 0,0 1 0,-1 1 0,1-1 0,0 0 0,0 1 0,0-1 0,0 1 0,0-1 0,0 1 0,0 0 0,0 0 0,0 0 0,0 0 0,1 0 0,-1 0 0,0 1 0,1-1 0,-1 1 0,-2 2 0,4-3 0,-1 1 0,0-1 0,0 1 0,1 0 0,-1-1 0,0 1 0,1 0 0,0-1 0,-1 1 0,1 0 0,0 0 0,0-1 0,0 1 0,0 0 0,0 0 0,1-1 0,-1 1 0,1 0 0,-1 0 0,1-1 0,-1 1 0,1 0 0,0-1 0,0 1 0,-1-1 0,4 3 0,2 4 0,1 0 0,0 0 0,0-1 0,1 0 0,0-1 0,17 10 0,-14-9 0,-1 1 0,0-1 0,13 14 0,-22-20 0,0 0 0,0-1 0,-1 1 0,1 0 0,0 0 0,-1 0 0,1 0 0,-1 0 0,1 0 0,-1-1 0,1 1 0,-1 0 0,0 0 0,1 0 0,-1 1 0,0-1 0,0 0 0,0 0 0,0 0 0,0 0 0,0 0 0,0 0 0,0 0 0,-1 1 0,1 0 0,-1-1 0,0 1 0,0-1 0,0 0 0,0 1 0,0-1 0,0 0 0,-1 0 0,1 0 0,0 0 0,-1 0 0,1 0 0,-3 2 0,-3 0 0,-1 1 0,0-2 0,0 1 0,-16 3 0,11-4-227,0 0-1,0-1 1,0 0-1,0-1 1,-17-2-1,13-1-6598</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57.835"/>
    </inkml:context>
    <inkml:brush xml:id="br0">
      <inkml:brushProperty name="width" value="0.05" units="cm"/>
      <inkml:brushProperty name="height" value="0.05" units="cm"/>
    </inkml:brush>
  </inkml:definitions>
  <inkml:trace contextRef="#ctx0" brushRef="#br0">0 90 24575,'2'0'0,"0"1"0,0-1 0,0 0 0,0 1 0,0-1 0,0 1 0,-1 0 0,1-1 0,0 1 0,-1 0 0,1 0 0,0 0 0,-1 1 0,1-1 0,-1 0 0,0 0 0,1 1 0,-1-1 0,0 1 0,0-1 0,0 1 0,0 0 0,0-1 0,0 1 0,0 0 0,-1-1 0,1 1 0,0 0 0,-1 0 0,0 0 0,1 0 0,-1 2 0,2 9 0,-1 1 0,0-1 0,-2 21 0,0-18 0,0 0 0,1-11 0,-1 0 0,1 0 0,0 1 0,1-1 0,-1 0 0,2 6 0,-2-10 0,1 0 0,-1 0 0,1 0 0,-1 0 0,1 0 0,-1 0 0,1 0 0,0-1 0,-1 1 0,1 0 0,0 0 0,-1-1 0,1 1 0,0 0 0,0-1 0,0 1 0,0-1 0,0 1 0,0-1 0,0 0 0,0 1 0,0-1 0,0 0 0,0 0 0,0 1 0,0-1 0,0 0 0,0 0 0,0 0 0,0 0 0,0 0 0,0-1 0,0 1 0,0 0 0,0 0 0,0-1 0,1 0 0,3 0 0,0 0 0,-1-1 0,1 0 0,0 0 0,0 0 0,-1 0 0,1-1 0,-1 0 0,0 0 0,0 0 0,0 0 0,0-1 0,-1 0 0,1 0 0,-1 0 0,0 0 0,0 0 0,0 0 0,-1-1 0,1 1 0,-1-1 0,0 0 0,-1 0 0,1 0 0,-1 0 0,0 0 0,0 0 0,0 0 0,-1 0 0,0 0 0,-1-10 0,1 14 0,0 0 0,0 0 0,0 0 0,0 0 0,-1 1 0,1-1 0,0 0 0,-1 0 0,1 0 0,-1 0 0,1 1 0,-1-1 0,1 0 0,-1 0 0,1 1 0,-1-1 0,0 0 0,1 1 0,-1-1 0,0 1 0,0-1 0,1 1 0,-1-1 0,-1 0 0,0 1 0,0-1 0,-1 1 0,1-1 0,0 1 0,0 0 0,0 0 0,-1 0 0,1 0 0,0 1 0,-2-1 0,-5 3 0,0-1 0,0 1 0,-15 7 0,18-7 0,0 0 0,0 0 0,1 1 0,-1 0 0,1 0 0,0 0 0,0 1 0,0-1 0,1 1 0,-1 0 0,-3 7 0,6-9 0,1 0 0,-1 0 0,1 0 0,0 0 0,0 0 0,0 0 0,1 0 0,-1 0 0,1 0 0,-1 1 0,1-1 0,0 0 0,0 0 0,1 0 0,-1 1 0,1-1 0,-1 0 0,1 0 0,0 0 0,0 0 0,0 0 0,1 0 0,-1 0 0,4 4 0,-1 0 0,0-2 0,0 1 0,1 0 0,-1-1 0,1 0 0,0 0 0,1 0 0,-1-1 0,1 0 0,0 0 0,0 0 0,1-1 0,-1 0 0,1 0 0,-1 0 0,1-1 0,0 0 0,0 0 0,0-1 0,0 0 0,0 0 0,0-1 0,0 0 0,0 0 0,1 0 0,-1-1 0,0 0 0,0-1 0,0 0 0,-1 0 0,1 0 0,0-1 0,7-3 0,-3-1 0,0 0 0,-1 0 0,0-1 0,0-1 0,0 0 0,-1 0 0,0-1 0,-1 0 0,0 0 0,-1-1 0,0 0 0,-1 0 0,8-17 0,-8 12 0,0 0 0,-1 0 0,-1-1 0,-1 0 0,0 0 0,-1 0 0,-1 0 0,0-1 0,-3-27 0,-3 29 0,1 13 0,1 11 0,-1 28 0,2 0 0,2 1 0,1-1 0,9 63 0,0-47-1365,-6-32-5461</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58.189"/>
    </inkml:context>
    <inkml:brush xml:id="br0">
      <inkml:brushProperty name="width" value="0.05" units="cm"/>
      <inkml:brushProperty name="height" value="0.05" units="cm"/>
    </inkml:brush>
  </inkml:definitions>
  <inkml:trace contextRef="#ctx0" brushRef="#br0">113 123 24575,'-18'0'0,"16"0"0,12 0 0,-4 0 0,0-1 0,0 1 0,0-2 0,0 1 0,0-1 0,0 0 0,0 0 0,0 0 0,-1-1 0,1 0 0,6-4 0,-11 6 0,1 0 0,-1-1 0,1 1 0,-1 0 0,0 0 0,1-1 0,-1 1 0,0 0 0,0-1 0,0 1 0,0-1 0,0 0 0,0 1 0,0-1 0,-1 0 0,1 1 0,-1-1 0,1 0 0,-1 0 0,1 0 0,-1 0 0,0 1 0,0-1 0,0 0 0,0 0 0,0 0 0,-1 0 0,1 1 0,-1-1 0,1 0 0,-1 0 0,1 0 0,-1 1 0,0-1 0,0 0 0,0 1 0,0-1 0,0 1 0,0-1 0,0 1 0,-3-3 0,2 2 0,0 0 0,-1-1 0,1 1 0,0 0 0,-1 0 0,0 0 0,1 0 0,-1 1 0,0-1 0,0 1 0,0 0 0,0-1 0,0 2 0,0-1 0,-1 0 0,1 0 0,0 1 0,0 0 0,-5 0 0,3 0 0,0 1 0,0 0 0,0 0 0,0 0 0,0 1 0,0 0 0,1 0 0,-1 0 0,1 0 0,-1 1 0,-6 6 0,5-5 0,0 1 0,1 0 0,0 1 0,0-1 0,1 1 0,-1 0 0,1 0 0,-4 8 0,6-10 0,0 1 0,0-1 0,1 0 0,0 1 0,-1-1 0,1 1 0,1-1 0,-1 1 0,1 0 0,0-1 0,0 1 0,1 8 0,0-10-68,-1 0 0,1 0-1,0-1 1,0 1 0,1 0 0,-1-1-1,1 1 1,-1-1 0,1 1 0,0-1-1,0 0 1,-1 0 0,2 0 0,-1 0-1,0 0 1,0 0 0,1-1-1,-1 1 1,5 1 0,13 5-6758</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58.621"/>
    </inkml:context>
    <inkml:brush xml:id="br0">
      <inkml:brushProperty name="width" value="0.05" units="cm"/>
      <inkml:brushProperty name="height" value="0.05" units="cm"/>
    </inkml:brush>
  </inkml:definitions>
  <inkml:trace contextRef="#ctx0" brushRef="#br0">94 338 24575,'2'-3'0,"0"0"0,-1-1 0,0 1 0,0 0 0,0 0 0,0-1 0,0 1 0,-1-1 0,1 1 0,-1-1 0,0-5 0,0 7 0,-1 1 0,1 0 0,-1-1 0,0 1 0,1 0 0,-1-1 0,0 1 0,0 0 0,0 0 0,1 0 0,-1 0 0,0 0 0,-1 0 0,1 0 0,0 0 0,0 0 0,0 0 0,0 1 0,-1-1 0,1 1 0,0-1 0,-1 0 0,1 1 0,0 0 0,-1-1 0,1 1 0,-1 0 0,1 0 0,-1 0 0,1 0 0,-2 0 0,1 0 0,-1-1 0,1 1 0,-1 0 0,1 0 0,-1 0 0,1 1 0,-1-1 0,1 0 0,-1 1 0,1 0 0,-1-1 0,1 1 0,0 0 0,-1 0 0,1 1 0,0-1 0,0 0 0,0 1 0,0-1 0,0 1 0,0 0 0,1-1 0,-1 1 0,0 0 0,1 0 0,-1 0 0,1 0 0,0 1 0,0-1 0,0 0 0,0 0 0,0 1 0,0-1 0,0 5 0,0-3 0,1 0 0,0 0 0,0 0 0,0 0 0,1 0 0,-1 0 0,1 0 0,0 0 0,0 0 0,0 0 0,1 0 0,-1-1 0,1 1 0,0 0 0,0-1 0,0 0 0,0 1 0,1-1 0,0 0 0,-1 0 0,5 3 0,-2-2 0,0 0 0,-1-1 0,1 0 0,1 0 0,-1 0 0,0-1 0,1 1 0,-1-1 0,1 0 0,-1-1 0,1 0 0,0 0 0,0 0 0,0 0 0,6-1 0,-5-1 0,0 0 0,1 0 0,-1-1 0,0 0 0,0 0 0,0 0 0,0-1 0,-1 0 0,1-1 0,10-7 0,-3 0 0,-1 0 0,0-1 0,0 0 0,-1-1 0,-1-1 0,0 0 0,-1 0 0,-1-1 0,10-21 0,-8 14 0,-2-1 0,10-38 0,-16 52 0,-1-1 0,0 0 0,-1 0 0,0 0 0,0 0 0,-1 0 0,-1 0 0,0 0 0,-2-11 0,3 19 0,-1 0 0,1 0 0,-1 1 0,0-1 0,1 0 0,-1 0 0,0 0 0,0 1 0,0-1 0,0 0 0,0 1 0,-1-1 0,1 1 0,0 0 0,-1-1 0,-2-1 0,3 3 0,0-1 0,0 1 0,0 0 0,0-1 0,-1 1 0,1 0 0,0 0 0,0-1 0,-1 1 0,1 0 0,0 0 0,0 0 0,-1 1 0,1-1 0,0 0 0,0 0 0,0 1 0,-1-1 0,0 1 0,-2 1 0,0 1 0,0-1 0,1 0 0,-1 1 0,1 0 0,0 0 0,0 0 0,0 0 0,0 1 0,0-1 0,1 1 0,-4 6 0,1 1 20,0 1 0,1-1 0,0 1 1,1 0-1,1-1 0,0 2 0,0-1 0,1 0 0,1 0 0,0 0 0,1 0 0,0 1 0,0-1 0,2 0 0,-1 0 0,9 21 1,3 1-363,1-1 1,2 0 0,1-2-1,29 40 1,-34-53-6485</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5:58.729"/>
    </inkml:context>
    <inkml:brush xml:id="br0">
      <inkml:brushProperty name="width" value="0.05" units="cm"/>
      <inkml:brushProperty name="height" value="0.05" units="cm"/>
    </inkml:brush>
  </inkml:definitions>
  <inkml:trace contextRef="#ctx0" brushRef="#br0">9 116 24575,'-5'-12'0,"2"-6"0,2-3 0,7 2 0,10 3 0,9 3 0,7 4 0,8 4 0,5 3 0,1 3 0,-2 5 0,-9 1-8191</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0.127"/>
    </inkml:context>
    <inkml:brush xml:id="br0">
      <inkml:brushProperty name="width" value="0.05" units="cm"/>
      <inkml:brushProperty name="height" value="0.05" units="cm"/>
    </inkml:brush>
  </inkml:definitions>
  <inkml:trace contextRef="#ctx0" brushRef="#br0">72 1 24575,'-18'430'0,"6"-197"0,-6 421 0,0 23 0,15-626 0,1 136 0,2-186 0,0 0 0,0 1 0,0-1 0,0 0 0,0 0 0,1 1 0,-1-1 0,0 0 0,1 0 0,-1 1 0,1-1 0,-1 0 0,1 0 0,1 1 0,2-4 0,-1-11 0,-4-20-1365,-2 16-5461</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0.365"/>
    </inkml:context>
    <inkml:brush xml:id="br0">
      <inkml:brushProperty name="width" value="0.05" units="cm"/>
      <inkml:brushProperty name="height" value="0.05" units="cm"/>
    </inkml:brush>
  </inkml:definitions>
  <inkml:trace contextRef="#ctx0" brushRef="#br0">9 0 24575,'-3'0'0,"0"0"0,0 0 0,3 3 0,4 2 0,4 4 0,2 0 0,3 0 0,0 2 0,4-1 0,1-1 0,-2-1-8191</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0.534"/>
    </inkml:context>
    <inkml:brush xml:id="br0">
      <inkml:brushProperty name="width" value="0.05" units="cm"/>
      <inkml:brushProperty name="height" value="0.05" units="cm"/>
    </inkml:brush>
  </inkml:definitions>
  <inkml:trace contextRef="#ctx0" brushRef="#br0">105 3 24575,'7'-2'0,"2"1"0,1 4 0,-6 3 0,-4 3 0,-5 3 0,-7 4 0,-6 1 0,-4 3 0,-4 0 0,-1 2 0,2-3-8191</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1.113"/>
    </inkml:context>
    <inkml:brush xml:id="br0">
      <inkml:brushProperty name="width" value="0.05" units="cm"/>
      <inkml:brushProperty name="height" value="0.05" units="cm"/>
    </inkml:brush>
  </inkml:definitions>
  <inkml:trace contextRef="#ctx0" brushRef="#br0">558 16 24575,'0'-5'0,"-2"-2"0,-3 4 0,-6 3 0,-6 8 0,-4 9 0,-7 11 0,-7 10 0,-14 23 0,-10 13 0,0 6 0,2 1 0,3-4 0,6-5 0,7-8 0,8-10 0,9-9 0,9-12-8191</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1.533"/>
    </inkml:context>
    <inkml:brush xml:id="br0">
      <inkml:brushProperty name="width" value="0.05" units="cm"/>
      <inkml:brushProperty name="height" value="0.05" units="cm"/>
    </inkml:brush>
  </inkml:definitions>
  <inkml:trace contextRef="#ctx0" brushRef="#br0">29 182 24575,'-9'7'0,"4"-2"0,19-4 0,2-1 0,0-2 0,0 1 0,0-2 0,-1-1 0,1 0 0,-1 0 0,0-2 0,0 0 0,25-14 0,-37 18 0,0 0 0,0 1 0,-1-1 0,1 0 0,-1-1 0,1 1 0,-1 0 0,0-1 0,0 1 0,0-1 0,0 0 0,0 1 0,0-1 0,-1 0 0,0 0 0,1 0 0,-1 0 0,0 0 0,-1-1 0,1 1 0,0 0 0,-1 0 0,0-1 0,0 1 0,0 0 0,0-1 0,0 1 0,-1 0 0,0 0 0,1 0 0,-1-1 0,0 1 0,0 0 0,-1 0 0,1 0 0,-1 0 0,1 0 0,-1 1 0,0-1 0,0 1 0,0-1 0,-1 1 0,1-1 0,0 1 0,-1 0 0,0 0 0,1 0 0,-1 1 0,0-1 0,0 1 0,0-1 0,0 1 0,0 0 0,0 0 0,-1 0 0,1 1 0,-4-1 0,3 0 0,-1 0 0,0 1 0,1 0 0,-1 0 0,0 0 0,0 1 0,1-1 0,-1 1 0,0 0 0,1 1 0,-1-1 0,1 1 0,0 0 0,-6 3 0,4-1 0,0 0 0,0 1 0,0-1 0,1 1 0,-1 1 0,1-1 0,1 1 0,-7 9 0,3-3 0,1 1 0,1 0 0,0 0 0,1 0 0,0 1 0,1 0 0,1 0 0,-4 28 0,7-34 34,-1 1 1,1-1-1,1 0 0,0 1 0,0-1 0,0 0 0,1 0 0,0 0 0,5 11 1,-5-15-136,1 1 1,-1-1-1,1 1 1,0-1 0,0 0-1,0 0 1,1-1-1,-1 1 1,1-1 0,0 1-1,0-1 1,0 0 0,0-1-1,1 1 1,-1-1-1,7 3 1,12 2-6726</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2.045"/>
    </inkml:context>
    <inkml:brush xml:id="br0">
      <inkml:brushProperty name="width" value="0.05" units="cm"/>
      <inkml:brushProperty name="height" value="0.05" units="cm"/>
    </inkml:brush>
  </inkml:definitions>
  <inkml:trace contextRef="#ctx0" brushRef="#br0">4 152 24575,'-1'-40'0,"-1"27"0,2 1 0,-1-1 0,2 0 0,0 0 0,0 0 0,6-19 0,-7 32 0,0 1 0,0-1 0,0 0 0,0 0 0,0 0 0,0 1 0,0-1 0,1 0 0,-1 0 0,0 0 0,0 0 0,0 1 0,0-1 0,0 0 0,1 0 0,-1 0 0,0 0 0,0 0 0,0 0 0,1 0 0,-1 0 0,0 0 0,0 1 0,0-1 0,1 0 0,-1 0 0,0 0 0,0 0 0,0 0 0,1 0 0,-1 0 0,0 0 0,0 0 0,0 0 0,1-1 0,-1 1 0,0 0 0,0 0 0,0 0 0,1 0 0,-1 0 0,0 0 0,0 0 0,0 0 0,1-1 0,-1 1 0,0 0 0,0 0 0,0 0 0,0 0 0,0-1 0,0 1 0,1 0 0,-1 0 0,0 0 0,0 0 0,0-1 0,0 1 0,0 0 0,0 0 0,0 0 0,0-1 0,0 1 0,0 0 0,0 0 0,0-1 0,0 1 0,0 0 0,6 16 0,-2 14 0,-1 0 0,-1 0 0,-3 43 0,-14 91 0,14-161 0,0 24 0,4-19 0,5-17 0,37-79 0,-33 59 0,2 2 0,1 0 0,1 0 0,37-44 0,-52 69 0,0 1 0,0 0 0,0-1 0,1 1 0,-1 0 0,0 0 0,1 0 0,-1 0 0,1 0 0,-1 0 0,1 0 0,0 1 0,-1-1 0,1 0 0,0 1 0,-1 0 0,1-1 0,0 1 0,0 0 0,-1 0 0,1 0 0,0 0 0,3 0 0,-3 1 0,-1 0 0,1 0 0,0 0 0,-1 0 0,1 0 0,0 1 0,-1-1 0,0 1 0,1-1 0,-1 1 0,0-1 0,1 1 0,-1 0 0,0-1 0,0 1 0,-1 0 0,1 0 0,0 0 0,-1 0 0,2 3 0,0 7 0,0 0 0,0 0 0,-1 1 0,-1 17 0,-1-17 0,2 0 0,-1 0 0,5 19 0,-5-32 0,0 1 0,0 0 0,0-1 0,0 1 0,0-1 0,0 1 0,1-1 0,-1 1 0,0-1 0,0 1 0,0-1 0,1 0 0,-1 1 0,0-1 0,1 1 0,-1-1 0,0 1 0,1-1 0,-1 0 0,1 1 0,-1-1 0,0 0 0,1 0 0,-1 1 0,1-1 0,-1 0 0,1 0 0,-1 1 0,1-1 0,-1 0 0,1 0 0,-1 0 0,1 0 0,0 0 0,-1 0 0,1 0 0,-1 0 0,1 0 0,-1 0 0,1 0 0,-1 0 0,1 0 0,-1-1 0,1 1 0,-1 0 0,1 0 0,-1-1 0,1 1 0,-1 0 0,1 0 0,-1-1 0,0 1 0,1-1 0,-1 1 0,0 0 0,1-1 0,-1 1 0,0-1 0,1 0 0,24-28 0,-23 27 0,83-113 0,-84 114 0,0-1 0,1 0 0,-1 1 0,0-1 0,1 1 0,0 0 0,-1-1 0,1 1 0,0 0 0,0 0 0,-1 0 0,1 0 0,0 1 0,0-1 0,0 0 0,0 1 0,2-1 0,-2 1 0,-1 0 0,0 1 0,0-1 0,0 1 0,0-1 0,0 0 0,0 1 0,0 0 0,0-1 0,0 1 0,0 0 0,0 0 0,0-1 0,0 1 0,0 0 0,-1 0 0,1 0 0,0 0 0,-1 0 0,1 0 0,0 0 0,-1 0 0,0 0 0,1 0 0,-1 0 0,0 1 0,1-1 0,-1 0 0,0 0 0,0 0 0,0 2 0,3 17-98,-1 1 0,-2 0 0,-1 24 0,0-27-875,1 3-5853</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2.466"/>
    </inkml:context>
    <inkml:brush xml:id="br0">
      <inkml:brushProperty name="width" value="0.05" units="cm"/>
      <inkml:brushProperty name="height" value="0.05" units="cm"/>
    </inkml:brush>
  </inkml:definitions>
  <inkml:trace contextRef="#ctx0" brushRef="#br0">73 27 24575,'-2'-8'0,"-3"12"0,-5 14 0,0 18 0,2 1 0,-7 67 0,8 78 0,5-153 0,0-26 0,-2-18 0,0-23 0,1 1 0,2 0 0,2-1 0,1 1 0,9-50 0,-7 72 0,-1 1 0,2 0 0,8-20 0,-10 29 0,-1 0 0,1 0 0,0 0 0,0 1 0,0-1 0,1 1 0,-1 0 0,1 0 0,0 0 0,1 0 0,-1 1 0,6-4 0,-8 6 0,-1 0 0,1 0 0,-1 1 0,1-1 0,0 0 0,0 1 0,-1-1 0,1 1 0,0 0 0,0 0 0,0 0 0,0 0 0,-1 0 0,1 0 0,0 0 0,0 0 0,0 1 0,-1-1 0,4 2 0,-2-1 0,-1 1 0,1 0 0,-1-1 0,1 1 0,-1 0 0,0 0 0,0 0 0,0 1 0,0-1 0,0 0 0,2 3 0,-1 1 0,1 0 0,-1 0 0,-1 1 0,1-1 0,-1 1 0,0-1 0,0 1 0,-1 0 0,1 12 0,-2-11 29,0 0-1,-1-1 1,0 1-1,-1-1 0,0 1 1,0-1-1,0 1 1,-1-1-1,0 0 1,-1 0-1,-6 10 1,8-13-107,-1-1 0,1 1 1,-1-1-1,0 0 1,0 0-1,-1 0 1,1 0-1,-1-1 0,1 1 1,-1-1-1,0 0 1,0 0-1,0 0 1,0 0-1,0-1 0,0 0 1,0 0-1,0 0 1,-1 0-1,1 0 1,-7-1-1,-9-2-6748</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2.819"/>
    </inkml:context>
    <inkml:brush xml:id="br0">
      <inkml:brushProperty name="width" value="0.05" units="cm"/>
      <inkml:brushProperty name="height" value="0.05" units="cm"/>
    </inkml:brush>
  </inkml:definitions>
  <inkml:trace contextRef="#ctx0" brushRef="#br0">1 0 24575,'36'8'0,"-14"-2"0,4-1 0,0 0 0,0-2 0,1-1 0,-1-1 0,41-4 0,-67 3 0,1 0 0,0 0 0,-1 0 0,1 0 0,0 0 0,-1-1 0,1 1 0,0 0 0,-1 0 0,1 0 0,-1-1 0,1 1 0,0 0 0,-1-1 0,1 1 0,-1 0 0,1-1 0,-1 1 0,1-1 0,0 0 0,-8-6 0,-20-3 0,22 9 0,0 0 0,0 0 0,0 0 0,0 1 0,0 0 0,0 0 0,0 0 0,0 1 0,-6 1 0,9-1 0,0 0 0,0 0 0,0 0 0,0 0 0,0 0 0,1 1 0,-1-1 0,0 1 0,1-1 0,-1 1 0,1 0 0,-1 0 0,1-1 0,0 1 0,0 0 0,0 0 0,0 0 0,0 0 0,0 0 0,1 1 0,-1-1 0,0 4 0,-17 111 0,8-46 0,-16 114-1365,21-150-5461</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3.253"/>
    </inkml:context>
    <inkml:brush xml:id="br0">
      <inkml:brushProperty name="width" value="0.05" units="cm"/>
      <inkml:brushProperty name="height" value="0.05" units="cm"/>
    </inkml:brush>
  </inkml:definitions>
  <inkml:trace contextRef="#ctx0" brushRef="#br0">184 123 24575,'1'-3'0,"1"-1"0,-1 0 0,0 0 0,0 0 0,-1 1 0,1-1 0,-1 0 0,0 0 0,0 0 0,0 0 0,0 0 0,-1 0 0,1 0 0,-1 0 0,0 1 0,0-1 0,-1 0 0,1 0 0,-1 1 0,0-1 0,0 1 0,0 0 0,0-1 0,-1 1 0,1 0 0,-1 0 0,0 1 0,1-1 0,-1 0 0,-1 1 0,1 0 0,0 0 0,-1 0 0,1 0 0,-1 0 0,-3-1 0,4 3 0,1 0 0,0 0 0,0 0 0,-1 0 0,1 0 0,0 1 0,-1-1 0,1 1 0,0-1 0,0 1 0,0 0 0,0 0 0,0 0 0,0 0 0,0 0 0,0 0 0,0 1 0,0-1 0,0 1 0,1-1 0,-1 1 0,1-1 0,-1 1 0,1 0 0,-1 0 0,-1 3 0,-4 7 0,0 0 0,-10 26 0,16-37 0,-7 17 0,1 1 0,0 0 0,2 1 0,0-1 0,1 1 0,-2 34 0,5-53 0,1 0 0,0 0 0,0 0 0,0 0 0,0 1 0,0-1 0,0 0 0,1 0 0,-1 0 0,0 0 0,0 0 0,1 0 0,-1 0 0,1 0 0,-1 1 0,1-1 0,0-1 0,-1 1 0,1 0 0,0 0 0,-1 0 0,3 1 0,-2-1 0,0-1 0,0 0 0,0 0 0,0 0 0,0 0 0,0 0 0,0 0 0,0 0 0,0 0 0,0 0 0,0 0 0,1 0 0,-1-1 0,0 1 0,0 0 0,0-1 0,0 1 0,-1-1 0,2 0 0,6-4 0,-1 1 0,0-2 0,-1 1 0,10-11 0,-5 4 0,-1-1 0,0-1 0,-1 0 0,-1 0 0,-1 0 0,1-1 0,-2 0 0,6-21 0,-18 65 0,2 1 0,1 0 0,2 46 0,1-72 38,0 0 0,1 0 0,-1 0 0,1-1 0,0 1 0,0 0 0,0-1 0,2 5 0,-2-7-102,0 1 1,-1-1 0,1 0 0,0 0 0,0 0-1,0 0 1,-1 0 0,1 0 0,0-1 0,0 1-1,0 0 1,1 0 0,-1-1 0,0 1-1,0 0 1,0-1 0,0 1 0,1-1 0,-1 0-1,0 1 1,1-1 0,-1 0 0,0 0 0,1 0-1,-1 0 1,3 0 0,7-2-6763</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3.645"/>
    </inkml:context>
    <inkml:brush xml:id="br0">
      <inkml:brushProperty name="width" value="0.05" units="cm"/>
      <inkml:brushProperty name="height" value="0.05" units="cm"/>
    </inkml:brush>
  </inkml:definitions>
  <inkml:trace contextRef="#ctx0" brushRef="#br0">15 29 24575,'-2'-29'0,"-2"46"0,-2 47 0,3 193 0,4-263 0,1 1 0,0-1 0,0 0 0,0 0 0,1 1 0,0 0 0,0-1 0,0 1 0,5-6 0,-3 4 0,4-6 0,0 1 0,1 0 0,1 0 0,0 1 0,0 0 0,17-11 0,-23 19 0,0-1 0,-1 1 0,1 0 0,0 0 0,0 1 0,1 0 0,-1-1 0,1 2 0,-1-1 0,1 1 0,-1 0 0,1 0 0,0 0 0,-1 1 0,1 0 0,0 0 0,0 0 0,-1 1 0,1 0 0,6 2 0,-10-2 0,1 0 0,-1 0 0,1 0 0,-1 0 0,0 0 0,0 1 0,0-1 0,0 1 0,0 0 0,0 0 0,0 0 0,0 0 0,0 0 0,-1 0 0,1 0 0,-1 0 0,2 5 0,-2-4 0,0 1 0,0 0 0,0 0 0,0 0 0,-1 0 0,1 0 0,-1-1 0,0 1 0,-1 0 0,0 8 0,-1-4 0,0-1 0,-1 1 0,1 0 0,-1 0 0,-1-1 0,1 0 0,-2 0 0,1 0 0,-1 0 0,-9 11 0,6-11 0,1-1 0,-1 0 0,0 0 0,0-1 0,-1 0 0,-15 7 0,21-11 0,-1 1 0,0-1 0,1 0 0,-1 0 0,0 0 0,0 0 0,0 0 0,0-1 0,0 0 0,0 0 0,0 0 0,0 0 0,0-1 0,0 1 0,0-1 0,0 0 0,0 0 0,0-1 0,-3-1 0,5 1-65,0 1 0,0-1 0,0 0 0,0 0 0,0 0 0,1 0 0,-1 0 0,1 0 0,-1-1 0,1 1 0,0 0 0,0-1 0,0 1 0,0-1 0,1 1 0,-1-1 0,1 1 0,-1-1 0,1 0 0,0-3 0,0-15-6761</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3.876"/>
    </inkml:context>
    <inkml:brush xml:id="br0">
      <inkml:brushProperty name="width" value="0.05" units="cm"/>
      <inkml:brushProperty name="height" value="0.05" units="cm"/>
    </inkml:brush>
  </inkml:definitions>
  <inkml:trace contextRef="#ctx0" brushRef="#br0">316 7 24575,'7'-2'0,"3"-1"0,-4 2 0,-4 6 0,-5 8 0,-8 5 0,-5 8 0,-6 8 0,-6 6 0,-3 6 0,-3 4 0,-3 4 0,0-1 0,1-2 0,2-5 0,5-5 0,7-10-8191</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4.096"/>
    </inkml:context>
    <inkml:brush xml:id="br0">
      <inkml:brushProperty name="width" value="0.05" units="cm"/>
      <inkml:brushProperty name="height" value="0.05" units="cm"/>
    </inkml:brush>
  </inkml:definitions>
  <inkml:trace contextRef="#ctx0" brushRef="#br0">187 1 24575,'0'0'0,"-7"7"0,-5 5 0,-5 5 0,-2 4 0,0 4 0,1 2 0,0 6 0,2 5 0,1 5 0,0 5 0,-1 6 0,1-6-8191</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5.398"/>
    </inkml:context>
    <inkml:brush xml:id="br0">
      <inkml:brushProperty name="width" value="0.05" units="cm"/>
      <inkml:brushProperty name="height" value="0.05" units="cm"/>
    </inkml:brush>
  </inkml:definitions>
  <inkml:trace contextRef="#ctx0" brushRef="#br0">277 79 24575,'0'-2'0,"0"-4"0,-1 0 0,2-1 0,-1 1 0,1-1 0,0 1 0,0 0 0,0 0 0,1 0 0,3-8 0,-5 13 0,0 1 0,0 0 0,0 0 0,1-1 0,-1 1 0,0 0 0,0-1 0,0 1 0,0 0 0,0 0 0,1-1 0,-1 1 0,0 0 0,0 0 0,1-1 0,-1 1 0,0 0 0,0 0 0,1 0 0,-1 0 0,0-1 0,0 1 0,1 0 0,-1 0 0,0 0 0,1 0 0,-1 0 0,0 0 0,1 0 0,-1 0 0,0 0 0,0 0 0,1 0 0,-1 0 0,0 0 0,1 0 0,-1 0 0,0 0 0,1 0 0,-1 0 0,0 0 0,1 0 0,-1 1 0,0-1 0,0 0 0,1 0 0,-1 0 0,0 0 0,0 1 0,1-1 0,-1 0 0,0 0 0,0 1 0,0-1 0,0 0 0,1 0 0,-1 1 0,0-1 0,0 0 0,0 1 0,0-1 0,0 0 0,0 1 0,1-1 0,6 25 0,3 29 0,-3 1 0,-3 0 0,-2 61 0,-6-25 0,-19 101 0,13-138 0,-2-1 0,-2 0 0,-32 74 0,15-59 0,-77 127 0,85-160 0,11-19 0,2 0 0,0 1 0,0 0 0,-7 21 0,17-37 0,-1 0 0,1 0 0,0 0 0,-1 0 0,1 0 0,0 0 0,0 0 0,0 0 0,0 0 0,0 0 0,0 0 0,0-1 0,0 1 0,0 0 0,0 0 0,0 0 0,1 0 0,-1 0 0,0 0 0,1 0 0,-1 0 0,1 0 0,-1-1 0,1 1 0,-1 0 0,1 0 0,-1-1 0,1 1 0,0 0 0,-1-1 0,1 1 0,0 0 0,0-1 0,0 1 0,-1-1 0,1 0 0,0 1 0,0-1 0,0 0 0,0 1 0,0-1 0,2 0 0,4 1 0,1 0 0,-1 0 0,0-1 0,13-1 0,-14 0 0,267-31 0,-129 12 0,739-69-1176,5 26-1090,131-12 773,-970 71 1575,-15 2 202,0-1 0,48-12 0,-69 10 2,-12 0 1124,-2 4-1412,0 0 1,0 0 0,0 1 0,0-1-1,0 0 1,-1 1 0,1-1 0,0 1-1,-1 0 1,1-1 0,-3 1 0,-16-4-5870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5.627"/>
    </inkml:context>
    <inkml:brush xml:id="br0">
      <inkml:brushProperty name="width" value="0.05" units="cm"/>
      <inkml:brushProperty name="height" value="0.05" units="cm"/>
    </inkml:brush>
  </inkml:definitions>
  <inkml:trace contextRef="#ctx0" brushRef="#br0">197 86 24575,'0'-4'0,"-1"-1"0,0 0 0,0 1 0,0-1 0,0 1 0,-1 0 0,-3-7 0,3 8 0,1-1 0,-1 1 0,1-1 0,0 0 0,-1 1 0,2-1 0,-1 0 0,0 0 0,1-7 0,14 30 0,-9-10 0,0 1 0,-1-1 0,0 1 0,0 0 0,-1 0 0,0 0 0,-1 0 0,0 1 0,-1-1 0,0 0 0,-1 1 0,0-1 0,0 1 0,-1-1 0,0 1 0,-1-1 0,-6 21 0,1-15 0,0 1 0,0-1 0,-2 0 0,0 0 0,-1-1 0,0-1 0,-1 0 0,-1 0 0,-24 21 0,-11 5-1365,3-7-5461</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6.876"/>
    </inkml:context>
    <inkml:brush xml:id="br0">
      <inkml:brushProperty name="width" value="0.05" units="cm"/>
      <inkml:brushProperty name="height" value="0.05" units="cm"/>
    </inkml:brush>
  </inkml:definitions>
  <inkml:trace contextRef="#ctx0" brushRef="#br0">740 184 24575,'0'-1'0,"1"0"0,-1 0 0,1 0 0,-1 0 0,1 0 0,-1 0 0,1 0 0,0 0 0,-1 0 0,1 0 0,0 1 0,0-1 0,-1 0 0,1 1 0,0-1 0,0 1 0,0-1 0,0 0 0,0 1 0,1-1 0,-1 1 0,0 0 0,-1 1 0,1-1 0,0 0 0,-1 0 0,1 0 0,0 1 0,-1-1 0,1 0 0,0 1 0,-1-1 0,1 1 0,0-1 0,-1 0 0,1 1 0,-1-1 0,1 1 0,-1 0 0,1-1 0,-1 1 0,1 1 0,2 3 0,0 0 0,-1 1 0,1 0 0,-1-1 0,2 11 0,9 57 0,6 117 0,-14 79 0,-5-249 0,-5 229-529,-58 398 0,25-434 176,-9-2 0,-85 235 1,92-341 402,-90 164 0,126-262 50,2-3 60,0 0 0,0 0 0,0 0 0,0 0 0,1 0 0,-2 7 1,3-10-135,0-1 1,0 1-1,0 0 1,0-1-1,0 1 1,0 0-1,0-1 1,0 1-1,0-1 1,0 1-1,1 0 1,-1-1-1,0 1 1,0-1 0,1 1-1,-1-1 1,0 1-1,1-1 1,-1 1-1,1 0 1,0 0-9,1-1 0,-1 1 1,0 0-1,0-1 0,1 1 1,-1-1-1,0 1 1,1-1-1,-1 0 0,0 0 1,1 1-1,1-1 0,43 0-18,68-7 0,-52 2 0,1565-66-2743,-1411 64 2635,1693-23-2333,-2 38 2022,-1809-7 446,451-4-786,-518 2 1260,0-1 0,54-11 0,-80 12-337,-1 0 0,0-1 0,0 1 0,0-1-1,0 0 1,0 0 0,6-4 0,-10 5-107,1 1 0,0-1 0,-1 1 0,1-1 0,0 0-1,-1 0 1,1 1 0,-1-1 0,1 0 0,-1 0 0,0 0 0,1 0 0,-1 1 0,0-1 0,0 0 0,1 0 0,-1 0 0,0 0 0,0 0 0,0 0 0,0 0 0,0 0 0,0 0 0,0 0 0,-1 0 0,1 1 0,0-1 0,0 0 0,-1 0 0,1 0 0,-1 0 0,1 0 0,-1 1 0,1-1 0,-1 0-1,1 0 1,-1 1 0,1-1 0,-2-1 0,-6-6 56,0 0 0,-1 1 0,0 0-1,0 0 1,-11-6 0,-57-28 464,41 22-480,9 5-97,-17-8 0,1-2 0,-79-59 0,111 73 0,0 1 0,1-2 0,-1 0 0,2 0 0,0 0 0,0-1 0,1-1 0,1 1 0,0-1 0,1-1 0,0 1 0,1-1 0,0 0 0,-4-24 0,6 11 0,1 0 0,1 0 0,2 0 0,0 0 0,2 1 0,6-30 0,51-157 0,79-139-170,23 8-183,-100 215 219,42-85 10,50-104 115,-21-7 11,-128 311 16,4-10 196,8-36 1,-16 55-189,1-1 1,-2 0-1,1 0 0,-1 0 0,1 1 0,-2-1 1,1 0-1,-1 0 0,1 0 0,-2 1 1,1-1-1,-3-6 0,3 9-26,-1 1 0,0-1 0,0 0 0,0 1 0,0 0 0,-1-1 0,1 1 0,-1 0 0,1 0 0,-1 0 0,0 0 0,1 1 0,-1-1 0,0 1 0,0 0 0,0-1 0,0 2 0,-1-1 0,1 0 0,-5 0 0,-8-1 0,1 1 0,0 1 0,-16 1 0,25-1 0,-241 25 0,80-6 0,-1283 62-2261,707-49 852,-1609 144-3361,914-59 2881,1303-107 2328,-513 23 5504,635-33-5703,7 0-4,0 0 0,0 0 0,0 0 0,0-1 0,0 0 0,0 0 0,0 0 0,-7-3-1,13 4-261,-1 0 0,1-1 0,0 1 0,0 0 0,-1 0 0,1 0 0,0-1 0,-1 1 0,1 0-1,0 0 1,0 0 0,-1-1 0,1 1 0,0 0 0,0-1 0,0 1 0,-1 0 0,1-1 0,0 1-1,0 0 1,0-1 0,0 1 0,0 0 0,0-1 0,0 1 0,-1 0 0,1-1 0,0 1 0,0-1-1,6-8-5797</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7.532"/>
    </inkml:context>
    <inkml:brush xml:id="br0">
      <inkml:brushProperty name="width" value="0.05" units="cm"/>
      <inkml:brushProperty name="height" value="0.05" units="cm"/>
    </inkml:brush>
  </inkml:definitions>
  <inkml:trace contextRef="#ctx0" brushRef="#br0">338 388 24575,'9'-5'0,"-1"-1"0,0 1 0,0-2 0,0 1 0,-1-1 0,0 0 0,0-1 0,0 1 0,-1-1 0,0-1 0,-1 1 0,0-1 0,0 0 0,4-14 0,-5 13 0,0 0 0,-1-1 0,0 0 0,-1 0 0,0 0 0,-1 0 0,0 0 0,-1 0 0,0 0 0,0 0 0,-1 0 0,-5-21 0,4 27 0,0 0 0,0-1 0,0 1 0,-1 0 0,1 0 0,-1 0 0,-1 0 0,1 1 0,-1-1 0,1 1 0,-1 0 0,-1 0 0,1 0 0,0 1 0,-7-4 0,4 3 0,0 0 0,-1 1 0,0 0 0,1 0 0,-1 1 0,0 0 0,0 0 0,-1 1 0,-13-1 0,8 2 0,1 1 0,-1 0 0,1 1 0,-1 0 0,1 1 0,0 0 0,0 1 0,0 1 0,1 0 0,0 0 0,0 2 0,-19 11 0,26-14 0,-1 1 0,1 0 0,0 0 0,0 0 0,1 0 0,-1 1 0,1-1 0,0 1 0,1 0 0,-1 1 0,1-1 0,0 1 0,1-1 0,-3 10 0,4-8 0,0-1 0,0 1 0,1 0 0,0 0 0,0 0 0,1 0 0,0 0 0,0 0 0,1 0 0,0-1 0,0 1 0,6 11 0,5 6 0,0 1 0,2-2 0,0 0 0,32 36 0,87 81 0,-65-72 0,-49-48 0,68 77 0,-81-89 0,0 0 0,-1 1 0,0 0 0,-1 0 0,0 1 0,0 0 0,-1 0 0,5 20 0,-9-27 0,1 1 0,-1-1 0,0 1 0,0 0 0,-1-1 0,1 0 0,-1 1 0,0-1 0,0 1 0,-1-1 0,1 0 0,-1 0 0,0 1 0,0-1 0,-1-1 0,1 1 0,-1 0 0,1-1 0,-1 1 0,0-1 0,-1 0 0,1 0 0,0 0 0,-6 4 0,-6 2 0,1 0 0,-1-1 0,-1 0 0,0-2 0,-17 6 0,-3 0 0,0-2 0,-56 8 0,76-16 0,-1 0 0,0-1 0,1-1 0,-1-1 0,0 0 0,0-1 0,-31-8 0,45 9-37,0 0 0,1 0 1,-1 0-1,0 0 0,1 0 0,-1 0 0,1 0 0,-1-1 0,1 0 0,0 1 0,0-1 0,0 0 1,0 0-1,0 0 0,0 0 0,0 0 0,0-1 0,1 1 0,-1 0 0,1-1 0,0 1 0,0-1 1,0 0-1,0 1 0,0-1 0,1 0 0,-1 0 0,1 1 0,-1-1 0,1 0 0,0 0 0,0 0 1,1 1-1,-1-1 0,0 0 0,2-3 0,6-18-6789</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7.800"/>
    </inkml:context>
    <inkml:brush xml:id="br0">
      <inkml:brushProperty name="width" value="0.05" units="cm"/>
      <inkml:brushProperty name="height" value="0.05" units="cm"/>
    </inkml:brush>
  </inkml:definitions>
  <inkml:trace contextRef="#ctx0" brushRef="#br0">1 1 24575,'7'2'0,"3"4"0,-1 5 0,-2 5 0,-2 5 0,-1 4 0,-3 3 0,0 0 0,-1 4 0,0 0 0,-1-2 0,1-2 0,0-3 0,-1-2 0,1-3-8191</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8"/>
    </inkml:context>
    <inkml:brush xml:id="br0">
      <inkml:brushProperty name="width" value="0.05" units="cm"/>
      <inkml:brushProperty name="height" value="0.05" units="cm"/>
    </inkml:brush>
  </inkml:definitions>
  <inkml:trace contextRef="#ctx0" brushRef="#br0">12 71 24575,'0'-4'0,"-3"-8"0,0-5 0,0-2 0,0 1-8191</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8.393"/>
    </inkml:context>
    <inkml:brush xml:id="br0">
      <inkml:brushProperty name="width" value="0.05" units="cm"/>
      <inkml:brushProperty name="height" value="0.05" units="cm"/>
    </inkml:brush>
  </inkml:definitions>
  <inkml:trace contextRef="#ctx0" brushRef="#br0">1 17 24575,'0'4'0,"1"0"0,0 1 0,0-1 0,1 0 0,-1 0 0,1 0 0,0 0 0,3 7 0,7 12 0,-5 0 0,0 1 0,6 35 0,-12-50 0,1 0 0,-2 0 0,0 1 0,0-1 0,0 0 0,-1 0 0,0 1 0,-1-1 0,-5 14 0,7-22 0,0-1 0,0 1 0,0-1 0,0 0 0,0 1 0,0-1 0,0 1 0,0-1 0,0 0 0,0 1 0,-1-1 0,1 1 0,0-1 0,0 0 0,-1 1 0,1-1 0,0 0 0,0 1 0,-1-1 0,1 0 0,0 1 0,-1-1 0,1 0 0,0 0 0,-1 1 0,1-1 0,-1 0 0,1 0 0,0 0 0,-1 0 0,1 1 0,-1-1 0,1 0 0,0 0 0,-1 0 0,1 0 0,-1 0 0,0 0 0,1-1 0,-1 0 0,1 0 0,-1 1 0,1-1 0,0 0 0,-1 0 0,1 0 0,0 0 0,0 0 0,-1 0 0,1 0 0,0 0 0,0 0 0,0 1 0,0-1 0,0 0 0,0 0 0,1-1 0,3-22 0,2 1 0,0 1 0,2-1 0,0 1 0,1 1 0,1 0 0,2 0 0,15-22 0,-19 31 0,0 1 0,12-12 0,-18 21 0,0 0 0,-1 0 0,1 0 0,0 1 0,0-1 0,0 1 0,0-1 0,0 1 0,0 0 0,1 0 0,-1 0 0,0 0 0,1 0 0,-1 0 0,1 1 0,-1-1 0,0 1 0,1-1 0,-1 1 0,1 0 0,2 0 0,-3 1 0,-1 0 0,1 0 0,0 0 0,-1 0 0,1 0 0,-1 1 0,1-1 0,-1 0 0,0 1 0,1-1 0,-1 1 0,0-1 0,0 1 0,0 0 0,0-1 0,-1 1 0,1 0 0,0 0 0,-1 0 0,1-1 0,-1 1 0,1 3 0,4 47 0,-5-46 0,0 38 0,-1-30 0,1 0 0,0 0 0,3 14 0,-3-27 0,0-1 0,0 1 0,0-1 0,0 0 0,0 1 0,0-1 0,0 1 0,0-1 0,0 1 0,0-1 0,1 0 0,-1 1 0,0-1 0,0 1 0,0-1 0,1 0 0,-1 1 0,0-1 0,1 0 0,-1 1 0,0-1 0,1 0 0,-1 1 0,0-1 0,1 0 0,-1 0 0,0 0 0,1 1 0,-1-1 0,1 0 0,10-8 0,11-26 0,-19 28 0,8-14 0,20-30 0,-29 46 0,1 1 0,0-1 0,0 1 0,0 0 0,0 0 0,0 0 0,1 0 0,-1 1 0,9-5 0,-11 6 0,0 1 0,0 0 0,0-1 0,1 1 0,-1 0 0,0 0 0,0 0 0,1 0 0,-1 0 0,0 0 0,0 0 0,0 1 0,1-1 0,-1 0 0,0 1 0,0-1 0,0 1 0,0-1 0,0 1 0,0-1 0,0 1 0,0 0 0,0 0 0,0-1 0,0 1 0,0 0 0,0 0 0,0 0 0,-1 0 0,1 0 0,0 0 0,-1 0 0,1 0 0,-1 0 0,1 0 0,-1 1 0,1 0 0,2 7 0,0 0 0,0 1 0,2 14 0,-4-19 0,11 37-1365,-5-27-5461</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8.793"/>
    </inkml:context>
    <inkml:brush xml:id="br0">
      <inkml:brushProperty name="width" value="0.05" units="cm"/>
      <inkml:brushProperty name="height" value="0.05" units="cm"/>
    </inkml:brush>
  </inkml:definitions>
  <inkml:trace contextRef="#ctx0" brushRef="#br0">67 73 24575,'-2'-21'0,"-1"17"0,0 14 0,1 3 0,0 1 0,2-1 0,0 1 0,3 25 0,14 58 0,-6-39 0,-3-18 0,-3-11 0,5 59 0,-10-86 0,1-1 0,-1 0 0,0 1 0,0-1 0,-1 1 0,1-1 0,0 0 0,0 1 0,-1-1 0,1 1 0,-1-1 0,1 0 0,-1 1 0,1-1 0,-1 0 0,-1 2 0,1-2 0,1-1 0,-1 0 0,0 1 0,1-1 0,-1 0 0,1 0 0,-1 0 0,0 0 0,1 1 0,-1-1 0,1 0 0,-1 0 0,0 0 0,1 0 0,-1 0 0,1-1 0,-1 1 0,0 0 0,1 0 0,-1 0 0,1 0 0,-1-1 0,0 1 0,1 0 0,-2-1 0,-2-2 0,0 0 0,0 0 0,0-1 0,0 0 0,1 1 0,-1-1 0,-3-6 0,-1-3 0,1 0 0,1 0 0,0 0 0,1-1 0,0 0 0,1 0 0,1-1 0,0 1 0,1 0 0,0-1 0,1 0 0,2-21 0,0 17 0,0 0 0,2 1 0,1-1 0,0 1 0,1 0 0,1 0 0,1 0 0,0 1 0,13-21 0,-17 33 0,1-1 0,0 1 0,0 0 0,1 0 0,-1 0 0,11-7 0,-15 12 0,1-1 0,0 0 0,1 1 0,-1-1 0,0 1 0,0-1 0,0 1 0,0-1 0,0 1 0,0 0 0,1 0 0,-1-1 0,0 1 0,0 0 0,0 0 0,1 0 0,1 1 0,-2-1 0,0 1 0,0 0 0,0-1 0,0 1 0,0 0 0,0 0 0,0 0 0,0-1 0,0 1 0,-1 0 0,1 0 0,0 0 0,-1 0 0,1 1 0,0-1 0,-1 0 0,0 0 0,1 0 0,-1 0 0,0 1 0,1 1 0,1 7-72,-1 1 1,0-1-1,-1 1 0,0-1 0,-1 1 0,0-1 0,-1 1 0,0-1 1,0 0-1,-1 0 0,0 0 0,-1 0 0,0 0 0,-1-1 0,0 1 1,0-1-1,-1-1 0,-9 12 0,-1-3-6754</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9.016"/>
    </inkml:context>
    <inkml:brush xml:id="br0">
      <inkml:brushProperty name="width" value="0.05" units="cm"/>
      <inkml:brushProperty name="height" value="0.05" units="cm"/>
    </inkml:brush>
  </inkml:definitions>
  <inkml:trace contextRef="#ctx0" brushRef="#br0">44 0 24575,'0'0'0,"-5"5"0,-1 6 0,0 6 0,-1 7 0,0 7 0,2 6 0,1 2 0,2 6 0,1 1 0,1 1 0,0-1 0,0-1 0,3-4 0,0-3 0,0-9-8191</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9.364"/>
    </inkml:context>
    <inkml:brush xml:id="br0">
      <inkml:brushProperty name="width" value="0.05" units="cm"/>
      <inkml:brushProperty name="height" value="0.05" units="cm"/>
    </inkml:brush>
  </inkml:definitions>
  <inkml:trace contextRef="#ctx0" brushRef="#br0">21 220 24575,'-4'-7'0,"1"2"0,1 0 0,0 1 0,0-1 0,0 0 0,0 0 0,-1-10 0,3 13 0,0 0 0,0 0 0,0 0 0,1 0 0,-1 0 0,1 0 0,-1 0 0,1 0 0,0 1 0,-1-1 0,1 0 0,0 0 0,0 1 0,1-1 0,-1 1 0,0-1 0,0 1 0,1-1 0,-1 1 0,1 0 0,-1-1 0,3 0 0,28-21 0,-20 17 0,-2-2 0,1 1 0,-1-1 0,0-1 0,-1 0 0,13-16 0,-21 24 0,0 0 0,0 0 0,0-1 0,-1 1 0,1 0 0,0-1 0,-1 1 0,1 0 0,-1-1 0,0 1 0,1-1 0,-1 1 0,0 0 0,0-1 0,0-1 0,0 2 0,0 1 0,-1-1 0,1 1 0,0-1 0,0 1 0,-1-1 0,1 1 0,0-1 0,-1 1 0,1-1 0,0 1 0,-1-1 0,1 1 0,-1-1 0,1 1 0,-1 0 0,1-1 0,-1 1 0,1 0 0,-1 0 0,1-1 0,-1 1 0,1 0 0,-1 0 0,0 0 0,-2-1 0,0 1 0,1 0 0,-1 0 0,1 0 0,-1 0 0,0 1 0,1-1 0,-1 1 0,1 0 0,-1-1 0,1 1 0,-1 0 0,1 1 0,-5 1 0,1 2 29,-1 1-1,1-1 1,1 1-1,-1 0 0,1 0 1,0 0-1,0 1 1,1-1-1,0 1 1,0 1-1,-4 10 1,6-14-111,1 0 1,-1 1 0,1-1 0,0 1-1,0-1 1,0 1 0,1 0-1,-1-1 1,1 1 0,0 0 0,1-1-1,-1 1 1,1 0 0,0-1 0,0 1-1,0-1 1,1 1 0,0-1 0,-1 0-1,6 9 1,2-2-6745</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09.666"/>
    </inkml:context>
    <inkml:brush xml:id="br0">
      <inkml:brushProperty name="width" value="0.05" units="cm"/>
      <inkml:brushProperty name="height" value="0.05" units="cm"/>
    </inkml:brush>
  </inkml:definitions>
  <inkml:trace contextRef="#ctx0" brushRef="#br0">237 307 24575,'-3'-30'0,"-1"1"0,-17-55 0,15 66 0,0 0 0,-2 0 0,0 1 0,-1 0 0,-16-23 0,23 36 0,-1 1 0,1 0 0,-1 0 0,0 1 0,0-1 0,0 0 0,0 1 0,0 0 0,0 0 0,-1 0 0,-5-3 0,7 5 0,1-1 0,-1 1 0,0 0 0,0-1 0,1 1 0,-1 0 0,0 0 0,1 0 0,-1 1 0,0-1 0,1 0 0,-1 1 0,0-1 0,1 1 0,-1-1 0,1 1 0,-1 0 0,0-1 0,1 1 0,0 0 0,-1 0 0,1 0 0,0 0 0,-1 1 0,1-1 0,0 0 0,0 0 0,-2 3 0,-2 5 0,-1 0 0,1 0 0,0 1 0,1-1 0,0 1 0,0 0 0,1 1 0,-2 13 0,-9 93 0,9 0-1,14 163 1,33 120-385,5 73-1344,-45-431-4347</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10.648"/>
    </inkml:context>
    <inkml:brush xml:id="br0">
      <inkml:brushProperty name="width" value="0.05" units="cm"/>
      <inkml:brushProperty name="height" value="0.05" units="cm"/>
    </inkml:brush>
  </inkml:definitions>
  <inkml:trace contextRef="#ctx0" brushRef="#br0">1 207 24575,'16'-6'0,"1"0"0,0 2 0,0 0 0,0 1 0,0 0 0,1 2 0,23 0 0,14-2 0,-45 2 0,112-15 0,-110 14 0,0-1 0,1-1 0,-1 0 0,0-1 0,-1 0 0,1 0 0,15-11 0,-25 13 0,1 1 0,-1 0 0,0-1 0,0 1 0,0-1 0,0 0 0,2-5 0,-3 8 0,-1-1 0,1 1 0,-1-1 0,0 0 0,1 1 0,-1-1 0,0 0 0,1 1 0,-1-1 0,0 0 0,0 1 0,0-1 0,0 0 0,0 1 0,1-1 0,-1 0 0,-1 0 0,1 1 0,0-1 0,0 0 0,0 1 0,0-1 0,0 0 0,-1 0 0,1 1 0,0-1 0,0 1 0,-1-1 0,1 0 0,-1 1 0,1-1 0,-1 1 0,1-1 0,0 1 0,-1-1 0,0 1 0,1-1 0,-1 1 0,1-1 0,-2 1 0,1-1 0,0 1 0,-1 0 0,1 0 0,0 0 0,-1 0 0,1 0 0,0 1 0,-1-1 0,1 0 0,0 1 0,-1-1 0,1 1 0,0-1 0,0 1 0,0-1 0,-1 1 0,1 0 0,0 0 0,0 0 0,0-1 0,0 1 0,0 0 0,0 0 0,1 0 0,-1 0 0,0 1 0,0-1 0,1 0 0,-2 2 0,-18 38 0,19-38 0,-5 12 0,1-1 0,1 1 0,-5 30 0,8-40 0,0 1 0,1-1 0,0 0 0,0 1 0,0-1 0,1 0 0,-1 1 0,1-1 0,1 0 0,-1 0 0,1 1 0,0-1 0,0 0 0,0-1 0,3 6 0,-4-9 0,0 0 0,0 1 0,0-1 0,-1 0 0,1 0 0,0 0 0,1 0 0,-1 0 0,0-1 0,0 1 0,0 0 0,0 0 0,1-1 0,-1 1 0,0-1 0,1 1 0,-1-1 0,0 1 0,1-1 0,-1 0 0,1 0 0,-1 0 0,3 0 0,-2 0 0,1-1 0,-1 0 0,0 0 0,0 0 0,0 0 0,0 0 0,0 0 0,0 0 0,0-1 0,0 1 0,0-1 0,-1 0 0,3-1 0,2-5 0,0 0 0,0-1 0,-1 1 0,0-1 0,5-14 0,6-22 0,-11 29 0,0 0 0,1 1 0,1 0 0,14-25 0,-18 36 0,0 1 0,-1-1 0,1 1 0,1 0 0,-1 0 0,0 0 0,1 0 0,-1 0 0,1 1 0,0 0 0,0-1 0,0 1 0,0 1 0,0-1 0,0 1 0,1 0 0,-1 0 0,1 0 0,-1 0 0,0 1 0,1-1 0,5 2 0,-5-1 0,-1 1 0,0-1 0,0 2 0,0-1 0,0 0 0,0 1 0,0-1 0,0 1 0,0 0 0,0 1 0,-1-1 0,1 0 0,-1 1 0,0 0 0,0 0 0,0 0 0,0 0 0,0 1 0,-1-1 0,0 1 0,1-1 0,1 5 0,1 2 0,-1 0 0,0 0 0,0 0 0,-1 1 0,0-1 0,-1 1 0,2 16 0,-4-25 0,0 0 0,0 0 0,0-1 0,0 1 0,0 0 0,-1-1 0,1 1 0,0 0 0,-1-1 0,1 1 0,-2 2 0,-2-5 0,1-11 0,2 3 0,1 1 0,0-1 0,1 1 0,0-1 0,0 1 0,1-1 0,0 1 0,1 0 0,0 0 0,5-11 0,-3 8 0,1 0 0,0 0 0,1 1 0,0-1 0,0 2 0,15-16 0,-20 24 0,-1-1 0,1 1 0,-1-1 0,1 1 0,0-1 0,0 1 0,0 0 0,0 0 0,0 0 0,0 0 0,0 0 0,0 0 0,0 1 0,0-1 0,1 1 0,-1-1 0,0 1 0,0 0 0,1 0 0,-1 0 0,4 1 0,-4 0 0,1 0 0,-1 0 0,0 0 0,0 0 0,0 1 0,0-1 0,-1 1 0,1-1 0,0 1 0,-1 0 0,1 0 0,-1 0 0,1 0 0,-1 0 0,0 0 0,0 0 0,0 0 0,0 0 0,0 0 0,0 4 0,5 14 0,-2 1 0,5 40 0,-8-52 0,-1-8 0,-1 0 0,1 0 0,1 0 0,-1 1 0,0-1 0,0 0 0,0 0 0,0 0 0,1 0 0,-1 0 0,1 0 0,-1 0 0,1 0 0,-1 0 0,1 0 0,-1-1 0,1 1 0,0 0 0,-1 0 0,1 0 0,0-1 0,0 1 0,1 1 0,-1-2 0,0 0 0,0 0 0,0 0 0,0 0 0,0 0 0,0 0 0,0-1 0,0 1 0,0 0 0,0 0 0,0-1 0,0 1 0,0-1 0,0 1 0,0-1 0,0 1 0,0-1 0,0 0 0,0 0 0,6-5 0,-1 0 0,1 0 0,-2-1 0,7-8 0,12-21 0,-16 23 0,0 1 0,0 0 0,2 0 0,17-17 0,-26 28 0,-1 0 0,1 0 0,-1 1 0,1-1 0,0 1 0,-1-1 0,1 0 0,0 1 0,-1-1 0,1 1 0,0 0 0,0-1 0,0 1 0,-1 0 0,1-1 0,0 1 0,0 0 0,0 0 0,0 0 0,0 0 0,0 0 0,-1 0 0,1 0 0,0 0 0,0 0 0,0 0 0,0 0 0,0 0 0,0 1 0,-1-1 0,1 0 0,0 1 0,0-1 0,0 1 0,-1-1 0,1 1 0,0-1 0,-1 1 0,1-1 0,0 1 0,-1 0 0,1-1 0,-1 1 0,1 0 0,-1-1 0,1 1 0,-1 0 0,1 0 0,-1 0 0,0-1 0,1 1 0,-1 0 0,0 0 0,0 0 0,0 0 0,0 1 0,2 7 0,0 0 0,-1 0 0,1 18 0,-2-19 0,0 0 0,0-1 0,0 0 0,1 0 0,0 1 0,4 13 0,-5-20 0,1 0 0,-1 1 0,1-1 0,0 0 0,-1 0 0,1 0 0,0 0 0,0 0 0,0 0 0,0 0 0,0 0 0,0 0 0,0 0 0,0-1 0,0 1 0,0 0 0,0-1 0,0 1 0,1-1 0,-1 1 0,0-1 0,0 0 0,1 1 0,-1-1 0,0 0 0,1 0 0,-1 0 0,0 0 0,1 0 0,-1 0 0,0 0 0,1 0 0,-1-1 0,0 1 0,0 0 0,1-1 0,-1 1 0,0-1 0,0 0 0,2 0 0,20-9 0,-8 3 0,0 0 0,19-4 0,-31 10 0,1 0 0,-1 0 0,1 1 0,-1-1 0,1 1 0,0 0 0,-1 0 0,1 0 0,-1 1 0,1-1 0,-1 1 0,1 0 0,-1 0 0,1 0 0,4 2 0,-6-2-97,-1 0-1,1 0 1,-1 1-1,1-1 1,-1 0-1,0 0 1,0 1-1,0-1 1,0 1-1,0-1 1,0 1-1,0 0 0,1 2 1,3 10-6729</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11.567"/>
    </inkml:context>
    <inkml:brush xml:id="br0">
      <inkml:brushProperty name="width" value="0.05" units="cm"/>
      <inkml:brushProperty name="height" value="0.05" units="cm"/>
    </inkml:brush>
  </inkml:definitions>
  <inkml:trace contextRef="#ctx0" brushRef="#br0">11 0 24575,'-2'0'0,"-1"5"0,0 4 0,0 5 0,4 7 0,1 5 0,0 8 0,1 5 0,-2 3 0,1 4 0,-2 1 0,1-7-8191</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12.125"/>
    </inkml:context>
    <inkml:brush xml:id="br0">
      <inkml:brushProperty name="width" value="0.05" units="cm"/>
      <inkml:brushProperty name="height" value="0.05" units="cm"/>
    </inkml:brush>
  </inkml:definitions>
  <inkml:trace contextRef="#ctx0" brushRef="#br0">338 276 24575,'0'-1'0,"-1"0"0,1 0 0,-1 0 0,1 0 0,0 0 0,-1 0 0,1 0 0,0 0 0,0-1 0,0 1 0,0 0 0,0 0 0,0 0 0,0 0 0,0 0 0,0 0 0,0-1 0,1 1 0,-1 0 0,0 0 0,1 0 0,-1 0 0,1 0 0,-1 0 0,1 0 0,1-1 0,1-1 0,0 1 0,1 0 0,-1 0 0,1 0 0,-1 0 0,1 0 0,5-1 0,33-10 0,1 2 0,0 1 0,1 3 0,48-3 0,-60 7 0,949-53-2776,-554 39 1994,-401 16 779,483-28-828,-7-27 376,-487 54 672,48-10 2627,-71 14-2499,0 1 0,1 1 1,-1 0-1,-10 7 0,13-6-341,-1 0 0,1 1-1,0 0 1,1 0 0,0 0 0,0 0-1,0 1 1,1 0 0,-1 0-1,2 0 1,-1 0 0,1 0-1,0 0 1,0 1 0,1-1-1,0 1 1,1-1 0,-1 1-1,2 13 1,3 11-7,1 0 1,1-1-1,14 44 1,-4-21-2,-14-46 4,-1-1 0,1 1 0,-1 0 0,0 0 0,-1-1 0,0 14 0,-1-18 0,1 0 0,-1 0 0,0 0 0,0-1 0,0 1 0,0 0 0,-1 0 0,1 0 0,-1-1 0,1 1 0,-1-1 0,0 1 0,0-1 0,0 0 0,-1 0 0,1 0 0,0 0 0,-1 0 0,-3 2 0,-6 2 0,1 0 0,-1-1 0,-1 0 0,1-1 0,-22 5 0,-68 5 0,81-12 0,-591 18-764,473-21 688,-1213 22-1558,579 27 1409,758-46-589</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12.516"/>
    </inkml:context>
    <inkml:brush xml:id="br0">
      <inkml:brushProperty name="width" value="0.05" units="cm"/>
      <inkml:brushProperty name="height" value="0.05" units="cm"/>
    </inkml:brush>
  </inkml:definitions>
  <inkml:trace contextRef="#ctx0" brushRef="#br0">0 9 24575,'2'-2'0,"4"-1"0,3 0 0,-1 3 0,0 3 0,-1 7 0,0 4 0,-2 4 0,0 4 0,1 3 0,-2 2 0,-2 1 0,0 3 0,-1-1 0,-1-2 0,2 0 0,1-2 0,0-6-8191</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13.222"/>
    </inkml:context>
    <inkml:brush xml:id="br0">
      <inkml:brushProperty name="width" value="0.05" units="cm"/>
      <inkml:brushProperty name="height" value="0.05" units="cm"/>
    </inkml:brush>
  </inkml:definitions>
  <inkml:trace contextRef="#ctx0" brushRef="#br0">87 228 24575,'-4'-8'0,"1"-1"0,0 1 0,0 0 0,1-1 0,0 1 0,0-1 0,1 0 0,0-14 0,1 21 0,1 1 0,-1-1 0,1 0 0,0 1 0,-1 0 0,1-1 0,0 1 0,0-1 0,0 1 0,0 0 0,0 0 0,0-1 0,1 1 0,-1 0 0,0 0 0,0 0 0,1 0 0,-1 0 0,1 1 0,-1-1 0,1 0 0,-1 1 0,1-1 0,3 0 0,4-1 0,1 0 0,0 1 0,11-1 0,-10 1 0,499-16-513,-326 15 403,467-14-2436,870-36 2234,-1316 44-277,-170 6 837,-23 0 127,-1 1 0,1 1 0,-1 0 0,1 1 0,16 3 0,-28-4-355,1 0-1,-1 0 0,0 0 1,1 0-1,-1 0 0,1 1 1,-1-1-1,0 0 0,1 0 1,-1 1-1,1-1 1,-1 0-1,0 0 0,1 1 1,-1-1-1,0 0 0,0 1 1,1-1-1,-1 0 0,0 1 1,0-1-1,0 1 0,1-1 1,-1 1-1,0-1 0,0 0 1,0 1-1,0-1 0,0 1 1,0-1-1,0 1 0,0-1 1,0 0-1,0 1 0,0-1 1,0 1-1,0-1 0,0 1 1,0-1-1,-1 1 0,1-1 1,0 1-1,-13 23 562,5-9-422,6-9-159,0 1 0,1-1 0,0 0 0,0 1 0,1 0 0,0-1 0,0 1 0,1 6 0,12 54 0,-8-50 0,-2 1 0,3 24 0,-6-41 0,1 8 0,-1 0 0,0 0 0,0 0 0,-1 0 0,-2 9 0,2-15 0,0 0 0,0 0 0,0 0 0,0-1 0,-1 1 0,1 0 0,-1-1 0,0 1 0,0-1 0,0 0 0,0 0 0,0 1 0,0-1 0,-1-1 0,1 1 0,-1 0 0,1-1 0,-6 3 0,-12 4 0,0-2 0,0 0 0,-1-1 0,0-1 0,-27 2 0,17-3 0,-304 25-269,-5-20-311,151-5 246,-1863-14 97,1983 10 237,29 1 0,-56-8 0,95 8 7,1 0 0,0 0 0,-1 0 0,1 0 0,-1 0 0,1 0 0,0 0 0,-1 0 0,1 0 0,0 0 0,-1 0 0,1 0 0,-1 0 0,1 0-1,0 0 1,-1 0 0,1 0 0,0-1 0,-1 1 0,1 0 0,0 0 0,-1 0 0,1-1 0,0 1 0,-1 0 0,1 0 0,0-1 0,0 1-1,-1 0 1,1-1 0,0 1 0,13-4 481,24 1 222,-4 5-2075,-19 1-5461</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14.307"/>
    </inkml:context>
    <inkml:brush xml:id="br0">
      <inkml:brushProperty name="width" value="0.05" units="cm"/>
      <inkml:brushProperty name="height" value="0.05" units="cm"/>
    </inkml:brush>
  </inkml:definitions>
  <inkml:trace contextRef="#ctx0" brushRef="#br0">428 61 24575,'0'269'0,"-1"-344"0,2-85 0,-1 157 0,0 0 0,0 0 0,1 0 0,-1 0 0,1 0 0,0 0 0,0 0 0,0 0 0,0 1 0,0-1 0,1 0 0,-1 1 0,1-1 0,0 1 0,-1-1 0,1 1 0,0 0 0,1 0 0,2-3 0,0 2 0,1 0 0,0 0 0,0 0 0,0 1 0,0 0 0,1 0 0,-1 1 0,7-2 0,37-4 0,0 1 0,71 2 0,106 15 0,-132-5 0,20 1-9,862 41-554,0-35 79,-800-17 484,208-3 0,-383 7 38,1 0 0,-1 0-1,1 0 1,-1 0 0,0 0 0,1 1-1,-1-1 1,1 1 0,-1-1-1,0 1 1,0 0 0,1 0 0,2 2-1,-4-2-12,0 0 1,-1 1-1,1-1 0,0 0 0,0 1 0,-1-1 0,1 1 0,-1-1 1,1 1-1,-1-1 0,0 1 0,0 0 0,0-1 0,0 1 0,0-1 1,0 1-1,0 0 0,0-1 0,0 1 0,-1 1 0,-2 22-25,2 0 0,1-1 0,1 1 0,1-1 0,1 1 0,8 31 0,-10-51 0,2 8 0,0 0 0,-2 0 0,2 22 0,-3-32 0,0 0 0,0 0 0,-1 0 0,1-1 0,-1 1 0,1 0 0,-1 0 0,0-1 0,0 1 0,0 0 0,0-1 0,-1 1 0,1-1 0,-1 0 0,1 1 0,-1-1 0,0 0 0,0 0 0,0 0 0,0 0 0,0 0 0,0-1 0,-4 3 0,-3 0 0,-1 0 0,0 0 0,0-1 0,0-1 0,0 0 0,-17 2 0,-65-1 0,63-3 0,-1456-41-2492,826 13 1764,-672 10 271,1297 18 1216,27-2 917,21-1-1065,25-2-108,276 2-375,-293 7 214,-12 0-684,-11-4 323,1 0-1,0 0 1,0 0-1,0 0 1,0 0-1,0 0 1,0 0-1,0 0 1,0 0-1,0 0 1,0 0-1,0 0 1,0 0-1,0 0 1,0 0-1,-1 0 1,1 0-1,0 0 1,0 0-1,0 0 1,0 0-1,0 0 1,0 0-1,0 1 1,0-1-1,0 0 1,0 0-1,0 0 1,0 0-1,0 0 1,0 0-1,0 0 1,0 0-1,0 0 1,0 0-1,0 0 1,0 0-1,0 0 1,0 1-1,0-1 1,0 0-1,0 0 1,0 0-1,0 0 1,0 0-1,0 0 1,0 0-1,0 0 1,0 0-1,0 0 1,1 0-1,-1 0 1,0 0-1,0 0 1,0 0-1,0 0 1,0 1-1,0-1 1,0 0-1,0 0 1,0 0-1,0 0 1,0 0-1,0 0 1,0 0-1,0 0 1,1 0-1,-1 0 1,0 0-1</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17.800"/>
    </inkml:context>
    <inkml:brush xml:id="br0">
      <inkml:brushProperty name="width" value="0.05" units="cm"/>
      <inkml:brushProperty name="height" value="0.05" units="cm"/>
    </inkml:brush>
  </inkml:definitions>
  <inkml:trace contextRef="#ctx0" brushRef="#br0">224 163 24575,'0'0'0,"-1"1"0,0-1 0,0 1 0,0 0 0,1 0 0,-1-1 0,0 1 0,1 0 0,-1 0 0,1 0 0,-1 0 0,1 0 0,-1 0 0,1 0 0,0 0 0,-1 0 0,1 0 0,0 0 0,0 0 0,0 0 0,0 0 0,0 0 0,0 0 0,0 0 0,0 0 0,0 0 0,0 0 0,1 0 0,-1 0 0,0 0 0,1 0 0,-1 0 0,1 0 0,-1 0 0,1 0 0,-1-1 0,1 1 0,0 0 0,-1 0 0,1 0 0,0-1 0,0 1 0,-1 0 0,1-1 0,0 1 0,0-1 0,1 1 0,1 1 0,0-1 0,-1 1 0,1-1 0,1 0 0,-1 0 0,0 0 0,0 0 0,0-1 0,0 1 0,1-1 0,-1 0 0,0 0 0,0 0 0,4-1 0,-2 0 0,-1-1 0,0 0 0,0 0 0,0 0 0,0-1 0,0 1 0,-1-1 0,1 0 0,-1 0 0,0-1 0,0 1 0,0 0 0,0-1 0,0 0 0,-1 0 0,0 0 0,4-7 0,-2 2 0,0-1 0,-1 1 0,0-1 0,0 0 0,-1 0 0,0 1 0,0-12 0,-2 18 0,0 1 0,0 0 0,0-1 0,0 1 0,0-1 0,0 1 0,-1-1 0,1 1 0,-1 0 0,1-1 0,-1 1 0,0 0 0,0 0 0,0 0 0,0-1 0,-1 1 0,1 0 0,-1 0 0,1 1 0,-1-1 0,1 0 0,-1 0 0,0 1 0,0-1 0,0 1 0,0 0 0,0-1 0,0 1 0,0 0 0,-1 0 0,1 0 0,0 1 0,-5-2 0,1 1 0,0 1 0,-1 0 0,1 0 0,0 0 0,0 1 0,-1-1 0,1 1 0,0 1 0,0 0 0,0-1 0,0 2 0,-6 2 0,-4 4 0,0 1 0,1 0 0,1 1 0,-1 1 0,2 0 0,0 1 0,0 0 0,2 1 0,-1 0 0,-13 24 0,15-22 0,1 1 0,0 0 0,2 0 0,0 1 0,0-1 0,2 2 0,0-1 0,1 1 0,1-1 0,0 21 0,3-32 0,0 0 0,0 0 0,1 0 0,0 0 0,1 0 0,-1 0 0,1 0 0,1 0 0,-1-1 0,1 1 0,0-1 0,1 0 0,-1 1 0,9 9 0,-8-12 0,0 0 0,1 0 0,-1 0 0,1 0 0,0-1 0,0 0 0,0 0 0,0 0 0,1-1 0,-1 0 0,1 0 0,-1 0 0,1-1 0,0 0 0,-1 0 0,1 0 0,0 0 0,8-1 0,0-1 0,0-1 0,0 0 0,0-1 0,0-1 0,0 0 0,-1 0 0,0-1 0,0-1 0,0 0 0,-1-1 0,0-1 0,0 0 0,0 0 0,-1-1 0,-1 0 0,0-1 0,0-1 0,0 1 0,-2-1 0,1-1 0,-1 0 0,-1 0 0,0 0 0,-1-1 0,0 0 0,-1 0 0,-1-1 0,0 1 0,3-19 0,-5 13 0,-1 0 0,-1 0 0,-2-24 0,-1 127 0,3 166 0,0-250 0,0 0 0,0 0 0,0 0 0,0 0 0,0 0 0,1 0 0,-1-1 0,0 1 0,0 0 0,0 0 0,0 0 0,0 0 0,0 0 0,0 0 0,0 0 0,1 0 0,-1 0 0,0 0 0,0 1 0,0-1 0,0 0 0,0 0 0,0 0 0,0 0 0,1 0 0,-1 0 0,0 0 0,0 0 0,0 0 0,0 0 0,0 0 0,0 0 0,0 0 0,0 0 0,0 1 0,0-1 0,0 0 0,0 0 0,1 0 0,-1 0 0,0 0 0,0 0 0,0 0 0,0 0 0,0 1 0,0-1 0,0 0 0,0 0 0,0 0 0,0 0 0,0 0 0,0 0 0,0 1 0,9-19 0,11-32 0,-18 44 0,26-75 0,-18 49 0,1 1 0,1 0 0,32-56 0,-43 85 0,1-1 0,-1 1 0,1 0 0,-1 0 0,1 1 0,0-1 0,0 0 0,-1 0 0,1 1 0,1-1 0,-1 1 0,0 0 0,0 0 0,0-1 0,4 0 0,-4 2 0,-1 0 0,1 0 0,-1 0 0,1 0 0,-1 0 0,1 1 0,-1-1 0,1 0 0,-1 1 0,1-1 0,-1 1 0,1 0 0,-1-1 0,0 1 0,0 0 0,1 0 0,-1 0 0,0 0 0,0 0 0,0 0 0,0 0 0,0 0 0,0 0 0,0 0 0,0 1 0,1 1 0,2 5 0,1 0 0,-2 0 0,1 0 0,-1 0 0,0 0 0,-1 1 0,0 0 0,1 13 0,-1-2 0,-1 0 0,-2 32 0,16-99 309,-2 10-1983,-7 16-5152</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18.042"/>
    </inkml:context>
    <inkml:brush xml:id="br0">
      <inkml:brushProperty name="width" value="0.05" units="cm"/>
      <inkml:brushProperty name="height" value="0.05" units="cm"/>
    </inkml:brush>
  </inkml:definitions>
  <inkml:trace contextRef="#ctx0" brushRef="#br0">60 1 24575,'-1'0'0,"1"0"0,0 0 0,0 0 0,-1 0 0,1 0 0,0 0 0,0 0 0,0 0 0,-1-1 0,1 1 0,0 0 0,0 0 0,-1 0 0,1 0 0,0 0 0,0 0 0,-1 1 0,1-1 0,0 0 0,0 0 0,0 0 0,-1 0 0,1 0 0,0 0 0,0 0 0,-1 0 0,1 0 0,0 1 0,0-1 0,0 0 0,0 0 0,-1 0 0,1 0 0,0 1 0,0-1 0,0 0 0,0 0 0,0 0 0,-1 1 0,1-1 0,0 0 0,0 0 0,0 1 0,0-1 0,-6 13 0,6-13 0,-10 29 0,2 1 0,1 0 0,1 1 0,-3 44 0,5 127 0,4-157 0,10 133 22,-5-116-1409,-4-44-5439</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19.148"/>
    </inkml:context>
    <inkml:brush xml:id="br0">
      <inkml:brushProperty name="width" value="0.05" units="cm"/>
      <inkml:brushProperty name="height" value="0.05" units="cm"/>
    </inkml:brush>
  </inkml:definitions>
  <inkml:trace contextRef="#ctx0" brushRef="#br0">86 169 24575,'-11'5'0,"2"-1"0,0 0 0,0 0 0,1 1 0,-14 10 0,21-14 0,0 0 0,0 0 0,0-1 0,0 1 0,0 0 0,0 0 0,1 0 0,-1 0 0,0 0 0,1 0 0,-1 0 0,0 0 0,1 1 0,0-1 0,-1 0 0,1 0 0,0 0 0,-1 0 0,1 1 0,0-1 0,0 0 0,0 0 0,0 1 0,0-1 0,0 0 0,0 0 0,1 0 0,-1 1 0,0-1 0,1 0 0,-1 0 0,1 0 0,-1 0 0,1 0 0,0 0 0,-1 0 0,1 0 0,0 0 0,0 0 0,-1 0 0,1 0 0,0 0 0,0 0 0,0-1 0,0 1 0,2 0 0,-1 0 0,0 1 0,0-1 0,0 0 0,0-1 0,0 1 0,0 0 0,0 0 0,1-1 0,-1 0 0,0 1 0,0-1 0,1 0 0,-1 0 0,0 0 0,1 0 0,-1 0 0,0-1 0,0 1 0,1-1 0,-1 0 0,0 1 0,0-1 0,0 0 0,0 0 0,0 0 0,0-1 0,0 1 0,0 0 0,3-4 0,1 1 0,-1-1 0,1 0 0,-1-1 0,0 1 0,-1-1 0,1 0 0,-1 0 0,4-9 0,-5 8 0,1-1 0,-2 0 0,1 0 0,1-10 0,-4 16 0,1 0 0,-1 0 0,0 0 0,0-1 0,0 1 0,0 0 0,0 0 0,0 0 0,0-1 0,-1 1 0,1 0 0,-1 0 0,0 0 0,1 0 0,-1 0 0,0 0 0,0 0 0,-1 0 0,1 0 0,-2-3 0,1 4 0,1 1 0,0-1 0,0 0 0,-1 1 0,1-1 0,0 1 0,-1-1 0,1 1 0,0 0 0,-1-1 0,1 1 0,-1 0 0,1 0 0,-1 0 0,1 0 0,0 0 0,-1 0 0,1 1 0,-1-1 0,1 0 0,0 1 0,-1-1 0,1 1 0,0 0 0,-1-1 0,1 1 0,0 0 0,0 0 0,0-1 0,0 1 0,-1 0 0,1 0 0,-1 2 0,-4 3 0,1 0 0,-1 0 0,1 0 0,-6 10 0,1 0 0,2-1 0,0 2 0,1-1 0,0 1 0,-4 18 0,8-23 0,1 1 0,-1-1 0,2 1 0,0 0 0,1 0 0,0-1 0,3 26 0,-3-36 0,1 0 0,-1 0 0,0 1 0,1-1 0,-1 0 0,1 0 0,0 1 0,0-1 0,0 0 0,0 0 0,0 0 0,0 0 0,0 0 0,1 0 0,-1-1 0,1 1 0,0 0 0,-1-1 0,1 1 0,0-1 0,0 0 0,0 1 0,0-1 0,0 0 0,0 0 0,0 0 0,0 0 0,0-1 0,1 1 0,-1-1 0,0 1 0,0-1 0,1 0 0,-1 0 0,0 0 0,1 0 0,-1 0 0,4-1 0,2-1 0,0 0 0,0-1 0,0 0 0,0 0 0,0-1 0,-1 0 0,0 0 0,0-1 0,10-8 0,-5 3 0,0-2 0,-1 0 0,0 0 0,0-1 0,-2 0 0,0-1 0,13-24 0,-10 12 0,-2 0 0,0-1 0,8-42 0,-17 65 0,4-17 0,-2 17 0,-2 12 0,-3 87 0,2 49 0,0-143 0,0 0 0,0-1 0,0 1 0,0 0 0,0 0 0,0 0 0,0 0 0,0 0 0,0 0 0,1 0 0,-1 0 0,0-1 0,1 1 0,-1 0 0,0 0 0,1 0 0,-1-1 0,1 1 0,-1 0 0,1 0 0,0-1 0,-1 1 0,1-1 0,1 2 0,-1-2 0,-1 0 0,1 0 0,0-1 0,0 1 0,0 0 0,0 0 0,0-1 0,-1 1 0,1 0 0,0-1 0,0 1 0,-1-1 0,1 1 0,0-1 0,0 1 0,-1-1 0,1 1 0,-1-1 0,2-1 0,5-6 0,0-1 0,9-16 0,1-8 0,13-35 0,-17 37 0,27-47 0,-38 75 0,-1 0 0,1 0 0,1 0 0,-1 0 0,0 1 0,1-1 0,-1 1 0,1-1 0,0 1 0,0 0 0,0 0 0,0 0 0,0 1 0,7-3 0,-9 3 0,0 1 0,0 0 0,1 0 0,-1 0 0,0 0 0,1 0 0,-1 0 0,0 0 0,0 0 0,1 1 0,-1-1 0,0 0 0,0 1 0,0-1 0,1 1 0,-1-1 0,1 2 0,0-1 0,0 1 0,-1-1 0,1 1 0,0 0 0,-1-1 0,0 1 0,1 0 0,-1 0 0,0 0 0,0 0 0,0 0 0,1 4 0,3 14 0,0 0 0,-1 0 0,2 29 0,-1-8 0,-5-40 0,0 0 0,0 0 0,0 0 0,0-1 0,0 1 0,0 0 0,0 0 0,0-1 0,1 1 0,-1 0 0,0-1 0,0 1 0,1 0 0,-1 0 0,1-1 0,-1 1 0,0-1 0,1 1 0,-1 0 0,1-1 0,0 1 0,-1-1 0,1 1 0,-1-1 0,1 0 0,0 1 0,-1-1 0,1 1 0,0-1 0,0 0 0,-1 0 0,1 1 0,0-1 0,0 0 0,-1 0 0,1 0 0,0 0 0,0 0 0,-1 0 0,1 0 0,0 0 0,0 0 0,-1-1 0,1 1 0,0 0 0,0 0 0,-1 0 0,1-1 0,0 1 0,1-1 0,5-3 0,0-1 0,1 0 0,11-10 0,-5 4 0,-7 7 0,0 1 0,0 0 0,1 0 0,-1 0 0,1 1 0,0 0 0,0 1 0,0 0 0,0 0 0,0 0 0,12 2 0,-11-1 0,0 0 0,0-1 0,1 1 0,-1-2 0,0 0 0,0 0 0,0 0 0,14-7 0,-13 4 0,0-1 0,-1-1 0,0 1 0,-1-2 0,1 1 0,-1-1 0,9-12 0,-14 17 0,-1 0 0,0-1 0,0 1 0,0-1 0,0 1 0,-1-1 0,1 0 0,-1 0 0,0 0 0,1-6 0,-2 8 0,0-1 0,0 1 0,0-1 0,-1 1 0,1-1 0,0 1 0,-1 0 0,0-1 0,0 1 0,0 0 0,0-1 0,0 1 0,0 0 0,0 0 0,-1 0 0,1 0 0,-1 0 0,-3-3 0,4 4 0,0-1 0,0 1 0,0 0 0,0 0 0,-1 0 0,1 0 0,0 0 0,-1 0 0,1 0 0,-1 0 0,1 1 0,-1-1 0,1 0 0,-1 1 0,0-1 0,1 1 0,-1 0 0,1 0 0,-1-1 0,0 1 0,1 0 0,-1 0 0,0 1 0,1-1 0,-1 0 0,0 0 0,1 1 0,-1-1 0,0 1 0,1 0 0,-1-1 0,1 1 0,-1 0 0,1 0 0,0 0 0,-1 0 0,1 0 0,0 0 0,0 0 0,0 0 0,-1 1 0,1-1 0,0 0 0,-1 3 0,-3 4 0,0 1 0,0-1 0,1 1 0,0 0 0,1 0 0,-3 13 0,1-2 114,1 1 0,-3 36 0,7-48-304,0 1 0,0 0 1,1-1-1,0 1 0,1-1 1,0 1-1,1-1 1,3 11-1,3-1-6636</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19.672"/>
    </inkml:context>
    <inkml:brush xml:id="br0">
      <inkml:brushProperty name="width" value="0.05" units="cm"/>
      <inkml:brushProperty name="height" value="0.05" units="cm"/>
    </inkml:brush>
  </inkml:definitions>
  <inkml:trace contextRef="#ctx0" brushRef="#br0">19 324 24575,'0'-14'0,"-1"-1"0,0 1 0,-6-26 0,6 39 0,0 4 0,-1 11 0,0 18 0,0 7 0,1-23 0,0-1 0,1 0 0,1 1 0,5 29 0,-5-44 0,1 1 0,-1-1 0,1 0 0,0 1 0,-1-1 0,1 0 0,0 0 0,0 0 0,0-1 0,0 1 0,0 0 0,-1-1 0,1 1 0,0-1 0,0 0 0,0 1 0,4-1 0,16 4 0,5 12 0,-24-14 0,1 1 0,-1-1 0,0 0 0,1 0 0,-1-1 0,1 1 0,0-1 0,0 1 0,-1-1 0,1 0 0,0-1 0,0 1 0,0-1 0,0 0 0,0 0 0,4 0 0,3-2 0,-1-1 0,0 0 0,0-1 0,0 0 0,0 0 0,-1-1 0,0 0 0,0-1 0,0 0 0,0 0 0,-1-1 0,0 0 0,-1-1 0,0 0 0,0 0 0,0 0 0,6-11 0,-2 0 0,0 0 0,0-1 0,-2 0 0,-1-1 0,0 0 0,-2 0 0,6-27 0,-6 17 0,-1-1 0,-2 1 0,0-62 0,-11 146 0,-39 422-1365,44-447-5461</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19.841"/>
    </inkml:context>
    <inkml:brush xml:id="br0">
      <inkml:brushProperty name="width" value="0.05" units="cm"/>
      <inkml:brushProperty name="height" value="0.05" units="cm"/>
    </inkml:brush>
  </inkml:definitions>
  <inkml:trace contextRef="#ctx0" brushRef="#br0">0 86 24575,'0'-10'0,"0"-7"0,3-2 0,2 3 0,6 5 0,4 3 0,-2 3-8191</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20.478"/>
    </inkml:context>
    <inkml:brush xml:id="br0">
      <inkml:brushProperty name="width" value="0.05" units="cm"/>
      <inkml:brushProperty name="height" value="0.05" units="cm"/>
    </inkml:brush>
  </inkml:definitions>
  <inkml:trace contextRef="#ctx0" brushRef="#br0">126 285 24575,'-3'0'0,"0"-1"0,0 1 0,0 0 0,0 1 0,0-1 0,0 0 0,0 1 0,0 0 0,0 0 0,0 0 0,0 0 0,0 0 0,0 1 0,1-1 0,-1 1 0,0-1 0,1 1 0,0 0 0,-1 0 0,1 0 0,0 1 0,0-1 0,0 0 0,0 1 0,0-1 0,1 1 0,-1 0 0,1 0 0,0-1 0,0 1 0,0 0 0,0 0 0,0 0 0,0 4 0,-15 60 0,-12 126 0,27-188 0,1 0 0,-1 1 0,1 0 0,0-1 0,0 1 0,1 6 0,-1-12 0,0 0 0,0 1 0,0-1 0,0 0 0,0 0 0,0 0 0,1 1 0,-1-1 0,0 0 0,0 0 0,0 0 0,0 0 0,0 1 0,0-1 0,0 0 0,0 0 0,0 0 0,1 0 0,-1 0 0,0 1 0,0-1 0,0 0 0,0 0 0,0 0 0,1 0 0,-1 0 0,0 0 0,0 0 0,0 0 0,0 1 0,1-1 0,-1 0 0,0 0 0,0 0 0,0 0 0,0 0 0,1 0 0,-1 0 0,0 0 0,0 0 0,0 0 0,1 0 0,-1 0 0,0 0 0,0-1 0,1 1 0,8-9 0,6-14 0,16-46 0,41-136 0,-25 65 0,-37 112 0,23-58 0,-28 76 0,0 0 0,1 0 0,0 0 0,1 0 0,12-14 0,-17 22 0,0 0 0,0 0 0,1 1 0,-1-1 0,0 0 0,1 1 0,-1-1 0,1 1 0,0 0 0,-1 0 0,1 0 0,0 0 0,0 0 0,0 1 0,-1-1 0,1 1 0,0 0 0,0 0 0,4 0 0,-2 1 0,-1 0 0,0 0 0,1 0 0,-1 1 0,0 0 0,0-1 0,0 2 0,0-1 0,0 0 0,0 1 0,6 5 0,-6-4 0,1 0 0,-1 1 0,0-1 0,0 1 0,-1 0 0,1 0 0,-1 1 0,4 9 0,-5-11 0,-1-1 0,0 1 0,0-1 0,0 1 0,0 0 0,-1 0 0,0-1 0,1 1 0,-1 0 0,0 0 0,-1 0 0,1-1 0,-1 1 0,-1 4 0,-1 1 0,-1-1 0,-1 0 0,1 0 0,-1 0 0,0-1 0,-1 0 0,0 0 0,0 0 0,-1-1 0,-11 10 0,-9 5 0,-45 24 0,46-29 0,17-10 0,4-4 0,0 1 0,0 0 0,1 0 0,-1 0 0,-6 8 0,10-11 0,1 1 0,0-1 0,-1 1 0,1-1 0,0 1 0,-1-1 0,1 1 0,0-1 0,0 1 0,-1 0 0,1-1 0,0 1 0,0-1 0,0 1 0,0 0 0,0-1 0,0 1 0,0-1 0,0 1 0,0 0 0,0-1 0,0 1 0,1 0 0,0 0 0,-1 1 0,1-1 0,0 0 0,0 0 0,0 0 0,0 0 0,0-1 0,0 1 0,1 0 0,-1 0 0,0 0 0,0-1 0,1 1 0,1 0 0,57 20 0,-43-16 0,-1 0 0,-1 1 0,1 0 0,-1 2 0,0-1 0,19 15 0,-32-21 0,0 1 0,0-1 0,0 1 0,-1-1 0,1 1 0,0 0 0,-1 0 0,1-1 0,-1 1 0,0 0 0,1 0 0,-1 1 0,0-1 0,0 0 0,-1 0 0,1 0 0,0 1 0,-1-1 0,1 0 0,-1 1 0,0-1 0,0 0 0,0 1 0,0-1 0,0 1 0,0-1 0,-2 5 0,0-3 0,0-1 0,0 1 0,0-1 0,0 1 0,-1-1 0,0 0 0,0 0 0,0 0 0,0 0 0,0 0 0,0-1 0,-1 1 0,1-1 0,-1 0 0,-3 2 0,0 0 0,1-1 0,-1 0 0,0 0 0,0 0 0,0-1 0,0 0 0,-1 0 0,1 0 0,-1-1 0,-11 0 0,7-7-1365,6-2-5461</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20.683"/>
    </inkml:context>
    <inkml:brush xml:id="br0">
      <inkml:brushProperty name="width" value="0.05" units="cm"/>
      <inkml:brushProperty name="height" value="0.05" units="cm"/>
    </inkml:brush>
  </inkml:definitions>
  <inkml:trace contextRef="#ctx0" brushRef="#br0">27 1 24575,'9'2'0,"4"6"0,-1 4 0,-5 4 0,-5 5 0,-7 1 0,-3 1 0,-2-1 0,0 2 0,0-3 0,1-3 0,1-3 0,2-2 0,2-3 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20.835"/>
    </inkml:context>
    <inkml:brush xml:id="br0">
      <inkml:brushProperty name="width" value="0.05" units="cm"/>
      <inkml:brushProperty name="height" value="0.05" units="cm"/>
    </inkml:brush>
  </inkml:definitions>
  <inkml:trace contextRef="#ctx0" brushRef="#br0">15 1 24575,'-3'0'0,"-2"0"0,-1 2 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21.147"/>
    </inkml:context>
    <inkml:brush xml:id="br0">
      <inkml:brushProperty name="width" value="0.05" units="cm"/>
      <inkml:brushProperty name="height" value="0.05" units="cm"/>
    </inkml:brush>
  </inkml:definitions>
  <inkml:trace contextRef="#ctx0" brushRef="#br0">15 0 24575,'1'0'0,"-1"0"0,1 0 0,-1 0 0,1 0 0,-1 0 0,1 0 0,-1 0 0,1 0 0,-1 1 0,1-1 0,-1 0 0,1 0 0,-1 0 0,1 1 0,-1-1 0,0 0 0,1 0 0,-1 1 0,1-1 0,-1 0 0,0 1 0,1-1 0,-1 0 0,0 1 0,1-1 0,-1 0 0,0 1 0,0-1 0,1 1 0,-1-1 0,0 1 0,0-1 0,0 1 0,0-1 0,1 1 0,-1-1 0,0 1 0,0-1 0,0 1 0,0-1 0,0 1 0,0-1 0,0 1 0,-1-1 0,1 0 0,0 1 0,0-1 0,0 1 0,0-1 0,-1 1 0,1-1 0,0 1 0,-1 0 0,-17 31 0,11-19 0,46-38 0,-32 20 0,1 0 0,0 0 0,0 1 0,0 0 0,13-5 0,-19 9 0,-1 0 0,1-1 0,-1 1 0,1 0 0,-1 0 0,1 0 0,-1 0 0,1 0 0,-1 0 0,1 0 0,-1 0 0,1 1 0,-1-1 0,1 1 0,-1-1 0,3 2 0,-3-1 0,1 0 0,-1 0 0,0 1 0,0-1 0,0 0 0,0 1 0,0-1 0,0 0 0,0 1 0,-1 0 0,1-1 0,0 1 0,-1-1 0,1 1 0,-1 0 0,0-1 0,0 1 0,1 0 0,-1 1 0,0 10-1365,0 0-5461</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22.549"/>
    </inkml:context>
    <inkml:brush xml:id="br0">
      <inkml:brushProperty name="width" value="0.05" units="cm"/>
      <inkml:brushProperty name="height" value="0.05" units="cm"/>
    </inkml:brush>
  </inkml:definitions>
  <inkml:trace contextRef="#ctx0" brushRef="#br0">168 345 24575,'0'-5'0,"-1"-1"0,1 1 0,-2 0 0,1-1 0,0 1 0,-1 0 0,0 0 0,0 0 0,-1 1 0,-4-8 0,7 11 0,-1-1 0,0 1 0,0 0 0,1 0 0,-1 0 0,0 0 0,0 0 0,0 0 0,0 0 0,0 0 0,0 0 0,-1 1 0,1-1 0,0 0 0,0 1 0,-1-1 0,1 0 0,0 1 0,-1 0 0,1-1 0,0 1 0,-1 0 0,1 0 0,0 0 0,-1 0 0,1 0 0,-1 0 0,1 0 0,0 0 0,-1 0 0,1 1 0,0-1 0,-1 1 0,1-1 0,0 1 0,0-1 0,-1 1 0,1 0 0,0-1 0,0 1 0,0 0 0,0 0 0,0 0 0,-2 2 0,-7 8 0,1 0 0,0 1 0,0 0 0,1 1 0,1 0 0,0 0 0,1 0 0,0 1 0,1 0 0,0 0 0,2 1 0,-5 28 0,8-41 0,-1 0 0,1 0 0,0 0 0,0 0 0,0 0 0,0 0 0,1 0 0,-1 0 0,1 0 0,-1 0 0,1 0 0,-1 0 0,1 0 0,0 0 0,0 0 0,0-1 0,0 1 0,0 0 0,1 0 0,-1-1 0,0 1 0,1-1 0,2 2 0,-2-1 0,0-1 0,1 0 0,-1-1 0,1 1 0,-1 0 0,1-1 0,0 1 0,-1-1 0,1 0 0,-1 0 0,1 0 0,0 0 0,-1 0 0,1-1 0,0 1 0,-1-1 0,1 1 0,2-2 0,7-3 0,-1 0 0,0-1 0,0 0 0,0 0 0,-1-1 0,0 0 0,0-1 0,14-15 0,-10 8 0,0-1 0,-1-1 0,0 0 0,12-24 0,-15 20 0,-1 0 0,-1 0 0,-1-1 0,-1 1 0,-1-2 0,-1 1 0,-1 0 0,-1-1 0,-1 0 0,-3-40 0,2 62 0,0-3 0,0 0 0,0 0 0,0-1 0,-1 1 0,0 0 0,0 0 0,0 0 0,0 1 0,0-1 0,-1 0 0,0 0 0,1 1 0,-4-5 0,5 8 0,-1 0 0,1-1 0,0 1 0,0 0 0,-1 0 0,1 0 0,0 0 0,-1 0 0,1 0 0,0-1 0,-1 1 0,1 0 0,0 0 0,-1 0 0,1 0 0,0 0 0,-1 0 0,1 0 0,0 0 0,-1 0 0,1 0 0,0 1 0,-1-1 0,1 0 0,0 0 0,0 0 0,-1 0 0,1 0 0,0 1 0,-1-1 0,1 0 0,0 0 0,0 0 0,-1 1 0,1-1 0,0 0 0,0 0 0,0 1 0,-1-1 0,1 0 0,0 1 0,0-1 0,0 0 0,0 0 0,0 1 0,0-1 0,-1 1 0,-6 17 0,7-17 0,-10 46 0,1 0 0,-4 84 0,12-113 0,-1 2-170,1 0-1,0-1 0,2 1 1,0 0-1,1 0 0,1 0 1,7 24-1,-1-25-6655</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22.725"/>
    </inkml:context>
    <inkml:brush xml:id="br0">
      <inkml:brushProperty name="width" value="0.05" units="cm"/>
      <inkml:brushProperty name="height" value="0.05" units="cm"/>
    </inkml:brush>
  </inkml:definitions>
  <inkml:trace contextRef="#ctx0" brushRef="#br0">0 53 24575,'5'-7'0,"4"-4"0,0-4 0,1 1 0,-1 9 0,-2 6 0,-3 6 0,-1 7 0,-2 5 0,0 2 0,-1 2 0,-1 0 0,1-2 0,-1-2 0,1-2 0,0-3-8191</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22.872"/>
    </inkml:context>
    <inkml:brush xml:id="br0">
      <inkml:brushProperty name="width" value="0.05" units="cm"/>
      <inkml:brushProperty name="height" value="0.05" units="cm"/>
    </inkml:brush>
  </inkml:definitions>
  <inkml:trace contextRef="#ctx0" brushRef="#br0">0 52 24575,'3'-4'0,"0"-5"0,0-3 0,-1-1 0,0 3 0,-4 6 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23.975"/>
    </inkml:context>
    <inkml:brush xml:id="br0">
      <inkml:brushProperty name="width" value="0.05" units="cm"/>
      <inkml:brushProperty name="height" value="0.05" units="cm"/>
    </inkml:brush>
  </inkml:definitions>
  <inkml:trace contextRef="#ctx0" brushRef="#br0">318 70 24575,'0'-4'0,"0"0"0,0 0 0,-1 1 0,1-1 0,-1 0 0,0 0 0,0 1 0,0-1 0,0 0 0,0 1 0,-1-1 0,0 1 0,-3-6 0,3 8 0,1 0 0,-1-1 0,1 1 0,-1 0 0,0 0 0,1 0 0,-1 1 0,0-1 0,1 0 0,-1 0 0,0 1 0,0 0 0,0-1 0,0 1 0,0 0 0,1 0 0,-1 0 0,0 0 0,0 0 0,0 0 0,0 0 0,0 1 0,0-1 0,1 1 0,-1-1 0,0 1 0,0 0 0,1 0 0,-4 1 0,0 2 0,-1-1 0,1 1 0,0 0 0,0 0 0,0 1 0,1-1 0,0 1 0,0 0 0,0 0 0,0 1 0,-3 6 0,6-10 0,0 0 0,0 0 0,0 0 0,1 0 0,-1 0 0,1 0 0,-1 0 0,1 0 0,0 0 0,-1 0 0,1 0 0,0 0 0,0 0 0,1 0 0,0 4 0,-1-4 0,1-1 0,0 1 0,0-1 0,0 0 0,0 1 0,0-1 0,0 0 0,1 0 0,-1 0 0,0 0 0,0 0 0,1 0 0,-1 0 0,1 0 0,-1-1 0,1 1 0,-1 0 0,1-1 0,-1 1 0,1-1 0,0 0 0,-1 0 0,3 1 0,0-1 0,0 0 0,1 1 0,-1-2 0,0 1 0,0 0 0,0-1 0,0 0 0,0 0 0,0 0 0,0 0 0,0-1 0,0 1 0,-1-1 0,1 0 0,4-3 0,4-4 0,0-1 0,19-20 0,-15 15 0,-16 14 0,1 1 0,-1 0 0,0 0 0,0-1 0,0 1 0,1 0 0,-1-1 0,0 1 0,0 0 0,1 0 0,-1-1 0,0 1 0,1 0 0,-1 0 0,0 0 0,1-1 0,-1 1 0,0 0 0,1 0 0,-1 0 0,0 0 0,1 0 0,-1 0 0,1 0 0,-1 0 0,0 0 0,1 0 0,-1 0 0,0 0 0,1 0 0,-1 0 0,1 0 0,-1 0 0,0 0 0,1 0 0,-1 1 0,1-1 0,2 16 0,-9 26 0,6-40 0,-89 366 0,82-343 0,-1 0 0,-2-1 0,0 0 0,-23 39 0,28-55 0,-1 0 0,0-1 0,0 0 0,-1 0 0,0 0 0,0-1 0,-8 6 0,10-8 0,0-2 0,0 1 0,0 0 0,-1-1 0,1 0 0,0 0 0,-1-1 0,0 1 0,1-1 0,-1 0 0,0-1 0,-9 1 0,12-1 0,0-1 0,0 1 0,0 0 0,1 0 0,-1-1 0,0 0 0,0 1 0,1-1 0,-1 0 0,0-1 0,1 1 0,-1 0 0,1-1 0,0 1 0,-1-1 0,1 0 0,0 0 0,0 0 0,0 0 0,0 0 0,0 0 0,1 0 0,-1-1 0,1 1 0,-1-1 0,1 1 0,0-1 0,0 1 0,0-1 0,0 0 0,1 1 0,-1-1 0,1 0 0,-1-3 0,1-3 0,0 1 0,0-1 0,1 0 0,0 1 0,0-1 0,1 1 0,0-1 0,0 1 0,1 0 0,4-9 0,5-5 0,1 1 0,0 0 0,1 1 0,2 1 0,0 0 0,1 1 0,24-20 0,-8 11 0,1 1 0,2 2 0,51-27 0,-60 37 171,52-18 0,-70 29-342,1 0 0,0 0 1,-1 2-1,1-1 0,0 1 1,1 0-1,-1 1 0,0 1 1,10 0-1,6 6-6655</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44.208"/>
    </inkml:context>
    <inkml:brush xml:id="br0">
      <inkml:brushProperty name="width" value="0.05" units="cm"/>
      <inkml:brushProperty name="height" value="0.05" units="cm"/>
    </inkml:brush>
  </inkml:definitions>
  <inkml:trace contextRef="#ctx0" brushRef="#br0">1 54 24575,'0'-10'0,"0"7"0,-1 0 0,1 0 0,0 0 0,0-1 0,1 1 0,-1 0 0,1 0 0,-1 0 0,1 0 0,0 0 0,2-4 0,-3 7 0,1-1 0,-1 1 0,0 0 0,0 0 0,1 0 0,-1-1 0,0 1 0,1 0 0,-1 0 0,0 0 0,1 0 0,-1 0 0,0 0 0,1 0 0,-1 0 0,0 0 0,1 0 0,-1 0 0,0 0 0,1 0 0,-1 0 0,0 0 0,1 0 0,-1 0 0,0 0 0,1 0 0,-1 0 0,0 1 0,1-1 0,-1 0 0,0 0 0,1 0 0,-1 1 0,0-1 0,0 0 0,1 0 0,-1 1 0,0-1 0,0 0 0,0 0 0,1 1 0,-1-1 0,11 15 0,75 142 0,-56-99 0,1-1 0,54 71 0,-84-126 0,0-1 0,1 1 0,-1 0 0,0-1 0,1 1 0,-1-1 0,1 1 0,-1-1 0,1 0 0,0 1 0,0-1 0,0 0 0,-1 0 0,1 0 0,0-1 0,0 1 0,0 0 0,0-1 0,1 1 0,3-1 0,-4 0 0,0-1 0,0 0 0,0 0 0,0 0 0,0 0 0,0 0 0,0 0 0,-1 0 0,1-1 0,0 1 0,-1-1 0,1 1 0,-1-1 0,1 0 0,-1 1 0,0-1 0,0 0 0,0 0 0,0 0 0,1-2 0,4-9 0,-1 1 0,-1-1 0,0 0 0,0 0 0,-2-1 0,1 1 0,-1-17 0,-2-95 0,-7 55-1365,8 54-5461</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44.578"/>
    </inkml:context>
    <inkml:brush xml:id="br0">
      <inkml:brushProperty name="width" value="0.05" units="cm"/>
      <inkml:brushProperty name="height" value="0.05" units="cm"/>
    </inkml:brush>
  </inkml:definitions>
  <inkml:trace contextRef="#ctx0" brushRef="#br0">0 82 24575,'0'-4'0,"1"0"0,0 0 0,-1 0 0,1 1 0,1-1 0,-1 0 0,0 0 0,1 1 0,0-1 0,0 0 0,0 1 0,0 0 0,1 0 0,-1-1 0,1 1 0,0 1 0,5-6 0,-6 7 0,0-1 0,-1 1 0,1 0 0,0 0 0,0-1 0,0 1 0,0 0 0,0 1 0,1-1 0,-1 0 0,0 1 0,0-1 0,0 1 0,1 0 0,-1-1 0,0 1 0,1 0 0,-1 0 0,0 1 0,0-1 0,1 0 0,-1 1 0,0 0 0,0-1 0,0 1 0,0 0 0,1 0 0,-1 0 0,-1 0 0,1 0 0,3 3 0,-1-1 0,-1 0 0,0 0 0,0 1 0,-1-1 0,1 1 0,0 0 0,-1-1 0,0 1 0,0 0 0,0 0 0,-1 0 0,1 1 0,1 7 0,-2-5 0,-1 0 0,0-1 0,0 1 0,0 0 0,-1-1 0,1 1 0,-2 0 0,-2 8 0,-2 4 0,-2-1 0,0 0 0,-1 0 0,-1-1 0,-14 19 0,13-21 0,-15 23 0,24-35 0,1-1 0,0 0 0,-1 1 0,1 0 0,0-1 0,0 1 0,1 0 0,-1-1 0,1 1 0,-1 0 0,1 0 0,0 4 0,1-5 0,-1-1 0,1 1 0,0 0 0,0-1 0,0 1 0,0-1 0,0 1 0,0-1 0,0 0 0,1 1 0,-1-1 0,0 0 0,1 0 0,-1 0 0,1 0 0,0 0 0,-1 0 0,1 0 0,0-1 0,-1 1 0,1 0 0,3 0 0,46 9 0,-45-10 0,72 6-79,0-4-1,98-9 1,-102 3-1048,-27 2-5699</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57.204"/>
    </inkml:context>
    <inkml:brush xml:id="br0">
      <inkml:brushProperty name="width" value="0.05" units="cm"/>
      <inkml:brushProperty name="height" value="0.05" units="cm"/>
    </inkml:brush>
  </inkml:definitions>
  <inkml:trace contextRef="#ctx0" brushRef="#br0">248 0 24575,'-34'822'-475,"15"-479"178,19-338 293,-42 682-152,-46-5 65,84-660 126,-2 14 146,-1 0 0,-2-1-1,-1 0 1,-16 33 0,23-65-119,5-10-1405,3-7-5483</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57.907"/>
    </inkml:context>
    <inkml:brush xml:id="br0">
      <inkml:brushProperty name="width" value="0.05" units="cm"/>
      <inkml:brushProperty name="height" value="0.05" units="cm"/>
    </inkml:brush>
  </inkml:definitions>
  <inkml:trace contextRef="#ctx0" brushRef="#br0">43 156 24575,'-4'73'0,"-14"73"0,6-51 0,9-72 0,1-13 0,0 0 0,1 0 0,1 1 0,0-1 0,1 18 0,2-26 0,-1-7 0,2-10 0,0-48 0,-5-86 0,-1 101 0,1 1 0,3-1 0,14-90 0,-15 133 0,0 0 0,1 0 0,-1 1 0,1-1 0,0 0 0,1 1 0,-1 0 0,6-9 0,-7 12 0,0 1 0,0-1 0,0 0 0,0 0 0,0 0 0,0 0 0,0 1 0,1-1 0,-1 1 0,0-1 0,0 1 0,1-1 0,-1 1 0,0-1 0,0 1 0,1 0 0,-1 0 0,0 0 0,1 0 0,-1 0 0,0 0 0,1 0 0,-1 0 0,0 1 0,1-1 0,-1 0 0,0 1 0,0-1 0,0 1 0,1-1 0,-1 1 0,0 0 0,0-1 0,0 1 0,0 0 0,0 0 0,0 0 0,1 1 0,5 4 0,-1 1 0,0-1 0,0 1 0,-1 0 0,0 1 0,0-1 0,-1 1 0,0 0 0,0 0 0,-1 1 0,0-1 0,0 1 0,-1-1 0,0 1 0,0 0 0,-1 11 0,0-14 0,-1-1 0,0 1 0,0-1 0,0 1 0,-1-1 0,0 0 0,0 1 0,0-1 0,-1 0 0,0 0 0,0 1 0,0-1 0,-1-1 0,1 1 0,-1 0 0,-1-1 0,1 1 0,0-1 0,-1 0 0,0 0 0,0 0 0,0-1 0,0 0 0,-1 1 0,1-1 0,-1-1 0,-9 5 0,10-5-195,-1-1 0,-1 1 0,1-1 0,0 0 0,0-1 0,-9 1 0,-6-2-6631</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1.840"/>
    </inkml:context>
    <inkml:brush xml:id="br0">
      <inkml:brushProperty name="width" value="0.05" units="cm"/>
      <inkml:brushProperty name="height" value="0.05" units="cm"/>
    </inkml:brush>
  </inkml:definitions>
  <inkml:trace contextRef="#ctx0" brushRef="#br0">210 180 24575,'0'-12'0,"1"-5"0,-1 1 0,-1 0 0,-5-25 0,5 36 0,-1 1 0,1-1 0,-1 1 0,1 0 0,-1-1 0,-1 1 0,1 0 0,0 0 0,-1 1 0,0-1 0,0 0 0,0 1 0,0 0 0,-1 0 0,1 0 0,-1 0 0,-5-3 0,7 5 0,1 0 0,-1 0 0,0 1 0,1-1 0,-1 0 0,0 1 0,0-1 0,1 1 0,-1 0 0,0 0 0,0-1 0,0 1 0,0 0 0,1 1 0,-1-1 0,0 0 0,0 0 0,0 1 0,1-1 0,-3 2 0,1-1 0,0 1 0,0 0 0,0 0 0,0 0 0,0 0 0,1 1 0,-1-1 0,1 1 0,-4 5 0,-2 4 0,0 1 0,1 0 0,-10 26 0,8-16 0,1 0 0,1 0 0,1 1 0,-5 37 0,10-59 0,1 0 0,0 0 0,0 0 0,0 0 0,0 0 0,0 0 0,0 0 0,0 1 0,1-1 0,-1 0 0,1-1 0,0 1 0,-1 0 0,1 0 0,0 0 0,0 0 0,0 0 0,0-1 0,0 1 0,1 0 0,-1-1 0,0 1 0,1-1 0,-1 0 0,1 1 0,0-1 0,-1 0 0,1 0 0,0 0 0,0 0 0,0 0 0,-1 0 0,1-1 0,0 1 0,0-1 0,0 1 0,0-1 0,0 0 0,0 0 0,0 0 0,3 0 0,2 0 0,1-1 0,-1 0 0,1 0 0,-1-1 0,1 0 0,-1 0 0,0 0 0,0-1 0,13-7 0,-12 4 0,0 0 0,0 0 0,-1 0 0,0-1 0,0 0 0,-1-1 0,0 1 0,0-1 0,0 0 0,-1-1 0,-1 1 0,1-1 0,-1 0 0,-1 0 0,0 0 0,0-1 0,-1 1 0,0-1 0,0 1 0,-1-1 0,-1 0 0,0-15 0,-1 69 97,0-15-27,2 1 0,3 31-1,-3-53-197,1 0-1,-1 0 1,2 0-1,-1 0 0,1 0 1,0-1-1,0 1 1,1-1-1,0 0 1,0 0-1,1-1 1,9 12-1,-2-8-6697</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2.035"/>
    </inkml:context>
    <inkml:brush xml:id="br0">
      <inkml:brushProperty name="width" value="0.05" units="cm"/>
      <inkml:brushProperty name="height" value="0.05" units="cm"/>
    </inkml:brush>
  </inkml:definitions>
  <inkml:trace contextRef="#ctx0" brushRef="#br0">101 13 24575,'-5'-7'0,"-3"2"0,-1 5 0,-2 7 0,2 9 0,0 14 0,-2 21 0,0 7 0,1-2 0,2-6 0,3-6 0,2-9 0,2-7 0,0-9-8191</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2.512"/>
    </inkml:context>
    <inkml:brush xml:id="br0">
      <inkml:brushProperty name="width" value="0.05" units="cm"/>
      <inkml:brushProperty name="height" value="0.05" units="cm"/>
    </inkml:brush>
  </inkml:definitions>
  <inkml:trace contextRef="#ctx0" brushRef="#br0">11 261 24575,'-1'-2'0,"0"1"0,-1-1 0,1 1 0,0-1 0,1 0 0,-1 1 0,0-1 0,0 0 0,1 0 0,-1 1 0,1-1 0,0 0 0,-1 0 0,1 0 0,0 0 0,0 1 0,0-1 0,0 0 0,0 0 0,1 0 0,-1 0 0,1 1 0,0-5 0,1 4 0,0-1 0,1 0 0,-1 1 0,0-1 0,1 1 0,0 0 0,-1 0 0,1 0 0,0 0 0,0 0 0,0 1 0,5-3 0,50-21 0,-29 14 0,39-23 0,-58 28 0,0 0 0,-1-1 0,0-1 0,0 1 0,-1-1 0,0-1 0,11-13 0,-12 10 0,-6 10 0,1-1 0,-1 1 0,1-1 0,-1 1 0,1 0 0,0 0 0,0 0 0,0-1 0,0 2 0,0-1 0,5-3 0,-7 5 0,0 0 0,1 0 0,-1 0 0,0 1 0,1-1 0,-1 0 0,1 0 0,-1 0 0,0 1 0,1-1 0,-1 0 0,0 0 0,0 1 0,1-1 0,-1 0 0,0 0 0,0 1 0,1-1 0,-1 0 0,0 1 0,0-1 0,0 1 0,1-1 0,-1 0 0,0 1 0,0-1 0,0 1 0,0-1 0,0 0 0,0 1 0,0-1 0,0 1 0,0 0 0,1 15 0,-3 10 0,-1 0 0,-1 0 0,-8 27 0,6-27 0,0 0 0,-3 52 0,9-77 0,0 0 0,0 0 0,0 0 0,0 0 0,0 0 0,0-1 0,0 1 0,0 0 0,0 0 0,0 0 0,0 0 0,1 0 0,-1 0 0,0-1 0,1 1 0,-1 0 0,1 0 0,0 1 0,0-2 0,-1 0 0,1 0 0,-1 0 0,1 0 0,-1 0 0,1 0 0,-1 0 0,0 0 0,1-1 0,-1 1 0,1 0 0,-1 0 0,1 0 0,-1-1 0,0 1 0,1 0 0,-1 0 0,1-1 0,-1 1 0,0 0 0,1-1 0,-1 1 0,0 0 0,1-2 0,22-33 0,-20 30 0,7-11 0,21-28 0,-26 38 0,0 1 0,-1 0 0,2 0 0,-1 1 0,0 0 0,1-1 0,0 2 0,9-6 0,-13 9 0,0-1 0,0 1 0,0-1 0,0 1 0,0 0 0,0-1 0,0 1 0,1 0 0,-1 1 0,0-1 0,0 0 0,0 1 0,0-1 0,0 1 0,0-1 0,0 1 0,0 0 0,0 0 0,0 0 0,0 0 0,0 0 0,-1 0 0,1 1 0,3 2 0,3 4 0,0 1 0,0 0 0,9 14 0,-5-5 0,26 28-1365,-21-25-5461</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3.224"/>
    </inkml:context>
    <inkml:brush xml:id="br0">
      <inkml:brushProperty name="width" value="0.05" units="cm"/>
      <inkml:brushProperty name="height" value="0.05" units="cm"/>
    </inkml:brush>
  </inkml:definitions>
  <inkml:trace contextRef="#ctx0" brushRef="#br0">227 66 24575,'4'-15'0,"5"-6"0,0 2 0,-3 9 0,-6 14 0,-7 13 0,-7 13 0,-7 13 0,-6 15 0,-3 10 0,-2 7 0,0 2 0,3-1 0,4-2 0,7-6 0,5-6 0,6-14-8191</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3.920"/>
    </inkml:context>
    <inkml:brush xml:id="br0">
      <inkml:brushProperty name="width" value="0.05" units="cm"/>
      <inkml:brushProperty name="height" value="0.05" units="cm"/>
    </inkml:brush>
  </inkml:definitions>
  <inkml:trace contextRef="#ctx0" brushRef="#br0">159 449 24575,'36'-83'0,"-4"-1"0,29-119 0,-61 202 0,2-8 0,0 0 0,-1-1 0,1-13 0,-2 22 0,0-1 0,0 1 0,0-1 0,0 1 0,-1-1 0,1 1 0,0-1 0,-1 1 0,1-1 0,-1 1 0,0 0 0,1-1 0,-2 0 0,1 1 0,1 1 0,-1-1 0,0 1 0,1-1 0,-1 1 0,0 0 0,1-1 0,-1 1 0,0 0 0,0-1 0,0 1 0,1 0 0,-1 0 0,0 0 0,0 0 0,0 0 0,1 0 0,-1 0 0,0 0 0,0 0 0,0 0 0,1 0 0,-1 0 0,0 1 0,-1-1 0,-5 3 0,1 0 0,-1 0 0,1 1 0,0 0 0,0 0 0,0 0 0,1 1 0,0-1 0,-9 10 0,-2 5 0,-21 32 0,18-18 0,1 1 0,1 0 0,2 1 0,1 1 0,2 0 0,2 0 0,-11 66 0,10-10 0,4-1 0,4 98 0,15 17 85,-7-127-1535,-3-52-5376</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4.402"/>
    </inkml:context>
    <inkml:brush xml:id="br0">
      <inkml:brushProperty name="width" value="0.05" units="cm"/>
      <inkml:brushProperty name="height" value="0.05" units="cm"/>
    </inkml:brush>
  </inkml:definitions>
  <inkml:trace contextRef="#ctx0" brushRef="#br0">1 192 24575,'5'-6'0,"0"0"0,0 0 0,1 0 0,0 1 0,0 0 0,0 0 0,1 1 0,0 0 0,0 0 0,0 0 0,0 1 0,0 0 0,1 1 0,-1 0 0,1 0 0,13-2 0,-8 2 0,0 1 0,0 0 0,1 1 0,-1 1 0,0 0 0,0 1 0,1 0 0,-1 1 0,13 5 0,-20-6 0,-1 0 0,1 1 0,-1 0 0,0 0 0,0 0 0,0 1 0,-1 0 0,1 0 0,-1 0 0,0 0 0,0 1 0,0 0 0,0-1 0,-1 1 0,0 1 0,0-1 0,2 7 0,-3-8 0,-1-1 0,0 1 0,0 0 0,0 0 0,0 0 0,-1 0 0,0 0 0,0 0 0,0-1 0,0 1 0,0 0 0,-1 0 0,0 0 0,0 0 0,0 0 0,0-1 0,0 1 0,-1 0 0,0-1 0,1 1 0,-1-1 0,-1 0 0,1 1 0,0-1 0,-1 0 0,0 0 0,-3 2 0,6-4 0,-1 0 0,0 0 0,0 0 0,0-1 0,0 1 0,0 0 0,0-1 0,0 1 0,0 0 0,-1-1 0,1 0 0,0 1 0,0-1 0,0 0 0,0 1 0,-1-1 0,1 0 0,0 0 0,0 0 0,-1 0 0,1 0 0,0 0 0,-2-1 0,2 1 0,0-1 0,0 0 0,1 1 0,-1-1 0,0 0 0,1 0 0,-1 0 0,0 1 0,1-1 0,-1 0 0,1 0 0,0 0 0,-1 0 0,1 0 0,0 0 0,-1 0 0,1 0 0,0 0 0,0 0 0,0 0 0,0 0 0,0 0 0,0 0 0,0 0 0,0 0 0,1 0 0,-1 0 0,0 0 0,1-1 0,4-15 0,0 1 0,1 0 0,1 0 0,0 1 0,2 0 0,13-19 0,-5 10 0,1 1 0,40-39 0,-46 51 0,-1 0 0,2 2 0,23-16 0,-36 25 0,0 0 0,1 0 0,-1-1 0,1 1 0,-1 0 0,1 0 0,-1 0 0,1-1 0,-1 1 0,1 0 0,-1 0 0,1 0 0,-1 0 0,1 0 0,-1 0 0,1 0 0,0 0 0,-1 0 0,1 0 0,-1 0 0,1 0 0,-1 1 0,1-1 0,-1 0 0,1 0 0,-1 1 0,1-1 0,-1 0 0,1 1 0,0 0 0,0 0 0,-1 0 0,1 1 0,0-1 0,-1 0 0,1 0 0,-1 1 0,1-1 0,-1 0 0,0 1 0,1 1 0,-2 45 0,0-39 0,0 35-1365,1-32-5461</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4.837"/>
    </inkml:context>
    <inkml:brush xml:id="br0">
      <inkml:brushProperty name="width" value="0.05" units="cm"/>
      <inkml:brushProperty name="height" value="0.05" units="cm"/>
    </inkml:brush>
  </inkml:definitions>
  <inkml:trace contextRef="#ctx0" brushRef="#br0">17 48 24575,'0'-3'0,"-1"5"0,-2 11 0,-3 20 0,5-19 0,-5 96 0,6-94 0,1 0 0,1 0 0,0 0 0,8 27 0,-10-41 0,1 0 0,-1 0 0,1 0 0,0 0 0,0 0 0,0 0 0,0 0 0,0-1 0,0 1 0,0 0 0,1-1 0,-1 1 0,1-1 0,-1 1 0,1-1 0,-1 0 0,1 1 0,3 0 0,-3-1 0,0-1 0,-1 1 0,1-1 0,0 0 0,0 0 0,0 0 0,0 0 0,0 0 0,-1 0 0,1 0 0,0-1 0,0 1 0,0-1 0,-1 1 0,1-1 0,3-1 0,2-2 0,0-1 0,0 0 0,0 0 0,0-1 0,-1 0 0,0 0 0,8-11 0,-5 6 0,-2 0 0,1-1 0,-1 0 0,-1 0 0,0-1 0,-1 0 0,-1 0 0,1 0 0,-2 0 0,0-1 0,-1 1 0,0-1 0,-1 0 0,-1 0 0,0 1 0,0-1 0,-6-26 0,5 36 0,0 1 0,0-1 0,0 1 0,-1 0 0,1-1 0,-1 1 0,0 0 0,-4-5 0,6 8 0,-1-1 0,1 1 0,0-1 0,-1 1 0,1 0 0,-1-1 0,1 1 0,-1-1 0,1 1 0,-1 0 0,1 0 0,-1-1 0,0 1 0,1 0 0,-1 0 0,1 0 0,-1 0 0,0 0 0,1 0 0,-1 0 0,1 0 0,-2 0 0,1 0 0,0 1 0,0-1 0,1 1 0,-1-1 0,0 1 0,0-1 0,0 1 0,0 0 0,1 0 0,-1-1 0,0 1 0,1 0 0,-1 0 0,1 0 0,-1 0 0,1 0 0,-1 0 0,1 1 0,-3 7-48,0 0 0,1 0 0,0 0-1,1 1 1,0-1 0,0 1 0,1-1 0,1 13-1,0-7-882,-1 0-5895</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5.071"/>
    </inkml:context>
    <inkml:brush xml:id="br0">
      <inkml:brushProperty name="width" value="0.05" units="cm"/>
      <inkml:brushProperty name="height" value="0.05" units="cm"/>
    </inkml:brush>
  </inkml:definitions>
  <inkml:trace contextRef="#ctx0" brushRef="#br0">44 1 24575,'0'2'0,"0"3"0,0 4 0,-2 2 0,-1 4 0,-2 5 0,-1 2 0,-1 4 0,0 1 0,2 2 0,1 2 0,1-1 0,2-1 0,1-4 0,2-3 0,2-3 0,-1-4-8191</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5.215"/>
    </inkml:context>
    <inkml:brush xml:id="br0">
      <inkml:brushProperty name="width" value="0.05" units="cm"/>
      <inkml:brushProperty name="height" value="0.05" units="cm"/>
    </inkml:brush>
  </inkml:definitions>
  <inkml:trace contextRef="#ctx0" brushRef="#br0">26 31 24575,'-3'-7'0,"-2"-3"0,-4 1 0,0 4 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5.429"/>
    </inkml:context>
    <inkml:brush xml:id="br0">
      <inkml:brushProperty name="width" value="0.05" units="cm"/>
      <inkml:brushProperty name="height" value="0.05" units="cm"/>
    </inkml:brush>
  </inkml:definitions>
  <inkml:trace contextRef="#ctx0" brushRef="#br0">0 0 24575,'2'0'0,"4"0"0,2 5 0,1 15 0,1 13 0,-2 9 0,-2 5 0,-1 4 0,-3 0 0,-1 2 0,-3-2 0,-1-4 0,0-6 0,-2-7 0,-1-10-8191</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5.897"/>
    </inkml:context>
    <inkml:brush xml:id="br0">
      <inkml:brushProperty name="width" value="0.05" units="cm"/>
      <inkml:brushProperty name="height" value="0.05" units="cm"/>
    </inkml:brush>
  </inkml:definitions>
  <inkml:trace contextRef="#ctx0" brushRef="#br0">1 270 24575,'2'-4'0,"1"1"0,-1-1 0,1 1 0,0 0 0,0 0 0,0 0 0,0 1 0,1-1 0,-1 1 0,1-1 0,-1 1 0,8-3 0,52-16 0,-49 16 0,54-14 0,84-29 0,-134 41 0,0-1 0,0-1 0,0-1 0,-1 0 0,28-23 0,-44 32 0,1-1 0,-1 1 0,1 0 0,-1-1 0,1 1 0,-1-1 0,0 0 0,0 1 0,1-1 0,-1 0 0,-1 0 0,1 0 0,0 0 0,0 0 0,-1 0 0,1 0 0,-1 0 0,1-3 0,-2 4 0,1-1 0,0 1 0,-1 0 0,1 0 0,-1 0 0,0 0 0,1 0 0,-1-1 0,0 1 0,0 1 0,1-1 0,-1 0 0,0 0 0,0 0 0,0 0 0,0 0 0,0 1 0,0-1 0,-1 1 0,1-1 0,0 1 0,0-1 0,0 1 0,-1-1 0,1 1 0,0 0 0,0 0 0,-1 0 0,1 0 0,-3 0 0,0-1 0,0 1 0,-1 0 0,1 0 0,-1 0 0,1 0 0,0 1 0,-1-1 0,1 1 0,0 0 0,0 1 0,-1-1 0,1 1 0,0 0 0,1 0 0,-1 0 0,0 0 0,0 1 0,1 0 0,-1-1 0,1 1 0,0 1 0,0-1 0,0 0 0,1 1 0,-1-1 0,1 1 0,0 0 0,-1 0 0,2 0 0,-1 0 0,0 0 0,1 0 0,0 0 0,0 1 0,0-1 0,1 0 0,-1 1 0,1-1 0,0 0 0,0 1 0,1-1 0,-1 1 0,1-1 0,0 0 0,0 0 0,0 1 0,1-1 0,-1 0 0,1 0 0,4 5 0,31 40 0,-31-42 0,1 1 0,-1 0 0,0 0 0,0 0 0,-1 1 0,0 0 0,-1 0 0,6 15 0,-10-22 0,1 0 0,-1 1 0,1-1 0,-1 1 0,0-1 0,0 0 0,0 1 0,0-1 0,-1 1 0,1-1 0,-1 0 0,1 1 0,-1-1 0,0 0 0,0 0 0,0 0 0,0 1 0,-2 2 0,0-2 0,1 0 0,-1-1 0,0 1 0,0-1 0,0 1 0,0-1 0,0 0 0,0 0 0,-1 0 0,-5 2 0,-3-1 0,1 1 0,-1-2 0,0 1 0,0-2 0,0 0 0,-16 0 0,19-1-273,1-1 0,0 0 0,0 0 0,-9-4 0,-2-1-6553</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6.231"/>
    </inkml:context>
    <inkml:brush xml:id="br0">
      <inkml:brushProperty name="width" value="0.05" units="cm"/>
      <inkml:brushProperty name="height" value="0.05" units="cm"/>
    </inkml:brush>
  </inkml:definitions>
  <inkml:trace contextRef="#ctx0" brushRef="#br0">198 0 24575,'-1'24'0,"-1"0"0,-2-1 0,-8 36 0,-29 75 0,27-89 0,-109 349 0,122-392 93,1-1-232,1-3-1180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6.591"/>
    </inkml:context>
    <inkml:brush xml:id="br0">
      <inkml:brushProperty name="width" value="0.05" units="cm"/>
      <inkml:brushProperty name="height" value="0.05" units="cm"/>
    </inkml:brush>
  </inkml:definitions>
  <inkml:trace contextRef="#ctx0" brushRef="#br0">68 4 24575,'0'-2'0,"0"1"0,0 3 0,-2 7 0,-4 6 0,0 5 0,1 7 0,-2 5 0,2 8 0,-3 3 0,2 4 0,-1 2 0,0-1 0,2-1 0,1-9-8191</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27.562"/>
    </inkml:context>
    <inkml:brush xml:id="br0">
      <inkml:brushProperty name="width" value="0.05" units="cm"/>
      <inkml:brushProperty name="height" value="0.05" units="cm"/>
    </inkml:brush>
  </inkml:definitions>
  <inkml:trace contextRef="#ctx0" brushRef="#br0">159 42 24575,'-4'-9'0,"-10"-20"0,14 29 0,0 0 0,0-1 0,0 1 0,-1 0 0,1 0 0,0-1 0,0 1 0,-1 0 0,1 0 0,0-1 0,0 1 0,-1 0 0,1 0 0,0 0 0,-1 0 0,1 0 0,0-1 0,-1 1 0,1 0 0,0 0 0,-1 0 0,1 0 0,0 0 0,-1 0 0,1 0 0,-1 0 0,0 1 0,1-1 0,-1 1 0,0-1 0,1 1 0,-1-1 0,1 1 0,-1 0 0,1-1 0,-1 1 0,1 0 0,-1 0 0,1-1 0,0 1 0,-1 0 0,1 0 0,0 1 0,-4 14 0,1 1 0,1-1 0,0 1 0,1 0 0,3 29 0,-1-16 0,19 456-435,0-53 73,-18-92 362,-47 384 0,36-650 49,-18 140 390,18-169-336,-1-1 0,-25 70 0,33-110-103,1-2 0,0-1 0,0 1 0,0 0 0,-1 0 0,1-1 0,0 1 0,-1-1 0,0 1 0,0-1 0,0 0 0,-3 3 0,11-10 0,-5 3 0,1 1 0,0-1 0,-1 1 0,1-1 0,0 1 0,0-1 0,0 1 0,0 0 0,0 0 0,0 0 0,1 0 0,-1 1 0,4-2 0,347-41 0,-135 11-88,1169-151-1553,-1247 168 1641,295-22 0,-398 37 0,-26 2 25,-22 1-1127,-10 0-4283</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28.677"/>
    </inkml:context>
    <inkml:brush xml:id="br0">
      <inkml:brushProperty name="width" value="0.05" units="cm"/>
      <inkml:brushProperty name="height" value="0.05" units="cm"/>
    </inkml:brush>
  </inkml:definitions>
  <inkml:trace contextRef="#ctx0" brushRef="#br0">18 422 24575,'-6'-6'0,"-5"-8"0,11 14 0,1-1 0,-1 1 0,0-1 0,1 1 0,-1-1 0,1 1 0,-1-1 0,1 1 0,0-1 0,-1 1 0,1 0 0,-1-1 0,1 1 0,0 0 0,-1-1 0,1 1 0,0 0 0,-1 0 0,1 0 0,0 0 0,-1-1 0,1 1 0,0 0 0,-1 0 0,1 0 0,0 1 0,-1-1 0,2 0 0,665-99-762,-439 60 384,380-70-21,189-30 278,-783 136 188,20-2 392,-32 5-416,-1 0 0,1 0-1,0 0 1,0 0-1,0 0 1,0 0 0,-1 1-1,1-1 1,0 1-1,0-1 1,0 1-1,-1 0 1,4 1 0,-5-1-27,1-1 0,-1 1 1,1 0-1,-1-1 1,0 1-1,1 0 0,-1-1 1,0 1-1,0 0 0,1 0 1,-1-1-1,0 1 1,0 0-1,0 0 0,0-1 1,0 1-1,0 0 0,0 0 1,0-1-1,0 1 0,0 0 1,-1 1-1,-6 20 129,3-12-129,2 1-16,0 0 0,0 0 0,1 1 0,1-1 0,0 0 0,0 1 0,3 11 0,19 82 0,-6-35 0,8 78 0,6 219 0,-28 154 0,-5-283 0,-1-38 0,-1 42 0,7-167 0,14 90 0,-6-106 0,0-2 0,4 109 0,-15-147 0,-2-1 0,0 0 0,-8 27 0,8-35 0,3-7-72,-1 0 1,0 0-1,0-1 0,-1 1 0,1 0 0,0-1 0,-1 1 0,0-1 1,0 1-1,0-1 0,0 0 0,0 1 0,0-1 0,0 0 0,-1-1 1,1 1-1,0 0 0,-6 2 0,-1 0-6754</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29.498"/>
    </inkml:context>
    <inkml:brush xml:id="br0">
      <inkml:brushProperty name="width" value="0.05" units="cm"/>
      <inkml:brushProperty name="height" value="0.05" units="cm"/>
    </inkml:brush>
  </inkml:definitions>
  <inkml:trace contextRef="#ctx0" brushRef="#br0">1 376 24575,'97'-5'0,"0"-5"0,115-26 0,-102 16 0,1679-257-1484,-1784 276 1440,122-21-1030,-108 17-4515</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0.269"/>
    </inkml:context>
    <inkml:brush xml:id="br0">
      <inkml:brushProperty name="width" value="0.05" units="cm"/>
      <inkml:brushProperty name="height" value="0.05" units="cm"/>
    </inkml:brush>
  </inkml:definitions>
  <inkml:trace contextRef="#ctx0" brushRef="#br0">10 282 24575,'-4'3'0,"-1"1"0,5-4 0,0 0 0,0 0 0,0 0 0,0 0 0,0 1 0,0-1 0,0 0 0,0 0 0,0 0 0,0 0 0,0 0 0,0 1 0,0-1 0,0 0 0,0 0 0,0 0 0,0 0 0,0 0 0,1 1 0,-1-1 0,0 0 0,0 0 0,0 0 0,0 0 0,0 0 0,0 0 0,1 0 0,-1 0 0,0 1 0,0-1 0,0 0 0,0 0 0,0 0 0,1 0 0,-1 0 0,0 0 0,0 0 0,0 0 0,0 0 0,0 0 0,1 0 0,-1 0 0,0 0 0,0 0 0,1 0 0,11 2 0,0-1 0,0 0 0,0-1 0,0 0 0,1-1 0,19-3 0,2 0 0,818-93-803,-293 31 376,-261 34 423,308-37-6,-581 66 10,28-8 0,-43 7 187,-10 4-195,0 0 0,0 0 0,0 0 0,-1 0 0,1 0 0,0 0 0,0 0 0,0 0 0,0 0 0,0 0 0,0 0 0,0 0 0,0 0 0,-1 0 0,1 0 0,0 0 0,0 0 0,0 0 1,0 0-1,0 0 0,0 0 0,0 0 0,0 0 0,0 0 0,0 0 0,0 0 0,-1 0 0,1 0 0,0-1 0,0 1 0,0 0 0,0 0 0,0 0 0,0 0 0,0 0 0,0 0 0,0 0 0,0 0 0,0 0 0,0-1 0,0 1 0,0 0 0,0 0 1,0 0-1,0 0 0,0 0 0,0 0 0,0 0 0,0 0 0,0 0 0,0-1 0,0 1 0,0 0 0,0 0 0,0 0 0,0 0 0,0 0 0,0 0 0,0 0 0,1 0 0,-1 0 0,0 0 0,0-1 0,0 1 0,0 0 0,-10-2-6600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1.522"/>
    </inkml:context>
    <inkml:brush xml:id="br0">
      <inkml:brushProperty name="width" value="0.05" units="cm"/>
      <inkml:brushProperty name="height" value="0.05" units="cm"/>
    </inkml:brush>
  </inkml:definitions>
  <inkml:trace contextRef="#ctx0" brushRef="#br0">11 0 24575,'-11'2'0,"18"4"0,20 5 0,-25-10 0,32 10 0,-22-7 0,1 0 0,0 0 0,-1 2 0,0-1 0,0 2 0,-1-1 0,0 1 0,11 10 0,-20-16 12,-1 0-1,0 1 0,0-1 1,1 1-1,-1-1 1,0 1-1,0 0 0,-1 0 1,1-1-1,0 1 0,0 0 1,-1 0-1,1 0 1,-1 0-1,0 0 0,1 0 1,-1 0-1,0 0 0,0 0 1,0-1-1,-1 1 1,1 0-1,0 0 0,-1 0 1,1 0-1,-1 0 0,0 0 1,1 0-1,-3 2 1,-2 4-289,0-1 0,0 1 1,-1-2-1,0 1 1,-8 6-1,14-12 230,-13 11-6779</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2.029"/>
    </inkml:context>
    <inkml:brush xml:id="br0">
      <inkml:brushProperty name="width" value="0.05" units="cm"/>
      <inkml:brushProperty name="height" value="0.05" units="cm"/>
    </inkml:brush>
  </inkml:definitions>
  <inkml:trace contextRef="#ctx0" brushRef="#br0">25 0 24575,'-2'0'0,"1"3"0,4 0 0,3 0 0,3 0 0,3 1 0,-2 2 0,-1 3 0,-3 3 0,-5 3 0,-4 2 0,-3 0 0,-2 2 0,-2 1 0,-2 1 0,-1-1 0,-1 2 0,3-4-8191</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2.472"/>
    </inkml:context>
    <inkml:brush xml:id="br0">
      <inkml:brushProperty name="width" value="0.05" units="cm"/>
      <inkml:brushProperty name="height" value="0.05" units="cm"/>
    </inkml:brush>
  </inkml:definitions>
  <inkml:trace contextRef="#ctx0" brushRef="#br0">0 2 24575,'4'0'0,"7"-1"0,0 0 0,0 1 0,0 1 0,21 3 0,-30-3 0,-1-1 0,0 1 0,0-1 0,0 1 0,0 0 0,0 0 0,0-1 0,0 1 0,0 0 0,-1 0 0,1 0 0,0 0 0,0 0 0,-1 0 0,1 0 0,-1 1 0,1-1 0,-1 0 0,1 0 0,-1 0 0,0 0 0,1 1 0,-1-1 0,0 0 0,0 0 0,0 1 0,0-1 0,0 0 0,0 0 0,0 1 0,-1-1 0,1 0 0,0 0 0,-1 1 0,1-1 0,-2 1 0,0 5 0,0-2 0,-1 1 0,0 0 0,0-1 0,-8 10 0,-7 6-1365,0-2-5461</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3.352"/>
    </inkml:context>
    <inkml:brush xml:id="br0">
      <inkml:brushProperty name="width" value="0.05" units="cm"/>
      <inkml:brushProperty name="height" value="0.05" units="cm"/>
    </inkml:brush>
  </inkml:definitions>
  <inkml:trace contextRef="#ctx0" brushRef="#br0">43 96 24575,'6'-7'0,"0"1"0,-1-1 0,1-1 0,-2 1 0,1-1 0,-1 1 0,0-1 0,6-16 0,-10 23 0,0 0 0,0 1 0,1-1 0,-1 1 0,0-1 0,0 0 0,0 1 0,0-1 0,0 0 0,0 0 0,0 1 0,0-1 0,0 0 0,0 1 0,0-1 0,0 0 0,0 1 0,-1-2 0,-7 4 0,-11 16 0,5 0 0,-19 38 0,30-50 0,0-1 0,1 0 0,0 1 0,0 0 0,0-1 0,1 1 0,-1 0 0,1 0 0,1 0 0,-1 0 0,1 0 0,1 10 0,-1-16 0,0 1 0,0-1 0,0 1 0,0-1 0,0 1 0,1-1 0,-1 1 0,0-1 0,0 1 0,0-1 0,0 0 0,1 1 0,-1-1 0,0 1 0,0-1 0,1 0 0,-1 1 0,0-1 0,1 0 0,-1 1 0,0-1 0,1 0 0,-1 1 0,1-1 0,-1 0 0,0 0 0,1 1 0,-1-1 0,1 0 0,-1 0 0,1 0 0,0 0 0,0 0 0,0 0 0,1-1 0,-1 1 0,0-1 0,0 1 0,0-1 0,0 1 0,0-1 0,0 0 0,0 1 0,0-1 0,1-1 0,23-29 0,-25 30 0,1 0 0,-1 0 0,1 0 0,-1 0 0,1 0 0,0 0 0,0 0 0,-1 0 0,1 1 0,0-1 0,0 0 0,0 1 0,0-1 0,0 0 0,0 1 0,1-1 0,-1 1 0,0 0 0,-1 0 0,1 0 0,0 0 0,-1 0 0,1 0 0,-1 0 0,1 0 0,0 0 0,-1 1 0,1-1 0,-1 0 0,1 0 0,-1 1 0,1-1 0,-1 0 0,1 1 0,-1-1 0,1 0 0,-1 1 0,1-1 0,-1 1 0,4 4 0,-1 0 0,0 1 0,0-1 0,0 0 0,2 7 0,2 4 0,14 14-1365,-10-18-5461</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3.754"/>
    </inkml:context>
    <inkml:brush xml:id="br0">
      <inkml:brushProperty name="width" value="0.05" units="cm"/>
      <inkml:brushProperty name="height" value="0.05" units="cm"/>
    </inkml:brush>
  </inkml:definitions>
  <inkml:trace contextRef="#ctx0" brushRef="#br0">11 48 24575,'0'-1'0,"0"1"0,0 0 0,0 0 0,0-1 0,0 1 0,0 0 0,-1 0 0,1-1 0,0 1 0,0 0 0,0 0 0,-1-1 0,1 1 0,0 0 0,0 0 0,-1 0 0,1 0 0,0 0 0,0-1 0,-1 1 0,1 0 0,0 0 0,-1 0 0,1 0 0,0 0 0,0 0 0,-1 0 0,1 0 0,0 0 0,-1 0 0,1 0 0,0 0 0,0 0 0,-1 0 0,1 0 0,0 0 0,-1 0 0,1 0 0,-1 1 0,1 13 0,11 32 0,-8-35 0,3 17 0,32 115 0,-32-131 0,-5-21 0,-4-22 0,-3-18 0,-2-3 0,-1-55 0,9 104 0,0-1 0,1 1 0,-1 0 0,0 0 0,1 0 0,0 0 0,0 0 0,0 0 0,0 0 0,0 0 0,1 0 0,1-3 0,-3 5 0,1 1 0,-1-1 0,1 1 0,-1-1 0,1 1 0,-1-1 0,1 1 0,-1 0 0,1-1 0,0 1 0,-1 0 0,1-1 0,0 1 0,-1 0 0,1 0 0,0-1 0,-1 1 0,1 0 0,0 0 0,-1 0 0,1 0 0,1 0 0,-1 1 0,1-1 0,-1 1 0,1-1 0,-1 1 0,1 0 0,-1 0 0,0 0 0,1-1 0,-1 1 0,0 0 0,0 1 0,0-1 0,1 0 0,0 2 0,0-1 16,0 1-1,0 0 1,0 0-1,0 0 1,-1 0-1,1 0 1,-1 0-1,0 1 1,1-1-1,-2 0 1,1 1-1,0-1 1,-1 1-1,1-1 1,-1 1-1,0-1 1,0 1 0,-1-1-1,1 1 1,-1-1-1,-1 6 1,0-3-148,0-1 1,0 1 0,-1-1-1,0 0 1,0 0 0,0 0 0,0-1-1,-1 1 1,0-1 0,0 1 0,0-1-1,-6 4 1,-3 1-6695</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4.238"/>
    </inkml:context>
    <inkml:brush xml:id="br0">
      <inkml:brushProperty name="width" value="0.05" units="cm"/>
      <inkml:brushProperty name="height" value="0.05" units="cm"/>
    </inkml:brush>
  </inkml:definitions>
  <inkml:trace contextRef="#ctx0" brushRef="#br0">0 27 24575,'2'0'0,"-1"0"0,0 1 0,0-1 0,0 0 0,0 1 0,0 0 0,0-1 0,1 1 0,-1 0 0,0-1 0,-1 1 0,1 0 0,0 0 0,0 0 0,0 0 0,0 0 0,-1 0 0,1 0 0,0 0 0,-1 0 0,1 0 0,0 2 0,10 30 0,-10-30 0,6 26 0,-1 1 0,-2 0 0,2 60 0,-7-165 0,1-93 0,0 167 0,0 0 0,0 1 0,0-1 0,0 0 0,0 0 0,0 0 0,1 0 0,-1 0 0,0 1 0,0-1 0,1 0 0,-1 0 0,0 0 0,1 1 0,-1-1 0,1 0 0,-1 0 0,1 1 0,0-2 0,0 2 0,-1 0 0,1 0 0,-1 0 0,1 0 0,-1 0 0,1 1 0,-1-1 0,0 0 0,1 0 0,-1 0 0,1 1 0,-1-1 0,0 0 0,1 0 0,-1 1 0,1-1 0,-1 0 0,0 1 0,0-1 0,1 0 0,-1 1 0,0-1 0,1 1 0,-1 0 0,16 31 0,-15-27 23,1-1 0,-1 1 0,0 0-1,-1-1 1,1 1 0,-1 0 0,0-1-1,0 1 1,-1 0 0,1-1 0,-1 1-1,0 0 1,0-1 0,-3 6 0,3-6-118,-1-1 0,0 0 0,0 1 0,-1-1 1,1 0-1,-1 0 0,0 0 0,1 0 0,-1-1 0,0 1 1,-1-1-1,1 0 0,0 0 0,-1 0 0,1 0 1,-1-1-1,-4 3 0,-5-1-6731</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4.442"/>
    </inkml:context>
    <inkml:brush xml:id="br0">
      <inkml:brushProperty name="width" value="0.05" units="cm"/>
      <inkml:brushProperty name="height" value="0.05" units="cm"/>
    </inkml:brush>
  </inkml:definitions>
  <inkml:trace contextRef="#ctx0" brushRef="#br0">1 0 24575,'2'0'0,"1"3"0,2 0 0,1 2 0,-1 6 0,1 2 0,-1 5 0,2 1 0,1 2 0,1 2 0,-1 3 0,2 1 0,2 0 0,0 2 0,1-1 0,1-2 0,-2-5-8191</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4.805"/>
    </inkml:context>
    <inkml:brush xml:id="br0">
      <inkml:brushProperty name="width" value="0.05" units="cm"/>
      <inkml:brushProperty name="height" value="0.05" units="cm"/>
    </inkml:brush>
  </inkml:definitions>
  <inkml:trace contextRef="#ctx0" brushRef="#br0">9 128 24575,'0'-1'0,"1"0"0,-1-1 0,0 1 0,1 0 0,-1 0 0,0 0 0,1-1 0,0 1 0,-1 0 0,1 0 0,0 0 0,-1 0 0,1 0 0,0 0 0,0 0 0,0 0 0,0 1 0,0-1 0,0 0 0,0 0 0,0 1 0,0-1 0,0 1 0,0-1 0,0 1 0,1-1 0,0 1 0,43-10 0,-19 5 0,-20 3 0,4-1 0,0 0 0,18-9 0,-26 11 0,0 0 0,0 0 0,0 0 0,0 0 0,-1-1 0,1 1 0,0 0 0,-1-1 0,1 1 0,-1-1 0,0 0 0,1 0 0,-1 1 0,0-1 0,0 0 0,0 0 0,0 0 0,0 0 0,-1 0 0,2-4 0,-2 5 0,0 0 0,-1-1 0,1 1 0,0 0 0,-1 0 0,1 0 0,0-1 0,-1 1 0,1 0 0,-1 0 0,0 0 0,1 0 0,-1 0 0,0 0 0,0 0 0,0 0 0,1 1 0,-1-1 0,0 0 0,0 0 0,0 1 0,0-1 0,-1 0 0,1 1 0,0-1 0,0 1 0,0 0 0,0-1 0,0 1 0,-1 0 0,-1-1 0,-4 0 0,-1 0 0,1 0 0,-14 0 0,16 1 0,0 0 0,0 1 0,0-1 0,0 1 0,0 0 0,0 1 0,1-1 0,-1 1 0,0 0 0,1 0 0,-1 0 0,1 1 0,0 0 0,0 0 0,0 0 0,0 0 0,0 0 0,1 1 0,-1 0 0,1-1 0,0 1 0,0 1 0,1-1 0,-1 0 0,1 1 0,0-1 0,0 1 0,0 0 0,1-1 0,-1 1 0,1 0 0,1 0 0,-1 0 0,1 0 0,-1 0 0,1 0 0,1 0 0,-1 0 0,1 0 0,0 0 0,0 0 0,0 0 0,1-1 0,-1 1 0,1 0 0,5 7 0,-2-4-227,1 0-1,0 0 1,1 0-1,0 0 1,12 9-1,10 7-6598</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5.475"/>
    </inkml:context>
    <inkml:brush xml:id="br0">
      <inkml:brushProperty name="width" value="0.05" units="cm"/>
      <inkml:brushProperty name="height" value="0.05" units="cm"/>
    </inkml:brush>
  </inkml:definitions>
  <inkml:trace contextRef="#ctx0" brushRef="#br0">1 1 24575,'20'239'0,"-12"-169"0,-3-48 0,-1-19 0,-1-14 0,0-1 0,-1 1 0,2 1 0,-1-1 0,1 0 0,1 1 0,0 0 0,9-14 0,-12 21 0,0 1 0,0 0 0,0-1 0,0 1 0,0 0 0,1 0 0,-1 0 0,1 0 0,-1 0 0,1 1 0,0-1 0,0 1 0,4-2 0,-4 3 0,-1-1 0,1 1 0,-1 0 0,0 0 0,1 0 0,-1 0 0,1 1 0,-1-1 0,1 1 0,-1-1 0,0 1 0,0 0 0,1 0 0,-1 0 0,0 0 0,0 0 0,0 1 0,0-1 0,0 1 0,2 1 0,0 1 0,0 0 0,0 0 0,-1 0 0,1 1 0,-1-1 0,0 1 0,0 0 0,0 0 0,-1 0 0,0 0 0,0 0 0,0 1 0,-1-1 0,0 0 0,0 1 0,1 8 0,-2-11 0,0 1 0,0-1 0,0 1 0,0-1 0,-1 1 0,1-1 0,-1 0 0,0 1 0,0-1 0,0 0 0,0 1 0,-1-1 0,1 0 0,-1 0 0,0 0 0,0 0 0,0 0 0,0-1 0,-1 1 0,1-1 0,-1 1 0,1-1 0,-1 0 0,0 0 0,0 0 0,0 0 0,-4 1 0,3-1-85,0-1 0,0 1-1,0-1 1,0 0 0,0-1-1,0 1 1,-1-1 0,1 1-1,0-1 1,-1 0 0,1-1-1,0 1 1,0-1 0,-1 0-1,-3-1 1,-8-5-6741</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5.896"/>
    </inkml:context>
    <inkml:brush xml:id="br0">
      <inkml:brushProperty name="width" value="0.05" units="cm"/>
      <inkml:brushProperty name="height" value="0.05" units="cm"/>
    </inkml:brush>
  </inkml:definitions>
  <inkml:trace contextRef="#ctx0" brushRef="#br0">142 25 24575,'0'-1'0,"-1"0"0,1 0 0,-1 0 0,0 0 0,1 0 0,-1 0 0,0 0 0,0 1 0,1-1 0,-1 0 0,0 0 0,0 0 0,0 1 0,0-1 0,0 1 0,0-1 0,0 0 0,-1 1 0,0-1 0,-23-7 0,23 8 0,0 0 0,-1 0 0,1 1 0,0-1 0,0 1 0,-1-1 0,1 1 0,0 0 0,0 0 0,0 0 0,0 0 0,0 0 0,0 1 0,0-1 0,0 1 0,1-1 0,-1 1 0,0-1 0,1 1 0,-1 0 0,1 0 0,-2 2 0,-4 7 0,0 1 0,-8 18 0,11-22 0,1-1 0,0 1 0,0 0 0,1 0 0,-1-1 0,2 1 0,-1 1 0,1-1 0,0 15 0,1-22 0,0 0 0,0-1 0,0 1 0,0-1 0,0 1 0,0-1 0,0 1 0,0-1 0,0 1 0,0-1 0,1 1 0,-1 0 0,0-1 0,0 1 0,0-1 0,1 0 0,-1 1 0,0-1 0,1 1 0,-1-1 0,0 1 0,1-1 0,-1 0 0,1 1 0,-1-1 0,1 0 0,-1 1 0,1-1 0,-1 0 0,1 0 0,-1 1 0,1-1 0,-1 0 0,1 0 0,-1 0 0,1 0 0,-1 0 0,1 0 0,-1 0 0,1 0 0,-1 0 0,1 0 0,0 0 0,-1 0 0,1 0 0,-1 0 0,1 0 0,-1 0 0,1-1 0,-1 1 0,1 0 0,-1 0 0,1-1 0,-1 1 0,0 0 0,1-1 0,-1 1 0,1-1 0,3-2 0,0 1 0,0-1 0,0-1 0,-1 1 0,5-5 0,68-99 0,-76 107 0,0-1 0,0 1 0,1 0 0,-1-1 0,0 1 0,0 0 0,1-1 0,-1 1 0,0 0 0,1 0 0,-1-1 0,0 1 0,1 0 0,-1 0 0,1-1 0,-1 1 0,0 0 0,1 0 0,-1 0 0,1 0 0,-1 0 0,1 0 0,-1-1 0,0 1 0,1 0 0,-1 0 0,1 1 0,-1-1 0,1 0 0,-1 0 0,0 0 0,1 0 0,0 0 0,9 15 0,-1 29 0,-8-40 0,2 12-341,0-1 0,2 0-1,6 17 1,-5-17-6485</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6.272"/>
    </inkml:context>
    <inkml:brush xml:id="br0">
      <inkml:brushProperty name="width" value="0.05" units="cm"/>
      <inkml:brushProperty name="height" value="0.05" units="cm"/>
    </inkml:brush>
  </inkml:definitions>
  <inkml:trace contextRef="#ctx0" brushRef="#br0">1 27 24575,'0'-9'0,"0"-8"0,5 33 0,-3-5 0,2 13 0,-1-17 0,-1-7 0,1-5 0,-1 1 0,1-1 0,-1 1 0,1 0 0,0-1 0,1 1 0,-1 1 0,6-5 0,-9 7 0,1 0 0,1 0 0,-1 1 0,0-1 0,0 1 0,0-1 0,0 1 0,0-1 0,0 1 0,1 0 0,-1-1 0,0 1 0,0 0 0,1 0 0,-1 0 0,0 0 0,0 0 0,1 0 0,-1 0 0,0 1 0,0-1 0,0 0 0,1 1 0,-1-1 0,0 1 0,0-1 0,0 1 0,0-1 0,0 1 0,0 0 0,0 0 0,0 0 0,0-1 0,0 1 0,0 0 0,0 0 0,-1 0 0,1 0 0,1 2 0,4 8 64,1-1 0,-1 1 1,-1 1-1,6 14 0,13 28-1750,-17-43-5140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6.658"/>
    </inkml:context>
    <inkml:brush xml:id="br0">
      <inkml:brushProperty name="width" value="0.05" units="cm"/>
      <inkml:brushProperty name="height" value="0.05" units="cm"/>
    </inkml:brush>
  </inkml:definitions>
  <inkml:trace contextRef="#ctx0" brushRef="#br0">115 88 24575,'2'-5'0,"0"0"0,-1 0 0,1 0 0,-1 0 0,-1-1 0,1 1 0,-1 0 0,0 0 0,0 0 0,0-1 0,-1 1 0,1 0 0,-3-7 0,3 12 0,-1-1 0,1 1 0,0-1 0,0 1 0,-1-1 0,1 1 0,0-1 0,-1 1 0,1-1 0,0 1 0,-1 0 0,1-1 0,-1 1 0,1 0 0,0-1 0,-1 1 0,1 0 0,-1-1 0,1 1 0,-1 0 0,1 0 0,-1 0 0,0 0 0,1-1 0,-1 1 0,1 0 0,-1 0 0,0 0 0,-15 8 0,-11 23 0,24-28 0,-37 56 0,37-55 0,0 1 0,1 0 0,0 0 0,0 1 0,0-1 0,0 0 0,1 1 0,0-1 0,0 1 0,0 8 0,1-14 0,0 1 0,0-1 0,0 0 0,0 1 0,0-1 0,0 1 0,0-1 0,0 0 0,0 1 0,0-1 0,0 0 0,0 1 0,0-1 0,1 0 0,-1 1 0,0-1 0,0 0 0,0 1 0,0-1 0,1 0 0,-1 0 0,0 1 0,0-1 0,1 0 0,-1 0 0,0 1 0,0-1 0,1 0 0,-1 0 0,0 0 0,1 1 0,-1-1 0,0 0 0,1 0 0,-1 0 0,0 0 0,1 0 0,14-7 0,11-16 0,3-16 0,-25 31 0,2 0 0,-1 1 0,1 0 0,0-1 0,0 2 0,1-1 0,0 1 0,12-8 0,-18 13 0,1 1 0,-1-1 0,0 1 0,1 0 0,-1-1 0,1 1 0,-1 0 0,0 0 0,1 0 0,-1 0 0,1 0 0,-1 0 0,1 1 0,-1-1 0,0 0 0,1 1 0,-1-1 0,0 1 0,1-1 0,-1 1 0,0 0 0,0-1 0,1 1 0,-1 0 0,0 0 0,0 0 0,0 0 0,0 0 0,0 0 0,0 0 0,0 0 0,-1 0 0,1 1 0,1 1 0,3 6 0,-1 0 0,1 0 0,4 16 0,-7-20 0,30 86-1365,-22-62-5461</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7.920"/>
    </inkml:context>
    <inkml:brush xml:id="br0">
      <inkml:brushProperty name="width" value="0.05" units="cm"/>
      <inkml:brushProperty name="height" value="0.05" units="cm"/>
    </inkml:brush>
  </inkml:definitions>
  <inkml:trace contextRef="#ctx0" brushRef="#br0">125 181 24575,'7'-43'0,"0"-3"0,-7 44 0,0-1 0,0 0 0,0 0 0,-1 0 0,1 1 0,-1-1 0,0 0 0,1 1 0,-1-1 0,0 0 0,-1 1 0,1-1 0,-2-2 0,2 4 0,1 0 0,0 1 0,-1-1 0,0 1 0,1-1 0,-1 1 0,1-1 0,-1 1 0,1-1 0,-1 1 0,0-1 0,0 1 0,1 0 0,-1-1 0,0 1 0,1 0 0,-1 0 0,0 0 0,0-1 0,1 1 0,-1 0 0,0 0 0,0 0 0,0 0 0,-1 1 0,0-1 0,0 1 0,0 0 0,0-1 0,1 1 0,-1 0 0,0 0 0,0 0 0,0 1 0,-2 1 0,-2 3 0,0 0 0,0 0 0,-8 14 0,5-6 0,1 0 0,0 1 0,-8 25 0,12-31 0,2 1 0,-1-1 0,1 0 0,1 1 0,-1-1 0,2 0 0,0 17 0,0-23 0,0 0 0,0-1 0,1 1 0,0-1 0,-1 1 0,1-1 0,0 0 0,0 1 0,0-1 0,1 0 0,-1 0 0,0 0 0,1 1 0,-1-1 0,1-1 0,0 1 0,0 0 0,3 2 0,-2-2 0,1 0 0,-1 0 0,0-1 0,1 0 0,-1 0 0,1 0 0,0 0 0,-1 0 0,1-1 0,0 1 0,6-1 0,-1-1 0,-1 0 0,1 0 0,-1-1 0,1 0 0,-1 0 0,0-1 0,0 0 0,0 0 0,0-1 0,10-7 0,-9 5 0,-1-1 0,0-1 0,-1 1 0,0-1 0,0 0 0,0-1 0,-1 1 0,-1-1 0,1-1 0,-1 1 0,-1-1 0,0 1 0,4-15 0,-3 4 0,-1 0 0,-1-1 0,0 1 0,-2-1 0,-1-37 0,-1 104 0,-1-17 0,1 0 0,2 0 0,5 39 0,-6-67 0,0 1 0,1-1 0,-1 1 0,0-1 0,1 0 0,-1 1 0,1-1 0,0 0 0,-1 1 0,1-1 0,0 0 0,0 0 0,0 1 0,0-1 0,2 2 0,-2-3 0,-1 0 0,1 0 0,0 1 0,-1-1 0,1 0 0,0 0 0,0 0 0,-1 0 0,1 0 0,0 0 0,-1 0 0,1 0 0,0 0 0,0 0 0,-1 0 0,1 0 0,0-1 0,-1 1 0,1 0 0,0 0 0,-1-1 0,2 0 0,4-3 0,-1-1 0,1 0 0,-1 0 0,0 0 0,5-8 0,2-1 0,-10 12 0,0 0 0,-1 0 0,1 0 0,0 1 0,0-1 0,1 0 0,-1 1 0,0-1 0,0 1 0,1 0 0,-1 0 0,1 0 0,-1 0 0,1 0 0,0 0 0,-1 1 0,4-1 0,-3 1 0,-1 1 0,1 0 0,0 0 0,-1-1 0,1 2 0,-1-1 0,1 0 0,-1 0 0,1 1 0,-1-1 0,0 1 0,0 0 0,1 0 0,-1 0 0,-1 0 0,3 2 0,-1-1 0,0-1 0,1 1 0,-1-1 0,1 0 0,-1 0 0,1 0 0,-1-1 0,1 1 0,0-1 0,0 0 0,0 0 0,0 0 0,0-1 0,0 1 0,0-1 0,0 0 0,0 0 0,0-1 0,0 1 0,0-1 0,0 0 0,0 0 0,0 0 0,-1 0 0,6-3 0,-2 1 0,0 1 0,0-2 0,-1 1 0,1-1 0,-1 0 0,1-1 0,-1 1 0,-1-1 0,1 0 0,-1-1 0,0 1 0,8-12 0,-13 17 0,1-1 0,-1 1 0,0 0 0,1-1 0,-1 1 0,0-1 0,0 1 0,1-1 0,-1 1 0,0 0 0,0-1 0,0 1 0,1-1 0,-1 1 0,0-1 0,0 1 0,0-1 0,0 1 0,0-1 0,0 1 0,0-1 0,0 1 0,0-1 0,-1 1 0,1-1 0,0 1 0,0-1 0,0 1 0,0-1 0,-1 1 0,1 0 0,0-1 0,-1 1 0,1-1 0,0 1 0,0 0 0,-1-1 0,1 1 0,-1 0 0,1-1 0,0 1 0,-1 0 0,1 0 0,-1-1 0,1 1 0,-1 0 0,1 0 0,-1 0 0,1-1 0,-1 1 0,1 0 0,-1 0 0,1 0 0,-1 0 0,-1 0 0,0 0 0,0 0 0,0 0 0,1 0 0,-1 0 0,0 1 0,0-1 0,0 1 0,1-1 0,-1 1 0,0-1 0,1 1 0,-1 0 0,-2 2 0,1 0 0,0 0 0,1 0 0,-1 1 0,1 0 0,0-1 0,0 1 0,0 0 0,0 0 0,1 0 0,-1 0 0,1 0 0,0 0 0,0 7 0,-1 2 0,1 1 0,1-1 0,1 14 0,-1-24-40,0-1 0,0 0 0,1 0 0,-1 0-1,1 0 1,-1 0 0,1 0 0,0 0 0,0 0 0,0 0 0,0 0-1,0 0 1,0-1 0,1 1 0,-1 0 0,0-1 0,1 1-1,0-1 1,-1 1 0,1-1 0,0 0 0,-1 0 0,1 0 0,0 0-1,0 0 1,0 0 0,0 0 0,0-1 0,0 1 0,0-1-1,0 1 1,1-1 0,2 0 0,10 2-6786</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8.681"/>
    </inkml:context>
    <inkml:brush xml:id="br0">
      <inkml:brushProperty name="width" value="0.05" units="cm"/>
      <inkml:brushProperty name="height" value="0.05" units="cm"/>
    </inkml:brush>
  </inkml:definitions>
  <inkml:trace contextRef="#ctx0" brushRef="#br0">5 57 24575,'-4'-6'0,"11"11"0,14 14 0,0 15 0,-20-32 0,0 0 0,0 0 0,0 0 0,-1 1 0,1-1 0,0 1 0,-1-1 0,0 0 0,1 1 0,-1-1 0,0 1 0,0-1 0,-1 5 0,1-7 0,0 0 0,0 0 0,0-1 0,0 1 0,0 0 0,0 0 0,0 0 0,0 0 0,0 0 0,0 0 0,0 0 0,0 0 0,0 0 0,0 0 0,0 0 0,-1 0 0,1 0 0,0 0 0,0 0 0,0 0 0,0 0 0,0 0 0,0 0 0,0 0 0,0 0 0,0 0 0,0 0 0,0 0 0,0 0 0,0 0 0,0 0 0,0 0 0,0 0 0,0 0 0,0 0 0,0 0 0,-1 0 0,1 0 0,0 0 0,0 0 0,0 0 0,0 0 0,0 0 0,0 0 0,0 0 0,0 0 0,0 0 0,0 0 0,0 0 0,0 0 0,0 0 0,0 0 0,0 0 0,0 0 0,0 1 0,0-1 0,-3-9 0,0-11 0,4 13 0,-1 0 0,2 1 0,-1-1 0,1 1 0,0-1 0,0 1 0,0 0 0,1 0 0,6-10 0,-8 13 0,1 0 0,0 0 0,1 0 0,-1 0 0,0 1 0,1-1 0,0 1 0,-1-1 0,1 1 0,0 0 0,0 0 0,0 0 0,1 1 0,-1-1 0,0 1 0,0 0 0,1 0 0,-1 0 0,7-1 0,-9 2 0,0 0 0,0 0 0,0 0 0,0 1 0,0-1 0,0 0 0,1 0 0,-1 1 0,0-1 0,0 1 0,0-1 0,0 1 0,-1 0 0,1-1 0,0 1 0,0 0 0,0-1 0,0 1 0,-1 0 0,1 0 0,0 0 0,-1 0 0,1 0 0,0 0 0,-1 0 0,0 0 0,1 0 0,-1 0 0,1 2 0,7 40 0,-5-24 0,-3-18 0,1 1 0,-1-1 0,0 1 0,1-1 0,-1 0 0,1 1 0,-1-1 0,1 0 0,0 1 0,-1-1 0,1 0 0,0 0 0,0 1 0,0-1 0,0 0 0,0 0 0,2 1 0,-2-2 0,0 1 0,0-1 0,-1 0 0,1 0 0,0 0 0,0 0 0,0 0 0,0 0 0,0 0 0,-1 0 0,1 0 0,0 0 0,0 0 0,0 0 0,0-1 0,0 1 0,-1 0 0,1-1 0,0 1 0,0-1 0,1 0 0,5-5 0,-1 0 0,1 0 0,-1-1 0,9-12 0,-1 2 0,-12 15 0,0 0 0,0 0 0,0 0 0,1 1 0,-1-1 0,1 1 0,-1-1 0,4-1 0,-6 3 0,1 0 0,-1 0 0,1 0 0,0 0 0,-1 0 0,1 0 0,-1 0 0,1 0 0,0 0 0,-1 0 0,1 0 0,-1 0 0,1 0 0,0 0 0,-1 1 0,1-1 0,-1 0 0,1 0 0,-1 1 0,1-1 0,-1 0 0,1 1 0,-1-1 0,1 1 0,-1-1 0,1 0 0,-1 1 0,0-1 0,1 1 0,-1-1 0,0 1 0,0 0 0,1-1 0,-1 1 0,0-1 0,0 1 0,1-1 0,-1 1 0,0 0 0,0-1 0,0 1 0,0-1 0,0 1 0,0 0 0,0 0 0,17 168 0,-13-143 0,0-7 0,0 0 0,-2 1 0,0-1 0,-2 36 0,-1-51 0,1 0 0,-1 0 0,1 0 0,-1 0 0,-1 0 0,1 0 0,0 0 0,-1-1 0,0 1 0,0 0 0,0-1 0,0 1 0,-1-1 0,1 0 0,-1 0 0,0 0 0,0 0 0,0 0 0,0-1 0,0 1 0,-1-1 0,1 0 0,-1 0 0,1 0 0,-1 0 0,0-1 0,0 1 0,-7 0 0,7-1 0,-1 0 0,1 0 0,-1-1 0,1 0 0,-1 0 0,1 0 0,-1 0 0,1-1 0,-1 0 0,1 0 0,-1 0 0,1 0 0,0-1 0,-1 1 0,1-1 0,0 0 0,0-1 0,0 1 0,1-1 0,-1 1 0,1-1 0,-1 0 0,1-1 0,0 1 0,0-1 0,-4-5 0,4 4 0,0 1 0,1-1 0,-1 0 0,1-1 0,0 1 0,0 0 0,1-1 0,0 1 0,0 0 0,0-1 0,0 0 0,1 1 0,0-1 0,0 1 0,1-1 0,-1 0 0,1 1 0,0-1 0,1 1 0,-1 0 0,4-7 0,-1 5 38,0 0 0,0 0 0,0 1 0,1 0 0,0 0 0,1 0 0,-1 1 0,13-10 0,-1 2-607,1 2 0,19-10 0,1 2-6257</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9.768"/>
    </inkml:context>
    <inkml:brush xml:id="br0">
      <inkml:brushProperty name="width" value="0.05" units="cm"/>
      <inkml:brushProperty name="height" value="0.05" units="cm"/>
    </inkml:brush>
  </inkml:definitions>
  <inkml:trace contextRef="#ctx0" brushRef="#br0">1 83 24575,'0'-8'0,"0"6"0,0 0 0,-1 0 0,1-1 0,0 1 0,0 0 0,1 0 0,-1 0 0,0 0 0,1-1 0,-1 1 0,1 0 0,0 0 0,0 0 0,1-2 0,-1 4 0,-1 0 0,0 0 0,1 0 0,-1 0 0,1 1 0,-1-1 0,1 0 0,-1 1 0,0-1 0,1 0 0,-1 1 0,0-1 0,1 0 0,-1 1 0,0-1 0,1 0 0,-1 1 0,0-1 0,0 1 0,1-1 0,-1 1 0,0-1 0,0 1 0,0-1 0,0 1 0,0-1 0,0 1 0,6 17 0,9 53 0,-8-36 0,1 0 0,1 0 0,2-1 0,20 44 0,-29-74 0,0 0 0,0 0 0,1-1 0,-1 1 0,1-1 0,0 1 0,0-1 0,0 0 0,0 0 0,6 4 0,-7-6 0,0-1 0,0 1 0,-1 0 0,1-1 0,0 1 0,0-1 0,0 0 0,-1 1 0,1-1 0,0 0 0,0 0 0,0 0 0,0-1 0,0 1 0,-1 0 0,1-1 0,0 1 0,0-1 0,0 1 0,-1-1 0,1 0 0,0 0 0,-1 0 0,1 0 0,-1 0 0,3-2 0,5-5 0,-1 0 0,-1 0 0,1 0 0,-1-1 0,0 0 0,-1-1 0,0 1 0,-1-1 0,0-1 0,-1 1 0,5-13 0,1-12 0,0-1 0,4-39 0,-10 44-682,2-60-1</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39.976"/>
    </inkml:context>
    <inkml:brush xml:id="br0">
      <inkml:brushProperty name="width" value="0.05" units="cm"/>
      <inkml:brushProperty name="height" value="0.05" units="cm"/>
    </inkml:brush>
  </inkml:definitions>
  <inkml:trace contextRef="#ctx0" brushRef="#br0">1 1 24575,'2'0'0,"1"0"0,3 0 0,-1 2 0,0 3 0,-2 4 0,2 4 0,0 6 0,-2 5 0,2 5 0,0 4 0,1 6 0,0 1 0,1 1 0,0 0 0,1-1 0,-2-8-8191</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41.959"/>
    </inkml:context>
    <inkml:brush xml:id="br0">
      <inkml:brushProperty name="width" value="0.05" units="cm"/>
      <inkml:brushProperty name="height" value="0.05" units="cm"/>
    </inkml:brush>
  </inkml:definitions>
  <inkml:trace contextRef="#ctx0" brushRef="#br0">369 69 24575,'0'-2'0,"1"0"0,0 0 0,0 0 0,-1-1 0,1 1 0,-1 0 0,0 0 0,0 0 0,0-1 0,0 1 0,0 0 0,0 0 0,0-1 0,-1 1 0,1 0 0,-1 0 0,0 0 0,1 0 0,-1 0 0,0 0 0,0 0 0,-2-3 0,1 3 0,0 0 0,-1 1 0,1-1 0,0 1 0,0 0 0,-1-1 0,1 1 0,0 0 0,-1 0 0,0 1 0,1-1 0,-1 0 0,1 1 0,-1 0 0,0-1 0,1 1 0,-1 0 0,1 0 0,-4 1 0,-9 1 0,1 0 0,0 2 0,0-1 0,0 2 0,1 0 0,-1 0 0,1 1 0,0 1 0,1 0 0,0 1 0,0 0 0,0 1 0,1 0 0,1 1 0,-1 0 0,2 1 0,-1 0 0,1 0 0,-14 26 0,15-24 0,0 1 0,1 1 0,1-1 0,0 1 0,1 1 0,1-1 0,0 0 0,1 1 0,1 0 0,0 0 0,1 0 0,1 0 0,0 0 0,1 0 0,1 0 0,1-1 0,8 31 0,-8-39 0,0 1 0,0-1 0,1 1 0,0-1 0,0 0 0,1-1 0,0 1 0,0-1 0,0 0 0,1 0 0,0 0 0,0-1 0,1 0 0,-1 0 0,9 4 0,-6-5 0,1 0 0,-1 0 0,1-1 0,0 0 0,1-1 0,-1 0 0,0 0 0,1-1 0,-1 0 0,1-1 0,13-2 0,-12 1 0,1 0 0,-1-2 0,0 1 0,0-2 0,0 1 0,-1-2 0,1 1 0,-1-2 0,0 1 0,0-2 0,-1 1 0,1-1 0,-1-1 0,10-10 0,-12 9 0,-1 1 0,0-1 0,0 0 0,-1-1 0,0 1 0,-1-1 0,0 0 0,0-1 0,-1 1 0,-1-1 0,1 0 0,-2 0 0,0 0 0,0 0 0,0-22 0,-2 20 25,-1 0-1,-1 0 0,0 0 1,0 0-1,-1 1 1,-1-1-1,0 1 0,-1 0 1,0 0-1,-1 0 0,0 1 1,-1-1-1,-11-13 1,12 17-111,0 1 1,0 1 0,-1-1-1,1 1 1,-2 1 0,1-1-1,0 1 1,-1 0 0,0 1-1,0 0 1,0 0 0,-1 0-1,0 1 1,1 1 0,-1 0-1,0 0 1,0 0 0,0 1-1,-17 0 1,-6 4-6741</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43.139"/>
    </inkml:context>
    <inkml:brush xml:id="br0">
      <inkml:brushProperty name="width" value="0.05" units="cm"/>
      <inkml:brushProperty name="height" value="0.05" units="cm"/>
    </inkml:brush>
  </inkml:definitions>
  <inkml:trace contextRef="#ctx0" brushRef="#br0">0 284 24575,'48'-5'0,"1"-1"0,-2-3 0,48-14 0,-2 0 0,373-65 0,-142 29 0,-300 55 0,11-2 0,-1-2 0,0-1 0,34-14 0,-67 23 12,0-1 1,1 1-1,-1 0 0,0-1 0,0 0 0,0 1 1,-1-1-1,1 1 0,0-1 0,0 0 0,0 0 1,0 1-1,1-3 0,-2 3-7,0-1 0,0 1 0,0 0 0,0 0 0,0-1 0,-1 1 0,1 0 0,0 0 0,0-1 0,0 1 0,0 0 0,0 0 0,0-1 0,-1 1 0,1 0 0,0 0 0,0 0 0,0-1 0,0 1 0,-1 0 0,1 0 0,0 0 0,0 0 0,-1-1 0,1 1 0,0 0 0,0 0 0,-1 0 0,1 0 0,0 0 1,0 0-1,-1 0 0,1 0 0,-32-4-1712,11 4-5119</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43.406"/>
    </inkml:context>
    <inkml:brush xml:id="br0">
      <inkml:brushProperty name="width" value="0.05" units="cm"/>
      <inkml:brushProperty name="height" value="0.05" units="cm"/>
    </inkml:brush>
  </inkml:definitions>
  <inkml:trace contextRef="#ctx0" brushRef="#br0">9 10 24575,'-5'-3'0,"1"0"0,6 0 0,5 3 0,3 4 0,6 1 0,4 2 0,1 3 0,2 1 0,0 4 0,-5 2 0,-5 3 0,-5 2 0,-5 5 0,-7 3 0,-7 1 0,-6-3 0,-1-6-8191</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45.846"/>
    </inkml:context>
    <inkml:brush xml:id="br0">
      <inkml:brushProperty name="width" value="0.05" units="cm"/>
      <inkml:brushProperty name="height" value="0.05" units="cm"/>
    </inkml:brush>
  </inkml:definitions>
  <inkml:trace contextRef="#ctx0" brushRef="#br0">1 296 24575,'0'0'0,"0"-1"0,-1 0 0,1 1 0,0-1 0,0 1 0,0-1 0,0 0 0,0 1 0,1-1 0,-1 1 0,0-1 0,0 0 0,0 1 0,0-1 0,1 1 0,-1-1 0,0 1 0,1-1 0,-1 1 0,0-1 0,1 1 0,-1-1 0,1 1 0,-1-1 0,0 1 0,2-1 0,-2 1 0,1 0 0,0 0 0,0 0 0,-1 0 0,1 0 0,0 0 0,0 1 0,-1-1 0,1 0 0,0 0 0,0 1 0,-1-1 0,1 0 0,0 1 0,-1-1 0,1 1 0,0 0 0,26 26 0,-15-9 0,-1 0 0,-1 0 0,-1 1 0,0 0 0,-2 0 0,10 38 0,-3 3 0,5 66 0,-2 50 0,-7 184 0,-31 178 0,1-62 0,23-301 0,-1-150 0,1-1 0,1 0 0,2 0 0,0 0 0,11 24 0,-15-42 0,0-1 0,1 0 0,-1 0 0,1 0 0,1-1 0,-1 1 0,1-1 0,-1 1 0,1-1 0,0-1 0,1 1 0,7 5 0,-6-5 0,1-1 0,-1-1 0,1 1 0,-1-1 0,1 0 0,0 0 0,0-1 0,-1 0 0,1 0 0,8-1 0,33-2 0,1-2 0,-1-2 0,60-16 0,-47 9 0,291-47-171,383-13 0,361 38-171,-685 32 342,-400 3-3,44-4-22,-53 4 33,1 0-1,-1-1 1,1 1-1,-1-1 1,0 0-1,1 0 0,-1 0 1,0 0-1,0 0 1,0 0-1,0 0 1,0-1-1,0 1 1,0-1-1,0 0 1,0 1-1,-1-1 0,2-2 1,-2 2 12,0 0 0,-1 0 1,1 0-1,-1 0 0,0 0 0,1 0 1,-1 0-1,0 0 0,0 0 0,0 0 1,-1 0-1,1 0 0,0 0 0,-2-3 1,-11-31 212,7 21-200,-83-274-33,20-8 0,3 10 0,-35-141 0,75 292 0,-9-164 0,30 30 0,4 70 0,1 187 0,-1 0 0,-1 0 0,0 0 0,0 0 0,-7-18 0,9 30 0,0 0 0,-1 0 0,0 0 0,1 1 0,-1-1 0,1 0 0,-1 0 0,0 1 0,0-1 0,1 0 0,-1 1 0,0-1 0,0 1 0,0-1 0,1 1 0,-1-1 0,0 1 0,0 0 0,0-1 0,0 1 0,0 0 0,0 0 0,0 0 0,0 0 0,0 0 0,-2 0 0,-30 6 0,14-2 0,-413 20 0,286-20 0,-1414 63-1003,1478-64 1003,-242 21 0,323-23 4,-8-1 29,1 2-1,0-1 1,0 1-1,-12 5 1,20-7-27,0 0-1,0 0 1,-1 0 0,1 0 0,0 0-1,0 0 1,0 0 0,0 0 0,-1 0-1,1 0 1,0 0 0,0 0 0,0 0-1,0 0 1,0 0 0,-1 1-1,1-1 1,0 0 0,0 0 0,0 0-1,0 0 1,0 0 0,0 0 0,0 1-1,0-1 1,0 0 0,0 0 0,-1 0-1,1 0 1,0 1 0,0-1 0,0 0-1,0 0 1,0 0 0,0 0 0,0 0-1,0 1 1,0-1 0,0 0-1,0 0 1,1 1 0,6 3 241,17 3 84,-21-6-314,24 5 174,-15-4-502,-1 1 0,1 0 0,-1 1-1,15 6 1,-14-2-6515</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46.814"/>
    </inkml:context>
    <inkml:brush xml:id="br0">
      <inkml:brushProperty name="width" value="0.05" units="cm"/>
      <inkml:brushProperty name="height" value="0.05" units="cm"/>
    </inkml:brush>
  </inkml:definitions>
  <inkml:trace contextRef="#ctx0" brushRef="#br0">138 1 24575,'-2'0'0,"-4"0"0,-2 2 0,-3 4 0,-2 5 0,-3 5 0,-2 6 0,-2 10 0,2 4 0,5 4 0,3 2 0,7-1 0,6-4 0,2-7-8191</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47.849"/>
    </inkml:context>
    <inkml:brush xml:id="br0">
      <inkml:brushProperty name="width" value="0.05" units="cm"/>
      <inkml:brushProperty name="height" value="0.05" units="cm"/>
    </inkml:brush>
  </inkml:definitions>
  <inkml:trace contextRef="#ctx0" brushRef="#br0">0 136 24575,'0'0'0,"0"3"0,3 0 0,2 0 0,9 0 0,8-1 0,10-4 0,15 0 0,12-4 0,16-2 0,15-2 0,10-5 0,6-2 0,0 0 0,-2-2 0,-8 0 0,-12 0 0,-21 4-8191</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49.427"/>
    </inkml:context>
    <inkml:brush xml:id="br0">
      <inkml:brushProperty name="width" value="0.05" units="cm"/>
      <inkml:brushProperty name="height" value="0.05" units="cm"/>
    </inkml:brush>
  </inkml:definitions>
  <inkml:trace contextRef="#ctx0" brushRef="#br0">1 1 24575,'0'2'0,"0"4"0,2 2 0,1 3 0,1 4 0,0 5 0,1 3 0,2 2 0,-1 3 0,-1 0 0,1 1 0,-1-5-8191</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50.076"/>
    </inkml:context>
    <inkml:brush xml:id="br0">
      <inkml:brushProperty name="width" value="0.05" units="cm"/>
      <inkml:brushProperty name="height" value="0.05" units="cm"/>
    </inkml:brush>
  </inkml:definitions>
  <inkml:trace contextRef="#ctx0" brushRef="#br0">43 188 24575,'-4'-3'0,"0"-1"0,1 1 0,0 0 0,0-1 0,0 1 0,0-1 0,0 0 0,1 0 0,0 0 0,-1-1 0,2 1 0,-1 0 0,0-1 0,1 1 0,0-1 0,-1-7 0,2 9 0,-1-1 0,1 0 0,0 0 0,1 1 0,-1-1 0,1 0 0,-1 0 0,1 1 0,0-1 0,0 1 0,1-1 0,-1 1 0,1-1 0,0 1 0,0 0 0,0 0 0,0 0 0,4-5 0,-2 4 0,1 0 0,-1 1 0,1-1 0,0 1 0,0 0 0,0 0 0,1 0 0,-1 1 0,0 0 0,1 0 0,7-1 0,-5 1 0,0 1 0,-1 0 0,1 0 0,0 1 0,0 0 0,0 0 0,-1 1 0,13 3 0,-15-3 0,0 0 0,0 1 0,-1 0 0,1 0 0,-1 0 0,1 0 0,-1 1 0,0-1 0,0 1 0,0 0 0,0 1 0,-1-1 0,6 7 0,-8-8 0,0 0 0,0 0 0,1 0 0,-2 0 0,1 0 0,0 0 0,0 1 0,-1-1 0,1 0 0,-1 1 0,0-1 0,0 0 0,0 1 0,0-1 0,0 0 0,0 1 0,-1-1 0,1 0 0,-1 1 0,1-1 0,-1 0 0,0 0 0,0 1 0,0-1 0,0 0 0,0 0 0,-1 0 0,-1 2 0,-6 7 0,1-1 0,-2 0 0,-17 16 0,17-17 0,5-5 0,0 0 0,1 0 0,0 0 0,0 0 0,0 0 0,1 1 0,-5 5 0,8-9 0,0-1 0,-1 1 0,1-1 0,0 1 0,0 0 0,0-1 0,0 1 0,-1-1 0,1 1 0,0 0 0,0-1 0,0 1 0,0-1 0,0 1 0,1 0 0,-1-1 0,0 1 0,0-1 0,0 1 0,0 0 0,1-1 0,-1 1 0,0-1 0,1 2 0,1-1 0,-1 0 0,0 0 0,1 0 0,-1 0 0,1 0 0,-1 0 0,1-1 0,0 1 0,-1-1 0,1 1 0,0-1 0,-1 1 0,3-1 0,13 2 0,-8-1 0,0 0 0,0 1 0,0 0 0,14 5 0,-22-7 0,0 0 0,0 1 0,0-1 0,-1 1 0,1-1 0,0 1 0,0-1 0,0 1 0,-1 0 0,1-1 0,0 1 0,-1 0 0,1-1 0,-1 1 0,1 0 0,-1 0 0,1 0 0,-1 0 0,1 0 0,-1 1 0,0-1 0,0 1 0,0-1 0,0 1 0,0-1 0,-1 0 0,1 1 0,-1-1 0,1 0 0,-1 1 0,1-1 0,-1 0 0,0 1 0,0-1 0,0 0 0,1 0 0,-1 0 0,0 0 0,-2 1 0,-5 5-85,0-1 0,0 0-1,-1-1 1,1 0 0,-1 0-1,-1-1 1,1 0 0,0-1-1,-1 0 1,0-1 0,0 1-1,0-2 1,0 0 0,0 0-1,-12-1 1,5-2-6741</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50.523"/>
    </inkml:context>
    <inkml:brush xml:id="br0">
      <inkml:brushProperty name="width" value="0.05" units="cm"/>
      <inkml:brushProperty name="height" value="0.05" units="cm"/>
    </inkml:brush>
  </inkml:definitions>
  <inkml:trace contextRef="#ctx0" brushRef="#br0">141 34 24575,'0'0'0,"0"0"0,0 0 0,0 0 0,0 0 0,0 0 0,0 0 0,1 0 0,-1 1 0,0-1 0,0 0 0,0 0 0,0 0 0,0 0 0,1 0 0,-1 0 0,0 0 0,0-1 0,0 1 0,0 0 0,0 0 0,1 0 0,-1 0 0,0 0 0,0 0 0,0 0 0,0 0 0,0 0 0,0 0 0,1 0 0,-1 0 0,0-1 0,0 1 0,0 0 0,0 0 0,0 0 0,0 0 0,0 0 0,0 0 0,0 0 0,0-1 0,0 1 0,0 0 0,0 0 0,1 0 0,-1 0 0,0 0 0,0-1 0,0 1 0,0 0 0,-7-8 0,-14-5 0,20 12 0,0 0 0,0 0 0,0 0 0,-1 0 0,1 1 0,0-1 0,-1 0 0,1 1 0,-1-1 0,1 1 0,-1-1 0,1 1 0,-1 0 0,1 0 0,-1-1 0,1 1 0,-1 0 0,1 1 0,-1-1 0,1 0 0,-1 0 0,0 1 0,-2 0 0,1 1 0,0 0 0,0 1 0,0 0 0,0-1 0,0 1 0,1 0 0,-1 0 0,-1 4 0,-3 1 0,1 1 0,0-1 0,1 1 0,0 0 0,0 1 0,1-1 0,0 1 0,1 0 0,0 0 0,-2 13 0,4-22 0,1 0 0,0 0 0,0 0 0,0 0 0,0 0 0,0 0 0,0 0 0,1 0 0,-1 0 0,0 0 0,0 0 0,1 0 0,-1-1 0,0 1 0,1 0 0,-1 0 0,1 0 0,-1 0 0,1 0 0,0-1 0,-1 1 0,1 0 0,0-1 0,-1 1 0,1 0 0,0-1 0,0 1 0,1 0 0,0 0 0,1-1 0,-1 1 0,0-1 0,1 0 0,-1 0 0,0 0 0,1 0 0,-1 0 0,1 0 0,-1-1 0,4 0 0,3-2 0,-1 0 0,0 0 0,1-1 0,-1 0 0,12-8 0,-16 9 0,-1 0 0,1-1 0,-1 0 0,0 0 0,0 0 0,0 0 0,-1 0 0,0 0 0,1-1 0,-1 1 0,-1-1 0,3-8 0,7-15 0,-11 28 0,0 0 0,0 0 0,0 0 0,0 0 0,0 0 0,0 0 0,0 0 0,0 0 0,0-1 0,0 1 0,0 0 0,0 0 0,0 0 0,0 0 0,0 0 0,1 0 0,-1 0 0,0 0 0,0 0 0,0 0 0,0 0 0,0 0 0,0 0 0,0 0 0,0-1 0,1 1 0,-1 0 0,0 0 0,0 0 0,0 0 0,0 0 0,0 0 0,0 0 0,0 0 0,0 0 0,1 0 0,-1 0 0,0 0 0,0 0 0,0 1 0,0-1 0,0 0 0,0 0 0,0 0 0,0 0 0,1 0 0,-1 0 0,0 0 0,0 0 0,0 0 0,0 0 0,0 0 0,5 9 0,4 13 0,-8-20 0,5 13-1365,0-2-5461</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50.943"/>
    </inkml:context>
    <inkml:brush xml:id="br0">
      <inkml:brushProperty name="width" value="0.05" units="cm"/>
      <inkml:brushProperty name="height" value="0.05" units="cm"/>
    </inkml:brush>
  </inkml:definitions>
  <inkml:trace contextRef="#ctx0" brushRef="#br0">1 20 24575,'2'-6'0,"6"-7"0,-4 13 0,0 9 0,1 12 0,-2-1 0,-1 0 0,0 1 0,-2-1 0,-1 27 0,0-22 0,5-53 0,2 1 0,15-45 0,-19 66 0,0 0 0,1-1 0,0 1 0,0 0 0,5-7 0,-7 12 0,-1 0 0,1 1 0,-1-1 0,1 0 0,0 0 0,-1 0 0,1 1 0,0-1 0,0 0 0,-1 1 0,1-1 0,0 1 0,0-1 0,0 1 0,0-1 0,0 1 0,0-1 0,0 1 0,0 0 0,0 0 0,0-1 0,0 1 0,0 0 0,0 0 0,0 0 0,0 0 0,0 0 0,0 0 0,0 1 0,0-1 0,0 0 0,0 0 0,0 1 0,0-1 0,0 1 0,-1-1 0,1 1 0,0-1 0,0 1 0,0-1 0,0 1 0,-1 0 0,2 1 0,4 5 33,0 1-1,-1-1 1,1 2-1,-2-1 0,1 0 1,-1 1-1,4 16 1,14 24-1658,-12-32-5201</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51.309"/>
    </inkml:context>
    <inkml:brush xml:id="br0">
      <inkml:brushProperty name="width" value="0.05" units="cm"/>
      <inkml:brushProperty name="height" value="0.05" units="cm"/>
    </inkml:brush>
  </inkml:definitions>
  <inkml:trace contextRef="#ctx0" brushRef="#br0">116 72 24575,'1'-2'0,"0"0"0,0-1 0,0 1 0,0 0 0,-1 0 0,1-1 0,-1 1 0,1 0 0,-1-1 0,0 1 0,0 0 0,0-1 0,0 1 0,0 0 0,-1-1 0,1 1 0,-1 0 0,0 0 0,1-1 0,-1 1 0,0 0 0,0 0 0,-2-2 0,2 2 0,0 1 0,0 0 0,0 0 0,-1 0 0,1 0 0,0 0 0,-1 0 0,1 0 0,-1 0 0,1 0 0,-1 1 0,1-1 0,-1 0 0,1 1 0,-1 0 0,0-1 0,1 1 0,-1 0 0,0 0 0,1 0 0,-1 0 0,0 0 0,1 0 0,-1 0 0,1 1 0,-1-1 0,0 1 0,1-1 0,-1 1 0,1-1 0,-1 1 0,-2 1 0,0 1 0,-1 0 0,1 0 0,0 0 0,0 0 0,0 1 0,0 0 0,1-1 0,-1 1 0,1 1 0,0-1 0,0 0 0,-3 8 0,4-9 0,0 1 0,1 0 0,0-1 0,0 1 0,0 0 0,0 0 0,1-1 0,-1 1 0,1 0 0,0 0 0,0 0 0,0 0 0,1-1 0,-1 1 0,1 0 0,0 0 0,3 6 0,-4-9 0,0 0 0,1 0 0,-1 0 0,1 0 0,-1 0 0,1 0 0,0 0 0,-1 0 0,1 0 0,0 0 0,0 0 0,0-1 0,0 1 0,-1 0 0,1-1 0,0 1 0,0-1 0,0 1 0,0-1 0,0 1 0,1-1 0,-1 0 0,0 1 0,2-1 0,-1 0 0,1 0 0,-1 0 0,0-1 0,0 1 0,1-1 0,-1 0 0,0 0 0,0 1 0,0-1 0,0 0 0,3-2 0,4-3 0,-1 0 0,-1-1 0,1 0 0,9-11 0,28-45 0,-45 63 0,0 0 0,1 0 0,-1 0 0,0 0 0,0 0 0,0 0 0,0 0 0,0-1 0,0 1 0,0 0 0,0 0 0,0 0 0,0 0 0,0 0 0,1 0 0,-1 0 0,0 0 0,0 0 0,0 0 0,0 0 0,0 0 0,0 0 0,0 0 0,0 0 0,0 0 0,1 0 0,-1 0 0,0 0 0,0 0 0,0 0 0,0 0 0,0 0 0,0 0 0,0 0 0,0 0 0,1 0 0,-1 0 0,0 0 0,0 0 0,0 1 0,0-1 0,0 0 0,0 0 0,0 0 0,0 0 0,0 0 0,0 0 0,0 0 0,0 0 0,0 0 0,0 0 0,0 1 0,1-1 0,-1 0 0,0 0 0,0 0 0,0 0 0,0 0 0,0 0 0,0 0 0,0 0 0,0 0 0,0 1 0,0-1 0,-1 0 0,3 14 0,-1 14 0,-2-13-1365,1-2-5461</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6:52.034"/>
    </inkml:context>
    <inkml:brush xml:id="br0">
      <inkml:brushProperty name="width" value="0.05" units="cm"/>
      <inkml:brushProperty name="height" value="0.05" units="cm"/>
    </inkml:brush>
  </inkml:definitions>
  <inkml:trace contextRef="#ctx0" brushRef="#br0">1 77 24575,'0'0'0,"0"0"0,0 0 0,0-1 0,0 1 0,0 0 0,0 0 0,0-1 0,0 1 0,0 0 0,0 0 0,0-1 0,1 1 0,-1 0 0,0 0 0,0 0 0,0-1 0,0 1 0,0 0 0,0 0 0,1 0 0,-1-1 0,0 1 0,0 0 0,0 0 0,1 0 0,-1 0 0,0 0 0,0 0 0,0-1 0,1 1 0,-1 0 0,0 0 0,0 0 0,1 0 0,-1 0 0,0 0 0,0 0 0,1 0 0,-1 0 0,0 0 0,0 0 0,0 0 0,1 0 0,-1 0 0,0 0 0,5 13 0,-3 22 0,-2-34 0,0 78 0,0-79 0,0 1 0,0-1 0,0 0 0,0 0 0,0 1 0,0-1 0,0 0 0,0 0 0,0 0 0,1 1 0,-1-1 0,0 0 0,0 0 0,0 0 0,0 0 0,0 1 0,0-1 0,0 0 0,1 0 0,-1 0 0,0 0 0,0 1 0,0-1 0,0 0 0,0 0 0,1 0 0,-1 0 0,0 0 0,0 0 0,0 0 0,1 0 0,-1 0 0,0 1 0,0-1 0,1 0 0,8-5 0,9-13 0,-14 15 0,-2 1 0,0 0 0,0 0 0,0 0 0,0 0 0,0 0 0,1 1 0,-1-1 0,1 1 0,-1 0 0,1 0 0,0 0 0,-1 0 0,1 0 0,0 0 0,0 1 0,-1-1 0,7 1 0,-7 0 0,1 1 0,0 0 0,0 0 0,0 0 0,-1 0 0,1 0 0,-1 1 0,1-1 0,-1 1 0,1-1 0,-1 1 0,0 0 0,1 0 0,-1 0 0,0 0 0,-1 1 0,3 2 0,-1-1 0,1 2 0,1 0 0,0 0 0,0-1 0,0 1 0,11 7 0,-14-12 0,1 1 0,-1-1 0,1 0 0,-1 0 0,1 0 0,0-1 0,-1 1 0,1 0 0,0-1 0,0 0 0,0 0 0,-1 0 0,1 0 0,0 0 0,0-1 0,-1 1 0,1-1 0,5-1 0,5-2 0,0-1 0,-1-1 0,1 0 0,-1 0 0,0-1 0,0-1 0,-1 0 0,20-18 0,-26 22 0,-1 0 0,0-1 0,0 1 0,-1-1 0,1 0 0,-1 0 0,0 0 0,0 0 0,0-1 0,-1 1 0,0-1 0,0 1 0,0-1 0,-1 0 0,0 0 0,0 1 0,0-1 0,-1 0 0,0 0 0,0 0 0,-1 0 0,-1-11 0,1 15 0,1 1 0,0-1 0,-1 1 0,1 0 0,0-1 0,-1 1 0,0 0 0,1-1 0,-1 1 0,0 0 0,1 0 0,-1-1 0,0 1 0,0 0 0,0 0 0,0 0 0,0 0 0,0 0 0,-1 1 0,1-1 0,-2-1 0,2 2 0,0 0 0,0 0 0,0 0 0,0 0 0,0 0 0,0 1 0,-1-1 0,1 0 0,0 0 0,0 1 0,0-1 0,0 1 0,0-1 0,0 1 0,0-1 0,0 1 0,0 0 0,0-1 0,1 1 0,-2 1 0,-4 5 0,0-1 0,0 1 0,1 1 0,0-1 0,-5 11 0,2 0 0,0 0 0,1 0 0,-7 27 0,14-44 0,0 0 0,-1 1 0,1-1 0,0 0 0,0 0 0,0 0 0,-1 0 0,1 0 0,0 0 0,1 0 0,-1 0 0,0 0 0,0 0 0,0 0 0,1 0 0,-1 0 0,0 0 0,1 0 0,-1 0 0,2 2 0,-2-3 0,1 1 0,0-1 0,-1 0 0,1 1 0,0-1 0,-1 0 0,1 1 0,0-1 0,0 0 0,-1 0 0,1 0 0,0 0 0,0 0 0,0 0 0,-1 0 0,1 0 0,0 0 0,0 0 0,-1 0 0,1 0 0,1-1 0,3-1 0,0 0 0,-1 0 0,1 0 0,0-1 0,-1 1 0,8-7 0,27-33 0,-31 32 0,0 1 0,16-14 0,-24 23 0,0-1 0,1 1 0,-1 0 0,1-1 0,-1 1 0,1 0 0,-1 0 0,1-1 0,-1 1 0,0 0 0,1 0 0,-1 0 0,1 0 0,0 0 0,-1-1 0,1 1 0,-1 0 0,1 0 0,-1 0 0,1 0 0,-1 1 0,1-1 0,-1 0 0,1 0 0,-1 0 0,1 0 0,-1 0 0,1 1 0,-1-1 0,0 0 0,1 0 0,-1 1 0,1-1 0,-1 0 0,1 1 0,-1-1 0,0 0 0,1 1 0,-1-1 0,0 1 0,0-1 0,1 1 0,-1-1 0,0 1 0,0-1 0,1 1 0,-1-1 0,0 1 0,0-1 0,0 1 0,0-1 0,0 1 0,0 0 0,6 35 0,-6-29 0,9 55-1365,-4-31-5461</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9.326"/>
    </inkml:context>
    <inkml:brush xml:id="br0">
      <inkml:brushProperty name="width" value="0.05" units="cm"/>
      <inkml:brushProperty name="height" value="0.05" units="cm"/>
    </inkml:brush>
  </inkml:definitions>
  <inkml:trace contextRef="#ctx0" brushRef="#br0">64 29 24575,'16'-25'0,"-11"23"0,-8 16 0,-3 2 0,2-1 0,0 1 0,-2 18 0,5-28 0,1 1 0,-1-1 0,1 0 0,0 1 0,1-1 0,-1 0 0,1 1 0,1-1 0,-1 0 0,5 12 0,-5-17 0,-1 0 0,1 0 0,0 1 0,0-1 0,-1 0 0,1 0 0,0 0 0,0 0 0,0 0 0,0 0 0,0 0 0,1 0 0,-1 0 0,0-1 0,0 1 0,1 0 0,-1-1 0,0 1 0,0-1 0,1 0 0,-1 1 0,3-1 0,-2 0 0,1 0 0,0 0 0,-1 0 0,1-1 0,-1 1 0,1-1 0,-1 0 0,1 0 0,-1 0 0,1 0 0,2-2 0,1-1 0,0 0 0,0 0 0,0-1 0,-1 0 0,0 0 0,0 0 0,0-1 0,4-6 0,-6 8 0,-1-1 0,0 1 0,0 0 0,0-1 0,-1 1 0,1-1 0,-1 1 0,0-1 0,0 0 0,-1 0 0,1 1 0,-1-1 0,0 0 0,-1 0 0,1 0 0,-3-8 0,2 10 0,0 0 0,0 0 0,0 0 0,-1 1 0,0-1 0,1 0 0,-1 1 0,0-1 0,0 1 0,0 0 0,-1 0 0,1 0 0,0 0 0,-1 0 0,0 0 0,1 0 0,-1 1 0,0-1 0,0 1 0,0 0 0,0 0 0,0 0 0,0 0 0,0 1 0,0-1 0,-5 1 0,3-1-59,-1 1 0,1 0-1,-1 1 1,0-1-1,1 1 1,-1 0 0,1 0-1,-1 1 1,1 0 0,0 0-1,0 0 1,0 0 0,0 1-1,0 0 1,0 0-1,1 0 1,-1 1 0,1-1-1,0 1 1,0 0 0,0 1-1,-3 4 1,-7 13-6767</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09.689"/>
    </inkml:context>
    <inkml:brush xml:id="br0">
      <inkml:brushProperty name="width" value="0.05" units="cm"/>
      <inkml:brushProperty name="height" value="0.05" units="cm"/>
    </inkml:brush>
  </inkml:definitions>
  <inkml:trace contextRef="#ctx0" brushRef="#br0">21 116 24575,'0'-15'0,"0"0"0,-1 0 0,-1 0 0,0 0 0,-7-25 0,8 71 0,1 22 169,-2 109-1703,-1-122-5292</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10.186"/>
    </inkml:context>
    <inkml:brush xml:id="br0">
      <inkml:brushProperty name="width" value="0.05" units="cm"/>
      <inkml:brushProperty name="height" value="0.05" units="cm"/>
    </inkml:brush>
  </inkml:definitions>
  <inkml:trace contextRef="#ctx0" brushRef="#br0">1 101 24575,'0'-4'0,"0"0"0,0 0 0,1 0 0,-1 0 0,1 0 0,0 0 0,0 1 0,0-1 0,1 0 0,-1 1 0,1-1 0,0 1 0,0 0 0,0-1 0,0 1 0,1 0 0,3-4 0,-2 4 0,1-1 0,-1 1 0,1 0 0,0 1 0,0-1 0,0 1 0,0 0 0,0 0 0,0 1 0,0-1 0,1 1 0,5 0 0,-9 0 0,0 1 0,0-1 0,-1 1 0,1 0 0,0 0 0,0 0 0,0 0 0,0 0 0,0 0 0,-1 1 0,1-1 0,0 1 0,0-1 0,-1 1 0,1 0 0,0-1 0,-1 1 0,1 0 0,2 2 0,-3-2 0,-1 0 0,1 1 0,0-1 0,-1 1 0,1-1 0,-1 1 0,0 0 0,1-1 0,-1 1 0,0-1 0,0 1 0,0 0 0,0-1 0,0 1 0,-1-1 0,1 1 0,0-1 0,-1 1 0,1-1 0,-1 1 0,1-1 0,-1 1 0,-1 1 0,-4 9 0,0 1 0,-1-2 0,-14 18 0,14-20 0,1-1 0,0 2 0,0-1 0,1 0 0,0 1 0,-6 18 0,11-27 0,0 0 0,0 0 0,0 0 0,0 0 0,0 0 0,0 0 0,0 0 0,0 0 0,0 0 0,0 0 0,1 0 0,-1 0 0,0 0 0,1 0 0,-1 0 0,0 0 0,1 0 0,0-1 0,-1 1 0,1 0 0,-1 0 0,1-1 0,0 1 0,-1 0 0,1-1 0,0 1 0,0-1 0,0 1 0,0-1 0,-1 1 0,1-1 0,0 1 0,0-1 0,0 0 0,0 1 0,0-1 0,2 0 0,5 2 0,0-1 0,0 0 0,13 0 0,-17-1 0,109-7-1365,-49 0-5461</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12.678"/>
    </inkml:context>
    <inkml:brush xml:id="br0">
      <inkml:brushProperty name="width" value="0.05" units="cm"/>
      <inkml:brushProperty name="height" value="0.05" units="cm"/>
    </inkml:brush>
  </inkml:definitions>
  <inkml:trace contextRef="#ctx0" brushRef="#br0">1 2430 24575,'0'1'0,"0"-1"0,0 0 0,0 1 0,0-1 0,0 1 0,0-1 0,0 0 0,0 1 0,1-1 0,-1 0 0,0 1 0,0-1 0,0 1 0,0-1 0,1 0 0,-1 1 0,0-1 0,0 0 0,1 0 0,-1 1 0,0-1 0,1 0 0,-1 0 0,0 1 0,1-1 0,-1 0 0,0 0 0,1 0 0,-1 1 0,0-1 0,1 0 0,-1 0 0,1 0 0,18-2 0,17-11 0,22-15 0,-3-2 0,0-3 0,-2-2 0,-1-2 0,-2-3 0,-2-1 0,-2-3 0,-2-2 0,-1-1 0,-3-2 0,-2-2 0,-3-2 0,-1-1 0,43-98 0,-34 46 0,-6-1 0,-4-1 0,-5-2 0,-4-1 0,-6-1 0,-4-1 0,-5 0 0,-7-119 0,-5 172 0,-2 0 0,-3 0 0,-2 1 0,-3 0 0,-3 1 0,-36-91 0,47 123 268,0 1-350,5 24 12,0 0-1,-1 0 1,1 0-1,0 0 1,-1 1-1,1-1 1,-1 0-1,1 0 1,-1 1-1,0-1 1,1 0-1,-1 1 1,0-1-1,1 0 1,-1 1-1,0-1 1,0 1-1,0-1 1,1 1-1,-1 0 0,-2-1 1,-5-1-6756</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13.095"/>
    </inkml:context>
    <inkml:brush xml:id="br0">
      <inkml:brushProperty name="width" value="0.05" units="cm"/>
      <inkml:brushProperty name="height" value="0.05" units="cm"/>
    </inkml:brush>
  </inkml:definitions>
  <inkml:trace contextRef="#ctx0" brushRef="#br0">178 8 24575,'0'0'0,"0"0"0,0-1 0,0 1 0,0 0 0,0 0 0,0 0 0,0-1 0,0 1 0,0 0 0,0 0 0,0 0 0,0-1 0,0 1 0,0 0 0,0 0 0,0 0 0,0-1 0,0 1 0,0 0 0,0 0 0,0 0 0,0 0 0,0-1 0,0 1 0,0 0 0,0 0 0,-1 0 0,1 0 0,0-1 0,0 1 0,0 0 0,0 0 0,0 0 0,-1 0 0,1 0 0,0 0 0,0-1 0,0 1 0,0 0 0,-1 0 0,1 0 0,0 0 0,0 0 0,0 0 0,-1 0 0,1 0 0,0 0 0,0 0 0,0 0 0,-1 0 0,1 0 0,0 0 0,0 0 0,0 0 0,0 0 0,-1 0 0,-12 12 0,-10 20 0,-52 114 0,20-36 0,49-96 0,12-17 0,13-19 0,-4-5 0,16-39 0,-25 48 0,2 1 0,0 0 0,1 0 0,0 0 0,2 2 0,20-26 0,-27 37 0,-1 1 0,1 0 0,0 0 0,0 0 0,1 0 0,-1 0 0,0 1 0,1 0 0,0 0 0,-1 0 0,1 1 0,0-1 0,0 1 0,0 0 0,8 0 0,-6 1 0,1 0 0,0 1 0,-1 0 0,1 1 0,-1-1 0,1 2 0,-1-1 0,0 1 0,9 4 0,8 7 0,0 1 0,-1 1 0,-1 2 0,28 27 0,34 36-1365,-47-44-5461</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14.021"/>
    </inkml:context>
    <inkml:brush xml:id="br0">
      <inkml:brushProperty name="width" value="0.05" units="cm"/>
      <inkml:brushProperty name="height" value="0.05" units="cm"/>
    </inkml:brush>
  </inkml:definitions>
  <inkml:trace contextRef="#ctx0" brushRef="#br0">1221 295 24575,'1'-2'0,"0"1"0,0-1 0,0 0 0,0 1 0,0-1 0,0 0 0,0 0 0,-1 0 0,1 0 0,-1 0 0,1 0 0,-1 0 0,0 0 0,0 0 0,0-3 0,-4-33 0,3 31 0,-1-2 0,0 0 0,0-1 0,-1 1 0,0 1 0,-1-1 0,0 0 0,0 1 0,0 0 0,-1 0 0,-1 0 0,0 0 0,-11-11 0,8 10 0,-1 1 0,-1 0 0,1 1 0,-1 0 0,0 0 0,-1 2 0,1-1 0,-20-5 0,5 4 0,-1 1 0,1 1 0,-1 1 0,0 1 0,0 2 0,0 1 0,0 1 0,-39 6 0,28 1 0,0 1 0,1 2 0,0 1 0,1 2 0,0 2 0,2 1 0,0 2 0,1 1 0,0 1 0,-30 28 0,28-19 0,2 1 0,1 1 0,1 2 0,2 1 0,2 2 0,1 0 0,2 2 0,-25 53 0,38-66 0,0 1 0,2 0 0,0 1 0,2 0 0,1 0 0,2 0 0,1 1 0,1-1 0,2 43 0,1-51 0,2 0 0,0 0 0,2 0 0,0-1 0,1 1 0,1-1 0,0-1 0,2 1 0,0-2 0,1 1 0,1-1 0,1 0 0,0-1 0,18 18 0,-6-12 0,1 0 0,2-2 0,0 0 0,0-2 0,2-1 0,0-2 0,1-1 0,1-1 0,53 15 0,-20-11 0,0-4 0,1-2 0,127 5 0,-133-15-153,-1-2-1,1-3 1,-1-3-1,0-2 0,99-29 1,-128 29 82,0-2 0,-1-1 0,0-1 0,-1-1 0,0-2 1,-1 0-1,-1-2 0,-1-1 0,-1-1 0,0 0 0,-2-2 0,34-43 0,-38 38 71,0-1 0,-2-1 0,-1 0 0,-2-1 0,0 0 0,-2-1 0,-2-1 0,0 1 0,-3-1 0,0 0 0,-2-1 0,-1 1 0,-2 0 0,-1-1 0,-7-40 0,3 46 0,-1 0 0,-1 1 0,-1-1 0,-1 2 0,-1-1 0,-2 1 0,0 1 0,-17-25 0,16 31 0,-1 0 0,0 1 0,-1 1 0,-1 0 0,0 1 0,-1 1 0,-1 0 0,0 1 0,-1 1 0,-32-15 0,20 15 17,0 0-1,0 2 0,-1 2 1,-56-9-1,25 11-586,-91 1 0,10 10-4720</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16.432"/>
    </inkml:context>
    <inkml:brush xml:id="br0">
      <inkml:brushProperty name="width" value="0.05" units="cm"/>
      <inkml:brushProperty name="height" value="0.05" units="cm"/>
    </inkml:brush>
  </inkml:definitions>
  <inkml:trace contextRef="#ctx0" brushRef="#br0">9 96 24575,'-4'0'0,"0"0"0,6 0 0,12 0 0,18 0 0,20 0 0,26-3 0,22-2 0,26-1 0,23-2 0,16-2-1126,12-1 1126,4-2 0,-4 0 0,5-1 0,-28 2-7065</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21.531"/>
    </inkml:context>
    <inkml:brush xml:id="br0">
      <inkml:brushProperty name="width" value="0.05" units="cm"/>
      <inkml:brushProperty name="height" value="0.05" units="cm"/>
    </inkml:brush>
  </inkml:definitions>
  <inkml:trace contextRef="#ctx0" brushRef="#br0">0 1 24575,'0'2'0,"0"4"0,0 5 0,0 5 0,3 6 0,0 3 0,0 4 0,-1 3 0,0 2 0,-1 1 0,0 1 0,-1 0 0,0-2 0,0-5 0,0-4 0,0-4 0,0-6-8191</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21.762"/>
    </inkml:context>
    <inkml:brush xml:id="br0">
      <inkml:brushProperty name="width" value="0.05" units="cm"/>
      <inkml:brushProperty name="height" value="0.05" units="cm"/>
    </inkml:brush>
  </inkml:definitions>
  <inkml:trace contextRef="#ctx0" brushRef="#br0">3 123 24575,'-3'-2'0,"10"-8"0,22-8 0,17 0 0,12 1 0,7 0 0,5 4 0,0 1 0,-3 3 0,-12 2-8191</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22.187"/>
    </inkml:context>
    <inkml:brush xml:id="br0">
      <inkml:brushProperty name="width" value="0.05" units="cm"/>
      <inkml:brushProperty name="height" value="0.05" units="cm"/>
    </inkml:brush>
  </inkml:definitions>
  <inkml:trace contextRef="#ctx0" brushRef="#br0">1 140 24575,'2'1'0,"1"1"0,-1-1 0,0 1 0,1-1 0,-1 0 0,1 0 0,0 0 0,-1 0 0,1 0 0,0 0 0,0-1 0,5 1 0,40-1 0,-32 0 0,-4 0 0,4 0 0,0 0 0,-1-1 0,1-1 0,22-4 0,-35 5 0,0 0 0,0 0 0,0 0 0,0 0 0,-1 0 0,1-1 0,0 1 0,-1-1 0,1 0 0,-1 1 0,1-1 0,-1 0 0,0-1 0,0 1 0,0 0 0,0-1 0,0 1 0,0-1 0,-1 1 0,1-1 0,-1 0 0,0 0 0,0 0 0,0 0 0,0 1 0,0-1 0,0-1 0,-1 1 0,0-3 0,0 2 0,0 1 0,0 0 0,0 0 0,-1 0 0,1 0 0,-1 0 0,0 0 0,0 0 0,0 0 0,0 1 0,-1-1 0,1 0 0,-1 0 0,0 1 0,1-1 0,-1 1 0,0 0 0,-1-1 0,1 1 0,0 0 0,-1 0 0,1 1 0,-1-1 0,1 0 0,-1 1 0,0-1 0,0 1 0,0 0 0,0 0 0,1 0 0,-1 1 0,-1-1 0,-2 0 0,1 0 0,-1 0 0,0 1 0,0 0 0,1 0 0,-1 0 0,0 0 0,1 1 0,-1 0 0,0 0 0,1 1 0,-1 0 0,1 0 0,0 0 0,0 0 0,0 1 0,0 0 0,-7 4 0,6-1 0,1 0 0,-1 0 0,1 0 0,0 1 0,1-1 0,0 1 0,0 0 0,0 1 0,1-1 0,0 1 0,0-1 0,1 1 0,0 0 0,-1 9 0,2-11 0,1-1 0,-1 1 0,1-1 0,0 1 0,1-1 0,-1 1 0,1-1 0,0 0 0,1 1 0,-1-1 0,1 0 0,0 0 0,1 0 0,-1 0 0,1 0 0,0 0 0,0-1 0,0 1 0,0-1 0,1 0 0,7 6 0,-1-3-114,1-1 1,-1 0-1,1 0 0,1-2 0,-1 1 1,1-1-1,-1-1 0,1 0 0,0-1 1,0 0-1,15 0 0,13 1-6712</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22.374"/>
    </inkml:context>
    <inkml:brush xml:id="br0">
      <inkml:brushProperty name="width" value="0.05" units="cm"/>
      <inkml:brushProperty name="height" value="0.05" units="cm"/>
    </inkml:brush>
  </inkml:definitions>
  <inkml:trace contextRef="#ctx0" brushRef="#br0">52 25 24575,'-9'-7'0,"-6"-2"0,0 2 0,4 5 0,10 8 0,11 12 0,12 10 0,4 6 0,3-2 0,-1 0 0,-6-7-8191</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22.546"/>
    </inkml:context>
    <inkml:brush xml:id="br0">
      <inkml:brushProperty name="width" value="0.05" units="cm"/>
      <inkml:brushProperty name="height" value="0.05" units="cm"/>
    </inkml:brush>
  </inkml:definitions>
  <inkml:trace contextRef="#ctx0" brushRef="#br0">153 5 24575,'-7'-5'0,"-8"6"0,-2 8 0,-2 6 0,-2 6 0,0 6 0,1 4 0,2 1 0,4-5-8191</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22.776"/>
    </inkml:context>
    <inkml:brush xml:id="br0">
      <inkml:brushProperty name="width" value="0.05" units="cm"/>
      <inkml:brushProperty name="height" value="0.05" units="cm"/>
    </inkml:brush>
  </inkml:definitions>
  <inkml:trace contextRef="#ctx0" brushRef="#br0">0 0 24575,'0'10'0,"0"7"0,3 9 0,2 4 0,4 2 0,2 0 0,2 0 0,3-1 0,1-4 0,1-3 0,-1-7 0,-3-5-8191</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22.915"/>
    </inkml:context>
    <inkml:brush xml:id="br0">
      <inkml:brushProperty name="width" value="0.05" units="cm"/>
      <inkml:brushProperty name="height" value="0.05" units="cm"/>
    </inkml:brush>
  </inkml:definitions>
  <inkml:trace contextRef="#ctx0" brushRef="#br0">1 22 24575,'0'-2'0,"2"-4"0,3 0 0,16 1 0,11 3 0,4 2 0,-3 2-8191</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24.049"/>
    </inkml:context>
    <inkml:brush xml:id="br0">
      <inkml:brushProperty name="width" value="0.05" units="cm"/>
      <inkml:brushProperty name="height" value="0.05" units="cm"/>
    </inkml:brush>
  </inkml:definitions>
  <inkml:trace contextRef="#ctx0" brushRef="#br0">84 121 24575,'0'-5'0,"1"-1"0,1 1 0,-1 0 0,1-1 0,0 1 0,3-7 0,9-27 0,-14 37 0,0 1 0,1-1 0,-1 0 0,0 0 0,0 0 0,0 1 0,0-1 0,0 0 0,-1 0 0,1 0 0,-1 1 0,1-1 0,-1 0 0,1 1 0,-1-1 0,0 0 0,-2-2 0,3 3 0,0 1 0,-1 0 0,1-1 0,0 1 0,-1 0 0,1 0 0,0-1 0,-1 1 0,1 0 0,-1 0 0,1 0 0,-1 0 0,1-1 0,0 1 0,-1 0 0,1 0 0,-1 0 0,1 0 0,-1 0 0,1 0 0,0 0 0,-1 0 0,1 0 0,-1 0 0,1 1 0,-1-1 0,1 0 0,-1 0 0,1 0 0,0 0 0,-1 1 0,1-1 0,0 0 0,-1 0 0,1 1 0,0-1 0,-1 0 0,1 1 0,0-1 0,-1 0 0,1 1 0,0-1 0,0 0 0,-1 1 0,1-1 0,0 1 0,0-1 0,0 0 0,-1 2 0,-10 21 0,11-22 0,-4 9 0,1 0 0,0 1 0,0 0 0,1-1 0,0 1 0,1 0 0,1 0 0,1 20 0,-1-24 0,2 0 0,-1 1 0,1-1 0,0 0 0,0-1 0,1 1 0,0 0 0,0-1 0,1 1 0,-1-1 0,1 0 0,1 0 0,-1-1 0,7 7 0,2 5 0,-13-16 0,0-1 0,0 1 0,0-1 0,1 1 0,-1 0 0,0-1 0,0 1 0,0-1 0,0 1 0,0-1 0,-1 1 0,1 0 0,0-1 0,0 1 0,0-1 0,0 1 0,0-1 0,-1 1 0,1-1 0,-1 2 0,-1 0 0,0 0 0,-1-1 0,1 1 0,0-1 0,-1 1 0,1-1 0,-1 0 0,0 1 0,1-1 0,-6 1 0,-5 2 0,8-1 0,0-1 0,0-1 0,0 1 0,0-1 0,0 0 0,0 0 0,-1 0 0,1-1 0,0 1 0,0-1 0,-8-1 0,13 1 0,0 0 0,0 0 0,0 0 0,0 0 0,-1 0 0,1 0 0,0 0 0,0 0 0,0-1 0,-1 1 0,1 0 0,0 0 0,0 0 0,0 0 0,0 0 0,0 0 0,-1 0 0,1 0 0,0-1 0,0 1 0,0 0 0,0 0 0,0 0 0,0 0 0,0-1 0,-1 1 0,1 0 0,0 0 0,0 0 0,0 0 0,0-1 0,0 1 0,0 0 0,0 0 0,0 0 0,0 0 0,0-1 0,0 1 0,0 0 0,0 0 0,0 0 0,0-1 0,0 1 0,0 0 0,0 0 0,1 0 0,8-8 0,12-3 0,-15 9 0,-1 0 0,1 0 0,0 0 0,-1 1 0,1 0 0,0 0 0,11 0 0,-16 2 0,1-1 0,0 0 0,-1 0 0,1 1 0,0-1 0,-1 1 0,1 0 0,0-1 0,-1 1 0,1 0 0,-1 0 0,1 0 0,-1 0 0,1 0 0,-1 0 0,0 0 0,0 1 0,0-1 0,1 0 0,-1 1 0,0-1 0,-1 1 0,1-1 0,0 1 0,0-1 0,-1 1 0,1 0 0,-1-1 0,1 1 0,0 2 0,-1 5 0,1 0 0,-1 0 0,0-1 0,-1 1 0,0 0 0,-2 11 0,1-12 0,0 1 0,1 0 0,0 0 0,1-1 0,0 1 0,2 12 0,-2-19 0,1 1 0,0 0 0,0-1 0,0 1 0,0-1 0,1 1 0,-1-1 0,1 0 0,-1 0 0,1 1 0,0-1 0,0 0 0,0 0 0,0-1 0,0 1 0,0 0 0,0-1 0,1 1 0,-1-1 0,1 0 0,-1 0 0,1 0 0,-1 0 0,6 1 0,-1-1-114,0 0 1,0 0-1,0-1 0,0 1 0,0-2 1,0 1-1,0-1 0,0 0 0,0-1 1,0 1-1,12-6 0,5-2-6712</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25.578"/>
    </inkml:context>
    <inkml:brush xml:id="br0">
      <inkml:brushProperty name="width" value="0.05" units="cm"/>
      <inkml:brushProperty name="height" value="0.05" units="cm"/>
    </inkml:brush>
  </inkml:definitions>
  <inkml:trace contextRef="#ctx0" brushRef="#br0">0 93 24575,'1'-3'0,"-1"0"0,1 0 0,0 0 0,0 0 0,0 0 0,0 0 0,0 0 0,1 0 0,-1 0 0,1 1 0,0-1 0,0 0 0,0 1 0,0 0 0,0-1 0,1 1 0,-1 0 0,0 0 0,1 0 0,0 1 0,-1-1 0,1 0 0,5-1 0,-5 2 0,0-1 0,-1 1 0,1 0 0,0 0 0,0 0 0,0 1 0,0-1 0,0 1 0,0 0 0,0-1 0,0 1 0,0 1 0,0-1 0,0 0 0,0 1 0,0-1 0,0 1 0,0 0 0,-1 0 0,1 0 0,0 1 0,0-1 0,-1 0 0,1 1 0,2 2 0,1 2 0,-1 1 0,0 0 0,0 0 0,-1 0 0,0 1 0,0 0 0,-1-1 0,5 14 0,-5-9 0,1 1 0,-2-1 0,0 1 0,0 0 0,-1 13 0,-1-22 0,0 0 0,-1 0 0,0 0 0,0-1 0,0 1 0,-3 5 0,4-8 0,0-1 0,-1 1 0,1 0 0,0 0 0,0-1 0,-1 1 0,1 0 0,-1 0 0,1-1 0,-1 1 0,1 0 0,-1-1 0,1 1 0,-1-1 0,1 1 0,-1-1 0,0 1 0,1-1 0,-1 1 0,0-1 0,1 0 0,-1 1 0,0-1 0,0 0 0,1 1 0,-1-1 0,0 0 0,0 0 0,0 0 0,1 0 0,-1 0 0,0 0 0,0 0 0,0 0 0,1 0 0,-2-1 0,1 1 0,1 0 0,-1-1 0,0 0 0,1 1 0,-1-1 0,1 1 0,-1-1 0,1 0 0,0 1 0,-1-1 0,1 0 0,0 1 0,-1-1 0,1 0 0,0 1 0,0-1 0,0 0 0,-1 0 0,1 0 0,0 1 0,0-1 0,0 0 0,0 0 0,1 1 0,-1-1 0,0 0 0,0 0 0,0 1 0,1-2 0,8-24 0,-8 23 0,12-25 0,0 2 0,2-1 0,0 2 0,2 0 0,20-23 0,-35 46 0,0 0 0,0 0 0,0 0 0,0 0 0,0 0 0,0 1 0,0-1 0,1 0 0,-1 1 0,1 0 0,-1 0 0,4-1 0,-5 1 0,-1 1 0,1 0 0,0 0 0,0 0 0,-1 0 0,1 0 0,0 0 0,-1 1 0,1-1 0,0 0 0,-1 0 0,1 0 0,0 1 0,-1-1 0,1 0 0,0 1 0,-1-1 0,1 0 0,0 1 0,0 1 0,0-1 0,0 0 0,0 1 0,0-1 0,0 1 0,0-1 0,0 1 0,-1 0 0,1-1 0,0 4 0,6 26 170,4 50 0,-8-48-1022,9 38-1,-8-52-5973</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25.993"/>
    </inkml:context>
    <inkml:brush xml:id="br0">
      <inkml:brushProperty name="width" value="0.05" units="cm"/>
      <inkml:brushProperty name="height" value="0.05" units="cm"/>
    </inkml:brush>
  </inkml:definitions>
  <inkml:trace contextRef="#ctx0" brushRef="#br0">115 150 24575,'3'-4'0,"-1"0"0,1-1 0,-1 0 0,0 0 0,-1 0 0,1 0 0,-1 0 0,0 0 0,0-8 0,0 8 0,0 1 0,-1-1 0,0 1 0,0 0 0,-1 0 0,1 0 0,-1-1 0,0 1 0,0 0 0,0 0 0,0 0 0,-1 0 0,0 0 0,0 0 0,0 1 0,0-1 0,-5-6 0,6 9 0,0 0 0,-1 0 0,1 0 0,0 0 0,0 0 0,-1 0 0,1 0 0,-1 0 0,1 0 0,-1 1 0,1-1 0,-1 0 0,1 1 0,-1 0 0,0-1 0,1 1 0,-1 0 0,-2 0 0,2 0 0,0 0 0,0 1 0,0-1 0,0 1 0,0 0 0,0 0 0,0 0 0,0 0 0,1 0 0,-1 0 0,0 0 0,1 1 0,-1-1 0,0 1 0,1-1 0,0 1 0,-3 3 0,-3 5 0,1 0 0,1 1 0,0 0 0,0 0 0,1 0 0,0 1 0,1-1 0,0 1 0,1 0 0,1 0 0,0 0 0,0 21 0,1-31 0,0 0 0,0 0 0,0 0 0,0 1 0,1-1 0,-1 0 0,0 0 0,1 0 0,-1 0 0,1 0 0,0-1 0,0 1 0,0 0 0,0 0 0,0 0 0,0-1 0,0 1 0,1 0 0,-1-1 0,1 1 0,-1-1 0,1 0 0,-1 1 0,1-1 0,0 0 0,0 0 0,-1 0 0,1 0 0,0-1 0,4 2 0,-2-1 0,-1-1 0,1 0 0,-1 0 0,1-1 0,0 1 0,-1-1 0,1 0 0,-1 0 0,0 0 0,1 0 0,-1 0 0,0-1 0,1 1 0,-1-1 0,0 0 0,0 0 0,3-3 0,4-5 0,0 0 0,0-1 0,15-21 0,14-16 0,-39 47 0,1 1 0,0-1 0,-1 0 0,1 0 0,0 0 0,0 1 0,0-1 0,0 0 0,0 1 0,-1-1 0,1 1 0,0-1 0,0 1 0,1 0 0,-1-1 0,0 1 0,0 0 0,0 0 0,2-1 0,-2 2 0,-1-1 0,1 0 0,0 1 0,-1-1 0,1 0 0,0 1 0,-1-1 0,1 1 0,-1-1 0,1 1 0,-1-1 0,1 1 0,-1 0 0,0-1 0,1 1 0,-1 0 0,0-1 0,1 1 0,-1 0 0,0-1 0,0 1 0,1 0 0,0 7 0,0 0 0,0 0 0,0 0 0,-1 9 0,0-13 0,-1 42-1365,1-25-5461</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26.829"/>
    </inkml:context>
    <inkml:brush xml:id="br0">
      <inkml:brushProperty name="width" value="0.05" units="cm"/>
      <inkml:brushProperty name="height" value="0.05" units="cm"/>
    </inkml:brush>
  </inkml:definitions>
  <inkml:trace contextRef="#ctx0" brushRef="#br0">7 71 24575,'-1'-3'0,"0"-1"0,0 0 0,0 0 0,0 0 0,0 0 0,1 0 0,0 0 0,0 0 0,0 0 0,0 0 0,2-5 0,1 4 0,1 11 0,3 12 0,19 121 0,-12-52 0,-10-72 0,-2-18 0,0-26 0,-2 20 0,1-12 0,1 0 0,2 0 0,8-32 0,-10 44 0,2-1 0,-1 1 0,1 0 0,1 0 0,0 0 0,0 1 0,1 0 0,0 0 0,11-12 0,-16 18 0,0 1 0,1 0 0,-1-1 0,0 1 0,1 0 0,-1 0 0,1 0 0,-1 0 0,1 0 0,-1 0 0,1 1 0,0-1 0,0 0 0,-1 1 0,1 0 0,0-1 0,0 1 0,-1 0 0,1 0 0,0 0 0,0 0 0,0 0 0,-1 0 0,1 0 0,3 2 0,-3-1 0,1 0 0,-1 1 0,-1-1 0,1 1 0,0-1 0,0 1 0,-1 0 0,1 0 0,-1 0 0,1 0 0,-1 0 0,0 0 0,0 0 0,0 1 0,0-1 0,0 0 0,0 0 0,0 5 0,1 3 0,-1-1 0,0 1 0,0 0 0,-2 12 0,1-12 0,0 0 0,0 0 0,4 18 0,-4-27 0,0-1 0,0 1 0,0-1 0,0 0 0,0 1 0,1-1 0,-1 0 0,0 1 0,0-1 0,1 0 0,-1 1 0,0-1 0,0 0 0,1 0 0,-1 1 0,0-1 0,1 0 0,-1 0 0,0 1 0,1-1 0,-1 0 0,0 0 0,1 0 0,-1 0 0,1 0 0,-1 0 0,0 1 0,1-1 0,-1 0 0,1 0 0,-1 0 0,0 0 0,1 0 0,-1-1 0,1 1 0,-1 0 0,0 0 0,1 0 0,-1 0 0,1 0 0,-1 0 0,0-1 0,1 1 0,-1 0 0,0 0 0,1-1 0,-1 1 0,0 0 0,1 0 0,-1-1 0,0 1 0,0 0 0,1-1 0,22-21 0,-16 15 0,-4 4 0,0 0 0,0 0 0,1 1 0,-1-1 0,1 1 0,-1 0 0,1 0 0,0 1 0,0-1 0,0 1 0,8-2 0,-6 2 0,0 1 0,0 0 0,0 1 0,0-1 0,0 1 0,0 0 0,10 3 0,-13-3 0,1-1 0,-1 1 0,0-1 0,1 0 0,-1 0 0,0 0 0,0-1 0,1 1 0,-1-1 0,0 0 0,0 0 0,1 0 0,-1 0 0,0 0 0,0-1 0,0 1 0,0-1 0,-1 0 0,1 0 0,0 0 0,-1 0 0,0-1 0,1 1 0,-1 0 0,0-1 0,0 0 0,0 0 0,0 1 0,-1-1 0,1 0 0,-1 0 0,0-1 0,0 1 0,0 0 0,0 0 0,-1 0 0,1-1 0,-1 1 0,1 0 0,-1-1 0,0 1 0,-1 0 0,1-1 0,-1 1 0,1 0 0,-3-5 0,3 6 0,0 1 0,-1 0 0,1 0 0,-1 0 0,1 0 0,-1 0 0,0 0 0,1 0 0,-1 0 0,0 0 0,0 0 0,0 0 0,1 0 0,-1 1 0,0-1 0,0 0 0,0 1 0,0-1 0,0 1 0,-1-1 0,1 1 0,0-1 0,0 1 0,0 0 0,0-1 0,-1 1 0,1 0 0,0 0 0,0 0 0,0 0 0,-1 0 0,1 0 0,0 0 0,0 0 0,0 1 0,-1-1 0,1 0 0,0 1 0,0-1 0,0 1 0,0-1 0,0 1 0,0 0 0,-2 1 0,0 0 0,1 0 0,-1 0 0,0 0 0,1 1 0,0-1 0,-1 1 0,1-1 0,0 1 0,1 0 0,-1 0 0,0 0 0,1 0 0,-1 0 0,1 0 0,-1 5 0,2-5 0,0 1 0,0 0 0,0 0 0,0-1 0,1 1 0,0 0 0,-1-1 0,1 1 0,1 0 0,-1-1 0,0 1 0,1-1 0,0 0 0,0 1 0,0-1 0,0 0 0,0 0 0,4 3 0,-2-1 0,1-1 0,0 1 0,0-1 0,1 0 0,0 0 0,-1-1 0,1 1 0,0-1 0,9 3 0,-13-6-151,0 1-1,0 0 0,1-1 0,-1 0 1,0 1-1,0-1 0,1 0 1,3-1-1,5-1-6674</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27.596"/>
    </inkml:context>
    <inkml:brush xml:id="br0">
      <inkml:brushProperty name="width" value="0.05" units="cm"/>
      <inkml:brushProperty name="height" value="0.05" units="cm"/>
    </inkml:brush>
  </inkml:definitions>
  <inkml:trace contextRef="#ctx0" brushRef="#br0">4 16 24575,'0'0'0,"0"0"0,0 0 0,-1-1 0,1 1 0,0 0 0,0 0 0,0 0 0,-1 0 0,1-1 0,0 1 0,0 0 0,0 0 0,0 0 0,0-1 0,-1 1 0,1 0 0,0 0 0,0-1 0,0 1 0,0 0 0,0 0 0,0-1 0,0 1 0,0 0 0,0 0 0,0-1 0,0 1 0,0 0 0,0-1 0,0 1 0,0 0 0,0 0 0,0-1 0,0 1 0,1 0 0,-1 0 0,0 0 0,0-1 0,0 1 0,0 0 0,14-5 0,23 4 0,-32 1 0,-2 0 0,0 0 0,0 0 0,0 0 0,0 0 0,-1 1 0,1 0 0,0-1 0,0 1 0,0 0 0,-1 0 0,1 0 0,0 1 0,-1-1 0,4 3 0,-5-3 0,0 0 0,0 0 0,0 1 0,-1-1 0,1 0 0,0 1 0,0-1 0,-1 1 0,1-1 0,-1 1 0,0-1 0,1 1 0,-1 0 0,0-1 0,0 1 0,0-1 0,0 1 0,0 0 0,0-1 0,0 1 0,0-1 0,-1 1 0,1-1 0,-1 1 0,1-1 0,-1 1 0,-1 1 0,-2 6 0,0 0 0,-2-1 0,1 0 0,-9 12 0,9-15 0,0 0 0,1 1 0,0 0 0,0 0 0,1 0 0,0 1 0,0-1 0,0 1 0,-3 13 0,6-19 0,0 0 0,0 0 0,0 0 0,0 0 0,0 0 0,0 0 0,0 0 0,0 0 0,0 0 0,1 0 0,-1 0 0,0 0 0,0-1 0,1 1 0,-1 0 0,1 0 0,-1 0 0,1 0 0,-1 0 0,1-1 0,0 1 0,-1 0 0,1-1 0,1 2 0,0-1 0,-1 0 0,1 0 0,0 0 0,0-1 0,0 1 0,0 0 0,1-1 0,-1 1 0,0-1 0,4 0 0,2 0 0,0 0 0,1-1 0,-1 0 0,13-4 0,-21 5 0,0 0 0,1 0 0,-1 0 0,0 0 0,0 0 0,0 0 0,0 0 0,0 0 0,0 0 0,0 0 0,0 0 0,0 0 0,0 0 0,1 0 0,-1 0 0,0 0 0,0 0 0,0 0 0,0 0 0,0 0 0,0 0 0,0 0 0,0 0 0,0 0 0,1 0 0,-1 0 0,0 0 0,0 0 0,0 0 0,0 0 0,0 0 0,0 0 0,0 0 0,0 0 0,0 0 0,0 0 0,1 0 0,-1 1 0,0-1 0,0 0 0,0 0 0,0 0 0,0 0 0,0 0 0,0 0 0,0 0 0,0 0 0,0 0 0,0 0 0,0 1 0,0-1 0,0 0 0,0 0 0,0 0 0,0 0 0,0 0 0,0 0 0,0 0 0,-5 9 0,-14 15 0,11-15 0,6-6 0,-1 1 0,1 0 0,0 0 0,0 0 0,0 0 0,0 0 0,1 0 0,0 0 0,0 1 0,0-1 0,0 0 0,0 1 0,1-1 0,0 1 0,1 5 0,0 2 0,2-1 0,0 1 0,0 0 0,6 11 0,8 35 0,-16-54 0,0 1 0,-1 0 0,1 0 0,-1 0 0,-1 0 0,1 0 0,-1 0 0,1 0 0,-4 9 0,3-10-151,-1 0-1,0 0 0,0-1 0,0 1 1,-1-1-1,1 1 0,-1-1 1,-6 6-1,-7 6-6674</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47.516"/>
    </inkml:context>
    <inkml:brush xml:id="br0">
      <inkml:brushProperty name="width" value="0.05" units="cm"/>
      <inkml:brushProperty name="height" value="0.05" units="cm"/>
    </inkml:brush>
  </inkml:definitions>
  <inkml:trace contextRef="#ctx0" brushRef="#br0">231 127 24575,'3'-6'0,"-1"0"0,0 1 0,-1-1 0,0 0 0,0 0 0,0 0 0,0-1 0,-1 1 0,0 0 0,-1 0 0,1 0 0,-2-6 0,2 10 0,-1 0 0,1 0 0,-1 0 0,1 0 0,-1 0 0,0 0 0,1 0 0,-1 0 0,0 1 0,0-1 0,-1 0 0,1 1 0,0-1 0,0 1 0,-1-1 0,1 1 0,-1-1 0,1 1 0,-1 0 0,0 0 0,1 0 0,-1 0 0,0 0 0,0 0 0,0 0 0,0 1 0,0-1 0,0 1 0,0-1 0,0 1 0,0 0 0,0 0 0,0 0 0,0 0 0,0 0 0,0 0 0,0 0 0,0 1 0,-2 0 0,1 0 0,-1-1 0,1 1 0,0 0 0,0 0 0,0 1 0,0-1 0,0 1 0,1-1 0,-1 1 0,0 0 0,1 0 0,-1 0 0,1 1 0,0-1 0,-1 0 0,1 1 0,-2 4 0,2-3 0,0 0 0,1 0 0,-1 0 0,1 0 0,0 0 0,1 0 0,-1 1 0,1-1 0,-1 0 0,1 0 0,1 8 0,3 7 0,0 0 0,1-1 0,1 1 0,14 29 0,-17-41 0,5 10 0,-1 1 0,-1 0 0,-1 0 0,5 25 0,-9-38 0,-1 1 0,1-1 0,-1 1 0,0-1 0,-1 1 0,1-1 0,-1 1 0,0-1 0,-1 0 0,1 1 0,-1-1 0,0 0 0,0 0 0,-1 0 0,1 0 0,-1-1 0,0 1 0,-1-1 0,-6 8 0,1-4 0,0 0 0,-1 0 0,0-1 0,-16 8 0,20-11 0,0-1 0,0 0 0,0-1 0,-1 0 0,1 0 0,-1 0 0,1 0 0,-1-1 0,-11 0 0,17-1 0,0 0 0,0 0 0,0 0 0,0 0 0,1 0 0,-1 0 0,0 0 0,0 0 0,0 0 0,0-1 0,0 1 0,0 0 0,0-1 0,0 1 0,1-1 0,-1 1 0,0-1 0,0 1 0,1-1 0,-1 1 0,0-1 0,1 0 0,-1 1 0,0-2 0,1 1 0,0 0 0,-1 0 0,1 0 0,0 0 0,0 0 0,1 0 0,-1 0 0,0 0 0,0 0 0,0 0 0,0 1 0,1-1 0,-1 0 0,1 0 0,-1 0 0,0 0 0,1 0 0,0-1 0,3-2 0,-1-1 0,1 1 0,0 0 0,0 0 0,0 1 0,9-7 0,-6 6 25,0 0-1,1 1 0,0 0 1,-1 0-1,1 0 1,1 1-1,-1 0 0,0 1 1,0 0-1,1 0 0,-1 1 1,0 0-1,15 2 1,-18-1-100,0 0 1,0 0 0,0 1 0,0-1 0,0 1-1,0 1 1,0-1 0,0 1 0,-1-1 0,1 1-1,-1 1 1,0-1 0,0 0 0,0 1 0,0 0-1,-1 0 1,1 0 0,-1 1 0,0-1 0,0 1-1,-1-1 1,3 7 0,4 15-6752</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48.168"/>
    </inkml:context>
    <inkml:brush xml:id="br0">
      <inkml:brushProperty name="width" value="0.05" units="cm"/>
      <inkml:brushProperty name="height" value="0.05" units="cm"/>
    </inkml:brush>
  </inkml:definitions>
  <inkml:trace contextRef="#ctx0" brushRef="#br0">194 110 24575,'3'-5'0,"-1"-1"0,0 0 0,0 0 0,-1 0 0,0 0 0,0 0 0,0-1 0,0 1 0,-2-12 0,1 16 0,0 1 0,0-1 0,0 1 0,0-1 0,-1 0 0,1 1 0,-1-1 0,1 1 0,-1 0 0,1-1 0,-1 1 0,0-1 0,0 1 0,0 0 0,0 0 0,0-1 0,0 1 0,0 0 0,0 0 0,0 0 0,0 0 0,-1 0 0,1 0 0,0 0 0,-1 1 0,1-1 0,-1 0 0,1 1 0,-1-1 0,1 1 0,-1 0 0,1-1 0,-1 1 0,1 0 0,-1 0 0,1 0 0,-1 0 0,0 0 0,1 0 0,-1 1 0,1-1 0,-1 0 0,-1 1 0,-5 1 0,1 1 0,0 0 0,-1 0 0,1 0 0,0 0 0,0 1 0,1 1 0,-1-1 0,1 1 0,0 0 0,0 0 0,1 1 0,-7 7 0,10-10 0,0 0 0,-1 0 0,1 0 0,1 1 0,-1-1 0,0 1 0,1-1 0,0 1 0,0-1 0,0 1 0,0 0 0,0 0 0,1-1 0,0 1 0,-1 0 0,2 0 0,-1 0 0,0-1 0,1 1 0,-1 0 0,1-1 0,0 1 0,0 0 0,1-1 0,-1 1 0,1-1 0,0 1 0,4 5 0,3 2 0,1 0 0,1 0 0,0-1 0,22 16 0,-23-20 0,-1 2 0,0-1 0,0 1 0,0 0 0,-1 1 0,0 0 0,-1 1 0,9 13 0,-15-21 0,0 0 0,0 0 0,0 0 0,0 0 0,-1 0 0,1 0 0,-1 0 0,0 0 0,0 0 0,1 1 0,-1-1 0,0 0 0,-1 0 0,1 0 0,0 0 0,-1 0 0,1 0 0,-1 0 0,0 3 0,-1-2 0,0 0 0,0 0 0,0 0 0,0-1 0,0 1 0,-1 0 0,1-1 0,-1 1 0,0-1 0,-5 3 0,0 1 0,-1-2 0,0 1 0,0-1 0,-1-1 0,1 0 0,-1 0 0,-13 2 0,17-4 0,0-1 0,0 0 0,0 0 0,0-1 0,0 1 0,0-1 0,0 0 0,-7-3 0,11 3 0,0 1 0,0-1 0,0 0 0,0 0 0,0 0 0,0 0 0,0 0 0,0 0 0,1 0 0,-1-1 0,0 1 0,1-1 0,-1 1 0,1-1 0,-1 0 0,1 0 0,0 1 0,0-1 0,0 0 0,0 0 0,0 0 0,0 0 0,0 0 0,1 0 0,-1-4 0,1 5 0,0-1 0,0 0 0,1 1 0,-1-1 0,0 1 0,1-1 0,-1 1 0,1-1 0,0 1 0,0-1 0,-1 1 0,1 0 0,0-1 0,0 1 0,0 0 0,0 0 0,0 0 0,1 0 0,-1 0 0,0 0 0,1 0 0,-1 0 0,0 0 0,1 1 0,-1-1 0,1 0 0,2 0 0,3-2 0,0 1 0,1 1 0,-1-1 0,12 0 0,-12 1-47,0 1 0,-1 1 0,1-1 0,0 1 0,0 0 0,-1 1 0,1-1 0,0 2 0,-1-1-1,0 0 1,1 1 0,-1 0 0,0 1 0,-1 0 0,1-1 0,-1 2 0,1-1 0,-1 1 0,0-1 0,-1 1 0,1 1 0,-1-1-1,0 1 1,0-1 0,-1 1 0,0 0 0,0 1 0,2 6 0,-1 6-6779</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57.330"/>
    </inkml:context>
    <inkml:brush xml:id="br0">
      <inkml:brushProperty name="width" value="0.05" units="cm"/>
      <inkml:brushProperty name="height" value="0.05" units="cm"/>
    </inkml:brush>
  </inkml:definitions>
  <inkml:trace contextRef="#ctx0" brushRef="#br0">1 3643 24575,'1'-13'0,"1"1"0,0-1 0,1 0 0,1 1 0,0 0 0,1 0 0,11-23 0,2-4 0,263-755 0,-264 742 0,301-1132-1377,-289 1034 1338,-7 0-1,5-239 1,-28 297 19,-4 0 0,-3 0 0,-5 0 1,-3 2-1,-43-132 0,54 206 74,3 8 100,0 0 0,-1 1 0,0-1 1,-1 1-1,1 0 0,-9-12 0,12 19-148,0 0-1,0 0 1,0-1-1,0 1 0,0 0 1,0 0-1,-1 0 1,1 0-1,0 0 1,0-1-1,0 1 1,0 0-1,0 0 0,0 0 1,-1 0-1,1 0 1,0 0-1,0-1 1,0 1-1,0 0 0,-1 0 1,1 0-1,0 0 1,0 0-1,0 0 1,-1 0-1,1 0 1,0 0-1,0 0 0,0 0 1,-1 0-1,1 0 1,0 0-1,0 0 1,0 0-1,0 0 0,-1 0 1,1 0-1,0 0 1,0 1-1,0-1 1,0 0-1,-1 0 0,1 0 1,0 0-1,0 0 1,0 0-1,-1 1 1,-2 12 138,2 15-74,1 5-1435,1-19-5461</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57.884"/>
    </inkml:context>
    <inkml:brush xml:id="br0">
      <inkml:brushProperty name="width" value="0.05" units="cm"/>
      <inkml:brushProperty name="height" value="0.05" units="cm"/>
    </inkml:brush>
  </inkml:definitions>
  <inkml:trace contextRef="#ctx0" brushRef="#br0">11 0 24575,'5'76'0,"-1"5"0,-3 0 0,-14 113 0,10-158 0,2-32 0,-1 13 0,1 1 0,1 0 0,0-1 0,5 32 0,-4-45 0,-1-1 0,1 1 0,0-1 0,0 1 0,1-1 0,-1 0 0,1 1 0,-1-1 0,1 0 0,0 0 0,0 0 0,0-1 0,1 1 0,-1 0 0,1-1 0,-1 0 0,1 1 0,0-1 0,0 0 0,0 0 0,0-1 0,0 1 0,1-1 0,-1 1 0,0-1 0,1 0 0,-1 0 0,1-1 0,-1 1 0,6 0 0,3-1 0,1 0 0,-1-1 0,0-1 0,1 0 0,18-5 0,62-25 0,-59 19 0,71-31-1365,-80 31-5461</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58.111"/>
    </inkml:context>
    <inkml:brush xml:id="br0">
      <inkml:brushProperty name="width" value="0.05" units="cm"/>
      <inkml:brushProperty name="height" value="0.05" units="cm"/>
    </inkml:brush>
  </inkml:definitions>
  <inkml:trace contextRef="#ctx0" brushRef="#br0">1 4 24575,'0'-3'0,"0"2"0,0 4 0,0 6 0,0 6 0,0 5 0,0 7 0,0 5 0,0 3 0,0 2 0,2-1 0,1-1 0,2-4 0,3-5 0,0-8-8191</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58.248"/>
    </inkml:context>
    <inkml:brush xml:id="br0">
      <inkml:brushProperty name="width" value="0.05" units="cm"/>
      <inkml:brushProperty name="height" value="0.05" units="cm"/>
    </inkml:brush>
  </inkml:definitions>
  <inkml:trace contextRef="#ctx0" brushRef="#br0">82 11 24575,'-3'-2'0,"-2"-1"0,-4 0 0,-2 0 0,-2 4 0,0 3 0,-2 4 0,3 1-8191</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58.648"/>
    </inkml:context>
    <inkml:brush xml:id="br0">
      <inkml:brushProperty name="width" value="0.05" units="cm"/>
      <inkml:brushProperty name="height" value="0.05" units="cm"/>
    </inkml:brush>
  </inkml:definitions>
  <inkml:trace contextRef="#ctx0" brushRef="#br0">165 60 24575,'0'0'0,"1"0"0,-1 0 0,1 0 0,-1 0 0,1 0 0,-1-1 0,1 1 0,-1 0 0,0 0 0,1 0 0,-1-1 0,1 1 0,-1 0 0,1 0 0,-1-1 0,0 1 0,1 0 0,-1-1 0,0 1 0,1 0 0,-1-1 0,0 1 0,0-1 0,1 1 0,-1 0 0,0-1 0,0 1 0,0-1 0,1 1 0,-1-1 0,0 1 0,0-1 0,0 1 0,0-1 0,0 1 0,0-1 0,0 1 0,0-1 0,0 1 0,0-1 0,0 1 0,0 0 0,-1-1 0,1 1 0,0-1 0,0 1 0,0-1 0,-1 1 0,1-1 0,-1 0 0,-12-21 0,9 19 0,0 1 0,0 0 0,0 0 0,0 0 0,-1 0 0,1 1 0,0 0 0,-1 0 0,1 0 0,-1 0 0,1 0 0,-1 1 0,-5 0 0,2 0 0,1 1 0,-1 0 0,1 0 0,0 0 0,-1 1 0,1 0 0,-10 4 0,16-6 0,-1 1 0,1 0 0,-1-1 0,1 1 0,-1 0 0,1 0 0,0 0 0,0 0 0,-1 0 0,1 0 0,0 0 0,0 0 0,0 0 0,0 1 0,0-1 0,0 0 0,0 1 0,1-1 0,-1 1 0,0-1 0,0 3 0,1-2 0,0-1 0,1 1 0,-1 0 0,0-1 0,1 1 0,-1-1 0,1 1 0,-1-1 0,1 1 0,0-1 0,-1 1 0,1-1 0,0 1 0,0-1 0,0 0 0,0 0 0,2 2 0,4 4 0,1 0 0,1-1 0,-1 0 0,1-1 0,11 6 0,92 38 0,-54-26 0,-54-22 0,-1 1 0,1-1 0,-1 1 0,0 0 0,0 0 0,0 0 0,0 0 0,0 1 0,3 3 0,-5-6 0,-1 1 0,0-1 0,0 1 0,1-1 0,-1 1 0,0-1 0,0 1 0,1 0 0,-1-1 0,0 1 0,0-1 0,0 1 0,0-1 0,0 1 0,0 0 0,0-1 0,0 1 0,0-1 0,0 1 0,0 0 0,-1-1 0,1 1 0,0 0 0,-1 1 0,0-1 0,0 0 0,0 1 0,-1-1 0,1 0 0,0 0 0,0 0 0,-1 0 0,1 0 0,-1 0 0,1 0 0,-2 1 0,-15 5-124,-1 0 0,0-1 0,0-1 0,0-1 0,0 0 0,-1-1-1,1-2 1,-1 0 0,1-1 0,-27-3 0,22 0-6702</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58.890"/>
    </inkml:context>
    <inkml:brush xml:id="br0">
      <inkml:brushProperty name="width" value="0.05" units="cm"/>
      <inkml:brushProperty name="height" value="0.05" units="cm"/>
    </inkml:brush>
  </inkml:definitions>
  <inkml:trace contextRef="#ctx0" brushRef="#br0">0 11 24575,'1'-1'0,"0"0"0,0 1 0,0-1 0,0 0 0,0 0 0,0 0 0,0 1 0,0-1 0,0 1 0,0-1 0,0 1 0,0-1 0,1 1 0,-1-1 0,0 1 0,0 0 0,1 0 0,-1 0 0,0 0 0,0 0 0,1 0 0,1 0 0,-1 1 0,-1 0 0,1-1 0,0 1 0,0 0 0,-1 0 0,1 0 0,0 1 0,-1-1 0,1 0 0,-1 0 0,0 1 0,3 2 0,1 3 0,-1 1 0,0-1 0,0 0 0,0 1 0,4 14 0,4 28 0,-2 1 0,4 72 0,-1-13 0,-5-54-682,26 90-1,-27-127-6143</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59.090"/>
    </inkml:context>
    <inkml:brush xml:id="br0">
      <inkml:brushProperty name="width" value="0.05" units="cm"/>
      <inkml:brushProperty name="height" value="0.05" units="cm"/>
    </inkml:brush>
  </inkml:definitions>
  <inkml:trace contextRef="#ctx0" brushRef="#br0">18 43 24575,'-3'-4'0,"-2"-3"0,-1-1 0,3 0 0,4 2 0,5 1 0,6 2 0,5 2 0,5 0 0,6 1 0,-2 1-8191</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59.304"/>
    </inkml:context>
    <inkml:brush xml:id="br0">
      <inkml:brushProperty name="width" value="0.05" units="cm"/>
      <inkml:brushProperty name="height" value="0.05" units="cm"/>
    </inkml:brush>
  </inkml:definitions>
  <inkml:trace contextRef="#ctx0" brushRef="#br0">10 1 24575,'-4'2'0,"-1"1"0,5 0 0,6 0 0,5-2 0,5 3 0,4 0 0,5-1 0,-1 2 0,-4-1-8191</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59.452"/>
    </inkml:context>
    <inkml:brush xml:id="br0">
      <inkml:brushProperty name="width" value="0.05" units="cm"/>
      <inkml:brushProperty name="height" value="0.05" units="cm"/>
    </inkml:brush>
  </inkml:definitions>
  <inkml:trace contextRef="#ctx0" brushRef="#br0">33 1 24575,'-12'7'0,"-1"2"0,6 0 0,11-6 0,17-6 0,10-6 0,0 0-8191</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7:59.735"/>
    </inkml:context>
    <inkml:brush xml:id="br0">
      <inkml:brushProperty name="width" value="0.05" units="cm"/>
      <inkml:brushProperty name="height" value="0.05" units="cm"/>
    </inkml:brush>
  </inkml:definitions>
  <inkml:trace contextRef="#ctx0" brushRef="#br0">31 4 24575,'-7'-2'0,"-2"1"0,0 6 0,4 6 0,5 10 0,5 14 0,4 12 0,4 6 0,-2 5 0,0 1 0,1 1 0,-1-3 0,-4-4 0,-2-6 0,-2-7 0,-2-9-8191</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00.222"/>
    </inkml:context>
    <inkml:brush xml:id="br0">
      <inkml:brushProperty name="width" value="0.05" units="cm"/>
      <inkml:brushProperty name="height" value="0.05" units="cm"/>
    </inkml:brush>
  </inkml:definitions>
  <inkml:trace contextRef="#ctx0" brushRef="#br0">5 218 24575,'-1'-1'0,"1"0"0,-1 0 0,1 0 0,-1 0 0,1-1 0,-1 1 0,1 0 0,0 0 0,0 0 0,0-1 0,-1 1 0,1 0 0,0 0 0,1-1 0,-1 1 0,0 0 0,0 0 0,1-1 0,-1 1 0,0 0 0,1 0 0,-1 0 0,1-1 0,-1 1 0,1 0 0,0 0 0,0 0 0,-1 0 0,1 0 0,0 0 0,0 1 0,0-1 0,0 0 0,0 0 0,0 1 0,0-1 0,0 0 0,0 1 0,1-1 0,-1 1 0,0 0 0,0-1 0,2 1 0,7-3 0,0 0 0,0 1 0,0 1 0,12-1 0,-18 2 0,138-7 0,-73 5 0,-1-3 0,87-16 0,-152 20 0,-1 1 0,1-1 0,-1 1 0,1-1 0,-1 0 0,0 0 0,1 0 0,-1 0 0,0-1 0,0 1 0,0-1 0,0 1 0,0-1 0,0 0 0,0 0 0,2-2 0,-4 3 0,1-1 0,-1 1 0,1-1 0,-1 1 0,0-1 0,0 0 0,1 1 0,-1-1 0,0 1 0,0-1 0,-1 0 0,1 1 0,0-1 0,-1 1 0,1-1 0,0 1 0,-1-1 0,0 1 0,1-1 0,-1 1 0,0 0 0,0-1 0,0 1 0,0 0 0,0-1 0,-2 0 0,-3-7 0,-1 1 0,0 0 0,-1 0 0,-15-12 0,21 19 0,0 0 0,1 0 0,-1-1 0,0 1 0,0 0 0,0 1 0,0-1 0,0 0 0,0 0 0,0 1 0,0 0 0,0-1 0,0 1 0,0 0 0,0 0 0,0 0 0,0 0 0,0 0 0,0 0 0,0 1 0,0-1 0,0 1 0,0-1 0,0 1 0,0 0 0,0 0 0,0 0 0,0 0 0,0 0 0,1 0 0,-4 3 0,-1 2 0,1 1 0,0 0 0,0 0 0,0 0 0,1 1 0,0-1 0,1 1 0,0 0 0,0 0 0,0 0 0,-1 12 0,1-8 0,1-1 0,1 1 0,0 0 0,1-1 0,0 1 0,1 0 0,3 21 0,-3-30 0,0 1 0,0-1 0,0 1 0,0-1 0,1 0 0,-1 0 0,1 0 0,0 0 0,0 0 0,0 0 0,0 0 0,0 0 0,0-1 0,1 1 0,0-1 0,3 3 0,-4-4 0,0 0 0,1 0 0,-1 0 0,1-1 0,-1 1 0,1-1 0,0 1 0,-1-1 0,1 0 0,0 0 0,-1 0 0,1 0 0,-1 0 0,1-1 0,0 1 0,-1-1 0,1 0 0,-1 0 0,1 0 0,-1 0 0,1 0 0,1-2 0,27-19 0,-27 19 0,0-1 0,0 1 0,0 0 0,0 0 0,1 0 0,-1 1 0,1 0 0,0 0 0,8-3 0,-12 5 11,0 0-1,0 0 0,0 0 1,0 0-1,0 1 1,0-1-1,0 0 0,-1 0 1,1 1-1,0-1 0,0 0 1,0 1-1,0-1 1,0 1-1,-1-1 0,1 1 1,0 0-1,-1-1 0,1 1 1,0 0-1,-1-1 1,1 1-1,-1 0 0,1 0 1,0 1-1,12 27-158,-4-9-1339</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00.659"/>
    </inkml:context>
    <inkml:brush xml:id="br0">
      <inkml:brushProperty name="width" value="0.05" units="cm"/>
      <inkml:brushProperty name="height" value="0.05" units="cm"/>
    </inkml:brush>
  </inkml:definitions>
  <inkml:trace contextRef="#ctx0" brushRef="#br0">1 125 24575,'0'-124'0,"14"374"0,0-42 0,15-285 0,-26 72 0,6-16 0,18-32 0,-24 49 0,-1 0 0,1 0 0,0 0 0,0 0 0,0 1 0,1-1 0,-1 1 0,1 0 0,0 0 0,0 0 0,0 0 0,0 1 0,0-1 0,6-1 0,-8 4 0,-1 0 0,1 0 0,-1 0 0,1 0 0,-1 0 0,1 0 0,-1 0 0,1 1 0,-1-1 0,1 0 0,-1 1 0,1-1 0,-1 1 0,0 0 0,1 0 0,-1-1 0,0 1 0,0 0 0,1 0 0,-1 0 0,0 0 0,0 0 0,0 1 0,0-1 0,0 0 0,-1 0 0,1 1 0,0-1 0,0 0 0,-1 1 0,1-1 0,0 3 0,2 4 0,0 0 0,0 1 0,-1-1 0,1 11 0,-1-9 0,-1-1 0,-1 1 0,0 0 0,0-1 0,-1 1 0,0-1 0,0 1 0,-4 9 0,4-16 0,1-1 0,-1 0 0,0 0 0,0 0 0,0 1 0,-1-1 0,1 0 0,0-1 0,-1 1 0,1 0 0,-1 0 0,0 0 0,1-1 0,-1 1 0,0-1 0,0 0 0,0 1 0,0-1 0,0 0 0,0 0 0,-1 0 0,1-1 0,0 1 0,0 0 0,-1-1 0,1 1 0,0-1 0,-1 0 0,1 0 0,0 0 0,-1 0 0,1 0 0,0-1 0,-1 1 0,1-1 0,0 1 0,-1-1 0,-2-1 0,-9-4-1365,1-1-5461</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00.872"/>
    </inkml:context>
    <inkml:brush xml:id="br0">
      <inkml:brushProperty name="width" value="0.05" units="cm"/>
      <inkml:brushProperty name="height" value="0.05" units="cm"/>
    </inkml:brush>
  </inkml:definitions>
  <inkml:trace contextRef="#ctx0" brushRef="#br0">1 1 24575,'2'0'0,"-1"1"0,1-1 0,0 1 0,-1-1 0,1 1 0,0 0 0,-1-1 0,1 1 0,-1 0 0,1 0 0,-1 0 0,0 0 0,1 1 0,-1-1 0,0 0 0,0 1 0,0-1 0,0 0 0,0 1 0,0-1 0,0 1 0,0 0 0,0-1 0,-1 1 0,1 0 0,-1-1 0,1 3 0,2 9 0,0 0 0,2 20 0,-3-19 0,14 131 0,6 33 0,-16-150-1365,1-4-5461</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01.282"/>
    </inkml:context>
    <inkml:brush xml:id="br0">
      <inkml:brushProperty name="width" value="0.05" units="cm"/>
      <inkml:brushProperty name="height" value="0.05" units="cm"/>
    </inkml:brush>
  </inkml:definitions>
  <inkml:trace contextRef="#ctx0" brushRef="#br0">0 209 24575,'1'-1'0,"0"0"0,-1 0 0,1 0 0,0 0 0,0 0 0,0 0 0,0 0 0,0 0 0,0 0 0,1 1 0,-1-1 0,0 0 0,0 1 0,0-1 0,1 1 0,-1-1 0,0 1 0,0 0 0,3-1 0,30-1 0,-15 1 0,-5 0 0,-1-2 0,0 0 0,0 0 0,-1-2 0,1 1 0,-1-2 0,0 1 0,17-12 0,-25 15 0,-1-1 0,1 0 0,0 0 0,-1 0 0,0-1 0,0 1 0,0-1 0,0 0 0,0 0 0,-1 0 0,4-8 0,-5 8 0,0 1 0,0 0 0,-1-1 0,1 1 0,-1-1 0,0 0 0,0 1 0,0-1 0,0 1 0,-1-1 0,0 1 0,1-1 0,-1 1 0,0 0 0,-1-1 0,1 1 0,-4-6 0,5 8 0,-1-1 0,0 1 0,1-1 0,-1 1 0,0-1 0,0 1 0,0-1 0,0 1 0,-1 0 0,1 0 0,0-1 0,0 1 0,-1 0 0,1 0 0,-1 0 0,1 0 0,-1 1 0,1-1 0,-1 0 0,1 1 0,-1-1 0,0 1 0,1-1 0,-1 1 0,0 0 0,0 0 0,1 0 0,-1 0 0,0 0 0,0 0 0,1 0 0,-1 0 0,0 1 0,-2 0 0,1 1 0,0-1 0,0 1 0,0 0 0,1 0 0,-1 0 0,1 0 0,-1 0 0,1 1 0,0-1 0,0 1 0,0-1 0,0 1 0,0 0 0,0 0 0,1 0 0,0 0 0,-2 5 0,1 0 0,0 1 0,1-1 0,0 1 0,0 0 0,1-1 0,1 1 0,-1-1 0,1 1 0,1 0 0,-1-1 0,6 15 0,-3-11 0,0-1 0,1 0 0,1 0 0,0 0 0,0-1 0,1 0 0,15 18 0,-18-24-105,0-1 0,0 1 0,1-1 0,-1 0 0,1 0 0,0 0 0,0-1 0,0 0 0,0 0 0,0 0 0,0 0 0,9 1 0,12 0-6721</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06.621"/>
    </inkml:context>
    <inkml:brush xml:id="br0">
      <inkml:brushProperty name="width" value="0.05" units="cm"/>
      <inkml:brushProperty name="height" value="0.05" units="cm"/>
    </inkml:brush>
  </inkml:definitions>
  <inkml:trace contextRef="#ctx0" brushRef="#br0">3 670 24575,'0'0'0,"0"-1"0,0 1 0,0 0 0,0 0 0,0 0 0,0 0 0,0 0 0,0 0 0,0-1 0,1 1 0,-1 0 0,0 0 0,0 0 0,0 0 0,0 0 0,0-1 0,0 1 0,0 0 0,0 0 0,0 0 0,0 0 0,0 0 0,0-1 0,0 1 0,0 0 0,0 0 0,0 0 0,0 0 0,0 0 0,-1-1 0,1 1 0,0 0 0,0 0 0,0 0 0,0 0 0,0 0 0,0 0 0,0-1 0,0 1 0,0 0 0,-1 0 0,1 0 0,0 0 0,0 0 0,0 0 0,0 0 0,0 0 0,-1 0 0,1 0 0,0 0 0,0 0 0,0 0 0,13-7 0,5 2 0,-1-1 0,0 0 0,0-2 0,-1 0 0,0 0 0,0-1 0,17-15 0,-7 8 0,179-129 0,-164 112 0,-1-2 0,61-70 0,-85 86 86,-1-1-1,0-1 0,15-30 1,-25 42-229,-1-1 1,-1 1 0,1-1 0,-1 1-1,-1-1 1,0 0 0,0 0 0,-1 0 0,0-1-1,-1 1 1,-1-11 0,0 13-6684</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07.385"/>
    </inkml:context>
    <inkml:brush xml:id="br0">
      <inkml:brushProperty name="width" value="0.05" units="cm"/>
      <inkml:brushProperty name="height" value="0.05" units="cm"/>
    </inkml:brush>
  </inkml:definitions>
  <inkml:trace contextRef="#ctx0" brushRef="#br0">279 212 24575,'0'-6'0,"1"1"0,0 0 0,0-1 0,1 1 0,3-9 0,3-9 0,-7 17 0,1 0 0,-1 0 0,0-1 0,-1 1 0,1 0 0,-1-1 0,-1 1 0,1-1 0,-1 1 0,0 0 0,-4-11 0,4 13 0,-1 1 0,0-1 0,0 1 0,0 0 0,0-1 0,0 1 0,-1 0 0,1 1 0,-1-1 0,0 0 0,0 1 0,0 0 0,0-1 0,-1 1 0,1 0 0,0 1 0,-1-1 0,0 1 0,1-1 0,-8 0 0,0-1 0,-1 1 0,1 1 0,-1 0 0,0 0 0,1 2 0,-1-1 0,0 1 0,1 1 0,-1 0 0,-13 5 0,20-6 0,1 0 0,-1 1 0,0 0 0,1 0 0,-1 0 0,1 0 0,-1 1 0,1 0 0,0 0 0,0 0 0,1 0 0,-1 1 0,1 0 0,-1-1 0,1 1 0,0 0 0,1 1 0,-1-1 0,1 0 0,-1 1 0,1-1 0,1 1 0,-1 0 0,1 0 0,-1 0 0,1 5 0,1-5 0,0 1 0,0-1 0,1 0 0,0 0 0,0 1 0,1-1 0,-1 0 0,1 0 0,0 0 0,0 0 0,1-1 0,-1 1 0,1 0 0,0-1 0,1 0 0,3 4 0,5 5 0,1 0 0,0-1 0,22 15 0,113 62 0,-105-66 0,-1 2 0,46 36 0,-84-59 0,-1 1 0,0 0 0,0 0 0,0 0 0,0 0 0,-1 0 0,1 1 0,-1-1 0,0 1 0,2 5 0,-3-8 0,-1 1 0,1 0 0,-1-1 0,0 1 0,0 0 0,0-1 0,0 1 0,0 0 0,0-1 0,0 1 0,-1 0 0,1-1 0,0 1 0,-1 0 0,0-1 0,1 1 0,-1-1 0,0 1 0,0-1 0,0 1 0,0-1 0,0 0 0,0 1 0,0-1 0,0 0 0,0 0 0,-3 2 0,-5 4 0,-1-1 0,0 0 0,0-1 0,0 0 0,-1 0 0,1-1 0,-1-1 0,0 1 0,-16 1 0,-6 0 0,-65 1 0,81-6-455,1-1 0,-29-4 0,17-2-6371</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07.574"/>
    </inkml:context>
    <inkml:brush xml:id="br0">
      <inkml:brushProperty name="width" value="0.05" units="cm"/>
      <inkml:brushProperty name="height" value="0.05" units="cm"/>
    </inkml:brush>
  </inkml:definitions>
  <inkml:trace contextRef="#ctx0" brushRef="#br0">0 1 24575,'3'2'0,"2"6"0,4 4 0,2 2 0,-1 1 0,3 3 0,2 3 0,0 3 0,0 2 0,0 1 0,0 1 0,0 1 0,-1 0 0,1-3 0,-4-6-8191</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07.788"/>
    </inkml:context>
    <inkml:brush xml:id="br0">
      <inkml:brushProperty name="width" value="0.05" units="cm"/>
      <inkml:brushProperty name="height" value="0.05" units="cm"/>
    </inkml:brush>
  </inkml:definitions>
  <inkml:trace contextRef="#ctx0" brushRef="#br0">9 35 24575,'-2'-7'0,"-1"-5"0,0 2 0,3 5 0</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08.316"/>
    </inkml:context>
    <inkml:brush xml:id="br0">
      <inkml:brushProperty name="width" value="0.05" units="cm"/>
      <inkml:brushProperty name="height" value="0.05" units="cm"/>
    </inkml:brush>
  </inkml:definitions>
  <inkml:trace contextRef="#ctx0" brushRef="#br0">1 52 24575,'1'7'0,"0"-1"0,1 0 0,0 0 0,0 0 0,0 0 0,1 0 0,0 0 0,0 0 0,5 5 0,9 20 0,-15-25 0,10 20 0,14 51 0,-9-144 0,-12 42 0,2 0 0,0 1 0,2 0 0,0 0 0,15-25 0,-24 48 0,1 0 0,-1-1 0,1 1 0,0 0 0,0 0 0,0 0 0,0-1 0,0 1 0,0 0 0,0 0 0,0 0 0,0 1 0,0-1 0,0 0 0,1 0 0,-1 0 0,0 1 0,0-1 0,3 0 0,-3 1 0,0 1 0,-1-1 0,1 0 0,0 0 0,0 1 0,0-1 0,-1 0 0,1 1 0,0-1 0,0 1 0,-1-1 0,1 1 0,0-1 0,-1 1 0,1 0 0,-1-1 0,1 1 0,-1 0 0,1 0 0,-1-1 0,1 1 0,-1 0 0,1 1 0,2 7 0,1 1 0,-1 0 0,3 20 0,-5-26 0,6 40 0,-4-24 0,0 0 0,1-1 0,1 1 0,1-1 0,12 29 0,-17-47 0,-1 0 0,0 0 0,1 0 0,-1 0 0,1-1 0,-1 1 0,1 0 0,-1 0 0,1-1 0,-1 1 0,1 0 0,0-1 0,-1 1 0,1 0 0,0-1 0,-1 1 0,1-1 0,0 1 0,0-1 0,0 0 0,0 1 0,-1-1 0,1 0 0,0 0 0,0 1 0,0-1 0,0 0 0,0 0 0,0 0 0,0 0 0,0 0 0,0 0 0,-1 0 0,1-1 0,0 1 0,0 0 0,0 0 0,0-1 0,0 1 0,-1-1 0,1 1 0,0 0 0,0-1 0,0 0 0,-1 1 0,1-1 0,0 1 0,-1-1 0,1 0 0,-1 1 0,1-1 0,-1 0 0,2-1 0,3-5 0,0 0 0,-1 0 0,1-1 0,3-10 0,19-50 0,-15 35 0,17-33 0,-27 63 0,-1 1 0,1-1 0,0 1 0,0-1 0,0 1 0,0-1 0,4-3 0,-5 6 0,-1 0 0,1-1 0,-1 1 0,1 0 0,-1 0 0,1-1 0,-1 1 0,1 0 0,-1 0 0,1 0 0,0 0 0,-1 0 0,1 0 0,-1 0 0,1 0 0,-1 0 0,1 0 0,-1 0 0,1 0 0,0 0 0,-1 1 0,1-1 0,-1 0 0,1 0 0,-1 0 0,1 1 0,-1-1 0,1 0 0,-1 1 0,0-1 0,1 0 0,-1 1 0,1-1 0,-1 1 0,0-1 0,1 1 0,-1-1 0,0 1 0,1-1 0,-1 1 0,0-1 0,0 1 0,0-1 0,0 1 0,1-1 0,-1 1 0,0-1 0,0 2 0,6 19 85,0 0 0,-2 1-1,3 29 1,-4-26-653,0 0 0,10 30 0,-8-41-6258</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08.736"/>
    </inkml:context>
    <inkml:brush xml:id="br0">
      <inkml:brushProperty name="width" value="0.05" units="cm"/>
      <inkml:brushProperty name="height" value="0.05" units="cm"/>
    </inkml:brush>
  </inkml:definitions>
  <inkml:trace contextRef="#ctx0" brushRef="#br0">3 188 24575,'-1'-20'0,"0"15"0,1-1 0,-1 1 0,1 0 0,0 0 0,1-1 0,-1 1 0,1 0 0,0 0 0,0 0 0,4-8 0,-5 13 0,0 0 0,0-1 0,1 1 0,-1 0 0,0 0 0,1 0 0,-1 0 0,0 1 0,0-1 0,1 0 0,-1 0 0,0 0 0,0 0 0,1 0 0,-1 0 0,0 0 0,0 0 0,1 1 0,-1-1 0,0 0 0,0 0 0,1 0 0,-1 0 0,0 1 0,0-1 0,0 0 0,0 0 0,1 1 0,-1-1 0,0 0 0,0 0 0,0 1 0,0-1 0,0 0 0,0 0 0,0 1 0,0-1 0,0 0 0,0 1 0,0-1 0,0 0 0,0 0 0,0 1 0,0-1 0,6 16 0,110 368 0,-153-469 0,34 79 0,-50-152 0,46 134 0,2 0 0,0 0 0,2-1 0,-1-42 0,4 60 0,1 1 0,-1 0 0,1 0 0,1 0 0,-1 0 0,1 0 0,0 0 0,0 1 0,1-1 0,4-7 0,-5 11 0,-1 0 0,0 0 0,0 1 0,1-1 0,-1 1 0,1-1 0,-1 1 0,1 0 0,0 0 0,-1 0 0,1 0 0,0 0 0,0 0 0,0 0 0,0 0 0,0 1 0,0-1 0,0 1 0,0-1 0,0 1 0,0 0 0,0 0 0,0 0 0,0 0 0,0 0 0,0 0 0,0 1 0,0-1 0,0 1 0,0-1 0,0 1 0,0 0 0,0 0 0,2 1 0,0 0 0,-1 1 0,1-1 0,-1 1 0,0-1 0,1 1 0,-1 0 0,-1 1 0,1-1 0,0 0 0,-1 1 0,0-1 0,0 1 0,0 0 0,0 0 0,0 0 0,-1 0 0,0 0 0,0 0 0,0 0 0,0 0 0,-1 1 0,1-1 0,-1 0 0,0 0 0,0 1 0,-2 4 0,1 1 0,0 1 0,-1-1 0,-1 0 0,1 0 0,-2 0 0,1-1 0,-1 1 0,-1-1 0,-10 16 0,11-19-124,0 0 0,-1 0 0,0-1 0,0 0 0,-1 0 0,1 0-1,-1-1 1,0 1 0,0-1 0,-11 4 0,3-3-6702</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08.940"/>
    </inkml:context>
    <inkml:brush xml:id="br0">
      <inkml:brushProperty name="width" value="0.05" units="cm"/>
      <inkml:brushProperty name="height" value="0.05" units="cm"/>
    </inkml:brush>
  </inkml:definitions>
  <inkml:trace contextRef="#ctx0" brushRef="#br0">0 24 24575,'3'-10'0,"0"0"0,0 6 0,2 8 0,0 12 0,-1 9 0,1 10 0,0 6 0,2 7 0,-1 1 0,1 0 0,2-2 0,-1-3 0,1-5 0,2-4 0,-2-8-8191</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09.284"/>
    </inkml:context>
    <inkml:brush xml:id="br0">
      <inkml:brushProperty name="width" value="0.05" units="cm"/>
      <inkml:brushProperty name="height" value="0.05" units="cm"/>
    </inkml:brush>
  </inkml:definitions>
  <inkml:trace contextRef="#ctx0" brushRef="#br0">29 229 24575,'2'-2'0,"-1"0"0,1 0 0,-1 0 0,1 0 0,0 0 0,0 1 0,3-3 0,40-21 0,-27 15 0,31-21 0,-44 28 0,-1 0 0,0-1 0,0 0 0,0 0 0,0 0 0,-1 0 0,0-1 0,0 1 0,0-1 0,0 0 0,3-7 0,-5 10 0,-1-1 0,1 1 0,0-1 0,-1 1 0,1-1 0,-1 1 0,0-1 0,0 0 0,0 1 0,0-1 0,0 1 0,-1-1 0,1 0 0,-1 1 0,0-1 0,0 1 0,0 0 0,0-1 0,0 1 0,0 0 0,0-1 0,-1 1 0,1 0 0,-1 0 0,0 0 0,0 0 0,1 0 0,-1 1 0,0-1 0,-1 1 0,1-1 0,-3-1 0,2 1 0,-1 0 0,0 1 0,0-1 0,0 1 0,0 0 0,0 0 0,0 0 0,0 0 0,0 1 0,0 0 0,-1-1 0,1 2 0,0-1 0,0 0 0,0 1 0,-1 0 0,1 0 0,0 0 0,-5 2 0,3 1 0,0 0 0,0 0 0,0 1 0,1-1 0,0 1 0,0 0 0,0 0 0,1 1 0,-1 0 0,1 0 0,1 0 0,-1 0 0,1 0 0,0 1 0,0-1 0,1 1 0,0 0 0,0 0 0,-1 11 0,0 1 0,1 0 0,1 0 0,0 0 0,2 0 0,0 1 0,4 19 0,-2-23-105,1 1 0,0-1 0,1-1 0,1 1 0,0-1 0,1 0 0,1 0 0,0-1 0,1 0 0,1-1 0,0 0 0,23 24 0,-6-15-6721</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09.703"/>
    </inkml:context>
    <inkml:brush xml:id="br0">
      <inkml:brushProperty name="width" value="0.05" units="cm"/>
      <inkml:brushProperty name="height" value="0.05" units="cm"/>
    </inkml:brush>
  </inkml:definitions>
  <inkml:trace contextRef="#ctx0" brushRef="#br0">89 397 24575,'14'-21'0,"76"-117"0,-74 109 0,-1 1 0,-1-2 0,9-31 0,-21 54 0,0 0 0,0 0 0,-1 0 0,0 0 0,-1 0 0,1-10 0,-1 16 0,0 0 0,0 0 0,-1-1 0,1 1 0,0 0 0,0 0 0,0 0 0,-1-1 0,1 1 0,-1 0 0,1 0 0,-1 0 0,1 0 0,-1 0 0,0 0 0,1 0 0,-1 0 0,0 0 0,0 0 0,0 0 0,0 0 0,0 0 0,0 1 0,0-1 0,0 0 0,0 1 0,0-1 0,0 1 0,0-1 0,-1 1 0,1-1 0,0 1 0,0 0 0,0 0 0,-1 0 0,1 0 0,0 0 0,0 0 0,-1 0 0,1 0 0,0 0 0,0 0 0,-3 1 0,-4 2 0,0-1 0,1 1 0,-1 1 0,1-1 0,0 1 0,0 1 0,0-1 0,0 1 0,1 0 0,-9 9 0,2-1 0,1 1 0,1 0 0,-18 27 0,17-18 0,0 2 0,1-1 0,2 1 0,1 1 0,0-1 0,2 1 0,1 1 0,2-1 0,-2 51 0,7 15 0,19 135 0,-18-204 0,-2-13 47,0-3-204,0-1 0,0 1 0,-1 0 0,0 0 1,0 0-1,0-1 0,-1 1 0,-2 9 0,-3-4-6669</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10.142"/>
    </inkml:context>
    <inkml:brush xml:id="br0">
      <inkml:brushProperty name="width" value="0.05" units="cm"/>
      <inkml:brushProperty name="height" value="0.05" units="cm"/>
    </inkml:brush>
  </inkml:definitions>
  <inkml:trace contextRef="#ctx0" brushRef="#br0">1 135 24575,'8'-3'0,"1"0"0,1 1 0,-1-1 0,0 2 0,0-1 0,11 1 0,8-2 0,36-6 0,-14 3 0,-1-2 0,59-18 0,-105 25 0,-1 1 0,1-1 0,0 0 0,0 0 0,-1 0 0,1-1 0,-1 1 0,1 0 0,-1-1 0,1 0 0,-1 0 0,0 1 0,0-1 0,0-1 0,0 1 0,3-4 0,-5 6 0,0-1 0,0 0 0,-1 1 0,1-1 0,0 1 0,0-1 0,0 1 0,0-1 0,0 0 0,-1 1 0,1-1 0,0 1 0,0-1 0,-1 1 0,1-1 0,0 1 0,-1-1 0,1 1 0,-1 0 0,1-1 0,-1 1 0,1-1 0,-1 1 0,1 0 0,-1-1 0,1 1 0,-1 0 0,1 0 0,-1-1 0,1 1 0,-1 0 0,1 0 0,-1 0 0,0 0 0,1 0 0,-1 0 0,0 0 0,-25-3 0,24 3 0,-1 0 0,0 1 0,0-1 0,1 1 0,-1-1 0,0 1 0,1 0 0,-1 0 0,1 0 0,-1 0 0,1 1 0,-1-1 0,1 1 0,0-1 0,-4 5 0,3-3 0,-1 1 0,1 0 0,0 0 0,1 0 0,-1 0 0,1 1 0,0-1 0,-3 7 0,2-2 0,1 0 0,0 0 0,0 1 0,1-1 0,0 0 0,0 1 0,1-1 0,0 0 0,2 10 0,-2-17 0,0-1 0,0 0 0,0 0 0,0 1 0,1-1 0,-1 0 0,0 1 0,1-1 0,-1 0 0,1 0 0,-1 0 0,1 1 0,-1-1 0,1 0 0,0 0 0,0 0 0,0 0 0,-1 0 0,1 0 0,0 0 0,0-1 0,0 1 0,0 0 0,0 0 0,1-1 0,-1 1 0,0-1 0,0 1 0,0-1 0,1 1 0,-1-1 0,0 0 0,0 0 0,1 1 0,-1-1 0,0 0 0,1 0 0,-1 0 0,0 0 0,0-1 0,1 1 0,-1 0 0,0 0 0,0-1 0,1 1 0,-1-1 0,1 0 0,4-1 0,-1-1 0,0 0 0,0 0 0,0-1 0,-1 1 0,1-1 0,-1 0 0,0 0 0,5-7 0,-2 2 0,-2-1 0,1-1 0,-1 1 0,-1-1 0,0 1 0,0-1 0,-1-1 0,-1 1 0,0 0 0,0-1 0,0-21 0,-1 21-1365,2 2-5461</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10.988"/>
    </inkml:context>
    <inkml:brush xml:id="br0">
      <inkml:brushProperty name="width" value="0.05" units="cm"/>
      <inkml:brushProperty name="height" value="0.05" units="cm"/>
    </inkml:brush>
  </inkml:definitions>
  <inkml:trace contextRef="#ctx0" brushRef="#br0">0 99 24575,'0'-2'0,"0"-1"0,0 0 0,1 1 0,-1-1 0,0 0 0,1 1 0,0-1 0,-1 1 0,1-1 0,0 1 0,0-1 0,1 1 0,-1 0 0,0-1 0,3-2 0,-3 5 0,0-1 0,0 0 0,0 0 0,1 1 0,-1-1 0,0 1 0,0-1 0,1 1 0,-1-1 0,0 1 0,1 0 0,-1 0 0,0 0 0,1-1 0,-1 1 0,0 1 0,1-1 0,-1 0 0,0 0 0,0 0 0,1 1 0,-1-1 0,0 0 0,1 1 0,-1-1 0,0 1 0,0 0 0,0-1 0,0 1 0,0 0 0,2 1 0,3 2 0,-1 1 0,1-1 0,-1 1 0,-1-1 0,1 2 0,0-1 0,-1 0 0,0 1 0,-1 0 0,1 0 0,-1 0 0,4 11 0,-4-8 0,0 1 0,-1 0 0,0 1 0,0-1 0,-1 0 0,0 0 0,-2 18 0,3-38 0,0 0 0,1 0 0,0 0 0,1 1 0,0-1 0,10-17 0,40-58 0,-43 68 0,-7 11 0,-1 1 0,1-1 0,0 1 0,0 0 0,0 0 0,1 0 0,5-4 0,-18 48 0,7-24 0,1 0 0,0 0 0,1 1 0,4 23 0,1 16 0,-6-55 0,0 0 0,0 0 0,0 0 0,0 0 0,1 0 0,-1 0 0,0 0 0,0 0 0,0 0 0,0 0 0,0 0 0,0 0 0,0 0 0,0 0 0,0 0 0,0 0 0,0 0 0,0 0 0,0 0 0,0 0 0,1 0 0,-1 0 0,0 0 0,0 0 0,0 0 0,0 0 0,0 0 0,0 0 0,0 0 0,0 0 0,0 0 0,0 0 0,0 0 0,0 0 0,0 0 0,1 0 0,-1 0 0,0 0 0,0 0 0,0 0 0,0 0 0,0 0 0,0 0 0,0 0 0,0 0 0,0 1 0,0-1 0,0 0 0,0 0 0,0 0 0,0 0 0,0 0 0,0 0 0,0 0 0,0 0 0,0 0 0,0 0 0,0 0 0,0 0 0,0 1 0,0-1 0,0 0 0,0 0 0,0 0 0,0 0 0,0 0 0,0 0 0,0 0 0,0 0 0,6-8 0,7-17 0,-11 20 0,12-25 0,-10 20 0,1-1 0,0 0 0,1 1 0,0 0 0,0 1 0,1-1 0,0 1 0,10-9 0,-17 18 0,0 0 0,1 0 0,-1 0 0,0-1 0,0 1 0,1 0 0,-1 0 0,0 0 0,1 0 0,-1 0 0,0 0 0,1 0 0,-1 0 0,0 0 0,1 0 0,-1 0 0,0 0 0,1 0 0,-1 0 0,0 0 0,0 0 0,1 0 0,-1 0 0,0 1 0,1-1 0,-1 0 0,0 0 0,0 0 0,1 1 0,-1-1 0,0 0 0,0 0 0,1 0 0,-1 1 0,0-1 0,0 0 0,0 0 0,0 1 0,1-1 0,-1 0 0,0 1 0,0-1 0,0 0 0,0 0 0,0 1 0,0-1 0,0 0 0,0 1 0,0-1 0,0 0 0,0 1 0,0-1 0,0 0 0,0 1 0,2 22 0,-2-21 0,-2 52 0,0-40 0,2 0 0,-1 0 0,2 1 0,0-1 0,3 17 0,-4-30 0,0-1 0,0 1 0,1 0 0,-1-1 0,0 1 0,0 0 0,0-1 0,1 1 0,-1 0 0,0-1 0,1 1 0,-1-1 0,0 1 0,1 0 0,-1-1 0,1 1 0,-1-1 0,1 1 0,-1-1 0,1 1 0,-1-1 0,1 0 0,0 1 0,-1-1 0,1 0 0,0 1 0,-1-1 0,1 0 0,0 0 0,-1 0 0,1 0 0,0 1 0,0-1 0,1-1 0,0 1 0,0-1 0,0 0 0,0 0 0,0 0 0,-1 0 0,1 0 0,0 0 0,-1 0 0,1 0 0,2-3 0,5-5 0,-1 0 0,13-18 0,-11 11 0,-8 12 0,1-1 0,0 0 0,0 0 0,1 1 0,0 0 0,6-7 0,-9 11 0,0-1 0,-1 1 0,1-1 0,0 1 0,0 0 0,0-1 0,-1 1 0,1 0 0,0-1 0,0 1 0,0 0 0,0 0 0,0 0 0,-1 0 0,1 0 0,0 0 0,0 0 0,0 0 0,1 1 0,0-1 0,-1 1 0,1 0 0,-1 0 0,1 0 0,-1 0 0,0 0 0,1 0 0,-1 1 0,0-1 0,0 0 0,1 1 0,-1-1 0,1 2 0,1 3-273,1 0 0,-1 1 0,0-1 0,4 12 0,-4-5-6553</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2.392"/>
    </inkml:context>
    <inkml:brush xml:id="br0">
      <inkml:brushProperty name="width" value="0.05" units="cm"/>
      <inkml:brushProperty name="height" value="0.05" units="cm"/>
    </inkml:brush>
  </inkml:definitions>
  <inkml:trace contextRef="#ctx0" brushRef="#br0">0 41 24575,'1'-1'0,"-1"1"0,0-1 0,1 0 0,-1 0 0,1 0 0,-1 0 0,1 0 0,-1 1 0,1-1 0,0 0 0,-1 1 0,1-1 0,0 0 0,-1 1 0,1-1 0,0 1 0,0-1 0,0 1 0,0-1 0,-1 1 0,1 0 0,1-1 0,-1 1 0,0 0 0,0 1 0,0-1 0,0 0 0,-1 1 0,1-1 0,0 0 0,-1 1 0,1-1 0,0 1 0,0-1 0,-1 1 0,1-1 0,-1 1 0,1 0 0,-1-1 0,1 1 0,-1 0 0,1 0 0,0 0 0,3 8 0,0 0 0,0 1 0,3 13 0,-3-12 0,-2-4 0,1-1 0,0 0 0,0 1 0,0-1 0,1 0 0,0-1 0,0 1 0,0-1 0,1 0 0,0 0 0,0 0 0,0 0 0,1-1 0,-1 0 0,1 0 0,0-1 0,0 1 0,13 4 0,-12-6 0,0 0 0,1-1 0,-1 0 0,0 0 0,1 0 0,-1-1 0,1 0 0,-1 0 0,1-1 0,-1 0 0,1-1 0,-1 1 0,0-1 0,0-1 0,0 1 0,0-1 0,10-6 0,-13 6 0,1 0 0,-1 0 0,1-1 0,-1 0 0,0 0 0,0 0 0,-1 0 0,1 0 0,-1-1 0,0 0 0,0 0 0,-1 1 0,1-2 0,-1 1 0,2-8 0,-2 9 0,-1-1 0,0 1 0,0-1 0,-1 1 0,1-1 0,-1 0 0,0 1 0,-1-1 0,1 0 0,-1 1 0,1-1 0,-1 0 0,-1 1 0,1 0 0,-1-1 0,0 1 0,0 0 0,-4-7 0,5 9 0,1 1 0,-1 0 0,0 0 0,0 0 0,0 0 0,0 0 0,0 0 0,0 0 0,0 1 0,0-1 0,0 0 0,0 0 0,0 1 0,-1-1 0,0 0 0,1 1 0,0 0 0,1 0 0,-1 0 0,1 0 0,-1 0 0,1 0 0,-1 0 0,1 1 0,-1-1 0,0 0 0,1 0 0,-1 0 0,1 1 0,-1-1 0,1 0 0,0 1 0,-1-1 0,1 0 0,-1 1 0,1-1 0,-1 1 0,1-1 0,0 0 0,-1 2 0,-1 1 0,0 1 0,1-1 0,-1 1 0,1 0 0,0 0 0,0 0 0,0 0 0,0 5 0,0 23 0,2 1 0,1-1 0,1 0 0,8 33 0,3 28 0,-11-70 0,-2-1 0,0 0 0,-1 1 0,-2-1 0,-7 42 0,7-57 0,0 0 0,0 0 0,-1 0 0,0-1 0,0 1 0,-1-1 0,0 0 0,0 0 0,-7 9 0,7-11 0,0-1 0,0 0 0,0 1 0,0-1 0,-1-1 0,1 1 0,-1-1 0,0 1 0,0-1 0,0-1 0,0 1 0,0-1 0,0 0 0,-9 1 0,10-1 0,0-1 0,0 0 0,0 0 0,0 0 0,0 0 0,0 0 0,0-1 0,0 0 0,0 0 0,1 0 0,-1 0 0,0-1 0,1 0 0,-1 1 0,1-1 0,-1 0 0,1-1 0,0 1 0,0-1 0,0 1 0,0-1 0,0 0 0,1 0 0,-1 0 0,1 0 0,-3-5 0,3 2 0,-1 1 0,1-1 0,0 0 0,0-1 0,1 1 0,0 0 0,0 0 0,0-1 0,1 1 0,0-1 0,0 1 0,0 0 0,1-1 0,0 1 0,3-11 0,2 2 29,0 0-1,0 0 1,2 1-1,-1 0 0,2 0 1,0 1-1,1 0 1,0 0-1,1 1 1,0 0-1,23-17 1,-13 12-273,2 2 0,-1 0 0,2 2 0,0 0 1,1 2-1,31-11 0,-30 14-6582</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2.567"/>
    </inkml:context>
    <inkml:brush xml:id="br0">
      <inkml:brushProperty name="width" value="0.05" units="cm"/>
      <inkml:brushProperty name="height" value="0.05" units="cm"/>
    </inkml:brush>
  </inkml:definitions>
  <inkml:trace contextRef="#ctx0" brushRef="#br0">1 48 24575,'0'-2'0,"0"-4"0,2 0 0,4-2 0,0-2 0,2 1 0,2 2 0</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2.706"/>
    </inkml:context>
    <inkml:brush xml:id="br0">
      <inkml:brushProperty name="width" value="0.05" units="cm"/>
      <inkml:brushProperty name="height" value="0.05" units="cm"/>
    </inkml:brush>
  </inkml:definitions>
  <inkml:trace contextRef="#ctx0" brushRef="#br0">4 26 24575,'-3'2'0,"3"1"0,2 0 0,4-1 0,6-2 0,3-2 0,4-3 0,3-3 0,0-2 0,-3 0-8191</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3.046"/>
    </inkml:context>
    <inkml:brush xml:id="br0">
      <inkml:brushProperty name="width" value="0.05" units="cm"/>
      <inkml:brushProperty name="height" value="0.05" units="cm"/>
    </inkml:brush>
  </inkml:definitions>
  <inkml:trace contextRef="#ctx0" brushRef="#br0">102 8 24575,'-4'-2'0,"1"1"0,-1 0 0,1 0 0,-1 0 0,0 1 0,1-1 0,-1 1 0,0 0 0,0 0 0,1 0 0,-1 0 0,-5 2 0,7-1 0,0 0 0,0 0 0,0 0 0,0 0 0,0 1 0,0-1 0,0 1 0,0-1 0,1 1 0,-1 0 0,1 0 0,-1 0 0,1 0 0,0 0 0,-1 0 0,1 0 0,0 0 0,0 0 0,1 0 0,-2 4 0,-1 5 0,-1 2 0,2-1 0,-1 0 0,0 22 0,3-29 0,0 0 0,0 0 0,0 1 0,1-1 0,0 0 0,0 0 0,0 0 0,0 0 0,1 0 0,0 0 0,0 0 0,1 0 0,4 7 0,-5-10 0,0 0 0,0 0 0,0 0 0,1-1 0,-1 1 0,1-1 0,-1 1 0,1-1 0,0 0 0,-1 0 0,1 0 0,0 0 0,0-1 0,-1 1 0,1-1 0,3 1 0,53-2 0,-29-1 0,-23 3 0,0 0 0,1 0 0,-1 0 0,0 1 0,0 0 0,0 0 0,0 1 0,-1 0 0,12 6 0,-17-8 0,1 0 0,0 0 0,0 0 0,-1 0 0,1 1 0,0-1 0,-1 0 0,1 1 0,-1-1 0,0 1 0,0-1 0,1 1 0,-1 0 0,0 0 0,0-1 0,0 1 0,-1 0 0,1 0 0,0 0 0,-1 0 0,1 0 0,-1 0 0,0 0 0,0 0 0,0 0 0,0 0 0,0 0 0,0 0 0,0 0 0,-1 0 0,1 0 0,-1 0 0,1 0 0,-1 0 0,0 0 0,0 0 0,0 0 0,-1 1 0,0 0-80,1-1 0,-1 0-1,-1 1 1,1-1 0,0 0-1,0-1 1,-1 1 0,1 0-1,-1-1 1,1 1 0,-1-1 0,0 0-1,0 0 1,0 0 0,1 0-1,-6 0 1,-11 3-6746</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3.210"/>
    </inkml:context>
    <inkml:brush xml:id="br0">
      <inkml:brushProperty name="width" value="0.05" units="cm"/>
      <inkml:brushProperty name="height" value="0.05" units="cm"/>
    </inkml:brush>
  </inkml:definitions>
  <inkml:trace contextRef="#ctx0" brushRef="#br0">1 239 24575,'4'-7'0,"7"-10"0,7-9 0,4-5 0,3-1 0,3-1 0,1 3 0,0 4 0,-2 7 0,-3 7 0,-2 7 0,-3 9 0,-6 10 0,-5 8 0,-4 2-8191</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6.983"/>
    </inkml:context>
    <inkml:brush xml:id="br0">
      <inkml:brushProperty name="width" value="0.05" units="cm"/>
      <inkml:brushProperty name="height" value="0.05" units="cm"/>
    </inkml:brush>
  </inkml:definitions>
  <inkml:trace contextRef="#ctx0" brushRef="#br0">0 69 24575,'1'-63'0,"-1"63"0,0 0 0,0 0 0,0-1 0,0 1 0,0 0 0,0 0 0,0 0 0,0 0 0,0-1 0,0 1 0,0 0 0,0 0 0,0 0 0,0-1 0,0 1 0,0 0 0,0 0 0,0 0 0,0 0 0,0-1 0,1 1 0,-1 0 0,0 0 0,0 0 0,0 0 0,0-1 0,0 1 0,1 0 0,-1 0 0,0 0 0,0 0 0,0 0 0,0 0 0,1 0 0,-1 0 0,0 0 0,0 0 0,1 0 0,5 6 0,6 17 0,-11-21 0,8 17 0,1 0 0,1-1 0,0-1 0,18 21 0,-25-33 0,0-1 0,1 0 0,-1 0 0,1-1 0,0 1 0,0-1 0,0 0 0,0 0 0,6 2 0,-8-4 0,0 0 0,0-1 0,1 1 0,-1 0 0,0-1 0,1 0 0,-1 0 0,1 0 0,-1 0 0,0-1 0,1 1 0,-1-1 0,0 0 0,0 0 0,0 0 0,1 0 0,2-2 0,-2 0 0,0 0 0,0 0 0,-1 0 0,1 0 0,-1-1 0,1 1 0,-1-1 0,-1 0 0,1 0 0,0 0 0,-1-1 0,0 1 0,3-7 0,-2 2 0,0 1 0,0-1 0,2-13 0,-4 55 0,1-1 0,2 1 0,15 57 0,-9-46 0,4 47 0,-13-88 0,-1 1 0,1-1 0,-1 1 0,0-1 0,0 1 0,-1-1 0,1 1 0,-1-1 0,1 1 0,-1-1 0,0 1 0,-1-1 0,1 0 0,0 1 0,-1-1 0,0 0 0,0 0 0,0 0 0,0-1 0,0 1 0,-1 0 0,1-1 0,-1 1 0,0-1 0,1 0 0,-1 0 0,0 0 0,0 0 0,0 0 0,-1-1 0,1 0 0,0 1 0,-1-1 0,1 0 0,-1-1 0,1 1 0,-1 0 0,1-1 0,-1 0 0,1 0 0,-1 0 0,-4-1 0,2 0 0,1 1 0,0-1 0,-1 0 0,1 0 0,0-1 0,0 0 0,0 0 0,0 0 0,0 0 0,0-1 0,1 0 0,-1 0 0,1 0 0,0 0 0,0-1 0,0 1 0,-7-9 0,9 8 0,-1 0 0,1 0 0,0-1 0,0 1 0,0 0 0,1-1 0,0 1 0,0-1 0,0 1 0,0-1 0,0 1 0,1-1 0,0 0 0,0 1 0,0-1 0,1 1 0,-1-1 0,1 0 0,0 1 0,1-1 0,1-4 0,3-4-80,0 1 0,1 1-1,0-1 1,0 1 0,2 1-1,-1-1 1,1 1 0,1 1-1,-1-1 1,2 2 0,-1-1 0,1 2-1,0-1 1,1 1 0,0 1-1,23-9 1,-13 6-6746</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7.178"/>
    </inkml:context>
    <inkml:brush xml:id="br0">
      <inkml:brushProperty name="width" value="0.05" units="cm"/>
      <inkml:brushProperty name="height" value="0.05" units="cm"/>
    </inkml:brush>
  </inkml:definitions>
  <inkml:trace contextRef="#ctx0" brushRef="#br0">0 56 24575,'0'-2'0,"0"-4"0,2-2 0,4-1 0,2 0 0,3 0 0,2 3 0,1 2 0,-2 1-8191</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7.345"/>
    </inkml:context>
    <inkml:brush xml:id="br0">
      <inkml:brushProperty name="width" value="0.05" units="cm"/>
      <inkml:brushProperty name="height" value="0.05" units="cm"/>
    </inkml:brush>
  </inkml:definitions>
  <inkml:trace contextRef="#ctx0" brushRef="#br0">6 2 24575,'-3'4'0,"0"5"0,10-4 0,5-6 0,7-7 0,-1-3-8191</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7.768"/>
    </inkml:context>
    <inkml:brush xml:id="br0">
      <inkml:brushProperty name="width" value="0.05" units="cm"/>
      <inkml:brushProperty name="height" value="0.05" units="cm"/>
    </inkml:brush>
  </inkml:definitions>
  <inkml:trace contextRef="#ctx0" brushRef="#br0">187 139 24575,'-2'-11'0,"0"1"0,-1 0 0,0 0 0,0 0 0,-1 0 0,0 1 0,-7-11 0,9 17 0,1-1 0,-2 1 0,1 0 0,0 0 0,-1 0 0,1 0 0,-1 1 0,0-1 0,0 1 0,0-1 0,0 1 0,0 0 0,-1 0 0,1 0 0,-1 1 0,1-1 0,-1 1 0,1 0 0,-1 0 0,0 0 0,0 1 0,-4-1 0,6 1 0,-1 0 0,0 0 0,1 1 0,-1-1 0,1 1 0,-1 0 0,1 0 0,-1-1 0,1 2 0,0-1 0,-1 0 0,1 0 0,0 1 0,0-1 0,0 1 0,-2 2 0,1-1 0,0 1 0,0 0 0,0 0 0,0 0 0,1 0 0,0 0 0,0 1 0,-2 5 0,0 1 0,1 1 0,1 0 0,0 0 0,0 0 0,2 0 0,-1 14 0,1-22 0,1 1 0,-1-1 0,1 1 0,0-1 0,0 1 0,0-1 0,1 0 0,0 1 0,-1-1 0,1 0 0,1 0 0,-1 0 0,5 5 0,-5-7 0,-1-1 0,1 1 0,-1-1 0,1 0 0,0 0 0,0 0 0,0 0 0,0 0 0,0 0 0,0 0 0,0 0 0,0-1 0,0 1 0,0-1 0,0 0 0,0 1 0,0-1 0,0 0 0,1 0 0,-1 0 0,0-1 0,0 1 0,0 0 0,0-1 0,0 0 0,0 1 0,0-1 0,0 0 0,0 0 0,3-2 0,2-1 0,-1 0 0,0 0 0,-1-1 0,1 0 0,-1 0 0,0 0 0,0-1 0,0 1 0,5-11 0,2-4 0,15-35 0,-12 23 0,-15 31 0,0 1 0,0-1 0,0 1 0,0-1 0,0 1 0,1 0 0,-1-1 0,0 1 0,0-1 0,1 1 0,-1 0 0,0-1 0,0 1 0,1 0 0,-1-1 0,0 1 0,1 0 0,-1-1 0,0 1 0,1 0 0,-1 0 0,1 0 0,-1-1 0,0 1 0,1 0 0,-1 0 0,1 0 0,0 0 0,6 10 0,-1 26 0,-5-33 0,37 335-1365,-33-286-5461</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0.416"/>
    </inkml:context>
    <inkml:brush xml:id="br0">
      <inkml:brushProperty name="width" value="0.05" units="cm"/>
      <inkml:brushProperty name="height" value="0.05" units="cm"/>
    </inkml:brush>
  </inkml:definitions>
  <inkml:trace contextRef="#ctx0" brushRef="#br0">40 214 24575,'-2'0'0,"1"-1"0,-1 1 0,1-1 0,-1 0 0,1 1 0,-1-1 0,1 0 0,0 0 0,-1 0 0,1 0 0,0 0 0,0 0 0,0 0 0,0 0 0,0 0 0,0-1 0,0 1 0,0 0 0,-1-4 0,0 1 0,-1 1 0,2-2 0,-1 1 0,0 0 0,-1-9 0,3 11 0,0-1 0,0 1 0,1-1 0,-1 1 0,1 0 0,-1-1 0,1 1 0,0 0 0,0-1 0,0 1 0,0 0 0,1 0 0,-1 0 0,1 0 0,-1 0 0,1 0 0,-1 0 0,1 0 0,0 1 0,0-1 0,0 1 0,0-1 0,0 1 0,3-2 0,9-4 0,-1 0 0,26-9 0,-30 12 0,8-3 0,0 2 0,32-8 0,-44 12 0,-1 0 0,1 1 0,0-1 0,0 1 0,-1 0 0,1 0 0,0 1 0,0-1 0,-1 1 0,1 0 0,0 0 0,-1 1 0,1-1 0,-1 1 0,8 4 0,-10-4 0,0 0 0,-1-1 0,1 1 0,-1 0 0,1 0 0,-1 0 0,0 0 0,0 0 0,0 0 0,0 0 0,0 0 0,-1 0 0,1 1 0,0-1 0,-1 0 0,0 0 0,0 1 0,1-1 0,-1 0 0,-1 1 0,1-1 0,0 0 0,0 1 0,-1-1 0,0 3 0,-2 6 0,-1 0 0,0 0 0,-8 16 0,-6 7 0,-35 47 0,14-21 0,31-43 0,8-17 0,0 0 0,0 0 0,0 0 0,0 1 0,0-1 0,0 0 0,1 0 0,-1 0 0,0 0 0,0 0 0,0 0 0,0 1 0,0-1 0,0 0 0,0 0 0,1 0 0,-1 0 0,0 0 0,0 0 0,0 0 0,0 0 0,0 0 0,1 0 0,-1 0 0,0 0 0,0 0 0,0 0 0,0 0 0,1 0 0,-1 0 0,0 0 0,0 0 0,0 0 0,0 0 0,1 0 0,-1 0 0,0 0 0,0 0 0,0 0 0,0 0 0,0 0 0,1 0 0,-1 0 0,0 0 0,0 0 0,0-1 0,0 1 0,28-20 0,96-103 0,-111 108 0,0-1 0,-1 0 0,-1-1 0,0 0 0,-1-1 0,11-29 0,-19 43 0,-1-1 0,0 1 0,0 0 0,0 0 0,-1-1 0,1 1 0,-1-1 0,0 1 0,0 0 0,-2-8 0,2 10 0,-1 1 0,1 0 0,-1-1 0,1 1 0,-1 0 0,0-1 0,0 1 0,1 0 0,-1 0 0,0 0 0,0-1 0,0 1 0,0 0 0,0 0 0,0 1 0,-1-1 0,1 0 0,0 0 0,0 0 0,-1 1 0,1-1 0,0 1 0,-1-1 0,1 1 0,-1 0 0,1-1 0,-1 1 0,1 0 0,0 0 0,-1 0 0,1 0 0,-1 0 0,1 0 0,-1 0 0,-1 1 0,-2 0 0,-1 0 0,1 0 0,-1 1 0,1-1 0,0 1 0,0 0 0,0 1 0,0-1 0,0 1 0,1 0 0,-1 0 0,1 1 0,0-1 0,-1 1 0,-3 5 0,3-2 0,0 0 0,0 0 0,1 1 0,0-1 0,0 1 0,1 0 0,0-1 0,0 2 0,-2 11 0,3-8 0,0-1 0,1 1 0,1 0 0,-1 0 0,2 0 0,-1 0 0,2-1 0,0 1 0,0 0 0,1-1 0,0 1 0,1-1 0,1 0 0,8 17 0,-10-23-62,1 0 0,0-1 0,0 1 0,0-1 0,0 0 0,1 0 0,-1 0 0,1 0 0,0-1 0,1 0 0,-1 0 0,0 0-1,1-1 1,-1 1 0,1-1 0,0-1 0,0 1 0,0-1 0,0 0 0,0 0 0,10-1 0,19-1-6764</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0.713"/>
    </inkml:context>
    <inkml:brush xml:id="br0">
      <inkml:brushProperty name="width" value="0.05" units="cm"/>
      <inkml:brushProperty name="height" value="0.05" units="cm"/>
    </inkml:brush>
  </inkml:definitions>
  <inkml:trace contextRef="#ctx0" brushRef="#br0">0 1 24575,'0'2'0,"3"1"0,2 0 0,4-1 0,2 0 0,2-1 0,-2 0-8191</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1.242"/>
    </inkml:context>
    <inkml:brush xml:id="br0">
      <inkml:brushProperty name="width" value="0.05" units="cm"/>
      <inkml:brushProperty name="height" value="0.05" units="cm"/>
    </inkml:brush>
  </inkml:definitions>
  <inkml:trace contextRef="#ctx0" brushRef="#br0">3 2 24575,'0'3'0,"-2"2"0,1 1 0,4 0 0,3-2 0,1-4 0,1-1 0,2-4 0,5 0 0,1-2 0,-2 0-8191</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1.702"/>
    </inkml:context>
    <inkml:brush xml:id="br0">
      <inkml:brushProperty name="width" value="0.05" units="cm"/>
      <inkml:brushProperty name="height" value="0.05" units="cm"/>
    </inkml:brush>
  </inkml:definitions>
  <inkml:trace contextRef="#ctx0" brushRef="#br0">60 127 24575,'-2'-1'0,"0"0"0,-1 1 0,1-1 0,0 0 0,1 0 0,-1 0 0,0-1 0,0 1 0,0 0 0,1-1 0,-1 1 0,0-1 0,1 1 0,-3-4 0,4 3 0,-1 1 0,1 0 0,-1-1 0,1 1 0,-1-1 0,1 1 0,0-1 0,-1 1 0,1-1 0,0 1 0,0-1 0,0 1 0,0-1 0,1 1 0,-1-1 0,1-2 0,1 0 0,-1 0 0,1 1 0,0-1 0,1 0 0,-1 1 0,0-1 0,1 1 0,0 0 0,0 0 0,0 0 0,0 0 0,1 0 0,5-3 0,-1 2 0,-1 0 0,0 0 0,1 1 0,0 0 0,0 1 0,0 0 0,0 0 0,0 0 0,0 1 0,16 0 0,-20 1 0,-1 0 0,0 0 0,1 1 0,-1-1 0,0 1 0,0 0 0,0 0 0,1 0 0,-1 0 0,0 1 0,0-1 0,-1 1 0,1-1 0,0 1 0,0 0 0,-1 0 0,1 1 0,-1-1 0,0 0 0,0 1 0,0 0 0,0-1 0,0 1 0,0 0 0,-1 0 0,1 0 0,-1 0 0,0 0 0,2 5 0,-2 1 0,0 0 0,0 0 0,-1 0 0,0-1 0,-1 1 0,0 0 0,0 0 0,-1 0 0,0-1 0,0 1 0,-1-1 0,0 0 0,0 0 0,-6 10 0,-5 6 0,0-1 0,-1-1 0,-25 28 0,20-27 0,-2 0 0,0-1 0,-1-1 0,-32 21 0,87-61 171,65-29 0,-72 38-513,1 1 1,0 1 0,0 1-1,33-5 1,-39 11-6485</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9.645"/>
    </inkml:context>
    <inkml:brush xml:id="br0">
      <inkml:brushProperty name="width" value="0.05" units="cm"/>
      <inkml:brushProperty name="height" value="0.05" units="cm"/>
    </inkml:brush>
  </inkml:definitions>
  <inkml:trace contextRef="#ctx0" brushRef="#br0">0 0 24575,'3'0'0</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5.430"/>
    </inkml:context>
    <inkml:brush xml:id="br0">
      <inkml:brushProperty name="width" value="0.05" units="cm"/>
      <inkml:brushProperty name="height" value="0.05" units="cm"/>
    </inkml:brush>
  </inkml:definitions>
  <inkml:trace contextRef="#ctx0" brushRef="#br0">93 227 24575,'-5'-1'0,"0"1"0,-1-1 0,1 1 0,0-2 0,0 1 0,0 0 0,0-1 0,0 0 0,0 0 0,1-1 0,-1 1 0,-6-5 0,9 5 0,1 1 0,-1 0 0,0-1 0,1 1 0,-1-1 0,1 0 0,0 1 0,-1-1 0,1 0 0,0 0 0,0 0 0,0 0 0,0 0 0,1 0 0,-1 0 0,0 0 0,1 0 0,0 0 0,-1 0 0,1 0 0,0 0 0,0-1 0,0 1 0,0 0 0,1 0 0,-1 0 0,0 0 0,1 0 0,0 0 0,-1 0 0,3-4 0,1-2 0,1 1 0,-1 0 0,2 0 0,-1 0 0,1 0 0,10-8 0,-13 11 0,1 1 0,0 0 0,-1 0 0,1 1 0,1-1 0,-1 1 0,0 0 0,0 0 0,1 0 0,-1 1 0,1 0 0,0-1 0,6 1 0,-9 1 0,-1 0 0,1 0 0,-1 0 0,1 0 0,-1 1 0,0-1 0,1 1 0,-1-1 0,0 1 0,1-1 0,-1 1 0,0 0 0,1 0 0,-1 0 0,0 0 0,0-1 0,0 2 0,0-1 0,0 0 0,0 0 0,0 0 0,0 0 0,-1 0 0,1 1 0,0-1 0,-1 0 0,1 1 0,-1-1 0,1 1 0,-1-1 0,0 0 0,0 1 0,1-1 0,-1 1 0,0-1 0,-1 4 0,2 3 0,-2 1 0,1 0 0,-1 0 0,-4 14 0,-2-1 0,-1-1 0,0 0 0,-2 0 0,0-1 0,-1-1 0,-1 1 0,-1-2 0,-22 25 0,94-88 0,-36 28 0,-2-2 0,-1-1 0,0 0 0,-2-2 0,0 0 0,-1-1 0,-2 0 0,20-39 0,-33 58 0,-1 0 0,0 0 0,0 1 0,0-1 0,0 0 0,-1 0 0,1 0 0,-1 0 0,0 0 0,0 0 0,-1 0 0,0-6 0,1 9 0,-1 0 0,1 0 0,0 0 0,-1 0 0,1 0 0,-1 0 0,1 0 0,-1 0 0,0 0 0,1 0 0,-1 0 0,0 1 0,0-1 0,1 0 0,-1 0 0,0 1 0,0-1 0,0 1 0,-1-2 0,0 2 0,0 0 0,1-1 0,-1 1 0,0 0 0,0 0 0,1 0 0,-1 0 0,0 0 0,0 0 0,1 1 0,-1-1 0,0 1 0,1-1 0,-1 1 0,1-1 0,-3 2 0,0 0 0,1 0 0,0 1 0,0-1 0,0 1 0,0-1 0,0 1 0,0 0 0,1 0 0,-1 0 0,1 1 0,0-1 0,0 0 0,0 1 0,0-1 0,1 1 0,-1 0 0,1 0 0,0-1 0,0 1 0,1 0 0,-1 0 0,1 0 0,0 0 0,0 7 0,0-2 0,1 0 0,0 1 0,0-1 0,1 0 0,0 0 0,1 0 0,0 0 0,0-1 0,8 15 0,-7-18-80,-1 0 0,1 0-1,0 0 1,0-1 0,1 1-1,-1-1 1,1 0 0,0 0-1,0-1 1,1 1 0,-1-1 0,0-1-1,1 1 1,0-1 0,0 1-1,6 0 1,18 3-6746</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5.593"/>
    </inkml:context>
    <inkml:brush xml:id="br0">
      <inkml:brushProperty name="width" value="0.05" units="cm"/>
      <inkml:brushProperty name="height" value="0.05" units="cm"/>
    </inkml:brush>
  </inkml:definitions>
  <inkml:trace contextRef="#ctx0" brushRef="#br0">79 3 24575,'-17'0'0,"-8"0"0,3 0 0,7-2 0</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5.775"/>
    </inkml:context>
    <inkml:brush xml:id="br0">
      <inkml:brushProperty name="width" value="0.05" units="cm"/>
      <inkml:brushProperty name="height" value="0.05" units="cm"/>
    </inkml:brush>
  </inkml:definitions>
  <inkml:trace contextRef="#ctx0" brushRef="#br0">23 0 24575,'-7'10'0,"-2"5"0,2 0 0,10-7 0,9-7 0,10-7 0,1-1-8191</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6.242"/>
    </inkml:context>
    <inkml:brush xml:id="br0">
      <inkml:brushProperty name="width" value="0.05" units="cm"/>
      <inkml:brushProperty name="height" value="0.05" units="cm"/>
    </inkml:brush>
  </inkml:definitions>
  <inkml:trace contextRef="#ctx0" brushRef="#br0">166 37 24575,'-1'0'0,"-7"0"0,0 0 0,0 0 0,0-1 0,1 0 0,-1 0 0,-12-4 0,20 4 0,-1 1 0,1 0 0,-1 0 0,1 0 0,0 0 0,-1 0 0,1 0 0,-1-1 0,1 1 0,0 0 0,-1 0 0,1 0 0,-1-1 0,1 1 0,0 0 0,0-1 0,-1 1 0,1 0 0,0-1 0,-1 1 0,1 0 0,0-1 0,0 1 0,0-1 0,-1 1 0,1 0 0,0-1 0,0 1 0,0-1 0,9-7 0,22-2 0,-26 9 0,-1 1 0,1 0 0,-1 0 0,0 0 0,1 0 0,-1 1 0,1-1 0,-1 1 0,0 1 0,0-1 0,1 0 0,-1 1 0,0 0 0,4 2 0,-6-3 0,0 1 0,0-1 0,-1 0 0,1 1 0,-1 0 0,1-1 0,-1 1 0,1 0 0,-1-1 0,0 1 0,0 0 0,0 0 0,0 0 0,0 0 0,0 0 0,-1 0 0,1 1 0,-1-1 0,1 0 0,-1 0 0,0 0 0,0 0 0,0 1 0,0-1 0,0 0 0,0 0 0,-1 0 0,1 1 0,-1-1 0,0 2 0,-2 3 0,0 0 0,-1-1 0,1 0 0,-1 0 0,0 0 0,-1 0 0,-9 9 0,9-9 0,-1 0 0,1 1 0,0-1 0,0 1 0,-3 9 0,7-15 0,1-1 0,0 1 0,0 0 0,0-1 0,-1 1 0,1 0 0,0 0 0,0-1 0,0 1 0,0 0 0,1 0 0,-1-1 0,0 1 0,0 0 0,0 0 0,0-1 0,1 1 0,-1 0 0,0-1 0,1 1 0,-1 0 0,1-1 0,-1 1 0,1-1 0,-1 1 0,1-1 0,-1 1 0,1-1 0,-1 1 0,1-1 0,0 1 0,-1-1 0,1 0 0,-1 1 0,1-1 0,0 0 0,0 0 0,0 1 0,34 9 0,-27-9 0,16 5 0,-11-4 0,0 0 0,0 1 0,0 1 0,-1 0 0,1 1 0,-1 0 0,0 1 0,20 14 0,-31-19 0,0 0 0,1 0 0,-1 0 0,0 0 0,0 1 0,0-1 0,0 0 0,0 1 0,0-1 0,0 1 0,0-1 0,-1 1 0,1-1 0,0 1 0,-1 0 0,1-1 0,-1 1 0,0 0 0,0-1 0,1 1 0,-1 0 0,0-1 0,-1 1 0,1 0 0,0-1 0,0 1 0,-1 0 0,1-1 0,-1 1 0,1 0 0,-1-1 0,0 1 0,0-1 0,1 1 0,-1-1 0,0 1 0,0-1 0,-1 0 0,1 0 0,-2 2 0,-3 4 0,-1-1 0,0 0 0,-1-1 0,1 1 0,-1-1 0,-9 4 0,-9 4 0,0-1 0,-1-1 0,0-1 0,-1-1 0,0-2 0,0-1 0,-46 4 0,54-11-1365,6-2-5461</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39.917"/>
    </inkml:context>
    <inkml:brush xml:id="br0">
      <inkml:brushProperty name="width" value="0.05" units="cm"/>
      <inkml:brushProperty name="height" value="0.05" units="cm"/>
    </inkml:brush>
  </inkml:definitions>
  <inkml:trace contextRef="#ctx0" brushRef="#br0">1 1 24575,'2'0'0,"2"0"0</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41.990"/>
    </inkml:context>
    <inkml:brush xml:id="br0">
      <inkml:brushProperty name="width" value="0.05" units="cm"/>
      <inkml:brushProperty name="height" value="0.05" units="cm"/>
    </inkml:brush>
  </inkml:definitions>
  <inkml:trace contextRef="#ctx0" brushRef="#br0">2044 317 24575,'12'-7'0,"-10"6"0,0 0 0,1 0 0,-1 0 0,0-1 0,0 1 0,0 0 0,0-1 0,0 0 0,0 0 0,0 1 0,-1-1 0,1 0 0,-1 0 0,1 0 0,-1-1 0,2-3 0,-3 5 0,0 0 0,0 0 0,0 1 0,-1-1 0,1 0 0,0 1 0,-1-1 0,1 1 0,0-1 0,-1 0 0,1 1 0,-1-1 0,1 1 0,-1-1 0,1 1 0,-1-1 0,0 1 0,1 0 0,-1-1 0,0 1 0,1 0 0,-1-1 0,0 1 0,1 0 0,-1 0 0,0 0 0,1-1 0,-1 1 0,0 0 0,0 0 0,1 0 0,-1 0 0,-1 1 0,-31-2 0,29 1 0,-51 4 0,0 2 0,-107 27 0,-104 49 0,-241 106-360,358-122 181,-184 109-1,271-137 180,2 2 0,2 3 0,-70 66 0,104-84 0,0 0 0,2 2 0,-28 45 0,38-52 0,1 1 0,0 0 0,2 0 0,1 1 0,1 0 0,-5 25 0,9-31-1,1-1-1,0 1 1,2 0 0,0 0 0,0 0 0,2 0 0,0-1 0,1 1 0,0-1 0,1 1 0,1-1-1,0 0 1,2-1 0,-1 1 0,2-1 0,0 0 0,0-1 0,1 0 0,1 0 0,0-1-1,1-1 1,17 16 0,-2-5 5,2-2 0,1 0 0,0-2 0,1-1 0,1-2 0,0 0 0,1-3 0,50 14 0,-5-7-153,0-4 0,130 9 0,-66-18-74,-1-6 0,1-7 1,-1-5-1,0-7 0,142-38 0,-122 14 43,-1-6 0,-3-8 0,292-152 0,-330 143-331,189-142-1,-252 164 317,-1-2-1,-3-2 1,-2-3 0,-2-2 0,44-65 0,-74 92 179,0-1 1,-2 0-1,-2-1 1,0-1-1,-2 0 1,12-45 0,-19 57 16,-1 1 1,-1-1 0,0 0 0,-2 0 0,0 0-1,0 0 1,-2 0 0,0 0 0,-1 0 0,0 0-1,-2 1 1,0 0 0,-10-22 0,5 19 0,-1 1 0,0 0 0,-1 1 0,-2 0 0,1 1-1,-2 1 1,0 0 0,-1 1 0,0 0 0,-1 1 0,-1 1 0,-26-13 0,1 3 157,-1 3-1,0 1 1,-2 2-1,-69-14 1,17 11-118,0 6 1,-1 3 0,-1 5-1,-130 9 1,46 12-486,-259 57 1,160-6-171,28 3-1612</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45.118"/>
    </inkml:context>
    <inkml:brush xml:id="br0">
      <inkml:brushProperty name="width" value="0.05" units="cm"/>
      <inkml:brushProperty name="height" value="0.05" units="cm"/>
    </inkml:brush>
  </inkml:definitions>
  <inkml:trace contextRef="#ctx0" brushRef="#br0">48 325 24575,'-44'8'0,"40"-8"0,13-4 0,17-3 0,565-108-1050,11 43-652,-556 67 1607,898-74-3115,2 30 2571,-911 48-856</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45.372"/>
    </inkml:context>
    <inkml:brush xml:id="br0">
      <inkml:brushProperty name="width" value="0.05" units="cm"/>
      <inkml:brushProperty name="height" value="0.05" units="cm"/>
    </inkml:brush>
  </inkml:definitions>
  <inkml:trace contextRef="#ctx0" brushRef="#br0">36 354 24575,'-27'11'0,"19"-6"0,18-4 0,97-19 0,-43 6 0,2470-308-6396,-2291 304 6083,-164 12-1169</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17.773"/>
    </inkml:context>
    <inkml:brush xml:id="br0">
      <inkml:brushProperty name="width" value="0.05" units="cm"/>
      <inkml:brushProperty name="height" value="0.05" units="cm"/>
    </inkml:brush>
  </inkml:definitions>
  <inkml:trace contextRef="#ctx0" brushRef="#br0">6 238 24575,'-2'-6'0,"1"0"0,0 0 0,0 0 0,1 0 0,0 0 0,0 0 0,0 0 0,1-1 0,0 1 0,0 0 0,0 0 0,1 0 0,0 1 0,4-11 0,-2 9 0,1 0 0,-1 0 0,1 0 0,1 1 0,-1-1 0,1 1 0,0 1 0,1-1 0,12-8 0,-5 6 0,1 0 0,0 0 0,0 1 0,0 1 0,1 1 0,0 0 0,0 1 0,1 1 0,-1 1 0,24-2 0,-34 4 0,1 0 0,-1 1 0,0-1 0,0 1 0,0 0 0,0 1 0,0-1 0,8 4 0,-12-4 0,-1 0 0,1 0 0,0 0 0,0 0 0,-1 0 0,1 1 0,-1-1 0,1 1 0,-1-1 0,0 1 0,1-1 0,-1 1 0,0 0 0,0-1 0,0 1 0,0 0 0,0 0 0,-1 0 0,1 0 0,-1 0 0,1 0 0,-1 0 0,0 0 0,1 0 0,-1 0 0,0 0 0,0 0 0,-1 0 0,1 2 0,-3 8 0,1 0 0,-1-1 0,-1 0 0,0 1 0,-1-1 0,0-1 0,-1 1 0,-7 10 0,-61 76 0,68-90 0,-83 88 0,83-86 0,7-5 0,15-8 0,22-15 0,-3-5 0,-1-1 0,-2-2 0,0-1 0,-1-1 0,-2-2 0,-2 0 0,27-39 0,-49 62 0,24-36 0,-28 41 0,0 1 0,1 0 0,-1-1 0,0 1 0,0-1 0,-1 0 0,1 1 0,0-1 0,-1 1 0,0-1 0,1 0 0,-1 1 0,0-1 0,-1 0 0,1-2 0,0 4 0,-1 1 0,1-1 0,0 1 0,-1-1 0,1 1 0,0-1 0,-1 1 0,1 0 0,-1-1 0,1 1 0,-1 0 0,1-1 0,-1 1 0,1 0 0,-1 0 0,1-1 0,-1 1 0,1 0 0,-1 0 0,1 0 0,-1 0 0,1 0 0,-1-1 0,0 1 0,1 0 0,-1 0 0,1 1 0,-1-1 0,1 0 0,-1 0 0,1 0 0,-1 0 0,1 0 0,-2 1 0,-18 8 0,9-3 0,1 1 0,0 0 0,0 1 0,1 0 0,0 0 0,0 1 0,1 0 0,0 1 0,-13 20 0,18-24 0,0-1 0,1 1 0,0-1 0,-1 1 0,2 0 0,-1 0 0,1 0 0,0 0 0,-1 11 0,2-13 0,1 0 0,-1 0 0,1 0 0,-1 0 0,1 0 0,1 0 0,-1 0 0,0-1 0,1 1 0,0 0 0,0-1 0,0 1 0,0-1 0,1 0 0,-1 0 0,4 4 0,-2-4-80,1 1 0,0-1-1,0 1 1,0-1 0,1-1-1,-1 1 1,1-1 0,-1 0-1,1 0 1,0-1 0,0 1 0,0-1-1,0-1 1,0 1 0,0-1-1,9-1 1,16 0-6746</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17.951"/>
    </inkml:context>
    <inkml:brush xml:id="br0">
      <inkml:brushProperty name="width" value="0.05" units="cm"/>
      <inkml:brushProperty name="height" value="0.05" units="cm"/>
    </inkml:brush>
  </inkml:definitions>
  <inkml:trace contextRef="#ctx0" brushRef="#br0">59 8 24575,'-12'3'0,"-6"0"0,2 0 0,6 0 0,8-4 0,5-1 0,9-1 0,3-1 0,2-1 0,-2 0-8191</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18.106"/>
    </inkml:context>
    <inkml:brush xml:id="br0">
      <inkml:brushProperty name="width" value="0.05" units="cm"/>
      <inkml:brushProperty name="height" value="0.05" units="cm"/>
    </inkml:brush>
  </inkml:definitions>
  <inkml:trace contextRef="#ctx0" brushRef="#br0">43 1 24575,'-5'4'0,"-4"5"0,-2 3 0,0 4 0,4-1 0,9-5 0,5-5 0,10-4 0,6-6 0,7-5 0,-3 1-8191</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18.355"/>
    </inkml:context>
    <inkml:brush xml:id="br0">
      <inkml:brushProperty name="width" value="0.05" units="cm"/>
      <inkml:brushProperty name="height" value="0.05" units="cm"/>
    </inkml:brush>
  </inkml:definitions>
  <inkml:trace contextRef="#ctx0" brushRef="#br0">1 0 24575,'22'125'0,"7"46"-1365,-26-157-5461</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18.741"/>
    </inkml:context>
    <inkml:brush xml:id="br0">
      <inkml:brushProperty name="width" value="0.05" units="cm"/>
      <inkml:brushProperty name="height" value="0.05" units="cm"/>
    </inkml:brush>
  </inkml:definitions>
  <inkml:trace contextRef="#ctx0" brushRef="#br0">114 28 24575,'-4'-2'0,"0"1"0,0 0 0,0 0 0,0 0 0,0 0 0,0 1 0,0 0 0,0-1 0,0 2 0,0-1 0,-1 0 0,1 1 0,0 0 0,0-1 0,0 2 0,0-1 0,-5 3 0,6-2 0,0 0 0,1 0 0,-1 0 0,1 1 0,-1-1 0,1 1 0,0 0 0,0 0 0,0 0 0,0 0 0,1 0 0,-1 0 0,1 0 0,0 0 0,0 1 0,0-1 0,0 0 0,0 1 0,1-1 0,0 1 0,-1 3 0,1 0 0,0-1 0,1 1 0,-1 0 0,1 0 0,1-1 0,-1 1 0,1 0 0,0-1 0,1 0 0,-1 1 0,1-1 0,0 0 0,1 0 0,0-1 0,0 1 0,0-1 0,0 0 0,1 0 0,0 0 0,0 0 0,8 5 0,-5-5 0,-1 0 0,1 0 0,1-1 0,-1 0 0,0 0 0,1-1 0,0 0 0,0-1 0,0 0 0,0 0 0,0-1 0,0 0 0,0 0 0,1-1 0,11-2 0,-9 0 0,0-1 0,-1 0 0,1-1 0,-1 0 0,0-1 0,0 0 0,0-1 0,-1 0 0,0 0 0,18-16 0,-23 18 0,0-1 0,-1 0 0,1 0 0,-1-1 0,0 1 0,0-1 0,-1 0 0,1 0 0,1-7 0,-3 8 0,-1 1 0,0-1 0,0 1 0,0-1 0,0 0 0,-1 1 0,0-1 0,0 0 0,0 1 0,-1-1 0,0 1 0,1-1 0,-2 0 0,-1-5 0,1 5 18,0 1 0,0 0 0,0 1 0,0-1 0,-1 0 0,0 1 0,0-1 0,0 1 0,0 0 0,0 0 0,-1 0 0,1 0 0,-1 1 0,0-1 0,1 1 0,-1 0 0,0 0 0,-5-1 0,0 0-232,0 0 1,0 1 0,0 1-1,0-1 1,-1 1 0,1 1-1,-15 0 1,-14 4-6613</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19.730"/>
    </inkml:context>
    <inkml:brush xml:id="br0">
      <inkml:brushProperty name="width" value="0.05" units="cm"/>
      <inkml:brushProperty name="height" value="0.05" units="cm"/>
    </inkml:brush>
  </inkml:definitions>
  <inkml:trace contextRef="#ctx0" brushRef="#br0">10 118 24575,'-2'-6'0,"0"0"0,1 0 0,-1 0 0,1 0 0,0-1 0,1 1 0,0-11 0,0 17 0,0 0 0,0-1 0,0 1 0,0 0 0,0 0 0,0 0 0,0 0 0,0 0 0,0 0 0,0 0 0,0 0 0,0-1 0,0 1 0,0 0 0,0 0 0,0 0 0,0 0 0,0 0 0,0 0 0,0 0 0,0 0 0,0 0 0,0 0 0,1-1 0,-1 1 0,0 0 0,0 0 0,0 0 0,0 0 0,0 0 0,0 0 0,0 0 0,0 0 0,0 0 0,1 0 0,-1 0 0,0 0 0,0 0 0,0 0 0,0 0 0,0 0 0,0 0 0,0 0 0,0 0 0,1 0 0,-1 0 0,0 0 0,0 0 0,0 0 0,0 0 0,0 0 0,0 0 0,0 0 0,7 7 0,7 12 0,-13-17 0,17 25 0,27 31 0,-38-50 0,0-1 0,0 0 0,1 0 0,0-1 0,0 0 0,0-1 0,1 1 0,13 5 0,-20-10 0,0 0 0,1 0 0,-1 0 0,1 0 0,-1-1 0,1 1 0,-1-1 0,1 0 0,-1 1 0,1-1 0,-1 0 0,1-1 0,0 1 0,-1 0 0,1-1 0,-1 1 0,1-1 0,-1 0 0,0 0 0,3-1 0,-2 0 0,0 0 0,-1 0 0,0 0 0,0-1 0,1 1 0,-1-1 0,-1 1 0,1-1 0,0 0 0,-1 1 0,1-1 0,-1 0 0,2-6 0,0-3 0,0 0 0,-1 0 0,-1-1 0,0 1 0,0 0 0,-1-1 0,-2-13 0,0 14 0,2 7 0,0-1 0,-1 0 0,0 1 0,0-1 0,0 1 0,-1-1 0,1 1 0,-1 0 0,-1 0 0,-2-6 0,2 11 0,2 7 0,4 12 0,18 51 0,4 0 0,51 102 0,-17-42 0,-59-130 0,3 7 0,0 0 0,0 0 0,-1 0 0,0 0 0,1 10 0,-3-16 0,0 0 0,0 1 0,0-1 0,0 0 0,0 1 0,0-1 0,0 0 0,0 1 0,-1-1 0,1 0 0,-1 0 0,1 1 0,-1-1 0,1 0 0,-1 0 0,0 0 0,1 1 0,-1-1 0,0 0 0,0 0 0,0 0 0,0 0 0,0-1 0,0 1 0,0 0 0,0 0 0,0 0 0,0-1 0,-1 1 0,1-1 0,0 1 0,0-1 0,-1 1 0,1-1 0,0 0 0,-3 0 0,-5 1 0,0 0 0,0-1 0,0 0 0,-1-1 0,1 0 0,0-1 0,0 0 0,0 0 0,0-1 0,1 0 0,-1 0 0,1-1 0,0 0 0,-14-10 0,13 9 0,1 0 0,1-1 0,-1-1 0,1 1 0,0-1 0,0-1 0,1 1 0,0-1 0,0 0 0,1 0 0,0-1 0,1 1 0,-7-18 0,10 22 10,0 0 0,0 0 0,0-1 0,1 1-1,-1 0 1,1 0 0,0 0 0,1 0 0,-1 0-1,1 0 1,-1-1 0,1 1 0,1 0 0,-1 0 0,3-4-1,-1 2 9,0 1 1,0 0-1,1 0 0,0 0 0,0 1 0,0-1 0,1 1 1,-1 0-1,8-4 0,8-5-279,1 2 1,0 0-1,1 1 1,28-8-1,-37 14-140,19-8-6425</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19.926"/>
    </inkml:context>
    <inkml:brush xml:id="br0">
      <inkml:brushProperty name="width" value="0.05" units="cm"/>
      <inkml:brushProperty name="height" value="0.05" units="cm"/>
    </inkml:brush>
  </inkml:definitions>
  <inkml:trace contextRef="#ctx0" brushRef="#br0">0 55 24575,'0'-12'0,"3"-3"0,2 0 0,4 2 0</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20.073"/>
    </inkml:context>
    <inkml:brush xml:id="br0">
      <inkml:brushProperty name="width" value="0.05" units="cm"/>
      <inkml:brushProperty name="height" value="0.05" units="cm"/>
    </inkml:brush>
  </inkml:definitions>
  <inkml:trace contextRef="#ctx0" brushRef="#br0">4 0 24575,'-2'7'0,"1"3"0,6-1 0,7-4 0,5-3 0,6-4 0,3-4 0,-2-2-8191</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20.457"/>
    </inkml:context>
    <inkml:brush xml:id="br0">
      <inkml:brushProperty name="width" value="0.05" units="cm"/>
      <inkml:brushProperty name="height" value="0.05" units="cm"/>
    </inkml:brush>
  </inkml:definitions>
  <inkml:trace contextRef="#ctx0" brushRef="#br0">10 139 24575,'-2'-5'0,"1"0"0,-1 0 0,1 0 0,0 0 0,0 0 0,0 0 0,1 0 0,0-1 0,0 1 0,0 0 0,1 0 0,0 0 0,1-6 0,-1 8 0,-1-1 0,1 1 0,0 0 0,0 0 0,1-1 0,-1 1 0,1 0 0,-1 0 0,1 0 0,0 1 0,0-1 0,0 0 0,0 1 0,1-1 0,-1 1 0,1 0 0,-1 0 0,1 0 0,0 0 0,5-2 0,-6 3 0,-1 1 0,1-1 0,-1 1 0,1 0 0,0 0 0,-1 0 0,1 0 0,0 0 0,-1 0 0,1 0 0,0 0 0,-1 0 0,1 1 0,-1-1 0,1 1 0,0-1 0,-1 1 0,1 0 0,1 0 0,-1 1 0,1 0 0,-1 1 0,1-1 0,-1 0 0,0 1 0,0-1 0,0 1 0,0 0 0,2 3 0,0 3 0,0 0 0,0 0 0,-1 0 0,0 0 0,2 16 0,-4-10 0,0 0 0,-1 0 0,-1-1 0,0 1 0,-1 0 0,-1-1 0,0 1 0,-1-1 0,0 0 0,-1 0 0,-1 0 0,0-1 0,-1 0 0,0 0 0,-1 0 0,-1-1 0,-15 17 0,23-28 0,0 0 0,0 1 0,0-1 0,-1 0 0,1 0 0,-1 0 0,1 0 0,0 0 0,-1 0 0,0-1 0,1 1 0,-4 0 0,5-1 0,0 0 0,0 1 0,0-1 0,0 0 0,0 0 0,0 0 0,-1 0 0,1 0 0,0 0 0,0-1 0,0 1 0,0 0 0,0 0 0,0 0 0,0 0 0,-1 0 0,1 0 0,0 0 0,0 0 0,0 0 0,0 0 0,0 0 0,0 0 0,0 0 0,0 0 0,0-1 0,-1 1 0,1 0 0,0 0 0,0 0 0,0 0 0,0 0 0,0 0 0,0 0 0,0 0 0,0-1 0,0 1 0,0 0 0,0 0 0,0 0 0,0 0 0,0 0 0,0 0 0,0-1 0,0 1 0,0 0 0,0 0 0,7-13 0,1 5 0,-1 0 0,1 1 0,1-1 0,-1 2 0,1-1 0,0 1 0,0 1 0,1 0 0,0 0 0,0 1 0,0 0 0,1 0 0,-1 1 0,1 1 0,-1 0 0,1 0 0,0 1 0,0 0 0,0 1 0,16 2 0,21 6-1365,-36-6-5461</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20.769"/>
    </inkml:context>
    <inkml:brush xml:id="br0">
      <inkml:brushProperty name="width" value="0.05" units="cm"/>
      <inkml:brushProperty name="height" value="0.05" units="cm"/>
    </inkml:brush>
  </inkml:definitions>
  <inkml:trace contextRef="#ctx0" brushRef="#br0">74 39 24575,'0'-1'0,"-1"0"0,0 0 0,0 0 0,0 0 0,0 0 0,1 0 0,-1 1 0,0-1 0,0 0 0,-1 1 0,1-1 0,0 0 0,0 1 0,0 0 0,0-1 0,0 1 0,-1 0 0,1-1 0,0 1 0,0 0 0,-1 0 0,1 0 0,0 0 0,0 0 0,-1 0 0,1 0 0,0 1 0,0-1 0,-2 1 0,1 1 0,0-1 0,1 1 0,-1-1 0,1 1 0,-1 0 0,1 0 0,0-1 0,0 1 0,0 0 0,0 0 0,0 0 0,0 0 0,0 1 0,1-1 0,-1 0 0,0 3 0,0 5 0,0 1 0,0-1 0,1 0 0,0 0 0,1 0 0,0 0 0,0 1 0,1-1 0,0-1 0,1 1 0,7 16 0,-8-22 0,-1 0 0,1-1 0,0 1 0,0-1 0,1 1 0,-1-1 0,1 0 0,-1 0 0,1 0 0,0 0 0,0-1 0,0 1 0,1-1 0,-1 1 0,1-1 0,-1 0 0,1-1 0,0 1 0,-1-1 0,1 1 0,0-1 0,0 0 0,0-1 0,0 1 0,0-1 0,0 1 0,0-1 0,0 0 0,1-1 0,-1 1 0,6-2 0,-4 0 0,0 0 0,-1 0 0,1-1 0,-1 1 0,0-1 0,0 0 0,0 0 0,0-1 0,0 0 0,-1 0 0,1 0 0,-1 0 0,0 0 0,-1-1 0,1 0 0,-1 0 0,0 0 0,0 0 0,0 0 0,-1-1 0,0 1 0,0-1 0,0 0 0,-1 1 0,1-1 0,-1-10 0,0 11 0,-1 0 0,1 0 0,-1 0 0,-1 0 0,1-1 0,-1 1 0,0 0 0,0 0 0,0 1 0,-1-1 0,1 0 0,-1 0 0,0 1 0,-1-1 0,1 1 0,-1-1 0,0 1 0,0 0 0,0 0 0,-1 1 0,1-1 0,-1 1 0,0-1 0,0 1 0,0 0 0,-1 1 0,1-1 0,0 1 0,-1 0 0,0 0 0,-5-2 0,2 3-91,0 0 0,0 0 0,0 0 0,0 1 0,0 1 0,0-1 0,1 1 0,-1 0 0,0 1 0,0 0 0,1 0 0,-1 1 0,1 0 0,-11 6 0,-21 12-6735</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21.524"/>
    </inkml:context>
    <inkml:brush xml:id="br0">
      <inkml:brushProperty name="width" value="0.05" units="cm"/>
      <inkml:brushProperty name="height" value="0.05" units="cm"/>
    </inkml:brush>
  </inkml:definitions>
  <inkml:trace contextRef="#ctx0" brushRef="#br0">1 265 24575,'0'-9'0,"0"-1"0,0 0 0,1 1 0,0-1 0,1 0 0,0 1 0,1 0 0,-1-1 0,2 1 0,-1 0 0,2 0 0,-1 1 0,1-1 0,0 1 0,1 0 0,7-8 0,-2 4 0,0 0 0,0 2 0,1-1 0,1 1 0,19-11 0,-26 17 0,0 0 0,0 1 0,0 0 0,1 1 0,-1 0 0,1 0 0,0 0 0,-1 0 0,1 1 0,0 0 0,0 1 0,0 0 0,0 0 0,13 2 0,-18-2 0,1 1 0,-1 0 0,1-1 0,-1 1 0,1 0 0,-1 1 0,0-1 0,0 0 0,0 1 0,0-1 0,0 1 0,0 0 0,0-1 0,0 1 0,0 0 0,-1 0 0,3 3 0,-2-1 0,0 0 0,-1 0 0,1 1 0,-1-1 0,0 0 0,0 1 0,0-1 0,0 1 0,-1 5 0,0 4 0,-1 1 0,0 0 0,-1-1 0,-1 1 0,-5 14 0,-3 2 0,-1-1 0,-1 0 0,-25 38 0,5-7 0,32-60 0,1-1 0,-1 1 0,1 0 0,-1 0 0,1 0 0,0 0 0,-1 0 0,1-1 0,0 1 0,0 0 0,0 0 0,-1 0 0,1 0 0,0 0 0,0 0 0,1 1 0,-1-2 0,0 1 0,0-1 0,1 0 0,-1 0 0,0 0 0,0 1 0,1-1 0,-1 0 0,0 0 0,0 0 0,1 0 0,-1 0 0,0 1 0,1-1 0,-1 0 0,0 0 0,1 0 0,-1 0 0,0 0 0,1 0 0,-1 0 0,0 0 0,1 0 0,-1 0 0,0-1 0,1 1 0,-1 0 0,0 0 0,1 0 0,29-16 0,13-19 0,-2-2 0,-2-2 0,49-59 0,-79 87 0,7-7 0,-1-1 0,-1 0 0,0-1 0,15-31 0,-28 48 0,0 0 0,0 1 0,0-1 0,0 0 0,-1 0 0,1 0 0,-1 0 0,0 1 0,0-6 0,0 8 0,-1-1 0,1 0 0,0 1 0,0-1 0,0 1 0,0-1 0,-1 1 0,1-1 0,0 1 0,0-1 0,-1 1 0,1-1 0,0 1 0,-1-1 0,1 1 0,-1 0 0,1-1 0,-1 1 0,1 0 0,0-1 0,-1 1 0,1 0 0,-1-1 0,1 1 0,-1 0 0,0 0 0,1 0 0,-1 0 0,1-1 0,-1 1 0,1 0 0,-1 0 0,1 0 0,-1 0 0,0 0 0,1 0 0,-1 0 0,1 1 0,-1-1 0,1 0 0,-1 0 0,1 0 0,-1 0 0,0 1 0,1-1 0,-1 0 0,1 1 0,0-1 0,-1 0 0,1 1 0,-1-1 0,1 1 0,-8 4 0,1 0 0,0 0 0,0 0 0,1 1 0,-1 0 0,2 1 0,-1-1 0,1 1 0,-6 8 0,2 1 0,-1 0 0,2 1 0,-8 21 0,12-28 0,1-1 0,1 0 0,0 1 0,0 0 0,1-1 0,0 1 0,0 0 0,2 17 0,-1-23 0,1 1 0,0-1 0,0 0 0,0 0 0,1 0 0,-1 0 0,1 0 0,0 0 0,0 0 0,0 0 0,1-1 0,-1 1 0,1-1 0,0 0 0,0 0 0,0 0 0,0 0 0,1 0 0,-1-1 0,1 1 0,7 3 0,-3-3-105,0 0 0,0-1 0,0 0 0,0-1 0,0 1 0,1-1 0,-1-1 0,0 0 0,1 0 0,-1 0 0,0-1 0,16-4 0,15-5-6721</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21.833"/>
    </inkml:context>
    <inkml:brush xml:id="br0">
      <inkml:brushProperty name="width" value="0.05" units="cm"/>
      <inkml:brushProperty name="height" value="0.05" units="cm"/>
    </inkml:brush>
  </inkml:definitions>
  <inkml:trace contextRef="#ctx0" brushRef="#br0">89 96 24575,'-20'-13'0,"14"10"0,-1-1 0,1 0 0,0-1 0,0 1 0,0-1 0,1 0 0,0 0 0,0-1 0,-7-10 0,11 16 0,1-1 0,0 1 0,-1-1 0,1 1 0,0-1 0,-1 0 0,1 1 0,0-1 0,-1 0 0,1 1 0,0-1 0,0 0 0,0 1 0,0-1 0,0 0 0,0 1 0,0-1 0,0 0 0,0 1 0,0-1 0,0 0 0,0 1 0,1-1 0,-1 0 0,0 1 0,0-1 0,1 0 0,-1 1 0,0-1 0,1 1 0,-1-1 0,1 1 0,-1-1 0,1 1 0,-1-1 0,1 1 0,-1-1 0,1 1 0,-1-1 0,2 1 0,-1-1 0,0 1 0,0 0 0,1 0 0,-1-1 0,0 1 0,0 0 0,0 0 0,0 0 0,1 0 0,-1 1 0,0-1 0,0 0 0,0 0 0,0 1 0,0-1 0,1 1 0,-1-1 0,0 1 0,0-1 0,0 1 0,0 0 0,-1-1 0,3 2 0,-1 1 0,0-1 0,0 1 0,0 0 0,0-1 0,0 1 0,0 0 0,-1 0 0,1 0 0,-1 1 0,0-1 0,0 0 0,0 0 0,0 1 0,-1-1 0,0 0 0,1 1 0,-1-1 0,0 4 0,-2 6 0,0-1 0,0 0 0,-7 20 0,-3 10 0,12-41 0,0 0 0,0 0 0,0 0 0,0-1 0,-1 1 0,1 0 0,0 0 0,1 0 0,-1 0 0,0 0 0,0 0 0,0 0 0,0 0 0,1 0 0,-1 0 0,1 0 0,-1-1 0,0 1 0,1 0 0,-1 0 0,1 0 0,0-1 0,-1 1 0,1 0 0,1 0 0,0 0 0,-1 0 0,1 0 0,0 0 0,0-1 0,0 1 0,0-1 0,0 1 0,-1-1 0,1 0 0,0 0 0,4 0 0,5-1 0,0 0 0,0-1 0,15-5 0,-25 7 0,26-8-1365,-2-1-5461</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22.068"/>
    </inkml:context>
    <inkml:brush xml:id="br0">
      <inkml:brushProperty name="width" value="0.05" units="cm"/>
      <inkml:brushProperty name="height" value="0.05" units="cm"/>
    </inkml:brush>
  </inkml:definitions>
  <inkml:trace contextRef="#ctx0" brushRef="#br0">37 59 24575,'-4'2'0,"-5"4"0,-3 2 0,4 1 0,4-4 0,7-6 0,6-4 0,5-4 0,4-3 0,5-2 0,2 0 0,2-4 0,-3 3-8191</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22.244"/>
    </inkml:context>
    <inkml:brush xml:id="br0">
      <inkml:brushProperty name="width" value="0.05" units="cm"/>
      <inkml:brushProperty name="height" value="0.05" units="cm"/>
    </inkml:brush>
  </inkml:definitions>
  <inkml:trace contextRef="#ctx0" brushRef="#br0">39 3 24575,'-3'0'0,"-2"-2"0,-4 1 0,1 4 0,0 10 0,3 11 0,4 7 0,3 7 0,2 4 0,2 1 0,-2 4 0,3-2 0,-1-9-8191</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22.953"/>
    </inkml:context>
    <inkml:brush xml:id="br0">
      <inkml:brushProperty name="width" value="0.05" units="cm"/>
      <inkml:brushProperty name="height" value="0.05" units="cm"/>
    </inkml:brush>
  </inkml:definitions>
  <inkml:trace contextRef="#ctx0" brushRef="#br0">28 23 24575,'-7'-9'0,"-5"-4"0,7 14 0,2 10 0,2-3 0,1 1 0,1 0 0,-1 0 0,2-1 0,-1 1 0,1 0 0,0-1 0,1 1 0,0-1 0,0 0 0,1 0 0,0 0 0,0-1 0,1 1 0,0-1 0,0 0 0,1 0 0,11 11 0,-12-15 0,1 1 0,-1-1 0,0 0 0,1-1 0,0 1 0,0-1 0,0 0 0,0-1 0,0 1 0,0-1 0,10 1 0,-7-2 0,1 0 0,0 0 0,-1-1 0,1-1 0,-1 1 0,1-1 0,13-5 0,-16 4 0,1 0 0,-1-1 0,0 1 0,0-1 0,-1-1 0,1 1 0,-1-1 0,0 0 0,7-7 0,-10 8 0,0 0 0,0 0 0,0 0 0,0 0 0,-1 0 0,0-1 0,0 1 0,0-1 0,0 0 0,-1 1 0,0-1 0,0 0 0,0 0 0,0 0 0,-1-6 0,-5-6 0,1 16 0,1 11 0,1 8 0,1 0 0,2 0 0,-1 1 0,2-1 0,1 0 0,8 33 0,-3-13 0,8 39 0,18 108 0,-30-153 0,-2 0 0,0 1 0,-6 54 0,3-81 0,0 0 0,0 1 0,0-1 0,-1 0 0,0 0 0,0-1 0,-1 1 0,0 0 0,0-1 0,0 1 0,-7 8 0,8-12 0,-1 1 0,0-1 0,1 0 0,-1 1 0,0-1 0,0 0 0,-1-1 0,1 1 0,0-1 0,-1 1 0,1-1 0,0 0 0,-1 0 0,0 0 0,1-1 0,-1 1 0,1-1 0,-1 0 0,0 0 0,1 0 0,-6-1 0,0-1 0,-1 0 0,1-1 0,0 0 0,0 0 0,0-1 0,1 0 0,-1-1 0,1 0 0,0 0 0,0-1 0,1 0 0,0 0 0,0-1 0,0 1 0,1-2 0,-1 1 0,2-1 0,-6-9 0,3 4 0,0-2 0,1 1 0,0-1 0,2 1 0,-1-2 0,2 1 0,0-1 0,1 1 0,1-1 0,-1-18 0,3 19-85,1 1 0,0-1-1,1 0 1,0 1 0,1-1-1,1 1 1,1 0 0,0 0-1,0 1 1,2-1 0,-1 1-1,2 0 1,0 1 0,0 0-1,16-17 1,5-2-6741</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23.274"/>
    </inkml:context>
    <inkml:brush xml:id="br0">
      <inkml:brushProperty name="width" value="0.05" units="cm"/>
      <inkml:brushProperty name="height" value="0.05" units="cm"/>
    </inkml:brush>
  </inkml:definitions>
  <inkml:trace contextRef="#ctx0" brushRef="#br0">2 146 24575,'-1'-11'0,"1"1"0,-1 0 0,2-1 0,-1 1 0,2 0 0,-1 0 0,6-19 0,-6 26 0,0 0 0,1 0 0,-1 0 0,1 0 0,-1 1 0,1-1 0,0 1 0,0-1 0,0 1 0,0 0 0,0-1 0,0 1 0,4-2 0,-4 3 0,0 0 0,0 0 0,1 0 0,-1 1 0,0-1 0,0 0 0,1 1 0,-1 0 0,1-1 0,-1 1 0,0 0 0,1 0 0,-1 1 0,1-1 0,-1 0 0,0 1 0,1 0 0,-1-1 0,3 2 0,-2-1 0,0 1 0,0-1 0,0 0 0,-1 1 0,1-1 0,0 1 0,-1 0 0,0 0 0,1 0 0,-1 0 0,0 0 0,0 1 0,0-1 0,0 0 0,-1 1 0,4 5 0,-4-3 0,1-1 0,-1 1 0,0 0 0,0-1 0,0 1 0,0 0 0,-1 0 0,0 0 0,-1 9 0,-1-1 0,-1 0 0,0 0 0,-1 0 0,0 0 0,-1-1 0,-12 23 0,-5-3 0,16-24 0,1 0 0,0 1 0,0-1 0,-6 15 0,11-23 0,0 0 0,0 1 0,-1-1 0,1 1 0,0-1 0,0 0 0,0 1 0,0-1 0,0 1 0,0-1 0,0 1 0,0-1 0,0 1 0,0-1 0,0 0 0,0 1 0,1-1 0,-1 1 0,0-1 0,0 0 0,0 1 0,0-1 0,1 1 0,-1-1 0,0 0 0,0 1 0,1-1 0,-1 0 0,1 1 0,13 3 0,22-9 0,-33 4 0,118-27-1365,-80 15-5461</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57.322"/>
    </inkml:context>
    <inkml:brush xml:id="br0">
      <inkml:brushProperty name="width" value="0.05" units="cm"/>
      <inkml:brushProperty name="height" value="0.05" units="cm"/>
    </inkml:brush>
  </inkml:definitions>
  <inkml:trace contextRef="#ctx0" brushRef="#br0">575 322 24575,'4'-14'0,"0"1"0,-1-1 0,-1 0 0,0 0 0,-1-1 0,-1 1 0,0 0 0,0 0 0,-4-15 0,3 20 0,-1 0 0,-1-1 0,1 1 0,-2 0 0,1 0 0,-1 1 0,-1-1 0,1 1 0,-1 0 0,-1 0 0,0 0 0,0 1 0,0 0 0,-10-9 0,11 13 0,0-1 0,1 1 0,-1 0 0,-1 0 0,1 0 0,0 0 0,0 1 0,-1 0 0,0 0 0,1 1 0,-1 0 0,0 0 0,0 0 0,-11 0 0,8 2 0,1 0 0,-1 0 0,1 1 0,-1 0 0,1 1 0,0 0 0,0 0 0,0 0 0,-9 7 0,-3 3 0,1 1 0,0 1 0,1 0 0,1 2 0,1 0 0,-22 29 0,13-13 0,3 1 0,1 1 0,1 1 0,2 0 0,1 2 0,-17 60 0,27-74 0,1 0 0,2 0 0,0 1 0,1-1 0,2 1 0,0 0 0,2-1 0,0 1 0,2-1 0,1 1 0,1-1 0,8 26 0,-8-38 0,-1-1 0,2 1 0,0-1 0,0 0 0,1 0 0,0-1 0,1 0 0,0 0 0,1-1 0,0 0 0,1 0 0,-1-1 0,2 0 0,-1-1 0,1 0 0,0-1 0,0 0 0,1-1 0,-1 0 0,1-1 0,1 0 0,-1-1 0,0 0 0,1-1 0,-1-1 0,1 1 0,14-2 0,35-3-1365,-6-3-5461</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57.681"/>
    </inkml:context>
    <inkml:brush xml:id="br0">
      <inkml:brushProperty name="width" value="0.05" units="cm"/>
      <inkml:brushProperty name="height" value="0.05" units="cm"/>
    </inkml:brush>
  </inkml:definitions>
  <inkml:trace contextRef="#ctx0" brushRef="#br0">291 119 24575,'-2'-8'0,"0"1"0,0-1 0,-1 1 0,0 0 0,-1 0 0,0 0 0,0 0 0,0 1 0,-1-1 0,0 1 0,-8-8 0,9 11 0,1 0 0,-1 0 0,0 1 0,0-1 0,0 1 0,-1 0 0,1 0 0,0 1 0,-1-1 0,0 1 0,1 0 0,-1 0 0,0 0 0,1 1 0,-1 0 0,0 0 0,1 0 0,-1 0 0,0 1 0,-5 1 0,5-1 0,-1 1 0,1-1 0,-1 1 0,1 1 0,0-1 0,0 1 0,0 0 0,0 0 0,0 0 0,1 1 0,-1-1 0,-4 7 0,3-3 0,0 0 0,0 1 0,1 0 0,0 0 0,1 1 0,-7 16 0,4-5 0,1 1 0,1 0 0,1 0 0,1 0 0,0 42 0,3-41 0,1 0 0,0 0 0,8 33 0,-8-50 0,0 0 0,1 1 0,-1-1 0,1 0 0,0 0 0,0-1 0,1 1 0,-1 0 0,1-1 0,0 1 0,0-1 0,1 0 0,-1 0 0,1 0 0,0-1 0,0 1 0,0-1 0,1 0 0,-1 0 0,8 3 0,-8-4 0,1-1 0,0-1 0,0 1 0,0-1 0,-1 0 0,1 0 0,0 0 0,0 0 0,0-1 0,-1 0 0,1 0 0,0-1 0,-1 1 0,1-1 0,-1 0 0,1 0 0,-1 0 0,0-1 0,0 1 0,6-6 0,4-3 0,0-1 0,-1 0 0,0-1 0,12-17 0,-14 17 0,-1-1 0,-1-1 0,0 0 0,-1 0 0,0-1 0,-1 0 0,5-19 0,-10 28 0,0 1 0,-1-1 0,1 1 0,-1-1 0,-1 0 0,1 1 0,-1-1 0,-1 0 0,1 1 0,-1-1 0,0 0 0,0 1 0,-1-1 0,0 1 0,0-1 0,-1 1 0,0 0 0,0 0 0,0 0 0,-1 0 0,-5-6 0,7 9 0,-1 0 0,0 0 0,0 1 0,0-1 0,0 1 0,0 0 0,0 0 0,0 0 0,-1 0 0,1 1 0,-1-1 0,0 1 0,1 0 0,-1 0 0,0 0 0,0 1 0,0-1 0,1 1 0,-1 0 0,0 0 0,-5 1 0,6-1 0,-1 1 0,1 0 0,0 0 0,0 0 0,0 1 0,0-1 0,0 1 0,0 0 0,0 0 0,0 0 0,0 0 0,1 0 0,-1 0 0,1 1 0,0-1 0,0 1 0,0 0 0,0 0 0,0-1 0,0 1 0,1 0 0,-1 1 0,1-1 0,-1 4 0,-2 11-1365,1-1-5461</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58.046"/>
    </inkml:context>
    <inkml:brush xml:id="br0">
      <inkml:brushProperty name="width" value="0.05" units="cm"/>
      <inkml:brushProperty name="height" value="0.05" units="cm"/>
    </inkml:brush>
  </inkml:definitions>
  <inkml:trace contextRef="#ctx0" brushRef="#br0">0 171 24575,'0'-6'0,"1"-1"0,0 0 0,0 1 0,0-1 0,1 1 0,-1 0 0,2-1 0,4-9 0,-7 15 0,1 0 0,0 0 0,-1-1 0,1 1 0,0 0 0,0 0 0,0 0 0,0 0 0,0 0 0,0 0 0,0 1 0,1-1 0,-1 0 0,0 0 0,0 1 0,0-1 0,1 1 0,1-1 0,-1 1 0,-1 0 0,1 0 0,0 0 0,-1 0 0,1 1 0,-1-1 0,1 1 0,0-1 0,-1 1 0,1 0 0,-1-1 0,0 1 0,1 0 0,-1 0 0,0 0 0,1 0 0,-1 0 0,0 1 0,2 1 0,5 7 0,0-1 0,-1 1 0,-1 0 0,1 1 0,-2 0 0,1 0 0,-1 0 0,-1 1 0,0-1 0,-1 1 0,0 0 0,-1 0 0,0 0 0,-1 0 0,-1 0 0,1 1 0,-2-1 0,-2 16 0,2-25 0,0 0 0,0 0 0,0 0 0,-1 0 0,1 0 0,-1 0 0,-3 4 0,4-6 0,1-1 0,0 0 0,-1 1 0,1-1 0,0 1 0,-1-1 0,1 0 0,-1 1 0,1-1 0,-1 0 0,1 0 0,-1 1 0,1-1 0,-1 0 0,1 0 0,-1 0 0,1 0 0,-1 0 0,1 1 0,-1-1 0,0 0 0,1-1 0,-1 1 0,0 0 0,1-1 0,-1 1 0,1-1 0,-1 1 0,1-1 0,-1 1 0,1-1 0,-1 1 0,1-1 0,0 1 0,-1-1 0,1 1 0,0-1 0,-1 0 0,1 1 0,0-1 0,0 0 0,0 1 0,-1-1 0,1 0 0,-1-7 0,0 0 0,0 0 0,0 1 0,1-1 0,1 0 0,-1 0 0,1 0 0,0 1 0,1-1 0,0 0 0,3-8 0,7-14 0,19-38 0,-28 62 0,-1 1 0,6-11 0,0-1 0,1 1 0,0 0 0,1 1 0,1 0 0,21-21 0,-31 35 0,-1 0 0,1 0 0,0 0 0,1 0 0,-1 0 0,0 1 0,0-1 0,0 0 0,0 1 0,1-1 0,-1 1 0,0-1 0,0 1 0,1 0 0,-1-1 0,0 1 0,1 0 0,-1 0 0,0 0 0,1 0 0,-1 0 0,0 0 0,2 1 0,-2 0 0,1-1 0,-1 1 0,1 0 0,-1 0 0,0 0 0,0 0 0,0 1 0,0-1 0,0 0 0,0 0 0,0 1 0,0-1 0,0 1 0,0-1 0,-1 0 0,2 2 0,1 7 0,0 0 0,-1 0 0,0 0 0,1 17 0,0 210-172,-4-178-1021,0-25-5633</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58.314"/>
    </inkml:context>
    <inkml:brush xml:id="br0">
      <inkml:brushProperty name="width" value="0.05" units="cm"/>
      <inkml:brushProperty name="height" value="0.05" units="cm"/>
    </inkml:brush>
  </inkml:definitions>
  <inkml:trace contextRef="#ctx0" brushRef="#br0">284 1 24575,'-24'6'0,"1"1"0,0 2 0,0 0 0,1 1 0,0 2 0,1 0 0,-24 18 0,37-24 0,1 0 0,0 1 0,0 0 0,0 0 0,1 1 0,0 0 0,1 0 0,0 0 0,-5 11 0,7-13 0,1 1 0,0-1 0,0 1 0,1-1 0,0 1 0,0 0 0,1-1 0,0 1 0,0 0 0,0 0 0,1-1 0,0 1 0,0-1 0,4 12 0,-3-10 19,2 0 0,-1 0 0,1-1 0,0 1 0,1-1 0,0 0 0,0 0 0,0 0 0,1-1 0,0 0 0,0 0 0,1 0 0,0-1 0,0 0 0,0-1 0,0 1 0,12 4 0,-5-3-209,1-1 0,-1 0 1,1-1-1,0 0 0,0-2 1,0 0-1,0 0 1,30-2-1,-7-3-6636</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58.673"/>
    </inkml:context>
    <inkml:brush xml:id="br0">
      <inkml:brushProperty name="width" value="0.05" units="cm"/>
      <inkml:brushProperty name="height" value="0.05" units="cm"/>
    </inkml:brush>
  </inkml:definitions>
  <inkml:trace contextRef="#ctx0" brushRef="#br0">182 171 24575,'0'-2'0,"0"0"0,-1 0 0,1 0 0,-1 0 0,0 1 0,0-1 0,1 0 0,-1 0 0,0 1 0,0-1 0,-1 1 0,1-1 0,0 1 0,0-1 0,-1 1 0,1 0 0,-1 0 0,1-1 0,-3 0 0,3 1 0,9 1 0,0 1 0,0-2 0,0 1 0,0-1 0,-1 0 0,1-1 0,0 1 0,0-2 0,-1 1 0,1-1 0,-1 0 0,0-1 0,0 1 0,0-2 0,0 1 0,-1-1 0,0 0 0,0 0 0,0 0 0,0-1 0,-1 0 0,6-8 0,-11 13 0,1 0 0,0 0 0,0 0 0,-1-1 0,1 1 0,0 0 0,-1 0 0,0-1 0,1 1 0,-1 0 0,0-1 0,1 1 0,-1-1 0,0 1 0,0 0 0,0-1 0,0 1 0,0 0 0,-1-1 0,1 1 0,0-1 0,-1 1 0,0-2 0,0 1 0,0 1 0,-1-1 0,1 1 0,0 0 0,-1-1 0,1 1 0,-1 0 0,0 0 0,1 0 0,-1 0 0,0 0 0,1 0 0,-1 1 0,-3-2 0,-5 0 0,1 0 0,-1 0 0,0 1 0,0 0 0,-14 1 0,12 1 0,1 1 0,0 0 0,-1 0 0,1 1 0,0 1 0,0 0 0,0 0 0,1 1 0,-1 0 0,1 1 0,0 0 0,1 1 0,0 0 0,-11 11 0,14-13 0,0 1 0,1 1 0,-1-1 0,2 1 0,-1-1 0,1 1 0,0 1 0,0-1 0,1 0 0,0 1 0,0 0 0,1 0 0,0 0 0,0 0 0,1 0 0,0 0 0,1 0 0,0 0 0,0 0 0,0 1 0,3 8 0,-2-12 14,0 0 1,1 0-1,-1 0 0,1 0 0,0 0 1,1-1-1,-1 1 0,1-1 0,0 1 0,0-1 1,1 0-1,-1 0 0,1 0 0,0-1 1,0 1-1,0-1 0,0 0 0,1 0 0,-1 0 1,1-1-1,0 0 0,-1 1 0,9 1 1,0-1-229,0 0 1,1 0 0,-1-1-1,1-1 1,-1-1 0,1 0-1,26-3 1,1-3-6613</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59.127"/>
    </inkml:context>
    <inkml:brush xml:id="br0">
      <inkml:brushProperty name="width" value="0.05" units="cm"/>
      <inkml:brushProperty name="height" value="0.05" units="cm"/>
    </inkml:brush>
  </inkml:definitions>
  <inkml:trace contextRef="#ctx0" brushRef="#br0">8 71 24575,'-1'-18'0,"-6"-32"0,7 47 0,43 346 0,-29-207 0,-13-125 0,-1-6 0,0-1 0,0 1 0,1-1 0,0 0 0,0 1 0,0-1 0,1 0 0,-1 0 0,1 0 0,3 6 0,-5-10 0,0 0 0,1 1 0,-1-1 0,1 0 0,-1 1 0,0-1 0,1 0 0,-1 1 0,1-1 0,-1 0 0,1 0 0,-1 0 0,1 0 0,-1 1 0,1-1 0,-1 0 0,1 0 0,-1 0 0,1 0 0,-1 0 0,1 0 0,-1 0 0,1 0 0,-1-1 0,1 1 0,-1 0 0,1 0 0,-1 0 0,0 0 0,1-1 0,-1 1 0,1 0 0,-1 0 0,1-1 0,-1 1 0,0 0 0,1-1 0,-1 1 0,0 0 0,1-1 0,-1 1 0,0-1 0,1 1 0,-1-1 0,0 1 0,0-1 0,1 0 0,14-25 0,-14 23 0,9-18 0,-2-1 0,0-1 0,-1 1 0,-2-1 0,0 0 0,-1-1 0,0-43 0,-4 28 0,-2 0 0,-1 0 0,-17-74 0,18 107 0,1 1 0,0 0 0,0 0 0,0-1 0,0-8 0,1 13 0,0 1 0,0-1 0,0 1 0,0-1 0,0 0 0,0 1 0,1-1 0,-1 1 0,0-1 0,0 1 0,0-1 0,1 1 0,-1-1 0,0 1 0,1-1 0,-1 1 0,0-1 0,1 1 0,-1 0 0,2-1 0,-2 0 0,1 1 0,0 0 0,0 0 0,0 0 0,0-1 0,-1 1 0,1 0 0,0 0 0,0 1 0,0-1 0,0 0 0,-1 0 0,1 0 0,0 0 0,0 1 0,0-1 0,-1 0 0,2 1 0,5 2 0,-1 1 0,-1-1 0,1 1 0,0 0 0,-1 0 0,0 0 0,0 1 0,0 0 0,-1 0 0,0 0 0,1 1 0,-2-1 0,1 1 0,-1 0 0,0 0 0,0 0 0,0 1 0,-1-1 0,0 1 0,1 8 0,-1-7 0,-1 0 0,-1 0 0,1 0 0,-1 1 0,0-1 0,-1 0 0,0 0 0,0 0 0,-1 0 0,0 0 0,-1-1 0,1 1 0,-1 0 0,-1-1 0,0 0 0,-7 12 0,2-9-124,0 0 0,0 0 0,-1-1 0,-1 0 0,1-1 0,-1 0-1,-1 0 1,1-1 0,-1-1 0,-20 8 0,-2-2-6702</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59.383"/>
    </inkml:context>
    <inkml:brush xml:id="br0">
      <inkml:brushProperty name="width" value="0.05" units="cm"/>
      <inkml:brushProperty name="height" value="0.05" units="cm"/>
    </inkml:brush>
  </inkml:definitions>
  <inkml:trace contextRef="#ctx0" brushRef="#br0">0 1 24575,'4'2'0,"0"0"0,-1 0 0,1 0 0,-1 1 0,0-1 0,0 1 0,0 0 0,0 0 0,0 0 0,-1 0 0,1 1 0,-1-1 0,0 1 0,0-1 0,0 1 0,0 0 0,-1 0 0,0 0 0,1 0 0,-2 0 0,2 4 0,8 40 0,-1 0 0,2 72 0,-9 101 0,-2-75 0,0-137 0,4 57 0,-4-62 0,1 0 0,0 0 0,0 0 0,0 0 0,1 0 0,-1-1 0,1 1 0,0 0 0,0-1 0,0 1 0,0-1 0,6 7 0,-6-9-65,-1 0 0,1 0 0,-1 0 0,1 0 0,-1 0 0,1-1 0,0 1 0,-1 0 0,1-1 0,0 1 0,0-1 0,0 0 0,-1 0 0,1 0 0,0 1 0,0-2 0,0 1 0,0 0 0,-1 0 0,5-1 0,14-6-6761</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8:59.568"/>
    </inkml:context>
    <inkml:brush xml:id="br0">
      <inkml:brushProperty name="width" value="0.05" units="cm"/>
      <inkml:brushProperty name="height" value="0.05" units="cm"/>
    </inkml:brush>
  </inkml:definitions>
  <inkml:trace contextRef="#ctx0" brushRef="#br0">139 1 24575,'-15'0'0,"-9"0"0,-2 2 0,-3 6 0,4 4 0,9 2 0,12 1 0,11-2 0,12-3 0,17-6 0,11-5 0,6-6 0,-7-1-8191</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19:22.486"/>
    </inkml:context>
    <inkml:brush xml:id="br0">
      <inkml:brushProperty name="width" value="0.05" units="cm"/>
      <inkml:brushProperty name="height" value="0.05" units="cm"/>
    </inkml:brush>
  </inkml:definitions>
  <inkml:trace contextRef="#ctx0" brushRef="#br0">3 767 24575,'-3'0'0,"12"-5"0,19-3 0,22-9 0,31-5 0,36-9 0,39-8 0,88-17 0,111-21 0,49-6-6419,7 1 6419,-18 5 0,-31 9 0,-42 6 0,-45 6 0,-42 8-711,-62 13-350</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08.957"/>
    </inkml:context>
    <inkml:brush xml:id="br0">
      <inkml:brushProperty name="width" value="0.05" units="cm"/>
      <inkml:brushProperty name="height" value="0.05" units="cm"/>
    </inkml:brush>
  </inkml:definitions>
  <inkml:trace contextRef="#ctx0" brushRef="#br0">0 3 24575,'0'0'0,"0"-3"0</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7:55.922"/>
    </inkml:context>
    <inkml:brush xml:id="br0">
      <inkml:brushProperty name="width" value="0.05" units="cm"/>
      <inkml:brushProperty name="height" value="0.05" units="cm"/>
    </inkml:brush>
  </inkml:definitions>
  <inkml:trace contextRef="#ctx0" brushRef="#br0">615 258 24575,'0'-12'0,"-1"7"0,1 1 0,0 0 0,0 0 0,0-1 0,1 1 0,-1 0 0,1 0 0,0-1 0,0 1 0,0 0 0,4-6 0,-5 10 0,0 0 0,0 0 0,0 0 0,1 0 0,-1 0 0,0 0 0,0 1 0,0-1 0,1 0 0,-1 0 0,0 0 0,0 0 0,0 0 0,0 0 0,1 0 0,-1 0 0,0 1 0,0-1 0,0 0 0,0 0 0,0 0 0,0 0 0,0 1 0,1-1 0,-1 0 0,0 0 0,0 0 0,0 0 0,0 1 0,0-1 0,0 0 0,0 0 0,0 0 0,0 1 0,0-1 0,0 0 0,0 0 0,0 0 0,0 1 0,0-1 0,0 0 0,0 0 0,0 0 0,0 1 0,-1-1 0,3 13 0,-3 26 0,-2 0 0,-2-1 0,-14 62 0,13-74 0,-22 87 0,-4-1 0,-81 183 0,-132 197 0,156-344 0,19-34 0,67-109 0,0-1 0,1 1 0,0 0 0,0 0 0,0 0 0,-2 7 0,4-11 0,0 0 0,0 0 0,0 1 0,0-1 0,0 0 0,0 0 0,1 0 0,-1 1 0,0-1 0,1 0 0,-1 0 0,0 0 0,1 0 0,-1 0 0,1 0 0,0 0 0,-1 0 0,1 0 0,0 0 0,0 0 0,-1 0 0,1 0 0,0 0 0,0-1 0,0 1 0,0 0 0,0-1 0,0 1 0,0-1 0,1 1 0,-1-1 0,0 1 0,2-1 0,21 7 0,1-2 0,0-1 0,0-1 0,1-1 0,45-3 0,-11 1 0,1005 28-1526,1036 14-2749,-2061-42 4302,433-18 2244,-462 17-1809,32-6 537,-41 7-909,0 0-1,1-1 1,-1 0 0,0 1 0,0-1 0,0 0-1,-1 0 1,1 0 0,0-1 0,0 1-1,0 0 1,-1-1 0,1 1 0,-1-1 0,3-2-1,-4 3-74,1 0-1,-1 0 0,0 0 1,0 0-1,0 0 0,0 0 0,0 0 1,0 0-1,0 0 0,0 0 1,0 0-1,-1 0 0,1 0 1,0 0-1,-1 0 0,1 0 1,0 0-1,-1 0 0,0 0 0,1 0 1,-1 0-1,1 0 0,-1 1 1,0-1-1,1 0 0,-1 1 1,0-1-1,0 0 0,-1 0 1,-31-22 151,25 18-156,-4-3-10,0-1 0,0 0 0,1-1 0,1 0 0,-1-1 0,-15-21 0,21 24 0,0-1 0,0 1 0,1-1 0,0 0 0,1-1 0,0 1 0,1 0 0,-1-1 0,2 0 0,-1 1 0,1-15 0,2-13 0,1 0 0,2 0 0,2 1 0,17-64 0,61-140 0,-73 211 0,164-390 0,-78 197 0,-69 158 0,-3-1 0,-3-1 0,13-69 0,-34 131 0,0 0 0,-1 0 0,1 0 0,-1 0 0,0 0 0,0 0 0,-1 0 0,1 0 0,-1 0 0,0 0 0,-2-5 0,2 7 0,0 0 0,0 0 0,0 1 0,-1-1 0,1 0 0,-1 0 0,1 1 0,-1-1 0,1 1 0,-1 0 0,0-1 0,0 1 0,0 0 0,0 0 0,0 0 0,0 0 0,0 0 0,0 1 0,0-1 0,0 1 0,0-1 0,-3 1 0,-29-3 0,-1 2 0,1 1 0,-1 2 0,-36 7 0,-16 0 0,-862 31-1822,585-29 1400,-379 22 456,-197 6-843,626-36 1502,293-3-6558</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7:56.686"/>
    </inkml:context>
    <inkml:brush xml:id="br0">
      <inkml:brushProperty name="width" value="0.05" units="cm"/>
      <inkml:brushProperty name="height" value="0.05" units="cm"/>
    </inkml:brush>
  </inkml:definitions>
  <inkml:trace contextRef="#ctx0" brushRef="#br0">15 234 24575,'-2'-2'0,"0"-1"0,1 1 0,0 0 0,-1-1 0,1 1 0,0 0 0,0-1 0,0 0 0,0 1 0,1-1 0,-1 1 0,1-1 0,-1 0 0,1 0 0,0 1 0,0-1 0,0 0 0,1 1 0,0-6 0,0 4 0,0 0 0,0 0 0,0 0 0,0 0 0,1 0 0,-1 1 0,1-1 0,0 0 0,0 1 0,1 0 0,-1-1 0,5-3 0,-6 6 0,0 0 0,0 0 0,1 0 0,-1 0 0,0 1 0,1-1 0,-1 0 0,0 1 0,1-1 0,-1 1 0,1 0 0,-1-1 0,1 1 0,-1 0 0,1 0 0,-1 0 0,1 0 0,-1 0 0,1 0 0,-1 0 0,1 1 0,-1-1 0,1 1 0,-1-1 0,0 1 0,1-1 0,-1 1 0,0 0 0,1-1 0,-1 1 0,0 0 0,0 0 0,0 0 0,1 0 0,-1 0 0,0 0 0,1 2 0,2 2 0,0 1 0,0-1 0,0 1 0,-1 0 0,0-1 0,0 2 0,2 6 0,1 6 0,-2 1 0,0-1 0,-1 1 0,-1 0 0,-1 40 0,-3-32 0,-1 0 0,0-1 0,-15 49 0,18-74 0,-14 35 0,14-35 0,-1-1 0,1 1 0,-1 0 0,0-1 0,0 1 0,0-1 0,0 1 0,0-1 0,0 0 0,0 1 0,0-1 0,0 0 0,-1 0 0,1 0 0,-1 0 0,1 0 0,-3 2 0,3-4 0,1 1 0,-1 0 0,1 0 0,-1-1 0,0 1 0,1 0 0,-1-1 0,1 1 0,-1 0 0,1-1 0,0 1 0,-1 0 0,1-1 0,-1 1 0,1-1 0,0 1 0,-1-1 0,1 1 0,0-1 0,0 0 0,-1 1 0,1-1 0,0 1 0,0-1 0,0 1 0,0-1 0,0 0 0,0 1 0,0-1 0,0-1 0,-2-20 0,2 21 0,0-25 0,2 0 0,1 0 0,10-42 0,31-73 0,-30 102 0,24-43 0,-32 70 0,1 1 0,0-1 0,1 2 0,0-1 0,1 1 0,0 0 0,18-15 0,-25 23 0,1 0 0,-1 0 0,1 0 0,-1 1 0,1-1 0,0 1 0,-1 0 0,1 0 0,0 0 0,0 0 0,0 0 0,0 1 0,0-1 0,0 1 0,0 0 0,0 0 0,0 0 0,0 0 0,0 0 0,0 1 0,0-1 0,0 1 0,-1 0 0,1 0 0,0 0 0,0 0 0,0 0 0,3 3 0,-2 0 0,1-1 0,-1 1 0,0 0 0,0 1 0,-1-1 0,0 1 0,1 0 0,-1 0 0,-1 0 0,1 0 0,-1 0 0,0 1 0,0-1 0,1 7 0,3 14 0,-2 0 0,-1 0 0,0 1 0,-2-1 0,-2 1 0,0-1 0,-1 1 0,-2-1 0,-1 0 0,-12 38 0,2-37 0,6-20 0,8-7 0,1 0 0,-1 0 0,1-1 0,0 1 0,0 0 0,-1-1 0,1 1 0,0 0 0,-1-1 0,1 1 0,0 0 0,0-1 0,0 1 0,-1-1 0,1 1 0,0 0 0,0-1 0,0 1 0,0-1 0,0 1 0,0-1 0,0 1 0,0 0 0,0-1 0,0 1 0,0-1 0,0 1 0,0-1 0,1-11 0,0 1 0,1 0 0,0-1 0,1 1 0,7-20 0,27-55 0,-29 70 0,-7 14 0,55-106 0,-50 98 0,1 1 0,0-1 0,0 1 0,1 0 0,0 1 0,0-1 0,1 2 0,11-9 0,-18 15 0,-1 0 0,1 0 0,-1 0 0,1 0 0,0 1 0,-1-1 0,1 0 0,0 1 0,-1-1 0,1 1 0,0-1 0,0 1 0,-1 0 0,1 0 0,0 0 0,0 0 0,0 0 0,-1 0 0,1 1 0,0-1 0,0 1 0,-1-1 0,4 2 0,-2 0 0,-1 0 0,0 0 0,0 0 0,0 0 0,0 0 0,0 0 0,0 1 0,0-1 0,-1 1 0,1-1 0,-1 1 0,0 0 0,1 3 0,3 8 0,-1 1 0,-1 0 0,0 0 0,1 20 0,-3 12 0,-2 0 0,-12 78 0,2-28 0,10-77-1365,2-6-5461</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7:57.483"/>
    </inkml:context>
    <inkml:brush xml:id="br0">
      <inkml:brushProperty name="width" value="0.05" units="cm"/>
      <inkml:brushProperty name="height" value="0.05" units="cm"/>
    </inkml:brush>
  </inkml:definitions>
  <inkml:trace contextRef="#ctx0" brushRef="#br0">69 458 24575,'2'-4'0,"0"-1"0,-1 1 0,1-1 0,-1 0 0,0 1 0,0-1 0,-1 0 0,1 0 0,-1 1 0,0-1 0,0 0 0,-1 0 0,1 0 0,-1 1 0,-2-9 0,2 13 0,1-1 0,0 1 0,0-1 0,0 1 0,0 0 0,-1-1 0,1 1 0,0 0 0,0-1 0,0 1 0,-1 0 0,1-1 0,0 1 0,-1 0 0,1-1 0,0 1 0,-1 0 0,1 0 0,0 0 0,-1-1 0,1 1 0,-1 0 0,1 0 0,0 0 0,-1 0 0,1 0 0,-1 0 0,1 0 0,0 0 0,-1 0 0,1 0 0,-1 0 0,-10 10 0,-4 20 0,6-2 0,1-1 0,1 1 0,-3 35 0,8-49 0,1 0 0,0 0 0,2 0 0,-1 1 0,2-1 0,0 0 0,0 0 0,7 20 0,-8-31 0,0 0 0,0 0 0,1-1 0,-1 1 0,0-1 0,1 1 0,0-1 0,-1 1 0,1-1 0,0 0 0,0 1 0,0-1 0,1-1 0,-1 1 0,0 0 0,1 0 0,-1-1 0,1 1 0,0-1 0,-1 0 0,1 0 0,5 1 0,-5-1 0,0-1 0,1 0 0,-1-1 0,0 1 0,0 0 0,0-1 0,0 0 0,0 0 0,0 0 0,0 0 0,0 0 0,0-1 0,0 1 0,0-1 0,-1 0 0,1 1 0,-1-1 0,1-1 0,-1 1 0,0 0 0,3-4 0,3-4 0,0-1 0,0-1 0,-2 0 0,1 0 0,-1 0 0,-1 0 0,0-1 0,-1 0 0,0 0 0,-1 0 0,2-25 0,-3 16 0,-1 1 0,-1-1 0,-1 0 0,-1 1 0,0-1 0,-10-34 0,9 47 0,0 1 0,0-1 0,0 1 0,-1 0 0,0 0 0,-1 0 0,0 1 0,0-1 0,-8-7 0,17 17 0,-1 0 0,0 1 0,1-1 0,-1 0 0,1-1 0,0 1 0,0-1 0,-1 0 0,1 0 0,5 1 0,44 6 0,69-3 0,-110-5 0,0-1 0,0-1 0,0 1 0,-1-2 0,1 0 0,-1 0 0,1-1 0,13-7 0,-24 11 0,0 0 0,0-1 0,0 1 0,0-1 0,0 1 0,0-1 0,0 0 0,0 1 0,0-1 0,0 0 0,0 0 0,0 0 0,0 0 0,-1 1 0,1-1 0,0 0 0,0 0 0,-1-1 0,1 1 0,-1 0 0,1 0 0,-1 0 0,0 0 0,1 0 0,-1 0 0,0-1 0,0 1 0,0 0 0,0 0 0,0 0 0,0-1 0,0-1 0,-1 2 0,0 0 0,0 0 0,0 0 0,0 0 0,0 0 0,0 0 0,-1 0 0,1 0 0,0 1 0,0-1 0,-1 0 0,1 1 0,0-1 0,-1 1 0,1-1 0,-1 1 0,1 0 0,-1 0 0,1-1 0,-1 1 0,1 0 0,0 0 0,-1 1 0,1-1 0,-1 0 0,-2 1 0,-3 1 0,0 0 0,0 1 0,0 0 0,0 0 0,0 0 0,1 1 0,-1 0 0,1 0 0,0 1 0,0 0 0,1 0 0,-1 0 0,1 1 0,-6 8 0,-2 4 0,0 0 0,1 1 0,-15 34 0,22-42 0,0 1 0,1 0 0,0 1 0,1-1 0,0 1 0,1-1 0,1 1 0,-1 17 0,2-26 0,0 0 0,1 0 0,-1 1 0,1-1 0,0 0 0,0 0 0,0 0 0,1 0 0,-1 0 0,1 0 0,0 0 0,0 0 0,0-1 0,1 1 0,-1-1 0,1 0 0,0 1 0,0-1 0,0 0 0,0-1 0,0 1 0,1 0 0,-1-1 0,1 0 0,0 0 0,0 0 0,0 0 0,5 1 0,-2-1 0,0 0 0,0-1 0,0 0 0,0 0 0,0 0 0,0-1 0,0 0 0,0 0 0,1-1 0,-1 0 0,0 0 0,0-1 0,-1 0 0,1 0 0,0 0 0,-1-1 0,10-5 0,-8 2 0,0 1 0,0-1 0,-1-1 0,0 1 0,0-1 0,0 0 0,-1-1 0,0 0 0,-1 0 0,1 0 0,-2-1 0,6-11 0,1-8 0,-1 0 0,-2-1 0,-1 0 0,5-44 0,3-123 0,-12 125 0,-2 51 0,1-19 0,-1 35 0,-1 5 0,0 21 0,-8 201 0,4 135 0,5-343-341,1 0 0,1-1-1,7 28 1,2-13-6485</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7:58.145"/>
    </inkml:context>
    <inkml:brush xml:id="br0">
      <inkml:brushProperty name="width" value="0.05" units="cm"/>
      <inkml:brushProperty name="height" value="0.05" units="cm"/>
    </inkml:brush>
  </inkml:definitions>
  <inkml:trace contextRef="#ctx0" brushRef="#br0">47 495 24575,'0'0'0,"1"0"0,-1 0 0,0 0 0,0 0 0,0 0 0,0-1 0,0 1 0,0 0 0,0 0 0,0 0 0,0 0 0,0 0 0,0-1 0,0 1 0,0 0 0,0 0 0,0 0 0,0 0 0,0 0 0,0-1 0,-1 1 0,1 0 0,0 0 0,0 0 0,0 0 0,0 0 0,0 0 0,0-1 0,0 1 0,0 0 0,0 0 0,-1 0 0,1 0 0,0 0 0,0 0 0,0 0 0,0 0 0,0 0 0,-1 0 0,1 0 0,0-1 0,0 1 0,0 0 0,0 0 0,0 0 0,-1 0 0,-6 6 0,-4 11 0,11-16 0,0-1 0,-1 1 0,1 0 0,0-1 0,0 1 0,0 0 0,0-1 0,0 1 0,0 0 0,0-1 0,0 1 0,0 0 0,1-1 0,-1 1 0,0 0 0,0-1 0,1 1 0,-1-1 0,0 1 0,1 0 0,-1-1 0,0 1 0,1-1 0,-1 1 0,1-1 0,0 1 0,1 1 0,-1-1 0,1-1 0,0 1 0,0 0 0,0 0 0,0-1 0,-1 1 0,1-1 0,3 1 0,43 0 0,-46-1 0,6-1 0,0 0 0,1 0 0,-1-1 0,0 0 0,-1 0 0,1-1 0,0 0 0,-1-1 0,1 0 0,9-6 0,-14 7 0,1 1 0,-1-1 0,0 0 0,0 1 0,0-2 0,0 1 0,0 0 0,-1 0 0,0-1 0,1 0 0,-1 1 0,0-1 0,-1 0 0,1 0 0,-1 0 0,0 0 0,0 0 0,0 0 0,0 0 0,-1-1 0,0 1 0,0-5 0,0 7 0,0-1 0,-1 1 0,1 0 0,-1-1 0,0 1 0,1 0 0,-1 0 0,0-1 0,-1 1 0,1 0 0,0 0 0,0 0 0,-1 0 0,1 1 0,-1-1 0,0 0 0,0 1 0,1-1 0,-1 1 0,0-1 0,0 1 0,-1 0 0,1 0 0,0 0 0,0 0 0,0 0 0,-1 0 0,1 1 0,0-1 0,-1 1 0,1 0 0,0-1 0,-1 1 0,-2 1 0,-2-2 0,1 1 0,-1 1 0,0 0 0,1 0 0,-1 0 0,1 0 0,-1 1 0,1 0 0,0 1 0,-1 0 0,-7 4 0,7-1 0,-1 1 0,1-1 0,0 2 0,0-1 0,1 1 0,0 0 0,0 0 0,1 0 0,0 1 0,0 0 0,1 0 0,0 0 0,1 1 0,0-1 0,-2 13 0,2-9 0,1-1 0,0 1 0,1-1 0,1 1 0,0 0 0,1-1 0,0 1 0,0 0 0,2-1 0,-1 0 0,9 21 0,-9-28 0,0 0 0,0-1 0,1 1 0,0-1 0,-1 0 0,2 0 0,-1 0 0,0 0 0,1 0 0,0-1 0,0 0 0,0 1 0,0-2 0,0 1 0,1 0 0,5 2 0,-3-3 0,0 0 0,0 0 0,0 0 0,0-1 0,1 0 0,-1-1 0,0 0 0,0 0 0,1 0 0,10-3 0,-3 0 0,-1 0 0,0-2 0,0 1 0,0-2 0,0 0 0,-1-1 0,0 0 0,0-1 0,-1 0 0,20-18 0,-14 7 0,-1 0 0,-1-1 0,-1-1 0,-1 0 0,-1-1 0,-1-1 0,0 0 0,-2-1 0,-1 0 0,8-31 0,-6 10 0,-2-1 0,-2 0 0,-2-1 0,-1-81 0,-5 117 0,-2-39 0,3 46 0,-1 0 0,0 0 0,0 0 0,0 1 0,0-1 0,-1 0 0,1 0 0,-1 1 0,-4-6 0,6 8 0,0 1 0,-1-1 0,1 1 0,0 0 0,-1-1 0,1 1 0,0-1 0,-1 1 0,1 0 0,0 0 0,-1-1 0,1 1 0,-1 0 0,1 0 0,-1-1 0,1 1 0,-1 0 0,1 0 0,-1 0 0,1 0 0,-1 0 0,1 0 0,-1 0 0,1 0 0,-1 0 0,1 0 0,-1 0 0,1 0 0,-1 0 0,1 0 0,-1 0 0,1 0 0,-1 0 0,1 1 0,-1-1 0,1 0 0,0 0 0,-1 1 0,1-1 0,-1 0 0,1 1 0,0-1 0,-1 0 0,1 1 0,0-1 0,-1 1 0,1-1 0,0 1 0,-1 0 0,-11 25 0,6-5 0,1 1 0,0 0 0,-1 39 0,4 70 0,2-119 0,7 156 0,-5-145 0,2 1 0,1 0 0,0-1 0,17 44 0,-19-61 0,-1 0 0,1-1 0,0 0 0,1 1 0,-1-1 0,1-1 0,0 1 0,0 0 0,0-1 0,1 0 0,8 6 0,-9-8 0,-1 0 0,1 0 0,0 0 0,-1-1 0,1 0 0,0 0 0,0 0 0,0 0 0,0 0 0,0-1 0,0 0 0,0 0 0,0 0 0,0 0 0,0-1 0,0 1 0,0-1 0,6-2 0,1-1-341,0-1 0,-1 0-1,20-12 1,-16 7-6485</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7:59.247"/>
    </inkml:context>
    <inkml:brush xml:id="br0">
      <inkml:brushProperty name="width" value="0.05" units="cm"/>
      <inkml:brushProperty name="height" value="0.05" units="cm"/>
    </inkml:brush>
  </inkml:definitions>
  <inkml:trace contextRef="#ctx0" brushRef="#br0">113 50 24575,'4'-14'0,"3"-8"0,-7 21 0,0 1 0,0-1 0,0 1 0,0-1 0,0 1 0,0-1 0,-1 1 0,1-1 0,0 1 0,0-1 0,0 1 0,-1-1 0,1 1 0,0-1 0,0 1 0,-1-1 0,1 1 0,0 0 0,-1-1 0,1 1 0,0 0 0,-1-1 0,1 1 0,-1 0 0,1-1 0,-1 1 0,1 0 0,-1 0 0,1 0 0,-1-1 0,1 1 0,-1 0 0,1 0 0,-1 0 0,1 0 0,-1 0 0,1 0 0,-1 0 0,0 0 0,-2 0 0,1 1 0,-1-1 0,1 1 0,-1 0 0,1-1 0,-1 1 0,1 0 0,-1 0 0,1 1 0,0-1 0,0 0 0,0 1 0,0-1 0,0 1 0,0 0 0,-3 4 0,-2 1 0,1 1 0,0 0 0,-5 9 0,5-8 38,1 1 0,0 0 0,1 0 0,0 0 0,1 1 0,0 0 0,0-1 0,0 13 0,2-18-124,1 0 1,0 0 0,0 0-1,0 0 1,1 0 0,-1 0-1,1 0 1,0 0 0,1 0-1,-1 0 1,1 0 0,0-1-1,0 1 1,1-1 0,-1 1-1,1-1 1,0 0 0,0 0-1,6 6 1,8 3-6741</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7:59.736"/>
    </inkml:context>
    <inkml:brush xml:id="br0">
      <inkml:brushProperty name="width" value="0.05" units="cm"/>
      <inkml:brushProperty name="height" value="0.05" units="cm"/>
    </inkml:brush>
  </inkml:definitions>
  <inkml:trace contextRef="#ctx0" brushRef="#br0">234 166 24575,'0'-5'0,"0"-1"0,0 0 0,-1 0 0,0 1 0,0-1 0,0 0 0,0 1 0,-4-10 0,4 13 0,-1 1 0,1-1 0,0 0 0,0 1 0,-1-1 0,1 1 0,-1 0 0,1-1 0,-1 1 0,0 0 0,1 0 0,-1 0 0,0 0 0,0 0 0,0 0 0,0 1 0,0-1 0,0 1 0,0-1 0,0 1 0,0 0 0,0 0 0,0-1 0,0 1 0,0 1 0,0-1 0,0 0 0,-2 1 0,-4 1 0,0 0 0,0 0 0,1 0 0,0 1 0,-1 0 0,1 1 0,0 0 0,0 0 0,1 0 0,0 1 0,-9 8 0,4-3 0,1 0 0,1 0 0,0 1 0,1 1 0,-12 19 0,19-30 0,-1 1 0,1 0 0,0 0 0,0 0 0,1 0 0,-1 0 0,0 0 0,1 0 0,-1 1 0,1-1 0,0 0 0,-1 0 0,1 0 0,0 0 0,0 1 0,1-1 0,-1 0 0,0 0 0,1 0 0,-1 0 0,1 0 0,0 1 0,0-1 0,-1 0 0,1-1 0,1 1 0,-1 0 0,1 2 0,1-2 0,-1 0 0,0 0 0,1-1 0,0 1 0,-1-1 0,1 1 0,0-1 0,0 0 0,-1 0 0,1 0 0,0-1 0,0 1 0,0-1 0,0 1 0,0-1 0,0 0 0,0 0 0,0 0 0,0-1 0,4 0 0,4-1 0,-1-1 0,0-1 0,1 1 0,-1-2 0,0 1 0,-1-2 0,1 1 0,-1-1 0,0 0 0,12-12 0,-9 7 0,-1 0 0,0-1 0,-1 0 0,0-1 0,-1 0 0,12-22 0,-16 23 0,0 0 0,-1 0 0,0 0 0,-1 0 0,0-1 0,-1 0 0,1-24 0,-19 98 0,11-32 77,-3 10-558,3-1 1,-2 52-1,8-67-6345</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00.401"/>
    </inkml:context>
    <inkml:brush xml:id="br0">
      <inkml:brushProperty name="width" value="0.05" units="cm"/>
      <inkml:brushProperty name="height" value="0.05" units="cm"/>
    </inkml:brush>
  </inkml:definitions>
  <inkml:trace contextRef="#ctx0" brushRef="#br0">213 273 24575,'1'-2'0,"1"0"0,-1-1 0,0 1 0,0 0 0,0 0 0,0-1 0,0 1 0,0 0 0,0-1 0,-1 1 0,1-1 0,-1 1 0,0-1 0,0 1 0,0-1 0,0 1 0,0-1 0,-1 1 0,1-1 0,-1 1 0,1-1 0,-1 1 0,0-1 0,0 1 0,0 0 0,0 0 0,-2-3 0,-1-3 0,-1 0 0,-1 0 0,0 0 0,0 0 0,-12-10 0,17 16 0,-1 0 0,0 0 0,0 1 0,0-1 0,0 1 0,0-1 0,-1 1 0,1 0 0,0 0 0,0 0 0,-1 0 0,1 0 0,-1 1 0,1-1 0,-1 1 0,1-1 0,-1 1 0,1 0 0,-1 0 0,-2 1 0,1 0 0,0 0 0,0 0 0,0 1 0,1 0 0,-1-1 0,1 1 0,0 1 0,-1-1 0,1 0 0,0 1 0,0 0 0,-3 4 0,-7 6 0,-19 27 0,29-35 0,-1 0 0,1 0 0,1 0 0,-1 0 0,1 0 0,0 1 0,0-1 0,0 1 0,-1 10 0,3-15 0,0 0 0,0 0 0,0 0 0,0 1 0,0-1 0,0 0 0,1 0 0,-1 0 0,0 0 0,0 0 0,1 0 0,-1 0 0,1 0 0,-1 0 0,1 0 0,-1 0 0,1-1 0,0 1 0,-1 0 0,1 0 0,0 0 0,0-1 0,0 1 0,-1 0 0,3 0 0,-1 0 0,1 0 0,0 0 0,-1 0 0,1 0 0,0 0 0,0-1 0,-1 0 0,1 1 0,5-1 0,0-1 0,0 1 0,0-2 0,-1 1 0,1-1 0,-1 0 0,13-5 0,-18 6 0,1-1 0,-1 1 0,0-1 0,0 0 0,0 0 0,0 0 0,0 0 0,0 0 0,0 0 0,-1 0 0,1 0 0,-1-1 0,1 1 0,-1-1 0,0 1 0,0-1 0,0 0 0,-1 1 0,1-1 0,-1 0 0,1 1 0,-1-1 0,0 0 0,0 0 0,0 1 0,-1-6 0,3 19 0,0-1 0,0 1 0,1-1 0,5 12 0,-6-16 0,0 0 0,1 0 0,-1-1 0,1 0 0,1 1 0,-1-1 0,1 0 0,-1-1 0,1 1 0,6 4 0,-8-8 0,-1 1 0,1-1 0,0-1 0,0 1 0,0 0 0,0 0 0,0-1 0,0 1 0,0-1 0,0 0 0,0 1 0,1-1 0,-1 0 0,0 0 0,0-1 0,0 1 0,3-1 0,0 0 0,-1-1 0,1 0 0,-1 0 0,0 0 0,0 0 0,1 0 0,4-5 0,2-3 0,-1 1 0,0-1 0,0-1 0,11-15 0,-8 7 0,-1-1 0,0-1 0,-2 0 0,0 0 0,-1-1 0,-2 0 0,0-1 0,-1 1 0,-1-1 0,2-32 0,-18 114 0,3-21 0,0 3 105,2-16-350,1 0 0,2 1 0,0-1 0,2 1 0,2 37 0,2-47-6581</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00.926"/>
    </inkml:context>
    <inkml:brush xml:id="br0">
      <inkml:brushProperty name="width" value="0.05" units="cm"/>
      <inkml:brushProperty name="height" value="0.05" units="cm"/>
    </inkml:brush>
  </inkml:definitions>
  <inkml:trace contextRef="#ctx0" brushRef="#br0">10 162 24575,'0'1'0,"-1"-1"0,1 0 0,0 0 0,-1 0 0,1 0 0,0 0 0,-1 0 0,1-1 0,0 1 0,-1 0 0,1 0 0,0 0 0,-1 0 0,1 0 0,0 0 0,-1-1 0,1 1 0,0 0 0,-1 0 0,1 0 0,0-1 0,0 1 0,0 0 0,-1 0 0,1-1 0,0 1 0,0 0 0,0-1 0,-1 1 0,1 0 0,0 0 0,0-1 0,0 1 0,0 0 0,0-1 0,0 1 0,0 0 0,0-1 0,0 1 0,0 0 0,0-1 0,0 1 0,0-1 0,0 1 0,0 0 0,0-1 0,0 1 0,0 0 0,0 0 0,0-1 0,1 1 0,-1 0 0,0-1 0,1 1 0,-1-2 0,1 1 0,0-1 0,0 1 0,0-1 0,0 1 0,0 0 0,0 0 0,0-1 0,0 1 0,3-2 0,15-4 0,0 0 0,0 1 0,1 1 0,26-4 0,6-1 0,-20 2 0,-11 4 0,-1-1 0,0 0 0,29-13 0,-48 17 0,0 1 0,0 0 0,0-1 0,0 1 0,0-1 0,0 1 0,-1-1 0,1 0 0,0 1 0,0-1 0,0 0 0,-1 0 0,1 1 0,0-1 0,-1 0 0,1 0 0,0 0 0,-1 0 0,1 0 0,-1 0 0,0 0 0,1 0 0,-1 0 0,0 0 0,0 0 0,1 0 0,-1 0 0,0 0 0,0 0 0,0 0 0,0 0 0,0 0 0,-1-1 0,1 1 0,0 0 0,0 0 0,-1 0 0,0-2 0,0 2 0,1 0 0,-1 0 0,0 1 0,0-1 0,0 0 0,0 0 0,0 0 0,0 1 0,0-1 0,0 0 0,0 1 0,0-1 0,0 1 0,-1-1 0,1 1 0,0 0 0,0-1 0,-1 1 0,1 0 0,0 0 0,0 0 0,0 0 0,-1 0 0,1 0 0,0 0 0,0 0 0,-1 1 0,1-1 0,0 0 0,0 1 0,0-1 0,-3 2 0,-1 2 0,-1 0 0,0 0 0,1 1 0,0-1 0,0 1 0,1 1 0,-1-1 0,1 0 0,0 1 0,1 0 0,-1 0 0,1 0 0,-3 8 0,-3 8 0,2 0 0,-9 35 0,15-52 0,0 0 0,1 0 0,-1-1 0,1 1 0,0 0 0,0 0 0,0 0 0,3 8 0,-3-11 0,0-1 0,1 0 0,-1 1 0,1-1 0,0 0 0,-1 0 0,1 0 0,0 1 0,0-1 0,0 0 0,0 0 0,0 0 0,0 0 0,0 0 0,0-1 0,0 1 0,0 0 0,0 0 0,1-1 0,-1 1 0,0-1 0,0 1 0,1-1 0,-1 1 0,0-1 0,1 0 0,-1 0 0,1 0 0,-1 0 0,0 0 0,1 0 0,-1 0 0,1 0 0,1-1 0,4 0 0,-1-1 0,1 0 0,-1-1 0,0 0 0,0 0 0,0 0 0,0 0 0,0-1 0,-1 0 0,1 0 0,-1-1 0,0 0 0,6-6 0,6-10 0,29-43 0,-21 23 0,-25 41 0,0 0 0,0 0 0,0 0 0,0 0 0,0 0 0,0 0 0,0 0 0,1 0 0,-1-1 0,0 1 0,0 0 0,0 0 0,0 0 0,0 0 0,0 0 0,0 0 0,0 0 0,0 0 0,0 0 0,0 0 0,0 0 0,0 0 0,0 0 0,1 0 0,-1 0 0,0 0 0,0 0 0,0 0 0,0 0 0,0 0 0,0 0 0,0 0 0,0 0 0,0 0 0,0 0 0,0 0 0,0 0 0,1 0 0,-1 0 0,0 0 0,0 0 0,0 1 0,0-1 0,0 0 0,0 0 0,0 0 0,0 0 0,0 0 0,0 0 0,0 0 0,0 0 0,0 0 0,0 0 0,0 0 0,0 0 0,0 0 0,0 0 0,0 1 0,0-1 0,0 0 0,0 0 0,0 0 0,0 0 0,0 0 0,0 0 0,0 0 0,2 10 0,-1 13 0,-1 0 114,1 1 0,4 26 0,-3-42-285,-1 0 0,1 0 1,0 0-1,1 0 0,0 0 1,0 0-1,1-1 0,0 1 1,7 9-1,-1-6-6655</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01.126"/>
    </inkml:context>
    <inkml:brush xml:id="br0">
      <inkml:brushProperty name="width" value="0.05" units="cm"/>
      <inkml:brushProperty name="height" value="0.05" units="cm"/>
    </inkml:brush>
  </inkml:definitions>
  <inkml:trace contextRef="#ctx0" brushRef="#br0">6 86 24575,'-1'-9'0,"1"0"0,0 0 0,0 0 0,4-17 0,-4 24 0,0 1 0,0 0 0,0 0 0,0 0 0,1 0 0,-1 0 0,0 0 0,1 0 0,-1 0 0,1 1 0,-1-1 0,1 0 0,-1 0 0,1 0 0,0 0 0,-1 1 0,1-1 0,0 0 0,0 0 0,-1 1 0,1-1 0,0 1 0,0-1 0,0 1 0,0-1 0,0 1 0,0-1 0,0 1 0,0 0 0,0 0 0,0-1 0,0 1 0,0 0 0,0 0 0,0 0 0,0 0 0,0 0 0,0 0 0,0 0 0,0 1 0,0-1 0,0 0 0,1 1 0,3 1 0,-1 1 0,0 0 0,0-1 0,0 1 0,0 1 0,0-1 0,0 1 0,-1-1 0,0 1 0,0 0 0,0 0 0,0 0 0,0 1 0,2 5 0,2 6 0,0 1 0,8 29 0,-11-36-52,-2 1-1,1 0 1,-2-1-1,1 1 1,-2 0-1,1 0 1,-1 0-1,-1 0 1,0 0-1,-1 0 1,0 0-1,0-1 1,-1 1-1,-1-1 1,0 1-1,0-1 1,-1-1-1,0 1 1,-1 0-1,0-1 0,0 0 1,-1-1-1,0 1 1,-1-1-1,-16 13 1,-18 11-6774</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02.598"/>
    </inkml:context>
    <inkml:brush xml:id="br0">
      <inkml:brushProperty name="width" value="0.05" units="cm"/>
      <inkml:brushProperty name="height" value="0.05" units="cm"/>
    </inkml:brush>
  </inkml:definitions>
  <inkml:trace contextRef="#ctx0" brushRef="#br0">516 2 24575,'-12'-2'0,"-4"3"0,15-1 0,1 0 0,-1 1 0,1-1 0,-1 0 0,1 1 0,-1-1 0,1 1 0,0-1 0,-1 1 0,1-1 0,0 1 0,-1-1 0,1 1 0,0-1 0,0 1 0,0-1 0,-1 1 0,1-1 0,0 1 0,0 0 0,0-1 0,0 1 0,0-1 0,0 1 0,0 0 0,0-1 0,0 1 0,1 0 0,2 46 0,-1 0 0,-7 78 0,-103 461 0,74-432 0,1 7 0,-39 175 0,-22-5 0,77-287 0,-1-2 0,-2 0 0,-2-1 0,-36 51 0,58-91 0,-1-1 0,1 1 0,-1 0 0,1-1 0,-1 1 0,1 0 0,-1-1 0,1 1 0,0 0 0,-1 0 0,1-1 0,0 1 0,0 0 0,-1 0 0,1-1 0,0 1 0,0 0 0,0 0 0,0 0 0,0 1 0,1-2 0,-1 1 0,1-1 0,-1 0 0,1 0 0,-1 1 0,1-1 0,-1 0 0,1 0 0,-1 0 0,1 0 0,-1 0 0,1 0 0,-1 0 0,1 1 0,-1-2 0,1 1 0,-1 0 0,1 0 0,0 0 0,-1 0 0,1 0 0,0-1 0,41-15 0,-33 12 0,62-21-96,2 3-1,130-23 0,157 1-441,462-1-1513,3 45-537,-245 13 2384,92 1-779,-669-14 994,193-6 694,-186 5-417,0-1 0,0 0 1,10-4-1,-19 6-252,0 0 1,0 0 0,0-1 0,0 1 0,0 0 0,0-1-1,0 1 1,0-1 0,0 1 0,0-1 0,-1 1 0,1-1-1,0 0 1,0 0 0,-1 1 0,1-1 0,0 0 0,-1 0 0,1 0-1,-1 1 1,1-1 0,0-2 0,-1 2-9,0 0 0,-1 0 0,1-1 0,0 1 0,-1 0 0,1 0 0,0 0 0,-1 0 0,1 0 0,-1 0 0,0 0 0,1 0 0,-1 0 0,0 0 0,1 0 0,-1 0 0,-1 0 0,-22-20-4785</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03.444"/>
    </inkml:context>
    <inkml:brush xml:id="br0">
      <inkml:brushProperty name="width" value="0.05" units="cm"/>
      <inkml:brushProperty name="height" value="0.05" units="cm"/>
    </inkml:brush>
  </inkml:definitions>
  <inkml:trace contextRef="#ctx0" brushRef="#br0">129 618 24575,'-12'0'0,"-1"-1"0,0-1 0,1-1 0,0 1 0,-1-2 0,-20-8 0,32 11 0,0 1 0,0 0 0,0 0 0,0-1 0,0 1 0,0-1 0,0 1 0,0-1 0,0 1 0,0-1 0,0 0 0,1 1 0,-1-1 0,0 0 0,0 0 0,1 0 0,-1 1 0,0-1 0,1 0 0,-1 0 0,1 0 0,0 0 0,-1 0 0,1 0 0,0 0 0,-1 0 0,1 0 0,0 0 0,0 0 0,0 0 0,0 0 0,0-1 0,0 1 0,0 0 0,0 0 0,0 0 0,1 0 0,-1 0 0,0 0 0,1 0 0,0-1 0,1-2 0,1 1 0,0-1 0,0 1 0,0-1 0,1 1 0,-1 0 0,1 0 0,7-4 0,26-15 15,1 1-1,2 2 1,64-21-1,133-27-300,-236 66 283,373-83-1604,416-40 0,391 31-1261,-75 50 3998,-814 34-568,-278 8 23,2 2 1895,-29 7-1228,-1 0-1238,1 0 0,0 0 0,1 1 1,0 1-1,0 0 0,1 1 0,0 0 0,1 0 0,1 1 0,0 1 0,0 0 1,1 0-1,-10 22 0,0 6 12,2 1 1,2 0 0,-14 64-1,-36 288-26,26 6 0,21-198 0,3-40 0,-21 189 0,21-248 0,-40 140 0,51-234 0,-1 7 0,-1 0 0,-1-1 0,-8 18 0,12-30 0,1 0 0,-1 0 0,0 1 0,0-2 0,0 1 0,-1 0 0,1 0 0,0-1 0,-1 1 0,0-1 0,0 0 0,0 0 0,0 0 0,0 0 0,0-1 0,0 1 0,0-1 0,-1 1 0,1-1 0,-7 1 0,-31-1 0,0-1 0,-76-10 0,24 0 0,-173-6 249,-275-22-1863,434 27-5212</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04.061"/>
    </inkml:context>
    <inkml:brush xml:id="br0">
      <inkml:brushProperty name="width" value="0.05" units="cm"/>
      <inkml:brushProperty name="height" value="0.05" units="cm"/>
    </inkml:brush>
  </inkml:definitions>
  <inkml:trace contextRef="#ctx0" brushRef="#br0">23 268 24575,'-17'-23'0,"17"23"0,-1-1 0,1 1 0,-1-1 0,1 0 0,-1 1 0,1-1 0,0 0 0,-1 0 0,1 1 0,0-1 0,0 0 0,-1 0 0,1 1 0,0-1 0,0 0 0,0 0 0,0 0 0,0 1 0,0-1 0,0 0 0,0 0 0,0 0 0,1 1 0,-1-1 0,0 0 0,1 0 0,-1 1 0,0-1 0,1 0 0,0 0 0,-1 0 0,1 1 0,0 0 0,-1 0 0,1 0 0,-1 0 0,1 0 0,0 0 0,-1 0 0,1 0 0,-1 0 0,1 0 0,0 0 0,-1 0 0,1 1 0,-1-1 0,1 0 0,-1 0 0,1 1 0,-1-1 0,1 0 0,-1 1 0,1-1 0,-1 0 0,1 1 0,-1-1 0,1 1 0,-1-1 0,0 1 0,1 0 0,13 16 0,-14-16 0,11 16 0,-1 1 0,-1 0 0,-1 1 0,0 0 0,-1 0 0,6 32 0,15 127 0,-23-129 0,0 9 0,-4-38 0,1 0 0,0 0 0,2 0 0,10 36 0,-13-55 0,-1 0 0,0 0 0,1 0 0,-1 0 0,1 0 0,-1 0 0,1 0 0,-1 0 0,1-1 0,-1 1 0,1 0 0,0 0 0,0 0 0,-1-1 0,1 1 0,0-1 0,0 1 0,1 0 0,-1-1 0,-1 0 0,1 0 0,-1 0 0,1 0 0,-1 0 0,1 0 0,-1 0 0,1 0 0,0 0 0,-1-1 0,1 1 0,-1 0 0,1 0 0,-1-1 0,1 1 0,-1 0 0,1-1 0,-1 1 0,0 0 0,1-1 0,-1 1 0,0-1 0,1 0 0,3-5 0,0 1 0,-1-1 0,0 0 0,3-9 0,-5 12 0,50-137 0,37-174 0,-9 28 0,-77 280 0,1-4 0,0 0 0,1 1 0,6-13 0,-10 22 0,0 1 0,0-1 0,0 0 0,0 0 0,0 0 0,0 1 0,1-1 0,-1 0 0,0 0 0,0 1 0,0-1 0,0 0 0,0 0 0,0 0 0,0 0 0,0 1 0,1-1 0,-1 0 0,0 0 0,0 0 0,0 0 0,0 1 0,1-1 0,-1 0 0,0 0 0,0 0 0,0 0 0,1 0 0,-1 0 0,0 0 0,0 0 0,0 0 0,1 0 0,-1 0 0,0 1 0,0-1 0,1 0 0,-1 0 0,0-1 0,0 1 0,0 0 0,1 0 0,-1 0 0,0 0 0,0 0 0,0 0 0,1 0 0,-1 0 0,0 0 0,0 0 0,0 0 0,1-1 0,-1 1 0,0 0 0,0 0 0,0 0 0,0 0 0,1-1 0,-1 1 0,0 0 0,0 0 0,0-1 0,2 22 0,-2-21 0,0 29-451,-5 36 1,5-59-14,-4 29-6362</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04.295"/>
    </inkml:context>
    <inkml:brush xml:id="br0">
      <inkml:brushProperty name="width" value="0.05" units="cm"/>
      <inkml:brushProperty name="height" value="0.05" units="cm"/>
    </inkml:brush>
  </inkml:definitions>
  <inkml:trace contextRef="#ctx0" brushRef="#br0">151 7 24575,'0'-3'0,"-2"0"0,-2 2 0,-1 5 0,-1 2 0,-1 7 0,-2 5 0,0 4 0,0 3 0,-1 5 0,-2 4 0,0 1 0,-1 2 0,-1-3 0,2-2 0,1-5 0,2-4 0,3-6-8191</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04.460"/>
    </inkml:context>
    <inkml:brush xml:id="br0">
      <inkml:brushProperty name="width" value="0.05" units="cm"/>
      <inkml:brushProperty name="height" value="0.05" units="cm"/>
    </inkml:brush>
  </inkml:definitions>
  <inkml:trace contextRef="#ctx0" brushRef="#br0">7 99 24575,'0'-4'0,"0"-8"0,0-2 0,0-3 0,0 0 0,-2 3 0,-2 1 0,4 6 0</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05.304"/>
    </inkml:context>
    <inkml:brush xml:id="br0">
      <inkml:brushProperty name="width" value="0.05" units="cm"/>
      <inkml:brushProperty name="height" value="0.05" units="cm"/>
    </inkml:brush>
  </inkml:definitions>
  <inkml:trace contextRef="#ctx0" brushRef="#br0">67 136 24575,'-2'1'0,"1"1"0,-1 0 0,1-1 0,0 1 0,0 0 0,0 0 0,0 0 0,0 0 0,0 0 0,0 0 0,0 0 0,1 0 0,-1 1 0,1-1 0,0 0 0,0 0 0,0 0 0,0 1 0,0-1 0,0 0 0,0 0 0,1 0 0,-1 0 0,1 1 0,0-1 0,-1 0 0,1 0 0,0 0 0,0 0 0,0 0 0,2 2 0,-1-2 0,0 1 0,0-1 0,0 0 0,0 0 0,1 0 0,-1 0 0,1 0 0,-1 0 0,1-1 0,-1 1 0,1-1 0,0 0 0,0 0 0,0 0 0,0 0 0,0 0 0,0 0 0,0-1 0,0 0 0,0 0 0,0 1 0,5-2 0,6-2 0,0-1 0,0-1 0,-1 0 0,1-1 0,-1 0 0,0-1 0,-1 0 0,1-1 0,-2-1 0,1 0 0,14-14 0,-20 16 0,0 1 0,-1-1 0,1 0 0,-2-1 0,1 1 0,-1-1 0,4-10 0,-7 16 0,0 0 0,0 1 0,0-1 0,-1 0 0,1 0 0,-1 0 0,1 0 0,-1 0 0,0 0 0,0 0 0,0 0 0,0 0 0,0 0 0,0 0 0,-1 0 0,1 0 0,-1 0 0,1 0 0,-1 0 0,0 0 0,0 0 0,0 0 0,0 0 0,0 1 0,0-1 0,0 0 0,-1 1 0,1-1 0,0 1 0,-1 0 0,1-1 0,-1 1 0,0 0 0,1 0 0,-1 0 0,-3-2 0,0 2 0,1 0 0,-1 0 0,0 0 0,1 0 0,-1 1 0,0 0 0,1 0 0,-1 0 0,0 1 0,1-1 0,-1 1 0,1 0 0,-1 0 0,1 1 0,-1-1 0,1 1 0,0 0 0,0 0 0,-6 4 0,-6 4 0,1 1 0,0 0 0,-19 20 0,17-14 0,1 0 0,1 1 0,1 0 0,1 1 0,0 1 0,-12 27 0,20-38 0,1 1 0,0 0 0,0 0 0,1 0 0,1 1 0,-1-1 0,2 1 0,-1-1 0,2 1 0,-1 0 0,2-1 0,-1 1 0,1 0 0,1-1 0,5 20 0,-5-24 0,0-1 0,1 1 0,-1-1 0,1 0 0,0 0 0,1 0 0,-1 0 0,1 0 0,0-1 0,0 0 0,1 0 0,-1 0 0,1 0 0,9 5 0,-7-6 0,-1 0 0,1 0 0,0 0 0,0-1 0,1-1 0,-1 1 0,0-1 0,1 0 0,-1-1 0,14 0 0,-9-1 0,0 0 0,0-2 0,0 1 0,0-1 0,0-1 0,-1 0 0,1-1 0,-1 0 0,0-1 0,-1 0 0,1 0 0,-1-1 0,-1-1 0,12-10 0,-9 4 0,1-1 0,-2 0 0,0-1 0,-1 0 0,0-1 0,8-22 0,34-109 0,-18 44 0,-33 100 0,0 1 0,1 0 0,-1 0 0,1 0 0,0 0 0,4-5 0,-6 8 0,0-1 0,0 1 0,0 0 0,1 0 0,-1 0 0,0-1 0,0 1 0,0 0 0,1 0 0,-1 0 0,0 0 0,0 0 0,1-1 0,-1 1 0,0 0 0,0 0 0,1 0 0,-1 0 0,0 0 0,0 0 0,1 0 0,-1 0 0,0 0 0,0 0 0,1 0 0,-1 0 0,0 0 0,0 0 0,1 0 0,-1 0 0,0 1 0,1-1 0,4 15 0,0 31 0,-3 0 0,-4 55 0,0-25 0,1-53 0,0-16 0,0 1 0,1 0 0,0-1 0,1 1 0,0-1 0,0 1 0,0-1 0,1 1 0,3 7 0,-5-14 0,0 0 0,1 0 0,-1-1 0,1 1 0,-1 0 0,1 0 0,0-1 0,-1 1 0,1 0 0,0-1 0,-1 1 0,1 0 0,0-1 0,0 1 0,0-1 0,-1 1 0,1-1 0,0 0 0,0 1 0,0-1 0,0 0 0,0 0 0,0 1 0,1-1 0,0 0 0,0-1 0,0 1 0,0 0 0,0-1 0,0 0 0,0 1 0,0-1 0,0 0 0,0 0 0,3-2 0,3-3 0,0 0 0,0-1 0,9-11 0,7-10 0,-2-1 0,20-34 0,30-39 0,-71 100 0,0 1 0,0-1 0,1 1 0,-1-1 0,1 1 0,-1-1 0,1 1 0,0 0 0,0 0 0,-1 0 0,1 0 0,0 0 0,0 0 0,0 0 0,4 0 0,-5 1 0,0 0 0,0 0 0,1 1 0,-1-1 0,0 1 0,0-1 0,0 1 0,0-1 0,0 1 0,0 0 0,0-1 0,0 1 0,0 0 0,0 0 0,0 0 0,0 0 0,-1 0 0,1 0 0,0 0 0,-1 0 0,1 0 0,-1 0 0,1 0 0,-1 0 0,1 0 0,-1 0 0,0 1 0,1 0 0,5 20 0,5 31 0,-7-31 0,1 0 0,0 0 0,10 20 0,-14-37 0,1 0 0,1-1 0,-1 1 0,1-1 0,0 1 0,0-1 0,0 0 0,1 0 0,-1 0 0,1-1 0,0 1 0,0-1 0,0 0 0,0 0 0,1 0 0,-1-1 0,10 4 0,-9-4 0,1-1 0,0 0 0,0 0 0,0-1 0,0 0 0,0 0 0,0 0 0,0-1 0,-1 1 0,1-2 0,0 1 0,0 0 0,-1-1 0,1 0 0,0-1 0,-1 1 0,0-1 0,0 0 0,0 0 0,0-1 0,0 1 0,-1-1 0,9-9 0,-6 6 0,0-1 0,0 0 0,-1 0 0,0-1 0,0 0 0,-1 0 0,0 0 0,-1-1 0,0 0 0,0 0 0,-1 0 0,3-18 0,-5 21 17,-1 0 0,0 1 0,0-1 1,-1 1-1,0-1 0,0 0 0,-1 1 0,1 0 0,-1-1 0,-1 1 0,1 0 0,-1 0 0,0 0 0,0 0 0,-1 1 0,0-1 0,0 1 0,0 0 1,-7-6-1,0 1-231,-1 0 1,0 1 0,-1 0-1,0 1 1,0 0 0,-1 1-1,-15-5 1,-41-14-6613</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16.303"/>
    </inkml:context>
    <inkml:brush xml:id="br0">
      <inkml:brushProperty name="width" value="0.05" units="cm"/>
      <inkml:brushProperty name="height" value="0.05" units="cm"/>
    </inkml:brush>
  </inkml:definitions>
  <inkml:trace contextRef="#ctx0" brushRef="#br0">1 86 24575,'65'-3'0,"68"-12"0,-55 5 0,76-9 217,214-18-1799,-349 36-5244</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17.579"/>
    </inkml:context>
    <inkml:brush xml:id="br0">
      <inkml:brushProperty name="width" value="0.05" units="cm"/>
      <inkml:brushProperty name="height" value="0.05" units="cm"/>
    </inkml:brush>
  </inkml:definitions>
  <inkml:trace contextRef="#ctx0" brushRef="#br0">324 64 24575,'3'-1'0,"1"-1"0,-1 1 0,1-1 0,-1 0 0,0 0 0,1-1 0,-1 1 0,0 0 0,-1-1 0,1 0 0,0 0 0,2-4 0,0 2 0,-4 4 0,0 0 0,0 0 0,0-1 0,0 1 0,0 0 0,0 0 0,-1 0 0,1-1 0,0 1 0,-1 0 0,2-3 0,-2 4 0,0 0 0,0-1 0,0 1 0,0 0 0,0-1 0,-1 1 0,1 0 0,0-1 0,0 1 0,0 0 0,0 0 0,0-1 0,0 1 0,0 0 0,0 0 0,-1-1 0,1 1 0,0 0 0,0 0 0,0-1 0,-1 1 0,1 0 0,0 0 0,0 0 0,-1-1 0,1 1 0,0 0 0,0 0 0,-1 0 0,1 0 0,0 0 0,-1-1 0,-1 1 0,-1 0 0,1 0 0,-1 0 0,1 0 0,-1 0 0,1 0 0,0 1 0,-1-1 0,1 1 0,0 0 0,-1 0 0,-1 1 0,-9 4 0,1 1 0,0 1 0,0 0 0,1 0 0,0 2 0,1-1 0,0 1 0,-17 22 0,6-4 0,2 1 0,-24 48 0,17-21 0,3 2 0,2 0 0,3 1 0,2 1 0,3 0 0,2 1 0,-3 96 0,13-135 0,1-1 0,1 1 0,1 0 0,1-1 0,1 1 0,11 32 0,-12-44 0,1-1 0,0 1 0,1-1 0,0 0 0,1 0 0,0 0 0,0-1 0,0 0 0,1 0 0,1-1 0,-1 0 0,1 0 0,0-1 0,1 0 0,15 9 0,-12-10 0,0 1 0,0-2 0,1 1 0,0-2 0,0 0 0,0 0 0,0-1 0,0-1 0,1 0 0,13-1 0,-9-1 0,1-2 0,-1 0 0,0-1 0,0 0 0,0-2 0,28-12 0,-21 6 0,-1-1 0,0-1 0,-1-2 0,0 0 0,-2-1 0,0-1 0,-1-1 0,-1-1 0,29-38 0,-31 32 0,0-1 0,-1-1 0,-2 0 0,-1-1 0,-1-1 0,-1 0 0,9-47 0,-15 52 0,-1 1 0,-2-1 0,0 0 0,-2 0 0,0 0 0,-2 0 0,-1 0 0,-1 1 0,-1-1 0,-9-26 0,10 40 0,0 0 0,-2 0 0,1 0 0,-1 1 0,-1 0 0,0 0 0,0 0 0,-1 1 0,-13-12 0,-5-1 0,-58-38 0,70 51 0,-23-21 328,29 23-752,0 0 1,0 0 0,-15-8 0</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18.069"/>
    </inkml:context>
    <inkml:brush xml:id="br0">
      <inkml:brushProperty name="width" value="0.05" units="cm"/>
      <inkml:brushProperty name="height" value="0.05" units="cm"/>
    </inkml:brush>
  </inkml:definitions>
  <inkml:trace contextRef="#ctx0" brushRef="#br0">32 132 24575,'-1'0'0,"-1"-1"0,1 1 0,-1 0 0,1-1 0,-1 1 0,1-1 0,-1 1 0,1-1 0,-1 0 0,1 0 0,-1 0 0,1 1 0,0-1 0,0-1 0,-1 1 0,1 0 0,0 0 0,0 0 0,0 0 0,-1-3 0,2 3 0,-1 1 0,1-1 0,0 0 0,-1 1 0,1-1 0,0 1 0,0-1 0,0 0 0,0 1 0,0-1 0,0 1 0,0-1 0,0 0 0,0 1 0,0-1 0,0 1 0,0-1 0,0 0 0,0 1 0,1-1 0,-1 0 0,1 0 0,0 0 0,-1 0 0,1 1 0,0-1 0,0 0 0,-1 1 0,1-1 0,0 1 0,0-1 0,0 1 0,0 0 0,0-1 0,0 1 0,0 0 0,0-1 0,0 1 0,0 0 0,1 0 0,43-3 0,55 2 0,3 1 0,379-32-373,116-5-591,259 24-1610,3 21 1722,353-1-8,-1169-7 1182,-17 1 76,0-2 1,0 0-1,27-7 1,-54 9-413,0-1 0,1 0-1,-1 0 1,0 0 0,0 0 0,0 0 0,1 0 0,-1 0-1,0 0 1,0 0 0,1-1 0,-1 1 0,0 0-1,0 0 1,1 0 0,-1 0 0,0 0 0,0 0 0,0 0-1,1 0 1,-1-1 0,0 1 0,0 0 0,0 0-1,1 0 1,-1 0 0,0-1 0,0 1 0,0 0 0,0 0-1,0 0 1,0-1 0,0 1 0,1 0 0,-1 0 0,0-1-1,0 1 1,-7-5-3931</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18.992"/>
    </inkml:context>
    <inkml:brush xml:id="br0">
      <inkml:brushProperty name="width" value="0.05" units="cm"/>
      <inkml:brushProperty name="height" value="0.05" units="cm"/>
    </inkml:brush>
  </inkml:definitions>
  <inkml:trace contextRef="#ctx0" brushRef="#br0">14 97 24575,'-13'2'0,"13"2"0,1-3 0,0 0 0,0 0 0,1-1 0,-1 1 0,0-1 0,1 1 0,-1-1 0,1 1 0,-1-1 0,0 0 0,1 1 0,-1-1 0,3 0 0,212-15 0,-133 6 0,1413-72-1206,3 77-1,-937 17 1135,357 1 116,-904-14-80,36-1 1478,-49 1-1460,0-1 1,0 1 0,0 0-1,0-1 1,0 1 0,0-1-1,0 0 1,0 1 0,0-1-1,0 0 1,0 0 0,0-1-1,-1 1 1,1 0-1,0 0 1,-1-1 0,1 1-1,1-3 1,0-4-6809</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20.100"/>
    </inkml:context>
    <inkml:brush xml:id="br0">
      <inkml:brushProperty name="width" value="0.05" units="cm"/>
      <inkml:brushProperty name="height" value="0.05" units="cm"/>
    </inkml:brush>
  </inkml:definitions>
  <inkml:trace contextRef="#ctx0" brushRef="#br0">137 36 24575,'0'0'0,"1"-1"0,0 1 0,-1-1 0,1 1 0,0-1 0,-1 0 0,1 1 0,-1-1 0,1 0 0,-1 1 0,1-1 0,-1 0 0,0 1 0,1-1 0,-1 0 0,0 0 0,0 0 0,1 1 0,-1-1 0,0 0 0,0 0 0,0 0 0,0 0 0,0 1 0,0-1 0,0 0 0,0 0 0,-1 0 0,1 1 0,0-1 0,0 0 0,-1 0 0,1 1 0,0-1 0,-1 0 0,1 0 0,-1 1 0,1-1 0,-1 0 0,0 0 0,-1 0 0,1 0 0,0 1 0,-1-1 0,1 0 0,-1 1 0,1-1 0,-1 1 0,1 0 0,-1-1 0,1 1 0,-1 0 0,1 0 0,-1 0 0,1 0 0,-1 0 0,1 1 0,-1-1 0,1 0 0,-1 1 0,1-1 0,-3 2 0,-12 5 0,-28 11 0,41-17 0,0 0 0,0 0 0,-1-1 0,1 1 0,-1-1 0,1 0 0,-1 0 0,1 0 0,-1 0 0,-5-2 0,9 2 0,0 0 0,1 0 0,-1 0 0,0 0 0,0 0 0,0-1 0,1 1 0,-1 0 0,0 0 0,0 0 0,0 0 0,1-1 0,-1 1 0,0 0 0,0 0 0,0 0 0,0-1 0,1 1 0,-1 0 0,0 0 0,0-1 0,0 1 0,0 0 0,0 0 0,0 0 0,0-1 0,0 1 0,0 0 0,0-1 0,0 1 0,0 0 0,0 0 0,0-1 0,0 1 0,0 0 0,0 0 0,0-1 0,0 1 0,0 0 0,0 0 0,-1 0 0,1-1 0,0 1 0,0 0 0,0 0 0,0-1 0,0 1 0,-1 0 0,1 0 0,0 0 0,0 0 0,0-1 0,-1 1 0,1 0 0,0 0 0,0 0 0,-1 0 0,1 0 0,0 0 0,0 0 0,-1 0 0,1 0 0,0 0 0,-1-1 0,22-7 0,-3 6 0,-1 0 0,1 1 0,0 1 0,0 1 0,29 5 0,88 24 0,-119-27 0,-7 0 0,98 28 0,-96-27 0,0 1 0,-1-1 0,0 2 0,0-1 0,0 2 0,-1-1 0,14 12 0,-19-13 0,0 0 0,0 0 0,-1 0 0,0 1 0,0-1 0,0 1 0,0 0 0,-1 0 0,0 0 0,0 0 0,1 6 0,1 11 0,2 39 0,-5-36 0,1 12 0,-2 0 0,-1 0 0,-7 38 0,-28 110 0,21-113 0,2 18 0,9-56 0,-12 49 0,14-79 0,0 1 0,0-1 0,0 0 0,-1 0 0,0 0 0,0 0 0,0 0 0,0-1 0,-1 1 0,0-1 0,0 0 0,0 0 0,0-1 0,-1 1 0,0-1 0,1 0 0,-1 0 0,0 0 0,0-1 0,-1 0 0,-9 3 0,-9 1 0,0-1 0,0-1 0,-45 1 0,41-3 0,-7 2 286,-23 0-1937,40-6-5175</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20.700"/>
    </inkml:context>
    <inkml:brush xml:id="br0">
      <inkml:brushProperty name="width" value="0.05" units="cm"/>
      <inkml:brushProperty name="height" value="0.05" units="cm"/>
    </inkml:brush>
  </inkml:definitions>
  <inkml:trace contextRef="#ctx0" brushRef="#br0">208 11 24575,'0'0'0,"0"0"0,1-1 0,-1 1 0,0-1 0,0 1 0,0-1 0,0 1 0,0 0 0,0-1 0,0 1 0,-1-1 0,1 1 0,0-1 0,0 1 0,0 0 0,0-1 0,0 1 0,-1-1 0,1 1 0,0 0 0,0-1 0,-1 1 0,1 0 0,0-1 0,-1 1 0,1 0 0,-1-1 0,-8 6 0,-8 19 0,14-19 0,-38 83 0,3 2 0,-29 103 0,59-163 0,1-1 0,2 1 0,1 0 0,1 1 0,2-1 0,1 0 0,1 1 0,2-1 0,1 0 0,1 0 0,10 32 0,-1-21 0,1-1 0,29 54 0,-33-74 0,0-1 0,2-1 0,0 1 0,1-2 0,1 0 0,24 22 0,-34-35 57,0-1 0,0 1 0,1-1 0,-1 0 0,12 4 0,-15-6-171,1 0 0,0 0 0,-1 0 0,1-1 1,0 1-1,0-1 0,0 0 0,0 0 1,-1 0-1,1 0 0,0 0 0,0-1 1,0 1-1,4-2 0,6-5-6712</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21.438"/>
    </inkml:context>
    <inkml:brush xml:id="br0">
      <inkml:brushProperty name="width" value="0.05" units="cm"/>
      <inkml:brushProperty name="height" value="0.05" units="cm"/>
    </inkml:brush>
  </inkml:definitions>
  <inkml:trace contextRef="#ctx0" brushRef="#br0">2 13 24575,'0'0'0,"0"0"0,0 0 0,0 0 0,0 0 0,0 0 0,0 0 0,-1-1 0,1 1 0,0 0 0,0 0 0,0 0 0,0 0 0,0 0 0,0-1 0,0 1 0,0 0 0,0 0 0,0 0 0,0 0 0,0-1 0,0 1 0,0 0 0,0 0 0,0 0 0,0 0 0,0-1 0,0 1 0,0 0 0,0 0 0,0 0 0,0 0 0,0-1 0,0 1 0,0 0 0,0 0 0,0 0 0,0 0 0,0 0 0,0-1 0,1 1 0,-1 0 0,0 0 0,0 0 0,0 0 0,0 0 0,0 0 0,1 0 0,-1-1 0,0 1 0,13-4 0,17 2 0,-29 2 0,963 11-742,-93 28-27,302 9-254,-1153-47 1281,-15 0-137,1-1 0,-1 1 0,1-1 0,-1 0 0,1 0 0,-1-1 0,1 0 0,-1 0 1,1 0-1,-1 0 0,9-4 0,-14 5-113,0 0 0,0-1 1,0 1-1,1 0 0,-1 0 1,0 0-1,0 0 0,0-1 0,0 1 1,1 0-1,-1 0 0,0 0 0,0-1 1,0 1-1,0 0 0,0 0 1,0 0-1,0-1 0,0 1 0,0 0 1,1 0-1,-1-1 0,0 1 1,0 0-1,0 0 0,0-1 0,-1 1 1,1 0-1,0 0 0,0-1 1,0 1-1,0 0 0,0 0 0,0 0 1,0-1-1,0 1 0,0 0 1,-1-1-1,-9-7 253,-14-3-22,8 6-169,1 0 1,-27-3-1,4 1-1646,26 4-5250</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21.717"/>
    </inkml:context>
    <inkml:brush xml:id="br0">
      <inkml:brushProperty name="width" value="0.05" units="cm"/>
      <inkml:brushProperty name="height" value="0.05" units="cm"/>
    </inkml:brush>
  </inkml:definitions>
  <inkml:trace contextRef="#ctx0" brushRef="#br0">101 12 24575,'0'0'0,"0"-1"0,0 0 0,-1 1 0,1-1 0,0 1 0,0-1 0,0 1 0,0-1 0,0 1 0,-1-1 0,1 1 0,0-1 0,-1 1 0,1-1 0,0 1 0,-1-1 0,1 1 0,0-1 0,-1 1 0,1 0 0,-1-1 0,-1 2 0,7 7 0,24 27 0,-12-15 0,0 1 0,-1 1 0,22 39 0,-35-54 0,0 0 0,0 0 0,-1 0 0,0 0 0,0 0 0,0 0 0,-1 0 0,0 1 0,-1-1 0,1 1 0,-2-1 0,1 0 0,-1 1 0,0-1 0,0 0 0,-1 1 0,0-1 0,-3 8 0,1-7 31,0-1 0,0 0 0,0 0 0,-1-1 0,0 1 0,0-1 0,-1 0 0,0-1 1,0 1-1,-8 5 0,-3 1-600,-1-1 0,-32 15 0,-23 5-6257</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23.076"/>
    </inkml:context>
    <inkml:brush xml:id="br0">
      <inkml:brushProperty name="width" value="0.05" units="cm"/>
      <inkml:brushProperty name="height" value="0.05" units="cm"/>
    </inkml:brush>
  </inkml:definitions>
  <inkml:trace contextRef="#ctx0" brushRef="#br0">211 348 24575,'6'-5'0,"0"1"0,0 0 0,1 0 0,-1 0 0,11-4 0,9-5 0,3-5 0,0 0 0,48-43 0,-69 53 0,1 0 0,-2 0 0,1 0 0,-1-1 0,-1 0 0,0 0 0,0-1 0,0 0 0,-1 0 0,-1 0 0,0-1 0,5-18 0,-9 26 0,1 1 0,-1-1 0,1 1 0,-1-1 0,0 1 0,0-1 0,0 0 0,0 1 0,-1-1 0,1 1 0,-1-1 0,1 1 0,-1 0 0,0-1 0,0 1 0,0 0 0,0-1 0,-1 1 0,1 0 0,-1 0 0,1 0 0,-1 0 0,1 0 0,-3-2 0,1 3 0,1 0 0,0 0 0,-1 0 0,0 0 0,1 0 0,-1 0 0,1 1 0,-1-1 0,0 1 0,1 0 0,-1 0 0,0 0 0,1 0 0,-1 0 0,0 1 0,1-1 0,-1 1 0,0 0 0,1-1 0,-1 1 0,1 0 0,-5 3 0,-4 2 0,0 1 0,0 0 0,1 1 0,0 0 0,1 1 0,-1 0 0,2 0 0,-12 16 0,0 2 0,2 2 0,-16 31 0,7-3 0,2 1 0,-27 96 0,-16 129 0,12-47 0,44-194-1365,1-10-5461</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23.583"/>
    </inkml:context>
    <inkml:brush xml:id="br0">
      <inkml:brushProperty name="width" value="0.05" units="cm"/>
      <inkml:brushProperty name="height" value="0.05" units="cm"/>
    </inkml:brush>
  </inkml:definitions>
  <inkml:trace contextRef="#ctx0" brushRef="#br0">0 183 24575,'1'-2'0,"-1"1"0,0 0 0,1-1 0,-1 1 0,1 0 0,-1-1 0,1 1 0,-1 0 0,1 0 0,0 0 0,0 0 0,0-1 0,0 1 0,-1 0 0,1 0 0,1 1 0,-1-1 0,0 0 0,0 0 0,0 0 0,0 1 0,1-1 0,-1 1 0,0-1 0,1 1 0,1-1 0,43-10 0,-32 9 0,139-18 0,7-2 0,-138 18 0,0-2 0,0 0 0,-1-2 0,0 0 0,21-12 0,-37 17 0,-1 0 0,0 0 0,0 0 0,-1 0 0,7-8 0,-9 10 0,-1 1 0,1-1 0,-1 1 0,1-1 0,-1 1 0,0-1 0,1 0 0,-1 1 0,0-1 0,1 0 0,-1 1 0,0-1 0,0 0 0,0 0 0,0 1 0,0-1 0,0 0 0,0 1 0,0-3 0,0 3 0,-1-1 0,1 1 0,-1-1 0,0 0 0,1 1 0,-1-1 0,1 1 0,-1-1 0,0 1 0,0 0 0,1-1 0,-1 1 0,0 0 0,1-1 0,-1 1 0,0 0 0,0 0 0,0 0 0,1-1 0,-1 1 0,0 0 0,0 0 0,-1 1 0,-2-1 0,0 0 0,0 1 0,0-1 0,0 1 0,0 0 0,1 1 0,-1-1 0,0 1 0,0 0 0,1-1 0,-1 2 0,1-1 0,-1 0 0,1 1 0,0-1 0,-4 5 0,-2 2 0,0 1 0,1 0 0,-14 21 0,15-19 0,1 0 0,0 1 0,0-1 0,1 1 0,1 1 0,0-1 0,1 1 0,-2 18 0,5-27 0,0 0 0,0 0 0,0 1 0,0-1 0,1 0 0,0 0 0,0 0 0,1 0 0,-1 0 0,1 0 0,2 5 0,-2-7 0,0 0 0,1 0 0,-1 0 0,0 0 0,1-1 0,0 1 0,-1-1 0,1 0 0,0 1 0,0-1 0,0 0 0,1-1 0,-1 1 0,0-1 0,1 1 0,-1-1 0,6 1 0,-3-1 0,1 0 0,0 0 0,0-1 0,-1 0 0,1 0 0,0 0 0,0-1 0,0 0 0,-1 0 0,1-1 0,10-4 0,-8 3 0,0-1 0,-1-1 0,1 0 0,-1 0 0,0 0 0,0-1 0,-1 0 0,8-8 0,-10 9 0,0-1 0,-1 1 0,0 0 0,0-1 0,0 0 0,-1 0 0,0 0 0,0 0 0,-1-1 0,1 1 0,1-11 0,-3 12 0,-1 0 0,0 0 0,1 1 0,-2-1 0,1 0 0,-1 0 0,1 0 0,-1 0 0,0 1 0,-1-1 0,1 0 0,-1 1 0,0-1 0,0 1 0,-1 0 0,1 0 0,-5-6 0,2 4 25,-1 1-1,1 0 0,-1 0 1,0 0-1,-1 0 1,1 1-1,-1 0 0,0 1 1,1-1-1,-2 1 0,1 1 1,0-1-1,-10-1 1,9 2-157,0 1 1,0-1 0,0 2-1,0-1 1,0 1 0,-1 0 0,1 1-1,0 0 1,0 0 0,0 1 0,0 0-1,-11 4 1,7 1-6695</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23.938"/>
    </inkml:context>
    <inkml:brush xml:id="br0">
      <inkml:brushProperty name="width" value="0.05" units="cm"/>
      <inkml:brushProperty name="height" value="0.05" units="cm"/>
    </inkml:brush>
  </inkml:definitions>
  <inkml:trace contextRef="#ctx0" brushRef="#br0">16 110 24575,'-1'-1'0,"-1"0"0,1-1 0,-1 1 0,1-1 0,0 0 0,0 1 0,0-1 0,0 0 0,0 0 0,0 0 0,1 1 0,-1-1 0,0-4 0,1 5 0,0 1 0,0-1 0,1 0 0,-1 0 0,0 1 0,1-1 0,-1 0 0,1 0 0,-1 1 0,1-1 0,-1 1 0,1-1 0,-1 0 0,1 1 0,0-1 0,-1 1 0,1-1 0,0 1 0,-1 0 0,1-1 0,0 1 0,0 0 0,0-1 0,-1 1 0,1 0 0,0 0 0,0 0 0,0 0 0,-1-1 0,1 1 0,0 0 0,0 1 0,0-1 0,-1 0 0,2 0 0,8 1 0,-1-1 0,0 1 0,0 1 0,0 0 0,0 0 0,0 1 0,0 0 0,0 0 0,-1 1 0,1 1 0,-1-1 0,0 1 0,13 12 0,-10-9 0,-1 1 0,0 1 0,0 0 0,-1 0 0,-1 1 0,0 0 0,0 1 0,10 22 0,-15-29 0,-1 1 0,0 0 0,0-1 0,-1 1 0,0 0 0,0 0 0,0 0 0,-1 0 0,0 0 0,0 0 0,0 0 0,-1 0 0,0 0 0,0 0 0,0 0 0,-1-1 0,-2 8 0,2-9 0,-1 0 0,1 0 0,0-1 0,-1 1 0,0-1 0,0 1 0,0-1 0,0 0 0,-1 0 0,1 0 0,-1-1 0,1 1 0,-1-1 0,0 0 0,0 0 0,0 0 0,-1 0 0,1-1 0,0 0 0,0 0 0,-1 0 0,1 0 0,-8 0 0,9-1 0,0 0 0,0 0 0,0 0 0,0 0 0,0 0 0,0-1 0,0 1 0,0-1 0,0 0 0,0 0 0,0 0 0,0 0 0,0-1 0,1 1 0,-1-1 0,1 1 0,-1-1 0,-3-3 0,5 3 0,-1-1 0,0 1 0,1 0 0,0-1 0,-1 0 0,1 1 0,0-1 0,0 0 0,1 1 0,-1-1 0,0 0 0,1 0 0,0 0 0,0 0 0,-1 1 0,2-1 0,-1 0 0,0 0 0,1 0 0,0-2 0,3-11 0,1 2 0,0-1 0,1 0 0,0 1 0,1 0 0,1 1 0,0 0 0,1 0 0,17-19 0,-2 6 0,1 1 0,2 1 0,33-24 0,-4 12-1365,-35 26-5461</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24.551"/>
    </inkml:context>
    <inkml:brush xml:id="br0">
      <inkml:brushProperty name="width" value="0.05" units="cm"/>
      <inkml:brushProperty name="height" value="0.05" units="cm"/>
    </inkml:brush>
  </inkml:definitions>
  <inkml:trace contextRef="#ctx0" brushRef="#br0">55 82 24575,'-9'-3'0,"4"2"0,6 12 0,4 16 0,-1 1 0,-1-1 0,-2 43 0,-1-54 0,-2-1 0,1 0 0,-2 1 0,0-1 0,-1 0 0,-1 0 0,-12 26 0,8-28 0,8-13 0,1 0 0,0 0 0,0 0 0,0 0 0,0 0 0,-1 0 0,1 0 0,0 1 0,0-1 0,0 0 0,-1 0 0,1 0 0,0 0 0,0 0 0,0 0 0,-1 0 0,1 0 0,0 0 0,0 0 0,0 0 0,0-1 0,-1 1 0,1 0 0,0 0 0,0 0 0,0 0 0,-1 0 0,1 0 0,0 0 0,0 0 0,0 0 0,0-1 0,0 1 0,-1 0 0,1 0 0,0 0 0,0-1 0,-1 0 0,1-1 0,-1 0 0,1 0 0,-1 1 0,1-1 0,0 0 0,-1 0 0,1 0 0,0 0 0,0 0 0,0 1 0,1-4 0,5-22 0,2 1 0,0 0 0,1 0 0,2 1 0,1 0 0,0 1 0,2 1 0,20-26 0,-25 35 0,2 1 0,0 0 0,24-21 0,-30 30 0,0 0 0,0 0 0,0 1 0,0 0 0,0 0 0,1 0 0,0 0 0,-1 1 0,1 0 0,0 0 0,0 1 0,0 0 0,12-1 0,-16 2 0,0 0 0,1 0 0,-1 0 0,0 1 0,1-1 0,-1 1 0,0-1 0,0 1 0,0 0 0,0 0 0,1 0 0,-1 0 0,0 1 0,-1-1 0,1 0 0,0 1 0,0 0 0,2 2 0,-1 0 0,-1-1 0,0 1 0,1 0 0,-1 0 0,-1 0 0,1 0 0,-1 0 0,1 1 0,0 4 0,0 6 0,-1 0 0,0-1 0,0 1 0,-4 27 0,1-29 0,1-1 0,-2 0 0,1 0 0,-9 22 0,11-34 0,0 0 0,0 0 0,0 0 0,0 0 0,0-1 0,0 1 0,0 0 0,0 0 0,0 0 0,0 0 0,-1 0 0,1 0 0,0 0 0,0 0 0,0 0 0,0 0 0,0 0 0,0 0 0,0 0 0,0 0 0,0 0 0,0 0 0,0 0 0,0 0 0,0 0 0,0 0 0,0 0 0,0 0 0,0 0 0,0 0 0,-1 0 0,1 0 0,0 0 0,0 0 0,0 0 0,0 0 0,0 0 0,0 0 0,0 0 0,0 0 0,0 0 0,0 0 0,0 0 0,0 0 0,0 0 0,0 0 0,0 0 0,0 0 0,0 0 0,0 1 0,0-1 0,0 0 0,-1 0 0,1-11 0,1-13 0,2 10 0,1 0 0,0 0 0,1 1 0,1 0 0,0 0 0,0 0 0,2 1 0,10-16 0,-12 20 0,0 1 0,0-1 0,1 1 0,-1 0 0,2 1 0,-1 0 0,1 0 0,0 0 0,0 1 0,0 1 0,1-1 0,-1 1 0,13-4 0,-18 8 0,0-1 0,0 0 0,1 1 0,-1-1 0,0 1 0,0 0 0,1 0 0,-1 0 0,0 0 0,1 1 0,-1 0 0,0-1 0,0 1 0,0 0 0,0 1 0,0-1 0,0 0 0,4 3 0,-4-1 0,1 0 0,-1 0 0,0 0 0,0 1 0,0-1 0,-1 1 0,1-1 0,-1 1 0,0 0 0,0 0 0,0 0 0,1 5 0,1 3 0,-1 0 0,-1 0 0,0 0 0,0 1 0,-2-1 0,1 1 0,-1-1 0,-4 21 0,3-21-170,-2 1-1,0 0 0,-1-1 1,0 0-1,-1 1 0,0-2 1,-7 13-1,1-8-6655</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25.274"/>
    </inkml:context>
    <inkml:brush xml:id="br0">
      <inkml:brushProperty name="width" value="0.05" units="cm"/>
      <inkml:brushProperty name="height" value="0.05" units="cm"/>
    </inkml:brush>
  </inkml:definitions>
  <inkml:trace contextRef="#ctx0" brushRef="#br0">141 441 24575,'33'-29'0,"-26"24"0,-1 0 0,1 0 0,-2-1 0,1 0 0,0 0 0,-1 0 0,0-1 0,-1 1 0,6-11 0,-5 6 0,-1 0 0,5-20 0,-8 28 0,0 1 0,-1 0 0,1-1 0,-1 1 0,0-1 0,0 1 0,1 0 0,-2-1 0,1 1 0,0-1 0,0 1 0,-1-1 0,1 1 0,-1 0 0,0-1 0,0 1 0,0 0 0,0 0 0,0 0 0,-2-3 0,1 4 0,0-1 0,0 1 0,1 0 0,-1 0 0,0 0 0,0 1 0,0-1 0,-1 0 0,1 1 0,0 0 0,0-1 0,0 1 0,0 0 0,0 0 0,-1 0 0,1 0 0,0 0 0,0 1 0,0-1 0,0 1 0,0-1 0,0 1 0,0 0 0,-4 1 0,-2 2 0,0 0 0,0 1 0,0 0 0,-10 8 0,5-1 0,0 0 0,1 1 0,0 0 0,1 1 0,1 1 0,0-1 0,1 2 0,1-1 0,0 1 0,1 0 0,1 1 0,0 0 0,1 0 0,1 0 0,-2 18 0,6-31 0,-1 0 0,1 1 0,0-1 0,1 0 0,-1 0 0,1 0 0,-1 0 0,1 0 0,0-1 0,1 1 0,-1 0 0,1 0 0,0-1 0,-1 1 0,4 4 0,-3-7 0,0 1 0,-1 0 0,1-1 0,0 1 0,0-1 0,0 0 0,0 1 0,0-1 0,0 0 0,0 0 0,0-1 0,1 1 0,-1 0 0,0-1 0,0 1 0,1-1 0,-1 0 0,0 0 0,1 1 0,-1-2 0,0 1 0,1 0 0,-1 0 0,0-1 0,1 1 0,-1-1 0,3-1 0,4-2 0,-1 0 0,1 0 0,-1 0 0,0-1 0,-1-1 0,1 1 0,-1-1 0,0-1 0,0 1 0,-1-1 0,0 0 0,0-1 0,5-7 0,-2-1 0,1 0 0,-2 0 0,0-1 0,-1 0 0,8-30 0,-14 43 0,9-41 0,-10 42 0,1 0 0,-1 1 0,0-1 0,0 0 0,0 0 0,0 1 0,0-1 0,-1 0 0,1 0 0,-1 1 0,0-1 0,-2-5 0,3 8 0,0 0 0,0 0 0,0 0 0,0 0 0,0 0 0,0 0 0,0 0 0,0 0 0,-1 0 0,1-1 0,0 1 0,0 0 0,0 0 0,0 0 0,0 0 0,0 0 0,0 0 0,-1 0 0,1 0 0,0 0 0,0 0 0,0 0 0,0 0 0,0 0 0,-1 0 0,1 0 0,0 0 0,0 0 0,0 0 0,0 0 0,0 0 0,0 0 0,-1 0 0,1 0 0,0 0 0,0 0 0,0 1 0,0-1 0,0 0 0,0 0 0,0 0 0,0 0 0,-1 0 0,1 0 0,0 0 0,-6 9 0,-2 9 0,3-2 0,1-1 0,0 1 0,1 0 0,-1 31 0,3-40 0,1 0 0,1 0 0,-1 1 0,1-1 0,0 0 0,1 0 0,-1 0 0,2 0 0,-1 0 0,1 0 0,0-1 0,0 1 0,5 7 0,-6-11 0,0-1 0,1 1 0,-1-1 0,0 0 0,1 0 0,-1 0 0,1 0 0,-1 0 0,1 0 0,0-1 0,0 1 0,0-1 0,0 0 0,0 0 0,0 0 0,0 0 0,5 0 0,-3-1 0,0 0 0,0 0 0,0-1 0,0 1 0,0-1 0,0 0 0,-1-1 0,1 1 0,0-1 0,5-3 0,3-2 0,0 0 0,-1-1 0,0-1 0,-1 0 0,0-1 0,17-18 0,-17 14 0,0 0 0,-1-1 0,0-1 0,-2 1 0,1-1 0,-2-1 0,0 0 0,-1 0 0,-1 0 0,3-20 0,-3 10 0,-2 0 0,-1 0 0,-1-1 0,-1 1 0,-8-54 0,8 76 0,0 1 0,-1 0 0,1-1 0,-1 1 0,0 0 0,0-1 0,0 1 0,-1 0 0,0 0 0,1 0 0,-1 0 0,-1 1 0,1-1 0,-4-4 0,5 7 0,1 1 0,0 0 0,-1 0 0,1 0 0,-1 0 0,1 0 0,-1-1 0,1 1 0,-1 0 0,1 0 0,-1 0 0,1 0 0,-1 0 0,1 1 0,-1-1 0,1 0 0,-1 0 0,1 0 0,0 0 0,-1 0 0,1 1 0,-1-1 0,1 0 0,-1 0 0,1 1 0,0-1 0,-1 0 0,1 1 0,0-1 0,-1 0 0,1 1 0,0-1 0,-1 0 0,1 1 0,0-1 0,0 1 0,0-1 0,-1 1 0,1-1 0,0 1 0,0-1 0,0 0 0,0 1 0,0 0 0,-8 25 0,8-25 0,-9 51 0,2 0 0,0 55 0,10 106 0,-3-204 41,3 35 247,-2-41-429,-1 0-1,1 0 1,0 0 0,0 0 0,0-1 0,0 1 0,0 0 0,1 0-1,-1-1 1,1 1 0,2 2 0,4 2-6685</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25.473"/>
    </inkml:context>
    <inkml:brush xml:id="br0">
      <inkml:brushProperty name="width" value="0.05" units="cm"/>
      <inkml:brushProperty name="height" value="0.05" units="cm"/>
    </inkml:brush>
  </inkml:definitions>
  <inkml:trace contextRef="#ctx0" brushRef="#br0">55 97 24575,'0'-18'0,"0"0"0,2 0 0,4-24 0,-15 144 0,5-46 0,-41 306-1365,41-339-5461</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25.688"/>
    </inkml:context>
    <inkml:brush xml:id="br0">
      <inkml:brushProperty name="width" value="0.05" units="cm"/>
      <inkml:brushProperty name="height" value="0.05" units="cm"/>
    </inkml:brush>
  </inkml:definitions>
  <inkml:trace contextRef="#ctx0" brushRef="#br0">15 31 24575,'-2'0'0,"-6"0"0,3 0 0,5 0 0,10 0 0,10 0 0,9 0 0,7 0 0,6 0 0,6 0 0,2-2 0,0-1 0,-2-3 0,-4 1 0,-7-2 0,-10 0-8191</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26.149"/>
    </inkml:context>
    <inkml:brush xml:id="br0">
      <inkml:brushProperty name="width" value="0.05" units="cm"/>
      <inkml:brushProperty name="height" value="0.05" units="cm"/>
    </inkml:brush>
  </inkml:definitions>
  <inkml:trace contextRef="#ctx0" brushRef="#br0">1 126 24575,'0'3'0,"9"4"0,9 6 0,-15-11 0,1 0 0,-1-1 0,0 1 0,1-1 0,-1 0 0,1 0 0,-1 0 0,1 0 0,0-1 0,-1 1 0,1-1 0,0 0 0,-1 0 0,1 0 0,0-1 0,-1 0 0,1 1 0,5-3 0,-1 0 0,-1-1 0,0 0 0,1 0 0,-1-1 0,-1 0 0,1 0 0,6-8 0,-8 9 0,-1-1 0,1 0 0,-1 0 0,0 0 0,-1 0 0,0-1 0,1 1 0,-1-1 0,3-11 0,-5 16 0,-1-1 0,1 0 0,-1 1 0,0-1 0,0 0 0,0 1 0,0-1 0,0 0 0,0 1 0,0-1 0,-1 0 0,1 1 0,0-1 0,-1 0 0,0 1 0,1-1 0,-2-1 0,1 1 0,-1 1 0,1-1 0,-1 1 0,1-1 0,-1 1 0,0 0 0,1 0 0,-1 0 0,0 0 0,0 0 0,0 0 0,0 0 0,0 0 0,0 1 0,0-1 0,0 1 0,-3-1 0,1 1 0,0-1 0,0 1 0,0 0 0,0 0 0,0 0 0,0 1 0,0 0 0,0-1 0,0 1 0,0 0 0,0 1 0,0-1 0,1 1 0,-8 4 0,6-3 0,-1 1 0,1 1 0,0-1 0,1 1 0,-1 0 0,1 0 0,0 0 0,-6 10 0,5-6 0,0 1 0,0 0 0,1 0 0,0 1 0,1-1 0,0 1 0,1-1 0,0 1 0,1 0 0,0 21 0,1-26-68,1 0 0,0 0-1,0 0 1,1-1 0,-1 1 0,1 0-1,0-1 1,1 0 0,0 1 0,-1-1-1,2 0 1,-1 0 0,0-1 0,1 1-1,0-1 1,0 0 0,1 0-1,-1 0 1,9 6 0,10 2-6758</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5T01:38:26.472"/>
    </inkml:context>
    <inkml:brush xml:id="br0">
      <inkml:brushProperty name="width" value="0.05" units="cm"/>
      <inkml:brushProperty name="height" value="0.05" units="cm"/>
    </inkml:brush>
  </inkml:definitions>
  <inkml:trace contextRef="#ctx0" brushRef="#br0">22 177 24575,'0'-3'0,"-1"0"0,0 0 0,0 0 0,0 0 0,0 0 0,0 0 0,0 0 0,-3-3 0,3 4 0,0 1 0,0-1 0,0 0 0,0 1 0,0-1 0,0 0 0,1 0 0,-1 0 0,0 0 0,1 1 0,0-1 0,-1 0 0,1 0 0,0 0 0,0 0 0,0 0 0,0 0 0,0 0 0,1 0 0,-1 0 0,2-3 0,-2 4 0,1 0 0,0 1 0,-1-1 0,1 0 0,0 1 0,-1-1 0,1 1 0,0-1 0,0 1 0,0-1 0,-1 1 0,1 0 0,0-1 0,0 1 0,0 0 0,0 0 0,0 0 0,0 0 0,0-1 0,0 1 0,-1 0 0,1 1 0,0-1 0,0 0 0,0 0 0,0 0 0,0 0 0,0 1 0,0-1 0,0 0 0,-1 1 0,2 0 0,27 17 0,-16-8 0,-1 2 0,-1-1 0,0 2 0,-1-1 0,0 2 0,-1-1 0,0 1 0,11 26 0,-12-23 0,-1 2 0,-1-1 0,-1 0 0,0 1 0,-1 0 0,-2 0 0,2 22 0,-4-37 0,0 0 0,-1 1 0,1-1 0,-1 1 0,0-1 0,0 0 0,-1 0 0,1 0 0,-1 1 0,-3 4 0,5-9 0,-1 1 0,1 0 0,-1 0 0,0 0 0,1 0 0,-1-1 0,0 1 0,0 0 0,1-1 0,-1 1 0,0 0 0,0-1 0,0 1 0,0-1 0,0 0 0,0 1 0,0-1 0,0 0 0,-1 1 0,0-1 0,1 0 0,0-1 0,-1 1 0,1 0 0,-1-1 0,1 1 0,0-1 0,-1 1 0,1-1 0,0 0 0,0 1 0,0-1 0,-1 0 0,1 0 0,0 0 0,0 0 0,0 0 0,-1-1 0,0-1 0,-1 0 0,1 0 0,0 0 0,1 0 0,-1 0 0,0 0 0,1 0 0,0-1 0,-1 1 0,1 0 0,1-1 0,-1 1 0,0-7 0,1 3 0,0 0 0,0 0 0,1 0 0,0 0 0,0 0 0,3-10 0,3-2 0,1 1 0,0 0 0,21-33 0,-10 21 0,2 1 0,1 1 0,31-31 0,-38 44 0,-1 2 0,2 0 0,0 1 0,0 0 0,1 2 0,1 0 0,23-10 0,-37 18 49,1 1 0,-1-1 0,1 1-1,-1 0 1,1 0 0,9 0 0,-12 1-127,0 0 0,-1 0 1,1 1-1,0-1 1,-1 0-1,1 1 1,0-1-1,-1 1 0,1 0 1,-1-1-1,1 1 1,-1 0-1,1 0 1,-1 0-1,0 0 0,1 0 1,-1 0-1,0 0 1,0 1-1,0-1 1,2 3-1,5 14-6748</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54.023"/>
    </inkml:context>
    <inkml:brush xml:id="br0">
      <inkml:brushProperty name="width" value="0.05" units="cm"/>
      <inkml:brushProperty name="height" value="0.05" units="cm"/>
    </inkml:brush>
  </inkml:definitions>
  <inkml:trace contextRef="#ctx0" brushRef="#br0">30 6 24575,'-1'-5'0,"0"5"0,-3 15 0,-3 24 0,-4 71 0,6 190 0,5-271 0,22 462 0,0 104 0,-24-559 0,1-21 0,1-1 0,0 1 0,1-1 0,2 16 0,-3-30-19,0 0-1,1-1 1,-1 1-1,0 0 1,0-1-1,0 1 1,0 0-1,0 0 1,0-1-1,1 1 1,-1 0-1,0 0 1,0-1-1,0 1 1,1 0-1,-1 0 1,0 0-1,0-1 1,0 1-1,1 0 1,-1 0-1,0 0 1,1 0-1,-1 0 1,0-1-1,0 1 1,1 0-1,-1 0 1,0 0-1,1 0 1,-1 0-1,0 0 1,1 0-1,-1 0 1,0 0-1,0 0 1,1 0-1,-1 0 1,0 0-1,1 1 1,-1-1-1,0 0 1,0 0-1,1 0 1,-1 0-1,0 0 1,0 1-1,1-1 1,-1 0-1,0 0 1,0 0-1,0 1 1,1-1-1,-1 0 1,0 0-1,0 1 1,0-1-1,0 0 1,1 0-1,-1 1 1,0-1-1,0 0 1,0 1-1,0-1 1,0 0-1,0 0 1,0 1-1,0-1 1,0 1-1,5-9-6806</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55.485"/>
    </inkml:context>
    <inkml:brush xml:id="br0">
      <inkml:brushProperty name="width" value="0.05" units="cm"/>
      <inkml:brushProperty name="height" value="0.05" units="cm"/>
    </inkml:brush>
  </inkml:definitions>
  <inkml:trace contextRef="#ctx0" brushRef="#br0">24 1 23380,'28'56'0</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17.228"/>
    </inkml:context>
    <inkml:brush xml:id="br0">
      <inkml:brushProperty name="width" value="0.05" units="cm"/>
      <inkml:brushProperty name="height" value="0.05" units="cm"/>
    </inkml:brush>
  </inkml:definitions>
  <inkml:trace contextRef="#ctx0" brushRef="#br0">339 23 24575,'0'-1'0,"0"1"0,0-1 0,0 0 0,0 0 0,1 0 0,-1 1 0,-1-1 0,1 0 0,0 0 0,0 1 0,0-1 0,0 0 0,0 0 0,-1 1 0,1-1 0,0 0 0,-1 1 0,1-1 0,0 0 0,-1 1 0,1-1 0,-1 0 0,1 1 0,-1-1 0,1 1 0,-1-1 0,0 1 0,1-1 0,-1 1 0,0-1 0,1 1 0,-1 0 0,0-1 0,1 1 0,-1 0 0,0 0 0,0 0 0,1-1 0,-1 1 0,0 0 0,0 0 0,0 0 0,1 0 0,-1 0 0,0 0 0,0 1 0,1-1 0,-2 0 0,-2 1 0,1 1 0,0-1 0,0 0 0,0 1 0,0 0 0,0 0 0,0 0 0,0 0 0,-4 4 0,-19 24 0,-41 64 0,40-54 0,-1 5-1413,2 2 0,2 1-1,-32 92 1,50-122 1094,1 0 0,1 0 0,1 0 0,-1 21 0,1 76 3412,3-87-68,-1 17-2184,2 78-288,0-102-619,2 1 0,0-1 0,10 34 0,-8-44-1299</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18.975"/>
    </inkml:context>
    <inkml:brush xml:id="br0">
      <inkml:brushProperty name="width" value="0.05" units="cm"/>
      <inkml:brushProperty name="height" value="0.05" units="cm"/>
    </inkml:brush>
  </inkml:definitions>
  <inkml:trace contextRef="#ctx0" brushRef="#br0">367 1406 24575,'1'5'0,"-6"-17"0,-8-5 0,0 0 0,-22-19 0,18 19 0,-22-29 0,23 23 0,1 0 0,2-1 0,0-1 0,2 0 0,-13-40 0,-2-15 0,-47-170 0,55 177 0,-12-57 0,27 112 0,1 0 0,1 0 0,1 1 0,0-1 0,4-24 0,-1 31 0,0 1 0,0 0 0,1-1 0,0 1 0,1 1 0,0-1 0,1 1 0,0 0 0,0 0 0,1 0 0,11-10 0,2-1 0,2 1 0,0 0 0,27-16 0,1 3 0,0 2 0,71-29 0,-85 44 0,1 2 0,1 1 0,0 2 0,54-6 0,-46 10 0,0 3 0,0 2 0,61 6 0,-78-2 0,1 2 0,-1 1 0,0 2 0,-1 0 0,0 2 0,33 17 0,-39-16 0,1 1 0,-2 2 0,1 0 0,-2 1 0,0 1 0,-1 1 0,-1 1 0,0 0 0,-1 1 0,-2 1 0,22 34 0,-23-29 0,-2 1 0,0 1 0,-2 0 0,0 1 0,10 57 0,-9-30 0,-2 0 0,2 98 0,-12-140 0,-1 1 0,0 0 0,-1-1 0,-1 1 0,0-1 0,-1 0 0,0 0 0,-1 0 0,0-1 0,-1 0 0,0 0 0,-1-1 0,-12 13 0,-1 0 0,-1-1 0,-1-2 0,-1 0 0,-45 30 0,12-17 0,0-2 0,-97 37 0,152-69-76,0 0 1,-1 1-1,1-1 0,0 0 0,-1 0 0,1-1 0,-1 1 0,1 0 1,0-1-1,0 0 0,-1 1 0,1-1 0,0 0 0,0 0 1,0 0-1,0-1 0,-4-1 0</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20.247"/>
    </inkml:context>
    <inkml:brush xml:id="br0">
      <inkml:brushProperty name="width" value="0.05" units="cm"/>
      <inkml:brushProperty name="height" value="0.05" units="cm"/>
    </inkml:brush>
  </inkml:definitions>
  <inkml:trace contextRef="#ctx0" brushRef="#br0">1 1 24575,'1'11'0,"13"-8"0,48-2 0,-62-1 0,1 0 0,-1 0 0,0 0 0,0 0 0,0 0 0,0 0 0,0 0 0,0 0 0,1 0 0,-1 0 0,0 0 0,0 0 0,0 0 0,0 1 0,0-1 0,0 0 0,0 0 0,0 0 0,1 0 0,-1 0 0,0 0 0,0 0 0,0 0 0,0 1 0,0-1 0,0 0 0,0 0 0,0 0 0,0 0 0,0 0 0,0 0 0,0 0 0,0 1 0,0-1 0,0 0 0,0 0 0,0 0 0,0 0 0,0 0 0,0 1 0,0-1 0,0 0 0,0 0 0,0 0 0,0 0 0,0 0 0,0 0 0,0 0 0,0 1 0,0-1 0,0 0 0,0 0 0,-1 0 0,1 0 0,0 0 0,0 1 0,0-1 0,0 0 0,-1 0 0,1 1 0,0-1 0,0 0 0,0 1 0,0-1 0,0 0 0,0 0 0,0 1 0,0-1 0,0 0 0,0 1 0,0-1 0,0 0 0,0 0 0,0 1 0,0-1 0,0 0 0,0 1 0,1-1 0,-1 0 0,0 0 0,0 1 0,0-1 0,0 0 0,0 0 0,1 1 0,-1-1 0,0 0 0,1 0 0,11 9 0,1-2 0,0 0 0,22 9 0,-18-9 0,30 17 0,-35-16 0,6 2 0,-1 1 0,0 1 0,-1 1 0,0 0 0,-1 1 0,14 17 0,-20-19 0,-1 0 0,0 0 0,0 1 0,-1 0 0,-1 1 0,0-1 0,4 20 0,-5-12 0,-1 0 0,-1 0 0,0 0 0,-2 32 0,-3-8 0,-2 0 0,-2-1 0,-23 86 0,5-24 0,13-54 0,-27 77 0,37-125-68,-1 0 0,1-1-1,-1 1 1,0-1 0,0 1 0,-1-1-1,1 0 1,0 0 0,-1 0 0,0 0-1,0 0 1,0 0 0,0-1 0,0 0-1,-1 0 1,1 1 0,-1-2-1,1 1 1,-6 2 0,-1-2-6758</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21.133"/>
    </inkml:context>
    <inkml:brush xml:id="br0">
      <inkml:brushProperty name="width" value="0.05" units="cm"/>
      <inkml:brushProperty name="height" value="0.05" units="cm"/>
    </inkml:brush>
  </inkml:definitions>
  <inkml:trace contextRef="#ctx0" brushRef="#br0">0 26 24575,'1'5'0,"0"-1"0,0 0 0,0 0 0,0-1 0,0 1 0,1 0 0,-1 0 0,1-1 0,4 7 0,23 30 0,-22-32 0,1-1 0,0 0 0,0 0 0,1 0 0,-1-1 0,1 0 0,1-1 0,-1 0 0,1-1 0,0 0 0,0 0 0,0-1 0,1 0 0,-1-1 0,12 1 0,6 1 0,1-3 0,0 0 0,-1-1 0,42-7 0,-50 4 0,1-1 0,24-8 0,-37 10 0,0-1 0,-1-1 0,1 1 0,-1-1 0,1 0 0,-1-1 0,0 0 0,8-7 0,-13 9 22,0 0-1,0 0 0,0 0 1,-1 0-1,1 0 0,-1-1 1,0 1-1,1 0 0,-2-1 1,1 1-1,0-1 0,-1 1 1,1-1-1,-1 1 0,0-5 1,-1-3-449,1 1 0,-1-1 1,-5-18-1,3 17-6399</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21.780"/>
    </inkml:context>
    <inkml:brush xml:id="br0">
      <inkml:brushProperty name="width" value="0.05" units="cm"/>
      <inkml:brushProperty name="height" value="0.05" units="cm"/>
    </inkml:brush>
  </inkml:definitions>
  <inkml:trace contextRef="#ctx0" brushRef="#br0">169 70 24575,'-16'-25'0,"12"16"0,6 14 0,1 0 0,-1 0 0,1 0 0,-2 0 0,1 1 0,1 9 0,-2-13 0,-1 0 0,0 0 0,0 0 0,0 0 0,0 0 0,-1 0 0,1-1 0,0 1 0,-1 0 0,1 0 0,-1 0 0,0 0 0,0-1 0,0 1 0,0 0 0,0-1 0,0 1 0,0-1 0,0 1 0,0-1 0,-1 1 0,1-1 0,-1 0 0,1 0 0,-1 0 0,1 0 0,-4 2 0,0-1 0,0 0 0,-1 0 0,1 0 0,0 0 0,-1-1 0,1 0 0,-1 0 0,1-1 0,-1 1 0,0-1 0,1-1 0,-1 1 0,1-1 0,-1 0 0,-10-3 0,14 3 0,-1 0 0,1 0 0,0 0 0,-1 0 0,1 0 0,0-1 0,0 1 0,0-1 0,0 1 0,0-1 0,0 0 0,0 0 0,1 0 0,-1 0 0,1 0 0,-1 0 0,1-1 0,0 1 0,0 0 0,0-1 0,0 1 0,0 0 0,1-1 0,-1 1 0,1-1 0,-1 0 0,1 1 0,0-1 0,0 1 0,0-1 0,0 0 0,1 1 0,-1-1 0,1 1 0,0-1 0,0-2 0,1 1 0,0 1 0,-1-1 0,1 0 0,0 1 0,1-1 0,-1 1 0,1 0 0,-1-1 0,1 1 0,0 0 0,0 1 0,1-1 0,6-4 0,-9 6 0,0 1 0,0-1 0,1 0 0,-1 1 0,0-1 0,0 0 0,1 1 0,-1 0 0,0-1 0,1 1 0,-1 0 0,0 0 0,1 0 0,-1-1 0,1 2 0,-1-1 0,0 0 0,1 0 0,-1 0 0,0 1 0,1-1 0,-1 0 0,0 1 0,1-1 0,-1 1 0,0 0 0,0-1 0,0 1 0,1 0 0,-1 0 0,0 0 0,0 0 0,0 0 0,0 0 0,-1 0 0,1 0 0,0 0 0,0 0 0,-1 0 0,1 1 0,0-1 0,-1 0 0,1 0 0,-1 3 0,1-2-65,0 1 0,-1 0 0,1-1 0,-1 1 0,0 0 0,0 0 0,0-1 0,0 1 0,-1 0 0,1-1 0,-1 1 0,0 0 0,1-1 0,-1 1 0,0-1 0,0 1 0,-1-1 0,1 1 0,-1-1 0,-1 3 0,-6 8-6761</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22.262"/>
    </inkml:context>
    <inkml:brush xml:id="br0">
      <inkml:brushProperty name="width" value="0.05" units="cm"/>
      <inkml:brushProperty name="height" value="0.05" units="cm"/>
    </inkml:brush>
  </inkml:definitions>
  <inkml:trace contextRef="#ctx0" brushRef="#br0">70 56 24575,'4'-4'0,"-1"0"0,1 1 0,0 0 0,0-1 0,0 2 0,1-1 0,-1 0 0,1 1 0,8-3 0,-12 4 0,1 1 0,-1 0 0,1 0 0,-1 0 0,1 0 0,0 0 0,-1 0 0,1 0 0,-1 1 0,1-1 0,-1 1 0,1-1 0,-1 1 0,1-1 0,-1 1 0,1 0 0,-1-1 0,0 1 0,0 0 0,1 0 0,-1 0 0,0 0 0,0 1 0,0-1 0,0 0 0,0 0 0,0 1 0,0-1 0,0 0 0,-1 1 0,1-1 0,-1 1 0,1-1 0,-1 1 0,1 1 0,1 3 0,0-1 0,-1 1 0,1-1 0,-1 1 0,0-1 0,-1 1 0,0 0 0,0 0 0,0-1 0,-2 12 0,2-15 0,-1 0 0,1 0 0,-1 1 0,0-1 0,0 0 0,0 0 0,0 0 0,0 0 0,0 0 0,-1 0 0,1 0 0,-1 0 0,1-1 0,-1 1 0,0-1 0,0 1 0,1-1 0,-1 1 0,0-1 0,0 0 0,0 0 0,-1 0 0,1 0 0,0 0 0,0-1 0,0 1 0,-1-1 0,-2 1 0,0 0 0,-1-1 0,0 0 0,0 0 0,0 0 0,0-1 0,0 0 0,1 0 0,-1-1 0,0 1 0,1-1 0,-1 0 0,1-1 0,0 1 0,-9-7 0,11 7 0,1 1 0,0-1 0,0 0 0,0 0 0,0-1 0,0 1 0,0 0 0,1-1 0,-1 1 0,1-1 0,-1 1 0,1-1 0,0 1 0,0-1 0,0 0 0,1 0 0,-1 0 0,1 1 0,-1-1 0,1 0 0,0 0 0,0 0 0,0 0 0,1 0 0,-1 1 0,1-1 0,-1 0 0,1 0 0,0 0 0,0 1 0,0-1 0,2-2 0,-1 1 0,0 0 0,0 0 0,1 0 0,0 1 0,-1-1 0,1 1 0,0 0 0,1 0 0,-1 0 0,0 0 0,1 1 0,0-1 0,0 1 0,0 0 0,-1 0 0,2 0 0,-1 0 0,0 1 0,0 0 0,1 0 0,-1 0 0,0 0 0,1 1 0,4-1 0,-8 1-32,0 0-1,0 1 1,-1-1-1,1 0 1,0 0-1,0 0 1,-1 0-1,1 1 1,0-1-1,0 0 1,-1 1-1,1-1 1,0 1-1,-1-1 1,1 1-1,-1-1 1,1 1-1,0-1 1,-1 1-1,1-1 1,-1 1-1,0 0 1,1-1-1,-1 1 1,1 0-1,-1-1 1,0 1-1,0 0 1,1 0-1,-1-1 1,0 1-1,0 0 1,0 0-1,0-1 1,0 1-1,0 0 0,0 0 1,0-1-1,0 1 1,0 0-1,-1 1 1,-3 9-6794</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23.429"/>
    </inkml:context>
    <inkml:brush xml:id="br0">
      <inkml:brushProperty name="width" value="0.05" units="cm"/>
      <inkml:brushProperty name="height" value="0.05" units="cm"/>
    </inkml:brush>
  </inkml:definitions>
  <inkml:trace contextRef="#ctx0" brushRef="#br0">6 246 24575,'-4'-9'0,"4"9"0,0 1 0,0-1 0,0 0 0,-1 1 0,1-1 0,0 0 0,0 1 0,0-1 0,0 1 0,0-1 0,0 0 0,0 1 0,0-1 0,0 1 0,0-1 0,0 0 0,0 1 0,0-1 0,0 1 0,0-1 0,0 0 0,1 1 0,-1-1 0,0 0 0,0 1 0,0-1 0,1 0 0,-1 1 0,17 48 0,-3 1 0,-2 1 0,10 94 0,-14 157 0,-9-290 0,-2-15 0,-2-22 0,-2-76 0,5-1 0,17-158 0,-10 202 0,3 0 0,23-89 0,-29 139 0,0 1 0,1 0 0,0 0 0,1 0 0,-1 1 0,1-1 0,0 1 0,1 0 0,9-10 0,-11 13 0,0 1 0,0 0 0,0-1 0,0 1 0,1 0 0,-1 0 0,1 1 0,-1-1 0,1 1 0,0 0 0,0 0 0,-1 0 0,1 0 0,0 0 0,0 1 0,0 0 0,0 0 0,0 0 0,0 0 0,6 2 0,-1 0 0,0 1 0,0 0 0,0 1 0,0 0 0,-1 0 0,0 1 0,0 0 0,0 1 0,0-1 0,-1 1 0,0 1 0,0 0 0,0 0 0,-1 0 0,0 0 0,-1 1 0,0 0 0,6 12 0,-2-3 0,-2 0 0,0 0 0,-1 0 0,0 1 0,-2 0 0,0 0 0,-1 0 0,1 31 0,-4-32 0,-1 0 0,-1 0 0,-1-1 0,0 1 0,-1-1 0,-1 0 0,0 0 0,-2 0 0,1-1 0,-2 0 0,0 0 0,-1-1 0,0 0 0,-1 0 0,-1-1 0,0-1 0,-1 0 0,0 0 0,-1-1 0,0-1 0,0 0 0,-1 0 0,-1-2 0,1 0 0,-2 0 0,1-2 0,-33 10 0,45-15 0,-1 0 0,0 0 0,0 0 0,0-1 0,0 0 0,0 0 0,0 0 0,0 0 0,-7-2 0,9 2 0,1-1 0,0 1 0,0-1 0,0 0 0,0 1 0,0-1 0,0 0 0,0 0 0,0 0 0,0 1 0,0-1 0,0 0 0,0 0 0,0 0 0,1-1 0,-1 1 0,0 0 0,1 0 0,-1 0 0,1 0 0,-1-1 0,1 1 0,0 0 0,0 0 0,-1-1 0,1 1 0,0 0 0,0-1 0,0 1 0,0 0 0,0 0 0,1-1 0,0-1 0,-1-2 0,1 0 0,0 1 0,1-1 0,-1 0 0,1 1 0,0-1 0,0 1 0,1 0 0,-1 0 0,1 0 0,0 0 0,0 0 0,0 1 0,1-1 0,-1 1 0,1 0 0,0 0 0,0 0 0,0 0 0,7-3 0,-6 3 0,0 1 0,0 0 0,1 1 0,-1-1 0,0 1 0,1 0 0,-1 0 0,1 0 0,-1 1 0,1 0 0,-1 0 0,1 0 0,-1 1 0,1 0 0,-1 0 0,0 0 0,1 1 0,4 2 0,3 2 0,-1 1 0,0 0 0,0 1 0,-1 0 0,0 1 0,-1 1 0,19 20 0,56 85 0,-53-67 0,-27-41-170,-1-1-1,1 0 0,0 0 1,1-1-1,-1 0 0,1 0 1,11 8-1,-3-6-6655</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23.881"/>
    </inkml:context>
    <inkml:brush xml:id="br0">
      <inkml:brushProperty name="width" value="0.05" units="cm"/>
      <inkml:brushProperty name="height" value="0.05" units="cm"/>
    </inkml:brush>
  </inkml:definitions>
  <inkml:trace contextRef="#ctx0" brushRef="#br0">225 282 24575,'5'-50'0,"-3"39"0,0 0 0,-1 0 0,-1-17 0,-1 14 0,-2 1 0,1-1 0,-1 1 0,-1 0 0,-1 0 0,-11-24 0,14 32 0,-1 1 0,0 0 0,0 0 0,0 0 0,0 0 0,0 1 0,-1-1 0,1 1 0,-1 0 0,-5-3 0,7 4 0,-1 1 0,0 0 0,1 0 0,-1 0 0,0 0 0,0 0 0,0 1 0,0-1 0,0 1 0,0 0 0,1 0 0,-1 0 0,0 0 0,0 0 0,0 1 0,0-1 0,0 1 0,-3 1 0,0 1 0,1-1 0,0 1 0,0 0 0,0 1 0,0-1 0,0 1 0,1 0 0,0 0 0,0 1 0,0-1 0,0 1 0,1 0 0,-1 0 0,1 0 0,0 0 0,1 1 0,-3 7 0,-1 3 0,1 0 0,0 0 0,2 0 0,0 0 0,-1 18 0,3-17 0,1-1 0,0 1 0,1-1 0,4 19 0,-4-29 0,0 0 0,0-1 0,1 1 0,0-1 0,0 0 0,0 0 0,1 0 0,-1 0 0,1 0 0,0 0 0,1 0 0,-1-1 0,1 0 0,0 0 0,7 6 0,-10-9 0,1 0 0,0 0 0,-1 0 0,1 0 0,-1 0 0,1 0 0,0-1 0,0 1 0,-1-1 0,1 1 0,0-1 0,0 0 0,0 0 0,-1 0 0,1 0 0,0 0 0,0 0 0,0 0 0,0 0 0,-1-1 0,3 0 0,-1 0 0,0-1 0,-1 1 0,1-1 0,-1 0 0,1 0 0,-1 0 0,1 0 0,-1 0 0,0-1 0,0 1 0,2-4 0,3-6 0,-1 1 0,0-1 0,-1 0 0,6-22 0,9-50 0,-15 54 0,18-51 0,-23 81 0,0 0 0,0-1 0,0 1 0,0-1 0,0 1 0,0 0 0,0-1 0,0 1 0,0 0 0,1-1 0,-1 1 0,0-1 0,0 1 0,0 0 0,1-1 0,-1 1 0,0 0 0,0-1 0,1 1 0,-1 0 0,0 0 0,0-1 0,1 1 0,-1 0 0,0 0 0,1-1 0,-1 1 0,0 0 0,1 0 0,-1 0 0,1 0 0,-1 0 0,0-1 0,2 1 0,3 15 0,-2 33 0,-2-43 0,0 32 80,6 69 154,-5-90-570,1 1 0,0-1 0,1 0 1,8 19-1,-4-18-6490</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24.520"/>
    </inkml:context>
    <inkml:brush xml:id="br0">
      <inkml:brushProperty name="width" value="0.05" units="cm"/>
      <inkml:brushProperty name="height" value="0.05" units="cm"/>
    </inkml:brush>
  </inkml:definitions>
  <inkml:trace contextRef="#ctx0" brushRef="#br0">21 210 24575,'-4'-9'0,"0"1"0,1-1 0,0 0 0,1 0 0,-2-10 0,6 19 0,4 6 0,6 11 0,4 15 0,-2 0 0,-1 1 0,-2 0 0,14 65 0,-24-90 0,1-2 0,-1 0 0,1 0 0,-2 0 0,1 0 0,-1 0 0,0 0 0,0 1 0,0-1 0,-3 9 0,3-15 0,0 1 0,0-1 0,0 0 0,0 1 0,0-1 0,0 0 0,-1 1 0,1-1 0,0 0 0,0 1 0,0-1 0,-1 0 0,1 1 0,0-1 0,0 0 0,-1 1 0,1-1 0,0 0 0,-1 0 0,1 0 0,0 1 0,-1-1 0,1 0 0,0 0 0,-1 0 0,1 0 0,0 1 0,-1-1 0,1 0 0,-1 0 0,1 0 0,0 0 0,-2 0 0,-9-10 0,-4-19 0,10 14 0,1 1 0,1-1 0,0 0 0,1 0 0,1 0 0,0 0 0,1-1 0,1 1 0,3-21 0,-1 16 0,1-1 0,1 1 0,1 1 0,1-1 0,1 1 0,13-25 0,-18 39 0,0 0 0,1 0 0,0 0 0,-1 0 0,1 0 0,1 1 0,-1 0 0,1 0 0,0 0 0,0 0 0,0 1 0,0 0 0,11-5 0,-13 7 0,1 0 0,-1 0 0,0 0 0,1 1 0,-1-1 0,1 1 0,-1 0 0,0 0 0,1 1 0,-1-1 0,1 1 0,-1-1 0,0 1 0,1 0 0,-1 0 0,0 1 0,0-1 0,0 1 0,0-1 0,0 1 0,0 0 0,0 0 0,-1 0 0,1 0 0,-1 1 0,3 3 0,2 2 0,0 1 0,-1 1 0,0-1 0,-1 1 0,0 0 0,0 1 0,-1-1 0,0 1 0,-1-1 0,-1 1 0,3 18 0,-1 10 0,-1 75 0,-3-110 0,-2 29 0,2-32 0,0 0 0,0 0 0,0 0 0,0 0 0,0 0 0,-1 0 0,1 0 0,0-1 0,0 1 0,-1 0 0,1 0 0,-1 0 0,1 0 0,-1-1 0,1 1 0,-1 0 0,1 0 0,-1-1 0,1 1 0,-1 0 0,0-1 0,0 1 0,1-1 0,-1 1 0,0-1 0,0 1 0,-1 0 0,1-2 0,1 1 0,-1 0 0,0 0 0,1-1 0,-1 1 0,0 0 0,1-1 0,-1 1 0,1-1 0,-1 1 0,1 0 0,-1-1 0,1 1 0,-1-1 0,1 0 0,-1 1 0,1-1 0,0 1 0,-1-1 0,1 0 0,0 1 0,-1-1 0,1 0 0,0 0 0,-6-20 0,6 20 0,-4-21 0,2 0 0,1 0 0,0 1 0,2-1 0,0 0 0,2 0 0,0 0 0,2 1 0,0 0 0,1 0 0,1 0 0,15-30 0,-18 44 0,-1 0 0,1 1 0,1-1 0,-1 1 0,1 0 0,0 0 0,1 0 0,8-7 0,-13 12 0,1-1 0,0 1 0,0 0 0,0 0 0,0 0 0,0 0 0,0 0 0,0 0 0,0 1 0,0-1 0,1 1 0,-1-1 0,0 1 0,0 0 0,1 0 0,-1 0 0,0 0 0,0 0 0,1 1 0,-1-1 0,0 1 0,0-1 0,0 1 0,1 0 0,-1 0 0,0 0 0,0 0 0,0 0 0,-1 0 0,1 0 0,0 1 0,3 2 0,2 4 0,0 0 0,0 0 0,-1 1 0,0 0 0,-1 0 0,0 0 0,0 0 0,-1 1 0,-1 0 0,5 16 0,0 7 0,7 65 0,-13-78 114,0 0 0,-3 24 0,1-36-285,-1-1 0,0 0 1,-1 0-1,1-1 0,-1 1 1,-1 0-1,1 0 0,-1-1 1,-6 11-1,-6 2-6655</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55.466"/>
    </inkml:context>
    <inkml:brush xml:id="br0">
      <inkml:brushProperty name="width" value="0.05" units="cm"/>
      <inkml:brushProperty name="height" value="0.05" units="cm"/>
    </inkml:brush>
  </inkml:definitions>
  <inkml:trace contextRef="#ctx0" brushRef="#br0">160 459 24575,'3'0'0,"1"-1"0,-1 0 0,0 0 0,1 0 0,-1 0 0,0 0 0,0-1 0,0 1 0,0-1 0,0 0 0,0 0 0,-1 0 0,1 0 0,-1-1 0,1 1 0,-1-1 0,0 1 0,3-5 0,-4 6 0,-1-1 0,1 1 0,0 0 0,-1 0 0,1-1 0,0 1 0,-1-1 0,0 1 0,1 0 0,-1-1 0,0 1 0,0-1 0,0 1 0,0 0 0,0-1 0,0 1 0,0-1 0,-1-1 0,1 2 0,-1-1 0,0 1 0,0 0 0,0 0 0,1 0 0,-1-1 0,-1 1 0,1 0 0,0 0 0,0 1 0,0-1 0,0 0 0,-1 0 0,1 1 0,0-1 0,-1 0 0,1 1 0,0-1 0,-1 1 0,1 0 0,-1-1 0,-1 1 0,-3-1 0,0 0 0,0 1 0,0 0 0,0 0 0,0 0 0,0 0 0,0 1 0,0 0 0,0 1 0,0-1 0,0 1 0,0 0 0,-10 6 0,9-4 0,0 1 0,0-1 0,0 2 0,0-1 0,1 1 0,0-1 0,1 2 0,-1-1 0,-8 13 0,10-12 0,1-1 0,-1 1 0,1-1 0,1 1 0,-1 0 0,1 0 0,0 1 0,1-1 0,-1 0 0,1 1 0,1 7 0,0-9 0,0-1 0,1 0 0,0 1 0,0-1 0,0 1 0,1-1 0,-1 0 0,1 0 0,1 0 0,-1 0 0,1 0 0,0 0 0,0-1 0,0 1 0,8 7 0,-8-9 0,1 1 0,0-1 0,1 0 0,-1 0 0,0-1 0,1 1 0,0-1 0,-1 0 0,1 0 0,0 0 0,0-1 0,0 0 0,0 0 0,0 0 0,0-1 0,1 1 0,-1-1 0,0 0 0,0-1 0,0 1 0,0-1 0,0 0 0,0 0 0,0-1 0,0 0 0,5-2 0,0 0 0,-1 0 0,0-1 0,-1 0 0,1-1 0,-1 0 0,0 0 0,-1 0 0,0-1 0,0 0 0,0-1 0,-1 0 0,9-13 0,-9 9 0,-1 1 0,0-1 0,0 0 0,-2-1 0,0 1 0,0-1 0,-1 0 0,0 1 0,-1-1 0,-1 0 0,0 0 0,-2-18 0,-5-15 0,-2 1 0,-16-50 0,4 17 0,-3-46 0,47 191 0,33 219 0,-43-214 0,0-9 342,-11-56-556,0-1 1,1 1 0,-1-1-1,1 1 1,1-1 0,-1 0-1,6 6 1,0-2-6613</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55.882"/>
    </inkml:context>
    <inkml:brush xml:id="br0">
      <inkml:brushProperty name="width" value="0.05" units="cm"/>
      <inkml:brushProperty name="height" value="0.05" units="cm"/>
    </inkml:brush>
  </inkml:definitions>
  <inkml:trace contextRef="#ctx0" brushRef="#br0">44 171 24575,'-2'-11'0,"2"11"0,-1-1 0,1 1 0,0-1 0,0 1 0,0-1 0,0 1 0,-1 0 0,1-1 0,0 1 0,0-1 0,0 1 0,0-1 0,0 1 0,0-1 0,0 1 0,0-1 0,0 1 0,1-1 0,-1 1 0,0-1 0,0 1 0,0-1 0,1 1 0,-1 0 0,0-1 0,0 1 0,1-1 0,-1 1 0,0 0 0,1-1 0,-1 1 0,0 0 0,1-1 0,-1 1 0,0 0 0,1 0 0,-1-1 0,1 1 0,-1 0 0,1 0 0,5-3 0,0 0 0,-1 1 0,1 0 0,0 0 0,0 0 0,9 0 0,25-9 0,-38 10 0,0 1 0,0-1 0,1 0 0,-2-1 0,1 1 0,0 0 0,0 0 0,0-1 0,0 1 0,-1-1 0,1 0 0,-1 1 0,1-1 0,0-2 0,-1 2 0,0 0 0,-1 0 0,1 0 0,-1-1 0,1 1 0,-1 0 0,0 0 0,0 0 0,0 0 0,0 0 0,0 0 0,-1 0 0,1 0 0,-1 0 0,1 0 0,-1 0 0,0 0 0,0 0 0,1 0 0,-1 0 0,-1 0 0,1 0 0,0 1 0,0-1 0,-1 0 0,1 1 0,-1-1 0,1 1 0,-1 0 0,-2-2 0,-1-1 0,0 0 0,0 0 0,0 1 0,-1 0 0,1 0 0,-1 0 0,0 1 0,0 0 0,-7-2 0,10 3 0,1 1 0,-1-1 0,0 1 0,0 0 0,1 0 0,-1 0 0,0 0 0,0 1 0,1-1 0,-1 1 0,0-1 0,0 1 0,1 0 0,-1 0 0,1 0 0,-1 0 0,1 1 0,-1-1 0,1 1 0,-4 2 0,4 0 0,-1-1 0,1 0 0,0 1 0,-1-1 0,1 1 0,1-1 0,-1 1 0,0 0 0,1 0 0,0 0 0,0 0 0,-1 7 0,1-1 0,1 1 0,-1 0 0,2-1 0,-1 1 0,2-1 0,-1 1 0,1-1 0,1 1 0,0-1 0,5 11 0,-6-15 0,1 0 0,1 0 0,-1 0 0,1-1 0,0 1 0,0-1 0,1 0 0,-1 0 0,1 0 0,0-1 0,1 1 0,-1-1 0,1-1 0,-1 1 0,1-1 0,0 0 0,1 0 0,-1-1 0,0 1 0,1-1 0,0-1 0,-1 1 0,1-1 0,0-1 0,-1 1 0,1-1 0,13-1 0,8-4-1365,-3-1-5461</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56.224"/>
    </inkml:context>
    <inkml:brush xml:id="br0">
      <inkml:brushProperty name="width" value="0.05" units="cm"/>
      <inkml:brushProperty name="height" value="0.05" units="cm"/>
    </inkml:brush>
  </inkml:definitions>
  <inkml:trace contextRef="#ctx0" brushRef="#br0">13 120 24575,'-12'-22'0,"11"18"0,9 16 0,19 48 0,-16-37 0,0 1 0,1-2 0,22 33 0,-33-54 0,0 1 0,-1-1 0,1 0 0,0 0 0,0 0 0,0 0 0,0 0 0,1 0 0,-1 0 0,0 0 0,0-1 0,0 1 0,1 0 0,-1-1 0,0 1 0,1-1 0,-1 1 0,1-1 0,-1 0 0,2 1 0,-2-1 0,0-1 0,0 1 0,1 0 0,-1-1 0,0 1 0,0-1 0,0 1 0,0-1 0,0 0 0,0 1 0,0-1 0,0 0 0,0 0 0,0 0 0,-1 0 0,1 1 0,0-1 0,1-2 0,2-6 0,0 1 0,0-1 0,-1 0 0,4-15 0,-6 23 0,6-25 0,-1 0 0,-1-1 0,-2 0 0,0 0 0,-2-53 0,-2 79-114,1-1 1,0 1-1,0-1 0,0 1 0,-1-1 1,1 1-1,-1-1 0,1 1 0,-1-1 1,1 1-1,-2-2 0</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56.505"/>
    </inkml:context>
    <inkml:brush xml:id="br0">
      <inkml:brushProperty name="width" value="0.05" units="cm"/>
      <inkml:brushProperty name="height" value="0.05" units="cm"/>
    </inkml:brush>
  </inkml:definitions>
  <inkml:trace contextRef="#ctx0" brushRef="#br0">26 73 24575,'3'-3'0,"-1"-1"0,1 0 0,-1 0 0,0 0 0,0 0 0,0-1 0,-1 1 0,2-5 0,7-17 0,-10 25 0,0 1 0,0 0 0,0 0 0,0 0 0,0-1 0,0 1 0,0 0 0,0 0 0,0-1 0,0 1 0,0 0 0,1 0 0,-1-1 0,0 1 0,0 0 0,0 0 0,0 0 0,1 0 0,-1-1 0,0 1 0,0 0 0,0 0 0,1 0 0,-1 0 0,0 0 0,0 0 0,1 0 0,-1-1 0,0 1 0,0 0 0,0 0 0,1 0 0,-1 0 0,0 0 0,0 0 0,1 0 0,2 10 0,-2 16 0,-65 410 0,62-400-1365,4-25-5461</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46.519"/>
    </inkml:context>
    <inkml:brush xml:id="br0">
      <inkml:brushProperty name="width" value="0.05" units="cm"/>
      <inkml:brushProperty name="height" value="0.05" units="cm"/>
    </inkml:brush>
  </inkml:definitions>
  <inkml:trace contextRef="#ctx0" brushRef="#br0">0 39 24575,'7'-23'0,"-7"22"0,0 0 0,0 0 0,0 1 0,1-1 0,-1 0 0,0 0 0,1 1 0,-1-1 0,1 0 0,-1 1 0,1-1 0,-1 0 0,1 1 0,-1-1 0,1 1 0,-1-1 0,1 1 0,0-1 0,-1 1 0,1-1 0,0 1 0,0 0 0,-1 0 0,1-1 0,0 1 0,1 0 0,-1 1 0,0 0 0,-1 0 0,1 0 0,0 1 0,0-1 0,-1 0 0,1 1 0,-1-1 0,0 1 0,1-1 0,-1 0 0,0 1 0,0-1 0,1 1 0,-1-1 0,0 1 0,-1 2 0,1-1 0,1 202 0,-2-31 0,2-159-455,0 0 0,5 19 0,0-11-6371</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46.958"/>
    </inkml:context>
    <inkml:brush xml:id="br0">
      <inkml:brushProperty name="width" value="0.05" units="cm"/>
      <inkml:brushProperty name="height" value="0.05" units="cm"/>
    </inkml:brush>
  </inkml:definitions>
  <inkml:trace contextRef="#ctx0" brushRef="#br0">44 70 24575,'-2'1'0,"1"-1"0,-1 1 0,0-1 0,1 1 0,-1-1 0,0 1 0,1 0 0,-1 0 0,1 0 0,-1 0 0,1 0 0,0 0 0,-1 0 0,1 0 0,0 0 0,0 1 0,0-1 0,0 0 0,0 1 0,0-1 0,0 1 0,0 0 0,1-1 0,-1 1 0,1-1 0,-1 1 0,1 0 0,-1 2 0,-1 7 0,-1 0 0,0 22 0,3-31 0,-1 10 0,1 0 0,0 0 0,1 0 0,0-1 0,1 1 0,1 0 0,0-1 0,5 15 0,-6-21 0,-1-1 0,1 0 0,1 0 0,-1 0 0,1 0 0,-1 0 0,1-1 0,0 1 0,0-1 0,1 0 0,-1 1 0,1-1 0,-1-1 0,1 1 0,0-1 0,0 1 0,0-1 0,0 0 0,1-1 0,-1 1 0,0-1 0,1 0 0,8 2 0,-9-3 0,1 1 0,-1-1 0,1 0 0,0 0 0,-1 0 0,1-1 0,0 0 0,-1 0 0,1 0 0,-1 0 0,1-1 0,-1 1 0,0-1 0,0 0 0,6-4 0,-6 3 0,-1 0 0,0-1 0,0 1 0,0-1 0,0 0 0,-1 0 0,1 0 0,-1 0 0,0 0 0,0 0 0,0 0 0,-1-1 0,0 1 0,0-1 0,1-6 0,2-8 0,-2 0 0,-1 1 0,0-1 0,-1 0 0,-1 0 0,0 0 0,-2 0 0,0 1 0,-2-1 0,-7-23 0,11 40 0,0 0 0,0 0 0,0 0 0,0-1 0,0 1 0,0 0 0,-1 1 0,1-1 0,-1 0 0,1 0 0,-1 1 0,0-1 0,1 1 0,-1-1 0,0 1 0,0 0 0,0-1 0,0 1 0,0 0 0,0 0 0,-1 1 0,-2-2 0,3 2 0,0 0 0,1 1 0,-1-1 0,0 0 0,0 1 0,1-1 0,-1 1 0,0-1 0,1 1 0,-1 0 0,1 0 0,-1 0 0,1 0 0,-1 0 0,1 0 0,-1 0 0,1 0 0,0 1 0,0-1 0,0 0 0,-1 1 0,1-1 0,1 1 0,-1-1 0,0 1 0,0 0 0,1-1 0,-2 4 0,-4 15-1365,2-2-5461</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47.219"/>
    </inkml:context>
    <inkml:brush xml:id="br0">
      <inkml:brushProperty name="width" value="0.05" units="cm"/>
      <inkml:brushProperty name="height" value="0.05" units="cm"/>
    </inkml:brush>
  </inkml:definitions>
  <inkml:trace contextRef="#ctx0" brushRef="#br0">15 6 24575,'0'-2'0,"-2"-1"0,-2 2 0,1 4 0,1 7 0,0 3 0,1 4 0,0 3 0,1 1 0,0 3 0,0 2 0,0-2 0,1-2 0,-1-2 0,0-5-8191</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47.652"/>
    </inkml:context>
    <inkml:brush xml:id="br0">
      <inkml:brushProperty name="width" value="0.05" units="cm"/>
      <inkml:brushProperty name="height" value="0.05" units="cm"/>
    </inkml:brush>
  </inkml:definitions>
  <inkml:trace contextRef="#ctx0" brushRef="#br0">54 58 24575,'0'-2'0,"0"1"0,0 0 0,0-1 0,-1 1 0,1 0 0,0-1 0,-1 1 0,1 0 0,-1 0 0,1-1 0,-1 1 0,0 0 0,0-1 0,0 2 0,1-1 0,0 1 0,0 0 0,-1 0 0,1 0 0,0-1 0,-1 1 0,1 0 0,0 0 0,0 0 0,-1 0 0,1 0 0,0 0 0,-1 0 0,1 0 0,0-1 0,-1 1 0,1 0 0,0 0 0,-1 1 0,1-1 0,0 0 0,-1 0 0,1 0 0,0 0 0,0 0 0,-1 0 0,1 0 0,0 0 0,-1 1 0,1-1 0,0 0 0,0 0 0,-1 0 0,1 1 0,0-1 0,0 0 0,-1 0 0,1 1 0,0-1 0,0 0 0,0 0 0,0 1 0,-1-1 0,1 0 0,0 1 0,0-1 0,0 0 0,0 0 0,0 1 0,0-1 0,0 0 0,0 1 0,0-1 0,0 0 0,0 1 0,-6 21 0,0 0 0,-4 42 0,4-19 0,6-44 0,-2 10 0,0 1 0,1 0 0,0-1 0,1 1 0,1 14 0,-1-23 0,0-1 0,1 0 0,-1 0 0,1 0 0,-1 0 0,1 0 0,0 0 0,0 0 0,0 0 0,0-1 0,0 1 0,0 0 0,1 0 0,-1-1 0,1 1 0,-1-1 0,1 1 0,-1-1 0,1 0 0,0 1 0,0-1 0,-1 0 0,1 0 0,0 0 0,0 0 0,0-1 0,0 1 0,0-1 0,0 1 0,0-1 0,1 0 0,-1 1 0,0-1 0,0 0 0,0 0 0,2-1 0,2 1 0,-1-1 0,0 0 0,1 0 0,-1 0 0,0 0 0,0-1 0,0 0 0,0 0 0,0-1 0,0 1 0,-1-1 0,1 0 0,-1 0 0,0-1 0,0 1 0,4-5 0,-3 2 0,0-1 0,0 1 0,-1-1 0,1 0 0,-2 0 0,1-1 0,-1 1 0,0-1 0,0 0 0,1-9 0,-2 8 0,-1-1 0,1 0 0,-2 0 0,0 0 0,0 0 0,0 0 0,-1 0 0,-3-12 0,2 15 0,0 1 0,0-1 0,0 1 0,-1 0 0,0 0 0,0 0 0,0 0 0,-1 1 0,0-1 0,0 1 0,0 0 0,-7-6 0,-3 1-1365,1 4-5461</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48.085"/>
    </inkml:context>
    <inkml:brush xml:id="br0">
      <inkml:brushProperty name="width" value="0.05" units="cm"/>
      <inkml:brushProperty name="height" value="0.05" units="cm"/>
    </inkml:brush>
  </inkml:definitions>
  <inkml:trace contextRef="#ctx0" brushRef="#br0">101 48 24575,'-1'-2'0,"1"0"0,0-1 0,-1 1 0,1 0 0,-1-1 0,0 1 0,0 0 0,0 0 0,0 0 0,0 0 0,0 0 0,0 0 0,-1 0 0,1 0 0,-1 0 0,0 0 0,1 1 0,-4-3 0,4 3 0,0 0 0,0 1 0,0-1 0,0 1 0,0-1 0,0 1 0,0-1 0,-1 1 0,1-1 0,0 1 0,0 0 0,0 0 0,0 0 0,-1 0 0,1 0 0,0 0 0,0 0 0,0 0 0,0 0 0,-1 0 0,1 0 0,0 1 0,0-1 0,0 1 0,0-1 0,0 1 0,0-1 0,0 1 0,0-1 0,0 1 0,0 0 0,0 0 0,0-1 0,0 1 0,1 0 0,-1 0 0,0 0 0,0 1 0,-4 6 0,1 1 0,0-1 0,0 1 0,0 0 0,1 0 0,1 0 0,0 0 0,-2 17 0,1 4 0,2 43 0,1-62 0,0 1 0,1-1 0,1 1 0,5 20 0,-6-30 0,-1 0 0,1 0 0,0 1 0,0-1 0,0 0 0,0 0 0,0 0 0,0-1 0,0 1 0,1 0 0,-1 0 0,1-1 0,0 1 0,-1-1 0,1 1 0,0-1 0,0 0 0,0 1 0,0-1 0,0 0 0,0 0 0,0-1 0,0 1 0,0 0 0,0-1 0,0 1 0,1-1 0,-1 0 0,0 0 0,0 0 0,1 0 0,1 0 0,5-2 0,0 0 0,0 0 0,0-1 0,-1 0 0,1-1 0,-1 0 0,0 0 0,0-1 0,0 0 0,-1 0 0,1-1 0,-1 0 0,-1 0 0,1-1 0,7-10 0,-6 8 0,-1-2 0,1 1 0,-2-1 0,1 0 0,-2 0 0,0-1 0,0 0 0,-1 0 0,0 0 0,3-20 0,-7 28-31,1 0 0,-1 0 0,0-1 0,-1 1 0,1 0 0,-1 0 0,0 0 0,0 0 0,0 0 0,0 0 0,-1 1 0,1-1 0,-1 0 0,0 0 0,0 1 0,0 0 0,-1-1 0,0 1 0,1 0 0,-1 0 0,0 0 0,0 0 0,0 1 0,-1-1-1,1 1 1,-1 0 0,1 0 0,-1 0 0,0 1 0,0-1 0,0 1 0,1 0 0,-1 0 0,-1 0 0,1 0 0,0 1 0,0 0 0,0 0 0,0 0 0,0 0 0,0 0 0,0 1 0,-7 2 0,0 1-6795</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48.459"/>
    </inkml:context>
    <inkml:brush xml:id="br0">
      <inkml:brushProperty name="width" value="0.05" units="cm"/>
      <inkml:brushProperty name="height" value="0.05" units="cm"/>
    </inkml:brush>
  </inkml:definitions>
  <inkml:trace contextRef="#ctx0" brushRef="#br0">103 45 24575,'-9'-7'0,"0"0"0,0 1 0,-1 1 0,-16-8 0,20 10 0,6 3 0,-1-1 0,0 1 0,0-1 0,1 1 0,-1 0 0,0-1 0,0 1 0,0 0 0,0 0 0,1 0 0,-1-1 0,0 1 0,0 0 0,0 0 0,0 1 0,0-1 0,0 0 0,1 0 0,-1 0 0,0 0 0,0 1 0,0-1 0,0 0 0,-1 2 0,1-1 0,0 0 0,0 0 0,0 0 0,1 0 0,-1 0 0,0 1 0,0-1 0,1 0 0,-1 1 0,1-1 0,-1 0 0,1 1 0,-1 2 0,0 7 0,0 1 0,1-1 0,2 16 0,-1-13 0,-1 2 0,1 1 0,1-1 0,0 0 0,2 1 0,0-1 0,9 25 0,-11-36 0,0-1 0,1 1 0,-1-1 0,1 0 0,0 0 0,0 0 0,1 0 0,-1 0 0,1-1 0,-1 0 0,7 5 0,-6-6 0,-1-1 0,1 1 0,-1-1 0,1 1 0,0-1 0,-1 0 0,1 0 0,0-1 0,0 1 0,0-1 0,0 0 0,0 0 0,0 0 0,-1-1 0,1 1 0,6-3 0,-6 2 0,0 0 0,-1 0 0,1 0 0,-1 0 0,0-1 0,0 0 0,1 0 0,-1 0 0,0 0 0,0 0 0,-1 0 0,1-1 0,0 1 0,-1-1 0,4-5 0,-3 3 0,-1 1 0,1-1 0,-1 0 0,0 0 0,-1 0 0,1 0 0,-1-1 0,0 1 0,0-10 0,0 2 0,-2 0 0,1 0 0,-2 0 0,0 0 0,-1 0 0,0 0 0,-9-23 0,-1 6-1365,1 4-5461</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49.861"/>
    </inkml:context>
    <inkml:brush xml:id="br0">
      <inkml:brushProperty name="width" value="0.05" units="cm"/>
      <inkml:brushProperty name="height" value="0.05" units="cm"/>
    </inkml:brush>
  </inkml:definitions>
  <inkml:trace contextRef="#ctx0" brushRef="#br0">0 201 24575,'10'-14'0,"-1"0"0,-1 0 0,0-1 0,5-17 0,-9 24 0,-9 36 0,2 1 0,0 0 0,2 0 0,2 0 0,0 0 0,2 0 0,1 0 0,1 0 0,12 38 0,-13-56 0,0 0 0,0-1 0,1 1 0,1-1 0,11 17 0,-16-25 0,1-1 0,-1 1 0,1 0 0,-1 0 0,1-1 0,-1 1 0,1-1 0,0 1 0,0-1 0,-1 0 0,1 0 0,0 0 0,0 0 0,0 0 0,1 0 0,-1-1 0,0 1 0,0-1 0,0 1 0,0-1 0,1 0 0,-1 0 0,0 0 0,0 0 0,1 0 0,-1 0 0,0-1 0,0 1 0,0-1 0,0 1 0,1-1 0,-1 0 0,0 0 0,0 0 0,0 0 0,2-2 0,4-3 0,0-1 0,0-1 0,0 1 0,-1-1 0,0 0 0,0-1 0,-1 0 0,6-10 0,1-6 0,20-49 0,-22 42 0,-1 1 0,-1-2 0,-2 1 0,-2-1 0,0-1 0,-3 1 0,0-35 0,-8 37 342,6 30-399,0 0 0,0 0 0,-1 0 0,1 0 0,0 0 0,-1 0 0,1 1 0,-1-1 1,1 0-1,-1 0 0,0 1 0,1-1 0,-1 0 0,0 1 0,1-1 0,-1 1 0,0-1 1,0 1-1,1-1 0,-1 1 0,0-1 0,0 1 0,0 0 0,0-1 0,0 1 1,1 0-1,-1 0 0,0 0 0,-2 0 0,-5 1-6769</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50.281"/>
    </inkml:context>
    <inkml:brush xml:id="br0">
      <inkml:brushProperty name="width" value="0.05" units="cm"/>
      <inkml:brushProperty name="height" value="0.05" units="cm"/>
    </inkml:brush>
  </inkml:definitions>
  <inkml:trace contextRef="#ctx0" brushRef="#br0">102 125 24575,'8'-10'0,"0"-1"0,0 0 0,-1 0 0,0-1 0,-1 1 0,7-19 0,-12 29 0,-1 0 0,1 0 0,-1 0 0,0 0 0,1 0 0,-1 0 0,0 0 0,1 0 0,-1 0 0,0 0 0,0 0 0,0 0 0,0 0 0,0 0 0,0 0 0,0 0 0,0 0 0,-1 0 0,1 0 0,0 0 0,-1 0 0,0-1 0,1 1 0,-1 1 0,0-1 0,0 1 0,1 0 0,-1-1 0,0 1 0,0 0 0,0-1 0,0 1 0,1 0 0,-1 0 0,0 0 0,0 0 0,0 0 0,0 0 0,0 0 0,1 0 0,-1 0 0,0 0 0,-1 1 0,-4 1 0,0 0 0,1 0 0,-1 0 0,1 1 0,-1 0 0,-6 5 0,5-3 0,1 0 0,-1 1 0,1 0 0,1 0 0,-1 1 0,1-1 0,0 1 0,1 0 0,-1 1 0,-5 12 0,9-15 0,-1-1 0,1 1 0,0-1 0,1 1 0,-1 0 0,1-1 0,0 1 0,0 0 0,0-1 0,0 1 0,1 0 0,0-1 0,0 1 0,0-1 0,1 1 0,0-1 0,-1 1 0,1-1 0,1 0 0,4 7 0,5 4 0,0-1 0,2-1 0,-1 0 0,2-1 0,30 21 0,27 23 0,-71-55 0,1 0 0,-1 0 0,0 0 0,1 1 0,-1-1 0,0 0 0,0 0 0,0 1 0,0-1 0,0 1 0,-1-1 0,1 0 0,0 1 0,-1 0 0,1-1 0,-1 1 0,1-1 0,-1 1 0,0 0 0,0-1 0,0 1 0,0 0 0,0-1 0,0 1 0,0 2 0,-1-2 0,-1-1 0,1 1 0,0 0 0,0-1 0,-1 1 0,1-1 0,-1 1 0,1-1 0,-1 0 0,0 0 0,1 1 0,-1-1 0,0-1 0,0 1 0,0 0 0,0 0 0,0-1 0,0 1 0,0-1 0,-3 1 0,-5 1-76,0 0 1,0-1-1,-1 0 0,1-1 0,0 0 0,0 0 0,-1-1 0,1-1 1,0 0-1,0 0 0,0-1 0,0 0 0,1-1 0,-1 0 1,1 0-1,0-1 0,-12-8 0,5-3-6750</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50.704"/>
    </inkml:context>
    <inkml:brush xml:id="br0">
      <inkml:brushProperty name="width" value="0.05" units="cm"/>
      <inkml:brushProperty name="height" value="0.05" units="cm"/>
    </inkml:brush>
  </inkml:definitions>
  <inkml:trace contextRef="#ctx0" brushRef="#br0">106 194 24575,'-14'-2'0,"-1"0"0,1-1 0,0 0 0,-23-9 0,26 8 0,62 1 0,-38 3 0,1 0 0,0-1 0,-1-1 0,1 0 0,-1-1 0,22-7 0,-32 9 0,0 0 0,0 0 0,0-1 0,0 1 0,0-1 0,-1 1 0,1-1 0,0 0 0,-1 0 0,1-1 0,-1 1 0,0 0 0,0-1 0,0 1 0,0-1 0,0 0 0,0 1 0,-1-1 0,1 0 0,-1 0 0,0 0 0,0 0 0,0 0 0,0-1 0,-1 1 0,1 0 0,-1 0 0,0-1 0,0 1 0,0 0 0,0 0 0,-1-1 0,0-5 0,0 6 0,-1 0 0,1 0 0,0 0 0,-1 0 0,1 0 0,-1 1 0,0-1 0,0 1 0,0-1 0,0 1 0,0-1 0,0 1 0,-1 0 0,1 0 0,-1 0 0,0 1 0,1-1 0,-1 0 0,0 1 0,0 0 0,0 0 0,0 0 0,0 0 0,0 0 0,-1 1 0,1-1 0,-6 1 0,4-1 0,-1 1 0,0 0 0,0 0 0,1 1 0,-1-1 0,0 1 0,0 1 0,1-1 0,-1 1 0,1 0 0,0 0 0,-1 0 0,1 1 0,-8 6 0,8-6 0,1 2 0,0-1 0,0 0 0,0 1 0,0-1 0,1 1 0,0 0 0,0 1 0,0-1 0,1 0 0,0 1 0,0-1 0,0 1 0,1 0 0,-1-1 0,1 1 0,1 0 0,-1 0 0,1 0 0,0 0 0,0 0 0,1 0 0,0 0 0,0-1 0,0 1 0,1 0 0,0 0 0,3 6 0,-2-5 0,0 1 0,1-1 0,0 0 0,0 0 0,1-1 0,0 1 0,0-1 0,1 0 0,0-1 0,0 1 0,0-1 0,0 0 0,1 0 0,0-1 0,0 0 0,0 0 0,0-1 0,1 0 0,-1 0 0,11 2 0,15-2-1365,-2-3-5461</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51.060"/>
    </inkml:context>
    <inkml:brush xml:id="br0">
      <inkml:brushProperty name="width" value="0.05" units="cm"/>
      <inkml:brushProperty name="height" value="0.05" units="cm"/>
    </inkml:brush>
  </inkml:definitions>
  <inkml:trace contextRef="#ctx0" brushRef="#br0">34 168 24575,'-5'-5'0,"2"-1"0,-1 0 0,0 1 0,1-2 0,0 1 0,1 0 0,-1 0 0,1-1 0,0 0 0,-1-8 0,3 15 0,0-1 0,0 1 0,0 0 0,0 0 0,0 0 0,0 0 0,0-1 0,0 1 0,1 0 0,-1 0 0,0 0 0,0-1 0,0 1 0,0 0 0,0 0 0,0 0 0,0 0 0,1 0 0,-1-1 0,0 1 0,0 0 0,0 0 0,0 0 0,0 0 0,1 0 0,-1 0 0,0 0 0,0 0 0,0 0 0,0 0 0,1 0 0,-1-1 0,0 1 0,0 0 0,0 0 0,1 0 0,-1 0 0,0 0 0,0 0 0,0 1 0,1-1 0,-1 0 0,0 0 0,0 0 0,0 0 0,0 0 0,1 0 0,-1 0 0,0 0 0,0 0 0,0 0 0,0 1 0,1-1 0,-1 0 0,0 0 0,0 0 0,0 1 0,11 6 0,8 10 0,-2-1 0,0 2 0,-1 0 0,-1 1 0,0 1 0,-2 0 0,0 1 0,11 25 0,-23-43 0,0 1 0,0 0 0,0 0 0,0-1 0,-1 1 0,1 0 0,-1 0 0,0 0 0,-1 5 0,1-8 0,0 0 0,0 0 0,0 0 0,-1 0 0,1-1 0,0 1 0,-1 0 0,1 0 0,0 0 0,-1-1 0,1 1 0,-1 0 0,1-1 0,-1 1 0,0 0 0,1-1 0,-1 1 0,0-1 0,0 1 0,0 0 0,0-1 0,-1 0 0,1 0 0,0 1 0,0-1 0,0 0 0,0 0 0,-1 0 0,1 0 0,0-1 0,0 1 0,0 0 0,0 0 0,0-1 0,-1 1 0,1 0 0,0-1 0,-1 0 0,-1-1 0,1 0 0,-1 1 0,1-1 0,0 0 0,-1 0 0,1-1 0,0 1 0,0 0 0,1-1 0,-1 1 0,0-1 0,1 1 0,0-1 0,-1 0 0,1 0 0,0 0 0,0 0 0,1 1 0,-1-1 0,1 0 0,-1 0 0,1 0 0,0 0 0,0-4 0,1-4 0,0 0 0,0 0 0,1 0 0,0 0 0,4-13 0,0 9 0,-1 0 0,2 1 0,0 0 0,1 0 0,0 1 0,1 0 0,19-22 0,-23 29 0,1 0 0,1 0 0,-1 0 0,1 1 0,0 0 0,0 0 0,1 1 0,-1 0 0,1 0 0,0 1 0,0-1 0,0 2 0,0-1 0,1 1 0,14-1 0,-18 3 31,-1 0 0,0 0 0,1 0 0,-1 1 0,0 0 0,0 0 0,1 0 0,-1 0 1,0 1-1,7 3 0,-9-4-113,0 1 1,0-1 0,0 1 0,0-1-1,0 1 1,-1-1 0,1 1-1,0 0 1,-1 0 0,1 0 0,-1 0-1,0 0 1,0 0 0,0 1 0,0-1-1,0 0 1,0 0 0,-1 1 0,1-1-1,0 3 1,-1 12-6745</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01.952"/>
    </inkml:context>
    <inkml:brush xml:id="br0">
      <inkml:brushProperty name="width" value="0.05" units="cm"/>
      <inkml:brushProperty name="height" value="0.05" units="cm"/>
    </inkml:brush>
  </inkml:definitions>
  <inkml:trace contextRef="#ctx0" brushRef="#br0">150 65 24575,'0'-6'0,"-2"-34"0,2 40 0,0-1 0,0 0 0,0 0 0,0 1 0,0-1 0,0 0 0,0 1 0,0-1 0,0 0 0,-1 1 0,1-1 0,0 0 0,0 1 0,-1-1 0,1 0 0,0 1 0,-1-1 0,1 1 0,-1-1 0,1 0 0,-1 1 0,1 0 0,-1-1 0,1 1 0,-1-1 0,0 1 0,1 0 0,-1-1 0,1 1 0,-1 0 0,0-1 0,1 1 0,-1 0 0,0 0 0,0 0 0,1 0 0,-1 0 0,0 0 0,1 0 0,-1 0 0,0 0 0,0 0 0,0 0 0,-2 3 0,-1-1 0,1 1 0,1 0 0,-1 0 0,0 0 0,1 0 0,-1 0 0,1 0 0,0 1 0,0 0 0,0-1 0,-1 5 0,-2 3 0,-11 18 0,2 1 0,2 1 0,-17 61 0,23-68 0,2 0 0,0 0 0,2 0 0,0 1 0,2-1 0,3 27 0,-2-42 25,0 0-1,1-1 0,0 1 1,1 0-1,0 0 1,0-1-1,1 0 0,0 1 1,0-1-1,1-1 0,0 1 1,1-1-1,10 12 1,-8-12-168,0 0 1,1-1 0,-1 0 0,1 0-1,1-1 1,-1 0 0,1-1 0,-1 0 0,1 0-1,0-1 1,16 2 0,19 3-6684</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02.450"/>
    </inkml:context>
    <inkml:brush xml:id="br0">
      <inkml:brushProperty name="width" value="0.05" units="cm"/>
      <inkml:brushProperty name="height" value="0.05" units="cm"/>
    </inkml:brush>
  </inkml:definitions>
  <inkml:trace contextRef="#ctx0" brushRef="#br0">0 92 24575,'2'-12'0,"2"11"0,-3 2 0,0 0 0,0 0 0,-1 0 0,1 0 0,0 0 0,-1 1 0,1-1 0,-1 0 0,0 0 0,1 1 0,-1-1 0,0 0 0,0 3 0,2 75 0,-3-50 0,2 0 0,5 32 0,-5-53 0,1 0 0,0-1 0,0 1 0,1 0 0,-1-1 0,2 1 0,-1-1 0,1 0 0,0 0 0,1 0 0,0-1 0,6 8 0,-9-12 0,0 0 0,1 0 0,-1 0 0,1 0 0,-1 0 0,1-1 0,0 1 0,0-1 0,0 1 0,-1-1 0,1 0 0,0 0 0,0 0 0,1-1 0,-1 1 0,0-1 0,4 1 0,-3-2 0,0 1 0,1-1 0,-1 0 0,0 0 0,0 0 0,1-1 0,-1 1 0,0-1 0,0 0 0,-1 0 0,5-4 0,1 0 0,0-1 0,-1-1 0,0 0 0,0 0 0,-1 0 0,0-1 0,-1 0 0,10-17 0,-6 4 0,0-1 0,-2 1 0,-1-1 0,0 0 0,-2-1 0,-1 0 0,0 0 0,-2 0 0,-1 0 0,-3-37 0,0 49 342,2 11-380,0 1 0,0 0 0,0 0 0,0 0 0,0-1 0,0 1 0,0 0 0,0 0 0,0-1 0,0 1 0,0 0 0,0 0 1,-1 0-1,1-1 0,0 1 0,0 0 0,0 0 0,0 0 0,0 0 0,0-1 0,-1 1 0,1 0 0,0 0 0,0 0 0,0 0 1,0-1-1,-1 1 0,1 0 0,0 0 0,0 0 0,0 0 0,-1 0 0,1 0 0,0 0 0,0 0 0,-1 0 0,1 0 0,0 0 1,0 0-1,0 0 0,-1 0 0,1 0 0,0 0 0,-1 0 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02.727"/>
    </inkml:context>
    <inkml:brush xml:id="br0">
      <inkml:brushProperty name="width" value="0.05" units="cm"/>
      <inkml:brushProperty name="height" value="0.05" units="cm"/>
    </inkml:brush>
  </inkml:definitions>
  <inkml:trace contextRef="#ctx0" brushRef="#br0">0 65 24575,'0'-6'0,"0"1"0,0 0 0,1 0 0,-1 0 0,1 0 0,0 0 0,1 0 0,-1 0 0,1 0 0,3-7 0,-4 12 0,-1 0 0,0 0 0,0-1 0,0 1 0,0 0 0,1 0 0,-1 0 0,0 0 0,0 0 0,1-1 0,-1 1 0,0 0 0,0 0 0,1 0 0,-1 0 0,0 0 0,0 0 0,1 0 0,-1 0 0,0 0 0,0 0 0,1 0 0,-1 0 0,0 0 0,0 0 0,1 0 0,-1 0 0,0 1 0,0-1 0,1 0 0,-1 0 0,0 0 0,0 0 0,0 0 0,1 0 0,-1 1 0,0-1 0,0 0 0,0 0 0,1 0 0,-1 1 0,0-1 0,0 0 0,0 0 0,0 1 0,0-1 0,0 0 0,0 0 0,1 1 0,-1-1 0,0 0 0,0 0 0,0 1 0,0-1 0,0 0 0,0 0 0,0 1 0,0-1 0,0 0 0,5 21 0,-4-18 0,8 41-341,-2 1 0,-1 0-1,-1 61 1,-5-90-6485</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03.161"/>
    </inkml:context>
    <inkml:brush xml:id="br0">
      <inkml:brushProperty name="width" value="0.05" units="cm"/>
      <inkml:brushProperty name="height" value="0.05" units="cm"/>
    </inkml:brush>
  </inkml:definitions>
  <inkml:trace contextRef="#ctx0" brushRef="#br0">12 1 24575,'-9'125'0,"9"-124"0,-1 6 0,0-1 0,0 1 0,1 0 0,0 0 0,2 9 0,-2-15 0,0-1 0,0 1 0,0 0 0,1 0 0,-1 0 0,0 0 0,1 0 0,-1 0 0,1-1 0,-1 1 0,1 0 0,-1 0 0,1-1 0,0 1 0,-1 0 0,1-1 0,0 1 0,0-1 0,0 1 0,1 0 0,-1-1 0,0 0 0,0 1 0,1-1 0,-1 0 0,0 0 0,1 0 0,-1 0 0,1 0 0,-1-1 0,0 1 0,0 0 0,1-1 0,-1 1 0,0 0 0,1-1 0,1-1 0,35-19-908,-27 14 276,-1 1-1,0 0 1,1 1 0,0 0 0,17-4 0,-25 8 598,0 1 0,0-1 0,0 1 0,0 0 0,0 0 0,0 0 0,0 0 0,0 1 0,0-1 0,0 1 0,-1 0 0,1-1 0,0 2 0,0-1 0,0 0 0,-1 0 0,1 1 0,-1-1 0,1 1 0,-1 0 0,0 0 0,1 0 0,-1 0 0,0 0 0,0 0 0,-1 1 0,3 2 0,-1-1 478,-1 0 1,0 0-1,0 0 1,0 0 0,0 1-1,0-1 1,-1 0-1,0 1 1,0 0-1,0-1 1,-1 1-1,1-1 1,-2 10-1,1-9-536,-1 0 0,0-1 0,0 1 0,0 0-1,-1-1 1,1 1 0,-1-1 0,0 0 0,0 0 0,-1 0-1,0 0 1,1 0 0,-1 0 0,0 0 0,-1-1 0,1 0 0,-1 1-1,1-1 1,-1-1 0,-7 5 0,-10 4-6734</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03.332"/>
    </inkml:context>
    <inkml:brush xml:id="br0">
      <inkml:brushProperty name="width" value="0.05" units="cm"/>
      <inkml:brushProperty name="height" value="0.05" units="cm"/>
    </inkml:brush>
  </inkml:definitions>
  <inkml:trace contextRef="#ctx0" brushRef="#br0">0 71 24575,'3'-4'0,"5"-5"0,4-2 0,4 0 0,3-1 0,2 3 0,0 2 0,-1 2 0,1 2 0,-1 5 0,-2 1 0,-1 0 0,-1 3 0,-3-1-8191</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03.862"/>
    </inkml:context>
    <inkml:brush xml:id="br0">
      <inkml:brushProperty name="width" value="0.05" units="cm"/>
      <inkml:brushProperty name="height" value="0.05" units="cm"/>
    </inkml:brush>
  </inkml:definitions>
  <inkml:trace contextRef="#ctx0" brushRef="#br0">134 148 24575,'17'-16'0,"28"-22"0,-25 23 0,21-22 0,-40 36 0,0 0 0,0-1 0,0 1 0,0 0 0,0 0 0,0-1 0,0 1 0,0 0 0,-1-1 0,1 1 0,-1 0 0,1-1 0,-1 1 0,1-3 0,-1 4 0,0-1 0,0 0 0,0 1 0,0-1 0,-1 0 0,1 1 0,0-1 0,0 1 0,0-1 0,-1 0 0,1 1 0,0-1 0,-1 1 0,1-1 0,0 1 0,-1-1 0,1 1 0,-1-1 0,1 1 0,-1-1 0,1 1 0,-1 0 0,0-1 0,-2 0 0,1 0 0,-1 0 0,0 0 0,0 0 0,0 0 0,1 1 0,-1-1 0,0 1 0,0 0 0,0 0 0,0 0 0,-5 1 0,-12 3 0,1 0 0,-1 1 0,-26 11 0,40-14 0,1 0 0,0 0 0,0 1 0,0 0 0,1 0 0,-1 0 0,0 0 0,1 1 0,0 0 0,0 0 0,0 0 0,0 0 0,1 0 0,0 1 0,0 0 0,0-1 0,-3 7 0,6-9 0,-1 1 0,1 0 0,0-1 0,0 1 0,0-1 0,0 1 0,0-1 0,0 1 0,1 0 0,0-1 0,-1 1 0,1-1 0,0 1 0,0-1 0,0 0 0,0 1 0,0-1 0,1 0 0,-1 0 0,1 0 0,0 0 0,-1 0 0,1 0 0,0 0 0,0-1 0,3 3 0,5 4 0,1-1 0,0 0 0,22 10 0,2-3 0,71 20 0,-33-12 0,-70-21 0,0 0 0,0 1 0,1-1 0,-1 0 0,0 1 0,-1 0 0,1 0 0,0 0 0,4 4 0,-6-5 0,-1-1 0,0 0 0,1 1 0,-1-1 0,0 1 0,0-1 0,0 1 0,1-1 0,-1 1 0,0-1 0,0 1 0,0-1 0,0 0 0,0 1 0,0-1 0,0 1 0,0-1 0,0 1 0,0-1 0,0 1 0,0-1 0,0 1 0,0-1 0,0 1 0,0-1 0,-1 1 0,0 1 0,0-1 0,0 0 0,0 0 0,0 0 0,-1 0 0,1 0 0,0 0 0,0 0 0,-1-1 0,1 1 0,-1 0 0,-2 0 0,-25 9 0,0-2 0,-1-2 0,0 0 0,0-2 0,0-2 0,-54-1 0,64-2-682,-30-5-1,25 0-6143</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04.099"/>
    </inkml:context>
    <inkml:brush xml:id="br0">
      <inkml:brushProperty name="width" value="0.05" units="cm"/>
      <inkml:brushProperty name="height" value="0.05" units="cm"/>
    </inkml:brush>
  </inkml:definitions>
  <inkml:trace contextRef="#ctx0" brushRef="#br0">0 4 24575,'0'-3'0,"0"2"0,0 4 0,0 3 0,0 4 0,0 4 0,0 5 0,0 3 0,2 4 0,2 1 0,1 2 0,1 0 0,1 0 0,-1-3 0,0 0 0,-2-3 0,-2-5-8191</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04.393"/>
    </inkml:context>
    <inkml:brush xml:id="br0">
      <inkml:brushProperty name="width" value="0.05" units="cm"/>
      <inkml:brushProperty name="height" value="0.05" units="cm"/>
    </inkml:brush>
  </inkml:definitions>
  <inkml:trace contextRef="#ctx0" brushRef="#br0">46 188 24575,'-6'-14'0,"1"-1"0,-8-29 0,1 2 0,12 39 0,-3-2 0,2 0 0,-1-1 0,1 1 0,0-1 0,-1-10 0,2 14 0,0 1 0,0 0 0,0 0 0,1 0 0,-1 0 0,0 0 0,1 0 0,-1 0 0,0 0 0,1 0 0,-1 0 0,1 0 0,0 0 0,-1 0 0,1 0 0,0 0 0,0 0 0,-1 1 0,1-1 0,0 0 0,0 0 0,0 1 0,0-1 0,0 1 0,0-1 0,0 1 0,0-1 0,0 1 0,0 0 0,0-1 0,0 1 0,0 0 0,0 0 0,1 0 0,-1 0 0,2 0 0,4 0 0,0 1 0,1 0 0,-1 0 0,0 0 0,0 1 0,0 0 0,10 5 0,-13-5-1365</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04.982"/>
    </inkml:context>
    <inkml:brush xml:id="br0">
      <inkml:brushProperty name="width" value="0.05" units="cm"/>
      <inkml:brushProperty name="height" value="0.05" units="cm"/>
    </inkml:brush>
  </inkml:definitions>
  <inkml:trace contextRef="#ctx0" brushRef="#br0">9 70 24575,'3'-1'0,"0"0"0,0 0 0,0 0 0,0-1 0,0 1 0,-1-1 0,1 0 0,4-3 0,5-3 0,9-4 0,-11 6 0,-1 0 0,1 1 0,0 0 0,14-4 0,-21 8 0,-1 1 0,1-1 0,0 1 0,0-1 0,0 1 0,0 0 0,0 0 0,0 0 0,0 1 0,-1-1 0,1 1 0,0-1 0,0 1 0,0 0 0,-1 0 0,1 0 0,0 0 0,-1 1 0,1-1 0,-1 1 0,3 2 0,7 5 0,0 1 0,0 1 0,-1 0 0,-1 1 0,0 0 0,13 20 0,-21-28 0,0-1 0,0 1 0,-1 0 0,1-1 0,-1 1 0,0 0 0,0 0 0,0 0 0,0 0 0,-1 0 0,1 0 0,-1 0 0,0 1 0,0-1 0,-1 0 0,1 0 0,-1 0 0,0 0 0,0 0 0,-1 0 0,1-1 0,-1 1 0,1 0 0,-1-1 0,0 1 0,-1-1 0,1 1 0,-1-1 0,1 0 0,-5 3 0,0 1 0,0-1 0,-1 0 0,0-1 0,0 1 0,0-2 0,-1 1 0,1-1 0,-1 0 0,-12 2 0,1 0 0,-1-1 0,1-2 0,-27 3 0,39-6-273,1 0 0,-1 0 0,1-1 0,-14-2 0,1-3-6553</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05.276"/>
    </inkml:context>
    <inkml:brush xml:id="br0">
      <inkml:brushProperty name="width" value="0.05" units="cm"/>
      <inkml:brushProperty name="height" value="0.05" units="cm"/>
    </inkml:brush>
  </inkml:definitions>
  <inkml:trace contextRef="#ctx0" brushRef="#br0">19 20 24575,'-2'0'0,"-1"-3"0,-3 0 0,1-2 0,2-1 0,3 4 0,3 6 0,4 6 0,3 2 0,1 5 0,3 4 0,3 6 0,-2 2 0,0 2 0,-1 0 0,-3 0 0,0-3 0,-3-7-8191</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05.555"/>
    </inkml:context>
    <inkml:brush xml:id="br0">
      <inkml:brushProperty name="width" value="0.05" units="cm"/>
      <inkml:brushProperty name="height" value="0.05" units="cm"/>
    </inkml:brush>
  </inkml:definitions>
  <inkml:trace contextRef="#ctx0" brushRef="#br0">36 87 24575,'8'-14'0,"0"0"0,1 1 0,17-20 0,-14 20 0,-72 77 0,54-58 0,1 0 0,1 0 0,-1 0 0,1 1 0,0-1 0,-3 9 0,6-13 0,0 0 0,1 1 0,0-1 0,-1 0 0,1 0 0,0 1 0,0-1 0,0 0 0,0 0 0,0 1 0,1-1 0,-1 0 0,1 0 0,0 1 0,-1-1 0,1 0 0,0 0 0,0 0 0,0 0 0,0 0 0,1 0 0,-1 0 0,1-1 0,-1 1 0,3 2 0,9 7 0,0 0 0,1-1 0,0 0 0,0-1 0,17 7 0,21 14 0,-34-19-1365,-3-2-5461</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05.821"/>
    </inkml:context>
    <inkml:brush xml:id="br0">
      <inkml:brushProperty name="width" value="0.05" units="cm"/>
      <inkml:brushProperty name="height" value="0.05" units="cm"/>
    </inkml:brush>
  </inkml:definitions>
  <inkml:trace contextRef="#ctx0" brushRef="#br0">1 86 24575,'0'-17'0,"-1"-19"0,1 34 0,0 0 0,0 1 0,1-1 0,-1 0 0,0 0 0,1 0 0,-1 1 0,1-1 0,0 0 0,0 1 0,-1-1 0,1 0 0,0 1 0,2-3 0,-2 4 0,0-1 0,0 0 0,0 1 0,0 0 0,0-1 0,-1 1 0,1-1 0,0 1 0,0 0 0,0 0 0,0 0 0,1 0 0,-1 0 0,0 0 0,0 0 0,0 0 0,0 0 0,0 0 0,0 0 0,0 0 0,0 1 0,0-1 0,1 1 0,22 12 0,-21-11 0,34 21 0,-1 3 0,39 36 0,-59-48 0,-2 0 0,0 1 0,-1 1 0,0 0 0,-1 1 0,18 36 0,-27-48 0,-1-1 0,-1 1 0,1-1 0,-1 1 0,0 0 0,0-1 0,0 1 0,-1 0 0,1 0 0,-1 0 0,0-1 0,-1 1 0,1 0 0,-1 0 0,0 0 0,0-1 0,0 1 0,-1 0 0,-2 4 0,0-2 0,-1 0 0,0 0 0,0 0 0,0-1 0,-1 0 0,0 0 0,0 0 0,0-1 0,-1 0 0,-12 7 0,-55 27-1365,-4-6-5461</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27.738"/>
    </inkml:context>
    <inkml:brush xml:id="br0">
      <inkml:brushProperty name="width" value="0.05" units="cm"/>
      <inkml:brushProperty name="height" value="0.05" units="cm"/>
    </inkml:brush>
  </inkml:definitions>
  <inkml:trace contextRef="#ctx0" brushRef="#br0">3 32 24575,'-2'-9'0,"1"-8"0,1 17 0,1-1 0,-1 1 0,0-1 0,1 1 0,-1 0 0,0-1 0,1 1 0,-1 0 0,1 0 0,-1-1 0,0 1 0,1 0 0,-1 0 0,1-1 0,-1 1 0,1 0 0,-1 0 0,1 0 0,-1 0 0,1 0 0,-1 0 0,1 0 0,-1 0 0,1 0 0,-1 0 0,1 0 0,-1 0 0,0 0 0,1 0 0,-1 0 0,1 0 0,-1 1 0,1-1 0,-1 0 0,1 0 0,-1 1 0,1-1 0,9 6 0,0 0 0,-1 0 0,1 0 0,-2 2 0,1-1 0,-1 1 0,14 16 0,-9-10 0,26 27 0,153 164 0,-163-167-1365,-22-25-5461</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27.968"/>
    </inkml:context>
    <inkml:brush xml:id="br0">
      <inkml:brushProperty name="width" value="0.05" units="cm"/>
      <inkml:brushProperty name="height" value="0.05" units="cm"/>
    </inkml:brush>
  </inkml:definitions>
  <inkml:trace contextRef="#ctx0" brushRef="#br0">261 0 24575,'-2'10'0,"0"-1"0,-1 0 0,0 0 0,-5 10 0,-1 4 0,-45 107-205,-81 138 1,100-202-752,25-48-5870</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28.764"/>
    </inkml:context>
    <inkml:brush xml:id="br0">
      <inkml:brushProperty name="width" value="0.05" units="cm"/>
      <inkml:brushProperty name="height" value="0.05" units="cm"/>
    </inkml:brush>
  </inkml:definitions>
  <inkml:trace contextRef="#ctx0" brushRef="#br0">326 210 24575,'28'-16'0,"-22"12"0,0 0 0,1 0 0,0 1 0,11-5 0,-11 9 0,-12 6 0,-11 7 0,8-10 0,0-1 0,-1 0 0,0 0 0,0-1 0,0 0 0,0-1 0,-17 1 0,7-1 0,1-1 0,-35-6 0,48 6 0,1-1 0,-1 0 0,1-1 0,0 1 0,0-1 0,-1 1 0,1-1 0,1-1 0,-1 1 0,0 0 0,0-1 0,1 0 0,-1 0 0,1 0 0,-5-6 0,7 7 0,-1-1 0,1 0 0,-1 1 0,1-1 0,0 0 0,0 0 0,0 0 0,1 0 0,-1 0 0,1 0 0,-1 0 0,1 0 0,0 0 0,0 0 0,0 0 0,1 0 0,-1 0 0,1 0 0,0 0 0,-1 0 0,1 0 0,1 1 0,2-6 0,-1 1 0,1 0 0,0 1 0,1 0 0,-1 0 0,1 0 0,1 1 0,-1-1 0,1 1 0,0 1 0,0-1 0,0 1 0,0 0 0,1 0 0,0 1 0,0 0 0,0 0 0,0 0 0,15-2 0,-16 4 0,0 0 0,0 0 0,0 1 0,0 0 0,0 0 0,0 0 0,0 1 0,0 0 0,0 0 0,-1 1 0,1 0 0,0 0 0,-1 0 0,1 0 0,-1 1 0,1 0 0,-1 0 0,0 1 0,-1-1 0,1 1 0,0 0 0,-1 0 0,0 1 0,5 6 0,-2-1 0,-1 0 0,0 1 0,-1 0 0,0 0 0,0 1 0,-1-1 0,-1 1 0,0 0 0,-1 0 0,0 0 0,-1 0 0,0 0 0,0 0 0,-2 0 0,0 1 0,0-1 0,-1 0 0,0 0 0,-1 0 0,-8 20 0,4-13 0,-1-1 0,-1 0 0,0 0 0,-2 0 0,0-2 0,-1 1 0,0-1 0,-2-1 0,0 0 0,0-1 0,-30 22 0,14-16 0,-47 25 0,62-38 0,1 0 0,-1-1 0,-1-1 0,1-1 0,-29 5 0,43-8 0,-1-1 0,1 0 0,-1 0 0,0 0 0,1 0 0,-1 0 0,0 0 0,1 0 0,-1 0 0,0-1 0,1 1 0,-1-1 0,1 1 0,-1-1 0,1 0 0,-1 1 0,1-1 0,-2-1 0,2 1 0,0 0 0,1 0 0,-1 0 0,0 0 0,1 0 0,-1 0 0,1 0 0,-1-1 0,1 1 0,0 0 0,-1 0 0,1 0 0,0-1 0,0 1 0,0 0 0,0 0 0,0 0 0,0-3 0,1-2 0,1-1 0,0 1 0,0 0 0,0-1 0,1 1 0,-1 0 0,6-7 0,4-7 0,2 1 0,0 1 0,25-27 0,-33 39 0,0 0 0,0 1 0,1-1 0,0 1 0,0 0 0,0 1 0,0 0 0,1 0 0,0 0 0,0 1 0,0 0 0,16-3 0,-21 6 0,0 0 0,1 0 0,-1 0 0,0 0 0,0 1 0,1-1 0,-1 1 0,0 0 0,0 0 0,0 0 0,0 0 0,0 1 0,0-1 0,0 1 0,0 0 0,0-1 0,-1 1 0,1 1 0,-1-1 0,0 0 0,1 1 0,-1-1 0,0 1 0,0-1 0,3 7 0,2 5 0,0 1 0,-1 0 0,-1 0 0,4 19 0,1 0 0,-5-19 0,1 0 0,0-1 0,1 0 0,1-1 0,0 1 0,0-1 0,2-1 0,18 21 0,-24-29 0,0-1 0,-1 1 0,1-1 0,1 0 0,-1 0 0,0-1 0,1 1 0,0-1 0,-1 0 0,1 0 0,0-1 0,0 0 0,0 1 0,0-1 0,0-1 0,0 1 0,0-1 0,0 0 0,0 0 0,1-1 0,-1 1 0,0-1 0,0 0 0,0 0 0,0-1 0,-1 0 0,1 1 0,0-2 0,-1 1 0,6-3 0,1-3 0,-1 1 0,1-1 0,-1-1 0,-1 0 0,0 0 0,0-1 0,-1 0 0,0 0 0,0-1 0,-1 0 0,10-23 0,-14 21-1365,-3 3-5461</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57.270"/>
    </inkml:context>
    <inkml:brush xml:id="br0">
      <inkml:brushProperty name="width" value="0.05" units="cm"/>
      <inkml:brushProperty name="height" value="0.05" units="cm"/>
    </inkml:brush>
  </inkml:definitions>
  <inkml:trace contextRef="#ctx0" brushRef="#br0">437 238 24575,'-10'1'0,"0"0"0,0 1 0,0 0 0,0 1 0,-15 6 0,-10 3 0,1-4 0,0-1 0,0-2 0,0-1 0,0-1 0,-45-4 0,76 1 0,-1 0 0,1 0 0,-1 0 0,1-1 0,-1 0 0,1 0 0,-1 0 0,1 0 0,0 0 0,-1-1 0,1 1 0,0-1 0,0 0 0,0 0 0,0 0 0,1 0 0,-1-1 0,-3-3 0,4 3 0,0 0 0,1 0 0,-1-1 0,1 1 0,0-1 0,0 1 0,0-1 0,0 1 0,1-1 0,-1 1 0,1-1 0,0 0 0,0 1 0,0-1 0,1 1 0,-1-1 0,3-7 0,0 1 0,0 1 0,0-1 0,1 0 0,1 1 0,0 0 0,0 0 0,1 1 0,0-1 0,0 1 0,1 0 0,0 1 0,9-8 0,-7 7 0,2 0 0,-1 0 0,1 1 0,0 0 0,1 1 0,-1 0 0,1 1 0,0 1 0,16-5 0,-16 7 0,0 0 0,1 0 0,-1 2 0,0-1 0,1 1 0,-1 1 0,0 0 0,1 1 0,-1 0 0,0 1 0,0 1 0,20 8 0,-26-10 0,0 1 0,0 1 0,0-1 0,0 1 0,-1 0 0,0 0 0,0 0 0,0 1 0,0 0 0,-1 0 0,0 0 0,0 1 0,0-1 0,0 1 0,-1 0 0,0 0 0,0 0 0,-1 0 0,0 1 0,0-1 0,0 1 0,-1-1 0,0 1 0,0 13 0,-1-8 0,-2 0 0,1 0 0,-1 0 0,-1-1 0,0 1 0,-1-1 0,0 1 0,-1-1 0,0-1 0,-1 1 0,0-1 0,-1 0 0,-10 13 0,-12 11 0,-2-1 0,-41 34 0,69-65 0,-12 12 0,-38 36 0,48-44 0,-1 0 0,1 1 0,0 0 0,1 0 0,-1 0 0,-4 12 0,7-11 0,0-1 0,0 1 0,1 0 0,0 0 0,0 0 0,1 0 0,0 0 0,2 10 0,12 66 0,-10-62 0,3 18 0,-2 1 0,-2 1 0,-2-1 0,-5 53 0,-31 163 0,31-232 0,-5 27 0,1 5 0,-28 97 0,27-130 0,4-10 0,0-1 0,1 1 0,1 0 0,0-1 0,1 2 0,-1 18 0,-3 12 0,4-37 0,0 1 0,1-1 0,-1 15 0,3-21 0,-1 0 0,0 0 0,0 0 0,0 0 0,1 0 0,-1-1 0,1 1 0,0 0 0,-1 0 0,1-1 0,0 1 0,0 0 0,0-1 0,0 1 0,0-1 0,1 1 0,-1-1 0,0 0 0,2 2 0,0-1 0,0 0 0,0-1 0,0 0 0,0 1 0,0-1 0,0 0 0,0 0 0,0-1 0,1 1 0,3 0 0,7-1 0,1 0 0,-1-1 0,0-1 0,14-3 0,-22 4 0,498-65 0,-322 46 0,983-40 0,-726 60 0,-416 1 0,29 5 0,-28-3 0,30 1 0,21-3 0,82-3 0,-156 2 0,-1 0 0,1 0 0,-1 0 0,1 0 0,0 0 0,-1 0 0,1 0 0,-1 0 0,1 0 0,-1 0 0,1 0 0,0-1 0,-1 1 0,1 0 0,-1-1 0,1 1 0,-1 0 0,1 0 0,-1-1 0,0 1 0,1-1 0,-1 1 0,1-1 0,-1 1 0,0 0 0,1-1 0,-1 1 0,0-1 0,1 0 0,-1 1 0,0-1 0,0 1 0,0-1 0,0 1 0,1-1 0,-1 1 0,0-1 0,0 0 0,0 1 0,0-1 0,0 1 0,0-1 0,0 0 0,-1 1 0,1-1 0,0 1 0,0-1 0,0 1 0,-1-1 0,1 1 0,0-1 0,0 1 0,-1-2 0,-3-4 0,0-1 0,0 1 0,-9-10 0,4 4 0,1-3 0,0-1 0,1 0 0,1-1 0,0 0 0,1 0 0,1 0 0,1 0 0,0-1 0,0-23 0,2-13 0,10-93 0,-3 91 0,2-2 0,-3-1 0,-6-116 0,-5 76 0,3 1 0,5-1 0,19-125 0,-16 177 0,-3 24 0,1 1 0,0-1 0,8-21 0,4-13 0,-11 37 0,2 0 0,0 0 0,15-31 0,-20 48 0,1 0 0,0 1 0,0-1 0,0 0 0,0 1 0,1-1 0,-1 1 0,1 0 0,-1 0 0,1 0 0,0 0 0,0 0 0,5-2 0,-2 2 0,1 0 0,-1 0 0,0 1 0,1 0 0,-1 0 0,11 0 0,3 1 0,0 2 0,-1 0 0,34 9 0,-40-9 0,0 2 0,-1 0 0,1 0 0,-1 1 0,0 0 0,0 1 0,12 9 0,-20-12 0,0 0 0,0 1 0,0 0 0,-1-1 0,1 2 0,-1-1 0,0 0 0,0 0 0,0 1 0,-1 0 0,0-1 0,0 1 0,0 0 0,0 0 0,-1 0 0,0 0 0,0 1 0,0-1 0,0 0 0,-1 10 0,-1-7 0,1 1 0,-1-1 0,-1 1 0,0-1 0,0 0 0,0 0 0,-1 0 0,0 0 0,-1 0 0,0-1 0,0 1 0,0-1 0,-1 0 0,0-1 0,-1 1 0,1-1 0,-1 0 0,-1 0 0,1 0 0,-8 4 0,2-2 0,-1 0 0,1-2 0,-1 1 0,-1-1 0,1-1 0,-1-1 0,0 1 0,0-2 0,0 0 0,0-1 0,-15 0 0,26-1 0,0-1 0,0 0 0,0 0 0,0 0 0,1-1 0,-1 1 0,0-1 0,0 1 0,0-1 0,1 0 0,-1 0 0,0 0 0,1-1 0,-1 1 0,1-1 0,0 1 0,-1-1 0,-3-3 0,5 3 0,-1 0 0,1 0 0,0-1 0,0 1 0,0 0 0,1 0 0,-1 0 0,0-1 0,1 1 0,-1 0 0,1-1 0,0 1 0,0 0 0,0-1 0,0 1 0,0 0 0,1-1 0,-1 1 0,1 0 0,-1 0 0,1-1 0,0 1 0,1-3 0,4-10 0,1 1 0,0 0 0,0 1 0,2-1 0,16-20 0,-17 27-1365</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58.238"/>
    </inkml:context>
    <inkml:brush xml:id="br0">
      <inkml:brushProperty name="width" value="0.05" units="cm"/>
      <inkml:brushProperty name="height" value="0.05" units="cm"/>
    </inkml:brush>
  </inkml:definitions>
  <inkml:trace contextRef="#ctx0" brushRef="#br0">0 256 24575,'12'-2'0,"1"1"0,-1-1 0,0-1 0,18-6 0,12-2 0,303-34 0,-274 38 0,311-27 0,706-76 0,-953 94 0,186 2 0,-10 15 0,-307-1 119,-4 1-201,1-1-1,0 0 1,-1 0-1,1 0 1,0 0-1,-1 0 1,1 0-1,0 0 1,-1-1 0,1 1-1,0 0 1,-1 0-1,1 0 1,0-1-1,-1 1 1,1 0-1,0-1 1</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58.967"/>
    </inkml:context>
    <inkml:brush xml:id="br0">
      <inkml:brushProperty name="width" value="0.05" units="cm"/>
      <inkml:brushProperty name="height" value="0.05" units="cm"/>
    </inkml:brush>
  </inkml:definitions>
  <inkml:trace contextRef="#ctx0" brushRef="#br0">0 129 24575,'6'-5'0,"0"0"0,0 1 0,0 0 0,0-1 0,1 2 0,0-1 0,-1 1 0,1 0 0,11-2 0,71-15 0,-61 14 0,48-5 0,-50 9 0,-1-2 0,0-1 0,30-10 0,-54 15 0,0 0 0,0 0 0,0-1 0,0 1 0,0-1 0,0 1 0,0-1 0,0 1 0,0-1 0,0 0 0,0 1 0,0-1 0,-1 0 0,1 0 0,1-1 0,-2 2 0,0 0 0,0 0 0,0-1 0,0 1 0,-1 0 0,1-1 0,0 1 0,0 0 0,0-1 0,0 1 0,0 0 0,-1 0 0,1-1 0,0 1 0,0 0 0,0 0 0,-1-1 0,1 1 0,0 0 0,0 0 0,-1 0 0,1-1 0,0 1 0,-1 0 0,1 0 0,0 0 0,0 0 0,-1 0 0,1 0 0,0-1 0,-1 1 0,-34-6 0,21 5 0,-1 1 0,1 0 0,0 1 0,-29 5 0,39-5 0,0 1 0,1-1 0,-1 1 0,0-1 0,1 1 0,-1 0 0,1 0 0,-1 0 0,1 1 0,0-1 0,0 1 0,0 0 0,0 0 0,1 0 0,-1 0 0,1 0 0,0 1 0,0-1 0,0 1 0,0 0 0,1-1 0,-3 8 0,-4 23 0,2 1 0,1 0 0,-1 44 0,2-21 0,-15 159-1365,17-188-5461</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59.371"/>
    </inkml:context>
    <inkml:brush xml:id="br0">
      <inkml:brushProperty name="width" value="0.05" units="cm"/>
      <inkml:brushProperty name="height" value="0.05" units="cm"/>
    </inkml:brush>
  </inkml:definitions>
  <inkml:trace contextRef="#ctx0" brushRef="#br0">155 60 24575,'0'-2'0,"0"1"0,-1 0 0,1 0 0,-1-1 0,1 1 0,-1 0 0,1 0 0,-1 0 0,0 0 0,0 0 0,0 0 0,1 0 0,-1 0 0,0 0 0,0 0 0,0 0 0,-1 1 0,1-1 0,0 0 0,0 1 0,0-1 0,0 1 0,-1-1 0,1 1 0,0 0 0,0-1 0,-3 1 0,1-1 0,-1 0 0,1 0 0,-1 1 0,0 0 0,1-1 0,-1 1 0,0 1 0,-6 0 0,6 1 0,0 0 0,0 0 0,-1 0 0,1 0 0,1 1 0,-1 0 0,0 0 0,1 0 0,-1 0 0,1 1 0,0-1 0,0 1 0,1 0 0,-1 0 0,-2 4 0,0 1 0,1 1 0,0-1 0,0 1 0,0 0 0,-2 17 0,4-20 0,2 0 0,-1-1 0,1 1 0,0 0 0,0 0 0,1 0 0,0 0 0,0-1 0,0 1 0,1 0 0,3 6 0,-4-10 0,0-1 0,0 0 0,0 0 0,1 0 0,-1 0 0,1 0 0,-1-1 0,1 1 0,0 0 0,-1-1 0,1 1 0,0-1 0,0 1 0,0-1 0,0 0 0,0 0 0,1 0 0,-1 0 0,0 0 0,0-1 0,1 1 0,-1-1 0,0 1 0,1-1 0,-1 0 0,1 0 0,-1 0 0,0 0 0,1 0 0,-1-1 0,0 1 0,1-1 0,-1 1 0,0-1 0,3-1 0,3-1 0,-1-1 0,0 1 0,-1-1 0,1-1 0,-1 1 0,1-1 0,-1 0 0,-1-1 0,1 1 0,-1-1 0,0 0 0,0-1 0,-1 1 0,0-1 0,0 0 0,0 0 0,-1 0 0,4-11 0,-5 13 0,0 0 0,-1 0 0,1-1 0,-1 1 0,0-1 0,-1 1 0,1-1 0,-1 1 0,0-1 0,0 1 0,-1-1 0,0 1 0,0-1 0,0 1 0,-1 0 0,1-1 0,-1 1 0,0 0 0,-1 0 0,1 0 0,-1 0 0,0 1 0,0-1 0,-1 1 0,1 0 0,-9-7 0,9 9-195,0-1 0,0 2 0,0-1 0,0 0 0,-1 1 0,-5-3 0,-4 1-6631</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59.773"/>
    </inkml:context>
    <inkml:brush xml:id="br0">
      <inkml:brushProperty name="width" value="0.05" units="cm"/>
      <inkml:brushProperty name="height" value="0.05" units="cm"/>
    </inkml:brush>
  </inkml:definitions>
  <inkml:trace contextRef="#ctx0" brushRef="#br0">58 57 24575,'0'-1'0,"0"1"0,0 0 0,0 0 0,0-1 0,0 1 0,0 0 0,0 0 0,0-1 0,0 1 0,0 0 0,0 0 0,0 0 0,0-1 0,0 1 0,0 0 0,0 0 0,-1-1 0,1 1 0,0 0 0,0 0 0,0 0 0,0 0 0,0-1 0,-1 1 0,1 0 0,0 0 0,0 0 0,0 0 0,-1 0 0,1-1 0,0 1 0,0 0 0,0 0 0,-1 0 0,1 0 0,0 0 0,0 0 0,-1 0 0,1 0 0,0 0 0,0 0 0,-1 0 0,1 0 0,0 0 0,0 0 0,0 0 0,-1 0 0,1 0 0,0 0 0,0 0 0,-1 0 0,1 1 0,0-1 0,0 0 0,0 0 0,-1 0 0,1 0 0,0 0 0,0 1 0,0-1 0,0 0 0,-1 0 0,-11 11 0,7-2 0,0-1 0,1 1 0,0 0 0,0 0 0,1 0 0,0 0 0,-2 12 0,4-17 0,0 1 0,1 0 0,-1-1 0,1 1 0,0 0 0,0-1 0,1 1 0,-1 0 0,1-1 0,0 1 0,0 0 0,1-1 0,-1 1 0,1-1 0,0 0 0,5 8 0,-6-11 0,0 1 0,0-1 0,0 0 0,1 1 0,-1-1 0,0 0 0,1 0 0,-1 0 0,1 0 0,0 0 0,-1 0 0,1 0 0,0-1 0,0 1 0,-1 0 0,1-1 0,0 0 0,0 1 0,0-1 0,2 0 0,-1 0 0,0 0 0,0-1 0,0 0 0,0 1 0,1-1 0,-1 0 0,0-1 0,0 1 0,-1 0 0,6-4 0,-1 0 0,0-1 0,-1 1 0,0-1 0,0 0 0,0 0 0,-1-1 0,0 1 0,6-11 0,-9 13 0,0 0 0,0 0 0,0 0 0,0-1 0,-1 1 0,0-1 0,0 1 0,0-1 0,0 0 0,-1 1 0,0-1 0,0 0 0,0 0 0,0 1 0,-1-1 0,-1-6 0,0 6 0,0 0 0,0 1 0,-1-1 0,1 1 0,-1-1 0,0 1 0,0 0 0,0 0 0,-1 1 0,1-1 0,-1 1 0,0-1 0,0 1 0,0 1 0,-6-4 0,5 3-97,0 0-1,-1 0 1,0 0-1,0 1 1,0 0-1,0 0 1,0 0-1,0 1 1,0 0-1,-1 0 1,1 0-1,0 1 0,-8 1 1,1 1-6729</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00.023"/>
    </inkml:context>
    <inkml:brush xml:id="br0">
      <inkml:brushProperty name="width" value="0.05" units="cm"/>
      <inkml:brushProperty name="height" value="0.05" units="cm"/>
    </inkml:brush>
  </inkml:definitions>
  <inkml:trace contextRef="#ctx0" brushRef="#br0">0 66 24575,'9'-36'0,"-4"19"0,1 5 0,0 16 0,4 20 0,-2 26 114,-2 0 0,-1 76 0,-16 101-1821,10-208-5119</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00.500"/>
    </inkml:context>
    <inkml:brush xml:id="br0">
      <inkml:brushProperty name="width" value="0.05" units="cm"/>
      <inkml:brushProperty name="height" value="0.05" units="cm"/>
    </inkml:brush>
  </inkml:definitions>
  <inkml:trace contextRef="#ctx0" brushRef="#br0">1 1 24575,'14'176'0,"-12"-125"0,0-15 0,-2 1 0,-1 0 0,-7 47 0,7-82 0,-1 8 0,3-13 0,6-20 0,0 6 0,0 0 0,1 0 0,1 1 0,0 0 0,17-20 0,-22 31 0,0 0 0,0 0 0,1 0 0,0 1 0,0 0 0,0 0 0,0 0 0,0 0 0,1 1 0,-1 0 0,1 0 0,0 1 0,0-1 0,0 1 0,1 1 0,-1-1 0,0 1 0,1 0 0,6 0 0,-9 1 0,0 1 0,-1 0 0,1-1 0,0 1 0,0 1 0,0-1 0,-1 0 0,1 1 0,-1 0 0,1 0 0,-1 0 0,0 0 0,0 1 0,0-1 0,0 1 0,0 0 0,0 0 0,-1 0 0,1 0 0,-1 0 0,0 0 0,0 1 0,0-1 0,0 1 0,-1-1 0,0 1 0,2 7 0,-1-7 0,-1 0 0,-1 0 0,1 0 0,0 0 0,-1 0 0,0 0 0,0 1 0,0-1 0,-1 0 0,1 0 0,-1 0 0,0 0 0,0 0 0,0 0 0,-1 0 0,1 0 0,-1 0 0,0-1 0,0 1 0,-1 0 0,1-1 0,-1 0 0,1 0 0,-1 1 0,0-2 0,-4 4 0,-1-1-59,0-1 0,-1 1-1,1-2 1,-1 1-1,0-1 1,0-1 0,0 0-1,0 0 1,-1 0 0,1-1-1,0-1 1,-1 0 0,1 0-1,-1-1 1,1 0-1,0 0 1,0-1 0,-1 0-1,1-1 1,1 0 0,-1-1-1,-16-8 1,5-2-6767</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00.889"/>
    </inkml:context>
    <inkml:brush xml:id="br0">
      <inkml:brushProperty name="width" value="0.05" units="cm"/>
      <inkml:brushProperty name="height" value="0.05" units="cm"/>
    </inkml:brush>
  </inkml:definitions>
  <inkml:trace contextRef="#ctx0" brushRef="#br0">100 82 24575,'1'0'0,"0"-1"0,1 1 0,-1-1 0,0 0 0,1 0 0,-1 0 0,0 0 0,0 0 0,0 0 0,0 0 0,0 0 0,0 0 0,0 0 0,0-1 0,0 1 0,-1 0 0,1-1 0,0 1 0,-1-1 0,1 1 0,-1 0 0,0-1 0,1 1 0,-1-1 0,0 1 0,0-4 0,0 4 0,0-1 0,1 1 0,-1 0 0,0-1 0,-1 1 0,1-1 0,0 1 0,0 0 0,-1-1 0,1 1 0,-1 0 0,1-1 0,-2-1 0,2 3 0,-1-1 0,1 1 0,-1-1 0,1 1 0,-1-1 0,1 1 0,-1 0 0,1-1 0,-1 1 0,1 0 0,-1-1 0,0 1 0,1 0 0,-1 0 0,0 0 0,1-1 0,-1 1 0,1 0 0,-1 0 0,0 0 0,1 0 0,-1 0 0,0 0 0,1 0 0,-1 1 0,0-1 0,1 0 0,-1 0 0,-1 1 0,-1 1 0,-1 0 0,0 0 0,0 0 0,1 0 0,0 1 0,-1 0 0,1 0 0,0 0 0,0 0 0,0 0 0,1 1 0,-1-1 0,1 1 0,-3 4 0,-3 8 0,1-1 0,-6 19 0,8-20 0,1 0 0,0 0 0,1 0 0,0 1 0,2-1 0,-1 1 0,2 21 0,0-34 0,0-1 0,0 1 0,1-1 0,-1 1 0,0 0 0,0-1 0,1 1 0,-1-1 0,1 1 0,0-1 0,-1 0 0,1 1 0,0-1 0,0 0 0,0 1 0,-1-1 0,2 0 0,-1 0 0,0 0 0,0 0 0,0 0 0,0 0 0,1 0 0,-1 0 0,0 0 0,1 0 0,-1-1 0,1 1 0,-1-1 0,1 1 0,-1-1 0,1 0 0,-1 1 0,1-1 0,-1 0 0,1 0 0,-1 0 0,4 0 0,0-1 0,0 0 0,-1 0 0,1-1 0,0 1 0,-1-1 0,1 0 0,-1 0 0,1-1 0,-1 1 0,0-1 0,5-4 0,-1 0 27,-1-1-1,1 0 0,-2-1 0,1 1 1,-1-1-1,0-1 0,-1 1 0,0-1 1,-1 0-1,0 0 0,0 0 0,4-21 1,-7 26-86,0 0 0,-1 0 0,1 0 0,-1-1 0,0 1 0,0 0 1,-1 0-1,1 0 0,-1 0 0,0 0 0,-1 0 0,1 0 1,-1 0-1,0 0 0,0 0 0,0 1 0,-1-1 0,0 1 0,0 0 1,0 0-1,0 0 0,-1 0 0,1 0 0,-1 1 0,0-1 0,0 1 1,0 0-1,-8-4 0,-6-1-6767</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01.159"/>
    </inkml:context>
    <inkml:brush xml:id="br0">
      <inkml:brushProperty name="width" value="0.05" units="cm"/>
      <inkml:brushProperty name="height" value="0.05" units="cm"/>
    </inkml:brush>
  </inkml:definitions>
  <inkml:trace contextRef="#ctx0" brushRef="#br0">7 6 24575,'-3'0'0,"0"-2"0,3-1 0,3 2 0,4 4 0,3 4 0,4 6 0,3 2 0,3 4 0,0 3 0,0 1 0,-4 1 0,-3-2 0,-2-1 0,-2-5 0,-2-5-8191</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01.326"/>
    </inkml:context>
    <inkml:brush xml:id="br0">
      <inkml:brushProperty name="width" value="0.05" units="cm"/>
      <inkml:brushProperty name="height" value="0.05" units="cm"/>
    </inkml:brush>
  </inkml:definitions>
  <inkml:trace contextRef="#ctx0" brushRef="#br0">248 0 24575,'-2'3'0,"-1"2"0,-3 6 0,-4 6 0,-3 6 0,-5 8 0,-3 5 0,-1 5 0,-1 4 0,-2 4 0,-2 0 0,0-3 0,0-3 0,3-8-8191</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35.220"/>
    </inkml:context>
    <inkml:brush xml:id="br0">
      <inkml:brushProperty name="width" value="0.05" units="cm"/>
      <inkml:brushProperty name="height" value="0.05" units="cm"/>
    </inkml:brush>
  </inkml:definitions>
  <inkml:trace contextRef="#ctx0" brushRef="#br0">84 9 24575,'0'0'0,"0"-1"0,-1 1 0,1-1 0,0 1 0,0-1 0,-1 1 0,1-1 0,0 1 0,-1-1 0,1 1 0,-1 0 0,1-1 0,0 1 0,-1-1 0,1 1 0,-1 0 0,1 0 0,-1-1 0,1 1 0,-1 0 0,1 0 0,-1 0 0,0-1 0,1 1 0,-1 0 0,1 0 0,-1 0 0,1 0 0,-1 0 0,0 0 0,1 0 0,-1 0 0,1 0 0,-2 1 0,-20 3 0,20-3 0,0 0 0,0 1 0,0-1 0,0 1 0,0-1 0,0 1 0,0 0 0,1-1 0,-1 1 0,0 0 0,1 0 0,0 1 0,-1-1 0,1 0 0,0 0 0,0 0 0,0 1 0,1-1 0,-2 5 0,0 5 0,0 0 0,1 0 0,1 13 0,-1-1 0,-6 135 0,6 0 0,39 306 0,12-43 0,-38-302 0,-9-90 0,-2-14 0,0 0 0,8 28 0,-5-36-1365</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35.910"/>
    </inkml:context>
    <inkml:brush xml:id="br0">
      <inkml:brushProperty name="width" value="0.05" units="cm"/>
      <inkml:brushProperty name="height" value="0.05" units="cm"/>
    </inkml:brush>
  </inkml:definitions>
  <inkml:trace contextRef="#ctx0" brushRef="#br0">82 13 24575,'-2'0'0,"-4"0"0,-3 0 0,-2-2 0,-1-2 0,-2 1 0,-1 1 0,5 0 0,7 3 0,6 2 0,2 2 0,0 3 0,-2 0 0,-5 1 0</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36.313"/>
    </inkml:context>
    <inkml:brush xml:id="br0">
      <inkml:brushProperty name="width" value="0.05" units="cm"/>
      <inkml:brushProperty name="height" value="0.05" units="cm"/>
    </inkml:brush>
  </inkml:definitions>
  <inkml:trace contextRef="#ctx0" brushRef="#br0">1 29 24575,'61'13'0,"271"-17"0,-154-3 0,429-10 0,-596 17 0,-6 0 0,-1 0 0,0 0 0,0 0 0,0 0 0,0-1 0,1 0 0,-1 0 0,0 0 0,6-3 0,-31-1 0,6 5-1365,1 0-5461</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38.189"/>
    </inkml:context>
    <inkml:brush xml:id="br0">
      <inkml:brushProperty name="width" value="0.05" units="cm"/>
      <inkml:brushProperty name="height" value="0.05" units="cm"/>
    </inkml:brush>
  </inkml:definitions>
  <inkml:trace contextRef="#ctx0" brushRef="#br0">0 0 24575,'11'272'0,"-6"-148"0,-3-53 0,14 96 0,-3-80 0,16 79 0,-25-150 0,1 0 0,0 0 0,1 0 0,0-1 0,2 0 0,-1 0 0,2-1 0,0 0 0,1-1 0,0 0 0,1 0 0,0-1 0,1 0 0,1-1 0,-1-1 0,19 12 0,115 51 0,-21-12 0,-91-43 0,0-2 0,1-2 0,68 19 0,116 12 0,-71-17 0,101 7 0,-155-25 0,581 52 0,369-42 0,-796-20 0,174-17 0,-192 4 0,-167 7 0,-39 3 0,37 0 0,-59 3 0,-1 0 0,0 0 0,1 1 0,-1-1 0,0 0 0,1 1 0,-1-1 0,0 1 0,0-1 0,0 1 0,1-1 0,-1 1 0,0 0 0,0 0 0,0 0 0,0-1 0,0 1 0,0 0 0,-1 0 0,1 0 0,0 0 0,0 1 0,-1-1 0,1 0 0,0 0 0,-1 0 0,1 1 0,-1-1 0,0 0 0,1 0 0,-1 1 0,0-1 0,0 2 0,1 7 0,-1 0 0,0-1 0,-3 19 0,1-3 0,3 25 0,12 74 0,1 38 0,-7-45 0,0 3 0,-6-59 0,-3 73 0,-5-81 342,6-48-513,0-1 0,0 0 1,0 0-1,-1 1 0,0-1 1,1 0-1,-1 0 0,-1-1 1,-4 7-1</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44.905"/>
    </inkml:context>
    <inkml:brush xml:id="br0">
      <inkml:brushProperty name="width" value="0.05" units="cm"/>
      <inkml:brushProperty name="height" value="0.05" units="cm"/>
    </inkml:brush>
  </inkml:definitions>
  <inkml:trace contextRef="#ctx0" brushRef="#br0">5377 2444 24575,'3'1'0,"0"-1"0,0 1 0,0 0 0,1 0 0,-1 0 0,0 0 0,0 0 0,0 1 0,-1 0 0,1-1 0,0 1 0,0 0 0,2 3 0,-2-3 0,0 1 0,0-1 0,1 0 0,-1 0 0,1 0 0,-1 0 0,1 0 0,0-1 0,6 2 0,9-2 0,0 0 0,0-1 0,0-1 0,0-1 0,-1-1 0,36-9 0,-31 6 0,-1 3 0,43-3 0,-48 6 0,1-1 0,-1-1 0,0-1 0,24-7 0,9-1 0,-41 10 0,1-1 0,-1 0 0,0-1 0,9-3 0,-15 4 0,1 0 0,0 0 0,-1-1 0,1 1 0,-1-1 0,0 0 0,0 0 0,0 0 0,0 0 0,0 0 0,-1-1 0,4-5 0,9-20 0,-1-1 0,13-41 0,-14 36 0,-3 3 0,-2 1 0,8-64 0,-5 24 0,-8 54 0,4-18 0,-1 1 0,1-60 0,-6 2 0,-3-68 0,-5 116 0,-1-11 0,2 2 0,-1-5 0,6 14 0,-11-82 0,-1 0 0,10 83 0,-10-41 0,7 58 0,-2-42 0,1 5 0,0-12 0,-8-65 0,16-231 0,-2 353 0,-7-36 0,2 15 0,1 20 0,5 16 0,-1 1 0,0-1 0,1 1 0,-1-1 0,1 1 0,0-1 0,0 1 0,0-5 0,0 7 0,1-1 0,-1 0 0,0 0 0,1 1 0,-1-1 0,1 0 0,-1 0 0,1 1 0,0-1 0,-1 1 0,1-1 0,0 0 0,-1 1 0,1 0 0,0-1 0,0 1 0,-1-1 0,1 1 0,0 0 0,0-1 0,0 1 0,-1 0 0,1 0 0,0 0 0,0 0 0,0-1 0,0 1 0,0 0 0,1 1 0,201 1 0,-96 12 0,-73-8 0,57 3 0,9-3 0,-66-3 0,0-1 0,0-2 0,59-6 0,-86 5 0,1-1 0,0 0 0,0 1 0,1 0 0,-1 0 0,0 1 0,1 0 0,-1 1 0,16 3 0,-22-3 0,-1 0 0,1 0 0,0 0 0,-1 1 0,1-1 0,-1 1 0,1-1 0,-1 1 0,0 0 0,0 0 0,0-1 0,0 1 0,0 0 0,0 0 0,1 3 0,10 37 0,-9-27 0,84 412 0,-43 7 0,-27-70 0,-18-246 0,-17 128 0,8-124 0,9 159 0,2-134 0,-1-101 0,-1-9 0,2 0 0,8 59 0,-9-96 0,1 7 0,1 0 0,-1-1 0,-1 1 0,1 0 0,-1 0 0,-1 8 0,1-14 0,-1 1 0,1-1 0,-1 1 0,1-1 0,-1 1 0,0-1 0,1 1 0,-1-1 0,0 0 0,0 1 0,0-1 0,0 0 0,0 0 0,0 0 0,-1 0 0,1 0 0,0 0 0,0 0 0,-1 0 0,1 0 0,0-1 0,-1 1 0,1 0 0,-1-1 0,1 1 0,-1-1 0,1 0 0,-1 1 0,0-1 0,1 0 0,-1 0 0,-1 0 0,-84 0 0,-24 2 0,-163 7 0,41-4 0,80 8 0,-215 12 0,44-4 0,63-3 0,-1005 27 0,884-29 0,186-4 0,-49 6 0,98-5 0,-929 12 0,903-25 0,-110 7 0,-4 0 0,29 0 0,-7-1 0,159-4 0,-98-4 0,125-4 0,-57-2 0,125 7-455,1 1 0,-20-4 0,18 1-6371</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46.040"/>
    </inkml:context>
    <inkml:brush xml:id="br0">
      <inkml:brushProperty name="width" value="0.05" units="cm"/>
      <inkml:brushProperty name="height" value="0.05" units="cm"/>
    </inkml:brush>
  </inkml:definitions>
  <inkml:trace contextRef="#ctx0" brushRef="#br0">0 25 24575,'2'-3'0,"1"-1"0,0 1 0,0 0 0,0 0 0,0 0 0,3-3 0,-5 7 0,-1-1 0,1 1 0,-1-1 0,1 0 0,-1 1 0,0-1 0,1 1 0,-1-1 0,0 1 0,0-1 0,1 1 0,-1-1 0,0 1 0,0-1 0,0 1 0,1-1 0,-1 1 0,0-1 0,0 1 0,0-1 0,0 1 0,0-1 0,0 1 0,0 0 0,0-1 0,0 1 0,-1 0 0,2 21 0,-2 49 0,3 1 0,19 122 0,8-56 0,29 200 0,-56-205 0,-1-12 0,5-59 0,-2-33 0,0 32 0,-3-50 0,0-1 0,1 1 0,0-1 0,1 1 0,0-1 0,5 12 0,-3-10 0,-1 0 0,0 0 0,-1 0 0,2 15 0,-5-24 17,0 1-109,0 0 0,0-1 0,0 1 0,1 0 0,0-1-1,-1 1 1,1-1 0,1 1 0,-1-1 0,0 0 0,1 1-1,0-1 1,0 0 0,2 4 0</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46.800"/>
    </inkml:context>
    <inkml:brush xml:id="br0">
      <inkml:brushProperty name="width" value="0.05" units="cm"/>
      <inkml:brushProperty name="height" value="0.05" units="cm"/>
    </inkml:brush>
  </inkml:definitions>
  <inkml:trace contextRef="#ctx0" brushRef="#br0">63 32 24575,'0'0'0,"1"0"0,-1 0 0,1 1 0,-1-1 0,1 1 0,-1-1 0,1 0 0,-1 1 0,0-1 0,1 1 0,-1-1 0,0 0 0,1 1 0,-1-1 0,0 1 0,0-1 0,0 1 0,1 0 0,-1-1 0,0 1 0,0-1 0,0 1 0,0-1 0,0 1 0,0-1 0,0 1 0,0-1 0,0 1 0,0 0 0,0-1 0,0 1 0,-1-1 0,1 1 0,0-1 0,0 1 0,-1 0 0,-6 25 0,6-24 0,-3 7 0,0-1 0,0 1 0,-11 13 0,11-17 0,0 1 0,1-1 0,0 0 0,-1 1 0,2 0 0,-1 0 0,1 0 0,0 0 0,0 0 0,-2 13 0,5-16 0,-1 0 0,1 1 0,0-1 0,0 0 0,0 0 0,1 0 0,-1 0 0,1 0 0,-1 0 0,1 0 0,0 0 0,0-1 0,0 1 0,1-1 0,-1 1 0,1-1 0,-1 0 0,1 0 0,0 0 0,0 0 0,0 0 0,0-1 0,3 2 0,0 0 0,1 0 0,-1-1 0,1 0 0,-1 0 0,1 0 0,0-1 0,0 0 0,0 0 0,0 0 0,9-2 0,-11 0 0,0 0 0,0 0 0,0-1 0,0 0 0,-1 0 0,1-1 0,-1 1 0,1-1 0,-1 0 0,0 0 0,0 0 0,0-1 0,-1 1 0,1-1 0,-1 0 0,0 0 0,0 0 0,0 0 0,4-9 0,0-2 0,0 0 0,-1 0 0,-1 0 0,7-32 0,-11 42 27,-1-1-1,1 1 0,-1 0 0,0-1 1,-1 1-1,1 0 0,-1 0 0,0-1 1,0 1-1,0 0 0,-1 0 0,-4-8 1,5 10-82,0 1-1,0 0 1,0 0 0,-1 0 0,1 1 0,-1-1 0,1 0 0,-1 0 0,0 1 0,0-1 0,0 1 0,0 0 0,0-1 0,0 1 0,0 0 0,0 0 0,0 0 0,0 0 0,-1 1 0,1-1-1,0 1 1,-1-1 0,1 1 0,0 0 0,-1 0 0,1 0 0,0 0 0,-1 0 0,1 1 0,-4 0 0,-4 2-6771</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47.627"/>
    </inkml:context>
    <inkml:brush xml:id="br0">
      <inkml:brushProperty name="width" value="0.05" units="cm"/>
      <inkml:brushProperty name="height" value="0.05" units="cm"/>
    </inkml:brush>
  </inkml:definitions>
  <inkml:trace contextRef="#ctx0" brushRef="#br0">59 2 24575,'-2'0'0,"-1"0"0,0 1 0,1 0 0,-1 0 0,0 0 0,1 0 0,-1 0 0,1 0 0,-1 0 0,1 1 0,0-1 0,0 1 0,0 0 0,0 0 0,0 0 0,0 0 0,0 0 0,0 0 0,1 0 0,-1 1 0,1-1 0,-1 1 0,1-1 0,0 1 0,0-1 0,-1 6 0,1-6 0,1 1 0,-1-1 0,1 1 0,-1 0 0,1-1 0,0 1 0,0 0 0,0-1 0,0 1 0,0 0 0,1-1 0,-1 1 0,1-1 0,0 1 0,0-1 0,0 1 0,0-1 0,0 1 0,0-1 0,1 0 0,-1 0 0,1 0 0,-1 0 0,1 0 0,0 0 0,0 0 0,0 0 0,0-1 0,0 1 0,4 2 0,0-2 0,0 1 0,0-1 0,0 0 0,1-1 0,-1 1 0,1-1 0,-1-1 0,1 1 0,-1-1 0,1 0 0,-1-1 0,1 1 0,-1-1 0,1 0 0,-1-1 0,0 0 0,7-2 0,-10 3 0,0 0 0,0-1 0,-1 1 0,1-1 0,0 1 0,-1-1 0,1 0 0,-1 0 0,1 0 0,-1-1 0,0 1 0,0 0 0,0-1 0,0 1 0,-1-1 0,1 0 0,-1 1 0,1-1 0,-1 0 0,0 0 0,0 0 0,0 0 0,0 0 0,-1 0 0,0 0 0,1 0 0,-1-1 0,0 1 0,0 0 0,0 0 0,-1 0 0,1 0 0,-1 0 0,0 0 0,0 0 0,-2-5 0,2 6-76,1 0 1,-1 1-1,0-1 0,0 0 0,0 1 0,0-1 0,0 1 0,-1-1 1,1 1-1,0 0 0,-1-1 0,1 1 0,-1 0 0,1 0 1,-1 0-1,1 0 0,-4-1 0,-5-2-6750</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48.466"/>
    </inkml:context>
    <inkml:brush xml:id="br0">
      <inkml:brushProperty name="width" value="0.05" units="cm"/>
      <inkml:brushProperty name="height" value="0.05" units="cm"/>
    </inkml:brush>
  </inkml:definitions>
  <inkml:trace contextRef="#ctx0" brushRef="#br0">41 0 24575,'-5'6'0,"1"0"0,0 0 0,0 0 0,1 0 0,-1 0 0,1 1 0,1 0 0,-1-1 0,1 1 0,0 0 0,1 0 0,-1 0 0,2 0 0,-1 1 0,1-1 0,0 0 0,0 0 0,1 0 0,0 0 0,0 1 0,1-1 0,-1 0 0,4 6 0,-3-9 0,1 0 0,-1 0 0,1 0 0,0 0 0,0-1 0,0 1 0,1-1 0,-1 0 0,1 0 0,-1 0 0,1-1 0,0 1 0,0-1 0,0 0 0,1 0 0,3 2 0,-5-4 0,0 1 0,0-1 0,0 1 0,0-1 0,0 0 0,0 0 0,-1 0 0,1 0 0,0 0 0,0-1 0,0 1 0,0-1 0,0 0 0,-1 0 0,1 0 0,0 0 0,-1-1 0,1 1 0,-1-1 0,1 1 0,-1-1 0,0 0 0,0 0 0,0 0 0,0 0 0,3-3 0,0-2 0,-1 0 0,0 0 0,0 0 0,0 0 0,0-1 0,3-13 0,-6 18 0,0 0 0,0 0 0,-1 1 0,1-1 0,-1 0 0,1 0 0,-1 0 0,0 0 0,0 0 0,0 0 0,-1 0 0,1 0 0,-1 0 0,0 0 0,0 0 0,0 0 0,0 0 0,0 0 0,0 1 0,-1-1 0,-2-3 0,1 4-35,0 0-1,1 0 1,-1 0-1,-1 0 1,1 1-1,0-1 0,0 1 1,-5-1-1,1 0-1009,-2-1-5781</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04.868"/>
    </inkml:context>
    <inkml:brush xml:id="br0">
      <inkml:brushProperty name="width" value="0.05" units="cm"/>
      <inkml:brushProperty name="height" value="0.05" units="cm"/>
    </inkml:brush>
  </inkml:definitions>
  <inkml:trace contextRef="#ctx0" brushRef="#br0">94 1026 24575,'-7'0'0,"0"0"0,0-1 0,0 0 0,0 0 0,0 0 0,1-1 0,-1 0 0,-7-3 0,12 4 0,1 0 0,-1 1 0,1-1 0,-1 0 0,1 0 0,0-1 0,-1 1 0,1 0 0,0 0 0,0-1 0,-1 1 0,1-1 0,0 1 0,1-1 0,-1 1 0,0-1 0,0 1 0,1-1 0,-1 0 0,1 1 0,-1-1 0,1 0 0,0 0 0,-1 1 0,1-1 0,0 0 0,0 0 0,0 0 0,1 1 0,-1-1 0,0 0 0,1 0 0,-1 1 0,1-1 0,1-3 0,4-10 0,1 0 0,1 1 0,0-1 0,18-23 0,48-47 0,-72 83 0,25-31 0,-2-1 0,31-54 0,-47 74 0,-6 7 0,1 0 0,0 0 0,1 0 0,0 1 0,0-1 0,0 1 0,1 1 0,0-1 0,0 1 0,11-8 0,-2 6 0,0-1 0,1 2 0,0 0 0,0 1 0,0 0 0,1 1 0,21-2 0,-10 4 0,0 0 0,1 2 0,44 4 0,-59-2 0,-1 1 0,1 0 0,0 1 0,-1 0 0,0 1 0,0 0 0,-1 1 0,1 1 0,-1 0 0,0 0 0,-1 1 0,0 1 0,0 0 0,-1 0 0,0 1 0,12 16 0,4 7 0,66 89 0,-79-102 0,-1 1 0,0 1 0,-2 0 0,10 29 0,46 183 0,-38-128 0,-23-91 0,7 28 0,-1 1 0,-2 0 0,6 76 0,-13-97 0,1 0 0,1 0 0,1 0 0,9 22 0,-5-11 0,8 14 0,2 0 0,32 59 0,-49-102 0,4 4 0,0 0 0,1-1 0,0 0 0,1 0 0,-1 0 0,1-1 0,1-1 0,0 1 0,11 6 0,17 13 0,62 53 0,-87-71 0,1 0 0,0-2 0,0 1 0,1-2 0,15 5 0,74 16 0,-90-24 0,51 12 0,130 8 0,-112-20 0,88 5 0,232 0 0,-241-8 0,9 0 0,516 10 0,47-3 0,-318-34 0,-63 2 0,117-3 0,28-2 0,-210 13 0,-205 9 0,119-30 0,-194 37 0,4-1 0,0 0 0,0 0 0,19-10 0,-28 12 0,1 0 0,-1-1 0,0 1 0,0-1 0,0 0 0,0 1 0,0-1 0,0 0 0,0 0 0,-1 0 0,1 0 0,-1 0 0,1-1 0,-1 1 0,0 0 0,0-1 0,0 1 0,0-1 0,0 1 0,-1-1 0,2-5 0,-2-18 0,0-1 0,-2 1 0,-1 0 0,-1 0 0,-1 0 0,-11-33 0,3 6 0,-8-74 0,-4-25 0,-5 27 0,-19-182 0,44 211 0,8-99 0,1 145 0,3 0 0,2 0 0,2 1 0,33-92 0,-31 107 0,2 1 0,35-58 0,-38 72 0,1 1 0,0 1 0,1 0 0,1 1 0,1 1 0,18-14 0,-23 22 0,0 0 0,0 1 0,1 1 0,0 0 0,0 0 0,0 2 0,1-1 0,0 1 0,-1 1 0,1 0 0,0 1 0,0 1 0,0 0 0,0 0 0,0 1 0,0 1 0,-1 0 0,1 1 0,16 6 0,18 7 0,44 19 0,-80-29 0,0 0 0,0 0 0,0 1 0,-1 1 0,17 15 0,-9-3 0,30 43 0,-12-14 0,-17-27 0,-2 0 0,0 2 0,-2-1 0,0 2 0,-2 0 0,-1 1 0,11 32 0,3 26 0,21 76 0,-40-128 0,-1-1 0,-2 1 0,1 40 0,-5-51 0,8 190 0,0 3 0,-3-49 0,3 34 0,6 81 0,21-1 0,-11-133 0,14 113 0,-31-215 0,-4-30 0,-1 0 0,0 1 0,-1-1 0,-1 18 0,-1-28 0,1-1 0,0 0 0,-1 0 0,0 1 0,0-1 0,0 0 0,0 0 0,0 0 0,-1 0 0,1 0 0,-1 0 0,0-1 0,0 1 0,0 0 0,0-1 0,0 1 0,-1-1 0,1 0 0,-1 0 0,1 0 0,-1 0 0,0 0 0,-4 1 0,-13 5 0,1-1 0,-1 0 0,-1-2 0,1 0 0,-34 2 0,-110-2 0,42-3 0,-327 50 0,228-22 0,-18 1 0,-479 42 0,2-53 0,427-14 0,-158 2 0,50-2 0,-22 1 0,-83 8 0,215-3 0,-344-22 0,214-2 0,-199 5 0,377 9 0,222-4 0,1 0 0,0 0 0,0-1 0,-17-7 0,-15-2 0,-14 2 0,-68-3 0,91 10 0,-76-11 0,44 0 0,65 14 0,0-1 0,1 0 0,-1 0 0,1-1 0,-1 1 0,1-1 0,0 0 0,0-1 0,0 1 0,0-1 0,-8-6 0,10 6 0,0 0 0,0 0 0,1-1 0,0 1 0,0 0 0,0-1 0,0 1 0,0-1 0,1 0 0,-1 1 0,1-1 0,0 0 0,0 0 0,1 0 0,-1 0 0,1 0 0,0-5 0,-1-29 0,2 24 0,-2-1 0,1 0 0,-2 1 0,0-1 0,0 1 0,-6-17 0,6 25 0,0 1 0,1-1 0,-1 0 0,1 0 0,1 1 0,-1-1 0,1 0 0,0 0 0,1-8 0,2 1 0,0 0 0,8-20 0,0-2 0,9-43-1365,-18 66-5461</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05.601"/>
    </inkml:context>
    <inkml:brush xml:id="br0">
      <inkml:brushProperty name="width" value="0.05" units="cm"/>
      <inkml:brushProperty name="height" value="0.05" units="cm"/>
    </inkml:brush>
  </inkml:definitions>
  <inkml:trace contextRef="#ctx0" brushRef="#br0">211 96 24575,'1'-1'0,"0"0"0,0 1 0,0-1 0,0 0 0,0 0 0,-1 0 0,1 0 0,0 0 0,0 0 0,-1 0 0,1 0 0,0-1 0,-1 1 0,1 0 0,-1 0 0,0 0 0,1-1 0,-1 1 0,0 0 0,0 0 0,0-1 0,0 1 0,0 0 0,0 0 0,0-1 0,0 1 0,0 0 0,-1-1 0,1 1 0,0 0 0,-1 0 0,1 0 0,-2-2 0,1 2 0,0 0 0,-1-1 0,1 1 0,-1 0 0,1 0 0,-1 0 0,0 0 0,1 0 0,-1 0 0,0 0 0,0 0 0,0 1 0,1-1 0,-1 1 0,0 0 0,0-1 0,0 1 0,0 0 0,0 0 0,0 0 0,-2 0 0,-8 2 0,0 0 0,0 1 0,0 0 0,1 0 0,0 2 0,-1-1 0,-14 10 0,21-12 0,0 1 0,0 0 0,0 0 0,0 1 0,1-1 0,-1 1 0,1 0 0,0 1 0,1-1 0,-1 0 0,1 1 0,0 0 0,0 0 0,0 0 0,0 0 0,1 1 0,-3 8 0,5-12 0,0 0 0,-1 0 0,1 0 0,0 0 0,0 1 0,0-1 0,1 0 0,-1 0 0,1 0 0,-1 0 0,1 0 0,-1 0 0,1 0 0,0 0 0,0 0 0,0 0 0,2 2 0,0-1 0,-1 0 0,1 0 0,0 0 0,0 0 0,0-1 0,1 0 0,-1 0 0,7 4 0,1-2 0,1 1 0,-1-2 0,1 0 0,-1 0 0,17 1 0,-10-2 0,0-1 0,0-1 0,0-1 0,-1 0 0,1-1 0,19-5 0,-29 5 0,0-1 0,1 1 0,-1-1 0,0-1 0,0 0 0,0 0 0,-1 0 0,0-1 0,1 0 0,-2 0 0,1-1 0,0 0 0,-1 0 0,8-11 0,-12 14 0,0-1 0,-1 1 0,1-1 0,-1 0 0,0 1 0,1-1 0,-2 0 0,1 0 0,0 0 0,-1 0 0,0 0 0,0 0 0,0 0 0,0 0 0,-1 0 0,1 0 0,-1 0 0,0 0 0,0 0 0,-1 1 0,1-1 0,-1 0 0,1 1 0,-1-1 0,-1 1 0,1 0 0,0-1 0,-5-3 0,3 2 0,0 1 0,0-1 0,0 1 0,-1 0 0,1 1 0,-1-1 0,0 1 0,0 0 0,0 0 0,0 1 0,-1-1 0,1 1 0,-1 0 0,1 1 0,-1-1 0,0 1 0,0 0 0,0 1 0,-6-1 0,-3 5-1365,5 1-5461</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06.549"/>
    </inkml:context>
    <inkml:brush xml:id="br0">
      <inkml:brushProperty name="width" value="0.05" units="cm"/>
      <inkml:brushProperty name="height" value="0.05" units="cm"/>
    </inkml:brush>
  </inkml:definitions>
  <inkml:trace contextRef="#ctx0" brushRef="#br0">151 1 24575,'-6'0'0,"1"1"0,0 0 0,-1 0 0,1 1 0,0-1 0,0 1 0,0 1 0,0-1 0,0 0 0,0 1 0,1 0 0,-1 0 0,1 1 0,-7 6 0,3-2 0,1-1 0,0 2 0,0-1 0,1 1 0,0 0 0,-7 15 0,10-19 0,1 1 0,-1 1 0,1-1 0,1 0 0,-1 0 0,1 1 0,0-1 0,1 1 0,-1-1 0,1 1 0,1-1 0,0 11 0,0-13 0,1-1 0,-1 1 0,0 0 0,1 0 0,0-1 0,-1 1 0,2 0 0,-1-1 0,0 0 0,1 0 0,-1 0 0,1 0 0,0 0 0,0 0 0,0-1 0,0 1 0,1-1 0,-1 0 0,1 0 0,-1 0 0,5 2 0,5 0 0,-1 1 0,1-1 0,0-1 0,19 2 0,-28-4 0,0 0 0,1-1 0,-1 0 0,0 0 0,1 0 0,-1-1 0,0 0 0,1 1 0,-1-1 0,0-1 0,0 1 0,0-1 0,0 1 0,0-1 0,0 0 0,0-1 0,4-3 0,-7 5 0,1 0 0,-1 0 0,0 0 0,0-1 0,0 1 0,-1-1 0,1 1 0,0 0 0,0-1 0,-1 1 0,1-1 0,-1 0 0,1 1 0,-1-1 0,0 1 0,1-1 0,-1 0 0,0 1 0,0-1 0,-1-3 0,1 1 0,-1 0 0,0 1 0,-1-1 0,1 0 0,-1 1 0,0-1 0,1 1 0,-5-6 0,0 1 0,-1 0 0,0 0 0,0 1 0,0 0 0,-1 1 0,-10-8 0,7 8 86,1 0-1,-1 1 0,-20-7 1,28 11-176,0 0 0,0 0 0,0 0 0,0 1 0,0-1 1,-1 1-1,1 0 0,0 0 0,0 0 0,-1 0 1,1 0-1,0 1 0,0-1 0,0 1 0,-1 0 0,1 0 1,0 0-1,-4 3 0</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07.255"/>
    </inkml:context>
    <inkml:brush xml:id="br0">
      <inkml:brushProperty name="width" value="0.05" units="cm"/>
      <inkml:brushProperty name="height" value="0.05" units="cm"/>
    </inkml:brush>
  </inkml:definitions>
  <inkml:trace contextRef="#ctx0" brushRef="#br0">68 23 24575,'0'0'0,"0"-1"0,0 0 0,0 1 0,0-1 0,0 0 0,0 1 0,0-1 0,0 0 0,0 0 0,0 1 0,0-1 0,0 0 0,0 1 0,-1-1 0,1 1 0,0-1 0,0 0 0,-1 1 0,1-1 0,0 1 0,-1-1 0,1 0 0,-1 1 0,1-1 0,-1 1 0,1 0 0,-1-1 0,1 1 0,-1-1 0,1 1 0,-1 0 0,0-1 0,1 1 0,-1 0 0,0 0 0,1-1 0,-1 1 0,1 0 0,-1 0 0,0 0 0,0 0 0,1 0 0,-1 0 0,0 0 0,1 0 0,-1 0 0,0 0 0,1 0 0,-2 1 0,0 0 0,0-1 0,0 1 0,0 0 0,0 0 0,1 0 0,-1 1 0,0-1 0,0 0 0,1 1 0,-1-1 0,1 1 0,-1 0 0,1-1 0,-3 4 0,1 1 0,1 0 0,-1 0 0,1 0 0,0 0 0,0 0 0,0 1 0,1-1 0,0 1 0,1-1 0,-1 1 0,1-1 0,0 1 0,1-1 0,0 0 0,0 1 0,0-1 0,1 1 0,0-1 0,3 7 0,-2-6 0,1-1 0,0 1 0,0-1 0,0 0 0,1-1 0,0 1 0,0-1 0,1 0 0,-1 0 0,1-1 0,0 1 0,0-1 0,1-1 0,-1 1 0,1-1 0,13 4 0,-4-2 0,0-1 0,0 0 0,1-1 0,-1-1 0,25-1 0,-32-1 0,1 0 0,-1-1 0,0 0 0,1 0 0,-1-1 0,0-1 0,0 0 0,0 0 0,-1 0 0,1-1 0,9-6 0,-15 7 0,1 1 0,-1-1 0,0 0 0,0 0 0,-1 0 0,1-1 0,-1 1 0,1-1 0,-1 1 0,0-1 0,0 0 0,-1 0 0,1 0 0,-1 0 0,0 0 0,0 0 0,0 0 0,-1 0 0,1 0 0,-1 0 0,0 0 0,0-1 0,0 1 0,-1 0 0,0 0 0,1 0 0,-4-7 0,2 4 0,0 0 0,-1 0 0,0 0 0,0 1 0,-1-1 0,0 1 0,0 0 0,0 0 0,-1 0 0,0 0 0,0 1 0,0 0 0,-1 0 0,0 1 0,-6-5 0,-18-5-1365,0 4-5461</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10.274"/>
    </inkml:context>
    <inkml:brush xml:id="br0">
      <inkml:brushProperty name="width" value="0.05" units="cm"/>
      <inkml:brushProperty name="height" value="0.05" units="cm"/>
    </inkml:brush>
  </inkml:definitions>
  <inkml:trace contextRef="#ctx0" brushRef="#br0">0 127 24575,'61'0'0,"91"-13"0,328-29 0,-238 27 0,986-42 0,998 58 164,-1211-1-1693,-1003 0-5297</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12.287"/>
    </inkml:context>
    <inkml:brush xml:id="br0">
      <inkml:brushProperty name="width" value="0.05" units="cm"/>
      <inkml:brushProperty name="height" value="0.05" units="cm"/>
    </inkml:brush>
  </inkml:definitions>
  <inkml:trace contextRef="#ctx0" brushRef="#br0">381 100 24575,'41'-52'0,"-36"48"0,-1 0 0,0-1 0,0 1 0,0-1 0,-1 0 0,5-7 0,-8 12 0,-1 0 0,1-1 0,0 1 0,0 0 0,0 0 0,0 0 0,0 0 0,0 0 0,0 0 0,0 0 0,-1 0 0,1 0 0,0 0 0,0-1 0,0 1 0,0 0 0,0 0 0,0 0 0,-1 0 0,1 0 0,0 0 0,0 0 0,0 0 0,0 0 0,0 0 0,-1 0 0,1 0 0,0 0 0,0 0 0,0 0 0,0 0 0,0 1 0,-1-1 0,1 0 0,0 0 0,0 0 0,0 0 0,0 0 0,0 0 0,0 0 0,0 0 0,-1 0 0,1 0 0,0 1 0,0-1 0,0 0 0,0 0 0,0 0 0,0 0 0,0 0 0,0 0 0,0 1 0,0-1 0,-10 7 0,-43 43 0,-80 101 0,14-14 0,95-113 0,4-3 0,0 0 0,-24 34 0,42-51 0,0 0 0,0 0 0,1 0 0,-1 0 0,1 0 0,0 0 0,-1 6 0,2-5 0,-1-1 0,0 1 0,-1-1 0,1 0 0,-5 9 0,6-13 0,0 0 0,0 1 0,0-1 0,0 0 0,0 1 0,0-1 0,-1 0 0,1 1 0,0-1 0,0 1 0,0-1 0,0 0 0,0 1 0,0-1 0,1 1 0,-1-1 0,0 0 0,0 1 0,0-1 0,0 0 0,0 1 0,1-1 0,-1 0 0,0 1 0,0-1 0,0 0 0,1 1 0,-1-1 0,0 0 0,0 0 0,1 1 0,-1-1 0,0 0 0,1 0 0,-1 1 0,0-1 0,1 0 0,-1 0 0,1 0 0,-1 0 0,0 0 0,1 1 0,25 5 0,-10-2 0,-5 3 0,0 1 0,-1 0 0,0 0 0,0 1 0,-1 0 0,0 1 0,-1 0 0,14 21 0,0-1 0,123 175 0,-112-156 0,55 72 0,-74-105 0,0 0 0,1-1 0,0-1 0,1-1 0,20 13 0,-34-25 0,-1-1 0,0 1 0,1-1 0,-1 1 0,0-1 0,1 0 0,-1 1 0,1-1 0,-1 0 0,1 0 0,-1 0 0,1 0 0,-1 0 0,1 0 0,-1-1 0,0 1 0,1 0 0,-1-1 0,1 1 0,-1-1 0,0 1 0,1-1 0,-1 0 0,0 0 0,0 1 0,1-1 0,-1 0 0,0 0 0,1-2 0,6-4 0,-2-1 0,1 0 0,7-11 0,-4 4 0,62-82 0,43-52 0,29-25 0,-73 87 0,-65 80 0,0 0 0,-1-1 0,1 0 0,-1 0 0,-1 0 0,7-17 0,-10 23 0,-1-1 0,1 1 0,-1 0 0,1-1 0,-1 1 0,0 0 0,0-1 0,0 1 0,0-1 0,-1 1 0,1 0 0,0-1 0,-1 1 0,0 0 0,1-1 0,-1 1 0,0 0 0,0 0 0,-1 0 0,1 0 0,0 0 0,-1 0 0,1 0 0,-1 0 0,1 0 0,-1 1 0,0-1 0,0 1 0,0-1 0,0 1 0,-4-2 0,-146-97 0,70 46 0,-90-78 0,98 72 0,59 49 0,-1 0 0,-1 1 0,1 1 0,-1 1 0,-1 0 0,-31-9 0,-113-17 0,102 24 0,59 9 171,5 1 0,7-1-1878,1 1-5119</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14.183"/>
    </inkml:context>
    <inkml:brush xml:id="br0">
      <inkml:brushProperty name="width" value="0.05" units="cm"/>
      <inkml:brushProperty name="height" value="0.05" units="cm"/>
    </inkml:brush>
  </inkml:definitions>
  <inkml:trace contextRef="#ctx0" brushRef="#br0">562 63 24575,'-1'-7'0,"0"0"0,-1 0 0,0 1 0,0-1 0,-5-11 0,6 17 0,1 1 0,0-1 0,-1 0 0,1 1 0,-1-1 0,1 1 0,-1-1 0,1 0 0,-1 1 0,1-1 0,-1 1 0,0-1 0,1 1 0,-1 0 0,1-1 0,-1 1 0,0 0 0,0-1 0,1 1 0,-1 0 0,0 0 0,1-1 0,-1 1 0,-1 0 0,0 0 0,0 1 0,1-1 0,-1 0 0,1 1 0,-1-1 0,1 1 0,-1 0 0,1-1 0,-1 1 0,1 0 0,-2 1 0,-5 4 0,1 0 0,1 1 0,-9 9 0,13-13 0,-151 199 0,32-37 0,-7-24 0,72-82 0,52-55 0,-7 11 0,11-14 0,0-1 0,0 1 0,0-1 0,0 1 0,1-1 0,-1 1 0,0-1 0,0 1 0,0-1 0,1 0 0,-1 1 0,0-1 0,1 1 0,-1-1 0,0 0 0,1 1 0,-1-1 0,0 1 0,1-1 0,-1 0 0,1 0 0,-1 1 0,0-1 0,1 0 0,-1 0 0,1 1 0,-1-1 0,1 0 0,-1 0 0,1 0 0,-1 0 0,1 0 0,-1 0 0,2 0 0,4 3 0,1-1 0,0 1 0,-1 1 0,0-1 0,0 1 0,0 0 0,0 0 0,-1 1 0,1 0 0,-1 0 0,5 6 0,7 11 0,24 38 0,-12-15 0,23 22 0,3-2 0,72 66 0,-38-60 0,-60-49 0,32 31 0,-50-41 0,-11-11 0,1 0 0,-1 0 0,1 0 0,-1-1 0,1 1 0,-1 0 0,1-1 0,-1 1 0,1 0 0,0-1 0,-1 1 0,1-1 0,0 1 0,0-1 0,-1 1 0,1-1 0,0 0 0,0 1 0,0-1 0,-1 0 0,1 0 0,0 1 0,0-1 0,0 0 0,0 0 0,0 0 0,-1 0 0,1 0 0,0 0 0,0 0 0,0-1 0,0 1 0,0 0 0,-1 0 0,1-1 0,0 1 0,0 0 0,0-1 0,-1 1 0,1-1 0,0 1 0,-1-1 0,1 1 0,1-2 0,11-6 0,0-1 0,0-1 0,-1 0 0,-1-1 0,1 0 0,-2-1 0,12-14 0,59-101 0,-33 50 0,28-28 0,-65 92 0,0 0 0,2 1 0,-1 0 0,1 1 0,23-14 0,-26 19 0,-1-1 0,1 0 0,-1 0 0,0-1 0,-1-1 0,12-13 0,-17 17 0,1 0 0,-1 0 0,0-1 0,0 1 0,0-1 0,-1 1 0,0-1 0,0 0 0,0 0 0,-1 0 0,0 0 0,0 0 0,-1 0 0,1-9 0,-2 13 0,1-1 0,-1 0 0,0 1 0,0-1 0,0 1 0,0-1 0,0 1 0,-1-1 0,1 1 0,-1 0 0,1 0 0,-1-1 0,0 1 0,0 0 0,-3-2 0,-41-28 0,17 12 0,-238-172 0,206 154 0,-2 3 0,-106-42 0,166 76 34,1-1 1,-1 1-1,0-1 0,1 0 0,-1 0 0,1 0 0,0 0 0,-4-5 0,-12-9-1706,10 11-5154</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15.872"/>
    </inkml:context>
    <inkml:brush xml:id="br0">
      <inkml:brushProperty name="width" value="0.05" units="cm"/>
      <inkml:brushProperty name="height" value="0.05" units="cm"/>
    </inkml:brush>
  </inkml:definitions>
  <inkml:trace contextRef="#ctx0" brushRef="#br0">1 7 24575,'0'0'0,"1"-1"0,0 0 0,-1 1 0,1-1 0,-1 1 0,1-1 0,0 1 0,0 0 0,-1-1 0,1 1 0,0 0 0,0-1 0,-1 1 0,1 0 0,0 0 0,0 0 0,0 0 0,0 0 0,-1 0 0,1 0 0,0 0 0,0 0 0,0 0 0,0 0 0,-1 0 0,2 1 0,1 0 0,-1 0 0,0 1 0,0-1 0,0 0 0,0 1 0,-1-1 0,1 1 0,0 0 0,1 2 0,3 4 0,-1 0 0,0 0 0,7 16 0,1 15 0,-1 0 0,-2 1 0,4 41 0,-5-30 0,9 62 0,-6 0 0,-2 172 0,-47 227 0,-8-55 0,37-397 0,4-35 0,2 0 0,0 42 0,2-65 0,0-1 0,0 0 0,0 0 0,0 0 0,0 0 0,0 0 0,1 0 0,-1 0 0,1 0 0,-1 0 0,1 0 0,-1 0 0,1 0 0,-1 0 0,1 0 0,0 0 0,-1 0 0,1-1 0,0 1 0,0 0 0,0-1 0,0 1 0,-1 0 0,1-1 0,0 1 0,0-1 0,0 1 0,0-1 0,0 0 0,1 1 0,-1-1 0,0 0 0,0 0 0,0 0 0,0 0 0,0 1 0,2-2 0,4 1 0,1-1 0,-1 0 0,1-1 0,11-4 0,-2 2 0,60-11 0,134-7 0,81 16 0,-231 5 0,531 16-601,252-7-424,-817-10 1087,160-11-217,-151 8 419,1-1-1,-1-2 1,35-12-1,-65 18-172,0 0 0,-1-1 0,1 1 0,-1-1 0,0 0 0,7-6 0,-11 9-125,0-1-1,0 0 1,0 0 0,-1 0 0,1 1-1,0-1 1,0 0 0,-1 0-1,1 0 1,-1 0 0,1 0 0,-1 0-1,1 0 1,-1-1 0,0 1-1,1 0 1,-1 0 0,0 0 0,0 0-1,0-1 1,0 1 0,0 0 0,0 0-1,0 0 1,0 0 0,0 0-1,-1-1 1,1 1 0,0 0 0,-1 0-1,1 0 1,-1 0 0,1 0-1,-1 0 1,0 0 0,1 0 0,-1 0-1,-1-1 1,-10-10-6792</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17.005"/>
    </inkml:context>
    <inkml:brush xml:id="br0">
      <inkml:brushProperty name="width" value="0.05" units="cm"/>
      <inkml:brushProperty name="height" value="0.05" units="cm"/>
    </inkml:brush>
  </inkml:definitions>
  <inkml:trace contextRef="#ctx0" brushRef="#br0">13 252 24575,'-1'-2'0,"0"1"0,0 0 0,0 0 0,0-1 0,0 1 0,0-1 0,0 1 0,0-1 0,1 1 0,-1-1 0,0 1 0,1-1 0,-1 0 0,1 1 0,0-1 0,0 0 0,0 1 0,-1-1 0,1 0 0,1 1 0,-1-1 0,0 0 0,0 1 0,1-1 0,-1 0 0,1 1 0,-1-1 0,1 1 0,0-1 0,-1 0 0,2-1 0,1 0 0,-1-1 0,1 1 0,-1-1 0,1 1 0,0 0 0,1 0 0,-1 1 0,0-1 0,1 0 0,-1 1 0,6-3 0,21-6 0,0 2 0,1 0 0,0 3 0,51-6 0,-67 10 0,803-59-749,332 26 612,-989 31 124,-44-2 4,30 0 168,-145 6-143,0 0 0,-1 0 0,1 0 0,0 1 0,0-1 0,0 1 0,0 0 0,0 0 0,0-1 0,-1 1 0,1 0 0,0 0 0,-1 0 0,1 1 1,-1-1-1,1 0 0,-1 1 0,0-1 0,1 1 0,-1-1 0,0 1 0,0 0 0,0-1 0,1 3 0,2 5 61,0 1-1,-1 0 1,4 15 0,-1-3-36,84 359-41,-34 7 0,-26 19 0,-27 0 0,-3-294 0,2-75 0,1 0 0,2 0 0,2-1 0,22 71 0,-28-105 0,-1 0 0,1 1 0,0-1 0,-1 0 0,1 0 0,-1 1 0,0-1 0,0 0 0,-1 0 0,1 1 0,0-1 0,-1 0 0,0 0 0,0 0 0,0 1 0,0-1 0,-3 4 0,1-2 0,0-1 0,0 0 0,-1 0 0,0 0 0,1 0 0,-1-1 0,0 0 0,-1 1 0,1-1 0,-6 2 0,-3 2 0,0-2 0,-1 1 0,1-2 0,-1 1 0,0-2 0,-1 0 0,-17 1 0,-11-2 0,0-2 0,0-2 0,-47-8 0,-128-32 0,188 35 0,-126-26-1365,89 18-5461</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17.859"/>
    </inkml:context>
    <inkml:brush xml:id="br0">
      <inkml:brushProperty name="width" value="0.05" units="cm"/>
      <inkml:brushProperty name="height" value="0.05" units="cm"/>
    </inkml:brush>
  </inkml:definitions>
  <inkml:trace contextRef="#ctx0" brushRef="#br0">4 0 24575,'-2'0'0,"1"0"0,3 2 0,4 4 0,1 3 0,-1 1 0,-1 3 0,-2 1 0,-1 3 0,-1 3 0,-1 1 0,3 1 0,0 2 0,-1 0 0,1-3 0,-2 0 0,0-3-8191</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18.358"/>
    </inkml:context>
    <inkml:brush xml:id="br0">
      <inkml:brushProperty name="width" value="0.05" units="cm"/>
      <inkml:brushProperty name="height" value="0.05" units="cm"/>
    </inkml:brush>
  </inkml:definitions>
  <inkml:trace contextRef="#ctx0" brushRef="#br0">48 131 24575,'-12'-23'0,"6"15"0,1-1 0,0 0 0,1 0 0,0-1 0,1 1 0,0-1 0,-2-12 0,5 21 0,0 0 0,0 1 0,0-1 0,0 0 0,1 0 0,-1 0 0,0 0 0,1 0 0,-1 1 0,0-1 0,1 0 0,-1 0 0,1 1 0,-1-1 0,1 0 0,0 1 0,-1-1 0,1 0 0,0 1 0,-1-1 0,1 1 0,0-1 0,0 1 0,-1 0 0,1-1 0,0 1 0,0 0 0,0-1 0,0 1 0,-1 0 0,1 0 0,0 0 0,1 0 0,35-2 0,-31 2 0,133 12 0,-91-6 0,-44-6 0,-1 0 0,0 1 0,0-1 0,0 1 0,0 0 0,0 0 0,0 0 0,0 0 0,0 0 0,0 1 0,0 0 0,0-1 0,-1 1 0,1 0 0,2 3 0,-2-2 0,-1 1 0,1 0 0,-1 0 0,0 0 0,0 1 0,0-1 0,-1 0 0,0 1 0,2 6 0,3 11 0,-4-15 0,0 0 0,0-1 0,-1 1 0,0 0 0,0 0 0,-1 9 0,0-13 0,-1-1 0,1 1 0,-1-1 0,0 1 0,1-1 0,-1 0 0,-1 0 0,1 1 0,0-1 0,0 0 0,-1 0 0,1 0 0,-1 0 0,0 0 0,0-1 0,1 1 0,-1-1 0,0 1 0,0-1 0,0 1 0,-1-1 0,-2 1 0,-10 4 0,-1 0 0,0-1 0,0-1 0,-1-1 0,1 0 0,-1-1 0,-21 0 0,-23 4 0,9 0-1365</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18.640"/>
    </inkml:context>
    <inkml:brush xml:id="br0">
      <inkml:brushProperty name="width" value="0.05" units="cm"/>
      <inkml:brushProperty name="height" value="0.05" units="cm"/>
    </inkml:brush>
  </inkml:definitions>
  <inkml:trace contextRef="#ctx0" brushRef="#br0">1 1 24575,'2'0'0,"2"2"0,-1 4 0,-1 2 0,0 3 0,-1 2 0,0 3 0,-1 2 0,2 2 0,1 0 0,0-1 0,0-1 0,-2-1 0,0-2 0,0-2-8191</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19.169"/>
    </inkml:context>
    <inkml:brush xml:id="br0">
      <inkml:brushProperty name="width" value="0.05" units="cm"/>
      <inkml:brushProperty name="height" value="0.05" units="cm"/>
    </inkml:brush>
  </inkml:definitions>
  <inkml:trace contextRef="#ctx0" brushRef="#br0">76 130 24575,'-1'-6'0,"0"1"0,0-1 0,0 1 0,-1-1 0,0 1 0,-4-9 0,-6-21 0,12 34 0,-1 0 0,1-1 0,0 1 0,0 0 0,-1-1 0,1 1 0,0-1 0,0 1 0,0 0 0,1-1 0,-1 1 0,0-1 0,0 1 0,1 0 0,-1-1 0,1 1 0,-1 0 0,1-1 0,-1 1 0,1 0 0,0 0 0,0 0 0,0 0 0,0-1 0,0 1 0,0 0 0,0 0 0,0 1 0,0-1 0,0 0 0,2-1 0,2 1 0,0-1 0,1 1 0,-1 0 0,1 0 0,-1 0 0,0 1 0,7 0 0,63-1 0,132 17 0,-206-16 0,0 0 0,0 0 0,0 0 0,0 0 0,-1 0 0,1 0 0,0 1 0,0-1 0,0 0 0,0 0 0,0 1 0,-1-1 0,1 0 0,0 1 0,0-1 0,0 1 0,-1-1 0,1 1 0,0-1 0,-1 1 0,1 0 0,0-1 0,-1 1 0,1 0 0,-1-1 0,1 1 0,-1 0 0,1 0 0,-1 0 0,0-1 0,1 1 0,-1 0 0,0 0 0,0 0 0,1 1 0,-2 2 0,0-1 0,0 0 0,0 1 0,0-1 0,-1 0 0,1 0 0,-4 5 0,2-1 0,-4 7 0,1 1 0,1 0 0,0 0 0,1 1 0,1-1 0,0 1 0,1 0 0,0 17 0,2-32 0,0 1 0,0-1 0,-1 1 0,1-1 0,-1 1 0,1-1 0,-1 0 0,0 1 0,1-1 0,-1 0 0,0 1 0,0-1 0,0 0 0,0 0 0,0 0 0,0 0 0,-1 0 0,1 0 0,0 0 0,0 0 0,-1 0 0,1 0 0,-1-1 0,1 1 0,0-1 0,-1 1 0,1-1 0,-1 1 0,1-1 0,-1 0 0,-3 0 0,-6 1 0,-1 0 0,0-1 0,-14-2 0,6 1 0,-220-1-1365,230 2-5461</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20.074"/>
    </inkml:context>
    <inkml:brush xml:id="br0">
      <inkml:brushProperty name="width" value="0.05" units="cm"/>
      <inkml:brushProperty name="height" value="0.05" units="cm"/>
    </inkml:brush>
  </inkml:definitions>
  <inkml:trace contextRef="#ctx0" brushRef="#br0">1 104 24575,'0'0'0,"0"-1"0,0 1 0,0 0 0,0 0 0,0 0 0,0-1 0,0 1 0,0 0 0,0 0 0,0-1 0,0 1 0,0 0 0,0 0 0,0-1 0,0 1 0,0 0 0,0 0 0,0 0 0,0-1 0,0 1 0,1 0 0,-1 0 0,0 0 0,0 0 0,0-1 0,0 1 0,0 0 0,1 0 0,-1 0 0,0 0 0,0 0 0,0-1 0,1 1 0,-1 0 0,0 0 0,0 0 0,0 0 0,1 0 0,8 5 0,5 12 0,-6-2 0,-1 1 0,-1 1 0,0-1 0,-2 1 0,1 0 0,-2 0 0,0 0 0,-2 0 0,1 1 0,-3 29 0,2-219 0,-3 84 0,2 76 0,0 7 0,-1 0 0,2 1 0,-1-1 0,0 0 0,3-9 0,-3 13 0,1 0 0,-1 0 0,1 0 0,0-1 0,-1 1 0,1 0 0,0 0 0,0 0 0,-1 0 0,1 0 0,0 0 0,0 0 0,0 1 0,0-1 0,1 0 0,-1 0 0,0 1 0,0-1 0,0 1 0,0-1 0,1 1 0,-1-1 0,0 1 0,1 0 0,-1 0 0,2-1 0,27 0 0,0 0 0,1 2 0,44 7 0,17 1 0,-73-8 0,-4-1 0,0 0 0,1 2 0,-1 0 0,0 0 0,24 8 0,-39-9 0,1-1 0,-1 0 0,1 1 0,0-1 0,-1 1 0,1-1 0,-1 1 0,1-1 0,-1 1 0,0 0 0,1-1 0,-1 1 0,1 0 0,-1-1 0,0 1 0,0 0 0,1-1 0,-1 1 0,0 0 0,0-1 0,0 1 0,0 0 0,0 0 0,0-1 0,0 1 0,0 0 0,0 0 0,0-1 0,0 1 0,0 0 0,-1-1 0,1 1 0,0 0 0,-1 0 0,1-1 0,0 1 0,-1 0 0,-19 32 0,13-23 0,-1 7 0,0 0 0,2 0 0,0 1 0,0 0 0,-2 23 0,2-13 0,5-26 0,0 1 0,0-1 0,0 1 0,0-1 0,0 0 0,-1 0 0,1 1 0,-1-1 0,1 0 0,-1 0 0,0-1 0,0 1 0,0 0 0,0 0 0,0-1 0,0 1 0,0-1 0,0 0 0,-1 0 0,1 0 0,0 0 0,-1 0 0,1 0 0,-1-1 0,1 1 0,-1-1 0,1 1 0,-4-1 0,-9 0 0,1 1 0,-1-2 0,-26-4 0,28 3 0,-47-4-682,-66 1-1,107 5-6143</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21.428"/>
    </inkml:context>
    <inkml:brush xml:id="br0">
      <inkml:brushProperty name="width" value="0.05" units="cm"/>
      <inkml:brushProperty name="height" value="0.05" units="cm"/>
    </inkml:brush>
  </inkml:definitions>
  <inkml:trace contextRef="#ctx0" brushRef="#br0">0 118 24575,'0'-1'0,"0"0"0,0-1 0,1 1 0,-1 0 0,0-1 0,1 1 0,-1 0 0,0-1 0,1 1 0,0 0 0,-1 0 0,1 0 0,0 0 0,-1 0 0,1 0 0,0-1 0,0 2 0,0-1 0,0 0 0,1-1 0,-1 2 0,-1 0 0,1-1 0,-1 1 0,1 0 0,-1 0 0,1 0 0,0 0 0,-1 0 0,1 0 0,-1 0 0,1 0 0,0 0 0,-1 0 0,1 0 0,-1 0 0,1 0 0,0 0 0,-1 1 0,1-1 0,-1 0 0,1 0 0,-1 1 0,1-1 0,-1 0 0,1 1 0,-1-1 0,1 0 0,-1 1 0,1-1 0,-1 1 0,0-1 0,1 1 0,-1-1 0,0 1 0,1-1 0,-1 1 0,0-1 0,0 1 0,0 0 0,1-1 0,-1 1 0,0-1 0,0 1 0,0 0 0,0 0 0,3 13 0,0 0 0,0 0 0,-2 0 0,1 0 0,-2 22 0,-10 73 0,7-89 0,-27 299 0,29-307 0,1 0 0,0 0 0,0 0 0,1-1 0,3 14 0,-3-22 0,-1-1 0,1 1 0,0-1 0,0 0 0,0 1 0,0-1 0,0 0 0,1 1 0,-1-1 0,1 0 0,-1 0 0,1 0 0,0 0 0,0 0 0,0-1 0,0 1 0,0-1 0,0 1 0,0-1 0,0 1 0,1-1 0,-1 0 0,1 0 0,-1-1 0,1 1 0,-1 0 0,1-1 0,-1 1 0,5-1 0,21 0 0,0-2 0,0-1 0,-1-1 0,41-12 0,7 0 0,101-11 0,284-6 0,182 40 0,-292 1 0,-299-6 0,-1-3 0,0-2 0,87-15 0,-135 17 0,0 1 0,0 0 0,-1-1 0,1 1 0,0-1 0,0 1 0,0-1 0,-1 0 0,1 0 0,0 0 0,-1 0 0,1 0 0,-1 0 0,1 0 0,-1-1 0,0 1 0,1-1 0,-1 1 0,0-1 0,0 1 0,0-1 0,0 1 0,0-1 0,1-2 0,-2 1 0,0-1 0,0 1 0,0-1 0,-1 1 0,1 0 0,-1-1 0,1 1 0,-1 0 0,0 0 0,-1-1 0,1 1 0,-3-5 0,-6-15 0,1-1 0,1 1 0,1-1 0,-7-50 0,0-103 0,9 96 0,0-70 0,4 149 0,1 1 0,0-1 0,-1 0 0,1 1 0,-1 0 0,1-1 0,-1 1 0,0-1 0,0 1 0,1 0 0,-1-1 0,0 1 0,0 0 0,0 0 0,-1 0 0,1-1 0,0 1 0,0 1 0,0-1 0,-1 0 0,1 0 0,-1 0 0,1 1 0,-1-1 0,1 0 0,-1 1 0,1 0 0,-1-1 0,1 1 0,-1 0 0,1 0 0,-4 0 0,-7-1 0,1 1 0,-1 1 0,-18 3 0,15-2 0,-885 41 0,397-29 0,3 31 0,389-22-1365</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21.953"/>
    </inkml:context>
    <inkml:brush xml:id="br0">
      <inkml:brushProperty name="width" value="0.05" units="cm"/>
      <inkml:brushProperty name="height" value="0.05" units="cm"/>
    </inkml:brush>
  </inkml:definitions>
  <inkml:trace contextRef="#ctx0" brushRef="#br0">0 79 24575,'69'-11'0,"694"-8"-693,-558 20 431,-73-1 154,945-23-51,-1057 22 147,-5 1 52,1-1 1,-1-1-1,-1 0 1,24-8-1,-37 10-51,-1 0-1,1 0 1,-1 0-1,1 0 1,-1 0-1,1 0 1,-1 0 0,1 0-1,-1 0 1,0-1-1,1 1 1,-1 0-1,1 0 1,-1 0 0,1-1-1,-1 1 1,0 0-1,1-1 1,-1 1-1,0 0 1,1-1-1,-1 1 1,0-1 0,0 1-1,1 0 1,-1-1-1,0 1 1,0-1-1,1 1 1,-1-1 0,0 1-1,0-1 1,0 1-1,0-2 1</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49.807"/>
    </inkml:context>
    <inkml:brush xml:id="br0">
      <inkml:brushProperty name="width" value="0.05" units="cm"/>
      <inkml:brushProperty name="height" value="0.05" units="cm"/>
    </inkml:brush>
  </inkml:definitions>
  <inkml:trace contextRef="#ctx0" brushRef="#br0">3 53 24575,'-1'-13'0,"0"10"0,1 1 0,0-1 0,0 0 0,0 0 0,0 0 0,0 0 0,1-4 0,0 6 0,-1 0 0,0 1 0,1-1 0,-1 0 0,1 0 0,-1 1 0,1-1 0,-1 1 0,1-1 0,0 0 0,-1 1 0,1-1 0,0 1 0,-1 0 0,1-1 0,0 1 0,0-1 0,-1 1 0,1 0 0,0 0 0,0-1 0,0 1 0,-1 0 0,1 0 0,0 0 0,0 0 0,0 0 0,0 0 0,-1 0 0,1 0 0,0 0 0,1 1 0,-1-1 0,0 0 0,0 1 0,0-1 0,-1 1 0,1-1 0,0 0 0,0 1 0,0-1 0,-1 1 0,1 0 0,0-1 0,-1 1 0,1 0 0,0-1 0,-1 1 0,1 0 0,-1 0 0,1-1 0,-1 1 0,1 0 0,-1 0 0,0 0 0,0 0 0,1 0 0,-1 0 0,0 1 0,4 28 0,-4-25 0,29 379 0,-17-246-1365,-11-105-5461</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0.056"/>
    </inkml:context>
    <inkml:brush xml:id="br0">
      <inkml:brushProperty name="width" value="0.05" units="cm"/>
      <inkml:brushProperty name="height" value="0.05" units="cm"/>
    </inkml:brush>
  </inkml:definitions>
  <inkml:trace contextRef="#ctx0" brushRef="#br0">63 194 24575,'-5'0'0,"1"-1"0,-1 0 0,1 0 0,0 0 0,0-1 0,-1 0 0,1 0 0,0 0 0,-4-3 0,7 5 0,-1-1 0,1 0 0,0 0 0,0 0 0,0 0 0,-1 0 0,1-1 0,0 1 0,1 0 0,-1 0 0,0-1 0,-1-2 0,2 4 0,0-1 0,-1 0 0,1 0 0,0 0 0,0 1 0,0-1 0,0 0 0,1 0 0,-1 0 0,0 1 0,0-1 0,0 0 0,1 0 0,-1 1 0,0-1 0,1 0 0,-1 1 0,0-1 0,1 0 0,-1 1 0,1-1 0,-1 1 0,1-1 0,-1 0 0,1 1 0,1-1 0,4-4 0,0 1 0,0 0 0,1 1 0,-1 0 0,1 0 0,0 0 0,8-2 0,54-10 0,-40 9 0,127-23 299,87-20-1963,-202 37-5162</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0.289"/>
    </inkml:context>
    <inkml:brush xml:id="br0">
      <inkml:brushProperty name="width" value="0.05" units="cm"/>
      <inkml:brushProperty name="height" value="0.05" units="cm"/>
    </inkml:brush>
  </inkml:definitions>
  <inkml:trace contextRef="#ctx0" brushRef="#br0">10 99 24575,'-3'-2'0,"0"-3"0,0-6 0,3-3 0,6 0 0,7 1 0,9 3 0,9-1 0,12 3 0,8 3 0,8 1 0,2 2 0,2 4 0,-2 1 0,-3 3 0,-12 0-8191</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0.862"/>
    </inkml:context>
    <inkml:brush xml:id="br0">
      <inkml:brushProperty name="width" value="0.05" units="cm"/>
      <inkml:brushProperty name="height" value="0.05" units="cm"/>
    </inkml:brush>
  </inkml:definitions>
  <inkml:trace contextRef="#ctx0" brushRef="#br0">0 155 24575,'0'-2'0,"0"1"0,0-1 0,0 1 0,1-1 0,-1 1 0,0-1 0,1 1 0,-1-1 0,1 1 0,-1 0 0,1-1 0,0 1 0,-1 0 0,1-1 0,0 1 0,0 0 0,0 0 0,0 0 0,0 0 0,0 0 0,2-2 0,-1 2 0,1 0 0,-1 0 0,1 0 0,-1 0 0,1 0 0,-1 0 0,1 1 0,0-1 0,-1 1 0,1 0 0,4 0 0,-1 0 0,-1 0 0,1 1 0,0 0 0,0 0 0,0 1 0,-1-1 0,1 1 0,-1 1 0,1-1 0,7 5 0,-6-1 0,-1-1 0,0 1 0,0 0 0,-1 1 0,0-1 0,0 1 0,0 0 0,-1 0 0,0 1 0,0-1 0,-1 1 0,4 9 0,-4-5 0,0 0 0,0 1 0,-2-1 0,1 1 0,-1-1 0,-1 1 0,-2 19 0,2-30 0,0 1 0,-1 0 0,0-1 0,1 1 0,-1-1 0,0 1 0,0-1 0,-1 0 0,1 1 0,0-1 0,-1 0 0,1 0 0,-1 0 0,0 0 0,0 0 0,-3 3 0,5-5 0,-1 1 0,1-1 0,-1 0 0,1 1 0,-1-1 0,0 0 0,1 0 0,-1 0 0,1 1 0,-1-1 0,0 0 0,1 0 0,-1 0 0,0 0 0,1 0 0,-1 0 0,0 0 0,1 0 0,-1 0 0,0-1 0,1 1 0,-1 0 0,1 0 0,-2-1 0,1 0 0,-1 0 0,1 0 0,0-1 0,0 1 0,0 0 0,0-1 0,0 1 0,0 0 0,1-1 0,-1 1 0,0-1 0,1 1 0,-1-1 0,0-3 0,0-2 0,0 0 0,0 0 0,1-1 0,0 1 0,0 0 0,1-1 0,0 1 0,0 0 0,3-12 0,5-8 0,12-28 0,-18 47 0,7-16 0,0 1 0,2 0 0,27-40 0,-34 56 0,0 1 0,0 0 0,1 1 0,0-1 0,0 1 0,0 0 0,10-5 0,-12 8 0,0 0 0,0 0 0,0 1 0,1-1 0,-1 1 0,0 0 0,0 0 0,1 1 0,-1-1 0,1 1 0,-1 0 0,0 0 0,1 0 0,5 2 0,-3 0 0,0 0 0,-1 1 0,1 0 0,-1 0 0,0 0 0,0 1 0,0 0 0,-1 0 0,1 1 0,-1-1 0,0 1 0,0 0 0,-1 1 0,1-1 0,-1 1 0,0 0 0,-1 0 0,6 11 0,-3-3 0,0 1 0,0 0 0,-2 0 0,0 0 0,0 0 0,-2 1 0,2 21 0,-4-17-682,-6 41-1,2-40-6143</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1.205"/>
    </inkml:context>
    <inkml:brush xml:id="br0">
      <inkml:brushProperty name="width" value="0.05" units="cm"/>
      <inkml:brushProperty name="height" value="0.05" units="cm"/>
    </inkml:brush>
  </inkml:definitions>
  <inkml:trace contextRef="#ctx0" brushRef="#br0">72 108 24575,'4'-5'0,"-1"-1"0,0 1 0,0-1 0,0 0 0,-1 0 0,0 0 0,0 0 0,-1-1 0,1 1 0,-1-1 0,0-9 0,-1 15 0,0 0 0,0 0 0,0 0 0,0 0 0,0 0 0,0 0 0,0 0 0,0 0 0,0 0 0,0 0 0,-1 0 0,1 1 0,0-1 0,-1 0 0,1 0 0,-1 0 0,1 0 0,-1 1 0,1-1 0,-1 0 0,1 0 0,-1 1 0,0-1 0,1 0 0,-1 1 0,0-1 0,0 1 0,1-1 0,-1 1 0,0-1 0,0 1 0,-1-1 0,0 1 0,1 0 0,-1 0 0,1 0 0,-1 0 0,1 1 0,-1-1 0,1 0 0,0 1 0,-1-1 0,1 1 0,-1-1 0,1 1 0,0 0 0,0 0 0,-1-1 0,1 1 0,0 0 0,0 0 0,0 0 0,-1 2 0,-4 4 0,1 0 0,0 1 0,1-1 0,0 1 0,0 0 0,0 1 0,1-1 0,1 0 0,-1 1 0,-1 14 0,-1 11 0,0 46 0,5-69 57,0 0 0,0 0 0,2 1 0,-1-1 0,4 14 0,-4-22-147,0 1 0,1 0 0,-1 0 0,1-1 0,0 1 1,0-1-1,0 0 0,0 1 0,1-1 0,-1 0 1,1 0-1,0 0 0,-1-1 0,1 1 0,1-1 0,-1 1 1,0-1-1,5 2 0,7 2-6736</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1.609"/>
    </inkml:context>
    <inkml:brush xml:id="br0">
      <inkml:brushProperty name="width" value="0.05" units="cm"/>
      <inkml:brushProperty name="height" value="0.05" units="cm"/>
    </inkml:brush>
  </inkml:definitions>
  <inkml:trace contextRef="#ctx0" brushRef="#br0">183 56 24575,'0'-1'0,"0"0"0,0 0 0,0 0 0,0 0 0,-1 0 0,1 0 0,0 0 0,0 0 0,-1 0 0,1 0 0,-1 0 0,1 0 0,-1 0 0,1 0 0,-1 0 0,1 1 0,-1-1 0,0 0 0,0 0 0,1 1 0,-1-1 0,-1-1 0,0 1 0,0 0 0,0 1 0,0-1 0,-1 0 0,1 1 0,0-1 0,0 1 0,0-1 0,-1 1 0,-1 0 0,-3 0 0,0 1 0,0 0 0,0 0 0,0 0 0,-13 5 0,14-3 0,0 0 0,1 1 0,-1-1 0,1 1 0,0 0 0,0 0 0,0 1 0,0-1 0,1 1 0,-1 0 0,1 0 0,1 1 0,-1-1 0,1 1 0,0 0 0,0 0 0,1 0 0,-1 0 0,1 1 0,1-1 0,-1 0 0,1 1 0,0-1 0,0 8 0,1-7 0,0 0 0,0 0 0,0 0 0,1 0 0,0 0 0,0-1 0,1 1 0,-1 0 0,2-1 0,-1 1 0,1-1 0,0 1 0,0-1 0,0 0 0,1 0 0,0-1 0,1 1 0,-1-1 0,1 0 0,0 0 0,0 0 0,11 7 0,-13-10 0,0 0 0,0 0 0,0-1 0,1 1 0,-1-1 0,1 1 0,-1-1 0,1 0 0,-1-1 0,1 1 0,0-1 0,0 1 0,-1-1 0,1 0 0,0 0 0,-1-1 0,1 1 0,0-1 0,-1 0 0,1 0 0,0 0 0,-1 0 0,1 0 0,-1-1 0,0 0 0,0 0 0,1 0 0,-1 0 0,0 0 0,-1-1 0,1 1 0,0-1 0,-1 0 0,1 1 0,2-6 0,1-1 0,0-1 0,-1 1 0,0-1 0,0 0 0,-1 0 0,-1 0 0,0 0 0,0-1 0,-1 0 0,0 1 0,0-14 0,-2 10 0,0 1 0,-1 0 0,-1 0 0,0 0 0,-4-16 0,5 25 0,0 0 0,0 1 0,-1-1 0,0 0 0,1 0 0,-1 1 0,0-1 0,0 1 0,-1 0 0,1-1 0,-1 1 0,0 0 0,0 0 0,0 1 0,0-1 0,0 1 0,0-1 0,-1 1 0,1 0 0,-8-3 0,10 5-68,0 0 0,0-1-1,0 1 1,0 0 0,-1 0 0,1 0-1,0 0 1,0 0 0,0 0 0,0 0-1,0 0 1,0 0 0,0 1 0,0-1-1,0 0 1,0 1 0,0-1-1,0 1 1,-1 0 0</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2.077"/>
    </inkml:context>
    <inkml:brush xml:id="br0">
      <inkml:brushProperty name="width" value="0.05" units="cm"/>
      <inkml:brushProperty name="height" value="0.05" units="cm"/>
    </inkml:brush>
  </inkml:definitions>
  <inkml:trace contextRef="#ctx0" brushRef="#br0">29 92 24575,'-5'-5'0,"3"4"0,0-1 0,0 1 0,1-1 0,-1 1 0,0-1 0,1 0 0,0 1 0,-1-1 0,1 0 0,0 0 0,0 0 0,0 0 0,0 0 0,0 0 0,0 0 0,1 0 0,-1-1 0,1 1 0,-1-3 0,1 5 0,0-1 0,0 1 0,1 0 0,-1-1 0,0 1 0,0 0 0,1 0 0,-1-1 0,0 1 0,0 0 0,1 0 0,-1 0 0,0-1 0,0 1 0,1 0 0,-1 0 0,0 0 0,1 0 0,-1 0 0,0-1 0,1 1 0,-1 0 0,0 0 0,1 0 0,-1 0 0,0 0 0,1 0 0,-1 0 0,0 0 0,1 0 0,-1 0 0,0 1 0,1-1 0,-1 0 0,0 0 0,1 0 0,-1 0 0,0 0 0,1 0 0,-1 1 0,0-1 0,0 0 0,1 0 0,-1 1 0,0-1 0,0 0 0,1 0 0,-1 1 0,0-1 0,14 13 0,-7-4 0,-1 1 0,0-1 0,-1 1 0,0 0 0,-1 0 0,0 1 0,0-1 0,-1 1 0,2 13 0,-1 4 0,0 0 0,-1 42 0,-4-58 0,1 3 0,2-15 0,3-9 0,24-54 0,29-56 0,-47 100 0,0 0 0,2 1 0,0 1 0,15-17 0,-25 32 0,-1-1 0,0 1 0,1 0 0,0 0 0,-1 0 0,1 0 0,0 0 0,0 0 0,0 1 0,0-1 0,0 1 0,1 0 0,-1 0 0,0 0 0,0 0 0,1 1 0,3-1 0,-5 2 0,1-1 0,-1 1 0,1-1 0,-1 1 0,0 0 0,0 0 0,1 0 0,-1 0 0,0 0 0,0 1 0,0-1 0,0 0 0,0 1 0,-1 0 0,1-1 0,0 1 0,-1 0 0,1 0 0,-1 0 0,0 0 0,1 0 0,-1 0 0,0 1 0,1 2 0,4 12 57,0 0 0,0 0 0,-2 1 0,0 0 0,1 22 0,-1 91-1764,-4-108-5119</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2.465"/>
    </inkml:context>
    <inkml:brush xml:id="br0">
      <inkml:brushProperty name="width" value="0.05" units="cm"/>
      <inkml:brushProperty name="height" value="0.05" units="cm"/>
    </inkml:brush>
  </inkml:definitions>
  <inkml:trace contextRef="#ctx0" brushRef="#br0">180 14 24575,'0'0'0,"-1"0"0,1-1 0,0 1 0,0 0 0,0 0 0,0 0 0,0 0 0,0 0 0,0 0 0,0-1 0,0 1 0,0 0 0,0 0 0,0 0 0,0 0 0,0 0 0,0-1 0,0 1 0,0 0 0,0 0 0,0 0 0,0 0 0,0-1 0,0 1 0,0 0 0,0 0 0,0 0 0,0 0 0,0 0 0,0 0 0,0-1 0,0 1 0,0 0 0,1 0 0,-1 0 0,0 0 0,0 0 0,0 0 0,0 0 0,0-1 0,0 1 0,0 0 0,1 0 0,-1 0 0,0 0 0,0 0 0,0 0 0,-16-6 0,5 5 0,1 1 0,-1 0 0,0 0 0,0 2 0,0-1 0,-18 6 0,25-6 0,0 0 0,0 0 0,0 1 0,0-1 0,0 1 0,1 0 0,-1 0 0,1 0 0,-1 0 0,1 1 0,0 0 0,0-1 0,0 1 0,0 0 0,1 0 0,-1 1 0,1-1 0,0 0 0,0 1 0,0 0 0,-2 3 0,4-3 0,0-1 0,-1 0 0,1 1 0,0-1 0,1 1 0,-1-1 0,1 0 0,-1 1 0,1-1 0,0 0 0,0 0 0,1 0 0,-1 0 0,1 0 0,-1 0 0,1 0 0,0 0 0,0 0 0,0-1 0,0 1 0,1-1 0,-1 1 0,6 3 0,2 2 0,1 0 0,-1-1 0,2 0 0,21 9 0,-13-8 0,27 14 0,-43-20 0,0 0 0,-1 0 0,1 1 0,-1-1 0,1 1 0,-1 0 0,0 0 0,0 0 0,3 5 0,-5-7 0,-1 0 0,1 1 0,0-1 0,-1 0 0,1 0 0,-1 0 0,1 0 0,-1 1 0,0-1 0,1 0 0,-1 1 0,0-1 0,0 0 0,0 0 0,0 1 0,0-1 0,0 0 0,0 1 0,-1-1 0,1 0 0,0 0 0,-2 3 0,1-2 0,0 0 0,-1 0 0,1 0 0,-1-1 0,1 1 0,-1 0 0,0-1 0,0 1 0,0-1 0,0 0 0,-4 2 0,-1 1 0,-1-1 0,-1 0 0,1-1 0,0 0 0,-17 2 0,14-2-341,-1-2 0,0 0-1,-20-3 1,15 0-6485</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2.698"/>
    </inkml:context>
    <inkml:brush xml:id="br0">
      <inkml:brushProperty name="width" value="0.05" units="cm"/>
      <inkml:brushProperty name="height" value="0.05" units="cm"/>
    </inkml:brush>
  </inkml:definitions>
  <inkml:trace contextRef="#ctx0" brushRef="#br0">1 7 24575,'25'-3'0,"-22"2"0,0 0 0,-1 1 0,1-1 0,0 1 0,-1 0 0,1 0 0,0 0 0,4 1 0,-5-1 0,-1 1 0,0 0 0,1-1 0,-1 1 0,0 0 0,0 0 0,0 0 0,1 0 0,-1 0 0,0 0 0,0 0 0,0 0 0,-1 0 0,1 0 0,0 1 0,0-1 0,-1 0 0,1 1 0,-1-1 0,1 0 0,0 3 0,5 19 0,-1 0 0,-2 1 0,0 0 0,0 28 0,-2-29 0,1 82-1365,-2-90-5461</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2.871"/>
    </inkml:context>
    <inkml:brush xml:id="br0">
      <inkml:brushProperty name="width" value="0.05" units="cm"/>
      <inkml:brushProperty name="height" value="0.05" units="cm"/>
    </inkml:brush>
  </inkml:definitions>
  <inkml:trace contextRef="#ctx0" brushRef="#br0">0 48 24575,'0'-4'0,"0"-7"0,0-4 0,0 3 0,0 6 0,0 7 0,0 5 0,0 4 0,0 0-8191</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3.281"/>
    </inkml:context>
    <inkml:brush xml:id="br0">
      <inkml:brushProperty name="width" value="0.05" units="cm"/>
      <inkml:brushProperty name="height" value="0.05" units="cm"/>
    </inkml:brush>
  </inkml:definitions>
  <inkml:trace contextRef="#ctx0" brushRef="#br0">141 61 24575,'1'0'0,"0"0"0,0-1 0,0 1 0,0 0 0,0-1 0,0 1 0,0-1 0,-1 1 0,1-1 0,0 0 0,0 1 0,0-1 0,0 0 0,-1 1 0,1-1 0,0 0 0,-1 0 0,1 0 0,0 0 0,-1 0 0,1 1 0,-1-1 0,0 0 0,1 0 0,-1 0 0,0 0 0,1-1 0,-1 1 0,0 0 0,0 0 0,0 0 0,0 0 0,0 0 0,0 0 0,0 0 0,-1 0 0,1 0 0,0 0 0,0 0 0,-1 0 0,1 0 0,-1 0 0,1 0 0,-1 0 0,1 0 0,-1 0 0,1 1 0,-1-1 0,0 0 0,0 0 0,0 0 0,-4-2 0,1 1 0,0 0 0,-1 0 0,0 0 0,1 1 0,-1 0 0,0-1 0,0 2 0,0-1 0,-8 0 0,4 1 0,0 0 0,0 0 0,0 1 0,0 0 0,-10 3 0,18-4 0,-1 1 0,1-1 0,-1 1 0,1-1 0,0 1 0,-1-1 0,1 1 0,0 0 0,-1-1 0,1 1 0,0 0 0,0 0 0,0 0 0,0 0 0,0 0 0,0 0 0,0 1 0,0-1 0,0 0 0,0 0 0,1 1 0,-1-1 0,0 0 0,0 2 0,1-1 0,0 1 0,0-1 0,0 0 0,1 0 0,-1 0 0,0 0 0,1 0 0,0 1 0,-1-1 0,1 0 0,0 0 0,0 0 0,0-1 0,2 4 0,5 5 0,0 0 0,0 0 0,1-1 0,12 10 0,4 2 0,-7-7 0,-1 2 0,0-1 0,-2 2 0,16 19 0,-27-31 0,-1 0 0,0 0 0,0 0 0,-1 0 0,1 1 0,-1-1 0,0 1 0,-1-1 0,1 1 0,-1 0 0,0-1 0,0 1 0,-1 0 0,0 0 0,0 0 0,0 0 0,-1 0 0,0-1 0,0 1 0,0 0 0,-3 5 0,4-9-37,-1-1 0,1 0 1,-1 1-1,1-1 0,-1 0 0,0 0 0,0 0 0,1 1 0,-1-1 0,0 0 0,0 0 0,0 0 1,0 0-1,0-1 0,-1 1 0,1 0 0,0 0 0,0-1 0,0 1 0,-1 0 0,1-1 0,0 1 1,-1-1-1,1 0 0,-1 1 0,1-1 0,0 0 0,-1 0 0,1 0 0,-1 0 0,1 0 0,0 0 1,-1-1-1,1 1 0,0 0 0,-3-1 0,-10-4-6789</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3.573"/>
    </inkml:context>
    <inkml:brush xml:id="br0">
      <inkml:brushProperty name="width" value="0.05" units="cm"/>
      <inkml:brushProperty name="height" value="0.05" units="cm"/>
    </inkml:brush>
  </inkml:definitions>
  <inkml:trace contextRef="#ctx0" brushRef="#br0">0 0 24575,'45'181'0,"-37"-152"33,26 106 266,-28-108-723,-2 0-1,-2 1 1,0 29 0,-2-39-6402</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3.934"/>
    </inkml:context>
    <inkml:brush xml:id="br0">
      <inkml:brushProperty name="width" value="0.05" units="cm"/>
      <inkml:brushProperty name="height" value="0.05" units="cm"/>
    </inkml:brush>
  </inkml:definitions>
  <inkml:trace contextRef="#ctx0" brushRef="#br0">6 160 24575,'0'0'0,"0"-1"0,-1 1 0,1 0 0,-1-1 0,1 1 0,0 0 0,-1-1 0,1 1 0,0 0 0,0-1 0,-1 1 0,1-1 0,0 1 0,0-1 0,0 1 0,-1-1 0,1 1 0,0 0 0,0-1 0,0 1 0,0-1 0,0 1 0,0-1 0,0 1 0,0-1 0,0 1 0,0-1 0,0 1 0,0-1 0,1 1 0,-1-1 0,0 0 0,1 1 0,0-1 0,0 0 0,0 0 0,-1 1 0,1-1 0,0 0 0,1 1 0,-1-1 0,0 1 0,0-1 0,0 1 0,2-1 0,37-4 0,-39 5 0,100 1 0,-69 0 0,1-1 0,-1-1 0,35-6 0,-64 7 0,0-1 0,-1 1 0,1-1 0,-1 0 0,1 0 0,-1 0 0,1 0 0,-1-1 0,0 1 0,1-1 0,-1 1 0,0-1 0,0 0 0,0 0 0,0 0 0,-1 0 0,1 0 0,0 0 0,-1 0 0,0 0 0,1-1 0,1-3 0,-3 3 0,1-1 0,0 1 0,-1 0 0,1 0 0,-1 0 0,0-1 0,0 1 0,0 0 0,-1 0 0,1 0 0,-1-1 0,0 1 0,0 0 0,0 0 0,0 0 0,0 0 0,-1 0 0,-3-5 0,5 7 0,-1 0 0,0-1 0,1 1 0,-1 0 0,0-1 0,0 1 0,0 0 0,0 0 0,0 0 0,0 0 0,0 0 0,0 0 0,0 0 0,-1 0 0,1 1 0,0-1 0,0 0 0,-1 1 0,1-1 0,-1 1 0,1-1 0,0 1 0,-1 0 0,1 0 0,-1-1 0,1 1 0,-1 0 0,1 0 0,-1 0 0,1 1 0,-1-1 0,1 0 0,-1 1 0,1-1 0,0 0 0,-1 1 0,1 0 0,0-1 0,-1 1 0,1 0 0,0 0 0,0 0 0,-1-1 0,1 1 0,0 0 0,-1 2 0,-3 2 0,0 1 0,1 0 0,-1 0 0,1 0 0,1 1 0,-1-1 0,1 1 0,-3 8 0,1 2 57,0 1 0,1 0 0,0 1 0,2-1 0,-1 30 0,3-41-147,0 0 0,0 0 0,1-1 0,0 1 0,0 0 1,1-1-1,-1 1 0,1-1 0,1 1 0,-1-1 1,1 0-1,0 0 0,1 0 0,-1-1 0,1 1 0,0-1 1,1 0-1,7 8 0,6-1-6736</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4.412"/>
    </inkml:context>
    <inkml:brush xml:id="br0">
      <inkml:brushProperty name="width" value="0.05" units="cm"/>
      <inkml:brushProperty name="height" value="0.05" units="cm"/>
    </inkml:brush>
  </inkml:definitions>
  <inkml:trace contextRef="#ctx0" brushRef="#br0">8 110 24575,'-3'-14'0,"-1"-24"0,4 38 0,0-1 0,0 1 0,0-1 0,0 1 0,0-1 0,0 1 0,0-1 0,0 1 0,0-1 0,0 1 0,1-1 0,-1 1 0,0-1 0,0 1 0,1-1 0,-1 1 0,0 0 0,1-1 0,-1 1 0,0-1 0,1 1 0,-1 0 0,0-1 0,1 1 0,-1 0 0,1 0 0,-1-1 0,1 1 0,-1 0 0,1 0 0,-1 0 0,1-1 0,-1 1 0,1 0 0,-1 0 0,1 0 0,-1 0 0,1 0 0,-1 0 0,1 0 0,-1 0 0,1 0 0,-1 0 0,1 1 0,-1-1 0,1 0 0,-1 0 0,1 0 0,-1 1 0,1-1 0,-1 0 0,1 0 0,-1 1 0,1-1 0,-1 1 0,4 1 0,0 1 0,0 0 0,0 0 0,0 0 0,-1 1 0,0-1 0,0 1 0,0-1 0,0 1 0,0 0 0,-1 0 0,4 8 0,3 7 0,8 31 0,-15-44 0,5 14 0,-2 0 0,0 0 0,-1 1 0,-1-1 0,0 33 0,-3-64 0,0-12 0,1 1 0,1 0 0,1 0 0,6-26 0,-5 32 0,1 1 0,0 0 0,1 1 0,1-1 0,1 1 0,0 0 0,0 1 0,1 0 0,1 0 0,12-12 0,-21 24 0,1 0 0,-1-1 0,1 1 0,-1 0 0,1 0 0,0 0 0,0 0 0,-1 0 0,1 0 0,0 0 0,0 0 0,0 1 0,0-1 0,0 1 0,0 0 0,0-1 0,0 1 0,0 0 0,0 0 0,0 0 0,2 1 0,-2 0 0,1 0 0,-1 0 0,0 0 0,0 0 0,0 1 0,0-1 0,0 1 0,0-1 0,0 1 0,0 0 0,0-1 0,-1 1 0,1 0 0,1 4 0,3 4 0,-1 0 0,0 1 0,-1 0 0,0 0 0,5 22 0,3 80 0,-10-87 0,0 0 0,1 0 0,2 0 0,9 29 0,-14-54 3,0-1-37,0 0-1,0 1 1,0-1 0,0 0 0,0 1 0,0-1-1,0 0 1,0 1 0,1-1 0,-1 0 0,0 1-1,0-1 1,0 0 0,0 1 0,0-1 0,1 0-1,-1 0 1,0 1 0,0-1 0,0 0 0,1 0-1,-1 1 1,0-1 0,0 0 0,1 0 0,-1 0 0,0 1-1,1-1 1,-1 0 0,0 0 0,0 0 0,1 0-1,-1 0 1,0 0 0,1 0 0,-1 0 0,0 0-1,1 0 1,0 0 0</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4.710"/>
    </inkml:context>
    <inkml:brush xml:id="br0">
      <inkml:brushProperty name="width" value="0.05" units="cm"/>
      <inkml:brushProperty name="height" value="0.05" units="cm"/>
    </inkml:brush>
  </inkml:definitions>
  <inkml:trace contextRef="#ctx0" brushRef="#br0">5 14 24575,'0'-1'0,"1"1"0,-1-1 0,0 1 0,0-1 0,0 0 0,0 1 0,0-1 0,0 1 0,0-1 0,0 1 0,0-1 0,-1 0 0,1 1 0,0-1 0,0 1 0,0-1 0,-1 1 0,1-1 0,0 1 0,-1-1 0,1 1 0,0-1 0,-1 0 0,0 2 0,1 0 0,0 0 0,0-1 0,0 1 0,0 0 0,0 0 0,0 0 0,0 0 0,0-1 0,0 1 0,0 0 0,0 0 0,1 0 0,-1 0 0,0-1 0,1 1 0,-1 0 0,1 0 0,79 239 0,-69-197 0,-2 2 0,-2-1 0,1 73 0,-9 25 0,1-140-105,0-1 0,1 1 0,-1 0 0,0-1 0,0 1 0,1 0 0,-1-1 0,1 1 0,0-1 0,-1 1 0,1-1 0,2 3 0</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54.911"/>
    </inkml:context>
    <inkml:brush xml:id="br0">
      <inkml:brushProperty name="width" value="0.05" units="cm"/>
      <inkml:brushProperty name="height" value="0.05" units="cm"/>
    </inkml:brush>
  </inkml:definitions>
  <inkml:trace contextRef="#ctx0" brushRef="#br0">87 57 24575,'-5'-2'0,"-4"-4"0,-3 0 0,-3-2 0,-3 1 0,2-2 0,7 2 0,6 2 0,10 1 0,7 2 0,7 3 0,4 2 0,2 0 0,5 0 0,1-1 0,0-1 0,-4-2 0,-6-2-8191</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08.056"/>
    </inkml:context>
    <inkml:brush xml:id="br0">
      <inkml:brushProperty name="width" value="0.05" units="cm"/>
      <inkml:brushProperty name="height" value="0.05" units="cm"/>
    </inkml:brush>
  </inkml:definitions>
  <inkml:trace contextRef="#ctx0" brushRef="#br0">10 20 24575,'-6'-9'0,"3"6"0,12 1 0,160 1 0,-22 1 0,-129-2-1365,-5-1-5461</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08.384"/>
    </inkml:context>
    <inkml:brush xml:id="br0">
      <inkml:brushProperty name="width" value="0.05" units="cm"/>
      <inkml:brushProperty name="height" value="0.05" units="cm"/>
    </inkml:brush>
  </inkml:definitions>
  <inkml:trace contextRef="#ctx0" brushRef="#br0">17 16 24575,'-1'0'0,"0"0"0,0 0 0,0 0 0,1 0 0,-1-1 0,0 1 0,0 0 0,1-1 0,-1 1 0,0 0 0,1-1 0,-1 1 0,0-1 0,1 1 0,-1-1 0,0 1 0,1-1 0,-1 1 0,1-1 0,-1 0 0,1 1 0,-1-1 0,1-1 0,0 2 0,-1 0 0,1 0 0,0 0 0,0-1 0,0 1 0,0 0 0,0 0 0,0 0 0,0 0 0,0 0 0,0 0 0,0-1 0,0 1 0,0 0 0,0 0 0,0 0 0,0 0 0,0 0 0,0-1 0,0 1 0,0 0 0,1 0 0,-1 0 0,0 0 0,0 0 0,0 0 0,0-1 0,0 1 0,0 0 0,0 0 0,0 0 0,0 0 0,1 0 0,-1 0 0,0 0 0,0 0 0,0 0 0,0-1 0,0 1 0,0 0 0,1 0 0,12 4 0,9 6 0,-2 2 0,35 24 0,-46-30 0,-1 1 0,0 0 0,0 1 0,-1 0 0,0 0 0,0 0 0,-1 1 0,8 14 0,-13-20 0,0 0 0,1 0 0,-1 0 0,-1 0 0,1 1 0,0-1 0,-1 0 0,0 0 0,1 1 0,-1-1 0,-1 0 0,1 1 0,0-1 0,-2 6 0,0-4 0,0 0 0,0 1 0,-1-1 0,0 0 0,1 0 0,-2 0 0,-6 8 0,-2 0 0,-1 0 0,-1-1 0,0-1 0,-21 14 0,-4-1-1365,2-2-5461</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23.941"/>
    </inkml:context>
    <inkml:brush xml:id="br0">
      <inkml:brushProperty name="width" value="0.05" units="cm"/>
      <inkml:brushProperty name="height" value="0.05" units="cm"/>
    </inkml:brush>
  </inkml:definitions>
  <inkml:trace contextRef="#ctx0" brushRef="#br0">69 1 24575,'-37'668'0,"6"-209"0,35 1 0,3-382 0,21 94 0,-17-126 0,2 0 0,1 0 0,27 54 0,-37-91 69,1 0-1,0-1 0,0 1 0,10 11 1,-14-19-124,0 1-1,1-1 1,-1 0 0,0 1 0,1-1 0,-1 0 0,1 0 0,-1 1 0,1-1 0,-1 0 0,1-1 0,0 1 0,0 0 0,-1 0 0,1-1 0,0 1 0,0-1 0,0 0 0,0 1 0,0-1-1,-1 0 1,1 0 0,0 0 0,0 0 0,0-1 0,0 1 0,0 0 0,0-1 0,-1 0 0,3 0 0,10-8-6771</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25.188"/>
    </inkml:context>
    <inkml:brush xml:id="br0">
      <inkml:brushProperty name="width" value="0.05" units="cm"/>
      <inkml:brushProperty name="height" value="0.05" units="cm"/>
    </inkml:brush>
  </inkml:definitions>
  <inkml:trace contextRef="#ctx0" brushRef="#br0">14 199 24575,'-2'-2'0,"0"0"0,1 0 0,0-1 0,0 1 0,-1-1 0,1 1 0,1-1 0,-1 1 0,0-1 0,1 1 0,-1-1 0,1 0 0,0 1 0,0-4 0,0 1 0,0 1 0,0-1 0,0 0 0,1 1 0,0-1 0,0 1 0,2-6 0,1 4 0,-1 1 0,1-1 0,-1 1 0,2 0 0,-1 1 0,0-1 0,1 1 0,0 0 0,0 0 0,0 0 0,0 0 0,1 1 0,0 0 0,-1 1 0,1-1 0,0 1 0,0 0 0,7-1 0,16-4 0,0 1 0,46-2 0,-61 7 0,500-19-301,3 32-347,-203-2 245,-70-4-287,409 7-412,1-23 2160,-631 8-468,-17 1-424,0 1 0,0-1 1,0 1-1,0 0 0,0 0 0,0 1 1,0-1-1,9 4 0,-14-4-166,0 1 0,0 0 0,0 0 0,0-1 0,0 1 0,0 0 0,0 0 0,-1 0 0,1 0 0,0 0 0,-1 0 0,1 0 0,0 0 0,-1 0 0,1 1 0,-1-1 0,1 2 0,3 24 0,-3-18 0,91 481 0,-3-28 0,-59-79 0,-29 2 0,-3-182 0,3-188 0,-1-1 0,-1 1 0,-1 0 0,0-1 0,-1 1 0,-6 18 0,7-29 0,0 1 0,0-1 0,0 0 0,0 0 0,-1 0 0,1 0 0,-1-1 0,0 1 0,0-1 0,-1 0 0,1 1 0,-1-1 0,1-1 0,-1 1 0,0-1 0,0 1 0,0-1 0,0 0 0,-1 0 0,1-1 0,-1 1 0,1-1 0,-9 1 0,-20 0 0,1-1 0,0-2 0,0-1 0,-48-9 0,12 1 0,-430-29 0,-2 22 0,35 8 0,-136-4 0,3-21 0,534 25 0,45 5 0,-1 1 0,0 1 0,-34 1 0,44 2 0,-1 2 0,1-1 0,-1 1 0,-17 8 0,17-6 0,-1 0 0,0-1 0,-14 2 0,2-5 342,21-6-684,11-7-1023,-2 4-5461</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27.598"/>
    </inkml:context>
    <inkml:brush xml:id="br0">
      <inkml:brushProperty name="width" value="0.05" units="cm"/>
      <inkml:brushProperty name="height" value="0.05" units="cm"/>
    </inkml:brush>
  </inkml:definitions>
  <inkml:trace contextRef="#ctx0" brushRef="#br0">0 1 24575,'12'29'0,"40"393"0,-45-67 0,-8-237 0,4-76 342,-3-40-456,0 1 0,0-1 0,1 0 0,-1 1 1,1-1-1,0 0 0,0 0 0,0 1 1,0-1-1,0 0 0,0 0 0,0 0 1,1 0-1,2 3 0</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28.106"/>
    </inkml:context>
    <inkml:brush xml:id="br0">
      <inkml:brushProperty name="width" value="0.05" units="cm"/>
      <inkml:brushProperty name="height" value="0.05" units="cm"/>
    </inkml:brush>
  </inkml:definitions>
  <inkml:trace contextRef="#ctx0" brushRef="#br0">1 132 24575,'0'1'0,"0"0"0,1 0 0,-1-1 0,0 1 0,1 0 0,-1-1 0,1 1 0,-1-1 0,1 1 0,-1 0 0,1-1 0,-1 1 0,1-1 0,0 0 0,-1 1 0,1-1 0,0 1 0,0-1 0,-1 0 0,1 0 0,0 1 0,0-1 0,-1 0 0,1 0 0,0 0 0,0 0 0,1 0 0,27 2 0,-25-1 0,352-5 0,-1-20 0,27-2 0,-234 20 0,271-16 0,-3-28 0,-379 46 279,-28 4-553,0-1 0,0 0 0,0 0 0,-1-1 0,12-4 0</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28.838"/>
    </inkml:context>
    <inkml:brush xml:id="br0">
      <inkml:brushProperty name="width" value="0.05" units="cm"/>
      <inkml:brushProperty name="height" value="0.05" units="cm"/>
    </inkml:brush>
  </inkml:definitions>
  <inkml:trace contextRef="#ctx0" brushRef="#br0">1 1 24575,'14'35'0,"-4"9"0,-1 0 0,-2 1 0,2 65 0,-6-65 0,1 223 0,-3-59 0,15-81 0,-4-51 0,-12-75-1365</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29.677"/>
    </inkml:context>
    <inkml:brush xml:id="br0">
      <inkml:brushProperty name="width" value="0.05" units="cm"/>
      <inkml:brushProperty name="height" value="0.05" units="cm"/>
    </inkml:brush>
  </inkml:definitions>
  <inkml:trace contextRef="#ctx0" brushRef="#br0">1 1 24575,'0'0'0,"2"0"0,1 2 0,0 4 0,0 4 0,1 5 0,0 3 0,0 4 0,-2 2 0,0 1 0,-1-1 0,-1 0 0,0-1 0,0-2 0,0-1 0,0-5-8191</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30.084"/>
    </inkml:context>
    <inkml:brush xml:id="br0">
      <inkml:brushProperty name="width" value="0.05" units="cm"/>
      <inkml:brushProperty name="height" value="0.05" units="cm"/>
    </inkml:brush>
  </inkml:definitions>
  <inkml:trace contextRef="#ctx0" brushRef="#br0">29 214 24575,'-1'-12'0,"-1"1"0,0-1 0,0 1 0,-5-14 0,-7-32 0,14 52 0,0 1 0,-1-1 0,1 1 0,1 0 0,-1-1 0,0 1 0,1-1 0,0 1 0,0 0 0,3-7 0,-2 9 0,-1 0 0,1-1 0,-1 1 0,1 0 0,0 0 0,0 1 0,0-1 0,0 0 0,0 1 0,0-1 0,0 1 0,0 0 0,1-1 0,-1 1 0,1 0 0,-1 1 0,1-1 0,-1 0 0,1 1 0,-1-1 0,1 1 0,0 0 0,-1 0 0,1 0 0,-1 0 0,6 1 0,7 1 0,0 0 0,0 2 0,18 5 0,-31-8 0,46 16 0,-1 1 0,65 37 0,-109-53 0,0 0 0,0 0 0,0 0 0,0 0 0,0 0 0,0 1 0,0-1 0,-1 1 0,1 0 0,-1 0 0,0 0 0,1 0 0,-2 0 0,1 0 0,0 1 0,-1-1 0,1 1 0,-1-1 0,0 1 0,0 0 0,0-1 0,0 7 0,-1-6 0,-1 0 0,1 0 0,-1 0 0,0-1 0,0 1 0,0 0 0,0 0 0,-1 0 0,1-1 0,-1 1 0,0-1 0,0 1 0,0-1 0,-1 0 0,1 0 0,-1 0 0,1 0 0,-1 0 0,0-1 0,0 1 0,-5 2 0,1 0 0,-1-1 0,0 0 0,0 0 0,0 0 0,0-1 0,-1-1 0,1 1 0,-1-1 0,1-1 0,-1 1 0,0-2 0,-16 1 0,0-4 0,0 0 0,0-1 0,-28-10 0,-2-2-1365,45 11-5461</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30.412"/>
    </inkml:context>
    <inkml:brush xml:id="br0">
      <inkml:brushProperty name="width" value="0.05" units="cm"/>
      <inkml:brushProperty name="height" value="0.05" units="cm"/>
    </inkml:brush>
  </inkml:definitions>
  <inkml:trace contextRef="#ctx0" brushRef="#br0">1 1 24575,'1'26'0,"2"1"0,13 51 0,-9-45 0,21 97 0,-23-114 342,-5-17-372,0 1 0,0 0 0,0 0 0,0 0 0,0 0 0,0 0 0,1-1 0,-1 1 0,0 0 0,0 0 0,0 0 0,0 0 0,0 0 0,0-1 0,0 1 1,1 0-1,-1 0 0,0 0 0,0 0 0,0 0 0,0 0 0,0 0 0,1 0 0,-1 0 0,0 0 0,0-1 0,0 1 0,0 0 0,1 0 0,-1 0 0,0 0 0,0 0 1,0 0-1,0 0 0,1 0 0,-1 0 0,0 0 0,0 1 0,0-1 0,0 0 0,1 0 0,-1 0 0,0 0 0,0 0 0,0 0 0,0 0 0,0 0 0,1 0 0,-1 0 1,0 1-1,0-1 0,0 0 0,0 0 0,0 0 0,0 0 0,0 1 0</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30.800"/>
    </inkml:context>
    <inkml:brush xml:id="br0">
      <inkml:brushProperty name="width" value="0.05" units="cm"/>
      <inkml:brushProperty name="height" value="0.05" units="cm"/>
    </inkml:brush>
  </inkml:definitions>
  <inkml:trace contextRef="#ctx0" brushRef="#br0">28 268 24575,'-1'-27'0,"-2"-1"0,-7-33 0,-4-34 0,14 93 0,0 0 0,0 1 0,0-1 0,0 0 0,0 1 0,1-1 0,-1 0 0,0 1 0,1-1 0,0 1 0,-1-1 0,1 1 0,0-1 0,-1 1 0,1-1 0,0 1 0,0-1 0,0 1 0,0 0 0,1 0 0,-1 0 0,0 0 0,0-1 0,1 2 0,-1-1 0,1 0 0,-1 0 0,1 0 0,-1 1 0,1-1 0,2 0 0,5-1 0,0 0 0,1 1 0,-1 0 0,17 0 0,-2 0 0,-11 0 0,116-4 0,-114 5 0,1 1 0,0 1 0,-1 1 0,1 0 0,-1 0 0,16 8 0,-27-10 0,-1 1 0,1-1 0,-1 1 0,0 1 0,1-1 0,-1 0 0,0 1 0,-1-1 0,1 1 0,0 0 0,-1 0 0,0 0 0,1 0 0,-1 0 0,0 1 0,-1-1 0,1 1 0,-1-1 0,1 1 0,-1-1 0,0 1 0,1 5 0,-1 7 0,0 0 0,0 1 0,-1-1 0,-3 19 0,0 10 0,3-41 0,0 1 0,0 0 0,0 0 0,-1-1 0,0 1 0,0 0 0,0-1 0,-4 9 0,4-11 0,0 0 0,-1-1 0,1 1 0,-1 0 0,1-1 0,-1 0 0,0 1 0,1-1 0,-1 0 0,0 0 0,0 0 0,0 0 0,0 0 0,0 0 0,0-1 0,0 1 0,0 0 0,-1-1 0,1 0 0,0 0 0,-3 0 0,-16 2 58,0-2 0,1-1-1,-1 0 1,-30-7 0,-82-26-352,48 10-1066,68 21-5466</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31.485"/>
    </inkml:context>
    <inkml:brush xml:id="br0">
      <inkml:brushProperty name="width" value="0.05" units="cm"/>
      <inkml:brushProperty name="height" value="0.05" units="cm"/>
    </inkml:brush>
  </inkml:definitions>
  <inkml:trace contextRef="#ctx0" brushRef="#br0">48 104 24575,'0'0'0,"1"0"0,0 0 0,-1-1 0,1 1 0,-1 0 0,1 0 0,0 0 0,-1 0 0,1 0 0,0 0 0,-1 0 0,1 0 0,-1 0 0,1 0 0,0 1 0,-1-1 0,1 0 0,-1 0 0,1 0 0,0 1 0,-1-1 0,1 0 0,-1 1 0,1-1 0,-1 1 0,1-1 0,-1 0 0,0 1 0,1-1 0,-1 1 0,1-1 0,-1 1 0,0 0 0,1-1 0,-1 1 0,0-1 0,0 1 0,10 26 0,-9-22 0,6 19 0,-1 1 0,-2 0 0,2 28 0,-7-45 0,-2-8 0,-7-12 0,-9-24 0,9 15 0,2-1 0,1 1 0,0-1 0,2-1 0,0 1 0,-2-29 0,7 49 0,0 0 0,1 0 0,-1 0 0,0 0 0,0 0 0,1 0 0,0 0 0,-1 0 0,1 0 0,0 1 0,0-1 0,0 0 0,0 0 0,0 1 0,0-1 0,0 1 0,0-1 0,1 1 0,-1-1 0,1 1 0,-1 0 0,1 0 0,0-1 0,-1 1 0,1 0 0,0 1 0,0-1 0,-1 0 0,1 0 0,0 1 0,0-1 0,0 1 0,0 0 0,4-1 0,7 0 0,0 1 0,0 0 0,0 1 0,16 2 0,-17-1 0,18 2 0,-1 1 0,1 1 0,-1 2 0,32 13 0,-48-16 0,0 1 0,-1 0 0,0 1 0,0 0 0,0 1 0,-1 0 0,0 1 0,-1 0 0,0 1 0,-1 0 0,11 14 0,-19-23 0,0 0 0,-1 0 0,1 0 0,-1 0 0,1 0 0,-1 0 0,1 0 0,-1 0 0,0 0 0,1 0 0,-1 0 0,0 0 0,0 0 0,0 0 0,0 0 0,0 0 0,0 1 0,0-1 0,0 0 0,0 0 0,0 0 0,-1 0 0,0 2 0,0-1 0,0-1 0,0 1 0,-1-1 0,1 1 0,0-1 0,-1 0 0,1 1 0,-1-1 0,0 0 0,1 0 0,-1 0 0,-2 1 0,-8 3 0,1-1 0,-1-1 0,-19 4 0,22-5 0,-91 16-682,-147 9-1,204-25-6143</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32.361"/>
    </inkml:context>
    <inkml:brush xml:id="br0">
      <inkml:brushProperty name="width" value="0.05" units="cm"/>
      <inkml:brushProperty name="height" value="0.05" units="cm"/>
    </inkml:brush>
  </inkml:definitions>
  <inkml:trace contextRef="#ctx0" brushRef="#br0">1 123 24575,'1'-8'0,"0"1"0,1-1 0,-1 0 0,2 1 0,-1 0 0,7-14 0,2-6 0,-9 20 0,5-13 0,-4 18 0,-2 13 0,13 338 0,-14-334 0,-1-7 0,1-1 0,0 0 0,1 0 0,0 0 0,3 14 0,-3-20 0,0 1 0,0 0 0,0 0 0,0 0 0,0-1 0,0 1 0,0-1 0,1 1 0,-1-1 0,0 1 0,1-1 0,0 0 0,-1 0 0,1 1 0,0-1 0,-1 0 0,1-1 0,0 1 0,0 0 0,0 0 0,0-1 0,0 1 0,0-1 0,0 0 0,3 1 0,20-1 0,0 0 0,0-2 0,0 0 0,24-7 0,24-2 0,370-14 0,3 26 0,-160 2 0,-281-3 152,-4 0-232,0 0 0,0 0 0,0 1 1,-1-1-1,1 0 0,0 0 0,0 0 0,0-1 0,-1 1 0,1 0 1,0 0-1,0 0 0,0 0 0,-1-1 0,1 1 0,0 0 1,0-1-1,0 0 0</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32.948"/>
    </inkml:context>
    <inkml:brush xml:id="br0">
      <inkml:brushProperty name="width" value="0.05" units="cm"/>
      <inkml:brushProperty name="height" value="0.05" units="cm"/>
    </inkml:brush>
  </inkml:definitions>
  <inkml:trace contextRef="#ctx0" brushRef="#br0">10 57 24575,'-1'0'0,"1"-1"0,-1 0 0,0 1 0,0-1 0,1 0 0,-1 0 0,0 1 0,1-1 0,-1 0 0,1 0 0,-1 0 0,1 0 0,0 0 0,-1 0 0,1 0 0,0 0 0,0 0 0,-1 0 0,1 0 0,0 0 0,0-2 0,1 2 0,-1 0 0,1 0 0,-1 0 0,1 1 0,-1-1 0,1 0 0,-1 0 0,1 1 0,0-1 0,0 0 0,-1 1 0,1-1 0,0 1 0,0-1 0,0 1 0,-1-1 0,1 1 0,2-1 0,3-1 0,1 0 0,-1 1 0,1-1 0,0 2 0,7-1 0,350 6 0,-150 2 0,598-30 0,-802 22 0,-5 0 0,-1 0 0,0 1 0,0 0 0,0 0 0,0 0 0,7 1 0,-10 0 0,0-1 0,0 1 0,0-1 0,0 1 0,0-1 0,0 1 0,0 0 0,0-1 0,0 1 0,0 0 0,-1 0 0,1-1 0,0 1 0,0 0 0,-1 0 0,1 0 0,0 0 0,-1 0 0,1 0 0,-1 0 0,0 1 0,1-1 0,-1 0 0,0 0 0,0 0 0,1 0 0,-1 2 0,4 18 0,1 1 0,1-2 0,17 40 0,-15-41 0,0 1 0,-1 0 0,-2 0 0,6 31 0,-11-50 0,2 17 69,0 1-1,-1-1 0,-1 0 0,-4 26 1,4-41-130,-1 1 0,1 0 0,-1 0 0,0-1 0,0 1 0,-1 0 0,1-1 0,-1 1 0,0-1 0,0 0 0,0 1 0,0-1 0,-1 0 0,1 0 0,-1-1 0,1 1 0,-1 0 0,0-1 1,0 0-1,-1 1 0,1-1 0,0-1 0,-1 1 0,1 0 0,-1-1 0,1 0 0,-7 2 0,-5 0-6765</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33.433"/>
    </inkml:context>
    <inkml:brush xml:id="br0">
      <inkml:brushProperty name="width" value="0.05" units="cm"/>
      <inkml:brushProperty name="height" value="0.05" units="cm"/>
    </inkml:brush>
  </inkml:definitions>
  <inkml:trace contextRef="#ctx0" brushRef="#br0">16 15 24575,'-16'0'0,"42"0"0,340 7 0,-40 0 0,-252-7 8,448 0-29,-3-26-1824,-499 24-4488</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34.277"/>
    </inkml:context>
    <inkml:brush xml:id="br0">
      <inkml:brushProperty name="width" value="0.05" units="cm"/>
      <inkml:brushProperty name="height" value="0.05" units="cm"/>
    </inkml:brush>
  </inkml:definitions>
  <inkml:trace contextRef="#ctx0" brushRef="#br0">30 7 24575,'0'-1'0,"0"1"0,-1 0 0,1-1 0,0 1 0,-1-1 0,1 1 0,0 0 0,-1-1 0,1 1 0,-1 0 0,1-1 0,-1 1 0,1 0 0,-1 0 0,1-1 0,-1 1 0,0 0 0,1 0 0,-1 0 0,1 0 0,-1 0 0,1 0 0,-1 0 0,1 0 0,-1 0 0,0 0 0,1 0 0,-1 0 0,1 0 0,-1 1 0,0-1 0,0 1 0,0 0 0,0 0 0,1 0 0,-1 0 0,0 0 0,1-1 0,-1 1 0,1 0 0,-1 1 0,1-1 0,0 0 0,-1 0 0,1 1 0,-4 39 0,18 103 0,0-5 0,-14-99 0,-1 1 0,-2-1 0,-2 0 0,-15 57 0,20-96 0,0 0 0,0 0 0,-1 0 0,1 0 0,0-1 0,0 1 0,0 0 0,0 0 0,0 0 0,0 0 0,0 0 0,0 0 0,1 0 0,-1 0 0,0 0 0,1-1 0,-1 1 0,0 0 0,1 0 0,-1 0 0,1-1 0,-1 1 0,1 0 0,0 1 0,1-2 0,-1 1 0,0 0 0,1 0 0,-1-1 0,1 1 0,-1 0 0,1-1 0,0 0 0,-1 1 0,1-1 0,-1 0 0,1 0 0,1 0 0,9 0 0,0-2 0,0 1 0,15-5 0,-12 2 0,156-21 0,259-7 0,174 46 0,-541-10 0,-7 0 0,0-2 0,78-7 0,-131 5 0,0-1 0,1 0 0,-1 1 0,0-1 0,1 0 0,-1-1 0,0 1 0,0-1 0,5-2 0,-8 4 0,0-1 0,1 1 0,-1 0 0,0 0 0,1-1 0,-1 1 0,0 0 0,1-1 0,-1 1 0,0-1 0,0 1 0,0 0 0,1-1 0,-1 1 0,0-1 0,0 1 0,0 0 0,0-1 0,0 1 0,0-1 0,0 1 0,0-1 0,0 1 0,0-1 0,0 1 0,0 0 0,0-1 0,-1-1 0,0 1 0,1 0 0,-1 0 0,0 0 0,0 0 0,0 0 0,0 0 0,0 0 0,0 0 0,0 1 0,0-1 0,0 0 0,-3-1 0,-14-6-1365,-1 1-5461</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8:35.095"/>
    </inkml:context>
    <inkml:brush xml:id="br0">
      <inkml:brushProperty name="width" value="0.05" units="cm"/>
      <inkml:brushProperty name="height" value="0.05" units="cm"/>
    </inkml:brush>
  </inkml:definitions>
  <inkml:trace contextRef="#ctx0" brushRef="#br0">16 445 24575,'-1'2'0,"-1"-1"0,1 1 0,-1 0 0,1-1 0,0 1 0,0 0 0,0 0 0,0 0 0,0 0 0,0 0 0,0 0 0,1 0 0,-1 0 0,1 1 0,-1 3 0,1-6 0,0 0 0,0 1 0,0-1 0,0 1 0,0-1 0,0 0 0,0 1 0,1-1 0,-1 1 0,0-1 0,0 0 0,0 1 0,0-1 0,1 0 0,-1 1 0,0-1 0,0 0 0,1 1 0,-1-1 0,0 0 0,1 0 0,-1 1 0,0-1 0,1 0 0,-1 0 0,0 1 0,1-1 0,-1 0 0,1 0 0,0 0 0,1 0 0,-1 0 0,0 0 0,1 0 0,-1 0 0,0-1 0,1 1 0,-1-1 0,0 1 0,0-1 0,1 1 0,-1-1 0,0 1 0,2-2 0,116-83 0,-46 31 0,210-157 0,-271 202 0,-9 6 0,31-19 0,-34 22 0,1-1 0,-1 1 0,1 0 0,0-1 0,-1 1 0,1-1 0,0 1 0,-1 0 0,1 0 0,0-1 0,-1 1 0,1 0 0,0 0 0,0 0 0,-1 0 0,1 0 0,0 0 0,-1 0 0,1 0 0,0 0 0,0 0 0,-1 1 0,1-1 0,0 0 0,-1 0 0,1 1 0,0-1 0,-1 0 0,1 1 0,0-1 0,-1 0 0,1 1 0,-1-1 0,1 1 0,-1-1 0,1 1 0,-1-1 0,1 1 0,-1 0 0,0-1 0,1 1 0,-1 0 0,1 1 0,4 18 0,3 43 0,-6-45 0,0 0 0,1 0 0,9 28 0,-12-44 0,0-1 0,1 0 0,-1 1 0,0-1 0,1 1 0,0-1 0,-1 0 0,1 1 0,0-1 0,0 0 0,0 0 0,0 0 0,-1 1 0,2-1 0,-1 0 0,0 0 0,0-1 0,0 1 0,0 0 0,1 0 0,-1 0 0,0-1 0,1 1 0,-1-1 0,0 1 0,1-1 0,-1 1 0,1-1 0,-1 0 0,1 0 0,-1 0 0,1 0 0,-1 0 0,3 0 0,-1-1 0,0-1 0,0 1 0,0 0 0,0-1 0,0 0 0,0 0 0,0 0 0,0 0 0,-1 0 0,1 0 0,-1-1 0,0 1 0,4-6 0,50-77 0,13-18 0,-59 89 0,1 1 0,1 1 0,0 0 0,0 0 0,17-10 0,-27 20 0,-1 1 0,1 0 0,0-1 0,0 1 0,0 0 0,0 0 0,1 0 0,-1 1 0,0-1 0,0 0 0,0 1 0,1 0 0,-1-1 0,0 1 0,1 0 0,-1 0 0,0 0 0,1 0 0,-1 1 0,0-1 0,0 1 0,1-1 0,-1 1 0,2 1 0,0 0 0,0 1 0,0 0 0,0 0 0,-1 0 0,1 1 0,-1-1 0,0 1 0,0 0 0,0 0 0,3 6 0,9 18 0,-10-18 0,0 0 0,0 0 0,1 0 0,1-1 0,8 11 0,-13-19 0,-1 1 0,1-1 0,-1 0 0,1 1 0,-1-1 0,1 0 0,0 0 0,0 0 0,0 0 0,0 0 0,-1-1 0,1 1 0,0-1 0,0 1 0,0-1 0,0 1 0,1-1 0,-1 0 0,0 0 0,0 0 0,0 0 0,0-1 0,0 1 0,0 0 0,0-1 0,0 1 0,0-1 0,0 0 0,0 0 0,-1 0 0,1 0 0,0 0 0,0 0 0,1-2 0,3-1-227,-1-1-1,0 0 1,0 0-1,0 0 1,5-9-1,0 1-6598</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09.487"/>
    </inkml:context>
    <inkml:brush xml:id="br0">
      <inkml:brushProperty name="width" value="0.05" units="cm"/>
      <inkml:brushProperty name="height" value="0.05" units="cm"/>
    </inkml:brush>
  </inkml:definitions>
  <inkml:trace contextRef="#ctx0" brushRef="#br0">1 26 24575,'136'1'0,"162"-2"0,-294 1 0,-1 0 0,0 0 0,0 0 0,0 0 0,0 0 0,0-1 0,0 1 0,-1-1 0,1 0 0,0 1 0,0-1 0,-1 0 0,5-3 0,-7 4 12,-1 0 0,1-1 1,0 1-1,0-1 0,0 1 0,-1-1 0,1 1 0,0-1 0,0 1 0,-1 0 0,1-1 0,0 1 0,-1 0 1,1-1-1,-1 1 0,1 0 0,0 0 0,-1-1 0,1 1 0,-1 0 0,1 0 0,-1 0 0,1-1 0,-1 1 0,1 0 1,-1 0-1,0 0 0,-15-5-1313,15 5 898,-15-3-6423</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09.817"/>
    </inkml:context>
    <inkml:brush xml:id="br0">
      <inkml:brushProperty name="width" value="0.05" units="cm"/>
      <inkml:brushProperty name="height" value="0.05" units="cm"/>
    </inkml:brush>
  </inkml:definitions>
  <inkml:trace contextRef="#ctx0" brushRef="#br0">14 28 24575,'-1'-1'0,"0"0"0,-1-1 0,1 1 0,0 0 0,0 0 0,0-1 0,0 1 0,0-1 0,0 1 0,-2-4 0,8 0 0,9 1 0,-4 4 0,-1 0 0,0 1 0,0 0 0,-1 0 0,1 1 0,0 0 0,0 0 0,-1 1 0,1 0 0,-1 1 0,0 0 0,0 0 0,0 1 0,-1 0 0,1 1 0,-1-1 0,0 1 0,-1 0 0,0 1 0,0 0 0,0 0 0,6 11 0,-9-14 12,-1 0 1,-1 0-1,1 0 0,0 1 0,-1-1 0,0 0 1,0 1-1,-1-1 0,1 1 0,-1-1 0,0 0 1,0 1-1,0-1 0,-1 1 0,1-1 0,-1 1 0,0-1 1,0 0-1,-1 1 0,1-1 0,-1 0 0,0 0 1,0 0-1,-1 0 0,1 0 0,-1-1 0,-4 6 1,-3 2-257,-1-1 0,-1 0 0,1 0 0,-1-1 1,-1 0-1,-25 12 0,5-4-6582</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11.003"/>
    </inkml:context>
    <inkml:brush xml:id="br0">
      <inkml:brushProperty name="width" value="0.05" units="cm"/>
      <inkml:brushProperty name="height" value="0.05" units="cm"/>
    </inkml:brush>
  </inkml:definitions>
  <inkml:trace contextRef="#ctx0" brushRef="#br0">17 102 24575,'-2'0'0,"-4"0"0,0-2 0,3-1 0,7-3 0,7 1 0,10-2 0,10 0 0,12 0 0,10 0 0,9-1 0,5 1 0,1-1 0,-2 2 0,-4-2 0,-9 2 0,-15-2 0,-14 2-8191</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11.248"/>
    </inkml:context>
    <inkml:brush xml:id="br0">
      <inkml:brushProperty name="width" value="0.05" units="cm"/>
      <inkml:brushProperty name="height" value="0.05" units="cm"/>
    </inkml:brush>
  </inkml:definitions>
  <inkml:trace contextRef="#ctx0" brushRef="#br0">0 1 24575,'46'31'0,"-38"-22"0,-1 0 0,0 0 0,0 1 0,-1 1 0,0-1 0,4 12 0,23 71 0,-22-62 0,3 14-273,-2 0 0,-2 1 0,-1 1 0,3 73 0,-12-95-6553</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11.640"/>
    </inkml:context>
    <inkml:brush xml:id="br0">
      <inkml:brushProperty name="width" value="0.05" units="cm"/>
      <inkml:brushProperty name="height" value="0.05" units="cm"/>
    </inkml:brush>
  </inkml:definitions>
  <inkml:trace contextRef="#ctx0" brushRef="#br0">1 283 24575,'1'-21'0,"5"-30"0,0 13 0,-5 30 0,0-1 0,0 1 0,1 0 0,0 1 0,5-13 0,-7 19 0,1-1 0,0 0 0,0 0 0,0 1 0,0-1 0,1 1 0,-1-1 0,0 1 0,1 0 0,-1-1 0,0 1 0,1 0 0,0 0 0,-1 0 0,1 0 0,0 0 0,-1 0 0,1 0 0,0 1 0,0-1 0,0 1 0,0-1 0,0 1 0,-1 0 0,1 0 0,0 0 0,0 0 0,0 0 0,2 0 0,9 2 0,-1 1 0,1 0 0,-1 1 0,0 0 0,14 8 0,57 34 0,-69-38 0,0 2 0,-1 0 0,0 0 0,0 1 0,10 13 0,-19-21 0,-1 1 0,0 0 0,0-1 0,0 1 0,-1 1 0,1-1 0,-1 0 0,0 0 0,0 1 0,-1 0 0,1-1 0,-1 1 0,0 0 0,0-1 0,0 1 0,-1 0 0,0 0 0,0 0 0,0 0 0,-1-1 0,-1 9 0,2-11 0,0-1 0,-1 0 0,1 1 0,0-1 0,-1 0 0,1 0 0,-1 0 0,0 1 0,1-1 0,-1 0 0,0 0 0,0 0 0,0 0 0,1 0 0,-1 0 0,0 0 0,-1 0 0,1-1 0,0 1 0,0 0 0,0 0 0,0-1 0,0 1 0,-1-1 0,1 1 0,0-1 0,-1 0 0,1 1 0,0-1 0,0 0 0,-1 0 0,1 0 0,-1 0 0,1 0 0,0 0 0,0 0 0,-1-1 0,1 1 0,0 0 0,-1-1 0,1 1 0,0-1 0,0 1 0,-3-3 0,0 1 0,1 0 0,-1 0 0,1-1 0,-1 0 0,1 0 0,0 0 0,0 0 0,0 0 0,0 0 0,1-1 0,-1 0 0,1 1 0,-2-6 0,2 3 0,1 0 0,-1-1 0,1 0 0,1 1 0,-1-1 0,1 0 0,0 1 0,1-1 0,0 0 0,0 1 0,0-1 0,1 1 0,0-1 0,0 1 0,0 0 0,7-12 0,1 1 0,0 0 0,1 0 0,1 1 0,20-21 0,19-13 0,-46 45 0,0 1 0,1 0 0,-1 0 0,1 1 0,0 0 0,0 0 0,0 0 0,11-3 0,-15 6-91,0 0 0,0 0 0,-1-1 0,1 1 0,0 0 0,-1 0 0,1 1 0,0-1 0,0 0 0,-1 0 0,1 1 0,0-1 0,-1 1 0,3 1 0,5 4-6735</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12.171"/>
    </inkml:context>
    <inkml:brush xml:id="br0">
      <inkml:brushProperty name="width" value="0.05" units="cm"/>
      <inkml:brushProperty name="height" value="0.05" units="cm"/>
    </inkml:brush>
  </inkml:definitions>
  <inkml:trace contextRef="#ctx0" brushRef="#br0">144 169 24575,'2'0'0,"-1"0"0,0-1 0,0 0 0,0 1 0,0-1 0,0 1 0,0-1 0,0 0 0,0 0 0,0 0 0,0 1 0,0-1 0,-1 0 0,1 0 0,0 0 0,-1 0 0,2-3 0,10-19 0,-11 22 0,0-4 0,1 0 0,-1 0 0,0 1 0,0-1 0,0 0 0,-1 0 0,1 0 0,-1-1 0,0 1 0,-1 0 0,1 0 0,-1 0 0,0 1 0,-1-1 0,1 0 0,-1 0 0,-2-4 0,3 6 0,0 1 0,0 0 0,0 0 0,-1 0 0,1 0 0,-1 0 0,1 0 0,-1 0 0,0 0 0,0 1 0,0-1 0,0 1 0,0-1 0,0 1 0,0 0 0,0 0 0,0 0 0,-1 0 0,1 0 0,0 0 0,-1 1 0,1-1 0,-1 1 0,1 0 0,-1-1 0,1 1 0,-1 0 0,1 1 0,-1-1 0,1 0 0,0 1 0,-1-1 0,1 1 0,-1 0 0,1 0 0,-3 1 0,-1 1 0,0 0 0,1 1 0,-1 0 0,1 0 0,0 0 0,0 0 0,0 1 0,1 0 0,0 0 0,0 0 0,0 0 0,0 1 0,1-1 0,0 1 0,-4 10 0,4-8 0,0 0 0,1 0 0,0 0 0,0 0 0,0 0 0,1 1 0,1-1 0,0 1 0,0-1 0,0 0 0,3 17 0,-2-23 0,0 1 0,0 0 0,0 0 0,0-1 0,0 1 0,0-1 0,1 1 0,0-1 0,-1 0 0,1 1 0,0-1 0,0 0 0,0 0 0,0 0 0,0 0 0,0-1 0,1 1 0,-1 0 0,1-1 0,-1 0 0,1 0 0,0 0 0,-1 0 0,1 0 0,0 0 0,0 0 0,-1-1 0,1 0 0,0 1 0,0-1 0,0 0 0,0-1 0,-1 1 0,1 0 0,3-1 0,2-1 0,0 0 0,0 0 0,0 0 0,0-1 0,0 0 0,0 0 0,-1-1 0,0 0 0,0-1 0,0 1 0,6-7 0,-5 3 0,0 0 0,-1-1 0,0 0 0,0 0 0,-1-1 0,7-14 0,0-4 0,9-32 0,-22 60 0,0 0 0,0-1 0,0 1 0,0 0 0,0 0 0,0-1 0,0 1 0,0 0 0,0-1 0,0 1 0,0 0 0,1 0 0,-1-1 0,0 1 0,0 0 0,0-1 0,0 1 0,0 0 0,1 0 0,-1 0 0,0-1 0,0 1 0,1 0 0,-1 0 0,0 0 0,0-1 0,1 1 0,-1 0 0,0 0 0,0 0 0,1 0 0,-1 0 0,0 0 0,1 0 0,-1 0 0,1-1 0,4 13 0,2 34 0,-5-31 0,-1-10-80,0-1 0,0 1-1,0 0 1,0 0 0,1 0-1,-1-1 1,1 1 0,0-1-1,1 1 1,-1-1 0,1 0 0,0 0-1,0 0 1,0 0 0,0 0-1,8 5 1,1-3-6746</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12.371"/>
    </inkml:context>
    <inkml:brush xml:id="br0">
      <inkml:brushProperty name="width" value="0.05" units="cm"/>
      <inkml:brushProperty name="height" value="0.05" units="cm"/>
    </inkml:brush>
  </inkml:definitions>
  <inkml:trace contextRef="#ctx0" brushRef="#br0">0 76 24575,'0'-75'0,"17"131"0,-3 9 288,12 45-1941,-21-96-5173</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12.542"/>
    </inkml:context>
    <inkml:brush xml:id="br0">
      <inkml:brushProperty name="width" value="0.05" units="cm"/>
      <inkml:brushProperty name="height" value="0.05" units="cm"/>
    </inkml:brush>
  </inkml:definitions>
  <inkml:trace contextRef="#ctx0" brushRef="#br0">41 22 24575,'0'-2'0,"-2"-4"0,-4 0 0,-2 1 0,-1 3 0,2 5 0,2 4 0,1 3 0,5 2 0,1 2 0,6 1 0,3 0 0,1-3-8191</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12.974"/>
    </inkml:context>
    <inkml:brush xml:id="br0">
      <inkml:brushProperty name="width" value="0.05" units="cm"/>
      <inkml:brushProperty name="height" value="0.05" units="cm"/>
    </inkml:brush>
  </inkml:definitions>
  <inkml:trace contextRef="#ctx0" brushRef="#br0">1 0 24575,'0'1'0,"0"-1"0,0 1 0,0-1 0,1 1 0,-1-1 0,0 0 0,0 1 0,1-1 0,-1 1 0,0-1 0,1 1 0,-1-1 0,1 0 0,-1 1 0,0-1 0,1 0 0,-1 1 0,1-1 0,-1 0 0,1 0 0,-1 1 0,1-1 0,-1 0 0,1 0 0,0 0 0,19 5 0,-10-3 0,-4 1 0,-1 0 0,0 0 0,0 0 0,0 1 0,-1 0 0,1 0 0,-1 0 0,0 0 0,0 1 0,0-1 0,-1 1 0,1 0 0,-1 0 0,0 1 0,4 10 0,3 9 0,-1 0 0,6 30 0,-13-47 0,6 35 0,-9-54 0,1 0 0,0 1 0,1-1 0,0 0 0,1 1 0,0 0 0,1-1 0,4-10 0,-2 6 0,1 1 0,0 0 0,1 0 0,0 1 0,15-19 0,-20 30 0,-1-1 0,1 1 0,0 0 0,0 0 0,0 0 0,0 0 0,1 1 0,-1-1 0,1 0 0,-1 1 0,1 0 0,-1 0 0,1 0 0,0 0 0,-1 0 0,1 0 0,0 0 0,0 1 0,3-1 0,-3 2 0,-1-1 0,1 1 0,-1-1 0,0 1 0,1 0 0,-1 0 0,0 0 0,1 0 0,-1 0 0,0 0 0,0 1 0,0-1 0,0 1 0,0-1 0,0 1 0,-1 0 0,1 0 0,0 0 0,-1 0 0,0 0 0,1 0 0,0 3 0,5 8 57,-1 1 0,0 0 0,-1 1 0,-1-1 0,6 30 0,-6-15-626,-2 0 0,-1 34 0,-1-49-6257</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13.179"/>
    </inkml:context>
    <inkml:brush xml:id="br0">
      <inkml:brushProperty name="width" value="0.05" units="cm"/>
      <inkml:brushProperty name="height" value="0.05" units="cm"/>
    </inkml:brush>
  </inkml:definitions>
  <inkml:trace contextRef="#ctx0" brushRef="#br0">0 48 24575,'0'-6'0,"1"1"0,-1-1 0,1 0 0,0 1 0,0-1 0,3-7 0,8 70 0,44 199-1365,-52-241-5461</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13.348"/>
    </inkml:context>
    <inkml:brush xml:id="br0">
      <inkml:brushProperty name="width" value="0.05" units="cm"/>
      <inkml:brushProperty name="height" value="0.05" units="cm"/>
    </inkml:brush>
  </inkml:definitions>
  <inkml:trace contextRef="#ctx0" brushRef="#br0">113 43 24575,'-2'-5'0,"-3"-4"0,-4 0 0,-2 1 0,-2 2 0,-1 2 0,0 2 0,-1 3 0,3 5 0,3 2 0,3 4 0,3-2-8191</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9:14.502"/>
    </inkml:context>
    <inkml:brush xml:id="br0">
      <inkml:brushProperty name="width" value="0.05" units="cm"/>
      <inkml:brushProperty name="height" value="0.05" units="cm"/>
    </inkml:brush>
  </inkml:definitions>
  <inkml:trace contextRef="#ctx0" brushRef="#br0">0 99 24575,'0'-1'0,"1"0"0,-1 0 0,0 0 0,0 1 0,0-1 0,0 0 0,0 0 0,1 0 0,-1 0 0,0 1 0,1-1 0,-1 0 0,1 0 0,-1 1 0,1-1 0,-1 0 0,1 1 0,-1-1 0,1 1 0,0-1 0,-1 0 0,1 1 0,0-1 0,-1 1 0,1 0 0,0-1 0,0 1 0,0 0 0,-1-1 0,1 1 0,0 0 0,0 0 0,0 0 0,0 0 0,-1-1 0,1 1 0,0 0 0,0 1 0,0-1 0,1 0 0,2 1 0,0-1 0,-1 1 0,1 0 0,-1 0 0,0 0 0,1 0 0,-1 0 0,4 3 0,3 3 0,-1 0 0,-1 1 0,1 0 0,-2 0 0,1 1 0,-1 0 0,0 0 0,-1 0 0,0 1 0,0 0 0,-1 1 0,0-1 0,-1 1 0,-1 0 0,1 0 0,2 22 0,-6-29 0,0-1 0,0 1 0,0-1 0,-1 1 0,0-1 0,-1 6 0,2-8 0,-1 0 0,1 0 0,-1 0 0,1 0 0,-1 0 0,1 0 0,-1 0 0,1 0 0,-1 0 0,0 0 0,0-1 0,1 1 0,-1 0 0,0 0 0,0-1 0,0 1 0,0-1 0,0 1 0,0 0 0,0-1 0,0 0 0,0 1 0,0-1 0,-1 1 0,1-1 0,1 0 0,-1 0 0,1-1 0,-1 1 0,1 0 0,-1 0 0,1 0 0,-1 0 0,1-1 0,-1 1 0,1 0 0,-1 0 0,1-1 0,-1 1 0,1 0 0,-1-1 0,1 1 0,0 0 0,-1-1 0,1 1 0,0-1 0,-1 1 0,1-1 0,0 1 0,0-1 0,-1 1 0,1-1 0,0 1 0,0-1 0,0 1 0,0-1 0,-1 1 0,1-1 0,0 1 0,0-1 0,0 0 0,0 1 0,0-1 0,1 1 0,-1-2 0,4-23 0,1 10 0,2 1 0,-1 0 0,2 0 0,0 1 0,0 0 0,1 1 0,1 0 0,0 0 0,0 1 0,1 0 0,1 1 0,0 0 0,0 1 0,1 0 0,0 1 0,15-7 0,-26 14 0,0 0 0,0 1 0,0-1 0,0 0 0,0 1 0,0-1 0,0 1 0,0 0 0,0 0 0,0 0 0,1 0 0,-1 0 0,0 0 0,3 1 0,-4 0 0,1-1 0,-1 1 0,0 0 0,0-1 0,1 1 0,-1 0 0,0 0 0,0 0 0,0 0 0,0 0 0,0 0 0,-1 0 0,1 0 0,0 0 0,0 0 0,-1 1 0,2 0 0,0 7 0,0-1 0,0 0 0,-1 1 0,0-1 0,0 1 0,-1 8 0,3 14 0,-3-26 0,1-1 0,0 1 0,0-1 0,0 0 0,0 1 0,1-1 0,0 0 0,0 0 0,0 0 0,0 0 0,1-1 0,0 1 0,-1 0 0,1-1 0,0 0 0,1 0 0,-1 0 0,5 3 0,-2-2 0,0-2 0,0 1 0,1-1 0,-1 1 0,1-2 0,-1 1 0,1-1 0,-1 0 0,1 0 0,0-1 0,11 0 0,-4-2 0,1 1 0,-1-2 0,1 0 0,-1 0 0,0-2 0,0 0 0,-1 0 0,1-1 0,16-10 0,-21 10 0,-1 1 0,1-1 0,-1 0 0,0-1 0,-1 0 0,1 0 0,-1-1 0,-1 0 0,1 0 0,-2 0 0,1-1 0,-1 0 0,0 0 0,3-10 0,-6 14 0,-1 0 0,0 0 0,-1 0 0,1-1 0,-1 1 0,0 0 0,0 0 0,-1 0 0,0 0 0,0 0 0,0 0 0,0 0 0,-2-5 0,2 8 0,0 0 0,0 0 0,0 0 0,0 0 0,0 0 0,0 0 0,-1 0 0,1 0 0,-1 0 0,1 1 0,-1-1 0,0 0 0,1 1 0,-1-1 0,0 1 0,0 0 0,0 0 0,0 0 0,0 0 0,0 0 0,-1 0 0,1 0 0,0 1 0,0-1 0,-1 1 0,1 0 0,0 0 0,0-1 0,-1 1 0,-3 1 0,3 0 0,1 0 0,-1 0 0,1 0 0,0 0 0,-1 0 0,1 0 0,0 1 0,0-1 0,0 1 0,0-1 0,0 1 0,0 0 0,0 0 0,0 0 0,1 0 0,-1 0 0,1 1 0,0-1 0,-1 0 0,1 1 0,0-1 0,0 4 0,-4 8 0,0 1 0,-3 25 0,4-18 0,3-19 0,1 0 0,-1 0 0,1 0 0,0 0 0,0-1 0,0 1 0,0 0 0,0 0 0,0 0 0,1 0 0,0 2 0,0-4 0,-1 0 0,1 0 0,-1-1 0,1 1 0,-1 0 0,1-1 0,-1 1 0,1 0 0,0-1 0,-1 1 0,1-1 0,0 1 0,0-1 0,-1 0 0,1 1 0,0-1 0,0 0 0,0 1 0,-1-1 0,1 0 0,0 0 0,0 0 0,0 0 0,0 0 0,-1 0 0,1 0 0,0 0 0,0 0 0,0 0 0,0 0 0,0 0 0,-1-1 0,1 1 0,0 0 0,0-1 0,0 1 0,-1 0 0,1-1 0,0 1 0,1-2 0,8-4 0,0 0 0,0-1 0,11-9 0,24-16 0,-44 31 0,0 1 0,0 0 0,0-1 0,0 1 0,0 0 0,0 0 0,0 0 0,0 0 0,0-1 0,0 2 0,0-1 0,1 0 0,-1 0 0,0 0 0,0 0 0,0 1 0,0-1 0,0 0 0,0 1 0,0-1 0,0 1 0,0-1 0,0 1 0,0 0 0,-1-1 0,1 1 0,0 0 0,0-1 0,0 1 0,-1 0 0,1 0 0,0 0 0,-1 0 0,1 0 0,-1 0 0,1 1 0,3 6 0,0-1 0,-1 1 0,4 12 0,-7-19 0,51 202 0,-24-84 0,-10-54 0,13 49 0,21 170 0,-50-274 0,0 0 0,-1 0 0,0 0 0,-3 15 0,3-23 0,0-1 0,0 1 0,0-1 0,-1 1 0,1-1 0,0 0 0,-1 1 0,0-1 0,1 0 0,-1 1 0,0-1 0,1 0 0,-1 1 0,0-1 0,0 0 0,0 0 0,0 0 0,0 0 0,0 0 0,0 0 0,-1 0 0,1-1 0,0 1 0,0 0 0,-1-1 0,1 1 0,-1 0 0,1-1 0,0 0 0,-1 1 0,1-1 0,-1 0 0,1 0 0,-1 0 0,1 0 0,-1 0 0,1 0 0,-1 0 0,1 0 0,-2-1 0,-4-1 0,1 0 0,-1-1 0,1 0 0,0 0 0,0 0 0,0-1 0,0 0 0,1 0 0,0 0 0,-1-1 0,-7-9 0,2 1 0,1 0 0,0-1 0,-13-25 0,11 15 0,2 0 0,1 0 0,1-1 0,1 0 0,1-1 0,1 1 0,2-1 0,-2-41 0,5 43 0,1 0 0,1 0 0,0 0 0,2 1 0,1-1 0,1 1 0,1 0 0,1 0 0,16-33 0,-16 44 0,-1-1 0,1 1 0,1 1 0,0-1 0,1 2 0,0-1 0,1 1 0,0 1 0,22-15 0,-23 18 0,0 0 0,0 1 0,1 0 0,0 1 0,0 1 0,0-1 0,0 2 0,1-1 0,-1 2 0,1 0 0,-1 0 0,21 1 0,-17 3-1365,-4 1-5461</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28.514"/>
    </inkml:context>
    <inkml:brush xml:id="br0">
      <inkml:brushProperty name="width" value="0.05" units="cm"/>
      <inkml:brushProperty name="height" value="0.05" units="cm"/>
    </inkml:brush>
  </inkml:definitions>
  <inkml:trace contextRef="#ctx0" brushRef="#br0">404 1195 24575,'0'7'0,"0"-2"0,1-1 0,-2 1 0,1 0 0,0 0 0,-1 0 0,0 0 0,-2 5 0,3-9 0,-1 0 0,1 0 0,-1-1 0,1 1 0,-1 0 0,1 0 0,-1-1 0,1 1 0,-1-1 0,0 1 0,0 0 0,1-1 0,-1 1 0,0-1 0,0 1 0,1-1 0,-3 1 0,1-1 0,1 1 0,-1-1 0,0 0 0,0 0 0,0 0 0,1 0 0,-1 0 0,0-1 0,0 1 0,0-1 0,1 1 0,-3-1 0,-11-5 0,0-1 0,1 0 0,-1 0 0,2-1 0,-1-1 0,1-1 0,1 0 0,-1 0 0,2-1 0,-1-1 0,-17-24 0,7 3 0,1 0 0,2-1 0,-25-63 0,28 61 0,2-2 0,2 1 0,1-2 0,2 0 0,-7-62 0,16 82 0,0-1 0,2 1 0,0 0 0,2 0 0,0 0 0,1 0 0,1 0 0,0 1 0,1 0 0,2 0 0,-1 1 0,14-19 0,2 1 0,2 0 0,1 1 0,2 2 0,44-40 0,-37 39 0,61-42 0,-85 67 0,0 0 0,1 1 0,0 1 0,0 0 0,0 1 0,1 0 0,0 1 0,0 0 0,25-2 0,5 5 0,-1 2 0,0 2 0,0 2 0,0 1 0,0 3 0,-1 1 0,48 19 0,-80-25 0,1 0 0,-1 1 0,-1 0 0,1 1 0,-1-1 0,0 2 0,0 0 0,-1 0 0,1 0 0,-2 1 0,1 0 0,-1 0 0,0 1 0,-1 0 0,0 1 0,-1-1 0,0 1 0,0 0 0,4 13 0,59 177 0,-60-166 0,-1-1 0,-1 1 0,-2 0 0,-1 40 0,-2-52 0,-1 0 0,-2 0 0,0 0 0,-1 0 0,-1 0 0,-2-1 0,0 0 0,-1 0 0,-11 24 0,10-30 0,-5 12 0,-28 41 0,37-61 0,-1-1 0,0 0 0,0 0 0,0-1 0,-1 1 0,0-1 0,0 0 0,0-1 0,-1 0 0,1 0 0,-14 6 0,-9-1 0,23-8 0,0 0 0,0 1 0,1 0 0,-1 0 0,1 1 0,-1 0 0,1-1 0,0 2 0,0-1 0,-7 7 0,7-6 0,1 0 0,1 0 0,-1 1 0,1-1 0,-1 1 0,1 0 0,1 0 0,-1 0 0,1 0 0,0 1 0,0-1 0,-3 11 0,1-2 0,-1 0 0,-1-1 0,0 0 0,-1 0 0,-1-1 0,0 0 0,0 0 0,-14 14 0,32-32 0,0 1 0,1 1 0,11-5 0,-18 8 0,-1 0 0,0 1 0,1-1 0,-1 1 0,1-1 0,-1 1 0,1 0 0,-1 0 0,1 1 0,-1-1 0,0 1 0,1 0 0,-1-1 0,1 1 0,-1 1 0,0-1 0,0 0 0,0 1 0,0 0 0,3 2 0,5 4 0,0 1 0,-1 1 0,17 19 0,9 9 0,-33-35 0,24 20 0,40 43 0,-60-56 0,1 0 0,-1 0 0,0 0 0,-1 1 0,0 0 0,-1 0 0,-1 0 0,6 19 0,8 59 0,10 126 0,-28-214 0,2 22 0,-2-1 0,0 1 0,-2 0 0,0 0 0,-2-1 0,-10 39 0,-57 126 0,55-149 0,-7 16 0,-110 235 0,133-289 1,-4 8 84,-1-1 0,1 0 0,-11 12 0,14-18-140,0 1 0,0-1 0,0 0 0,0 0 0,0 0 0,0 0 0,0-1 0,0 1 0,-1 0 0,1 0 0,0-1 0,-1 1 0,1-1 0,0 1 0,-1-1 0,1 0 0,-1 1 0,1-1 0,0 0 0,-1 0-1,1 0 1,-1 0 0,1 0 0,-1 0 0,1 0 0,0-1 0,-1 1 0,1-1 0,-1 1 0,-1-1 0,-9-8-6771</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29.499"/>
    </inkml:context>
    <inkml:brush xml:id="br0">
      <inkml:brushProperty name="width" value="0.05" units="cm"/>
      <inkml:brushProperty name="height" value="0.05" units="cm"/>
    </inkml:brush>
  </inkml:definitions>
  <inkml:trace contextRef="#ctx0" brushRef="#br0">511 15 24575,'1'-9'0,"-2"3"0,-13 11 0,-1 2 0,1 0 0,1 1 0,-1 1 0,2 0 0,-1 1 0,1 1 0,0 0 0,1 0 0,1 1 0,-14 19 0,-7 16 0,-41 83 0,32-54 0,-20 24 0,33-59 0,2 2 0,2 0 0,-22 60 0,44-99 0,-6 15 0,-6 33 0,12-44 0,0-1 0,1 1 0,0 0 0,0 0 0,0 0 0,1 0 0,3 10 0,7 27 0,2-1 0,2 0 0,2-1 0,1-1 0,3 0 0,1-2 0,2-1 0,2 0 0,1-2 0,56 58 0,-54-69 0,2-2 0,0-1 0,2-2 0,55 28 0,-78-44 49,0 0 0,1 0 0,0-1-1,0-1 1,0 0 0,17 3 0,-25-6-115,0 1 0,1-1 1,-1 0-1,1 0 0,-1 0 1,1 0-1,-1-1 0,1 0 1,-1 1-1,0-1 1,1 0-1,-1-1 0,0 1 1,0 0-1,0-1 0,0 0 1,0 0-1,0 0 0,0 0 1,0 0-1,-1-1 1,1 1-1,-1-1 0,0 1 1,2-4-1,5-11-6760</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30.525"/>
    </inkml:context>
    <inkml:brush xml:id="br0">
      <inkml:brushProperty name="width" value="0.05" units="cm"/>
      <inkml:brushProperty name="height" value="0.05" units="cm"/>
    </inkml:brush>
  </inkml:definitions>
  <inkml:trace contextRef="#ctx0" brushRef="#br0">1 1 24575,'2'1'0,"0"1"0,-1-1 0,1 1 0,0-1 0,0 1 0,-1 0 0,1 0 0,-1 0 0,0 0 0,1 0 0,-1 0 0,0 0 0,0 0 0,0 0 0,0 3 0,3 4 0,0-4 0,-1 1 0,1-1 0,0 0 0,1-1 0,-1 1 0,1-1 0,0 1 0,0-2 0,0 1 0,0 0 0,1-1 0,-1 0 0,1 0 0,0-1 0,0 0 0,0 0 0,0 0 0,0 0 0,1-1 0,-1 0 0,0-1 0,1 1 0,-1-1 0,11-1 0,-9 0 0,0 0 0,1-1 0,-1 1 0,-1-1 0,1-1 0,0 0 0,0 0 0,-1 0 0,0-1 0,0 0 0,0-1 0,0 1 0,0-1 0,-1-1 0,0 1 0,0-1 0,-1 0 0,10-13 0,-8 7-1365,0 3-5461</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31.305"/>
    </inkml:context>
    <inkml:brush xml:id="br0">
      <inkml:brushProperty name="width" value="0.05" units="cm"/>
      <inkml:brushProperty name="height" value="0.05" units="cm"/>
    </inkml:brush>
  </inkml:definitions>
  <inkml:trace contextRef="#ctx0" brushRef="#br0">106 24 24575,'-20'21'0,"-10"-14"0,29-6 0,0-1 0,0 0 0,0 0 0,1 0 0,-1 1 0,0-1 0,0 0 0,0 0 0,1 0 0,-1 0 0,0-1 0,0 1 0,0 0 0,0 0 0,1 0 0,-1-1 0,0 1 0,0 0 0,1-1 0,-1 1 0,0 0 0,0-1 0,1 1 0,-1-1 0,1 0 0,-1 1 0,0-1 0,1 1 0,-1-1 0,1 0 0,-1 1 0,1-1 0,-1-1 0,1 2 0,0-1 0,0 1 0,0-1 0,0 0 0,0 1 0,1-1 0,-1 1 0,0-1 0,0 1 0,0-1 0,1 1 0,-1-1 0,0 0 0,0 1 0,1 0 0,-1-1 0,1 1 0,-1-1 0,0 1 0,1-1 0,-1 1 0,1 0 0,-1-1 0,1 1 0,-1 0 0,1-1 0,-1 1 0,1 0 0,-1 0 0,1 0 0,0-1 0,-1 1 0,1 0 0,-1 0 0,1 0 0,-1 0 0,1 0 0,0 0 0,-1 0 0,1 0 0,-1 0 0,1 0 0,0 1 0,1-1 0,1 0 0,-1 1 0,0-1 0,0 1 0,1 0 0,-1-1 0,0 1 0,0 0 0,0 0 0,2 2 0,-2-1 0,0 1 0,0 0 0,0 0 0,-1 0 0,1 0 0,-1 0 0,0 0 0,0 0 0,0 0 0,0 0 0,0 1 0,-1-1 0,1 0 0,-1 0 0,0 1 0,0-1 0,0 0 0,-2 7 0,2-8 0,0 0 0,0 0 0,0 0 0,-1-1 0,1 1 0,0 0 0,-1 0 0,0 0 0,1-1 0,-1 1 0,0 0 0,0-1 0,0 1 0,0-1 0,0 1 0,-1-1 0,1 1 0,0-1 0,-1 0 0,1 1 0,0-1 0,-1 0 0,0 0 0,1 0 0,-1 0 0,0-1 0,1 1 0,-1 0 0,0-1 0,0 1 0,0-1 0,1 1 0,-1-1 0,-2 0 0,2 0 0,-1-1 0,1 1 0,0 0 0,0-1 0,0 0 0,0 1 0,0-1 0,0 0 0,0 0 0,0 0 0,0-1 0,1 1 0,-1 0 0,0-1 0,1 1 0,-1-1 0,1 1 0,-1-1 0,1 0 0,0 1 0,-1-1 0,1 0 0,0 0 0,0 0 0,1 0 0,-1 0 0,0 0 0,1 0 0,-1-3 0,0 1 0,1 0 0,-1 0 0,1 0 0,0 1 0,0-1 0,0 0 0,1 0 0,-1 0 0,1 0 0,0 0 0,0 0 0,1 1 0,-1-1 0,1 0 0,2-3 0,-1 2-227,1 0-1,0 0 1,0 0-1,0 1 1,6-4-1,-2 1-6598</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31.834"/>
    </inkml:context>
    <inkml:brush xml:id="br0">
      <inkml:brushProperty name="width" value="0.05" units="cm"/>
      <inkml:brushProperty name="height" value="0.05" units="cm"/>
    </inkml:brush>
  </inkml:definitions>
  <inkml:trace contextRef="#ctx0" brushRef="#br0">82 19 24575,'2'-2'0,"2"7"0,3 7 0,-5-7 0,0-1 0,0 0 0,-1 0 0,1 1 0,-1-1 0,0 1 0,-1-1 0,1 1 0,-1-1 0,0 1 0,0-1 0,0 1 0,-1 0 0,0-1 0,-1 6 0,1-8 0,0 0 0,0 0 0,0 1 0,0-1 0,-1 0 0,1 0 0,-1 0 0,1-1 0,-1 1 0,0 0 0,1 0 0,-1-1 0,0 1 0,0-1 0,0 0 0,-1 0 0,1 0 0,0 0 0,0 0 0,-1 0 0,1 0 0,0-1 0,-1 1 0,1-1 0,0 1 0,-1-1 0,1 0 0,-1 0 0,-3-1 0,4 1 0,1 0 0,-1 0 0,0 0 0,1 0 0,-1 0 0,0 0 0,1-1 0,-1 1 0,1-1 0,-1 1 0,1-1 0,-1 0 0,1 1 0,-1-1 0,1 0 0,-1 0 0,1 0 0,0 0 0,0 0 0,-1-1 0,1 1 0,0 0 0,0 0 0,0-1 0,1 1 0,-1 0 0,0-1 0,0 1 0,1-1 0,-1 0 0,1 1 0,-1-1 0,1 1 0,0-1 0,-1 0 0,1 1 0,0-1 0,0 0 0,0 1 0,0-1 0,1-2 0,0-3 0,1-1 0,0 1 0,0 0 0,0 0 0,1 0 0,0 0 0,7-11 0,13-11 0,-23 29 0,1 0 0,-1-1 0,0 1 0,1 0 0,-1-1 0,1 1 0,-1 0 0,1-1 0,-1 1 0,1 0 0,-1 0 0,1 0 0,-1 0 0,1-1 0,-1 1 0,1 0 0,-1 0 0,1 0 0,-1 0 0,1 0 0,-1 0 0,2 0 0,-1 1 0,-1 0 0,1-1 0,-1 1 0,1-1 0,-1 1 0,1 0 0,-1-1 0,1 1 0,-1 0 0,1 0 0,-1-1 0,0 1 0,1 0 0,-1 0 0,0 0 0,0 0 0,0-1 0,0 1 0,0 0 0,0 1 0,1 10-1365,0 0-5461</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32.365"/>
    </inkml:context>
    <inkml:brush xml:id="br0">
      <inkml:brushProperty name="width" value="0.05" units="cm"/>
      <inkml:brushProperty name="height" value="0.05" units="cm"/>
    </inkml:brush>
  </inkml:definitions>
  <inkml:trace contextRef="#ctx0" brushRef="#br0">20 0 24575,'-3'0'0,"-5"0"0,-1 0-8191</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33.003"/>
    </inkml:context>
    <inkml:brush xml:id="br0">
      <inkml:brushProperty name="width" value="0.05" units="cm"/>
      <inkml:brushProperty name="height" value="0.05" units="cm"/>
    </inkml:brush>
  </inkml:definitions>
  <inkml:trace contextRef="#ctx0" brushRef="#br0">227 125 24575,'6'-1'0,"0"1"0,0 0 0,0-1 0,-1 0 0,1-1 0,0 1 0,0-1 0,-1 0 0,1 0 0,-1-1 0,0 0 0,1 0 0,-1 0 0,0-1 0,-1 1 0,1-1 0,-1 0 0,0 0 0,0-1 0,0 1 0,0-1 0,-1 0 0,0 0 0,0 0 0,0-1 0,0 1 0,2-10 0,-5 14 0,1 1 0,-1-1 0,0 0 0,0 1 0,1-1 0,-1 0 0,0 0 0,0 1 0,0-1 0,0 0 0,0 0 0,0 0 0,0 1 0,0-1 0,0 0 0,0 0 0,0 1 0,-1-1 0,1 0 0,0 0 0,-1 1 0,1-1 0,0 0 0,-1 1 0,1-1 0,-1 0 0,1 1 0,-1-1 0,0 0 0,0 0 0,-1 0 0,1 1 0,-1-1 0,0 1 0,1-1 0,-1 1 0,0 0 0,1-1 0,-1 1 0,0 0 0,0 0 0,-2 1 0,-6 0 0,0 1 0,0 0 0,-13 4 0,-12 6 0,-57 27 0,81-33 0,0 0 0,1 0 0,0 1 0,0 1 0,0 0 0,1 0 0,0 0 0,1 1 0,-8 11 0,14-18 0,0 1 0,0 0 0,0 0 0,1 0 0,-1 0 0,1 0 0,0 0 0,0 0 0,0 0 0,1 0 0,-1 1 0,1-1 0,-1 0 0,1 1 0,0-1 0,0 0 0,1 1 0,0 3 0,0-3 0,1 0 0,-1 0 0,1-1 0,0 1 0,1 0 0,-1 0 0,0-1 0,1 0 0,0 1 0,0-1 0,0 0 0,4 3 0,10 6 0,0-2 0,0 1 0,1-2 0,32 12 0,-44-18 0,43 15 0,44 19 0,-85-33 0,-1 0 0,1 1 0,-1-1 0,0 2 0,-1-1 0,1 0 0,-1 1 0,0 0 0,5 8 0,-9-11 0,0 0 0,0 1 0,-1-1 0,0 0 0,1 1 0,-1-1 0,-1 0 0,1 1 0,0 0 0,-1-1 0,0 1 0,1-1 0,-1 1 0,-1-1 0,1 1 0,-1 0 0,1-1 0,-1 1 0,0-1 0,0 0 0,0 1 0,-1-1 0,1 0 0,-1 0 0,0 1 0,-4 4 0,-3 5 0,-1-1 0,-1 0 0,0-1 0,-22 18 0,16-15 0,0-2 0,-1 0 0,-1 0 0,-29 12 0,38-20 0,1 0 0,0-1 0,-1 0 0,0 0 0,0-1 0,0-1 0,0 0 0,0 0 0,0-1 0,0 0 0,-19-3 0,26 3 17,-1-1 0,1 0 0,-1 0 1,1-1-1,0 1 0,0-1 0,0 0 0,0 0 0,0 0 0,0 0 0,0 0 0,0-1 0,1 1 0,-1-1 0,1 1 0,0-1 0,0 0 0,0 0 1,-2-4-1,1 0-207,1 1 0,0-1 1,0 0-1,0 0 0,1 1 1,0-1-1,0 0 1,1-13-1,2-13-6636</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33.453"/>
    </inkml:context>
    <inkml:brush xml:id="br0">
      <inkml:brushProperty name="width" value="0.05" units="cm"/>
      <inkml:brushProperty name="height" value="0.05" units="cm"/>
    </inkml:brush>
  </inkml:definitions>
  <inkml:trace contextRef="#ctx0" brushRef="#br0">1 40 24575,'10'-15'0,"-9"12"0,0 0 0,1 0 0,0 1 0,0-1 0,0 0 0,4-3 0,-6 6 0,0 0 0,0-1 0,1 1 0,-1 0 0,0 0 0,1 0 0,-1 0 0,0-1 0,1 1 0,-1 0 0,0 0 0,1 0 0,-1 0 0,1 0 0,-1 0 0,0 0 0,1 0 0,-1 0 0,0 0 0,1 0 0,-1 0 0,0 0 0,1 1 0,0-1 0,8 12 0,1 13 0,-2 1 0,0-1 0,-2 1 0,5 49 0,-8-54 0,8 58 0,1 155 0,-11-271 0,2-1 0,12-57 0,-13 83 0,1 0 0,1 0 0,0 1 0,0-1 0,1 1 0,1 0 0,0 0 0,0 0 0,1 1 0,0 0 0,1 1 0,16-16 0,-23 23 0,1 1 0,1-1 0,-1 1 0,0-1 0,0 1 0,1 0 0,-1 0 0,0 0 0,1 0 0,-1 0 0,1 0 0,-1 1 0,1-1 0,0 1 0,-1-1 0,1 1 0,0 0 0,4 1 0,-4 0 0,0 0 0,0 0 0,1 0 0,-1 1 0,-1-1 0,1 1 0,0 0 0,0 0 0,0 0 0,-1 0 0,1 0 0,3 5 0,2 4 0,-1-1 0,0 1 0,-1 0 0,0 0 0,0 1 0,5 18 0,3 19 320,6 16-2005,-15-53-5141</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33.965"/>
    </inkml:context>
    <inkml:brush xml:id="br0">
      <inkml:brushProperty name="width" value="0.05" units="cm"/>
      <inkml:brushProperty name="height" value="0.05" units="cm"/>
    </inkml:brush>
  </inkml:definitions>
  <inkml:trace contextRef="#ctx0" brushRef="#br0">179 33 24575,'0'-1'0,"0"1"0,0 0 0,0 0 0,0-1 0,0 1 0,0 0 0,0-1 0,0 1 0,0 0 0,-1-1 0,1 1 0,0 0 0,0 0 0,0-1 0,0 1 0,0 0 0,0-1 0,-1 1 0,1 0 0,0 0 0,0 0 0,0-1 0,-1 1 0,1 0 0,0 0 0,0 0 0,-1-1 0,1 1 0,0 0 0,0 0 0,-1 0 0,1 0 0,0 0 0,-1 0 0,1 0 0,0-1 0,0 1 0,-1 0 0,1 0 0,0 0 0,-1 0 0,1 0 0,0 0 0,-1 0 0,1 1 0,0-1 0,0 0 0,-1 0 0,1 0 0,0 0 0,-1 0 0,1 1 0,-1-1 0,0 0 0,0 1 0,1-1 0,-1 1 0,0-1 0,0 1 0,1-1 0,-1 1 0,0 0 0,1-1 0,-1 1 0,1 0 0,-1-1 0,1 1 0,-1 0 0,1 0 0,-1-1 0,1 3 0,-1 1 0,1 1 0,0-1 0,1 0 0,-1 1 0,1-1 0,0 0 0,0 1 0,0-1 0,0 0 0,1 0 0,0 0 0,4 7 0,-2-3 0,1 0 0,0-1 0,0 1 0,1-1 0,9 8 0,-14-13 0,1-1 0,-1 1 0,1-1 0,-1 1 0,1-1 0,-1 0 0,1 0 0,0 0 0,0 0 0,-1 0 0,1 0 0,0-1 0,0 1 0,0 0 0,0-1 0,0 0 0,0 1 0,0-1 0,0 0 0,0 0 0,0 0 0,0 0 0,0-1 0,0 1 0,0 0 0,0-1 0,0 1 0,0-1 0,0 0 0,0 0 0,-1 0 0,1 0 0,0 0 0,0 0 0,-1 0 0,1 0 0,-1-1 0,1 1 0,-1-1 0,2-1 0,1-2 0,0-1 0,0 0 0,-1 0 0,0 0 0,0-1 0,0 1 0,-1-1 0,0 1 0,0-1 0,1-10 0,-3 12 0,1 0 0,-1 0 0,0 0 0,0 0 0,0 0 0,-1 0 0,1 0 0,-1 0 0,0 1 0,-1-1 0,-3-8 0,5 13 0,0-1 0,0 1 0,0 0 0,0-1 0,0 1 0,-1 0 0,1-1 0,0 1 0,0 0 0,-1-1 0,1 1 0,0 0 0,0 0 0,-1-1 0,1 1 0,0 0 0,0 0 0,-1 0 0,1-1 0,0 1 0,-1 0 0,1 0 0,-1 0 0,1 0 0,0 0 0,-1-1 0,1 1 0,0 0 0,-1 0 0,1 0 0,-1 0 0,1 0 0,0 0 0,-1 1 0,1-1 0,0 0 0,-1 0 0,1 0 0,0 0 0,-1 0 0,1 0 0,0 1 0,-1-1 0,1 0 0,0 0 0,-1 0 0,1 1 0,0-1 0,0 0 0,-1 0 0,1 1 0,0-1 0,0 0 0,-1 1 0,1-1 0,0 0 0,0 1 0,0-1 0,0 0 0,0 1 0,-1-1 0,1 1 0,0 0 0,-9 26 0,5 2 0,1 1 0,2 0 0,4 55 0,20 93 0,-12-105 0,-6-39 0,8 75 0,-13-99 0,0 0 0,0 0 0,-1 0 0,0 0 0,-1 0 0,0 0 0,0 0 0,-6 11 0,7-17 0,0-1 0,-1 0 0,0 0 0,1 0 0,-1-1 0,0 1 0,-1 0 0,1-1 0,0 1 0,-1-1 0,1 0 0,-1 0 0,0 0 0,0 0 0,0 0 0,0 0 0,0-1 0,-4 2 0,2-2 0,0 0 0,0 0 0,1-1 0,-1 0 0,0 0 0,0 0 0,0 0 0,0-1 0,0 0 0,0 0 0,-6-2 0,-3-2 0,0-1 0,1 0 0,-1-1 0,2-1 0,-1 0 0,1 0 0,-15-15 0,18 15 43,0 0 0,1-1-1,0-1 1,1 1 0,0-1-1,0 0 1,-6-14 0,11 18-144,0 1 1,0-1-1,0 0 1,0 1 0,1-1-1,0 0 1,0 0-1,1 0 1,0 0 0,0 0-1,0 0 1,1 0 0,-1 0-1,2 0 1,-1 0-1,3-7 1,7-13-6726</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34.490"/>
    </inkml:context>
    <inkml:brush xml:id="br0">
      <inkml:brushProperty name="width" value="0.05" units="cm"/>
      <inkml:brushProperty name="height" value="0.05" units="cm"/>
    </inkml:brush>
  </inkml:definitions>
  <inkml:trace contextRef="#ctx0" brushRef="#br0">193 170 24575,'-2'-2'0,"0"0"0,1-1 0,-1 1 0,1 0 0,0-1 0,0 1 0,0 0 0,0-1 0,0 1 0,1-1 0,-1 0 0,1 1 0,-1-5 0,0-39 0,2 32 0,-1 5 0,0 4 0,0 0 0,0-1 0,0 1 0,-1 0 0,1 0 0,-4-9 0,4 13 0,-1-1 0,1 1 0,-1 0 0,0 0 0,0 0 0,1 0 0,-1 0 0,0 0 0,0 1 0,0-1 0,0 0 0,0 0 0,0 1 0,0-1 0,0 0 0,0 1 0,-1-1 0,1 1 0,0-1 0,0 1 0,-1 0 0,1 0 0,0-1 0,0 1 0,-1 0 0,1 0 0,0 0 0,0 0 0,-1 0 0,1 1 0,0-1 0,0 0 0,-3 1 0,-1 1 0,-1 0 0,1 0 0,0 1 0,-1 0 0,1 0 0,0 0 0,1 0 0,-1 1 0,1 0 0,-1 0 0,1 0 0,0 0 0,0 1 0,-6 9 0,0 2 0,0 1 0,1-1 0,-8 25 0,14-35 0,1 1 0,0 0 0,1-1 0,0 1 0,0 0 0,0 0 0,1 0 0,0-1 0,0 1 0,1 0 0,0 0 0,3 11 0,-4-15 0,1-1 0,0 1 0,0 0 0,1-1 0,-1 0 0,0 1 0,1-1 0,-1 0 0,1 1 0,0-1 0,0 0 0,0 0 0,0-1 0,0 1 0,0 0 0,0-1 0,1 1 0,-1-1 0,1 0 0,-1 0 0,1 1 0,-1-2 0,1 1 0,0 0 0,-1-1 0,1 1 0,0-1 0,0 0 0,-1 0 0,1 0 0,0 0 0,0 0 0,-1 0 0,4-2 0,0 1 0,-1 0 0,0-1 0,1 1 0,-1-1 0,0 0 0,0-1 0,-1 1 0,1-1 0,0 0 0,-1 0 0,0-1 0,0 1 0,0-1 0,0 0 0,0 0 0,-1 0 0,0 0 0,0-1 0,4-6 0,2-7 0,-1-1 0,-1 0 0,9-37 0,0 1 0,-13 67 0,0 16 0,-2-20 0,2 29 185,-3-25-379,0 0 0,2 0 0,-1-1 1,1 1-1,1 0 0,0-1 1,5 13-1,-2-15-6632</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5:35.163"/>
    </inkml:context>
    <inkml:brush xml:id="br0">
      <inkml:brushProperty name="width" value="0.05" units="cm"/>
      <inkml:brushProperty name="height" value="0.05" units="cm"/>
    </inkml:brush>
  </inkml:definitions>
  <inkml:trace contextRef="#ctx0" brushRef="#br0">18 214 24575,'-6'-14'0,"-4"-7"0,10 21 0,0 0 0,-1 0 0,1-1 0,0 1 0,0 0 0,0-1 0,0 1 0,0 0 0,0-1 0,0 1 0,0 0 0,0 0 0,0-1 0,0 1 0,0 0 0,0-1 0,0 1 0,0 0 0,0-1 0,0 1 0,0 0 0,0-1 0,0 1 0,1 0 0,-1 0 0,0-1 0,0 1 0,0 0 0,0 0 0,1-1 0,-1 1 0,0 0 0,0 0 0,1 0 0,-1-1 0,0 1 0,0 0 0,1 0 0,-1 0 0,0 0 0,1 0 0,-1-1 0,0 1 0,1 0 0,-1 0 0,0 0 0,1 0 0,0 0 0,1 1 0,-1-1 0,1 0 0,-1 1 0,1-1 0,-1 1 0,0 0 0,1-1 0,-1 1 0,0 0 0,0 0 0,0 0 0,1 0 0,-1 0 0,0 0 0,0 0 0,0 0 0,0 0 0,1 3 0,16 26 0,-17-26 0,4 6 0,-1 0 0,-1 1 0,0 0 0,0-1 0,-1 1 0,-1 0 0,1 1 0,-2-1 0,0 0 0,-1 11 0,2-57 0,-1 16 0,0 0 0,6-30 0,-5 43 0,5-21 0,14-43 0,-17 62 0,0 1 0,0 0 0,1 0 0,-1 1 0,2-1 0,-1 1 0,1 0 0,0 0 0,0 0 0,12-10 0,-16 15 0,0 0 0,1 0 0,-1 0 0,0 1 0,1-1 0,-1 0 0,1 0 0,-1 1 0,1-1 0,-1 1 0,1-1 0,-1 1 0,1 0 0,-1 0 0,1 0 0,0-1 0,-1 2 0,1-1 0,-1 0 0,1 0 0,2 1 0,-2 0 0,0 0 0,0 0 0,0 1 0,0-1 0,0 0 0,0 1 0,-1-1 0,1 1 0,-1 0 0,1-1 0,-1 1 0,0 0 0,2 3 0,2 5 0,-1 0 0,0 0 0,-1 0 0,0 0 0,2 14 0,0 17 0,-2 0 0,-4 81 0,4-153 0,3 1 0,0-1 0,2 1 0,13-32 0,-16 50 0,1-1 0,0 1 0,1 0 0,0 1 0,0 0 0,2 0 0,-1 0 0,20-17 0,-25 25 0,1 0 0,0 0 0,0 0 0,0 0 0,0 1 0,0 0 0,1 0 0,-1 0 0,1 0 0,-1 1 0,1-1 0,0 1 0,-1 0 0,1 1 0,0-1 0,0 1 0,0 0 0,0 0 0,-1 0 0,1 1 0,0 0 0,0 0 0,-1 0 0,1 1 0,0-1 0,-1 1 0,1 0 0,3 3 0,-2-2 15,-1 1 0,0-1 0,0 1 0,0 1-1,0-1 1,-1 1 0,0 0 0,0 0 0,0 0 0,0 0-1,-1 1 1,0-1 0,0 1 0,-1 0 0,1 0 0,-1 0 0,-1 0-1,1 0 1,-1 1 0,0-1 0,0 0 0,-1 10 0,0-2-186,-1-1 0,0 1 1,-1 0-1,-1-1 0,0 0 1,-1 1-1,0-1 0,-1-1 1,-10 18-1,8-15-6655</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57.879"/>
    </inkml:context>
    <inkml:brush xml:id="br0">
      <inkml:brushProperty name="width" value="0.05" units="cm"/>
      <inkml:brushProperty name="height" value="0.05" units="cm"/>
    </inkml:brush>
  </inkml:definitions>
  <inkml:trace contextRef="#ctx0" brushRef="#br0">198 541 24575,'8'-8'0,"1"0"0,15-10 0,18-15 0,-39 30 0,-1 0 0,1 0 0,-1 0 0,0 0 0,0 0 0,0-1 0,0 1 0,-1 0 0,1-1 0,-1 0 0,2-6 0,-3 8 0,0 1 0,0-1 0,0 0 0,0 0 0,0 0 0,0 1 0,-1-1 0,1 0 0,-1 0 0,1 1 0,-1-1 0,0 0 0,1 1 0,-1-1 0,0 1 0,0-1 0,0 1 0,0-1 0,-1 1 0,1 0 0,0 0 0,0-1 0,-1 1 0,1 0 0,-1 0 0,1 0 0,-1 0 0,1 1 0,-1-1 0,0 0 0,1 1 0,-1-1 0,0 1 0,0-1 0,-1 1 0,-4-2 0,1 1 0,-1 0 0,0 0 0,1 1 0,-1 0 0,1 0 0,-1 0 0,-9 3 0,3 1 0,0 0 0,1 1 0,0 0 0,0 1 0,0 0 0,1 1 0,0 1 0,0 0 0,1 0 0,-12 12 0,16-15 0,1 1 0,-1 0 0,1 1 0,0-1 0,1 1 0,0 0 0,0 0 0,0 0 0,1 1 0,0-1 0,0 1 0,1 0 0,0 0 0,0 0 0,1 0 0,0 0 0,0 15 0,1-19 0,1-1 0,-1 1 0,1-1 0,-1 1 0,1-1 0,0 0 0,1 1 0,-1-1 0,0 0 0,1 0 0,0 0 0,0 0 0,0 0 0,0 0 0,0 0 0,1-1 0,-1 1 0,4 2 0,-2-2 0,0-1 0,0 0 0,-1-1 0,1 1 0,1-1 0,-1 1 0,0-1 0,0 0 0,0-1 0,1 1 0,-1-1 0,0 0 0,6 0 0,0-1 0,1-1 0,-1 1 0,1-2 0,-1 0 0,0 0 0,0-1 0,0 0 0,0 0 0,-1-1 0,0 0 0,12-10 0,-12 7 0,0-1 0,-1 0 0,-1 0 0,1-1 0,-1 0 0,-1 0 0,0-1 0,0 0 0,-1 0 0,-1 0 0,0 0 0,0-1 0,-1 0 0,2-16 0,1-18 0,-2 0 0,-2-65 0,-3 84 0,-2-203 0,34 695 0,-29-448 0,12 69 0,-12-78 0,0-1 0,0 0 0,0-1 0,1 1 0,0 0 0,1-1 0,0 1 0,-1-1 0,9 8 0,1-3-1365,-1-5-5461</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58.240"/>
    </inkml:context>
    <inkml:brush xml:id="br0">
      <inkml:brushProperty name="width" value="0.05" units="cm"/>
      <inkml:brushProperty name="height" value="0.05" units="cm"/>
    </inkml:brush>
  </inkml:definitions>
  <inkml:trace contextRef="#ctx0" brushRef="#br0">60 164 24575,'-1'4'0,"1"0"0,0 0 0,1 0 0,-1-1 0,1 1 0,0 0 0,0 0 0,0-1 0,0 1 0,1-1 0,-1 1 0,1-1 0,2 5 0,-2-7 0,-1 1 0,1-1 0,0 1 0,0-1 0,0 0 0,0 0 0,0 1 0,0-1 0,0 0 0,0-1 0,0 1 0,0 0 0,1-1 0,-1 1 0,0-1 0,0 0 0,1 0 0,-1 0 0,0 0 0,0 0 0,1 0 0,-1 0 0,4-2 0,0 1 0,0-1 0,0 0 0,0 0 0,0-1 0,-1 1 0,1-2 0,-1 1 0,1 0 0,-1-1 0,0 0 0,-1 0 0,1 0 0,-1-1 0,0 0 0,0 0 0,0 0 0,0 0 0,-1 0 0,0-1 0,0 1 0,-1-1 0,1 0 0,-1 0 0,0 0 0,-1 0 0,0 0 0,0-1 0,0 1 0,0 0 0,-1 0 0,0-1 0,-1 1 0,1 0 0,-1-1 0,-1 1 0,1 0 0,-1 0 0,0 0 0,-4-8 0,5 12 0,0 0 0,0 0 0,-1 0 0,1 0 0,-1 1 0,1-1 0,-1 0 0,0 1 0,0-1 0,1 1 0,-1-1 0,0 1 0,0 0 0,0 0 0,-1 0 0,1 0 0,0 0 0,0 1 0,-1-1 0,1 1 0,0-1 0,-1 1 0,1 0 0,0 0 0,-1 0 0,1 0 0,0 0 0,-1 1 0,1-1 0,0 1 0,0-1 0,-1 1 0,1 0 0,0 0 0,-4 2 0,-3 1 0,1 1 0,0 0 0,0 0 0,1 1 0,-1 0 0,1 0 0,-11 14 0,8-8 0,1 1 0,1 0 0,0 0 0,1 1 0,0 0 0,1 0 0,1 1 0,0-1 0,-4 25 0,7-30 0,1 1 0,1-1 0,-1 0 0,2 1 0,-1-1 0,1 0 0,3 15 0,-2-18 0,0 0 0,0-1 0,0 1 0,1 0 0,0-1 0,0 0 0,0 0 0,1 0 0,0 0 0,0 0 0,0-1 0,7 6 0,-7-6-72,0-1 1,1-1-1,-1 1 0,1 0 0,0-1 0,0 0 0,0 0 0,0-1 1,0 1-1,1-1 0,-1 0 0,0-1 0,0 1 0,1-1 0,-1 0 1,1 0-1,-1-1 0,7-1 0,13-3-6754</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58.597"/>
    </inkml:context>
    <inkml:brush xml:id="br0">
      <inkml:brushProperty name="width" value="0.05" units="cm"/>
      <inkml:brushProperty name="height" value="0.05" units="cm"/>
    </inkml:brush>
  </inkml:definitions>
  <inkml:trace contextRef="#ctx0" brushRef="#br0">1 83 24575,'5'7'0,"7"18"0,12 34 0,-5-6 0,23 56 0,-41-107 0,-1-1 0,1 0 0,-1 0 0,1 0 0,-1 0 0,1 0 0,0 0 0,-1 0 0,1 0 0,0 0 0,0 0 0,0 0 0,0 0 0,0-1 0,0 1 0,0 0 0,0-1 0,0 1 0,0-1 0,0 1 0,0-1 0,2 1 0,-1-1 0,-1 0 0,0 0 0,1 0 0,-1-1 0,0 1 0,0-1 0,1 1 0,-1-1 0,0 1 0,0-1 0,0 0 0,0 1 0,0-1 0,0 0 0,0 0 0,0 0 0,1-1 0,3-5 0,0 1 0,0-1 0,-1 0 0,0 0 0,4-11 0,3-9 0,-2-1 0,-1 0 0,-2 0 0,0 0 0,-2-1 0,-1 0 0,-1-33 0,-6 38 342,4 23-376,0 1 1,0 0-1,0-1 1,0 1-1,0-1 1,0 1-1,-1 0 1,1-1-1,0 1 1,0-1-1,0 1 1,0 0 0,-1-1-1,1 1 1,0 0-1,0-1 1,-1 1-1,1 0 1,0-1-1,-1 1 1,1 0-1,0 0 1,0-1-1,-1 1 1,1 0 0,-1 0-1,1 0 1,0 0-1,-1-1 1,1 1-1,-1 0 1,1 0-1,0 0 1,-1 0-1,1 0 1,-1 0-1,1 0 1,0 0-1,-1 0 1,1 0 0,-1 0-1,1 0 1,0 0-1,-1 1 1,1-1-1,0 0 1,-1 0-1,1 0 1,-1 1-1,1-1 1</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7:59.017"/>
    </inkml:context>
    <inkml:brush xml:id="br0">
      <inkml:brushProperty name="width" value="0.05" units="cm"/>
      <inkml:brushProperty name="height" value="0.05" units="cm"/>
    </inkml:brush>
  </inkml:definitions>
  <inkml:trace contextRef="#ctx0" brushRef="#br0">0 222 24575,'7'-8'0,"-2"1"0,1-2 0,-1 1 0,0-1 0,-1 0 0,5-11 0,9-19 0,-10 26 0,0 1 0,0 0 0,17-18 0,-21 25 0,1 1 0,0-1 0,0 1 0,1 0 0,-1 0 0,1 1 0,0 0 0,0 0 0,0 0 0,8-2 0,-12 4 0,0 1 0,0-1 0,0 1 0,0 0 0,0 0 0,0-1 0,0 1 0,0 1 0,-1-1 0,1 0 0,0 0 0,0 1 0,0-1 0,0 1 0,0 0 0,-1-1 0,1 1 0,0 0 0,2 1 0,-2 1 0,1-1 0,-1 0 0,0 0 0,0 1 0,0-1 0,0 1 0,0 0 0,-1 0 0,1 0 0,1 4 0,1 5 0,-1 0 0,0-1 0,-1 1 0,0 0 0,0 13 0,-1-13 0,-1 1 0,0 0 0,-1-1 0,0 1 0,-1-1 0,-1 1 0,0-1 0,-1 0 0,0 0 0,0 0 0,-2 0 0,1-1 0,-1 0 0,-1 0 0,0-1 0,-1 0 0,0 0 0,0 0 0,-1-1 0,0 0 0,-18 13 0,43-32 0,0 2 0,1 0 0,25-9 0,67-18 0,-98 31 0,3 0 55,38-11 214,-47 14-457,-1 1 0,1-1 1,0 1-1,-1-1 1,1 1-1,0 1 0,-1-1 1,9 2-1,-3 3-6638</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03.661"/>
    </inkml:context>
    <inkml:brush xml:id="br0">
      <inkml:brushProperty name="width" value="0.05" units="cm"/>
      <inkml:brushProperty name="height" value="0.05" units="cm"/>
    </inkml:brush>
  </inkml:definitions>
  <inkml:trace contextRef="#ctx0" brushRef="#br0">258 158 24575,'0'0'0,"0"-1"0,0 0 0,0 0 0,0 0 0,0 0 0,0 0 0,0 0 0,-1 0 0,1 0 0,0 1 0,0-1 0,-1 0 0,1 0 0,0 0 0,-1 0 0,1 1 0,-1-1 0,1 0 0,-1 0 0,0 1 0,1-1 0,-1 0 0,0 1 0,1-1 0,-1 1 0,0-1 0,1 1 0,-1-1 0,0 1 0,0-1 0,0 1 0,0 0 0,0 0 0,1-1 0,-1 1 0,0 0 0,0 0 0,0 0 0,0 0 0,0 0 0,0 0 0,0 0 0,0 0 0,1 0 0,-1 1 0,0-1 0,0 0 0,0 0 0,0 1 0,-1 0 0,-7 2 0,1 1 0,-1 0 0,-14 9 0,18-10 0,-4 3 0,-1-1 0,1 0 0,-1-1 0,0 0 0,0-1 0,0 0 0,0 0 0,0-1 0,-1-1 0,1 0 0,-20 0 0,29-1 0,0 0 0,-1 0 0,1 0 0,0 0 0,-1 0 0,1-1 0,0 1 0,-1-1 0,1 1 0,0-1 0,-1 1 0,1-1 0,0 0 0,0 0 0,0 1 0,0-1 0,0 0 0,0 0 0,0 0 0,0 0 0,0 0 0,-1-2 0,1 1 0,1 0 0,-1 0 0,0 0 0,1 0 0,0 0 0,-1-1 0,1 1 0,0 0 0,0 0 0,0 0 0,0 0 0,1-5 0,2-4 0,1 0 0,0 0 0,0 0 0,7-11 0,-10 19 0,2-3 0,1-1 0,-1 0 0,1 1 0,1 0 0,-1-1 0,1 2 0,0-1 0,1 1 0,8-8 0,-10 11 0,0-1 0,0 1 0,0 0 0,0 1 0,0-1 0,1 1 0,-1 0 0,0 0 0,1 0 0,-1 0 0,1 1 0,-1 0 0,1 0 0,-1 0 0,1 0 0,-1 1 0,6 1 0,1 0 0,-1 1 0,0 0 0,0 1 0,15 8 0,-21-10 0,0 0 0,0 1 0,0-1 0,-1 1 0,1 0 0,-1 0 0,0 0 0,0 0 0,0 0 0,0 1 0,-1-1 0,1 1 0,3 7 0,-6-10 12,0 1-1,1-1 0,-1 1 0,0-1 1,0 1-1,0-1 0,0 1 1,0-1-1,0 1 0,0-1 1,0 1-1,-1-1 0,1 1 0,-1-1 1,1 0-1,-1 1 0,1-1 1,-1 1-1,0-1 0,0 0 0,0 0 1,0 1-1,0-1 0,0 0 1,0 0-1,0 0 0,0 0 1,0 0-1,-2 1 0,-4 2-343,-1 1 0,1-1 0,-16 6 0,20-9-44,-13 6-6450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04.579"/>
    </inkml:context>
    <inkml:brush xml:id="br0">
      <inkml:brushProperty name="width" value="0.05" units="cm"/>
      <inkml:brushProperty name="height" value="0.05" units="cm"/>
    </inkml:brush>
  </inkml:definitions>
  <inkml:trace contextRef="#ctx0" brushRef="#br0">102 24 24575,'0'0'0,"-1"-1"0,1 1 0,-1 0 0,1-1 0,0 1 0,-1 0 0,1 0 0,0-1 0,-1 1 0,1-1 0,0 1 0,-1 0 0,1-1 0,0 1 0,0-1 0,0 1 0,-1-1 0,1 1 0,0 0 0,0-1 0,0 1 0,0-1 0,0 1 0,0-1 0,0 1 0,0-1 0,0 1 0,0-1 0,0 1 0,0-1 0,0 1 0,0-1 0,0 1 0,1-1 0,-1 1 0,0-1 0,0 1 0,1 0 0,-1-1 0,0 1 0,0-1 0,1 1 0,-1 0 0,0-1 0,1 1 0,-1 0 0,1 0 0,-1-1 0,0 1 0,1 0 0,1-1 0,0 0 0,0 1 0,0-1 0,-1 1 0,1 0 0,0-1 0,0 1 0,0 0 0,0 0 0,-1 0 0,1 0 0,2 1 0,3 1 0,-1 1 0,0-1 0,0 1 0,0 0 0,-1 1 0,1-1 0,9 9 0,33 34 0,-41-37 0,0-1 0,0 1 0,-1 0 0,0 0 0,0 1 0,-1 0 0,-1 0 0,0 0 0,0 1 0,-1-1 0,0 1 0,-1 0 0,0 0 0,-1 0 0,0 0 0,0 0 0,-1 0 0,-1 0 0,-2 13 0,-5 17 0,-1 0 0,-3 0 0,-27 66 0,18-54 0,-100 334 0,108-330 0,9-33 0,-15 42 0,14-47 0,0 1 0,1-1 0,1 1 0,0 33 0,-3 12 0,2-22 0,2 52 0,-1 13 0,-4-61 0,-2 12 0,9-53 0,0-1 0,0 0 0,0 0 0,1 0 0,0 0 0,0 0 0,0 0 0,4 10 0,-5-15 12,0 1 1,0-1-1,0 1 0,0-1 0,1 1 0,-1-1 1,0 1-1,0-1 0,1 1 0,-1-1 0,0 0 1,1 1-1,-1-1 0,0 1 0,1-1 0,-1 0 0,1 0 1,-1 1-1,1-1 0,-1 0 0,1 0 0,-1 1 1,1-1-1,-1 0 0,1 0 0,-1 0 0,1 0 1,0 0-88,-1 0 1,1 0 0,-1-1 0,1 1 0,-1 0-1,1-1 1,-1 1 0,1-1 0,-1 1 0,1-1-1,-1 1 1,0-1 0,1 1 0,-1-1 0,0 1-1,0-1 1,1 1 0,-1-1 0,0 0 0,0 1-1,0-1 1,1 0 0,1-10-6752</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06.704"/>
    </inkml:context>
    <inkml:brush xml:id="br0">
      <inkml:brushProperty name="width" value="0.05" units="cm"/>
      <inkml:brushProperty name="height" value="0.05" units="cm"/>
    </inkml:brush>
  </inkml:definitions>
  <inkml:trace contextRef="#ctx0" brushRef="#br0">1 1997 24575,'6'1'0,"1"0"0,0 0 0,-1 0 0,1 1 0,10 5 0,19 4 0,0-8 0,0 0 0,0-3 0,1-1 0,38-6 0,46-1 0,44 7 0,215-6 0,680 20 0,-241-3 0,-7-58 0,-788 46 0,0-1 0,0 0 0,43-12 0,-66 15 0,-1 0 0,1 0 0,-1 0 0,1 0 0,-1 0 0,1 0 0,-1-1 0,1 1 0,0 0 0,-1 0 0,0-1 0,1 1 0,-1 0 0,1-1 0,-1 1 0,1 0 0,-1-1 0,1 1 0,-1 0 0,0-1 0,1 1 0,-1-1 0,0 1 0,0-1 0,1 1 0,-1-1 0,0 1 0,0-2 0,0 2 0,0-1 0,-1 0 0,1 1 0,-1-1 0,1 1 0,-1-1 0,1 1 0,-1-1 0,0 1 0,1-1 0,-1 1 0,0-1 0,1 1 0,-1 0 0,0-1 0,-1 1 0,-34-9 0,22 8 0,1-1 0,-1 0 0,0-1 0,-16-6 0,24 7 0,1 0 0,0-1 0,1 0 0,-1 0 0,0 0 0,1 0 0,0-1 0,-1 0 0,1 1 0,1-2 0,-1 1 0,1 0 0,-6-9 0,-3-9 0,0 0 0,2-1 0,0 0 0,2 0 0,0-1 0,2 0 0,0 0 0,-2-34 0,-6-357 0,7 287 0,0 2 0,34-233 0,-27 357 0,6-34 0,16-54 0,-14 64 0,-1-1 0,-1 1 0,-2-1 0,2-38 0,-5 47 0,0 0 0,2 0 0,0 0 0,1 0 0,1 1 0,0 0 0,13-28 0,-6 11 0,-7 20 0,0 0 0,8-16 0,-11 28 0,0 0 0,0 0 0,-1 0 0,1 0 0,0 1 0,1-1 0,-1 1 0,0-1 0,0 1 0,1 0 0,-1 0 0,1 0 0,-1 0 0,1 1 0,-1-1 0,1 0 0,-1 1 0,1 0 0,-1 0 0,1 0 0,0 0 0,2 0 0,8 1 0,0 0 0,25 6 0,1 3 0,76 31 0,-112-40 0,0 1 0,0-1 0,0 0 0,0 1 0,0 0 0,-1 0 0,1 0 0,0 0 0,-1 0 0,0 0 0,1 1 0,-1-1 0,0 1 0,0 0 0,0-1 0,-1 1 0,1 0 0,1 5 0,-2-5 0,-1 0 0,1 0 0,-1 1 0,0-1 0,0 0 0,-1 1 0,1-1 0,-1 0 0,1 1 0,-1-1 0,0 0 0,0 0 0,0 0 0,-1 0 0,1 0 0,-1 0 0,0 0 0,-3 3 0,-6 11 0,2-2 0,-1 0 0,-1-1 0,0 0 0,-1-1 0,-18 16 0,28-27 0,-1 0 0,1-1 0,-1 0 0,0 1 0,0-1 0,1 0 0,-1 0 0,0-1 0,0 1 0,0-1 0,0 1 0,0-1 0,0 0 0,0 0 0,0 0 0,0-1 0,0 1 0,0-1 0,0 1 0,0-1 0,0 0 0,-5-2 0,-5-4 0,1 0 0,-1 0 0,-18-16 0,0 1 0,31 22-52,-1-1-1,0 1 1,0-1-1,1 1 1,-1 0-1,0-1 1,0 1-1,0 0 1,0-1-1,0 1 1,1 0-1,-1 0 1,0 0-1,0 0 1,0 0-1,0 0 1,0 0-1,0 0 1,0 0-1,1 0 0,-1 1 1,0-1-1,0 0 1,0 1-1,-1 0 1</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07.710"/>
    </inkml:context>
    <inkml:brush xml:id="br0">
      <inkml:brushProperty name="width" value="0.05" units="cm"/>
      <inkml:brushProperty name="height" value="0.05" units="cm"/>
    </inkml:brush>
  </inkml:definitions>
  <inkml:trace contextRef="#ctx0" brushRef="#br0">91 239 24575,'-5'-4'0,"-1"1"0,1-1 0,0 1 0,-1 1 0,1-1 0,-1 1 0,-9-3 0,-1 0 0,9 2 0,-8-3 0,17 4 0,10 1 0,721-38-656,-420 18 476,-107 9 180,1239-93 0,-1277 91 418,201 9 0,-403 5-1783,20 0-5461</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08.550"/>
    </inkml:context>
    <inkml:brush xml:id="br0">
      <inkml:brushProperty name="width" value="0.05" units="cm"/>
      <inkml:brushProperty name="height" value="0.05" units="cm"/>
    </inkml:brush>
  </inkml:definitions>
  <inkml:trace contextRef="#ctx0" brushRef="#br0">25 74 24575,'-2'0'0,"-4"0"0,-3 0 0,3 0 0,4 0 0,6 0 0,8 0 0,10-2 0,8-1 0,9-3 0,9 1 0,7-2 0,3-2 0,1 0 0,-2 0 0,-6 1 0,-9 0 0,-12 1-8191</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08.864"/>
    </inkml:context>
    <inkml:brush xml:id="br0">
      <inkml:brushProperty name="width" value="0.05" units="cm"/>
      <inkml:brushProperty name="height" value="0.05" units="cm"/>
    </inkml:brush>
  </inkml:definitions>
  <inkml:trace contextRef="#ctx0" brushRef="#br0">7 0 24575,'-1'0'0,"1"0"0,0 0 0,0 0 0,0 0 0,-1 0 0,1 0 0,0 0 0,0 1 0,-1-1 0,1 0 0,0 0 0,0 0 0,0 0 0,-1 0 0,1 0 0,0 0 0,0 1 0,0-1 0,0 0 0,-1 0 0,1 0 0,0 0 0,0 0 0,0 1 0,0-1 0,0 0 0,-1 0 0,1 0 0,0 1 0,0-1 0,0 0 0,0 0 0,0 1 0,0-1 0,0 0 0,0 0 0,0 0 0,0 1 0,0-1 0,0 0 0,0 0 0,0 1 0,0-1 0,0 0 0,0 0 0,0 0 0,0 1 0,1-1 0,-1 0 0,0 0 0,0 0 0,0 1 0,0-1 0,0 0 0,0 0 0,1 0 0,-1 0 0,0 1 0,12 15 0,-9-12 0,5 10 29,0-1-1,-1 1 1,0 1-1,-1-1 0,-1 1 1,-1 0-1,0 0 1,0 1-1,-2-1 1,0 1-1,0 20 1,-2-17-219,-2 1 0,0-1 1,-1 0-1,0 0 0,-2 0 1,-1-1-1,0 0 1,-16 32-1,13-32-6636</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09.268"/>
    </inkml:context>
    <inkml:brush xml:id="br0">
      <inkml:brushProperty name="width" value="0.05" units="cm"/>
      <inkml:brushProperty name="height" value="0.05" units="cm"/>
    </inkml:brush>
  </inkml:definitions>
  <inkml:trace contextRef="#ctx0" brushRef="#br0">136 31 24575,'-15'-2'0,"13"1"0,1 1 0,-1-1 0,1 1 0,-1 0 0,1-1 0,-1 1 0,0 0 0,1 0 0,-1 0 0,1 1 0,-1-1 0,1 0 0,-1 0 0,-1 2 0,-3 0 0,1 1 0,0 0 0,0 1 0,0-1 0,0 1 0,1 0 0,0 0 0,-1 1 0,1-1 0,1 1 0,-1 0 0,1 0 0,0 0 0,-4 9 0,4-8 0,0 1 0,0-1 0,1 0 0,0 1 0,0 0 0,1-1 0,0 1 0,0 0 0,0 0 0,1 0 0,0 0 0,2 10 0,-2-15 0,0 0 0,1 0 0,-1 0 0,1 0 0,0 0 0,0 0 0,-1 0 0,1-1 0,0 1 0,0 0 0,1-1 0,-1 1 0,0-1 0,0 1 0,1-1 0,-1 0 0,1 1 0,-1-1 0,1 0 0,0 0 0,-1 0 0,1 0 0,0 0 0,0 0 0,0-1 0,0 1 0,0-1 0,0 1 0,-1-1 0,1 0 0,0 0 0,0 0 0,0 0 0,0 0 0,0 0 0,3-1 0,-1 0 0,1 0 0,-1 0 0,-1 0 0,1-1 0,0 1 0,0-1 0,0 0 0,-1-1 0,1 1 0,-1 0 0,0-1 0,0 0 0,0 0 0,0 0 0,0 0 0,3-5 0,-2 2 0,-1-1 0,0 1 0,-1 0 0,0-1 0,0 0 0,0 1 0,0-1 0,-1 0 0,0 0 0,-1 0 0,0 0 0,0 0 0,0 0 0,-1 0 0,0 0 0,-2-9 0,2 12 0,-1 0 0,1 0 0,-1 1 0,1-1 0,-1 0 0,0 1 0,-1-1 0,1 1 0,0 0 0,-1 0 0,0 0 0,0 0 0,0 0 0,0 1 0,0-1 0,0 1 0,-1 0 0,1 0 0,-1 0 0,0 1 0,1-1 0,-1 1 0,0 0 0,0 0 0,0 0 0,0 0 0,0 1 0,0-1 0,-5 1 0,6 0-114,-1 0 1,1 0-1,0 1 0,-1-1 0,1 1 1,-1 0-1,1 0 0,0 0 0,0 0 1,0 1-1,-4 1 0,-1 4-6712</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09.688"/>
    </inkml:context>
    <inkml:brush xml:id="br0">
      <inkml:brushProperty name="width" value="0.05" units="cm"/>
      <inkml:brushProperty name="height" value="0.05" units="cm"/>
    </inkml:brush>
  </inkml:definitions>
  <inkml:trace contextRef="#ctx0" brushRef="#br0">38 35 24575,'2'-2'0,"0"0"0,0 0 0,0 0 0,0 0 0,-1-1 0,1 1 0,-1 0 0,0-1 0,1 0 0,-1 1 0,0-1 0,1-4 0,-9 14 0,-2 7 0,8-12 0,-28 72 0,26-64 0,1-1 0,-1 1 0,2-1 0,-1 1 0,1-1 0,1 11 0,0-17 0,0-1 0,0 0 0,0 1 0,1-1 0,-1 0 0,1 1 0,0-1 0,-1 0 0,1 0 0,0 0 0,0 0 0,1 0 0,-1 0 0,0 0 0,1 0 0,-1 0 0,1 0 0,0-1 0,1 2 0,0-1 0,0 0 0,0-1 0,0 1 0,0-1 0,0 0 0,0 0 0,0 0 0,0-1 0,1 1 0,-1-1 0,0 1 0,5-1 0,0-1 0,0 1 0,0-2 0,0 1 0,0-1 0,0 0 0,0 0 0,0-1 0,-1 0 0,1-1 0,7-4 0,-10 4 0,0 0 0,-1 0 0,1 0 0,-1-1 0,0 1 0,0-1 0,0 0 0,0 0 0,-1-1 0,0 1 0,0-1 0,-1 1 0,1-1 0,-1 0 0,-1 0 0,1 0 0,0-7 0,-1 10 0,-1 0 0,0 0 0,0 0 0,0 0 0,0 0 0,-1 0 0,1 0 0,-1 0 0,0 0 0,0 0 0,0 0 0,0 0 0,0 0 0,0 1 0,-1-1 0,0 0 0,1 1 0,-1-1 0,0 1 0,0 0 0,-1-1 0,1 1 0,0 0 0,-1 0 0,1 1 0,-1-1 0,1 0 0,-1 1 0,0 0 0,0-1 0,0 1 0,0 0 0,0 1 0,0-1 0,-6 0 0,3-1-114,0 1 1,0 0-1,0 1 0,0 0 0,-1 0 1,1 0-1,0 0 0,0 1 0,0 0 1,0 1-1,-10 2 0,4 3-6712</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10.001"/>
    </inkml:context>
    <inkml:brush xml:id="br0">
      <inkml:brushProperty name="width" value="0.05" units="cm"/>
      <inkml:brushProperty name="height" value="0.05" units="cm"/>
    </inkml:brush>
  </inkml:definitions>
  <inkml:trace contextRef="#ctx0" brushRef="#br0">1 6 24575,'1'-6'0,"3"19"0,2 22 0,-4 164 341,2 8-2047,-1-184-5120</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10.595"/>
    </inkml:context>
    <inkml:brush xml:id="br0">
      <inkml:brushProperty name="width" value="0.05" units="cm"/>
      <inkml:brushProperty name="height" value="0.05" units="cm"/>
    </inkml:brush>
  </inkml:definitions>
  <inkml:trace contextRef="#ctx0" brushRef="#br0">3 80 24575,'-1'-21'0,"0"14"0,1 1 0,-1 0 0,1 0 0,1 0 0,-1 0 0,1 0 0,2-7 0,-3 13 0,0-1 0,0 1 0,0 0 0,0 0 0,0 0 0,0 0 0,0 0 0,0 0 0,0 0 0,0 0 0,0 0 0,0-1 0,0 1 0,0 0 0,0 0 0,0 0 0,0 0 0,0 0 0,1 0 0,-1 0 0,0 0 0,0 0 0,0 0 0,0 0 0,0 0 0,0 0 0,0-1 0,0 1 0,0 0 0,0 0 0,0 0 0,0 0 0,1 0 0,-1 0 0,0 0 0,0 0 0,0 0 0,0 0 0,0 0 0,0 0 0,0 0 0,0 0 0,0 0 0,1 0 0,-1 0 0,0 0 0,0 0 0,0 0 0,0 0 0,0 0 0,0 0 0,0 0 0,0 0 0,0 1 0,0-1 0,1 0 0,-1 0 0,0 0 0,0 0 0,3 8 0,0 11 0,0 204 0,-4-121 0,3-110 0,0 0 0,1 0 0,-1 0 0,2 0 0,-1 0 0,1 1 0,1 0 0,-1 0 0,8-9 0,-8 10 0,0 1 0,0 1 0,0-1 0,1 1 0,0-1 0,0 1 0,0 0 0,0 1 0,0 0 0,1-1 0,7-2 0,-11 6 0,0-1 0,0 0 0,0 1 0,1 0 0,-1-1 0,0 1 0,0 0 0,1 0 0,-1 0 0,0 0 0,0 1 0,0-1 0,1 1 0,-1-1 0,0 1 0,0 0 0,0 0 0,0 0 0,0 0 0,0 0 0,0 0 0,0 0 0,0 1 0,-1-1 0,1 1 0,-1-1 0,1 1 0,-1 0 0,1 0 0,-1 0 0,0-1 0,0 1 0,0 0 0,1 3 0,1 1 0,0-1 0,-1 1 0,1 0 0,-1-1 0,-1 1 0,1 0 0,-1 0 0,0 0 0,-1 0 0,1 0 0,-1 0 0,-1 8 0,0-10 0,1-1 0,-1 0 0,0 1 0,-1-1 0,1 0 0,0 0 0,-1 0 0,0 1 0,0-2 0,0 1 0,0 0 0,0 0 0,0-1 0,-1 1 0,0-1 0,1 0 0,-1 0 0,0 0 0,0 0 0,0 0 0,0 0 0,-6 1 0,5-1-68,0-1 0,0 1-1,0-1 1,0 0 0,-1 0 0,1-1-1,0 0 1,-1 1 0,1-1 0,-1 0-1,1-1 1,0 1 0,-1-1 0,1 0-1,0 0 1,0-1 0,0 1-1,0-1 1,-6-3 0,-5-4-6758</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10.982"/>
    </inkml:context>
    <inkml:brush xml:id="br0">
      <inkml:brushProperty name="width" value="0.05" units="cm"/>
      <inkml:brushProperty name="height" value="0.05" units="cm"/>
    </inkml:brush>
  </inkml:definitions>
  <inkml:trace contextRef="#ctx0" brushRef="#br0">57 10 24575,'0'0'0,"0"-1"0,0 1 0,0 0 0,0-1 0,0 1 0,0 0 0,0-1 0,0 1 0,-1-1 0,1 1 0,0 0 0,0-1 0,0 1 0,0 0 0,-1 0 0,1-1 0,0 1 0,0 0 0,0-1 0,-1 1 0,1 0 0,0 0 0,0-1 0,-1 1 0,1 0 0,0 0 0,-1 0 0,1 0 0,0-1 0,-1 1 0,1 0 0,0 0 0,-1 0 0,1 0 0,0 0 0,-1 0 0,1 0 0,0 0 0,-1 0 0,1 0 0,-1 0 0,1 0 0,0 0 0,-1 0 0,1 0 0,0 0 0,-1 0 0,1 1 0,0-1 0,-1 0 0,1 0 0,-17 11 0,13-2 0,0 0 0,0 0 0,1 0 0,0 1 0,0-1 0,1 1 0,1 0 0,0 0 0,0 0 0,1 14 0,0-15 0,1-1 0,0 1 0,1-1 0,0 0 0,0 1 0,0-1 0,1 0 0,7 13 0,-8-19 0,-1 1 0,1-1 0,-1 1 0,1-1 0,0 0 0,0 0 0,0 0 0,0 0 0,1 0 0,-1 0 0,0-1 0,5 3 0,-5-3 0,0-1 0,0 1 0,0-1 0,0 1 0,0-1 0,0 0 0,0 0 0,1 0 0,-1 0 0,0 0 0,0 0 0,0-1 0,0 1 0,0-1 0,0 0 0,0 1 0,0-1 0,-1 0 0,5-2 0,-3 1 0,0-1 0,1 1 0,-1-1 0,0 1 0,-1-1 0,1 0 0,0 0 0,-1-1 0,1 1 0,-1 0 0,0-1 0,0 0 0,-1 1 0,1-1 0,-1 0 0,0 0 0,0 0 0,0 0 0,0 0 0,-1 0 0,1 0 0,-1 0 0,0 0 0,-1-7 0,0 4 0,0-1 0,0 1 0,-1 1 0,0-1 0,0 0 0,-1 0 0,1 1 0,-2-1 0,1 1 0,-1 0 0,1 0 0,-2 0 0,-5-6 0,0 1-1365,1 2-5461</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11.251"/>
    </inkml:context>
    <inkml:brush xml:id="br0">
      <inkml:brushProperty name="width" value="0.05" units="cm"/>
      <inkml:brushProperty name="height" value="0.05" units="cm"/>
    </inkml:brush>
  </inkml:definitions>
  <inkml:trace contextRef="#ctx0" brushRef="#br0">0 0 24575,'18'0'-59,"-1"1"0,1 1-1,-1 0 1,1 1-1,-1 1 1,0 1 0,0 0-1,-1 1 1,0 1 0,0 0-1,0 1 1,-1 1 0,0 1-1,-1 0 1,0 1-1,0 0 1,-1 1 0,-1 1-1,0 0 1,-1 0 0,0 1-1,9 16 1,-13-16-6767</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36:11.482"/>
    </inkml:context>
    <inkml:brush xml:id="br0">
      <inkml:brushProperty name="width" value="0.05" units="cm"/>
      <inkml:brushProperty name="height" value="0.05" units="cm"/>
    </inkml:brush>
  </inkml:definitions>
  <inkml:trace contextRef="#ctx0" brushRef="#br0">359 1 24575,'-2'0'0,"-1"1"0,0-1 0,1 1 0,-1 0 0,1 0 0,-1 0 0,1 0 0,0 0 0,-1 0 0,1 1 0,0-1 0,0 1 0,0 0 0,0 0 0,0-1 0,0 1 0,1 0 0,-1 1 0,-2 2 0,-4 8 0,0 0 0,-7 18 0,7-15 0,-16 28-195,-2 0 0,-2-2 0,-2-1 0,-1-2 0,-3 0 0,-47 42 0,62-65-6631</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06.388"/>
    </inkml:context>
    <inkml:brush xml:id="br0">
      <inkml:brushProperty name="width" value="0.05" units="cm"/>
      <inkml:brushProperty name="height" value="0.05" units="cm"/>
    </inkml:brush>
  </inkml:definitions>
  <inkml:trace contextRef="#ctx0" brushRef="#br0">0 37 24575,'0'-2'0,"0"1"0,0 0 0,0-1 0,1 1 0,-1-1 0,0 1 0,0 0 0,1-1 0,-1 1 0,1-1 0,-1 1 0,1 0 0,0 0 0,-1-1 0,1 1 0,0 0 0,0 0 0,0 0 0,0 0 0,0 0 0,0 0 0,0 0 0,0 0 0,0 0 0,0 1 0,1-1 0,-1 0 0,0 1 0,1-1 0,-1 1 0,0-1 0,1 1 0,-1 0 0,3-1 0,-1 1 0,0 0 0,1 0 0,-1 0 0,0 0 0,1 1 0,-1-1 0,0 1 0,0 0 0,0 0 0,1 0 0,-1 0 0,0 1 0,4 2 0,1 2 0,-1 1 0,0 0 0,0 0 0,-1 0 0,1 1 0,-2 0 0,1 0 0,-1 0 0,0 1 0,4 12 0,3 8 0,-2-1 0,6 33 0,-3 2 0,-3 0 0,-2 1 0,-4 1 0,-3 75 0,-37 256 0,31-348 0,-14 310 0,19-339 0,0 10 0,-1 0 0,-2-1 0,-1 1 0,-1-1 0,-1 0 0,-18 48 0,24-75 0,-1 0 0,1 0 0,0 0 0,-1 0 0,1 0 0,0 0 0,-1 0 0,1 0 0,0 1 0,0-1 0,0 0 0,0 0 0,0 0 0,0 0 0,0 0 0,0 0 0,0 0 0,1 0 0,-1 1 0,1-1 0,-1-1 0,1 1 0,-1-1 0,1 1 0,0-1 0,-1 1 0,1-1 0,-1 1 0,1-1 0,0 0 0,0 1 0,-1-1 0,1 0 0,0 1 0,-1-1 0,1 0 0,0 0 0,0 0 0,0 0 0,0 0 0,8 0 0,-1-1 0,0 0 0,0-1 0,10-2 0,0-1 0,354-36 36,3 28-214,295 27-591,-46-1 827,-605-13-58,36-2 0,-50 2 0,-1-1 0,1 0 0,-1 0 0,0 0 0,0 0 0,0-1 0,0 0 0,0 0 0,7-4 0,0-8-1223,-9 0-4892</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07.229"/>
    </inkml:context>
    <inkml:brush xml:id="br0">
      <inkml:brushProperty name="width" value="0.05" units="cm"/>
      <inkml:brushProperty name="height" value="0.05" units="cm"/>
    </inkml:brush>
  </inkml:definitions>
  <inkml:trace contextRef="#ctx0" brushRef="#br0">12 286 24575,'0'0'0,"-1"0"0,1 0 0,0 0 0,-1 0 0,1 0 0,0 1 0,-1-1 0,1 0 0,0 0 0,-1 0 0,1 0 0,0 0 0,-1 0 0,1 0 0,0-1 0,-1 1 0,1 0 0,0 0 0,-1 0 0,1 0 0,0 0 0,-1 0 0,1-1 0,0 1 0,0 0 0,-1 0 0,1 0 0,0-1 0,0 1 0,-1 0 0,1 0 0,0-1 0,0 1 0,0 0 0,-1-1 0,1 1 0,0 0 0,0 0 0,0-1 0,0 1 0,0 0 0,0-1 0,0 1 0,0 0 0,0-1 0,0 1 0,0 0 0,0-1 0,0 1 0,0-1 0,0 1 0,0 0 0,0 0 0,0-1 0,0 1 0,0 0 0,0-1 0,1 1 0,0-2 0,0 1 0,-1 0 0,1 0 0,0-1 0,1 1 0,-1 0 0,0 0 0,0 0 0,0 0 0,1 1 0,-1-1 0,3-1 0,16-4 0,0 2 0,0 0 0,30-2 0,-4 1 0,959-100-477,3 45-1,-221-7 410,-783 66 134,0 0 1,0 1-1,0-1 0,0 1 0,0 0 1,6 1-1,-9-1-48,-1 0-1,1 1 1,-1-1-1,0 0 1,1 0 0,-1 0-1,0 0 1,1 1-1,-1-1 1,0 0 0,0 0-1,1 1 1,-1-1-1,0 0 1,1 0 0,-1 1-1,0-1 1,0 0-1,0 1 1,0-1 0,1 0-1,-1 1 1,0-1-1,0 0 1,0 1 0,0 0-1,-5 16 55,-8 9-70,1 0-1,1 0 1,2 1-1,0 1 1,2-1-1,1 1 1,-3 35-1,0 127-1,18 209 0,1-81 0,-11 372 0,2-688 0,-1 0 0,0 0 0,0 0 0,0 1 0,0-1 0,-1 0 0,1 0 0,-1 0 0,1 0 0,-1 0 0,0 0 0,0 0 0,0 0 0,0 0 0,0 0 0,0 0 0,0 0 0,-1 0 0,1-1 0,-3 3 0,0-2 0,0 0 0,1-1 0,-1 1 0,0-1 0,0 0 0,0 0 0,0 0 0,0-1 0,0 1 0,-7-1 0,-62 0 0,-76-10 0,45 2 0,-831 6-1365,850 8-5461</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08.538"/>
    </inkml:context>
    <inkml:brush xml:id="br0">
      <inkml:brushProperty name="width" value="0.05" units="cm"/>
      <inkml:brushProperty name="height" value="0.05" units="cm"/>
    </inkml:brush>
  </inkml:definitions>
  <inkml:trace contextRef="#ctx0" brushRef="#br0">46 216 24575,'-15'-5'0,"10"3"0,6 12 0,9 49 0,-3 0 0,-3 1 0,-6 115 0,-2-159 0,4-16 0,-1 0 0,1 0 0,0 0 0,0 0 0,-1 0 0,1 0 0,0 0 0,0 0 0,-1 0 0,1 0 0,0 0 0,0 0 0,-1 0 0,1 0 0,0-1 0,0 1 0,-1 0 0,1 0 0,0 0 0,0 0 0,0 0 0,0-1 0,-1 1 0,1 0 0,0 0 0,0 0 0,0-1 0,0 1 0,0 0 0,-1 0 0,1-1 0,0 1 0,0 0 0,-12-32 0,4-8 0,1 0 0,3 0 0,1-1 0,2 0 0,7-60 0,-5 85 0,1-1 0,1 0 0,1 0 0,0 1 0,1 0 0,1 0 0,0 0 0,16-27 0,-18 37 0,-1 1 0,1-1 0,0 1 0,1 0 0,-1 1 0,1-1 0,0 1 0,0 0 0,0 0 0,0 0 0,1 1 0,0 0 0,-1 0 0,1 0 0,0 1 0,0 0 0,1 0 0,-1 1 0,0-1 0,1 1 0,-1 1 0,1-1 0,-1 1 0,1 0 0,-1 1 0,7 0 0,-7 0 0,0 1 0,0 0 0,0 0 0,0 0 0,-1 0 0,1 1 0,-1 0 0,1 0 0,-1 1 0,0 0 0,0-1 0,-1 1 0,1 1 0,-1-1 0,0 1 0,0 0 0,0 0 0,-1 0 0,0 0 0,0 1 0,0-1 0,-1 1 0,1 0 0,-1 0 0,-1-1 0,1 1 0,-1 1 0,0-1 0,0 0 0,-1 0 0,0 0 0,0 0 0,0 1 0,-1-1 0,0 0 0,0 0 0,-1 0 0,0 0 0,0 0 0,0-1 0,0 1 0,-1 0 0,0-1 0,0 0 0,-8 10 0,6-9 0,-11 14 0,16-19 0,0-1 0,0 0 0,0 1 0,-1-1 0,1 1 0,0-1 0,0 1 0,0-1 0,0 1 0,0-1 0,0 1 0,0-1 0,0 1 0,0-1 0,0 0 0,1 1 0,-1-1 0,0 1 0,0-1 0,0 1 0,0-1 0,1 1 0,-1-1 0,0 0 0,1 1 0,-1-1 0,0 0 0,0 1 0,1-1 0,-1 0 0,1 1 0,-1-1 0,0 0 0,1 0 0,-1 1 0,1-1 0,-1 0 0,0 0 0,1 0 0,-1 0 0,1 0 0,-1 1 0,1-1 0,-1 0 0,1 0 0,0 0 0,13 3 0,0 1 0,0 1 0,0 0 0,-1 1 0,0 0 0,0 1 0,14 10 0,-24-14 0,1 0 0,0 0 0,-1 1 0,0-1 0,0 1 0,0-1 0,0 1 0,-1 0 0,1 0 0,-1 0 0,3 7 0,-4-8 0,-1 1 0,1 0 0,0-1 0,-1 1 0,0-1 0,0 1 0,0 0 0,0-1 0,-1 1 0,1-1 0,-1 1 0,0-1 0,0 1 0,0-1 0,-1 1 0,-2 5 0,-1-2 0,0 0 0,-1 0 0,1 0 0,-1 0 0,0-1 0,-1 0 0,0-1 0,0 1 0,0-1 0,0-1 0,-1 1 0,0-1 0,-16 6 0,14-6 0,-1-1 0,0 1 0,0-2 0,-1 1 0,1-2 0,-1 1 0,1-2 0,-1 1 0,1-2 0,-14-1 0,16 0-273,0 0 0,1-1 0,0 0 0,-11-5 0,-1-3-6553</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08.799"/>
    </inkml:context>
    <inkml:brush xml:id="br0">
      <inkml:brushProperty name="width" value="0.05" units="cm"/>
      <inkml:brushProperty name="height" value="0.05" units="cm"/>
    </inkml:brush>
  </inkml:definitions>
  <inkml:trace contextRef="#ctx0" brushRef="#br0">1 26 24575,'0'-1'0,"0"0"0,0-1 0,0 1 0,0 0 0,0-1 0,0 1 0,0 0 0,0-1 0,1 1 0,-1 0 0,0 0 0,1-1 0,-1 1 0,1 0 0,-1 0 0,1 0 0,0 0 0,0 0 0,1-2 0,6 5 0,3 13 0,-1 4 52,-1-1 0,-1 2 0,-1-1-1,0 1 1,3 23 0,11 102-601,-14-78-578,-5-48-5699</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09.156"/>
    </inkml:context>
    <inkml:brush xml:id="br0">
      <inkml:brushProperty name="width" value="0.05" units="cm"/>
      <inkml:brushProperty name="height" value="0.05" units="cm"/>
    </inkml:brush>
  </inkml:definitions>
  <inkml:trace contextRef="#ctx0" brushRef="#br0">13 63 24575,'-1'1'0,"1"-1"0,-1 0 0,0 0 0,1 1 0,-1-1 0,0 1 0,1-1 0,-1 1 0,1-1 0,-1 1 0,1-1 0,-1 1 0,1-1 0,-1 1 0,1 0 0,-1-1 0,1 1 0,0 0 0,-1-1 0,1 1 0,0 0 0,0 0 0,-1-1 0,1 1 0,0 0 0,0 0 0,0-1 0,0 1 0,0 0 0,0 1 0,1 25 0,1-7 0,2 0 0,1-1 0,0 1 0,1-1 0,1 0 0,1 0 0,1-1 0,0 0 0,1-1 0,1 0 0,22 26 0,-31-41 0,0 0 0,0 0 0,0 0 0,0-1 0,0 1 0,0 0 0,0-1 0,0 0 0,1 1 0,-1-1 0,1 0 0,-1-1 0,1 1 0,-1 0 0,1-1 0,5 1 0,-6-1 0,0 0 0,0-1 0,0 1 0,0-1 0,0 1 0,0-1 0,0 0 0,0 0 0,0 0 0,-1 0 0,1 0 0,0-1 0,-1 1 0,1 0 0,-1-1 0,1 1 0,-1-1 0,1 0 0,-1 1 0,0-1 0,2-4 0,12-24 0,-2-1 0,-1-1 0,-1 0 0,-1-1 0,-2 0 0,4-37 0,-12 65 11,2-3 71,-1 0 0,-1-1 0,0-14 0,0 21-146,0 1 1,0-1 0,0 0 0,0 1 0,-1-1 0,1 1 0,-1-1 0,1 0 0,-1 1 0,0-1-1,1 1 1,-1 0 0,0-1 0,0 1 0,0 0 0,0-1 0,0 1 0,0 0 0,-1 0 0,1 0 0,0 0-1,0 0 1,-1 0 0,1 0 0,-1 1 0,-1-2 0,-8 0-6763</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09.575"/>
    </inkml:context>
    <inkml:brush xml:id="br0">
      <inkml:brushProperty name="width" value="0.05" units="cm"/>
      <inkml:brushProperty name="height" value="0.05" units="cm"/>
    </inkml:brush>
  </inkml:definitions>
  <inkml:trace contextRef="#ctx0" brushRef="#br0">58 138 24575,'-32'6'0,"30"-6"0,0 0 0,1 1 0,-1 0 0,0-1 0,1 1 0,-1 0 0,0 0 0,1 0 0,-1 0 0,1 0 0,0 0 0,-1 0 0,1 0 0,-2 3 0,2-3 0,1 0 0,0-1 0,0 1 0,0 0 0,0-1 0,0 1 0,0 0 0,0-1 0,1 1 0,-1 0 0,0-1 0,0 1 0,0-1 0,1 1 0,-1 0 0,0-1 0,1 1 0,-1-1 0,0 1 0,1-1 0,-1 1 0,1-1 0,-1 1 0,1-1 0,-1 1 0,1-1 0,-1 0 0,1 1 0,-1-1 0,1 0 0,0 1 0,-1-1 0,1 0 0,0 0 0,-1 0 0,2 1 0,27 7 0,-26-7 0,6 1 0,1-1 0,0 1 0,0-2 0,0 1 0,0-1 0,0-1 0,0 0 0,0 0 0,0-1 0,17-5 0,-24 6 0,0-1 0,1 1 0,-1-1 0,0 1 0,0-1 0,0 0 0,0 0 0,0-1 0,-1 1 0,1-1 0,-1 1 0,1-1 0,-1 0 0,0 0 0,0 0 0,0 0 0,0 0 0,-1 0 0,1 0 0,-1-1 0,0 1 0,0-1 0,0 1 0,0-1 0,-1 1 0,1-1 0,-1 1 0,0-1 0,0 0 0,0 1 0,-1-1 0,1 1 0,-2-4 0,1 2 0,0 1 0,0 0 0,-1 0 0,1 0 0,-1 0 0,0 0 0,-1 0 0,1 1 0,-1-1 0,1 1 0,-1-1 0,0 1 0,0 0 0,0 0 0,-1 0 0,1 1 0,-1-1 0,0 1 0,1 0 0,-1 0 0,0 0 0,0 0 0,-1 1 0,1-1 0,0 1 0,0 0 0,-1 1 0,1-1 0,0 1 0,-1-1 0,1 1 0,0 1 0,-1-1 0,1 1 0,0 0 0,-1-1 0,1 2 0,0-1 0,0 1 0,0-1 0,0 1 0,0 0 0,0 0 0,0 1 0,1-1 0,-1 1 0,1 0 0,0 0 0,-5 6 0,2-3 13,1 1 1,0 0-1,1 1 0,-1-1 0,2 1 0,-1 0 0,1 0 0,0 0 0,0 0 1,1 1-1,0-1 0,1 1 0,0-1 0,0 1 0,1 0 0,0-1 0,1 1 1,-1 0-1,2-1 0,-1 1 0,1-1 0,1 1 0,-1-1 0,1 0 0,6 10 1,-4-6-109,1-1 0,0-1 0,1 1 0,0-1 1,1 0-1,0-1 0,1 0 0,0 0 0,0-1 0,0 0 1,1-1-1,1 0 0,-1 0 0,1-1 0,0 0 1,0-1-1,13 4 0,12-1-6731</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10.043"/>
    </inkml:context>
    <inkml:brush xml:id="br0">
      <inkml:brushProperty name="width" value="0.05" units="cm"/>
      <inkml:brushProperty name="height" value="0.05" units="cm"/>
    </inkml:brush>
  </inkml:definitions>
  <inkml:trace contextRef="#ctx0" brushRef="#br0">28 102 24575,'1'18'0,"2"0"0,0-1 0,8 26 0,6 37 0,-11 1 0,-4 95 0,-3-94 0,1-180 0,-5 0 0,-22-128 0,21 198 0,1 7 0,-3-31 0,7 47 0,1 0 0,0-1 0,0 1 0,0 0 0,1 0 0,0 0 0,0 0 0,0 0 0,0 0 0,1 0 0,3-6 0,-4 9 0,0 0 0,0 0 0,0 1 0,1-1 0,-1 0 0,1 1 0,-1 0 0,1-1 0,-1 1 0,1 0 0,0 0 0,0 0 0,0 0 0,-1 0 0,1 0 0,0 0 0,2 0 0,1 0 0,-1 1 0,0-1 0,1 1 0,-1 0 0,0 0 0,1 0 0,6 2 0,3 1 0,0 1 0,0 0 0,24 12 0,-28-11 0,0 1 0,0-1 0,0 2 0,-1-1 0,0 1 0,0 1 0,13 14 0,-20-20 0,0 0 0,0 1 0,0-1 0,-1 1 0,1 0 0,-1-1 0,1 1 0,-1 0 0,0 0 0,0 0 0,0 0 0,0 0 0,-1 0 0,1 0 0,-1 0 0,0 0 0,0 0 0,0 0 0,0 0 0,0 1 0,-1-1 0,0 0 0,1 0 0,-1 0 0,0 0 0,0-1 0,-1 1 0,1 0 0,-1 0 0,1-1 0,-1 1 0,0 0 0,-2 1 0,-3 4 31,0-1 0,-1-1 0,0 1 0,0-1 0,-1-1 0,1 1 0,-1-2 0,0 1 1,-1-1-1,-15 5 0,-1-2-600,0-1 0,-48 5 0,37-7-6257</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10.492"/>
    </inkml:context>
    <inkml:brush xml:id="br0">
      <inkml:brushProperty name="width" value="0.05" units="cm"/>
      <inkml:brushProperty name="height" value="0.05" units="cm"/>
    </inkml:brush>
  </inkml:definitions>
  <inkml:trace contextRef="#ctx0" brushRef="#br0">2 56 24575,'-1'0'0,"1"-1"0,0 1 0,0-1 0,0 0 0,0 1 0,0-1 0,0 0 0,0 1 0,0-1 0,0 1 0,0-1 0,0 0 0,1 1 0,-1-1 0,0 1 0,0-1 0,0 0 0,1 1 0,-1-1 0,0 1 0,1-1 0,-1 1 0,1-1 0,-1 1 0,0 0 0,1-1 0,-1 1 0,1-1 0,-1 1 0,1 0 0,0-1 0,-1 1 0,1 0 0,-1 0 0,1-1 0,-1 1 0,1 0 0,0 0 0,-1 0 0,1 0 0,0 0 0,-1 0 0,1 0 0,-1 0 0,1 0 0,0 0 0,-1 0 0,1 0 0,-1 0 0,1 1 0,0-1 0,-1 0 0,1 0 0,-1 1 0,1-1 0,-1 0 0,2 1 0,1 1 0,1 0 0,0 1 0,-1-1 0,1 1 0,-1 0 0,0 0 0,4 3 0,0 5 0,0 0 0,0 0 0,-1 0 0,-1 0 0,0 1 0,0 0 0,-1 0 0,-1 0 0,0 1 0,-1-1 0,0 1 0,-1 0 0,0 0 0,-1-1 0,0 1 0,-4 21 0,4-33 0,0 1 0,-1-1 0,1 0 0,-1 1 0,1-1 0,-1 0 0,1 1 0,-1-1 0,1 0 0,-1 0 0,0 0 0,0 0 0,0 1 0,0-1 0,0 0 0,0 0 0,0-1 0,0 1 0,0 0 0,0 0 0,0 0 0,-1-1 0,1 1 0,0-1 0,-3 1 0,3-1 0,0 0 0,0 0 0,0 0 0,0-1 0,0 1 0,-1 0 0,1-1 0,0 1 0,0-1 0,0 1 0,0-1 0,0 0 0,0 1 0,1-1 0,-1 0 0,0 0 0,0 0 0,0 1 0,1-1 0,-1 0 0,0 0 0,1 0 0,-1 0 0,1 0 0,-1-1 0,1 1 0,0 0 0,-1 0 0,1 0 0,0-2 0,-3-10 0,1 1 0,1 0 0,0 0 0,0-1 0,1 1 0,1 0 0,0-1 0,1 1 0,0 0 0,7-20 0,-6 23 0,0 0 0,0 0 0,1 0 0,1 0 0,-1 1 0,1 0 0,1 0 0,-1 0 0,1 1 0,1-1 0,-1 1 0,1 1 0,1-1 0,9-5 0,-15 10 0,1 0 0,0 0 0,0 1 0,0 0 0,1-1 0,-1 1 0,0 0 0,0 1 0,1-1 0,-1 1 0,0-1 0,1 1 0,-1 0 0,0 0 0,1 0 0,-1 1 0,0-1 0,4 2 0,-3-1 0,0 1 0,-1 0 0,1 0 0,-1 0 0,1 0 0,-1 1 0,0-1 0,0 1 0,0 0 0,0 0 0,0 0 0,4 7 0,-1 0 0,0 1 0,-1 0 0,0 1 0,0-1 0,-2 1 0,1 0 0,-1 0 0,2 21 0,-3-18-273,-2 1 0,1-1 0,-2 0 0,-2 21 0,-1-20-6553</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10.711"/>
    </inkml:context>
    <inkml:brush xml:id="br0">
      <inkml:brushProperty name="width" value="0.05" units="cm"/>
      <inkml:brushProperty name="height" value="0.05" units="cm"/>
    </inkml:brush>
  </inkml:definitions>
  <inkml:trace contextRef="#ctx0" brushRef="#br0">0 0 24575,'0'3'0,"0"2"0,0 4 0,0 2 0,0 2 0,0 3 0,3 4 0,0 1 0,2 1 0,1 0 0,1-2 0,0-1 0,-2-2 0,1-2 0,0-3-8191</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11.101"/>
    </inkml:context>
    <inkml:brush xml:id="br0">
      <inkml:brushProperty name="width" value="0.05" units="cm"/>
      <inkml:brushProperty name="height" value="0.05" units="cm"/>
    </inkml:brush>
  </inkml:definitions>
  <inkml:trace contextRef="#ctx0" brushRef="#br0">12 0 24575,'-2'0'0,"-4"0"0,2 0 0</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12.017"/>
    </inkml:context>
    <inkml:brush xml:id="br0">
      <inkml:brushProperty name="width" value="0.05" units="cm"/>
      <inkml:brushProperty name="height" value="0.05" units="cm"/>
    </inkml:brush>
  </inkml:definitions>
  <inkml:trace contextRef="#ctx0" brushRef="#br0">4 0 24575,'-2'0'0,"2"0"0,0 0 0,0 0 0,0 0 0,0 0 0,0 1 0,0-1 0,0 0 0,0 0 0,0 0 0,0 0 0,0 0 0,0 0 0,0 0 0,1 0 0,-1 0 0,0 0 0,0 0 0,0 1 0,0-1 0,0 0 0,0 0 0,0 0 0,0 0 0,0 0 0,0 0 0,0 0 0,0 0 0,0 0 0,0 1 0,0-1 0,0 0 0,0 0 0,-1 0 0,1 0 0,0 0 0,0 0 0,0 0 0,0 0 0,0 0 0,0 0 0,0 0 0,0 1 0,0-1 0,0 0 0,0 0 0,0 0 0,0 0 0,0 0 0,-1 0 0,1 0 0,0 0 0,0 0 0,0 0 0,0 0 0,0 0 0,0 0 0,0 0 0,0 0 0,2 5 0,8 14 0,-1 1 0,-1 0 0,-1 0 0,0 1 0,-2-1 0,0 1 0,-2 1 0,2 32 0,-7-40 0,-2-17 0,-4-20 0,6 11 0,1 0 0,0-1 0,1 1 0,0-1 0,1 1 0,1-1 0,3-16 0,-3 25 0,-1-1 0,1 1 0,0-1 0,0 1 0,1 0 0,-1 0 0,1 0 0,0 0 0,0 0 0,1 1 0,-1-1 0,0 1 0,1 0 0,0 0 0,0 0 0,0 1 0,0-1 0,0 1 0,1 0 0,-1 0 0,1 1 0,4-2 0,-6 2 0,0-1 0,0 2 0,1-1 0,-1 0 0,0 1 0,0-1 0,1 1 0,-1 0 0,0 0 0,0 0 0,1 0 0,-1 1 0,0-1 0,0 1 0,0 0 0,0 0 0,0 0 0,0 1 0,0-1 0,0 1 0,0-1 0,0 1 0,-1 0 0,1 0 0,-1 0 0,1 0 0,-1 1 0,0-1 0,0 1 0,0-1 0,0 1 0,0 0 0,-1 0 0,1 0 0,-1-1 0,2 8 0,4 9-195,-2 1 0,-1 0 0,0 1 0,-1-1 0,-2 1 0,0 28 0,-1-37-6631</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12.371"/>
    </inkml:context>
    <inkml:brush xml:id="br0">
      <inkml:brushProperty name="width" value="0.05" units="cm"/>
      <inkml:brushProperty name="height" value="0.05" units="cm"/>
    </inkml:brush>
  </inkml:definitions>
  <inkml:trace contextRef="#ctx0" brushRef="#br0">0 49 24575,'0'-5'0,"0"-1"0,1 1 0,-1-1 0,4-10 0,-4 16 0,0-1 0,0 0 0,0 1 0,1-1 0,-1 1 0,0-1 0,1 0 0,-1 1 0,0-1 0,1 1 0,-1-1 0,1 1 0,-1-1 0,1 1 0,-1 0 0,1-1 0,-1 1 0,1-1 0,-1 1 0,2-1 0,-1 1 0,0 0 0,0 0 0,0 1 0,0-1 0,0 0 0,0 0 0,-1 0 0,1 1 0,0-1 0,0 0 0,0 1 0,0-1 0,-1 1 0,1-1 0,0 1 0,0-1 0,-1 1 0,1 0 0,1 1 0,5 6 0,1 0 0,-1 1 0,-1 0 0,1 0 0,-2 0 0,10 21 0,-3-2 0,10 38 0,-2 27 0,-16-68 0,1 0 0,1 0 0,1-1 0,16 35 0,-21-55 0,0 0 0,0-1 0,0 1 0,1 0 0,-1-1 0,1 1 0,0-1 0,0 0 0,0 0 0,1 0 0,-1-1 0,0 1 0,1-1 0,0 0 0,0 0 0,6 3 0,-5-4 0,0 0 0,1 0 0,-1-1 0,1 1 0,-1-1 0,1 0 0,-1-1 0,1 1 0,-1-1 0,0 0 0,1 0 0,8-4 0,15-6-1365,-1 0-5461</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12.557"/>
    </inkml:context>
    <inkml:brush xml:id="br0">
      <inkml:brushProperty name="width" value="0.05" units="cm"/>
      <inkml:brushProperty name="height" value="0.05" units="cm"/>
    </inkml:brush>
  </inkml:definitions>
  <inkml:trace contextRef="#ctx0" brushRef="#br0">137 17 24575,'-10'0'0,"-10"0"0,-6 0 0,-2 3 0,2 0 0,8 0 0,9-1 0,14 0 0,12-1 0,12-1 0,9 1 0,6-4 0,2 0 0,-1-2 0,-4-1 0,-9-1 0,-10 0-8191</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39.845"/>
    </inkml:context>
    <inkml:brush xml:id="br0">
      <inkml:brushProperty name="width" value="0.05" units="cm"/>
      <inkml:brushProperty name="height" value="0.05" units="cm"/>
    </inkml:brush>
  </inkml:definitions>
  <inkml:trace contextRef="#ctx0" brushRef="#br0">1 31 24575,'0'-2'0,"0"0"0,0 0 0,1 0 0,-1 0 0,1 0 0,-1 1 0,1-1 0,0 0 0,0 0 0,0 1 0,0-1 0,0 0 0,2-2 0,-2 4 0,-1 0 0,0-1 0,0 1 0,0 0 0,1 0 0,-1 0 0,0-1 0,0 1 0,1 0 0,-1 0 0,0 0 0,1 0 0,-1-1 0,0 1 0,1 0 0,-1 0 0,0 0 0,1 0 0,-1 0 0,0 0 0,0 0 0,1 0 0,-1 0 0,0 0 0,1 0 0,-1 0 0,0 0 0,1 0 0,-1 1 0,1-1 0,0 1 0,-1 0 0,1-1 0,-1 1 0,1 0 0,-1 0 0,1-1 0,-1 1 0,0 0 0,1 0 0,-1 0 0,0 0 0,0 0 0,0-1 0,1 1 0,-1 2 0,9 155 0,2-110-1365,-7-38-5461</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40.593"/>
    </inkml:context>
    <inkml:brush xml:id="br0">
      <inkml:brushProperty name="width" value="0.05" units="cm"/>
      <inkml:brushProperty name="height" value="0.05" units="cm"/>
    </inkml:brush>
  </inkml:definitions>
  <inkml:trace contextRef="#ctx0" brushRef="#br0">55 22 24575,'56'1'0,"-2"0"0,1-1 0,-1-4 0,77-13 0,-117 14 0,-21 6 0,-18 10 0,23-12 0,1 0 0,-1 0 0,1 1 0,0-1 0,-1 1 0,1-1 0,0 1 0,0-1 0,0 1 0,0-1 0,0 1 0,1 0 0,-1 0 0,0-1 0,1 1 0,0 0 0,-1 0 0,1 0 0,0 0 0,0 0 0,0 0 0,0-1 0,0 1 0,0 0 0,1 3 0,2 3 0,-1-1 0,1 1 0,1-1 0,8 14 0,4 10 0,-16-30 0,1 0 0,-1 0 0,0 0 0,0 1 0,0-1 0,0 0 0,0 0 0,0 0 0,0 0 0,0 0 0,-1 1 0,1-1 0,0 0 0,-1 0 0,1 0 0,-1 0 0,1 0 0,-1 0 0,1 0 0,-1 0 0,0 0 0,1 0 0,-1-1 0,0 1 0,0 0 0,0 0 0,0 0 0,0-1 0,0 1 0,0-1 0,0 1 0,0-1 0,0 1 0,0-1 0,0 1 0,-1-1 0,-8 4 0,0-1 0,0 0 0,-11 1 0,12-2 0,6-1 0,-290 50 0,291-51 11,-29 0-1387</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40.932"/>
    </inkml:context>
    <inkml:brush xml:id="br0">
      <inkml:brushProperty name="width" value="0.05" units="cm"/>
      <inkml:brushProperty name="height" value="0.05" units="cm"/>
    </inkml:brush>
  </inkml:definitions>
  <inkml:trace contextRef="#ctx0" brushRef="#br0">1 0 24575,'0'2'0,"0"4"0,0 3 0,0 2 0,0 2 0,2 1 0,2 0 0,-1 1 0,2-1 0,0 1 0,-1-1 0,-1 0 0,-1 1 0,1-4 0</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41.539"/>
    </inkml:context>
    <inkml:brush xml:id="br0">
      <inkml:brushProperty name="width" value="0.05" units="cm"/>
      <inkml:brushProperty name="height" value="0.05" units="cm"/>
    </inkml:brush>
  </inkml:definitions>
  <inkml:trace contextRef="#ctx0" brushRef="#br0">0 24 24575,'1'0'0,"-1"-1"0,0 1 0,0-1 0,1 0 0,-1 1 0,1-1 0,-1 1 0,0-1 0,1 0 0,-1 1 0,1-1 0,-1 1 0,1 0 0,-1-1 0,1 1 0,-1-1 0,1 1 0,0 0 0,-1-1 0,1 1 0,0 0 0,-1 0 0,1 0 0,-1-1 0,1 1 0,0 0 0,0 0 0,0 0 0,23-2 0,-21 1 0,100 0 0,-55 1 0,65-7 0,-111 6 0,1 1 0,-1 0 0,0-1 0,0 1 0,1 0 0,-1 0 0,0 1 0,0-1 0,1 0 0,-1 1 0,0-1 0,0 1 0,3 1 0,-3-1 0,-1 0 0,0 1 0,1-1 0,-1 1 0,0-1 0,0 1 0,0-1 0,0 1 0,0 0 0,0 0 0,0-1 0,0 1 0,-1 0 0,1 0 0,0 3 0,12 24 0,-11-24 0,1 0 0,-1 0 0,0 0 0,2 10 0,-4-14 0,0 0 0,0 0 0,0 0 0,0 1 0,0-1 0,-1 0 0,1 0 0,0 0 0,-1 0 0,1 0 0,-1 0 0,1 0 0,-1 0 0,0 0 0,1 0 0,-1 0 0,0 0 0,0 0 0,0 0 0,1 0 0,-1-1 0,0 1 0,0 0 0,0-1 0,0 1 0,0-1 0,-3 2 0,-35 12 0,30-12 0,-35 12-341,0-3 0,-1-1-1,-86 7 1,119-17-6485</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42.409"/>
    </inkml:context>
    <inkml:brush xml:id="br0">
      <inkml:brushProperty name="width" value="0.05" units="cm"/>
      <inkml:brushProperty name="height" value="0.05" units="cm"/>
    </inkml:brush>
  </inkml:definitions>
  <inkml:trace contextRef="#ctx0" brushRef="#br0">71 12 24575,'2'-11'0,"2"16"0,3 21 0,-6 22 0,-2 0 0,-3 0 0,-18 91 0,-5 44 0,23-127 0,-22 432 0,25-379 0,22 188 0,-1-122 0,-9-108-1365,-8-58-5461</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43.575"/>
    </inkml:context>
    <inkml:brush xml:id="br0">
      <inkml:brushProperty name="width" value="0.05" units="cm"/>
      <inkml:brushProperty name="height" value="0.05" units="cm"/>
    </inkml:brush>
  </inkml:definitions>
  <inkml:trace contextRef="#ctx0" brushRef="#br0">16 0 24575,'0'0'0,"1"0"0,-1 1 0,1-1 0,0 0 0,-1 1 0,1-1 0,-1 1 0,1-1 0,-1 0 0,1 1 0,-1-1 0,1 1 0,-1 0 0,1-1 0,-1 1 0,0-1 0,1 1 0,-1-1 0,0 1 0,1 0 0,-1-1 0,0 1 0,0 0 0,0-1 0,0 1 0,0 0 0,0 1 0,3 22 0,-3-21 0,0 99 0,-14 113 0,5-117 0,4 132 0,17-133 0,-9-79 0,-3-17 0,0 0 0,1 0 0,-1 0 0,1 0 0,-1 1 0,1-1 0,-1 0 0,1 0 0,0 0 0,-1 0 0,1 0 0,0 0 0,0 0 0,0-1 0,0 1 0,0 0 0,0 0 0,0-1 0,0 1 0,0 0 0,0-1 0,0 1 0,0-1 0,1 1 0,-1-1 0,0 0 0,0 0 0,0 1 0,1-1 0,-1 0 0,0 0 0,0 0 0,1 0 0,-1-1 0,2 1 0,8-1 0,0-1 0,0 0 0,13-5 0,2 0 0,25 1 0,-1 3 0,59 3 0,23 0 0,-12-4 0,129-12 0,-234 12 337,-27 1-1528,9 2 680,-11-3-6315</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0:44.054"/>
    </inkml:context>
    <inkml:brush xml:id="br0">
      <inkml:brushProperty name="width" value="0.05" units="cm"/>
      <inkml:brushProperty name="height" value="0.05" units="cm"/>
    </inkml:brush>
  </inkml:definitions>
  <inkml:trace contextRef="#ctx0" brushRef="#br0">63 25 24575,'-5'-2'0,"1"-1"0,-1 1 0,0 0 0,0 0 0,0 0 0,0 0 0,0 1 0,-6-1 0,-1 1 0,37 8 0,29 0 0,0-1 0,0-3 0,61-5 0,-36 1 0,295-22 0,-333 20-1365,-31 5-5461</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1:00.802"/>
    </inkml:context>
    <inkml:brush xml:id="br0">
      <inkml:brushProperty name="width" value="0.05" units="cm"/>
      <inkml:brushProperty name="height" value="0.05" units="cm"/>
    </inkml:brush>
  </inkml:definitions>
  <inkml:trace contextRef="#ctx0" brushRef="#br0">153 14 24575,'0'0'0,"0"0"0,1 0 0,-1 0 0,0 0 0,0 0 0,0 0 0,0 0 0,1 0 0,-1 0 0,0 0 0,0 0 0,0 0 0,0 0 0,0 0 0,1 0 0,-1 0 0,0 0 0,0 0 0,0 0 0,0 0 0,0 0 0,1 0 0,-1 0 0,0 0 0,0-1 0,0 1 0,0 0 0,0 0 0,0 0 0,0 0 0,1 0 0,-1 0 0,0-1 0,0 1 0,0 0 0,0 0 0,0 0 0,0 0 0,0 0 0,0-1 0,0 1 0,0 0 0,0 0 0,0 0 0,0 0 0,0-1 0,0 1 0,0 0 0,0 0 0,0 0 0,0 0 0,0-1 0,-1 1 0,1 0 0,0-1 0,0 1 0,-1 0 0,1 0 0,0 0 0,0-1 0,-1 1 0,1 0 0,0 0 0,-1 0 0,1 0 0,0-1 0,-1 1 0,1 0 0,0 0 0,-1 0 0,1 0 0,0 0 0,-1 0 0,1 0 0,0 0 0,-1 0 0,1 0 0,0 0 0,-1 0 0,1 1 0,-7 0 0,2 2 0,-1-1 0,0 1 0,0 0 0,1 0 0,-1 1 0,1-1 0,0 1 0,0 0 0,1 1 0,-1-1 0,1 1 0,0 0 0,-6 9 0,0 2 0,0 0 0,1 1 0,-11 28 0,17-35 0,-1 0 0,2 0 0,-1 0 0,2 0 0,-1 0 0,1 1 0,1 12 0,0-21 0,0 1 0,0-1 0,0 1 0,0-1 0,0 0 0,1 1 0,0-1 0,-1 0 0,1 1 0,0-1 0,0 0 0,0 0 0,0 1 0,1-1 0,-1 0 0,0 0 0,1-1 0,0 1 0,-1 0 0,1 0 0,0-1 0,0 1 0,0-1 0,0 0 0,0 1 0,0-1 0,0 0 0,1 0 0,-1 0 0,0-1 0,1 1 0,-1 0 0,0-1 0,1 0 0,-1 1 0,3-1 0,1-1 0,-1 1 0,1-1 0,-1 0 0,0 0 0,0-1 0,1 0 0,-1 0 0,0 0 0,-1 0 0,1-1 0,0 0 0,-1 0 0,1 0 0,-1 0 0,0-1 0,0 0 0,0 0 0,6-8 0,-6 7 0,0-1 0,0 0 0,0 0 0,-1 0 0,1 0 0,-1-1 0,-1 0 0,0 1 0,0-1 0,0 0 0,0 0 0,-1 0 0,-1 0 0,1-8 0,-2 7-65,-1-1 0,1 1 0,-2 0 0,1 0 0,-1-1 0,0 2 0,-1-1 0,0 0 0,0 1 0,-1-1 0,0 1 0,0 1 0,0-1 0,-1 1 0,0 0 0,0 0 0,-1 0 0,0 1 0,0 0 0,-12-6 0,4 4-6761</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1:01.255"/>
    </inkml:context>
    <inkml:brush xml:id="br0">
      <inkml:brushProperty name="width" value="0.05" units="cm"/>
      <inkml:brushProperty name="height" value="0.05" units="cm"/>
    </inkml:brush>
  </inkml:definitions>
  <inkml:trace contextRef="#ctx0" brushRef="#br0">1 92 24575,'0'-8'0,"1"-1"0,0 1 0,0 0 0,1 0 0,0 0 0,4-10 0,-6 17 0,1-1 0,0 0 0,0 1 0,0-1 0,0 0 0,0 1 0,0-1 0,0 1 0,1-1 0,-1 1 0,0 0 0,1 0 0,-1 0 0,3-2 0,-3 3 0,1-1 0,-1 1 0,0 0 0,1 0 0,-1 0 0,0-1 0,1 1 0,-1 1 0,0-1 0,0 0 0,1 0 0,-1 0 0,0 1 0,1-1 0,-1 0 0,0 1 0,0 0 0,0-1 0,1 1 0,-1-1 0,0 1 0,0 0 0,1 1 0,2 1 0,-1 1 0,0-1 0,0 1 0,0 0 0,0-1 0,-1 1 0,1 1 0,-1-1 0,0 0 0,-1 0 0,1 1 0,-1-1 0,1 1 0,-1 0 0,-1-1 0,1 6 0,1 12 0,-1 1 0,-2 24 0,0-24 0,0-10 0,0 15 0,2-26 0,4-15 0,4-13 0,0 1 0,2-1 0,1 2 0,1 0 0,20-29 0,-32 51 0,0 0 0,0 0 0,1 1 0,-1-1 0,1 0 0,0 0 0,-1 1 0,1-1 0,0 1 0,0 0 0,0-1 0,0 1 0,0 0 0,0 0 0,0 0 0,1 0 0,-1 1 0,0-1 0,4 0 0,-5 1 0,1 1 0,-1-1 0,1 0 0,-1 1 0,1 0 0,-1-1 0,1 1 0,-1 0 0,0-1 0,1 1 0,-1 0 0,0 0 0,0 0 0,0 0 0,1 1 0,-1-1 0,-1 0 0,1 0 0,0 1 0,0-1 0,0 0 0,-1 1 0,1-1 0,0 1 0,-1-1 0,1 1 0,-1-1 0,0 1 0,1 2 0,2 17-46,0 0-1,-2-1 1,0 1 0,-3 24-1,2-17-1086,-1-6-5693</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1:01.657"/>
    </inkml:context>
    <inkml:brush xml:id="br0">
      <inkml:brushProperty name="width" value="0.05" units="cm"/>
      <inkml:brushProperty name="height" value="0.05" units="cm"/>
    </inkml:brush>
  </inkml:definitions>
  <inkml:trace contextRef="#ctx0" brushRef="#br0">15 101 24575,'-1'0'0,"1"0"0,-1 0 0,1 0 0,-1 0 0,1 0 0,-1 0 0,1 0 0,-1 0 0,1 0 0,-1 0 0,1 0 0,-1 0 0,1 0 0,-1 0 0,1 0 0,-1 1 0,1-1 0,-1 0 0,1 0 0,-1 1 0,1-1 0,0 0 0,-1 0 0,1 1 0,-1-1 0,1 1 0,0-1 0,-1 0 0,1 1 0,0 0 0,0-1 0,1 1 0,-1-1 0,1 1 0,-1-1 0,1 1 0,-1-1 0,1 1 0,-1-1 0,1 0 0,-1 1 0,1-1 0,-1 0 0,1 0 0,0 1 0,-1-1 0,1 0 0,-1 0 0,1 0 0,0 0 0,-1 0 0,1 0 0,1 0 0,11 2 0,-1-1 0,1-1 0,22-2 0,-31 2 0,1-1 0,-1 0 0,1 0 0,-1 0 0,0 0 0,0-1 0,0 1 0,1-1 0,-2 0 0,1 0 0,0-1 0,0 1 0,-1-1 0,5-4 0,-7 6 0,0 0 0,-1 0 0,1-1 0,0 1 0,0-1 0,-1 1 0,1-1 0,0 1 0,-1-1 0,0 1 0,1-1 0,-1 1 0,0-1 0,0 1 0,0-1 0,0 0 0,0 1 0,0-1 0,0 1 0,-1-1 0,1 1 0,0-1 0,-1 1 0,1-1 0,-1 1 0,0-1 0,0 1 0,1-1 0,-1 1 0,0 0 0,0 0 0,0-1 0,0 1 0,0 0 0,-1 0 0,1 0 0,-3-2 0,0 0 0,0 0 0,-1-1 0,1 1 0,-1 1 0,0-1 0,0 1 0,0 0 0,0 0 0,-11-2 0,14 3 0,-1 1 0,1-1 0,-1 1 0,1 0 0,-1 0 0,1 0 0,-1 0 0,1 1 0,-1-1 0,1 1 0,0-1 0,-1 1 0,1 0 0,0 0 0,-1 0 0,1 0 0,0 0 0,0 0 0,0 1 0,0-1 0,0 1 0,0 0 0,-2 3 0,1-1 0,1 0 0,0 0 0,0 0 0,1 1 0,-1-1 0,1 0 0,0 1 0,0 0 0,1-1 0,-1 1 0,1 9 0,0 2-136,1 0-1,1 0 1,1 0-1,0 0 1,1 0-1,0-1 1,1 1-1,1-1 0,15 27 1,-12-27-6690</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1:01.984"/>
    </inkml:context>
    <inkml:brush xml:id="br0">
      <inkml:brushProperty name="width" value="0.05" units="cm"/>
      <inkml:brushProperty name="height" value="0.05" units="cm"/>
    </inkml:brush>
  </inkml:definitions>
  <inkml:trace contextRef="#ctx0" brushRef="#br0">34 18 24575,'0'-18'0,"0"40"0,0 8 0,0 71-455,-4 0 0,-21 124 0,20-201-6371</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1:02.347"/>
    </inkml:context>
    <inkml:brush xml:id="br0">
      <inkml:brushProperty name="width" value="0.05" units="cm"/>
      <inkml:brushProperty name="height" value="0.05" units="cm"/>
    </inkml:brush>
  </inkml:definitions>
  <inkml:trace contextRef="#ctx0" brushRef="#br0">17 74 24575,'-2'-1'0,"1"-1"0,-1 0 0,0 1 0,1-1 0,0 0 0,-1 0 0,1 0 0,0 0 0,0 0 0,-1-3 0,2 4 0,0 0 0,0 1 0,0-1 0,0 0 0,0 1 0,0-1 0,0 0 0,0 1 0,0-1 0,1 0 0,-1 1 0,0-1 0,0 0 0,1 1 0,-1-1 0,0 1 0,1-1 0,-1 0 0,1 1 0,-1-1 0,1 1 0,-1-1 0,1 1 0,-1 0 0,1-1 0,-1 1 0,1 0 0,0-1 0,-1 1 0,1 0 0,0 0 0,-1-1 0,1 1 0,0 0 0,-1 0 0,1 0 0,1 0 0,45-10 0,89-5 0,-63 9 0,-71 5 0,-1 1 0,1 0 0,0 0 0,-1 0 0,1 0 0,-1 0 0,1 0 0,-1 0 0,1 0 0,0 0 0,-1 1 0,1-1 0,-1 1 0,1-1 0,-1 1 0,0 0 0,1-1 0,-1 1 0,1 0 0,-1 0 0,0 0 0,0 0 0,0 0 0,2 2 0,-1 1 0,0 0 0,-1 0 0,1 0 0,-1 0 0,0 0 0,-1 0 0,1 0 0,0 5 0,2 58 339,1 6-2043,-1-57-5122</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1:02.515"/>
    </inkml:context>
    <inkml:brush xml:id="br0">
      <inkml:brushProperty name="width" value="0.05" units="cm"/>
      <inkml:brushProperty name="height" value="0.05" units="cm"/>
    </inkml:brush>
  </inkml:definitions>
  <inkml:trace contextRef="#ctx0" brushRef="#br0">1 62 24575,'0'-5'0,"0"-6"0,0-4 0,0-1 0,0 1-8191</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1:03.333"/>
    </inkml:context>
    <inkml:brush xml:id="br0">
      <inkml:brushProperty name="width" value="0.05" units="cm"/>
      <inkml:brushProperty name="height" value="0.05" units="cm"/>
    </inkml:brush>
  </inkml:definitions>
  <inkml:trace contextRef="#ctx0" brushRef="#br0">1 40 24575,'1'3'0,"0"0"0,0 0 0,0 0 0,0 0 0,1 0 0,-1 0 0,1-1 0,0 1 0,-1 0 0,1-1 0,1 1 0,-1-1 0,0 0 0,1 0 0,2 2 0,-1 0 0,0-1 0,0 1 0,-1 0 0,0 0 0,4 6 0,-3 1 0,0 1 0,-1-1 0,-1 0 0,0 1 0,0-1 0,-1 1 0,-1 0 0,0 0 0,-2 17 0,4-46 0,1-1 0,0 0 0,2 1 0,0 0 0,1 0 0,1 1 0,0-1 0,1 1 0,1 1 0,13-19 0,-22 34 0,0-1 0,1 1 0,-1-1 0,0 1 0,0 0 0,1-1 0,-1 1 0,0-1 0,1 1 0,-1 0 0,0-1 0,1 1 0,-1 0 0,1-1 0,-1 1 0,1 0 0,-1 0 0,0 0 0,1-1 0,-1 1 0,1 0 0,-1 0 0,1 0 0,-1 0 0,1 0 0,-1 0 0,1 0 0,-1 0 0,1 0 0,-1 0 0,1 0 0,-1 0 0,2 0 0,-2 1 0,1 0 0,0 0 0,-1 0 0,1 0 0,-1 0 0,1 0 0,-1 0 0,1 1 0,-1-1 0,0 0 0,1 0 0,-1 0 0,0 2 0,1 47 0,-1-46 0,0 2 0,0 14 0,0-20 0,1 1 0,-1-1 0,0 0 0,0 1 0,0-1 0,1 0 0,-1 0 0,0 1 0,0-1 0,1 0 0,-1 0 0,0 1 0,1-1 0,-1 0 0,0 0 0,1 0 0,-1 0 0,0 1 0,1-1 0,-1 0 0,0 0 0,1 0 0,-1 0 0,0 0 0,1 0 0,-1 0 0,0 0 0,1 0 0,-1 0 0,0 0 0,1 0 0,-1 0 0,1 0 0,-1-1 0,0 1 0,1 0 0,-1 0 0,0 0 0,0 0 0,1-1 0,-1 1 0,0 0 0,1 0 0,-1-1 0,0 1 0,0 0 0,1 0 0,-1-1 0,0 0 0,26-26 0,-23 23 0,0 1 0,0-1 0,0 0 0,1 1 0,-1 0 0,1 0 0,6-5 0,-9 8 0,0 0 0,0-1 0,0 1 0,0 0 0,0 0 0,0 0 0,0 0 0,0 0 0,0 0 0,0 0 0,0 0 0,0 0 0,0 0 0,0 1 0,0-1 0,0 0 0,0 1 0,0-1 0,0 1 0,-1-1 0,1 1 0,0-1 0,0 1 0,0-1 0,-1 1 0,1 0 0,0-1 0,-1 1 0,1 0 0,-1 0 0,2 1 0,18 33 0,-12-20 0,-4-10 0,-1 1 0,1-1 0,0 0 0,1 0 0,-1 0 0,1-1 0,0 0 0,7 5 0,-11-8 0,1 0 0,0 0 0,1 0 0,-1 0 0,0-1 0,0 1 0,0 0 0,0-1 0,0 0 0,1 1 0,-1-1 0,0 0 0,0 0 0,1 0 0,-1-1 0,0 1 0,0 0 0,1-1 0,-1 0 0,0 1 0,0-1 0,0 0 0,0 0 0,0 0 0,0 0 0,3-3 0,4-3 0,-1 0 0,0 0 0,0-1 0,0 0 0,-1 0 0,0 0 0,-1-1 0,0-1 0,-1 1 0,1-1 0,-2 1 0,1-1 0,4-17 0,-9 26 0,0-1 0,1 1 0,-1-1 0,0 1 0,0-1 0,0 1 0,0 0 0,0-1 0,0 1 0,0-1 0,-1 1 0,1-1 0,0 1 0,-1 0 0,1-1 0,-1 1 0,0 0 0,1-1 0,-1 1 0,0 0 0,0 0 0,0-1 0,1 1 0,-1 0 0,-1 0 0,1 0 0,0 0 0,0 1 0,0-1 0,0 0 0,-1 0 0,0 0 0,0 0 0,0 1 0,0 0 0,0-1 0,0 1 0,0 0 0,0 0 0,0 0 0,0 0 0,0 1 0,0-1 0,0 0 0,0 1 0,0-1 0,0 1 0,0 0 0,0 0 0,1 0 0,-1 0 0,0 0 0,1 0 0,-1 0 0,1 0 0,-2 2 0,-1 1 0,0-1 0,1 1 0,-1 0 0,1 0 0,0 0 0,1 1 0,-1-1 0,1 1 0,0 0 0,0-1 0,0 1 0,0 0 0,1 0 0,0 0 0,0 0 0,1 0 0,-1 0 0,1 1 0,0-1 0,0 0 0,1 0 0,-1 0 0,3 6 0,-1-5 0,-1-1 0,2 1 0,-1-1 0,1 0 0,0 0 0,0 0 0,0 0 0,1-1 0,-1 1 0,1-1 0,0 0 0,0 0 0,1 0 0,-1-1 0,1 0 0,0 1 0,0-2 0,0 1 0,0 0 0,9 2 0,0-1-455,1 0 0,24 2 0,-8-3-6371</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1:59.311"/>
    </inkml:context>
    <inkml:brush xml:id="br0">
      <inkml:brushProperty name="width" value="0.05" units="cm"/>
      <inkml:brushProperty name="height" value="0.05" units="cm"/>
    </inkml:brush>
  </inkml:definitions>
  <inkml:trace contextRef="#ctx0" brushRef="#br0">14 28 24575,'3'-1'0,"0"1"0,0-1 0,0 0 0,0 1 0,0-2 0,-1 1 0,1 0 0,0 0 0,0-1 0,2-2 0,-2 2 0,0 1 0,0-1 0,0 0 0,0 1 0,0 0 0,0-1 0,0 1 0,4 0 0,-7 1 0,1 0 0,-1 0 0,0 0 0,1 0 0,-1 1 0,0-1 0,0 0 0,1 0 0,-1 0 0,0 1 0,0-1 0,0 0 0,1 0 0,-1 0 0,0 1 0,0-1 0,0 0 0,0 1 0,0-1 0,1 0 0,-1 0 0,0 1 0,0-1 0,0 0 0,0 1 0,0-1 0,0 0 0,0 1 0,0-1 0,0 0 0,0 0 0,0 1 0,0-1 0,0 0 0,0 1 0,0-1 0,-1 0 0,1 0 0,0 1 0,0-1 0,0 0 0,0 1 0,-1-1 0,1 0 0,0 0 0,0 0 0,-1 1 0,-8 19 0,7-18 0,-10 25 0,0 1 0,2 0 0,1 1 0,2 0 0,0 0 0,2 1 0,1 0 0,2-1 0,0 1 0,3 1 0,5 45 0,-4-63 0,0 0 0,1 0 0,1 0 0,0-1 0,1 1 0,0-1 0,1 0 0,1 0 0,-1-1 0,2 0 0,0 0 0,17 18 0,-19-23 0,1 0 0,0-1 0,0 0 0,0 0 0,1-1 0,0 1 0,-1-2 0,1 1 0,1-1 0,-1 0 0,0-1 0,1 0 0,-1-1 0,1 1 0,0-1 0,-1-1 0,1 0 0,0 0 0,-1-1 0,15-2 0,-12 0 0,0 1 0,-1-2 0,1 1 0,0-1 0,-1-1 0,0 0 0,0 0 0,-1-1 0,1-1 0,-1 1 0,14-14 0,-13 9 0,0-1 0,-1 0 0,0 0 0,-1 0 0,0-1 0,-1-1 0,0 1 0,4-16 0,-3 4 0,-1 0 0,-1-1 0,-1 1 0,-1-1 0,-2-1 0,-1 1 0,0 0 0,-2 0 0,-8-46 0,6 54 0,-2 0 0,-8-24 0,11 37 0,0 0 0,0 0 0,0 0 0,-1 0 0,0 1 0,0-1 0,0 1 0,0 0 0,-1 0 0,1 0 0,-1 0 0,-9-6 0,12 10-44,0-1 0,-1 0 0,1 1 0,-1-1 0,1 1 0,-1 0 0,0 0 0,1-1 0,-1 1 0,1 0 0,-1 0 0,0 0 0,1 1 0,-1-1 0,1 0 0,-1 0 0,1 1 0,-1-1-1,1 1 1,-1 0 0,1-1 0,-1 1 0,1 0 0,0 0 0,-1 0 0,1 0 0,0 0 0,0 0 0,0 0 0,-2 2 0,-5 7-6782</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1:59.670"/>
    </inkml:context>
    <inkml:brush xml:id="br0">
      <inkml:brushProperty name="width" value="0.05" units="cm"/>
      <inkml:brushProperty name="height" value="0.05" units="cm"/>
    </inkml:brush>
  </inkml:definitions>
  <inkml:trace contextRef="#ctx0" brushRef="#br0">12 43 24575,'-1'-1'0,"-1"-1"0,1 0 0,0 0 0,0 0 0,0 0 0,0 0 0,1 0 0,-1 0 0,0 0 0,1 0 0,0 0 0,-1 0 0,1-4 0,0 6 0,0-1 0,0 1 0,0-1 0,0 1 0,0-1 0,0 1 0,0-1 0,0 0 0,0 1 0,1 0 0,-1-1 0,0 1 0,0-1 0,1 1 0,-1-1 0,0 1 0,0-1 0,1 1 0,-1 0 0,1-1 0,-1 1 0,1-1 0,0 1 0,0 0 0,-1 0 0,1-1 0,0 1 0,0 0 0,-1 0 0,1 0 0,0 1 0,0-1 0,0 0 0,-1 0 0,1 0 0,0 0 0,0 1 0,-1-1 0,1 0 0,0 1 0,-1-1 0,1 1 0,1 0 0,12 9 0,0 1 0,0 0 0,-1 1 0,-1 0 0,0 1 0,14 20 0,54 92 0,-57-85-341,-2 0 0,-1 2-1,25 82 1,-41-109-6485</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1:59.999"/>
    </inkml:context>
    <inkml:brush xml:id="br0">
      <inkml:brushProperty name="width" value="0.05" units="cm"/>
      <inkml:brushProperty name="height" value="0.05" units="cm"/>
    </inkml:brush>
  </inkml:definitions>
  <inkml:trace contextRef="#ctx0" brushRef="#br0">449 1 24575,'-6'0'0,"0"1"0,-1 0 0,1 0 0,0 1 0,0 0 0,0 0 0,0 0 0,0 1 0,-7 4 0,3-2 0,1 2 0,0-1 0,0 1 0,-11 11 0,-25 34 0,2 1 0,2 2 0,-62 114 0,83-134 130,2-5-629,2 1 1,-18 45 0,30-64-6328</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00.602"/>
    </inkml:context>
    <inkml:brush xml:id="br0">
      <inkml:brushProperty name="width" value="0.05" units="cm"/>
      <inkml:brushProperty name="height" value="0.05" units="cm"/>
    </inkml:brush>
  </inkml:definitions>
  <inkml:trace contextRef="#ctx0" brushRef="#br0">144 1 24575,'-45'76'0,"28"-44"0,1 0 0,2 1 0,2 1 0,1 0 0,-12 62 0,21-82 0,0 0 0,1 0 0,1 0 0,0 0 0,1-1 0,0 1 0,1 0 0,1 0 0,0-1 0,1 1 0,0-1 0,1 0 0,0 0 0,1-1 0,1 0 0,0 0 0,17 21 0,-11-18-227,1-2-1,0 1 1,2-2-1,-1 0 1,19 10-1,21 10-6598</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01.096"/>
    </inkml:context>
    <inkml:brush xml:id="br0">
      <inkml:brushProperty name="width" value="0.05" units="cm"/>
      <inkml:brushProperty name="height" value="0.05" units="cm"/>
    </inkml:brush>
  </inkml:definitions>
  <inkml:trace contextRef="#ctx0" brushRef="#br0">0 6 24575,'0'-2'0,"3"-1"0,2 2 0,4 4 0,4 4 0,5 6 0,5 7 0,0 10 0,1 9 0,-1 11 0,-2 10 0,-5 10 0,-9 7 0,-16 7 0,-21 4 0,-5-13-8191</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0.956"/>
    </inkml:context>
    <inkml:brush xml:id="br0">
      <inkml:brushProperty name="width" value="0.05" units="cm"/>
      <inkml:brushProperty name="height" value="0.05" units="cm"/>
    </inkml:brush>
  </inkml:definitions>
  <inkml:trace contextRef="#ctx0" brushRef="#br0">0 111 24575,'75'-84'0,"-54"58"0,-21 26 0,0 0 0,0 0 0,1 0 0,-1 0 0,0 0 0,0 0 0,0 0 0,0 0 0,1 0 0,-1 0 0,0 0 0,0 0 0,0 1 0,0-1 0,1 0 0,-1 0 0,0 0 0,0 0 0,0 0 0,0 0 0,0 1 0,0-1 0,1 0 0,-1 0 0,0 0 0,0 0 0,0 0 0,0 1 0,0-1 0,0 0 0,0 0 0,0 0 0,0 1 0,0-1 0,0 0 0,0 0 0,0 0 0,0 0 0,0 1 0,0-1 0,0 0 0,0 0 0,0 0 0,0 0 0,0 1 0,0-1 0,0 0 0,0 0 0,0 0 0,0 14 0,1 31 0,2 0 0,2-1 0,21 88 0,-18-104 0,1 0 0,1-1 0,1 0 0,2-1 0,0-1 0,2 1 0,22 27 0,-31-45 0,1 1 0,1-1 0,-1-1 0,1 0 0,1 0 0,-1 0 0,1-1 0,0-1 0,1 1 0,14 5 0,-19-9 0,-1-1 0,1 0 0,0 0 0,0 0 0,0 0 0,1-1 0,-1 0 0,0 0 0,0 0 0,0 0 0,0-1 0,0 0 0,0 0 0,0-1 0,0 1 0,-1-1 0,1 0 0,0 0 0,-1-1 0,0 1 0,1-1 0,-1 0 0,0 0 0,3-4 0,5-5 0,0 0 0,-2-2 0,1 1 0,-2-1 0,0 0 0,0-1 0,-2 0 0,0 0 0,0-1 0,-2 0 0,0 0 0,4-22 0,-2-3 0,-1 0 0,-3-1 0,-2-76 0,-1 108 0,-6-50 0,6 57 0,-1 0 0,0 1 0,1-1 0,-1 0 0,0 0 0,0 1 0,0-1 0,-1 0 0,1 1 0,-1-1 0,1 1 0,-1 0 0,0 0 0,0-1 0,0 1 0,-5-3 0,7 4 10,-1 1 0,0 0 0,0-1-1,0 1 1,1 0 0,-1 0 0,0-1-1,0 1 1,0 0 0,1 0 0,-1 0-1,0 0 1,0 0 0,0 0 0,0 0-1,1 1 1,-1-1 0,0 0 0,0 0-1,0 1 1,1-1 0,-1 0 0,0 1-1,0-1 1,1 1 0,-1-1 0,0 1-1,1-1 1,-1 1 0,0-1 0,1 1-1,-1 0 1,1-1 0,-1 2 0,-1 1-254,0 0 0,0 0 0,1 0 0,-1 1 1,1-1-1,-2 6 0,0 4-6582</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1.237"/>
    </inkml:context>
    <inkml:brush xml:id="br0">
      <inkml:brushProperty name="width" value="0.05" units="cm"/>
      <inkml:brushProperty name="height" value="0.05" units="cm"/>
    </inkml:brush>
  </inkml:definitions>
  <inkml:trace contextRef="#ctx0" brushRef="#br0">11 25 24575,'-6'-21'0,"2"18"0,4 13 0,11 84 0,39 152 0,-50-245 1,4 15-196,0 0 0,1-1 0,0 1-1,1-1 1,1-1 0,12 20 0,-9-21-6631</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1.659"/>
    </inkml:context>
    <inkml:brush xml:id="br0">
      <inkml:brushProperty name="width" value="0.05" units="cm"/>
      <inkml:brushProperty name="height" value="0.05" units="cm"/>
    </inkml:brush>
  </inkml:definitions>
  <inkml:trace contextRef="#ctx0" brushRef="#br0">22 44 24575,'0'-3'0,"0"1"0,-1-1 0,1 1 0,0-1 0,-1 1 0,1 0 0,-1-1 0,0 1 0,1 0 0,-1-1 0,0 1 0,-1 0 0,1 0 0,0 0 0,-1 0 0,1 0 0,-3-2 0,4 4 0,0 0 0,0 0 0,0 0 0,0 0 0,0-1 0,0 1 0,-1 0 0,1 0 0,0 0 0,0 0 0,0 0 0,0 0 0,0 0 0,0 0 0,0 0 0,-1 0 0,1 0 0,0 0 0,0 0 0,0 0 0,0 0 0,0 0 0,0 1 0,0-1 0,-1 0 0,1 0 0,0 0 0,0 0 0,0 0 0,0 0 0,0 0 0,0 0 0,0 0 0,0 0 0,0 0 0,-1 0 0,1 1 0,0-1 0,0 0 0,0 0 0,0 0 0,0 0 0,0 0 0,0 0 0,0 0 0,0 1 0,0-1 0,0 0 0,0 0 0,0 0 0,0 0 0,0 0 0,0 0 0,0 1 0,0 11 0,5 12 0,0-4 0,-2 0 0,0 0 0,0 39 0,-1-4 0,-1-54 0,-1 1 0,1 0 0,-1-1 0,1 0 0,0 1 0,-1-1 0,1 1 0,0-1 0,0 0 0,0 1 0,0-1 0,0 0 0,0 0 0,0 0 0,1 0 0,-1 0 0,0 0 0,0 0 0,1 0 0,-1-1 0,1 1 0,-1 0 0,3 0 0,44 12 0,-22-6 0,-15-4 0,-1 2 0,0-1 0,0 1 0,-1 0 0,0 1 0,0 0 0,0 1 0,0 0 0,-1 0 0,8 10 0,-13-13 0,1 0 0,-1 0 0,-1 0 0,1 1 0,-1 0 0,1-1 0,-1 1 0,-1 0 0,1 0 0,-1 0 0,0 0 0,0 0 0,0 1 0,-1-1 0,1 0 0,-1 0 0,-1 0 0,1 1 0,-1-1 0,0 0 0,0 0 0,0 0 0,-4 7 0,3-5 31,-2 0 0,1 0 0,-1-1 0,0 1 0,-1-1 0,1 0 0,-1 0 0,0 0 1,-1-1-1,-11 9 0,13-10-126,0-2 0,-1 1 0,1 0 0,-1-1 1,1 0-1,-1 0 0,0 0 0,0-1 0,0 0 0,0 0 1,0 0-1,0 0 0,0-1 0,0 0 0,0 0 1,0 0-1,-6-1 0,-8-4-6731</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1.835"/>
    </inkml:context>
    <inkml:brush xml:id="br0">
      <inkml:brushProperty name="width" value="0.05" units="cm"/>
      <inkml:brushProperty name="height" value="0.05" units="cm"/>
    </inkml:brush>
  </inkml:definitions>
  <inkml:trace contextRef="#ctx0" brushRef="#br0">1 95 24575,'2'-3'0,"3"-2"0,2-4 0,3 1 0,3-2 0,6 2 0,5-1 0,8 1 0,5 0 0,6 2 0,4 0 0,2 1 0,1-1 0,-9 2-8191</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2.066"/>
    </inkml:context>
    <inkml:brush xml:id="br0">
      <inkml:brushProperty name="width" value="0.05" units="cm"/>
      <inkml:brushProperty name="height" value="0.05" units="cm"/>
    </inkml:brush>
  </inkml:definitions>
  <inkml:trace contextRef="#ctx0" brushRef="#br0">18 63 24575,'-3'2'0,"-2"1"0,-1-2 0,3-4 0,6-2 0,9-2 0,6-2 0,7 1 0,7-2 0,5 2 0,3 1 0,0 1 0,-7 0-8191</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2.373"/>
    </inkml:context>
    <inkml:brush xml:id="br0">
      <inkml:brushProperty name="width" value="0.05" units="cm"/>
      <inkml:brushProperty name="height" value="0.05" units="cm"/>
    </inkml:brush>
  </inkml:definitions>
  <inkml:trace contextRef="#ctx0" brushRef="#br0">43 52 24575,'-9'-8'0,"6"5"0,-1 0 0,0 0 0,1-1 0,0 0 0,0 1 0,0-1 0,0 0 0,1 0 0,-3-5 0,5 9 0,0 0 0,0 0 0,0 0 0,0 0 0,0 0 0,0 0 0,0 0 0,0-1 0,0 1 0,0 0 0,0 0 0,0 0 0,0 0 0,0 0 0,0 0 0,0 0 0,0 0 0,0 0 0,0 0 0,0 0 0,0 0 0,0 0 0,0 0 0,0-1 0,0 1 0,0 0 0,0 0 0,0 0 0,0 0 0,0 0 0,0 0 0,0 0 0,0 0 0,0 0 0,0 0 0,0 0 0,0 0 0,0 0 0,0 0 0,0 0 0,0-1 0,0 1 0,0 0 0,0 0 0,0 0 0,0 0 0,1 0 0,-1 0 0,0 0 0,0 0 0,0 0 0,0 0 0,0 0 0,0 0 0,0 0 0,0 0 0,0 0 0,0 0 0,0 0 0,0 0 0,0 0 0,1 0 0,-1 0 0,0 0 0,0 0 0,0 0 0,0 0 0,0 0 0,0 0 0,7 5 0,8 9 0,4 14 0,0 1 0,-2 0 0,-1 1 0,18 48 0,35 134 0,-42-106-682,23 181-1,-46-252-6143</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2.852"/>
    </inkml:context>
    <inkml:brush xml:id="br0">
      <inkml:brushProperty name="width" value="0.05" units="cm"/>
      <inkml:brushProperty name="height" value="0.05" units="cm"/>
    </inkml:brush>
  </inkml:definitions>
  <inkml:trace contextRef="#ctx0" brushRef="#br0">2 43 24575,'0'0'0,"0"0"0,0 0 0,0 0 0,0 0 0,0-1 0,0 1 0,-1 0 0,1 0 0,0 0 0,0 0 0,0 0 0,0 0 0,0-1 0,0 1 0,0 0 0,0 0 0,0 0 0,0 0 0,0 0 0,0-1 0,0 1 0,0 0 0,0 0 0,0 0 0,0 0 0,0-1 0,0 1 0,0 0 0,0 0 0,0 0 0,0 0 0,0-1 0,0 1 0,0 0 0,0 0 0,0 0 0,0 0 0,0 0 0,0-1 0,0 1 0,1 0 0,-1 0 0,9-4 0,15 2 0,-23 2 0,364 12 0,-137 1 0,-179-11 0,1 0 0,75-7 0,-120 5 0,0-1 0,0 0 0,0-1 0,0 1 0,7-4 0,-12 5 0,1 0 0,-1-1 0,1 1 0,-1 0 0,1 0 0,-1 0 0,1-1 0,-1 1 0,1 0 0,-1-1 0,1 1 0,-1 0 0,0-1 0,1 1 0,-1-1 0,1 1 0,-1-1 0,0 1 0,0-1 0,1 1 0,-1-1 0,0 1 0,0-1 0,1 1 0,-1-1 0,0 1 0,0-1 0,0 0 0,0 1 0,0-1 0,0 1 0,0-1 0,0 1 0,0-1 0,0 1 0,0-1 0,0 0 0,-1 1 0,1-1 0,0 1 0,0-1 0,-1 1 0,1-1 0,0 1 0,-1-1 0,1 1 0,0-1 0,-1 1 0,1 0 0,0-1 0,-1 1 0,1 0 0,-1-1 0,1 1 0,-1 0 0,1-1 0,-2 1 0,-3-3 0,0 0 0,-1 1 0,1-1 0,-1 1 0,0 1 0,1-1 0,-1 1 0,0 0 0,0 0 0,0 1 0,0 0 0,0 0 0,0 0 0,0 0 0,0 1 0,0 0 0,0 1 0,1-1 0,-1 1 0,0 0 0,1 1 0,-1-1 0,1 1 0,0 0 0,0 0 0,0 1 0,-8 7 0,6-2 0,0 1 0,0 0 0,1 1 0,0 0 0,1 0 0,0 0 0,1 1 0,0-1 0,1 1 0,0 0 0,1 0 0,0 0 0,1 0 0,0 24 0,2-22 0,0 0 0,0 0 0,1-1 0,1 1 0,0 0 0,1-1 0,0 0 0,1 0 0,1 0 0,0-1 0,1 0 0,15 23 0,-17-30 0,0 0 0,1 0 0,-1 0 0,1 0 0,0-1 0,0 0 0,0 0 0,1-1 0,-1 1 0,1-2 0,0 1 0,0-1 0,0 0 0,0 0 0,1-1 0,-1 1 0,0-2 0,0 1 0,1-1 0,-1 0 0,1-1 0,-1 0 0,13-3 0,-13 2 0,1 0 0,-1 0 0,1-1 0,-1 0 0,0-1 0,0 1 0,0-1 0,-1-1 0,1 1 0,-1-1 0,0 0 0,0-1 0,-1 1 0,1-1 0,-2 0 0,1-1 0,0 1 0,-1-1 0,0 0 0,-1 0 0,6-15 0,-7 14 22,0-1-1,0 0 0,-1 0 1,-1 0-1,1 0 0,-1 0 1,-1-1-1,0 1 0,0 0 1,0 0-1,-1 1 0,-1-1 1,0 0-1,0 1 0,-7-15 1,3 11-193,-1 0 0,0 0 1,0 1-1,-1 0 0,0 0 1,-1 1-1,0 0 0,-1 1 1,-16-11-1,5 6-6655</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3.256"/>
    </inkml:context>
    <inkml:brush xml:id="br0">
      <inkml:brushProperty name="width" value="0.05" units="cm"/>
      <inkml:brushProperty name="height" value="0.05" units="cm"/>
    </inkml:brush>
  </inkml:definitions>
  <inkml:trace contextRef="#ctx0" brushRef="#br0">185 99 24575,'-7'-1'0,"0"0"0,0 0 0,0-1 0,0 0 0,1 0 0,-1 0 0,1-1 0,-11-6 0,11 5 0,0 1 0,0 0 0,0 1 0,0-1 0,-1 1 0,1 0 0,-1 1 0,-11-2 0,16 3 0,0 1 0,1-1 0,-1 1 0,0-1 0,0 1 0,0-1 0,1 1 0,-1 0 0,0 0 0,1 0 0,-1 0 0,1 0 0,-1 0 0,1 1 0,0-1 0,-1 0 0,1 1 0,0-1 0,0 1 0,0-1 0,0 1 0,0 0 0,0-1 0,1 1 0,-1 0 0,0 0 0,1-1 0,-1 1 0,1 3 0,-3 7 0,1 1 0,1-1 0,0 16 0,1-21 0,-1 11 0,2-1 0,0 1 0,1 0 0,1 0 0,0-1 0,1 0 0,1 1 0,8 16 0,-11-28 0,1 0 0,0 0 0,0-1 0,0 1 0,1-1 0,0 0 0,0 0 0,0 0 0,0-1 0,1 1 0,0-1 0,0 0 0,0 0 0,0-1 0,0 0 0,1 1 0,0-2 0,0 1 0,-1-1 0,2 0 0,-1 0 0,0-1 0,0 1 0,0-1 0,1-1 0,5 1 0,-5-1 0,0-1 0,0 1 0,0-1 0,-1-1 0,1 1 0,-1-1 0,1 0 0,-1-1 0,0 1 0,1-1 0,-1-1 0,-1 1 0,1-1 0,0 0 0,-1 0 0,0-1 0,0 1 0,0-1 0,-1 0 0,1-1 0,-1 1 0,-1-1 0,1 0 0,-1 0 0,0 0 0,0 0 0,0 0 0,2-11 0,-2 5 0,0 1 0,-1-1 0,0 0 0,-1 0 0,0 0 0,-1 0 0,-1 0 0,0-1 0,0 1 0,-1 1 0,-1-1 0,0 0 0,0 0 0,-1 1 0,-8-16 0,8 19 31,-1-1 0,-1 1 0,0 0 0,0 1 0,0 0 0,-1-1 0,0 2 0,-1-1 1,1 1-1,-18-10 0,20 13-126,-1 0 0,0 0 0,0 1 0,-1 0 1,1 0-1,0 0 0,-1 1 0,1 0 0,-1 0 0,0 1 1,1 0-1,-1 0 0,1 0 0,-1 1 0,1 0 1,-1 0-1,-6 3 0,-11 5-6731</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3.520"/>
    </inkml:context>
    <inkml:brush xml:id="br0">
      <inkml:brushProperty name="width" value="0.05" units="cm"/>
      <inkml:brushProperty name="height" value="0.05" units="cm"/>
    </inkml:brush>
  </inkml:definitions>
  <inkml:trace contextRef="#ctx0" brushRef="#br0">50 87 24575,'-5'-15'0,"-2"1"0,0 0 0,-1 0 0,-11-15 0,19 29 0,0 0 0,0 0 0,0 0 0,0 0 0,0 0 0,0 0 0,0 0 0,0 0 0,0 1 0,0-1 0,0 0 0,0 0 0,0 0 0,0 0 0,-1 0 0,1 0 0,0 0 0,0 0 0,0 0 0,0 0 0,0 0 0,0 0 0,0 0 0,0 0 0,0 0 0,0 0 0,0 0 0,-1 0 0,1 0 0,0 0 0,0 0 0,0 0 0,0 0 0,0 0 0,0 0 0,0 0 0,0 0 0,0 0 0,0 0 0,-1 0 0,1 0 0,0 0 0,0 0 0,0 0 0,0 0 0,0 0 0,0 0 0,0-1 0,0 1 0,0 0 0,0 0 0,0 0 0,0 0 0,0 0 0,0 0 0,0 0 0,0 0 0,-1 0 0,3 13 0,5 20 0,91 345 337,-13-47-2039,-77-302-5124</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3.909"/>
    </inkml:context>
    <inkml:brush xml:id="br0">
      <inkml:brushProperty name="width" value="0.05" units="cm"/>
      <inkml:brushProperty name="height" value="0.05" units="cm"/>
    </inkml:brush>
  </inkml:definitions>
  <inkml:trace contextRef="#ctx0" brushRef="#br0">202 18 24575,'1'-1'0,"-1"-1"0,1 1 0,0 0 0,0-1 0,-1 1 0,1 0 0,0 0 0,0 0 0,0 0 0,0 0 0,3-2 0,-4 3 0,1 0 0,-1 0 0,1-1 0,-1 1 0,1 0 0,-1 0 0,1 0 0,-1 0 0,1 0 0,-1 0 0,1 0 0,-1 0 0,1 0 0,0 0 0,-1 0 0,1 0 0,-1 0 0,1 0 0,-1 0 0,1 1 0,0-1 0,0 1 0,1 0 0,-1 0 0,0 0 0,0 1 0,0-1 0,0 0 0,0 1 0,0-1 0,0 0 0,0 1 0,0-1 0,-1 1 0,1-1 0,-1 1 0,1 0 0,-1-1 0,0 1 0,1 2 0,-1 7 0,0 1 0,0-1 0,-1 1 0,0-1 0,-1 1 0,-1-1 0,0 0 0,0 0 0,-1 0 0,0 0 0,-10 16 0,-7 9 0,-45 61 0,-46 41 0,104-125 0,8-13 0,0 1 0,0-1 0,0 0 0,0 0 0,0 0 0,0 0 0,0 0 0,0 0 0,1 0 0,-1 0 0,0 0 0,0 1 0,0-1 0,0 0 0,0 0 0,0 0 0,0 0 0,0 0 0,1 0 0,-1 0 0,0 0 0,0 0 0,0 0 0,0 0 0,0 0 0,0 0 0,0 0 0,1 0 0,-1 0 0,0 0 0,0 0 0,0 0 0,0 0 0,0 0 0,0 0 0,1 0 0,-1 0 0,0 0 0,0 0 0,0 0 0,0 0 0,0 0 0,0-1 0,0 1 0,0 0 0,0 0 0,1 0 0,-1 0 0,0 0 0,0 0 0,0 0 0,25-17 0,-17 12 0,5-4 0,0 2 0,0-1 0,0 2 0,1-1 0,0 2 0,22-6 0,-31 10 0,0 0 0,0 0 0,0 1 0,0 0 0,0 0 0,0 0 0,0 0 0,0 1 0,0 0 0,0 0 0,0 0 0,0 1 0,-1-1 0,1 1 0,0 0 0,-1 1 0,1-1 0,-1 1 0,0 0 0,0 0 0,0 0 0,0 0 0,4 6 0,-1 1 34,0 1 0,0 0-1,-1 0 1,0 1 0,-1-1 0,-1 1-1,0 1 1,0-1 0,2 17 0,-3-15-278,0 0 1,1 0 0,1 0 0,1 0-1,-1-1 1,15 23 0,-10-23-6583</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4.404"/>
    </inkml:context>
    <inkml:brush xml:id="br0">
      <inkml:brushProperty name="width" value="0.05" units="cm"/>
      <inkml:brushProperty name="height" value="0.05" units="cm"/>
    </inkml:brush>
  </inkml:definitions>
  <inkml:trace contextRef="#ctx0" brushRef="#br0">0 1 24575,'4'65'0,"2"0"0,3 0 0,24 88 0,-32-147-136,1 0-1,0 0 1,0 0-1,1 0 1,-1-1-1,1 1 1,1-1-1,-1 0 0,8 10 1,0-6-6690</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4.590"/>
    </inkml:context>
    <inkml:brush xml:id="br0">
      <inkml:brushProperty name="width" value="0.05" units="cm"/>
      <inkml:brushProperty name="height" value="0.05" units="cm"/>
    </inkml:brush>
  </inkml:definitions>
  <inkml:trace contextRef="#ctx0" brushRef="#br0">64 76 24575,'-2'-5'0,"-3"-6"0,-4-3 0,-2 0 0,1 0 0,-1 3 0,2 5 0,2 6 0</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4.823"/>
    </inkml:context>
    <inkml:brush xml:id="br0">
      <inkml:brushProperty name="width" value="0.05" units="cm"/>
      <inkml:brushProperty name="height" value="0.05" units="cm"/>
    </inkml:brush>
  </inkml:definitions>
  <inkml:trace contextRef="#ctx0" brushRef="#br0">0 1 24575,'2'0'0,"1"1"0,-1-1 0,0 1 0,0 0 0,1 0 0,-1 0 0,0 0 0,0 0 0,0 0 0,0 0 0,0 1 0,-1-1 0,1 1 0,0 0 0,0-1 0,-1 1 0,0 0 0,1 0 0,-1 0 0,0 0 0,0 0 0,0 0 0,0 0 0,0 0 0,0 1 0,0 1 0,4 11 0,-1 0 0,4 26 0,-7-34 0,22 194 0,-14-108 0,25 113 0,-28-182 171,17 42 0,-19-56-415,1-1 0,0 1 0,0-1 0,1-1 1,0 1-1,14 14 0,-7-11-6582</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4.979"/>
    </inkml:context>
    <inkml:brush xml:id="br0">
      <inkml:brushProperty name="width" value="0.05" units="cm"/>
      <inkml:brushProperty name="height" value="0.05" units="cm"/>
    </inkml:brush>
  </inkml:definitions>
  <inkml:trace contextRef="#ctx0" brushRef="#br0">45 44 24575,'-5'-2'0,"-4"-4"0,-3 0 0,1-2 0,5 1 0,5 1 0,8 2 0,7 1 0,9 2 0,8 1 0,7 0 0,5 0 0,-5 0-8191</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5.587"/>
    </inkml:context>
    <inkml:brush xml:id="br0">
      <inkml:brushProperty name="width" value="0.05" units="cm"/>
      <inkml:brushProperty name="height" value="0.05" units="cm"/>
    </inkml:brush>
  </inkml:definitions>
  <inkml:trace contextRef="#ctx0" brushRef="#br0">201 38 24575,'-24'-7'0,"-30"-5"0,8 3 0,42 8 0,-36-7 0,39 8 0,-1 0 0,1 0 0,-1 0 0,1 0 0,0 0 0,-1 0 0,1 0 0,-1 0 0,1 0 0,-1 1 0,1-1 0,0 0 0,-1 1 0,1-1 0,0 1 0,0 0 0,-1-1 0,1 1 0,0 0 0,0 0 0,0 0 0,-2 1 0,3-1 0,0-1 0,0 1 0,0 0 0,0-1 0,0 1 0,0-1 0,0 1 0,0-1 0,0 1 0,1-1 0,-1 1 0,0-1 0,0 1 0,0-1 0,1 1 0,-1-1 0,0 1 0,1-1 0,-1 1 0,0-1 0,1 0 0,-1 1 0,1-1 0,-1 0 0,0 1 0,1-1 0,-1 0 0,1 1 0,-1-1 0,1 0 0,-1 0 0,1 0 0,-1 0 0,1 1 0,-1-1 0,1 0 0,-1 0 0,1 0 0,0 0 0,24 6 0,40 0 0,-1-3 0,75-5 0,-135 1 0,18 0-682,35-6-1,-29 1-6143</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5.988"/>
    </inkml:context>
    <inkml:brush xml:id="br0">
      <inkml:brushProperty name="width" value="0.05" units="cm"/>
      <inkml:brushProperty name="height" value="0.05" units="cm"/>
    </inkml:brush>
  </inkml:definitions>
  <inkml:trace contextRef="#ctx0" brushRef="#br0">165 350 24575,'10'-20'0,"-1"-1"0,-1 1 0,-1-1 0,9-41 0,-14 50 0,-1 0 0,0 0 0,0 1 0,-1-1 0,0 0 0,-1 0 0,-1 0 0,0 0 0,-1 0 0,-6-18 0,8 26 0,-1 0 0,0 0 0,0 0 0,-1 1 0,1-1 0,-1 1 0,1-1 0,-1 1 0,-1 0 0,1 0 0,0 0 0,-1 0 0,-4-2 0,7 4 0,-1 0 0,0 0 0,0 0 0,0 1 0,0-1 0,-1 0 0,1 1 0,0 0 0,0-1 0,0 1 0,0 0 0,0 0 0,-1 0 0,1 1 0,0-1 0,0 0 0,0 1 0,0 0 0,0-1 0,0 1 0,0 0 0,0 0 0,0 0 0,0 0 0,0 0 0,1 1 0,-1-1 0,-2 3 0,-5 5 0,2 0 0,-1 1 0,1 0 0,0 0 0,1 0 0,0 1 0,1 0 0,0 0 0,1 1 0,-4 16 0,-1 6 0,3 1 0,-4 47 0,6-16 0,4 0 0,12 105 0,36 129 0,-44-280 0,10 53 0,12 75 0,-23-125 0,-2-1 0,0 2 0,-2-1 0,-4 31 0,4-47-105,0-1 0,0 1 0,-1-1 0,0 0 0,-1 0 0,1 0 0,-1 0 0,0 0 0,0 0 0,-1-1 0,0 1 0,-5 5 0,-6 2-6721</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6.408"/>
    </inkml:context>
    <inkml:brush xml:id="br0">
      <inkml:brushProperty name="width" value="0.05" units="cm"/>
      <inkml:brushProperty name="height" value="0.05" units="cm"/>
    </inkml:brush>
  </inkml:definitions>
  <inkml:trace contextRef="#ctx0" brushRef="#br0">1 246 24575,'-1'-5'0,"1"0"0,1 0 0,-1 0 0,1 0 0,0 0 0,0 0 0,0 1 0,1-1 0,2-5 0,-2 7 0,-1 0 0,2 0 0,-1 1 0,0-1 0,0 1 0,1-1 0,-1 1 0,1 0 0,0 0 0,0 0 0,0 0 0,0 0 0,6-2 0,14-5 0,0 2 0,1 1 0,-1 1 0,1 0 0,0 2 0,0 1 0,0 1 0,0 1 0,1 1 0,-1 1 0,0 1 0,26 7 0,-42-8 0,0 0 0,0 1 0,-1 0 0,1 1 0,-1-1 0,1 2 0,-1-1 0,-1 1 0,1 0 0,0 0 0,-1 0 0,0 1 0,-1 0 0,9 12 0,-8-9 0,-1 0 0,0 0 0,-1 1 0,0 0 0,-1 0 0,0 0 0,0 0 0,-1 0 0,0 0 0,-1 1 0,0 12 0,-1-12 0,0 0 0,-1 0 0,0 0 0,-4 18 0,4-27 0,1 0 0,-1 0 0,0-1 0,1 1 0,-1 0 0,0 0 0,0 0 0,0-1 0,-1 1 0,1-1 0,0 1 0,0-1 0,-1 1 0,-2 1 0,3-2 0,-1-1 0,1 1 0,0-1 0,-1 0 0,1 1 0,-1-1 0,1 0 0,-1 0 0,1 0 0,-1 0 0,1 0 0,0 0 0,-1-1 0,1 1 0,-1 0 0,1-1 0,0 1 0,-1-1 0,1 1 0,0-1 0,-1 0 0,1 1 0,-1-2 0,-3-2 0,0 1 0,1-1 0,0-1 0,-1 1 0,2 0 0,-1-1 0,0 0 0,1 0 0,0 0 0,0 0 0,1-1 0,0 1 0,-1-1 0,2 1 0,-1-1 0,1 0 0,-2-9 0,1-2 0,0 0 0,1-1 0,1 1 0,4-33 0,-2 37 0,1 0 0,0 0 0,1 0 0,0 1 0,1 0 0,0-1 0,1 1 0,0 1 0,9-13 0,-10 18 0,0-1 0,1 1 0,-1 0 0,1 0 0,1 0 0,-1 1 0,1 0 0,0 0 0,0 1 0,0 0 0,1 0 0,-1 0 0,1 1 0,0 1 0,12-4 0,-2 4-341,-1 0 0,1 1-1,19 1 1,-14 1-6485</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6.922"/>
    </inkml:context>
    <inkml:brush xml:id="br0">
      <inkml:brushProperty name="width" value="0.05" units="cm"/>
      <inkml:brushProperty name="height" value="0.05" units="cm"/>
    </inkml:brush>
  </inkml:definitions>
  <inkml:trace contextRef="#ctx0" brushRef="#br0">221 145 24575,'-1'-6'0,"0"0"0,0 0 0,0-1 0,-1 1 0,0 0 0,0 0 0,0 1 0,-1-1 0,0 0 0,-7-9 0,4 6 0,-1 0 0,0 1 0,0 0 0,-1 0 0,-13-10 0,20 17 0,-1 0 0,1 0 0,0 0 0,-1 0 0,0 1 0,1-1 0,-1 0 0,1 1 0,-1-1 0,0 1 0,1-1 0,-1 1 0,0 0 0,0 0 0,1 0 0,-1 0 0,0 0 0,1 0 0,-1 0 0,0 0 0,0 1 0,1-1 0,-3 1 0,1 1 0,1 0 0,-1 0 0,0 0 0,0 0 0,1 0 0,-1 0 0,1 1 0,-1-1 0,1 1 0,0 0 0,-2 3 0,-4 7 0,1 1 0,1 1 0,0-1 0,-5 17 0,5-10 0,0 1 0,2 0 0,0 0 0,1 0 0,1 35 0,2-49 0,1 1 0,0-1 0,0 0 0,1 0 0,0 0 0,0 0 0,1-1 0,5 10 0,-6-13 0,1 0 0,0 0 0,0 1 0,0-2 0,0 1 0,1 0 0,-1-1 0,1 1 0,0-1 0,0 0 0,1 0 0,-1-1 0,0 1 0,7 1 0,-7-2 0,0-1 0,-1 0 0,1 0 0,0 0 0,0 0 0,0-1 0,0 1 0,0-1 0,0 0 0,0-1 0,-1 1 0,1 0 0,0-1 0,0 0 0,0 0 0,0 0 0,-1-1 0,1 1 0,-1-1 0,1 0 0,-1 0 0,1 0 0,-1 0 0,0-1 0,0 1 0,0-1 0,0 0 0,-1 0 0,1 0 0,-1 0 0,3-4 0,2-4 0,0-1 0,-1 0 0,0 0 0,-1 0 0,-1-1 0,1 1 0,3-27 0,4-74 0,-3 13 0,-7 98 0,2 8 0,1 12 0,-5-17 0,10 34 86,2-1-1,1-1 0,19 38 1,-23-55-276,0 0 0,1-1 1,0 0-1,1-1 0,1 0 1,0-1-1,1-1 1,19 15-1,-19-18-6636</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7.843"/>
    </inkml:context>
    <inkml:brush xml:id="br0">
      <inkml:brushProperty name="width" value="0.05" units="cm"/>
      <inkml:brushProperty name="height" value="0.05" units="cm"/>
    </inkml:brush>
  </inkml:definitions>
  <inkml:trace contextRef="#ctx0" brushRef="#br0">14 344 24575,'-7'-104'0,"4"77"0,0 0 0,2-1 0,2 1 0,3-32 0,-4 58 0,1-1 0,-1 0 0,0 0 0,1 1 0,-1-1 0,1 0 0,-1 0 0,1 1 0,0-1 0,0 1 0,0-1 0,0 1 0,2-3 0,-3 3 0,1 1 0,-1 0 0,1 0 0,-1 0 0,1-1 0,-1 1 0,1 0 0,-1 0 0,1 0 0,-1 0 0,1 0 0,-1 0 0,1 0 0,-1 0 0,1 0 0,-1 0 0,0 0 0,1 0 0,-1 0 0,1 1 0,-1-1 0,1 0 0,-1 0 0,1 0 0,-1 1 0,1-1 0,-1 0 0,0 1 0,1-1 0,-1 1 0,4 3 0,0-1 0,-1 2 0,0-1 0,0 0 0,0 1 0,-1-1 0,4 8 0,29 66 0,-8-20 0,-2 2 0,22 80 0,-44-119 0,-3-14 0,-2-13 0,-4-18 0,0-1 0,2 0 0,1 0 0,1 0 0,3-51 0,0 57 0,2 0 0,0 0 0,1 1 0,1-1 0,0 1 0,2 0 0,0 0 0,16-26 0,-21 40 0,1-1 0,0 1 0,0 0 0,0 0 0,0 1 0,0-1 0,1 1 0,0-1 0,0 1 0,0 0 0,0 0 0,0 1 0,10-5 0,-11 6 0,0 1 0,0-1 0,0 1 0,0 0 0,0-1 0,1 1 0,-1 0 0,0 1 0,0-1 0,0 1 0,0-1 0,0 1 0,0 0 0,0 0 0,0 0 0,0 1 0,0-1 0,0 1 0,-1-1 0,1 1 0,-1 0 0,1 0 0,1 3 0,5 3 0,-1 1 0,0 0 0,-1 0 0,0 0 0,-1 1 0,0 0 0,0 1 0,-1-1 0,-1 1 0,1 0 0,2 15 0,-2-7 0,-2 0 0,0 0 0,-1 0 0,-1 0 0,0 0 0,-4 24 0,3-43 0,-2 18 0,2-17 0,0 0 0,0-1 0,0 1 0,-1 0 0,1-1 0,0 1 0,0 0 0,0-1 0,-1 1 0,1 0 0,0-1 0,-1 1 0,1-1 0,0 1 0,-1-1 0,1 1 0,-1-1 0,1 1 0,-1-1 0,1 1 0,-2 0 0,2-1 0,-1-1 0,1 1 0,0 0 0,0-1 0,-1 1 0,1 0 0,0-1 0,0 1 0,0-1 0,-1 1 0,1 0 0,0-1 0,0 1 0,0-1 0,0 1 0,0-1 0,0 1 0,0 0 0,0-1 0,0 1 0,0-1 0,0 1 0,0-1 0,0 1 0,0 0 0,0-1 0,0 1 0,1-1 0,-1 0 0,4-15 0,-4 16 0,7-19 0,0 0 0,1 0 0,1 1 0,20-31 0,-22 37 0,2 1 0,-1 1 0,1 0 0,1 0 0,0 1 0,0 0 0,0 1 0,15-9 0,-22 15 0,-1 1 0,1-1 0,0 1 0,0-1 0,0 1 0,0 0 0,0 0 0,0 0 0,1 1 0,-1-1 0,0 1 0,0 0 0,0 0 0,1 0 0,-1 0 0,0 0 0,0 1 0,1-1 0,-1 1 0,0 0 0,0 0 0,4 2 0,-3 0 0,0-1 0,-1 1 0,0 0 0,0 0 0,0 0 0,0 1 0,0-1 0,0 1 0,-1-1 0,0 1 0,0 0 0,0 0 0,0 0 0,0 0 0,-1 0 0,1 5 0,3 15 0,-1 0 0,-1 1 0,0 24 0,-3-31 0,0 1 0,2-1 0,0 0 0,2 1 0,0-1 0,10 28 0,-13-43 0,1 0 0,-1-1 0,1 1 0,-1 0 0,1-1 0,0 0 0,0 1 0,0-1 0,0 0 0,0 0 0,0 0 0,1 0 0,-1-1 0,1 1 0,-1 0 0,1-1 0,0 0 0,4 2 0,-2-2 0,-1 0 0,1-1 0,0 1 0,0-1 0,0 0 0,0 0 0,0-1 0,0 1 0,0-1 0,6-2 0,7-3 0,1-2 0,-1 1 0,0-2 0,22-15 0,-19 11 0,-1 0 0,0-2 0,-1 0 0,-1-1 0,0-1 0,-1-1 0,23-31 0,-32 34 0,-1 1 0,0-1 0,8-30 0,0 1 0,-12 36 0,0 0 0,0-1 0,-1 1 0,-1 0 0,1 0 0,0-11 0,-2 17 0,0 1 0,0-1 0,0 1 0,0-1 0,0 1 0,-1-1 0,1 1 0,0-1 0,-1 1 0,1 0 0,-1-1 0,1 1 0,-1-1 0,0 1 0,0 0 0,1 0 0,-1-1 0,0 1 0,0 0 0,0 0 0,0 0 0,0 0 0,-1 0 0,1 0 0,0 1 0,0-1 0,-1 0 0,1 0 0,0 1 0,-1-1 0,1 1 0,-1-1 0,1 1 0,0 0 0,-1 0 0,1-1 0,-1 1 0,1 0 0,-1 0 0,1 0 0,-1 1 0,1-1 0,-3 1 0,-3 0 0,0 1 0,0 0 0,0 0 0,1 1 0,-1-1 0,0 2 0,1-1 0,0 1 0,0 0 0,0 0 0,0 0 0,1 1 0,0 0 0,0 0 0,-5 8 0,1-2 0,0 0 0,1 1 0,1 0 0,0 1 0,1 0 0,-9 23 0,12-24 0,0-1 0,0 1 0,1 0 0,0 0 0,1 0 0,1 0 0,0 0 0,1 0 0,0 0 0,0 0 0,6 17 0,-5-22 0,0-1 0,0 1 0,1-1 0,0 0 0,1 0 0,-1 0 0,1-1 0,0 1 0,0-1 0,1 0 0,0 0 0,0 0 0,0-1 0,0 0 0,1 0 0,-1 0 0,1-1 0,0 1 0,0-2 0,0 1 0,12 3 0,20 2-1365,-2-4-5461</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8.386"/>
    </inkml:context>
    <inkml:brush xml:id="br0">
      <inkml:brushProperty name="width" value="0.05" units="cm"/>
      <inkml:brushProperty name="height" value="0.05" units="cm"/>
    </inkml:brush>
  </inkml:definitions>
  <inkml:trace contextRef="#ctx0" brushRef="#br0">73 57 24575,'-1'-3'0,"1"0"0,-1 0 0,0 1 0,1-1 0,-2 0 0,1 0 0,0 1 0,0-1 0,-1 1 0,1-1 0,-1 1 0,-3-4 0,4 5 0,0-1 0,0 1 0,-1-1 0,1 1 0,0 0 0,-1 0 0,1-1 0,-1 1 0,1 0 0,-1 0 0,0 1 0,0-1 0,1 0 0,-1 0 0,0 1 0,0-1 0,0 1 0,1 0 0,-4-1 0,4 2 0,0-1 0,0 0 0,0 1 0,0-1 0,0 1 0,0 0 0,0-1 0,0 1 0,1 0 0,-1-1 0,0 1 0,0 0 0,1 0 0,-1 0 0,0 0 0,1 0 0,-1 0 0,1 0 0,-1 0 0,1 0 0,-1 0 0,1 0 0,0 0 0,0 0 0,-1 0 0,1 1 0,-2 31 0,5 27 0,3-1 0,18 73 0,-18-101 0,-6-26 0,2-1 0,-1 1 0,0 0 0,1 0 0,0-1 0,0 1 0,5 7 0,-6-11 0,0 0 0,0 0 0,0 0 0,0 0 0,0 0 0,0 0 0,0 0 0,0 0 0,0 0 0,0 0 0,1-1 0,-1 1 0,0-1 0,1 1 0,-1-1 0,0 1 0,1-1 0,-1 0 0,0 1 0,1-1 0,-1 0 0,1 0 0,-1 0 0,0 0 0,1-1 0,-1 1 0,1 0 0,-1 0 0,0-1 0,1 1 0,-1-1 0,2 0 0,6-4 0,0 0 0,0-1 0,0 0 0,-1-1 0,1 1 0,-2-2 0,1 1 0,-1-1 0,0 0 0,-1-1 0,11-16 0,-4 1 0,-1 0 0,-2 0 0,13-40 0,-23 64 0,-1 0 0,1 0 0,0 0 0,0 0 0,0 0 0,0 0 0,0-1 0,0 1 0,0 0 0,0 0 0,0 0 0,0 0 0,0 0 0,0 0 0,0-1 0,0 1 0,0 0 0,0 0 0,0 0 0,0 0 0,0 0 0,0-1 0,0 1 0,0 0 0,0 0 0,1 0 0,-1 0 0,0 0 0,0 0 0,0 0 0,0-1 0,0 1 0,0 0 0,0 0 0,0 0 0,0 0 0,1 0 0,-1 0 0,0 0 0,0 0 0,0 0 0,0 0 0,0 0 0,0 0 0,1 0 0,-1 0 0,0 0 0,0 0 0,0 0 0,0 0 0,0 0 0,1 0 0,-1 0 0,0 0 0,0 0 0,0 0 0,0 0 0,0 0 0,0 0 0,1 0 0,-1 0 0,3 13 0,1 37 0,-2-22 0,0-7 0,2 1 0,0-1 0,2-1 0,10 28 0,-13-40 0,1-1 0,-1 1 0,2-1 0,-1 0 0,1-1 0,7 9 0,-9-12 0,0 0 0,1 0 0,-1 0 0,0-1 0,1 1 0,0-1 0,0 0 0,-1 0 0,1-1 0,0 1 0,0-1 0,1 0 0,3 1 0,-3-1 0,0-1 0,-1 0 0,1 0 0,0 0 0,0 0 0,-1-1 0,1 0 0,0 0 0,-1 0 0,1-1 0,-1 0 0,0 1 0,1-2 0,-1 1 0,0 0 0,0-1 0,0 0 0,-1 0 0,1 0 0,0 0 0,-1 0 0,0-1 0,0 0 0,0 1 0,4-9 0,-1 1 0,0 1 0,-1-1 0,0-1 0,-1 1 0,0-1 0,-1 0 0,0 0 0,2-23 0,-4 16 0,-1 0 0,-1 0 0,0 1 0,-2-1 0,-4-19 0,4 27 0,0 0 0,0 1 0,-1-1 0,0 1 0,-1 0 0,-1 0 0,1 1 0,-1 0 0,-15-17 0,7 13-1365,1 5-5461</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8.761"/>
    </inkml:context>
    <inkml:brush xml:id="br0">
      <inkml:brushProperty name="width" value="0.05" units="cm"/>
      <inkml:brushProperty name="height" value="0.05" units="cm"/>
    </inkml:brush>
  </inkml:definitions>
  <inkml:trace contextRef="#ctx0" brushRef="#br0">258 157 24575,'-40'-48'0,"33"38"0,-1 1 0,0 0 0,0 0 0,0 0 0,-1 1 0,-1 0 0,-16-11 0,24 18 0,0 0 0,0 0 0,0 1 0,0-1 0,0 0 0,0 1 0,0-1 0,0 1 0,0 0 0,0 0 0,-1 0 0,1 0 0,0 0 0,0 0 0,0 0 0,0 1 0,0-1 0,0 1 0,-2 0 0,0 1 0,1 0 0,0 0 0,0 0 0,0 0 0,0 1 0,1-1 0,-1 1 0,0-1 0,1 1 0,-3 4 0,-3 6 0,1 0 0,0 0 0,1 1 0,-5 18 0,6-18 0,2 0 0,0 1 0,0-1 0,1 1 0,1-1 0,1 1 0,0-1 0,1 1 0,0-1 0,1 1 0,5 20 0,-5-29 0,0 1 0,0-1 0,1 0 0,-1 1 0,1-1 0,1 0 0,-1-1 0,1 1 0,0 0 0,0-1 0,1 0 0,-1 0 0,1-1 0,1 1 0,-1-1 0,0 0 0,1 0 0,0-1 0,0 1 0,0-1 0,0-1 0,0 1 0,1-1 0,-1 0 0,1-1 0,10 2 0,-9-2 0,1-1 0,-1 0 0,0 0 0,0-1 0,1 0 0,-1 0 0,0-1 0,0 0 0,0-1 0,-1 1 0,1-2 0,0 1 0,-1-1 0,0 0 0,0 0 0,0-1 0,-1 0 0,1 0 0,-1-1 0,0 0 0,-1 0 0,1 0 0,-1-1 0,-1 0 0,1 0 0,-1 0 0,0 0 0,-1-1 0,1 1 0,-2-1 0,4-13 0,-3 8 0,-2 0 0,1 0 0,-2-1 0,0 1 0,0 0 0,-1 0 0,-1 0 0,0 0 0,-1 0 0,0 0 0,-1 0 0,0 1 0,-1-1 0,-1 1 0,0 0 0,-1 1 0,0 0 0,0 0 0,-1 0 0,-1 1 0,-14-15 0,6 13-1365,3 4-5461</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9.173"/>
    </inkml:context>
    <inkml:brush xml:id="br0">
      <inkml:brushProperty name="width" value="0.05" units="cm"/>
      <inkml:brushProperty name="height" value="0.05" units="cm"/>
    </inkml:brush>
  </inkml:definitions>
  <inkml:trace contextRef="#ctx0" brushRef="#br0">7 62 24575,'0'0'0,"0"0"0,0 0 0,-1 0 0,1 0 0,0 0 0,0 0 0,-1 0 0,1 0 0,0 0 0,0 0 0,-1 0 0,1 0 0,0 0 0,0-1 0,-1 1 0,1 0 0,0 0 0,0 0 0,0 0 0,-1-1 0,1 1 0,0 0 0,0 0 0,0-1 0,0 1 0,0 0 0,-1 0 0,1 0 0,0-1 0,0 1 0,0 0 0,0-1 0,0 1 0,0 0 0,0 0 0,0-1 0,0 1 0,0 0 0,0 0 0,0-1 0,0 1 0,0 0 0,0 0 0,0-1 0,0 1 0,0 0 0,1 0 0,-1-1 0,0 1 0,0 0 0,0 0 0,0-1 0,0 1 0,1 0 0,-1 0 0,0 0 0,1-1 0,10-13 0,-5 10 0,0 0 0,0 1 0,1-1 0,-1 2 0,1-1 0,-1 1 0,1-1 0,0 2 0,0-1 0,0 1 0,0 0 0,1 1 0,-1-1 0,0 2 0,0-1 0,0 1 0,0 0 0,8 2 0,-5-1 0,0 1 0,-1 1 0,1 0 0,-1 0 0,0 1 0,0 0 0,0 0 0,-1 1 0,1 0 0,-1 1 0,-1 0 0,8 8 0,-5-1 0,0 0 0,0 0 0,-1 1 0,-1 0 0,-1 1 0,0 0 0,-1 0 0,0 1 0,-2-1 0,0 1 0,-1 0 0,0 0 0,-1 1 0,-2 30 0,0-44 0,0-1 0,0 0 0,-1 0 0,1 1 0,-1-1 0,0 0 0,0 0 0,0 0 0,0 0 0,-1 0 0,1 0 0,-1-1 0,0 1 0,0 0 0,0-1 0,-2 3 0,2-4 0,1 0 0,0 0 0,-1 0 0,1-1 0,-1 1 0,1 0 0,-1-1 0,1 1 0,-1-1 0,1 0 0,-1 0 0,0 1 0,1-1 0,-1 0 0,1 0 0,-1-1 0,0 1 0,1 0 0,-1 0 0,1-1 0,-1 1 0,1-1 0,-1 1 0,1-1 0,-1 0 0,1 0 0,-1 1 0,1-1 0,0 0 0,0 0 0,-1 0 0,1-1 0,-2-1 0,-1-2 0,-1 0 0,1-1 0,0 1 0,0-1 0,1 0 0,0 0 0,0 0 0,0-1 0,1 1 0,0-1 0,0 1 0,0-1 0,1 0 0,-1-12 0,1-4 0,1 0 0,0 0 0,5-24 0,-4 34 0,2-1 0,-1 1 0,2 0 0,0 0 0,0 0 0,1 1 0,1-1 0,6-11 0,-9 20 0,-1 0 0,1 1 0,0-1 0,0 1 0,0-1 0,0 1 0,1 0 0,-1 0 0,1 1 0,0-1 0,0 1 0,0-1 0,0 1 0,0 0 0,0 1 0,1-1 0,-1 1 0,0 0 0,1 0 0,-1 0 0,1 1 0,0-1 0,-1 1 0,1 0 0,-1 1 0,10 1 0,6 2-1365,-1 0-5461</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9.419"/>
    </inkml:context>
    <inkml:brush xml:id="br0">
      <inkml:brushProperty name="width" value="0.05" units="cm"/>
      <inkml:brushProperty name="height" value="0.05" units="cm"/>
    </inkml:brush>
  </inkml:definitions>
  <inkml:trace contextRef="#ctx0" brushRef="#br0">22 63 24575,'0'-5'0,"-2"-1"0,1 1 0,0-1 0,-1 1 0,0 0 0,-5-9 0,0-3 0,108 321 291,-36-100-1947,-58-185-5170</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19.682"/>
    </inkml:context>
    <inkml:brush xml:id="br0">
      <inkml:brushProperty name="width" value="0.05" units="cm"/>
      <inkml:brushProperty name="height" value="0.05" units="cm"/>
    </inkml:brush>
  </inkml:definitions>
  <inkml:trace contextRef="#ctx0" brushRef="#br0">185 167 24575,'31'-49'0,"-19"27"0,1 2 0,2-1 0,18-20 0,-32 40 0,0 0 0,0 0 0,0 0 0,0 0 0,0 0 0,0 0 0,0 0 0,0 0 0,1 0 0,-1 1 0,0-1 0,1 1 0,-1-1 0,0 1 0,1-1 0,2 0 0,-4 1 0,0 1 0,0-1 0,1 0 0,-1 0 0,0 0 0,0 0 0,0 0 0,1 0 0,-1 1 0,0-1 0,0 0 0,0 0 0,0 0 0,1 1 0,-1-1 0,0 0 0,0 0 0,0 0 0,0 1 0,0-1 0,0 0 0,0 0 0,0 1 0,0-1 0,0 0 0,0 0 0,0 0 0,0 1 0,0-1 0,0 0 0,0 1 0,-5 15 0,-2-1 0,-1-2 0,-1 1 0,0-1 0,-1 0 0,-1-1 0,1 0 0,-23 18 0,-97 65 0,77-59 0,50-35 0,1 1 0,0 0 0,-1-1 0,1 1 0,0 0 0,0 0 0,0 1 0,0-1 0,1 0 0,-1 1 0,1-1 0,-1 1 0,-1 5 0,2-7 0,1 1 0,0 0 0,0-1 0,0 1 0,1 0 0,-1 0 0,0-1 0,1 1 0,-1 0 0,1-1 0,-1 1 0,1 0 0,0-1 0,-1 1 0,1-1 0,0 1 0,0-1 0,0 1 0,0-1 0,1 0 0,-1 0 0,0 1 0,0-1 0,3 1 0,19 16 0,1-1 0,32 17 0,4 3 0,-35-22-227,-1 2-1,-1 0 1,0 2-1,-2 0 1,34 40-1,-33-28-6598</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0.566"/>
    </inkml:context>
    <inkml:brush xml:id="br0">
      <inkml:brushProperty name="width" value="0.05" units="cm"/>
      <inkml:brushProperty name="height" value="0.05" units="cm"/>
    </inkml:brush>
  </inkml:definitions>
  <inkml:trace contextRef="#ctx0" brushRef="#br0">0 125 24575,'0'-124'0,"24"405"0,-16-215 0,25 182 322,9 85-2009,-38-284-5139</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0.799"/>
    </inkml:context>
    <inkml:brush xml:id="br0">
      <inkml:brushProperty name="width" value="0.05" units="cm"/>
      <inkml:brushProperty name="height" value="0.05" units="cm"/>
    </inkml:brush>
  </inkml:definitions>
  <inkml:trace contextRef="#ctx0" brushRef="#br0">25 238 24575,'-5'-15'0,"0"0"0,0-1 0,2 0 0,-3-27 0,6 39 0,-1 0 0,1 0 0,1 0 0,-1 0 0,1 0 0,-1-1 0,1 1 0,1 0 0,-1 1 0,0-1 0,1 0 0,0 0 0,0 1 0,0-1 0,0 1 0,0-1 0,1 1 0,0 0 0,-1 0 0,1 0 0,0 0 0,1 1 0,5-5 0,4 0 0,0 1 0,0 0 0,1 1 0,0 1 0,0 0 0,0 1 0,1 0 0,-1 1 0,18 0 0,-5 2 0,0 0 0,-1 2 0,1 1 0,28 7 0,-43-7 49,0 0 0,0 1 0,-1 0-1,0 1 1,1 0 0,14 10 0,-21-12-171,1 1 0,-1 0 0,-1 1 0,1-1 0,0 1 0,-1 0 0,0 0 0,0 0 0,-1 1 1,0-1-1,0 1 0,0 0 0,3 10 0,5 27-6704</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0.940"/>
    </inkml:context>
    <inkml:brush xml:id="br0">
      <inkml:brushProperty name="width" value="0.05" units="cm"/>
      <inkml:brushProperty name="height" value="0.05" units="cm"/>
    </inkml:brush>
  </inkml:definitions>
  <inkml:trace contextRef="#ctx0" brushRef="#br0">6 80 24575,'-3'2'0,"0"4"0,5-3 0,4 0 0,7-5 0,5-3 0,7-3 0,3-6 0,5-2 0,4-2 0,3 1 0,-6 3-8191</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1.131"/>
    </inkml:context>
    <inkml:brush xml:id="br0">
      <inkml:brushProperty name="width" value="0.05" units="cm"/>
      <inkml:brushProperty name="height" value="0.05" units="cm"/>
    </inkml:brush>
  </inkml:definitions>
  <inkml:trace contextRef="#ctx0" brushRef="#br0">42 0 24575,'-1'0'0,"-1"1"0,1-1 0,-1 1 0,1-1 0,-1 1 0,1 0 0,0-1 0,-1 1 0,1 0 0,0 0 0,0 0 0,-1 0 0,1 0 0,0 0 0,0 0 0,0 0 0,0 1 0,1-1 0,-1 0 0,0 1 0,0-1 0,1 1 0,-1 1 0,-11 35 0,10-23 0,1 1 0,1-1 0,0 1 0,5 29 0,18 63 0,-16-79 0,37 136-1365,-40-146-5461</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1.285"/>
    </inkml:context>
    <inkml:brush xml:id="br0">
      <inkml:brushProperty name="width" value="0.05" units="cm"/>
      <inkml:brushProperty name="height" value="0.05" units="cm"/>
    </inkml:brush>
  </inkml:definitions>
  <inkml:trace contextRef="#ctx0" brushRef="#br0">20 18 24575,'0'-2'0,"-3"-4"0,-2 0 0,-1 2 0,0 6 0</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1.660"/>
    </inkml:context>
    <inkml:brush xml:id="br0">
      <inkml:brushProperty name="width" value="0.05" units="cm"/>
      <inkml:brushProperty name="height" value="0.05" units="cm"/>
    </inkml:brush>
  </inkml:definitions>
  <inkml:trace contextRef="#ctx0" brushRef="#br0">45 0 24575,'-1'4'0,"0"0"0,0 0 0,0 0 0,0 0 0,0-1 0,-1 1 0,-2 4 0,-6 14 0,3 8 0,1 1 0,2-1 0,0 1 0,3-1 0,0 1 0,2 0 0,6 37 0,-6-61 0,0 0 0,0 1 0,1-1 0,0 0 0,1 0 0,0-1 0,0 1 0,0 0 0,5 6 0,-6-11 0,0 1 0,0 0 0,0-1 0,1 0 0,-1 1 0,1-1 0,0 0 0,-1 0 0,1-1 0,0 1 0,0 0 0,0-1 0,0 0 0,0 0 0,1 0 0,-1 0 0,0 0 0,1 0 0,-1-1 0,0 0 0,7 0 0,0-1 0,0-1 0,0 0 0,0 0 0,0-1 0,-1 0 0,1-1 0,-1 0 0,0-1 0,0 0 0,13-9 0,-13 8 0,0-1 0,0-1 0,0 0 0,-1 0 0,0 0 0,-1-1 0,0 0 0,-1-1 0,7-11 0,-10 15 0,-1 0 0,1 0 0,-1 0 0,-1 0 0,1 0 0,-1-1 0,0 1 0,-1-1 0,1 1 0,-1-1 0,-1 1 0,1-1 0,-3-10 0,1 8 0,-1 0 0,0 1 0,0-1 0,-1 1 0,0 0 0,-1 0 0,0 0 0,0 0 0,-7-7 0,4 7 0,1 0 0,-1 0 0,0 1 0,0 0 0,-1 0 0,0 1 0,0 1 0,-1-1 0,1 1 0,-1 1 0,0 0 0,-1 0 0,1 1 0,0 0 0,-1 1 0,-21-2 0,6 8 342,25-4-411,0 1 1,0-1 0,0 0 0,0 1-1,1-1 1,-1 1 0,0-1-1,0 1 1,1-1 0,-1 1 0,0 0-1,1-1 1,-1 1 0,1 0 0,-1 0-1,1 0 1,-1-1 0,1 1 0,-1 0-1,1 0 1,0 0 0,-1 0-1,1 0 1,0 1 0,0 10-6758</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2.202"/>
    </inkml:context>
    <inkml:brush xml:id="br0">
      <inkml:brushProperty name="width" value="0.05" units="cm"/>
      <inkml:brushProperty name="height" value="0.05" units="cm"/>
    </inkml:brush>
  </inkml:definitions>
  <inkml:trace contextRef="#ctx0" brushRef="#br0">1 187 24575,'0'-11'0,"0"-1"0,0 1 0,2 0 0,4-22 0,-5 30 0,0 0 0,0 0 0,0 0 0,1 0 0,-1 0 0,1 0 0,0 1 0,0-1 0,0 1 0,0-1 0,0 1 0,1 0 0,-1-1 0,1 1 0,0 0 0,-1 1 0,1-1 0,0 0 0,0 1 0,0 0 0,5-2 0,1 1 0,-1 1 0,0-1 0,0 2 0,1-1 0,-1 1 0,1 1 0,-1-1 0,0 1 0,1 1 0,-1 0 0,0 0 0,0 0 0,0 1 0,0 0 0,-1 1 0,1 0 0,-1 0 0,0 0 0,7 6 0,-1 1 0,1 0 0,-1 0 0,-1 1 0,0 1 0,-1 0 0,-1 0 0,0 1 0,12 21 0,-13-16 0,0 1 0,-1-1 0,-1 1 0,-1 0 0,5 30 0,-10-40 0,1 1 0,-1-1 0,-1 0 0,0 1 0,0-1 0,-1 0 0,0 1 0,-1-1 0,0 0 0,-1 0 0,0 0 0,-1 0 0,-4 9 0,7-18 0,0 1 0,0-1 0,0 1 0,0-1 0,0 1 0,0-1 0,0 0 0,0 1 0,-1-1 0,1 0 0,0 0 0,-1 0 0,1 0 0,-3 1 0,4-2 0,-1 0 0,0 1 0,0-1 0,0 0 0,0 0 0,0 0 0,1 0 0,-1 0 0,0 0 0,0 0 0,0 0 0,0-1 0,0 1 0,1 0 0,-1 0 0,0-1 0,0 1 0,0-1 0,1 1 0,-2-1 0,-1-2 0,1 1 0,0 0 0,0 0 0,0-1 0,0 0 0,1 1 0,-1-1 0,0 0 0,1 0 0,0 1 0,0-1 0,0 0 0,0 0 0,0-4 0,-1-9 0,1 1 0,0-1 0,1 1 0,1-1 0,0 1 0,2-1 0,-1 1 0,9-25 0,2 3 0,1-1 0,23-40 0,-25 55 0,0 0 0,2 1 0,27-33 0,-36 49 0,1-1 0,0 2 0,1-1 0,0 1 0,0 0 0,11-7 0,-14 10 0,0 0 0,1 1 0,-1-1 0,0 1 0,1 0 0,-1 0 0,1 0 0,0 0 0,-1 1 0,1 0 0,-1 0 0,1 0 0,5 2 0,-5-1 0,1 1 0,0 0 0,-1 0 0,1 1 0,-1-1 0,0 1 0,0 0 0,0 1 0,0-1 0,-1 1 0,1 0 0,-1 0 0,0 1 0,0-1 0,0 1 0,-1 0 0,5 7 0,4 10 0,-1 1 0,15 42 0,-20-47 0,30 79-682,27 126-1,-59-207-6143</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2.390"/>
    </inkml:context>
    <inkml:brush xml:id="br0">
      <inkml:brushProperty name="width" value="0.05" units="cm"/>
      <inkml:brushProperty name="height" value="0.05" units="cm"/>
    </inkml:brush>
  </inkml:definitions>
  <inkml:trace contextRef="#ctx0" brushRef="#br0">37 22 24575,'-3'-3'0,"-2"-2"0,-4-1 0,-2 0 0,3 5 0</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2.637"/>
    </inkml:context>
    <inkml:brush xml:id="br0">
      <inkml:brushProperty name="width" value="0.05" units="cm"/>
      <inkml:brushProperty name="height" value="0.05" units="cm"/>
    </inkml:brush>
  </inkml:definitions>
  <inkml:trace contextRef="#ctx0" brushRef="#br0">17 14 24575,'-2'3'0,"-4"0"0,0 2 0,3 1 0,7-2 0,7-3 0,10-1 0,7-5 0,10 1 0,7-1 0,3 1 0,3-1 0,0 1 0,-1 0 0,-7 1 0,-11 1-8191</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3.511"/>
    </inkml:context>
    <inkml:brush xml:id="br0">
      <inkml:brushProperty name="width" value="0.05" units="cm"/>
      <inkml:brushProperty name="height" value="0.05" units="cm"/>
    </inkml:brush>
  </inkml:definitions>
  <inkml:trace contextRef="#ctx0" brushRef="#br0">528 96 24575,'-1'-3'0,"1"-1"0,-1 1 0,0 0 0,0-1 0,0 1 0,0 0 0,-1 0 0,1 0 0,-1 0 0,0 0 0,1 0 0,-2 0 0,1 1 0,0-1 0,0 1 0,-1 0 0,1-1 0,-4-1 0,-1-1 0,0 0 0,0 0 0,-1 1 0,0 0 0,-15-6 0,16 9 0,1-1 0,-1 1 0,0 0 0,0 1 0,1 0 0,-1 0 0,0 0 0,0 1 0,1 0 0,-1 0 0,0 0 0,1 1 0,0 0 0,-1 1 0,1-1 0,0 1 0,0 1 0,0-1 0,0 1 0,-6 5 0,-5 5 0,0 1 0,0 1 0,2 1 0,-24 31 0,13-12 0,2 1 0,1 1 0,2 1 0,-18 48 0,27-57 0,2 1 0,2-1 0,0 2 0,2-1 0,2 1 0,-2 48 0,7-64 0,0 1 0,0-1 0,2 0 0,0 0 0,1-1 0,0 1 0,2-1 0,0 1 0,0-2 0,1 1 0,1-1 0,0 0 0,1 0 0,1-1 0,0-1 0,1 0 0,0 0 0,1-1 0,0 0 0,1-1 0,0 0 0,0-1 0,21 10 0,-7-6 0,1-1 0,0-1 0,1-1 0,0-2 0,0-1 0,41 5 0,-35-9 0,0 0 0,1-3 0,-1-1 0,0-1 0,41-9 0,-63 9 0,1-1 0,-1-1 0,0-1 0,0 0 0,-1 0 0,1-1 0,-1-1 0,15-10 0,-23 14 0,0 0 0,0 0 0,-1 0 0,0-1 0,0 1 0,0-1 0,0 0 0,0 0 0,-1 0 0,1 0 0,-1 0 0,0-1 0,0 1 0,-1-1 0,1 1 0,-1-1 0,0 0 0,-1 1 0,1-1 0,-1 0 0,0 0 0,0 1 0,0-1 0,0 0 0,-1 0 0,0 1 0,-2-6 0,-1-1 0,0 1 0,-1-1 0,0 1 0,-1 1 0,0-1 0,0 1 0,-1 0 0,0 0 0,-1 1 0,0 0 0,0 0 0,-17-11 0,-2 1 0,0 1 0,0 1 0,-40-16 0,12 12 0,-110-27 0,137 40 0,37 8 0,1 0 0,0 0 0,-1-1 0,11-1 0,11 1 0,126 0 0,70 2 0,-226-2 0,1 0 0,0 1 0,-1-1 0,1 0 0,-1 0 0,1 1 0,-1-1 0,1 1 0,-1-1 0,0 1 0,1 0 0,-1-1 0,0 1 0,1 0 0,-1 0 0,0 0 0,0 0 0,0 0 0,0 0 0,0 0 0,0 0 0,0 1 0,0-1 0,0 0 0,0 1 0,-1-1 0,2 3 0,-1 2 0,1 0 0,-1 0 0,-1 0 0,1 0 0,-1 11 0,0 5 0,1-9 7,13 132 326,-11-126-617,2 1-1,0-1 1,1 0 0,1-1 0,11 25 0,-6-22-6542</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3.915"/>
    </inkml:context>
    <inkml:brush xml:id="br0">
      <inkml:brushProperty name="width" value="0.05" units="cm"/>
      <inkml:brushProperty name="height" value="0.05" units="cm"/>
    </inkml:brush>
  </inkml:definitions>
  <inkml:trace contextRef="#ctx0" brushRef="#br0">16 85 24575,'-6'-21'0,"2"16"0,1 16 0,1 17 0,1 1 0,2 0 0,0-1 0,2 1 0,9 35 0,-9-48 0,2 1 0,0-1 0,1-1 0,0 1 0,1-1 0,1 0 0,0 0 0,2-1 0,-1-1 0,17 19 0,-22-28 0,0 0 0,1 0 0,-1-1 0,0 1 0,1-1 0,0 0 0,0-1 0,0 1 0,0-1 0,0 0 0,0 0 0,1-1 0,-1 1 0,1-1 0,-1 0 0,7 0 0,-7-2 0,-1 1 0,1-1 0,0 0 0,0 0 0,-1 0 0,1 0 0,-1-1 0,1 0 0,-1 0 0,1 0 0,-1 0 0,0-1 0,0 0 0,0 0 0,-1 0 0,1 0 0,-1 0 0,0-1 0,4-4 0,0-2 0,0-1 0,-1-1 0,0 1 0,-1-1 0,0 0 0,-1 0 0,0-1 0,-1 1 0,0-1 0,2-26 0,-4 13 0,0-1 0,-2 0 0,0 1 0,-8-37 0,5 44 171,-10-33 0,12 48-285,1 0 0,-1 0 0,0 0 0,0 0 1,0 0-1,0 1 0,-1-1 0,0 1 1,1-1-1,-1 1 0,0 0 0,-1 0 1,1 0-1,-5-3 0,-2 3-6712</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4.336"/>
    </inkml:context>
    <inkml:brush xml:id="br0">
      <inkml:brushProperty name="width" value="0.05" units="cm"/>
      <inkml:brushProperty name="height" value="0.05" units="cm"/>
    </inkml:brush>
  </inkml:definitions>
  <inkml:trace contextRef="#ctx0" brushRef="#br0">14 93 24575,'-7'-33'0,"6"28"0,-1 0 0,1 0 0,0 0 0,1 0 0,-1-6 0,1 11 0,-1-1 0,1 0 0,0 0 0,0 0 0,0 0 0,0 0 0,0 0 0,0 0 0,1 0 0,-1 1 0,0-1 0,0 0 0,1 0 0,-1 0 0,0 0 0,1 0 0,-1 1 0,1-1 0,-1 0 0,1 0 0,0 1 0,-1-1 0,1 1 0,-1-1 0,1 0 0,0 1 0,0-1 0,-1 1 0,1-1 0,1 1 0,-1 0 0,0 0 0,0 0 0,0 1 0,0-1 0,0 1 0,0-1 0,0 1 0,0-1 0,-1 1 0,1 0 0,0-1 0,0 1 0,-1 0 0,1 0 0,0-1 0,-1 1 0,1 0 0,0 0 0,-1 0 0,1 0 0,-1 0 0,0 0 0,1 0 0,-1 0 0,0 0 0,0 0 0,1 1 0,45 203 0,-31-130 0,11 90-1365,-23-146-5461</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4.521"/>
    </inkml:context>
    <inkml:brush xml:id="br0">
      <inkml:brushProperty name="width" value="0.05" units="cm"/>
      <inkml:brushProperty name="height" value="0.05" units="cm"/>
    </inkml:brush>
  </inkml:definitions>
  <inkml:trace contextRef="#ctx0" brushRef="#br0">91 126 24575,'-4'-4'0,"-5"-7"0,-5-7 0,-3-4 0,2-1 0,1 3 0,2 3 0,7 7 0</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5.045"/>
    </inkml:context>
    <inkml:brush xml:id="br0">
      <inkml:brushProperty name="width" value="0.05" units="cm"/>
      <inkml:brushProperty name="height" value="0.05" units="cm"/>
    </inkml:brush>
  </inkml:definitions>
  <inkml:trace contextRef="#ctx0" brushRef="#br0">296 462 24575,'0'-4'0,"-1"-1"0,0 1 0,0-1 0,0 1 0,-1 0 0,1-1 0,-1 1 0,0 0 0,0 0 0,-1 0 0,-3-5 0,-37-41 0,34 40 0,4 5 0,0-1 0,-1 1 0,0 0 0,0 0 0,0 0 0,0 1 0,-13-6 0,17 9 0,0 0 0,-1 0 0,1 1 0,0-1 0,-1 1 0,1-1 0,-1 1 0,1 0 0,-1 0 0,1 0 0,-1 0 0,1 0 0,-1 1 0,1-1 0,0 1 0,-1-1 0,1 1 0,0 0 0,-1 0 0,1 0 0,0 1 0,0-1 0,0 0 0,0 1 0,0-1 0,0 1 0,-3 3 0,-3 5 0,-1 1 0,2 0 0,-1 0 0,2 1 0,-1 0 0,2 0 0,-1 1 0,-5 22 0,3-3 0,1 1 0,-4 46 0,10-62 0,0 0 0,0 0 0,2 0 0,0 0 0,4 19 0,-4-32 0,0 0 0,0 0 0,0 0 0,0 0 0,0-1 0,1 1 0,0 0 0,0-1 0,0 0 0,0 1 0,0-1 0,1 0 0,-1 0 0,1 0 0,0 0 0,0-1 0,0 1 0,0-1 0,1 0 0,-1 0 0,0 0 0,1 0 0,0 0 0,-1-1 0,1 0 0,0 0 0,0 0 0,4 1 0,2-2 0,0 0 0,-1-1 0,1 0 0,0 0 0,-1-1 0,1 0 0,-1-1 0,0 0 0,0 0 0,0-1 0,0 0 0,-1-1 0,1 0 0,9-7 0,-1-1 0,0 0 0,-1-1 0,-1-1 0,0-1 0,18-24 0,-20 20 0,-1 0 0,0-1 0,-2 0 0,-1-1 0,0 0 0,-2 0 0,-1-1 0,0 0 0,-2 0 0,3-31 0,-4 4 0,-3 0 0,-1 1 0,-14-92 0,2 81 0,9 52 0,2 13 0,0 15 0,6 29 0,17 92 0,-11-84 0,4 21-455,3-2 0,33 93 0,-38-136-6371</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5.418"/>
    </inkml:context>
    <inkml:brush xml:id="br0">
      <inkml:brushProperty name="width" value="0.05" units="cm"/>
      <inkml:brushProperty name="height" value="0.05" units="cm"/>
    </inkml:brush>
  </inkml:definitions>
  <inkml:trace contextRef="#ctx0" brushRef="#br0">1 170 24575,'0'-1'0,"0"0"0,0 1 0,1-1 0,-1 1 0,0-1 0,1 1 0,-1-1 0,1 1 0,-1-1 0,1 1 0,-1-1 0,1 1 0,-1 0 0,1-1 0,-1 1 0,1 0 0,-1-1 0,1 1 0,0 0 0,-1 0 0,1-1 0,0 1 0,-1 0 0,1 0 0,-1 0 0,1 0 0,0 0 0,-1 0 0,1 0 0,0 0 0,-1 0 0,1 0 0,0 0 0,0 1 0,30 4 0,-27-4 0,24 4 0,-15-1 0,-1-2 0,1 1 0,-1-2 0,1 0 0,0 0 0,0-1 0,21-3 0,-32 3 0,0-1 0,0 1 0,0-1 0,0 1 0,-1-1 0,1 0 0,0 0 0,0 0 0,-1 0 0,1 0 0,-1 0 0,1-1 0,-1 1 0,0 0 0,1-1 0,-1 1 0,0-1 0,0 1 0,0-1 0,1-2 0,-1 1 0,0 0 0,0 0 0,0-1 0,-1 1 0,1 0 0,-1 0 0,0-1 0,0 1 0,0 0 0,-1-1 0,0-2 0,-1-4 0,-1 1 0,0 0 0,0 0 0,-1 0 0,0 1 0,0-1 0,-8-10 0,11 17 18,-1 0 0,1 0 0,-1-1 0,1 1 0,-1 0 0,0 0 0,0 1 0,0-1 0,0 0 0,0 1 0,0-1 0,0 1 0,-1 0 0,1-1 0,-1 1 0,1 0 0,0 1 0,-6-2 0,5 2-140,0 1 0,-1 0 0,1-1 0,0 1 0,-1 1 0,1-1 0,0 0 0,0 1 0,0 0 1,0 0-1,0 0 0,0 0 0,-3 3 0,-47 42-6704</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5.715"/>
    </inkml:context>
    <inkml:brush xml:id="br0">
      <inkml:brushProperty name="width" value="0.05" units="cm"/>
      <inkml:brushProperty name="height" value="0.05" units="cm"/>
    </inkml:brush>
  </inkml:definitions>
  <inkml:trace contextRef="#ctx0" brushRef="#br0">0 656 24575,'11'10'0,"0"-1"0,1-1 0,0 0 0,0-1 0,1 0 0,0-1 0,0 0 0,0-1 0,1 0 0,0-1 0,-1-1 0,2 0 0,-1-1 0,0-1 0,0 0 0,27-2 0,-21 0 0,-1-1 0,0-1 0,0 0 0,0-2 0,0 0 0,-1-1 0,0-1 0,0 0 0,0-2 0,-1 0 0,31-22 0,-39 24 0,-1-1 0,1 0 0,-1-1 0,-1 0 0,0 0 0,0-1 0,-1 1 0,0-1 0,0-1 0,6-16 0,-7 11 0,-1 0 0,0 0 0,-1-1 0,0 1 0,-1-1 0,-1-28 0,-4 9 0,-1-1 0,-2 1 0,-2 0 0,0 1 0,-3-1 0,-15-34 0,20 55 0,3 6 0,0 1 0,0 0 0,0 0 0,-1 0 0,-1 0 0,1 1 0,-1 0 0,0 0 0,-12-11 0,17 17 0,0 1 0,0 0 0,-1 0 0,1 0 0,0-1 0,0 1 0,-1 0 0,1 0 0,0 0 0,-1 0 0,1 0 0,0-1 0,-1 1 0,1 0 0,-1 0 0,1 0 0,0 0 0,-1 0 0,1 0 0,0 0 0,-1 0 0,1 0 0,0 0 0,-1 1 0,1-1 0,0 0 0,-1 0 0,1 0 0,0 0 0,-1 0 0,1 1 0,0-1 0,-1 0 0,1 1 0,-7 13 0,2 21 0,5-33 0,0 53 0,1 0 0,3 1 0,3-1 0,2-1 0,29 98 0,-35-141 6,9 30 161,26 58 0,-34-89-309,1 0 0,0-1 0,1 0 0,0 0-1,0 0 1,1 0 0,0-1 0,1 0 0,0-1 0,0 0 0,11 8 0,3-3-6684</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5.902"/>
    </inkml:context>
    <inkml:brush xml:id="br0">
      <inkml:brushProperty name="width" value="0.05" units="cm"/>
      <inkml:brushProperty name="height" value="0.05" units="cm"/>
    </inkml:brush>
  </inkml:definitions>
  <inkml:trace contextRef="#ctx0" brushRef="#br0">0 126 24575,'0'-125'0,"11"178"0,3 124-1365,-12-158-5461</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6.071"/>
    </inkml:context>
    <inkml:brush xml:id="br0">
      <inkml:brushProperty name="width" value="0.05" units="cm"/>
      <inkml:brushProperty name="height" value="0.05" units="cm"/>
    </inkml:brush>
  </inkml:definitions>
  <inkml:trace contextRef="#ctx0" brushRef="#br0">0 123 24575,'0'-7'0,"0"-10"0,0-4 0,0-3 0,0 0 0,0 6 0,0 7-8191</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6.506"/>
    </inkml:context>
    <inkml:brush xml:id="br0">
      <inkml:brushProperty name="width" value="0.05" units="cm"/>
      <inkml:brushProperty name="height" value="0.05" units="cm"/>
    </inkml:brush>
  </inkml:definitions>
  <inkml:trace contextRef="#ctx0" brushRef="#br0">0 61 24575,'24'-4'0,"-22"4"0,0-1 0,0 0 0,0 1 0,0 0 0,0-1 0,0 1 0,0 0 0,0 0 0,0 0 0,0 0 0,0 1 0,0-1 0,0 0 0,0 1 0,0 0 0,-1-1 0,1 1 0,0 0 0,0 0 0,0 0 0,-1 0 0,3 1 0,6 7 0,0 0 0,-1 1 0,0 0 0,0 0 0,-1 1 0,-1 0 0,0 1 0,0 0 0,-1 0 0,0 0 0,6 23 0,-4-11 0,-2 0 0,-1 0 0,-1 1 0,-1 0 0,-1 37 0,5-142 0,3 37 0,25-71 0,-27 95 0,0-1 0,1 2 0,1-1 0,1 1 0,23-29 0,-32 45 0,-1 0 0,0 1 0,1-1 0,-1 0 0,1 1 0,-1 0 0,1-1 0,0 1 0,-1 0 0,1 0 0,0 0 0,0 0 0,0 0 0,0 1 0,0-1 0,0 0 0,0 1 0,0-1 0,0 1 0,0 0 0,0 0 0,1 0 0,-1 0 0,3 1 0,-2 0 0,-1 0 0,0 0 0,1 0 0,-1 1 0,0-1 0,0 1 0,0 0 0,0 0 0,0-1 0,0 1 0,0 1 0,-1-1 0,1 0 0,-1 0 0,0 0 0,1 1 0,-1-1 0,0 1 0,1 3 0,9 33-149,-2 0-1,-1 1 0,4 80 1,-9-92-618,0 12-6059</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27.062"/>
    </inkml:context>
    <inkml:brush xml:id="br0">
      <inkml:brushProperty name="width" value="0.05" units="cm"/>
      <inkml:brushProperty name="height" value="0.05" units="cm"/>
    </inkml:brush>
  </inkml:definitions>
  <inkml:trace contextRef="#ctx0" brushRef="#br0">9 206 24575,'-1'0'0,"1"-1"0,-1 0 0,0 1 0,1-1 0,-1 0 0,0 0 0,1 1 0,-1-1 0,1 0 0,0 0 0,-1 0 0,1 0 0,0 1 0,-1-1 0,1 0 0,0 0 0,0 0 0,0 0 0,0 0 0,0 0 0,0 0 0,0 0 0,0 0 0,0-1 0,1 1 0,-1 1 0,0-1 0,1 1 0,-1-1 0,1 1 0,-1 0 0,1-1 0,0 1 0,-1-1 0,1 1 0,-1 0 0,1-1 0,0 1 0,-1 0 0,1 0 0,0 0 0,-1-1 0,1 1 0,0 0 0,-1 0 0,1 0 0,0 0 0,-1 0 0,1 0 0,0 0 0,-1 1 0,1-1 0,0 0 0,-1 0 0,1 0 0,0 1 0,-1-1 0,2 1 0,60 26 0,-47-19 0,0-1 0,1-1 0,27 8 0,-35-12 0,1 0 0,0-1 0,-1 0 0,1 0 0,0-1 0,0 0 0,15-3 0,-20 2 0,-1 0 0,1 0 0,-1 0 0,0-1 0,0 1 0,0-1 0,0 0 0,0 0 0,0 0 0,0 0 0,0 0 0,-1-1 0,1 1 0,-1-1 0,0 0 0,1 1 0,-1-1 0,-1 0 0,1-1 0,0 1 0,2-6 0,-1 0 0,-1 0 0,0-1 0,0 1 0,0-1 0,-2 1 0,1 0 0,-1-16 0,-1 19 0,1-1 0,-1 1 0,0-1 0,-1 1 0,0-1 0,0 1 0,0 0 0,0 0 0,-1 0 0,0 0 0,-7-9 0,8 13 0,1 1 0,0 0 0,0-1 0,0 1 0,-1 0 0,1 0 0,-1 0 0,1 0 0,-1 0 0,1 0 0,-1 0 0,0 1 0,1-1 0,-1 0 0,0 1 0,1-1 0,-1 1 0,0 0 0,0 0 0,0 0 0,1 0 0,-1 0 0,0 0 0,0 0 0,1 0 0,-1 1 0,0-1 0,0 1 0,1-1 0,-1 1 0,0 0 0,1-1 0,-1 1 0,1 0 0,-1 0 0,1 0 0,-2 2 0,-6 4 0,1 1 0,0 0 0,0 0 0,-10 16 0,17-23 0,-26 36 0,-34 61 0,50-76 0,0 0 0,2 1 0,0 0 0,-8 37 0,16-55 0,0 0 0,0 0 0,1 0 0,0 0 0,0 0 0,0 0 0,1 0 0,-1 0 0,1 0 0,0 0 0,0-1 0,4 9 0,-4-10 0,1 0 0,0 0 0,0 0 0,0 0 0,0-1 0,1 1 0,-1 0 0,1-1 0,0 0 0,0 1 0,-1-1 0,1 0 0,0-1 0,1 1 0,-1 0 0,0-1 0,0 0 0,6 2 0,10 1 0,0-1 0,1 0 0,-1-2 0,0 0 0,1-1 0,27-4 0,-6-2 0,79-21 0,-111 24 64,-4 3-174,-1-1 0,1-1 0,-1 1 0,0 0 0,1-1 0,-1 0 0,0 0 0,0 0 1,0-1-1,0 0 0,-1 1 0,5-5 0</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49.303"/>
    </inkml:context>
    <inkml:brush xml:id="br0">
      <inkml:brushProperty name="width" value="0.05" units="cm"/>
      <inkml:brushProperty name="height" value="0.05" units="cm"/>
    </inkml:brush>
  </inkml:definitions>
  <inkml:trace contextRef="#ctx0" brushRef="#br0">64 220 24575,'-20'1'0,"13"-1"0,0 1 0,0-2 0,-14 0 0,21 1 0,0 0 0,0 0 0,0 0 0,0 0 0,0 0 0,0 0 0,0 0 0,0-1 0,0 1 0,0 0 0,0 0 0,0 0 0,0 0 0,0 0 0,-1 0 0,1 0 0,0 0 0,0 0 0,0 0 0,0 0 0,0 0 0,0 0 0,0 0 0,0 0 0,0 0 0,0 0 0,0 0 0,0 0 0,0-1 0,0 1 0,0 0 0,0 0 0,0 0 0,0 0 0,0 0 0,0 0 0,0 0 0,0 0 0,0 0 0,0 0 0,0 0 0,0 0 0,0 0 0,0 0 0,0-1 0,0 1 0,0 0 0,0 0 0,0 0 0,0 0 0,0 0 0,0 0 0,0 0 0,0 0 0,0 0 0,1 0 0,-1 0 0,0 0 0,0 0 0,0 0 0,0 0 0,0 0 0,0 0 0,0 0 0,0 0 0,0 0 0,8-5 0,10-4 0,398-90 0,-185 48 0,-216 48 0,-9 2 0,0 0 0,1-1 0,-1 1 0,0-1 0,0 0 0,0-1 0,-1 0 0,1 1 0,0-2 0,4-3 0,-10 7-28,1 0-1,-1-1 1,0 1-1,1 0 1,-1-1 0,0 1-1,0 0 1,0-1-1,1 1 1,-1 0-1,0-1 1,0 1-1,0-1 1,0 1 0,0 0-1,0-1 1,1 1-1,-1-1 1,0 1-1,0 0 1,0-1-1,-1 1 1,1-1 0,0 1-1,0 0 1,0-1-1,0 1 1,0-1-1,0 1 1,-1 0-1,1-1 1,0 1 0,0 0-1,0-1 1,-1 1-1,1 0 1,0-1-1,0 1 1,-1 0-1,1 0 1,0-1 0,-1 1-1,1 0 1,0 0-1,-1 0 1,1-1-1,-1 1 1,-11-6-6798</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49.534"/>
    </inkml:context>
    <inkml:brush xml:id="br0">
      <inkml:brushProperty name="width" value="0.05" units="cm"/>
      <inkml:brushProperty name="height" value="0.05" units="cm"/>
    </inkml:brush>
  </inkml:definitions>
  <inkml:trace contextRef="#ctx0" brushRef="#br0">58 74 24575,'-3'-1'0,"-1"1"0,0-1 0,1 0 0,-1-1 0,1 1 0,-1-1 0,1 0 0,0 1 0,-1-2 0,1 1 0,-5-5 0,7 7 0,0-1 0,0 0 0,0 0 0,0 0 0,0-1 0,0 1 0,1 0 0,-1 0 0,0 0 0,1-1 0,-1 1 0,1 0 0,-1 0 0,0-3 0,1 3 0,0 0 0,1 0 0,-1 0 0,0 1 0,0-1 0,0 0 0,1 0 0,-1 0 0,0 1 0,1-1 0,-1 0 0,1 1 0,-1-1 0,1 0 0,-1 1 0,1-1 0,-1 0 0,1 1 0,0-1 0,-1 1 0,1-1 0,0 1 0,0 0 0,-1-1 0,1 1 0,1-1 0,6-2 0,1 0 0,-1 1 0,0 0 0,0 1 0,1 0 0,-1 0 0,16 0 0,62 8 0,-77-6 0,18 3 0,-1 0 0,0 2 0,37 12 0,-55-16 0,1 2 0,-1-1 0,0 1 0,0 0 0,-1 1 0,1 0 0,-1 0 0,0 0 0,-1 1 0,1 0 0,-1 1 0,0-1 0,-1 1 0,7 10 0,-10-14 11,-1 0 0,1 1-1,-1-1 1,1 1 0,-1-1-1,0 1 1,-1 0 0,1-1-1,-1 1 1,1 0 0,-1 0-1,0-1 1,0 1 0,-1 0-1,-1 7 1,0-6 6,0 1 0,0-1 0,0 0 0,-1 0 0,0 0 0,0 0 0,0 0 0,-1-1 1,-5 7-1,-6 2-359,0-1 1,0 0 0,-1 0-1,-33 16 1,4-5-6485</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50.024"/>
    </inkml:context>
    <inkml:brush xml:id="br0">
      <inkml:brushProperty name="width" value="0.05" units="cm"/>
      <inkml:brushProperty name="height" value="0.05" units="cm"/>
    </inkml:brush>
  </inkml:definitions>
  <inkml:trace contextRef="#ctx0" brushRef="#br0">21 403 24575,'0'-1'0,"0"0"0,0 1 0,0-1 0,-1 1 0,1-1 0,0 0 0,-1 1 0,1-1 0,0 0 0,-1 1 0,1-1 0,-1 1 0,1-1 0,-1 1 0,1-1 0,-1 1 0,1 0 0,-1-1 0,1 1 0,-1 0 0,-1-1 0,2 1 0,0-1 0,-1 1 0,1 0 0,0 0 0,-1 0 0,1 0 0,0 0 0,-1 0 0,1 0 0,0 0 0,0 0 0,-1 0 0,1 0 0,0 0 0,-1 0 0,1 0 0,0 0 0,-1 0 0,1 0 0,0 0 0,-1 0 0,1 1 0,0-1 0,0 0 0,-1 0 0,1 0 0,0 0 0,0 1 0,-1-1 0,1 0 0,0 0 0,0 1 0,0-1 0,-1 0 0,1 0 0,0 1 0,0-1 0,0 0 0,0 1 0,0-1 0,-1 0 0,1 0 0,0 1 0,0-1 0,0 0 0,0 1 0,0-1 0,0 0 0,0 1 0,0-1 0,0 14 0,1 0 0,0 0 0,6 23 0,1 14 0,-4 93 0,-3-96 0,-2-96 0,-1-184 0,5 161 0,14-87 0,-13 132 0,1 1 0,16-44 0,-19 63 0,0 1 0,0-1 0,1 1 0,-1-1 0,1 1 0,0 0 0,1 0 0,0 1 0,-1-1 0,1 1 0,1 0 0,-1 0 0,0 0 0,1 0 0,0 1 0,0 0 0,0 0 0,8-4 0,-9 6 0,-1 1 0,0-1 0,1 1 0,-1-1 0,1 1 0,-1 0 0,0 0 0,1 0 0,-1 1 0,1-1 0,-1 1 0,0 0 0,0 0 0,5 2 0,-3 0 0,1 0 0,0 0 0,-1 1 0,0-1 0,0 1 0,0 1 0,4 4 0,3 5 0,0 0 0,-2 1 0,0 1 0,11 22 0,-1 4 69,-2 2-1,-2 0 0,-2 1 0,15 83 1,-19-59-638,-3 1 0,-3 109 0,-5-154-6257</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50.170"/>
    </inkml:context>
    <inkml:brush xml:id="br0">
      <inkml:brushProperty name="width" value="0.05" units="cm"/>
      <inkml:brushProperty name="height" value="0.05" units="cm"/>
    </inkml:brush>
  </inkml:definitions>
  <inkml:trace contextRef="#ctx0" brushRef="#br0">18 24 24575,'-5'-3'0,"-3"0"0,3 0 0,9 0 0,9 2 0,13-1 0,14 2 0,10 0 0,7 0 0,7-3 0,2 0 0,-10 0-8191</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50.611"/>
    </inkml:context>
    <inkml:brush xml:id="br0">
      <inkml:brushProperty name="width" value="0.05" units="cm"/>
      <inkml:brushProperty name="height" value="0.05" units="cm"/>
    </inkml:brush>
  </inkml:definitions>
  <inkml:trace contextRef="#ctx0" brushRef="#br0">44 146 24575,'-9'8'0,"-3"6"0,12-14 0,0 1 0,0 0 0,0-1 0,0 1 0,0 0 0,0-1 0,0 1 0,1-1 0,-1 1 0,0-1 0,0 1 0,1 0 0,-1-1 0,0 1 0,1-1 0,-1 1 0,0-1 0,1 1 0,-1-1 0,1 0 0,-1 1 0,1-1 0,-1 1 0,1-1 0,-1 0 0,1 1 0,-1-1 0,1 0 0,1 1 0,13 6 0,0 1 0,1-2 0,0 0 0,0-1 0,0-1 0,1 0 0,0-1 0,0-1 0,0-1 0,0 0 0,24-2 0,-35 0 0,-1 0 0,1 0 0,-1 0 0,1-1 0,-1 0 0,0 0 0,0 0 0,0-1 0,0 1 0,0-1 0,0-1 0,-1 1 0,9-8 0,-11 9 0,0-1 0,-1 1 0,1-1 0,0 1 0,-1-1 0,0 0 0,1 1 0,-1-1 0,0 0 0,0 0 0,-1 0 0,1 0 0,-1 0 0,1 0 0,-1 0 0,0 0 0,0 0 0,0 0 0,-1 0 0,1 0 0,-1 0 0,1 0 0,-1 0 0,0 0 0,0 0 0,-1 0 0,-1-3 0,-1-1 0,-1-1 0,0 0 0,0 1 0,-1 0 0,0 0 0,0 0 0,-1 1 0,1 0 0,-2 1 0,1-1 0,0 1 0,-1 0 0,-15-6 0,18 9 0,0 0 0,0 0 0,-1 0 0,1 1 0,-1 0 0,1 0 0,-1 0 0,1 1 0,-1-1 0,1 2 0,-1-1 0,1 0 0,-1 1 0,1 0 0,-1 0 0,1 1 0,-1 0 0,1 0 0,0 0 0,0 0 0,0 1 0,0 0 0,-6 4 0,2 1 0,1 1 0,-1 0 0,1 0 0,1 1 0,0 0 0,0 0 0,1 0 0,1 1 0,-1 0 0,2 0 0,-5 14 0,4-7 0,1 0 0,0 0 0,1 0 0,1 1 0,1-1 0,1 31 0,1-40 34,0-1 1,0 0-1,1 0 0,0 0 0,0 0 0,1 0 0,0 0 0,1 0 0,6 11 1,-7-15-149,1 1 0,0 0 0,0-1 0,0 0 1,0 0-1,0 0 0,1 0 0,0-1 1,0 0-1,0 0 0,0 0 0,0 0 1,1-1-1,6 2 0,22 5-6712</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50.974"/>
    </inkml:context>
    <inkml:brush xml:id="br0">
      <inkml:brushProperty name="width" value="0.05" units="cm"/>
      <inkml:brushProperty name="height" value="0.05" units="cm"/>
    </inkml:brush>
  </inkml:definitions>
  <inkml:trace contextRef="#ctx0" brushRef="#br0">103 85 24575,'-3'-3'0,"-1"0"0,0 0 0,0 0 0,0 1 0,0 0 0,0-1 0,-1 1 0,1 1 0,-1-1 0,1 1 0,-6-1 0,8 1 0,1 1 0,-1 0 0,1-1 0,-1 1 0,1 0 0,-1 0 0,1 0 0,0 0 0,-1 0 0,1 1 0,-1-1 0,1 0 0,-1 1 0,1-1 0,0 1 0,-1-1 0,1 1 0,0 0 0,-1 0 0,1-1 0,0 1 0,0 0 0,0 0 0,0 0 0,0 0 0,0 0 0,0 0 0,0 1 0,0-1 0,0 0 0,1 0 0,-1 1 0,0-1 0,1 1 0,-1-1 0,1 0 0,0 1 0,-1 2 0,-1 10 0,1 0 0,1 0 0,0 1 0,1-1 0,0 0 0,2 0 0,-1 0 0,2 0 0,-1 0 0,2-1 0,0 0 0,7 14 0,-7-18 0,-1-1 0,1 0 0,1 1 0,0-2 0,0 1 0,0-1 0,1 1 0,0-2 0,1 1 0,-1-1 0,1 0 0,0-1 0,1 0 0,-1 0 0,1-1 0,0 0 0,0-1 0,13 4 0,-18-6 0,0 0 0,1 0 0,-1-1 0,0 1 0,1-1 0,-1 0 0,0 0 0,1-1 0,-1 0 0,0 1 0,1-1 0,-1 0 0,0-1 0,0 1 0,0-1 0,0 0 0,0 0 0,0 0 0,-1-1 0,1 1 0,-1-1 0,1 0 0,-1 0 0,0 0 0,0 0 0,0 0 0,-1-1 0,1 0 0,-1 1 0,0-1 0,0 0 0,0 0 0,2-7 0,0-2 0,0 0 0,-1 0 0,0 0 0,-1-1 0,-1 1 0,0-1 0,-1 1 0,0-1 0,-4-24 0,1 23 0,0 0 0,-1 1 0,-1-1 0,0 1 0,-1 0 0,-12-21 0,15 30 0,0 1 0,-1-1 0,1 1 0,-1 0 0,0 0 0,0 0 0,0 0 0,-1 1 0,-6-4 0,8 5 0,0 0 0,0 1 0,-1 0 0,1 0 0,-1 0 0,1 0 0,-1 0 0,1 1 0,-1 0 0,0-1 0,1 1 0,-1 1 0,0-1 0,1 0 0,-7 2 0,7-1-52,1 0-1,-1 0 1,0 0-1,0 0 1,1 1-1,-1-1 1,0 1-1,1-1 1,0 1-1,-1 0 1,1 0-1,0 0 1,0 0-1,0 1 1,0-1-1,0 0 1,1 1-1,-1-1 1,1 1-1,-1 0 0,1 0 1,0-1-1,0 1 1,0 0-1,0 4 1,0 9-6774</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51.500"/>
    </inkml:context>
    <inkml:brush xml:id="br0">
      <inkml:brushProperty name="width" value="0.05" units="cm"/>
      <inkml:brushProperty name="height" value="0.05" units="cm"/>
    </inkml:brush>
  </inkml:definitions>
  <inkml:trace contextRef="#ctx0" brushRef="#br0">1 196 24575,'0'-14'0,"-1"-1"0,1 0 0,1 0 0,0-1 0,5-19 0,-5 32 0,0 0 0,-1 1 0,1-1 0,0 0 0,0 1 0,0-1 0,1 1 0,-1 0 0,1-1 0,-1 1 0,1 0 0,0 0 0,0 0 0,0 0 0,0 0 0,0 0 0,0 0 0,0 1 0,1-1 0,-1 1 0,1 0 0,-1-1 0,1 1 0,-1 0 0,1 1 0,0-1 0,0 0 0,-1 1 0,1 0 0,4-1 0,-2 2 0,0-1 0,-1 1 0,1 0 0,0 0 0,-1 1 0,1-1 0,0 1 0,-1 0 0,0 0 0,0 1 0,1-1 0,-1 1 0,-1 0 0,1 0 0,0 1 0,-1-1 0,1 1 0,-1-1 0,0 1 0,2 5 0,6 7 0,-2 0 0,0 1 0,12 30 0,-10-16 0,0-1 0,6 38 0,-14-51 0,0 1 0,-2-1 0,0 0 0,0 1 0,-5 29 0,4-45 0,0 1 0,0-1 0,-1 0 0,1 0 0,-1 1 0,0-1 0,0 0 0,0 0 0,0 0 0,0 0 0,0 0 0,0 0 0,-1 0 0,1 0 0,-3 2 0,4-4 0,-1 0 0,1 1 0,-1-1 0,1 0 0,-1 0 0,0 0 0,1 1 0,-1-1 0,1 0 0,-1 0 0,0 0 0,1 0 0,-1 0 0,1 0 0,-1 0 0,0 0 0,1 0 0,-1 0 0,1-1 0,-1 1 0,1 0 0,-2-1 0,0 0 0,1 0 0,-1 0 0,0 0 0,1-1 0,-1 1 0,1 0 0,0-1 0,-1 1 0,-1-4 0,-5-8 0,1 0 0,1 0 0,0 0 0,1-1 0,0 1 0,1-2 0,1 1 0,0 0 0,1 0 0,0-1 0,1 0 0,1-14 0,1 13 0,0 0 0,1 0 0,0 0 0,1 0 0,1 1 0,1-1 0,0 1 0,1 0 0,0 0 0,15-23 0,-17 32 0,1 0 0,-1 0 0,1 1 0,0 0 0,0 0 0,1 0 0,-1 0 0,1 1 0,0 0 0,0 0 0,1 1 0,-1 0 0,1 0 0,0 0 0,-1 1 0,1 0 0,9-1 0,-11 2 0,0 1 0,1 0 0,-1 0 0,1 0 0,-1 1 0,1-1 0,-1 1 0,0 1 0,0-1 0,1 1 0,-1 0 0,0 0 0,0 0 0,-1 1 0,1 0 0,0 0 0,-1 0 0,0 1 0,0-1 0,0 1 0,0 0 0,0 0 0,3 6 0,2 3 0,0 1 0,-1 0 0,-1 0 0,0 1 0,-1 0 0,-1 0 0,5 22 0,13 115 0,-18-104 0,15 63 0,-19-107 0,1 1 0,-1-1 0,1 1 0,0-1 0,0 1 0,0-1 0,1 0 0,0 0 0,0 0 0,0-1 0,0 1 0,0-1 0,5 5 0,-6-7 0,0 0 0,0 0 0,0 0 0,-1 0 0,1-1 0,0 1 0,0 0 0,0-1 0,0 0 0,0 1 0,0-1 0,0 0 0,0 0 0,0 0 0,0 0 0,0 0 0,0-1 0,0 1 0,0-1 0,0 1 0,0-1 0,0 0 0,0 0 0,0 0 0,0 0 0,-1 0 0,1 0 0,0 0 0,-1 0 0,1-1 0,-1 1 0,1-1 0,0-1 0,4-4-151,-1 0-1,0 0 0,0 0 0,-1-1 1,0 1-1,0-1 0,-1 0 1,4-11-1,3-12-6674</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53.991"/>
    </inkml:context>
    <inkml:brush xml:id="br0">
      <inkml:brushProperty name="width" value="0.05" units="cm"/>
      <inkml:brushProperty name="height" value="0.05" units="cm"/>
    </inkml:brush>
  </inkml:definitions>
  <inkml:trace contextRef="#ctx0" brushRef="#br0">1 0 24575,'2'0'0,"6"0"0,6 2 0,6 2 0,6 1 0,9 0 0,10 3 0,6 1 0,8-1 0,5 1 0,1-1 0,-3 1 0,-5-2 0,-5-2 0,-9-1 0,-10-2 0,-10-3 0,-9-3-8191</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54.316"/>
    </inkml:context>
    <inkml:brush xml:id="br0">
      <inkml:brushProperty name="width" value="0.05" units="cm"/>
      <inkml:brushProperty name="height" value="0.05" units="cm"/>
    </inkml:brush>
  </inkml:definitions>
  <inkml:trace contextRef="#ctx0" brushRef="#br0">206 26 24575,'-6'-1'0,"0"1"0,-1-1 0,1-1 0,0 1 0,0-1 0,0 0 0,0-1 0,-7-3 0,13 6 0,0 0 0,0 0 0,0 0 0,-1 0 0,1 0 0,0 0 0,0 0 0,0-1 0,0 1 0,0 0 0,0 0 0,-1 0 0,1 0 0,0 0 0,0 0 0,0 0 0,0 0 0,0 0 0,0-1 0,0 1 0,0 0 0,-1 0 0,1 0 0,0 0 0,0 0 0,0 0 0,0-1 0,0 1 0,0 0 0,0 0 0,0 0 0,0 0 0,0 0 0,0-1 0,0 1 0,0 0 0,0 0 0,0 0 0,0 0 0,0 0 0,0-1 0,0 1 0,0 0 0,0 0 0,8-2 0,12 2 0,4 6 0,0 0 0,-1 2 0,0 1 0,0 1 0,-1 1 0,-1 1 0,37 26 0,-50-32 0,-1-1 0,0 1 0,-1 0 0,0 1 0,0-1 0,0 1 0,0 0 0,4 9 0,-9-14 0,0 1 0,1-1 0,-1 1 0,0 0 0,-1-1 0,1 1 0,0 0 0,-1-1 0,0 1 0,1 0 0,-1 0 0,0 0 0,0-1 0,-1 1 0,1 0 0,-1 0 0,1-1 0,-1 1 0,0 0 0,0-1 0,0 1 0,0 0 0,-1-1 0,1 0 0,0 1 0,-1-1 0,0 0 0,0 0 0,-3 4 0,-5 3 0,0-1 0,-1 0 0,1-1 0,-2 0 0,1 0 0,-16 6 0,-78 25 0,91-33 0,-182 51-1365,167-48-5461</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55.142"/>
    </inkml:context>
    <inkml:brush xml:id="br0">
      <inkml:brushProperty name="width" value="0.05" units="cm"/>
      <inkml:brushProperty name="height" value="0.05" units="cm"/>
    </inkml:brush>
  </inkml:definitions>
  <inkml:trace contextRef="#ctx0" brushRef="#br0">85 221 24575,'-45'152'0,"8"-16"0,34-194 0,8-1 0,12-68 0,-11 97 0,2 0 0,1 0 0,1 1 0,15-29 0,-21 49 0,0 1 0,1 0 0,0 1 0,0-1 0,0 1 0,1 0 0,11-9 0,-15 14 0,0 0 0,1 0 0,-1 1 0,1-1 0,-1 1 0,1 0 0,0-1 0,0 1 0,0 1 0,-1-1 0,1 0 0,0 1 0,0-1 0,0 1 0,0 0 0,0 0 0,0 0 0,0 0 0,0 0 0,0 1 0,0-1 0,0 1 0,-1 0 0,1 0 0,0 0 0,4 3 0,2 1 0,-1 1 0,0 0 0,0 0 0,0 1 0,-1 0 0,0 1 0,0-1 0,-1 1 0,0 1 0,-1-1 0,7 13 0,4 12 0,21 60 0,-22-51 0,-3 1 0,-1 0 0,7 72 0,-15-94-1365,0-4-5461</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55.343"/>
    </inkml:context>
    <inkml:brush xml:id="br0">
      <inkml:brushProperty name="width" value="0.05" units="cm"/>
      <inkml:brushProperty name="height" value="0.05" units="cm"/>
    </inkml:brush>
  </inkml:definitions>
  <inkml:trace contextRef="#ctx0" brushRef="#br0">59 113 24575,'-5'-3'0,"-4"-2"0,-3-4 0,-1 0 0,1 0 0,5-2 0,8 1 0,10 1 0,9 0 0,9 1 0,8 1 0,9 0 0,5 0 0,3 2 0,3 2 0,-9 1-8191</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55.575"/>
    </inkml:context>
    <inkml:brush xml:id="br0">
      <inkml:brushProperty name="width" value="0.05" units="cm"/>
      <inkml:brushProperty name="height" value="0.05" units="cm"/>
    </inkml:brush>
  </inkml:definitions>
  <inkml:trace contextRef="#ctx0" brushRef="#br0">30 30 24575,'-2'0'0,"-3"0"0,-4-2 0,1-4 0,3 0 0,7 0 0,9 2 0,7 2 0,5 0 0,6 1 0,2 1 0,4 0 0,-2 0 0,-2 1 0,-4-1 0,-6 0-8191</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55.750"/>
    </inkml:context>
    <inkml:brush xml:id="br0">
      <inkml:brushProperty name="width" value="0.05" units="cm"/>
      <inkml:brushProperty name="height" value="0.05" units="cm"/>
    </inkml:brush>
  </inkml:definitions>
  <inkml:trace contextRef="#ctx0" brushRef="#br0">90 1 24575,'-7'0'0,"1"0"0,0 0 0,1 0 0,-1 0 0,1 1 0,-11 2 0,15-2 0,-1 0 0,0 0 0,0-1 0,1 1 0,-1 0 0,1 1 0,-1-1 0,1 0 0,-1 0 0,1 1 0,0-1 0,0 1 0,-1-1 0,1 1 0,0-1 0,1 1 0,-1 0 0,0 0 0,0-1 0,1 1 0,-1 2 0,-3 16 0,1 0 0,0 0 0,2 1 0,1-1 0,2 26 0,-1 0 0,-1 11 183,-1-28-570,1 0 0,1-1 0,9 50 0,-4-56-6439</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2:56.227"/>
    </inkml:context>
    <inkml:brush xml:id="br0">
      <inkml:brushProperty name="width" value="0.05" units="cm"/>
      <inkml:brushProperty name="height" value="0.05" units="cm"/>
    </inkml:brush>
  </inkml:definitions>
  <inkml:trace contextRef="#ctx0" brushRef="#br0">315 160 24575,'3'-3'0,"6"-5"0,0-1 0,-1 0 0,0-1 0,-1 0 0,6-11 0,-11 20 0,-1-1 0,-1 0 0,1 0 0,0 0 0,0 0 0,-1 1 0,1-1 0,-1 0 0,1 0 0,-1 0 0,0 0 0,0 0 0,0 0 0,0 0 0,0 0 0,0 0 0,-1 0 0,1 0 0,-1 0 0,1 0 0,-1 0 0,0 0 0,0 0 0,0 1 0,0-1 0,0 0 0,0 1 0,0-1 0,0 1 0,-1-1 0,1 1 0,-1-1 0,1 1 0,-1 0 0,1 0 0,-1 0 0,0 0 0,-3-2 0,-4-1 0,0 1 0,0-1 0,0 2 0,0-1 0,-1 1 0,1 1 0,-1 0 0,-14 0 0,8 1 0,0 0 0,0 2 0,0 0 0,-21 5 0,31-5 0,0 0 0,0 1 0,0-1 0,0 1 0,1 0 0,-1 1 0,1-1 0,-1 1 0,1 0 0,1 0 0,-7 7 0,10-9 0,-1 0 0,0 0 0,1 0 0,0 0 0,-1 0 0,1 1 0,0-1 0,0 0 0,0 1 0,1-1 0,-1 1 0,0-1 0,1 1 0,0-1 0,-1 1 0,1-1 0,0 1 0,1 0 0,-1-1 0,0 1 0,1-1 0,-1 1 0,1-1 0,0 1 0,0-1 0,0 0 0,0 1 0,0-1 0,0 0 0,4 4 0,1 2 0,1 0 0,1 0 0,-1-1 0,1 0 0,1-1 0,-1 1 0,1-2 0,10 6 0,80 34 0,-79-37 0,25 9 0,-24-9 0,0 0 0,-1 1 0,0 1 0,23 15 0,-41-24 0,-1 0 0,1 0 0,-1 0 0,1 0 0,-1 0 0,0 0 0,0 1 0,1-1 0,-1 1 0,0-1 0,0 1 0,0-1 0,0 1 0,-1-1 0,1 1 0,0 0 0,-1-1 0,1 1 0,-1 0 0,1 0 0,-1-1 0,0 1 0,0 2 0,0-2 0,-1 0 0,0 0 0,0-1 0,0 1 0,0-1 0,0 1 0,0 0 0,0-1 0,-1 0 0,1 1 0,0-1 0,-1 0 0,1 0 0,-1 0 0,1 0 0,-1 0 0,0 0 0,1 0 0,-1 0 0,0-1 0,0 1 0,-1 0 0,-16 4 0,1 0 0,-1-2 0,1 0 0,-1-1 0,0-1 0,-26-1 0,-114-19 0,60 0-1365,77 15-5461</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17.478"/>
    </inkml:context>
    <inkml:brush xml:id="br0">
      <inkml:brushProperty name="width" value="0.05" units="cm"/>
      <inkml:brushProperty name="height" value="0.05" units="cm"/>
    </inkml:brush>
  </inkml:definitions>
  <inkml:trace contextRef="#ctx0" brushRef="#br0">73 30 24575,'-5'-4'0,"-1"1"0,1-1 0,-1 1 0,0 0 0,0 1 0,0-1 0,-1 1 0,1 0 0,-12-1 0,18 3 0,1 0 0,-1 0 0,0 0 0,0 0 0,0 0 0,0 1 0,0-1 0,0 0 0,0 0 0,1 0 0,-1 0 0,0 0 0,0 0 0,0 1 0,0-1 0,0 0 0,0 0 0,0 0 0,0 0 0,0 0 0,0 1 0,0-1 0,0 0 0,0 0 0,0 0 0,0 0 0,0 0 0,0 1 0,0-1 0,0 0 0,0 0 0,0 0 0,0 0 0,0 0 0,0 0 0,0 1 0,-1-1 0,1 0 0,0 0 0,0 0 0,0 0 0,0 0 0,0 0 0,0 0 0,0 1 0,0-1 0,-1 0 0,1 0 0,0 0 0,0 0 0,0 0 0,0 0 0,0 0 0,0 0 0,-1 0 0,1 0 0,0 0 0,0 0 0,11 10 0,41 22 0,98 44 0,-13-8 0,-111-53 0,0 2 0,47 38 0,-69-52-170,1 1-1,-1 0 0,0 1 1,0-1-1,-1 1 0,1-1 1,4 11-1,-4-6-6655</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17.773"/>
    </inkml:context>
    <inkml:brush xml:id="br0">
      <inkml:brushProperty name="width" value="0.05" units="cm"/>
      <inkml:brushProperty name="height" value="0.05" units="cm"/>
    </inkml:brush>
  </inkml:definitions>
  <inkml:trace contextRef="#ctx0" brushRef="#br0">212 17 24575,'0'-1'0,"0"1"0,0-1 0,-1 1 0,1-1 0,0 1 0,0-1 0,0 1 0,0-1 0,0 1 0,0-1 0,0 1 0,0-1 0,1 1 0,-1-1 0,0 0 0,0 1 0,0 0 0,0-1 0,1 1 0,-1-1 0,0 1 0,1-1 0,-1 1 0,0-1 0,1 1 0,-1 0 0,0-1 0,1 1 0,-1 0 0,1-1 0,-1 1 0,1 0 0,-1-1 0,1 1 0,0 0 0,0 0 0,0 1 0,1-1 0,-1 0 0,0 1 0,0 0 0,1-1 0,-1 1 0,0 0 0,0-1 0,0 1 0,0 0 0,0 0 0,1 1 0,29 35 0,-21-24 0,-1 1 0,-1 0 0,0 1 0,0 0 0,-2 0 0,9 30 0,-13-41 0,-1 0 0,-1 1 0,1-1 0,-1 0 0,1 1 0,-1-1 0,0 1 0,-1-1 0,1 0 0,-1 1 0,0-1 0,0 0 0,0 1 0,-1-1 0,1 0 0,-1 0 0,0 0 0,0 0 0,-1-1 0,1 1 0,-1 0 0,1-1 0,-1 0 0,0 0 0,-1 1 0,1-2 0,0 1 0,-1 0 0,0-1 0,-6 4 0,-4 0 49,0 0 0,-1 0 0,1-1-1,-1-1 1,0-1 0,-17 2 0,-93 3-1756,90-8-5119</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18.332"/>
    </inkml:context>
    <inkml:brush xml:id="br0">
      <inkml:brushProperty name="width" value="0.05" units="cm"/>
      <inkml:brushProperty name="height" value="0.05" units="cm"/>
    </inkml:brush>
  </inkml:definitions>
  <inkml:trace contextRef="#ctx0" brushRef="#br0">27 90 24575,'0'-6'0,"0"-6"0,0 0 0,0 0 0,-2 0 0,1 1 0,-4-14 0,1 38 0,2 13 0,2 123 0,-13 222 0,25-417 0,1 0 0,32-71 0,-36 98 0,0-1 0,12-18 0,-18 34 0,0 0 0,0 0 0,0 0 0,0 0 0,1 0 0,-1 1 0,1 0 0,0-1 0,0 1 0,0 1 0,0-1 0,1 1 0,-1-1 0,9-2 0,-11 5 0,0 0 0,0 0 0,1 0 0,-1 0 0,0 0 0,0 0 0,0 0 0,0 1 0,0-1 0,0 1 0,0 0 0,0-1 0,-1 1 0,1 0 0,0 0 0,0 0 0,0 0 0,-1 1 0,1-1 0,-1 0 0,1 1 0,-1-1 0,1 1 0,-1-1 0,0 1 0,0 0 0,0 0 0,0-1 0,0 1 0,1 3 0,3 6 0,0 1 0,-1 0 0,4 19 0,-8-31 0,13 67 0,-3 0 0,1 75 0,-9-118-1365,1-5-5461</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18.675"/>
    </inkml:context>
    <inkml:brush xml:id="br0">
      <inkml:brushProperty name="width" value="0.05" units="cm"/>
      <inkml:brushProperty name="height" value="0.05" units="cm"/>
    </inkml:brush>
  </inkml:definitions>
  <inkml:trace contextRef="#ctx0" brushRef="#br0">16 1 24575,'0'0'0,"1"0"0,-1 0 0,0 1 0,1-1 0,-1 0 0,1 0 0,-1 0 0,0 1 0,1-1 0,-1 0 0,0 0 0,0 1 0,1-1 0,-1 0 0,0 1 0,0-1 0,1 0 0,-1 1 0,0-1 0,0 1 0,0-1 0,0 0 0,0 1 0,0-1 0,1 1 0,-1-1 0,0 0 0,0 1 0,0-1 0,0 1 0,0-1 0,0 1 0,-1-1 0,1 0 0,0 1 0,0-1 0,0 0 0,0 1 0,0-1 0,-1 1 0,-6 22 0,5-18 0,-1 5 0,1 0 0,0 0 0,0 1 0,1-1 0,0 1 0,1-1 0,0 1 0,1 0 0,0-1 0,0 1 0,1-1 0,1 0 0,3 12 0,-4-17 0,0 0 0,1 0 0,-1 0 0,1-1 0,0 1 0,0 0 0,1-1 0,-1 0 0,1 0 0,0 0 0,0 0 0,0-1 0,1 0 0,-1 1 0,1-1 0,0-1 0,0 1 0,0-1 0,0 0 0,0 0 0,0 0 0,1-1 0,-1 0 0,0 0 0,1 0 0,7-1 0,-8 1 0,0-2 0,0 1 0,1 0 0,-1-1 0,0 0 0,0 0 0,0-1 0,0 1 0,-1-1 0,1 0 0,0 0 0,-1-1 0,1 1 0,-1-1 0,0 0 0,0 0 0,0 0 0,0-1 0,-1 0 0,1 1 0,-1-1 0,0-1 0,0 1 0,0 0 0,-1-1 0,1 1 0,1-7 0,-2 5 0,0 0 0,-1 1 0,1-1 0,-1 0 0,-1 0 0,1 0 0,-1 0 0,0 0 0,-1 1 0,1-1 0,-1 0 0,0 0 0,-1 0 0,1 1 0,-1-1 0,0 0 0,0 1 0,-1 0 0,0-1 0,0 1 0,0 0 0,-1 1 0,-6-8 0,4 6 29,0 1-1,0 0 1,-1 1-1,1-1 0,-1 1 1,0 0-1,-1 1 1,1 0-1,-1 0 1,1 0-1,-10-1 1,13 3-95,0 0 0,1 0 1,-1 1-1,0-1 0,0 1 1,1 0-1,-1 0 0,0 1 1,0-1-1,1 1 1,-1-1-1,0 1 0,1 0 1,-1 1-1,1-1 0,-1 1 1,1-1-1,0 1 0,-1 0 1,1 0-1,0 0 1,0 1-1,1-1 0,-1 1 1,-4 4-1,-1 7-6760</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19.050"/>
    </inkml:context>
    <inkml:brush xml:id="br0">
      <inkml:brushProperty name="width" value="0.05" units="cm"/>
      <inkml:brushProperty name="height" value="0.05" units="cm"/>
    </inkml:brush>
  </inkml:definitions>
  <inkml:trace contextRef="#ctx0" brushRef="#br0">166 185 24575,'5'-7'0,"0"0"0,0 0 0,-1 0 0,-1-1 0,1 1 0,-1-1 0,0 0 0,-1 0 0,0 0 0,0 0 0,0 0 0,-1-1 0,0-15 0,-2 22 0,1-1 0,0 1 0,-1 0 0,1-1 0,-1 1 0,1 0 0,-1 0 0,0-1 0,0 1 0,0 0 0,0 0 0,-1 0 0,1 0 0,-1 0 0,1 0 0,-1 1 0,1-1 0,-4-2 0,1 2 0,1-1 0,-1 1 0,0 0 0,0 1 0,0-1 0,0 1 0,0 0 0,0 0 0,-8-1 0,4 1 0,-1 0 0,1 1 0,-1 1 0,1-1 0,-1 1 0,1 1 0,-1 0 0,1 0 0,-15 6 0,20-7 0,1 0 0,-1 0 0,1 1 0,0-1 0,0 0 0,0 1 0,-1 0 0,2-1 0,-1 1 0,0 0 0,0 0 0,0 0 0,1 0 0,-1 0 0,1 1 0,0-1 0,0 0 0,0 1 0,0-1 0,0 1 0,0-1 0,1 1 0,-1-1 0,1 1 0,-1 4 0,2-3 0,-1 1 0,1-1 0,0 1 0,1-1 0,-1 0 0,1 1 0,0-1 0,0 0 0,0 0 0,0 0 0,1 0 0,0-1 0,6 7 0,7 6 0,2-1 0,0-1 0,0 0 0,1-1 0,40 19 0,-27-15 0,34 24 0,-64-40 0,-1 0 0,1 0 0,0 1 0,0-1 0,-1 1 0,1 0 0,0-1 0,-1 1 0,0 0 0,1 0 0,-1 0 0,0 0 0,0 0 0,1 4 0,-2-5 0,0 0 0,0 0 0,0 0 0,-1 0 0,1 1 0,0-1 0,-1 0 0,1 0 0,-1 0 0,1 0 0,-1 0 0,1 0 0,-1-1 0,0 1 0,1 0 0,-1 0 0,0 0 0,0 0 0,0-1 0,0 1 0,0 0 0,0-1 0,0 1 0,0-1 0,0 1 0,0-1 0,0 0 0,0 1 0,0-1 0,0 0 0,-2 1 0,-14 3-124,0 0 0,0-2 0,-1 1 0,1-2 0,-1-1 0,0 0-1,1-1 1,-1-1 0,1 0 0,-24-7 0,6 0-6702</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19.279"/>
    </inkml:context>
    <inkml:brush xml:id="br0">
      <inkml:brushProperty name="width" value="0.05" units="cm"/>
      <inkml:brushProperty name="height" value="0.05" units="cm"/>
    </inkml:brush>
  </inkml:definitions>
  <inkml:trace contextRef="#ctx0" brushRef="#br0">0 44 24575,'7'-8'0,"19"-17"0,-25 24 0,0 0 0,-1 0 0,1 0 0,1 0 0,-1 1 0,0-1 0,0 0 0,0 1 0,0-1 0,0 1 0,1-1 0,-1 1 0,0 0 0,0-1 0,1 1 0,-1 0 0,0 0 0,1 0 0,-1 0 0,2 0 0,-2 1 0,0-1 0,0 1 0,-1-1 0,1 1 0,0 0 0,-1-1 0,1 1 0,0 0 0,-1-1 0,1 1 0,-1 0 0,0 0 0,1-1 0,-1 1 0,1 0 0,-1 0 0,0 0 0,0 0 0,0 0 0,1 1 0,1 21 0,-2-18 0,2 211 0,3 49 0,-4-239 157,-1-17-375,0 1 1,1-1 0,0 1-1,1-1 1,0 1-1,5 14 1,-1-13-6609</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19.620"/>
    </inkml:context>
    <inkml:brush xml:id="br0">
      <inkml:brushProperty name="width" value="0.05" units="cm"/>
      <inkml:brushProperty name="height" value="0.05" units="cm"/>
    </inkml:brush>
  </inkml:definitions>
  <inkml:trace contextRef="#ctx0" brushRef="#br0">47 166 24575,'-5'-5'0,"0"1"0,1 1 0,0-1 0,0 0 0,0-1 0,0 1 0,1-1 0,0 1 0,0-1 0,-4-9 0,7 14 0,0-1 0,0 1 0,0 0 0,0-1 0,0 1 0,0-1 0,0 1 0,0-1 0,0 1 0,0-1 0,0 1 0,1 0 0,-1-1 0,0 1 0,0-1 0,0 1 0,1 0 0,-1-1 0,0 1 0,1 0 0,-1-1 0,0 1 0,1 0 0,-1-1 0,0 1 0,1 0 0,-1 0 0,0 0 0,1-1 0,-1 1 0,1 0 0,-1 0 0,1 0 0,-1 0 0,0 0 0,1 0 0,-1 0 0,1 0 0,-1 0 0,1 0 0,-1 0 0,1 0 0,22 2 0,-21-1 0,69 13 0,35 7 0,-91-19 0,1 0 0,0-2 0,0 0 0,26-3 0,-40 3 0,0-1 0,0 1 0,0 0 0,0-1 0,0 1 0,0-1 0,0 0 0,0 0 0,0 0 0,0 0 0,0 0 0,0 0 0,-1 0 0,1 0 0,0-1 0,-1 1 0,1-1 0,-1 1 0,1-1 0,0-2 0,-1 2 0,0 0 0,-1 0 0,1 0 0,-1 0 0,0 0 0,1 0 0,-1 0 0,0 0 0,0 0 0,0 0 0,-1 0 0,1 0 0,0 0 0,-1 0 0,0 0 0,1 0 0,-2-2 0,-1-2 0,0 1 0,0-1 0,0 1 0,-1 0 0,0 0 0,0 0 0,0 0 0,0 0 0,-1 1 0,0 0 0,0 0 0,-8-4 0,11 6 0,-1 1 0,0 0 0,1 0 0,-1 0 0,0 0 0,0 0 0,0 1 0,0-1 0,0 1 0,1 0 0,-1 0 0,0 0 0,0 0 0,0 1 0,0-1 0,0 1 0,0 0 0,1-1 0,-1 1 0,0 0 0,0 1 0,1-1 0,-1 0 0,1 1 0,-1 0 0,1-1 0,0 1 0,0 0 0,0 0 0,0 0 0,0 1 0,0-1 0,0 0 0,-1 4 0,-4 4 0,1 1 0,1-1 0,0 1 0,1 0 0,0 0 0,0 0 0,-2 15 0,3-10 57,1 0 0,0 0 0,1 1 0,1-1 0,2 25 0,-1-35-139,0-1 1,0 0 0,0 0 0,0 0-1,1 0 1,0 0 0,0 0-1,1 0 1,-1 0 0,1-1 0,0 1-1,0-1 1,0 0 0,1 0 0,-1 0-1,1 0 1,0-1 0,0 0 0,1 0-1,6 5 1,12 2-6745</inkml:trace>
</inkml:ink>
</file>

<file path=ppt/ink/ink9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19.866"/>
    </inkml:context>
    <inkml:brush xml:id="br0">
      <inkml:brushProperty name="width" value="0.05" units="cm"/>
      <inkml:brushProperty name="height" value="0.05" units="cm"/>
    </inkml:brush>
  </inkml:definitions>
  <inkml:trace contextRef="#ctx0" brushRef="#br0">1 0 24575,'4'257'0,"22"-3"0,-21-224-1365,-1-6-5461</inkml:trace>
</inkml:ink>
</file>

<file path=ppt/ink/ink9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21.921"/>
    </inkml:context>
    <inkml:brush xml:id="br0">
      <inkml:brushProperty name="width" value="0.05" units="cm"/>
      <inkml:brushProperty name="height" value="0.05" units="cm"/>
    </inkml:brush>
  </inkml:definitions>
  <inkml:trace contextRef="#ctx0" brushRef="#br0">272 103 24575,'-24'-33'0,"20"27"0,1 1 0,-1-1 0,-1 1 0,1 0 0,-8-8 0,8 10 0,0 0 0,1 0 0,-1 1 0,0-1 0,-1 1 0,1-1 0,0 1 0,-1 1 0,1-1 0,-1 1 0,1-1 0,-1 1 0,0 0 0,0 1 0,1-1 0,-1 1 0,0 0 0,0 1 0,0-1 0,1 1 0,-1-1 0,0 2 0,1-1 0,-1 0 0,1 1 0,-1 0 0,1 0 0,0 0 0,-1 0 0,1 1 0,1 0 0,-1 0 0,0 0 0,1 0 0,-1 0 0,1 1 0,0 0 0,-4 5 0,1 1 0,0-1 0,0 2 0,1-1 0,1 0 0,0 1 0,-5 20 0,7-24 0,0-1 0,1 1 0,0 0 0,1-1 0,0 1 0,0 0 0,0-1 0,1 1 0,0 0 0,0-1 0,0 1 0,5 12 0,-4-17 0,-1 0 0,0 0 0,0 1 0,1-1 0,-1 0 0,1-1 0,-1 1 0,1 0 0,0 0 0,0-1 0,0 1 0,0-1 0,0 1 0,0-1 0,0 0 0,1 0 0,3 1 0,-2-1 0,0 0 0,0 0 0,0-1 0,1 0 0,-1 0 0,0 0 0,0 0 0,0-1 0,8-1 0,-3 0 0,-1-1 0,0 0 0,0-1 0,0 1 0,0-2 0,-1 1 0,1-1 0,-1 0 0,9-9 0,-6 3 0,-1-1 0,-1 0 0,0 0 0,0-1 0,11-27 0,4-7 0,-23 46 0,1 0 0,-1 0 0,0 0 0,1 1 0,-1-1 0,1 0 0,-1 0 0,1 0 0,0 1 0,-1-1 0,1 0 0,0 1 0,0-1 0,-1 1 0,3-2 0,-3 2 0,0 1 0,1-1 0,-1 0 0,0 0 0,0 1 0,1-1 0,-1 0 0,0 1 0,0-1 0,0 0 0,1 1 0,-1-1 0,0 0 0,0 1 0,0-1 0,0 1 0,0-1 0,0 0 0,0 1 0,0-1 0,0 1 0,0-1 0,0 0 0,0 1 0,0 0 0,-4 41 0,3-33 0,-1 8 0,1 0 0,1 0 0,0 0 0,1 0 0,5 28 0,-5-40 0,1-1 0,-1 1 0,1-1 0,0 0 0,0 1 0,0-1 0,0 0 0,1 0 0,0-1 0,0 1 0,0 0 0,0-1 0,0 0 0,1 0 0,0 0 0,-1 0 0,1 0 0,0-1 0,0 0 0,1 1 0,-1-2 0,0 1 0,1 0 0,-1-1 0,8 2 0,3-1 0,-12-2 0,0 1 0,0-1 0,1 1 0,-1 0 0,0 0 0,0 0 0,5 3 0,-7-3 0,1 0 0,-1 0 0,0 0 0,0 1 0,0-1 0,0 0 0,0 0 0,-1 1 0,1-1 0,0 1 0,-1-1 0,1 1 0,0-1 0,-1 1 0,0-1 0,1 1 0,-1-1 0,0 1 0,0 0 0,0 1 0,0 10 0,-1-11 0,1 1 0,0-1 0,0 0 0,0 1 0,0-1 0,1 1 0,-1-1 0,1 0 0,-1 1 0,1-1 0,1 4 0,-1-8 0,0 1 0,0-1 0,0 0 0,0 0 0,-1 0 0,1 0 0,-1 0 0,1 0 0,-1 0 0,0 0 0,0-3 0,1-27 0,-9-59 0,1-7 0,7 91 0,0-26 0,0 32 0,0 0 0,0 0 0,0 0 0,0 1 0,0-1 0,1 0 0,-1 0 0,0 0 0,0 1 0,0-1 0,1 0 0,-1 0 0,0 1 0,1-1 0,-1 0 0,1 1 0,-1-1 0,1 0 0,-1 1 0,1-1 0,-1 1 0,1-1 0,0 0 0,-1 1 0,1 0 0,0-1 0,0 1 0,-1-1 0,1 1 0,1-1 0,1 2 0,-1 0 0,1 1 0,-1-1 0,0 0 0,1 1 0,-1-1 0,0 1 0,0 0 0,0-1 0,0 1 0,0 0 0,1 3 0,10 8 0,-10-11 0,0 0 0,-1-1 0,1 1 0,0 0 0,0-1 0,0 0 0,1 0 0,-1 0 0,0 0 0,0 0 0,1-1 0,-1 0 0,0 1 0,0-1 0,1 0 0,-1-1 0,0 1 0,1 0 0,-1-1 0,0 0 0,0 0 0,0 0 0,1 0 0,-1 0 0,0-1 0,0 1 0,-1-1 0,1 0 0,0 0 0,-1 0 0,1 0 0,-1 0 0,1-1 0,-1 1 0,0-1 0,2-3 0,-7 13 0,1 1 0,-1 0 0,1-1 0,1 1 0,-2 16 0,-2 5 0,-25 145 0,25-137 0,2 0 0,4 65 0,-1-100 0,0 0 0,1 0 0,-1-1 0,0 1 0,1 0 0,-1-1 0,1 1 0,-1-1 0,1 1 0,1 2 0,2-5 0,-1-11 0,2-54 0,-6-84 0,-1 52 0,1 53 0,2-55 0,0 89 0,0-1 0,1 1 0,0 0 0,1-1 0,1 1 0,5-13 0,-9 22 0,1 0 0,-1 1 0,1-1 0,0 1 0,0-1 0,-1 1 0,1 0 0,0-1 0,0 1 0,0 0 0,0 0 0,1-1 0,-1 1 0,0 0 0,0 0 0,1 0 0,-1 0 0,0 1 0,1-1 0,-1 0 0,1 0 0,0 1 0,-1-1 0,1 1 0,-1 0 0,1-1 0,0 1 0,-1 0 0,1 0 0,-1 0 0,1 0 0,0 0 0,-1 0 0,1 1 0,0-1 0,-1 0 0,1 1 0,-1-1 0,1 1 0,-1 0 0,1 0 0,-1-1 0,1 1 0,-1 0 0,0 0 0,0 0 0,3 2 0,2 3 0,-1-1 0,1 1 0,-1 0 0,0 0 0,0 0 0,-1 0 0,0 1 0,6 13 0,-6-9 0,-1 0 0,0 0 0,0 0 0,-1 0 0,-1 0 0,0 0 0,-1 1 0,0-1 0,0 0 0,-3 13 0,2-20 0,1 0 0,-1 0 0,0 0 0,0 0 0,0 0 0,-1-1 0,1 1 0,-1-1 0,0 1 0,0-1 0,0 0 0,-1 1 0,1-1 0,-1 0 0,1 0 0,-1-1 0,0 1 0,0-1 0,0 1 0,-1-1 0,1 0 0,-1 0 0,1 0 0,-1-1 0,1 1 0,-1-1 0,0 0 0,0 0 0,0 0 0,0-1 0,1 1 0,-6-1 0,-5-1-1365,4-3-5461</inkml:trace>
</inkml:ink>
</file>

<file path=ppt/ink/ink9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22.374"/>
    </inkml:context>
    <inkml:brush xml:id="br0">
      <inkml:brushProperty name="width" value="0.05" units="cm"/>
      <inkml:brushProperty name="height" value="0.05" units="cm"/>
    </inkml:brush>
  </inkml:definitions>
  <inkml:trace contextRef="#ctx0" brushRef="#br0">16 85 24575,'1'36'0,"1"1"0,2 0 0,17 67 0,-10-62 0,-3-13 0,-1 0 0,-1-1 0,-1 2 0,1 46 0,-5-75 0,-1 0 0,0 0 0,0 0 0,0 1 0,-1-1 0,1 0 0,0 0 0,0 0 0,0 0 0,-1 0 0,1 0 0,-1 0 0,1 0 0,-1 0 0,1 0 0,-1 1 0,0-2 0,1 0 0,-1 0 0,1 0 0,0 0 0,-1 0 0,1 0 0,0 0 0,-1 0 0,1 0 0,-1 0 0,1 0 0,0 0 0,-1-1 0,1 1 0,0 0 0,-1 0 0,1 0 0,0-1 0,0 1 0,-1 0 0,1 0 0,0-1 0,-1 1 0,1 0 0,0 0 0,0-1 0,0 1 0,-1 0 0,1-1 0,-19-33 0,8 8 0,1-1 0,2-1 0,1 1 0,1-1 0,1-1 0,2 1 0,0 0 0,2-1 0,1 0 0,2 1 0,1-1 0,1 1 0,8-30 0,-11 51 0,1 1 0,1-1 0,-1 1 0,1-1 0,1 1 0,-1 0 0,1 0 0,0 0 0,7-7 0,-9 11 0,0 0 0,0 0 0,0 0 0,0 1 0,1-1 0,-1 1 0,1 0 0,-1-1 0,1 1 0,-1 0 0,1 0 0,0 1 0,-1-1 0,1 0 0,0 1 0,0 0 0,-1 0 0,1 0 0,0 0 0,0 0 0,-1 0 0,1 1 0,0-1 0,0 1 0,-1 0 0,4 1 0,3 2 0,0 1 0,0 0 0,-1 0 0,1 1 0,-1 0 0,-1 1 0,1-1 0,-1 2 0,0-1 0,-1 1 0,1 0 0,-2 0 0,1 1 0,-1-1 0,5 13 0,-8-16 0,0 0 0,0 1 0,0-1 0,-1 1 0,0 0 0,0-1 0,-1 1 0,1 0 0,-1 0 0,0-1 0,-1 1 0,-1 7 0,1-9 0,0 1 0,-1-1 0,0 0 0,0 0 0,0 0 0,0 0 0,-1 0 0,1 0 0,-1-1 0,0 1 0,0-1 0,0 0 0,-1 0 0,1 0 0,-1 0 0,0 0 0,-4 2 0,-6 1-170,-1 0-1,1-1 0,-1 0 1,0-1-1,0-1 0,0 0 1,-28 1-1,-8 0-6655</inkml:trace>
</inkml:ink>
</file>

<file path=ppt/ink/ink9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23.155"/>
    </inkml:context>
    <inkml:brush xml:id="br0">
      <inkml:brushProperty name="width" value="0.05" units="cm"/>
      <inkml:brushProperty name="height" value="0.05" units="cm"/>
    </inkml:brush>
  </inkml:definitions>
  <inkml:trace contextRef="#ctx0" brushRef="#br0">1 22 24575,'0'-1'0,"0"0"0,0 1 0,0-1 0,0 0 0,0 1 0,0-1 0,0 0 0,0 0 0,0 1 0,0-1 0,0 0 0,0 1 0,1-1 0,-1 0 0,0 0 0,1 1 0,-1-1 0,0 1 0,1-1 0,-1 0 0,1 1 0,-1-1 0,1 1 0,-1-1 0,1 1 0,-1-1 0,1 1 0,-1-1 0,1 1 0,0 0 0,-1-1 0,1 1 0,0 0 0,-1 0 0,1-1 0,0 1 0,-1 0 0,1 0 0,0 0 0,0 0 0,-1 0 0,1 0 0,0 0 0,0 0 0,-1 0 0,1 0 0,0 0 0,-1 1 0,1-1 0,0 0 0,-1 0 0,1 1 0,0-1 0,-1 0 0,1 1 0,0 0 0,6 2 0,0 1 0,0 0 0,11 10 0,-18-14 0,61 51 123,77 81-1,43 72-134,14 15-1586,-175-199-5228</inkml:trace>
</inkml:ink>
</file>

<file path=ppt/ink/ink9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23.445"/>
    </inkml:context>
    <inkml:brush xml:id="br0">
      <inkml:brushProperty name="width" value="0.05" units="cm"/>
      <inkml:brushProperty name="height" value="0.05" units="cm"/>
    </inkml:brush>
  </inkml:definitions>
  <inkml:trace contextRef="#ctx0" brushRef="#br0">121 43 24575,'0'-3'0,"1"1"0,-1 0 0,1-1 0,-1 1 0,1 0 0,0 0 0,-1-1 0,1 1 0,0 0 0,1 0 0,-1 0 0,0 0 0,0 0 0,1 0 0,2-2 0,-3 3 0,-1 1 0,1-1 0,-1 1 0,1 0 0,0-1 0,-1 1 0,1-1 0,0 1 0,0 0 0,-1 0 0,1-1 0,0 1 0,0 0 0,-1 0 0,1 0 0,0 0 0,0 0 0,-1 0 0,1 0 0,0 0 0,0 0 0,-1 0 0,1 0 0,0 1 0,0-1 0,-1 0 0,1 0 0,0 1 0,0-1 0,-1 1 0,1-1 0,-1 0 0,1 1 0,0-1 0,-1 1 0,1-1 0,-1 1 0,1 0 0,-1-1 0,1 1 0,-1 0 0,0-1 0,1 1 0,-1 0 0,0-1 0,1 1 0,-1 0 0,0 1 0,9 20 0,-2 1 0,-1 0 0,-1 0 0,5 48 0,-5-34 0,-3-19 0,8 72 0,-9-79 0,-1-1 0,-1 0 0,1 1 0,-2-1 0,1 0 0,-6 15 0,5-20 18,0-1 0,-1 1 0,1-1 0,-1 0 0,0 0 0,0 0 0,-1 0 0,1-1 0,-1 0 0,0 1 0,1-1 0,-2 0 0,1-1 0,0 1 0,0-1 0,-1 0 0,0 0 0,-4 2-1,-11 2-559,0 0 0,-38 4-1,57-9 464,-39 4-6747</inkml:trace>
</inkml:ink>
</file>

<file path=ppt/ink/ink9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24.094"/>
    </inkml:context>
    <inkml:brush xml:id="br0">
      <inkml:brushProperty name="width" value="0.05" units="cm"/>
      <inkml:brushProperty name="height" value="0.05" units="cm"/>
    </inkml:brush>
  </inkml:definitions>
  <inkml:trace contextRef="#ctx0" brushRef="#br0">1 205 24575,'0'-17'0,"4"-80"0,-3 88 0,0 0 0,1 1 0,0-1 0,0 1 0,1-1 0,0 1 0,1 0 0,7-12 0,-6 17 0,-2 10 0,-1 12 0,-9 202 0,-1-80 0,7-101 0,-1-16 0,2 1 0,0-1 0,5 26 0,-5-50 0,0 1 0,0-1 0,0 1 0,0-1 0,0 1 0,0-1 0,0 1 0,0-1 0,0 1 0,1-1 0,-1 1 0,0-1 0,0 0 0,0 1 0,1-1 0,-1 1 0,0-1 0,0 0 0,1 1 0,-1-1 0,0 1 0,1-1 0,-1 0 0,1 0 0,-1 1 0,1-1 0,6-8 0,5-25 0,-11 30 0,9-29 0,18-55 0,-24 77 0,1 0 0,0 0 0,0 1 0,1-1 0,0 1 0,9-10 0,-14 18 0,0 0 0,0-1 0,0 1 0,0 0 0,1 0 0,-1 0 0,1 0 0,-1 0 0,0 0 0,1 0 0,0 0 0,-1 1 0,1-1 0,-1 1 0,1-1 0,0 1 0,-1-1 0,1 1 0,3 0 0,-4 0 0,1 1 0,-1-1 0,1 1 0,0-1 0,-1 1 0,0 0 0,1 0 0,-1-1 0,1 1 0,-1 0 0,0 0 0,1 1 0,-1-1 0,0 0 0,0 0 0,1 3 0,3 4 0,0 0 0,-1 0 0,0 1 0,0 0 0,4 15 0,28 164-1365,-33-169-5461</inkml:trace>
</inkml:ink>
</file>

<file path=ppt/ink/ink9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24.934"/>
    </inkml:context>
    <inkml:brush xml:id="br0">
      <inkml:brushProperty name="width" value="0.05" units="cm"/>
      <inkml:brushProperty name="height" value="0.05" units="cm"/>
    </inkml:brush>
  </inkml:definitions>
  <inkml:trace contextRef="#ctx0" brushRef="#br0">209 210 24575,'0'-6'0,"-1"-1"0,1 0 0,-2 1 0,1-1 0,-1 1 0,0-1 0,0 1 0,0 0 0,-7-12 0,7 14 0,-1 1 0,1-1 0,-1 1 0,1 0 0,-1 0 0,0 0 0,0 0 0,0 0 0,-1 1 0,1-1 0,-1 1 0,1 0 0,-1 0 0,0 0 0,0 1 0,0-1 0,-5 0 0,7 1 0,-1 1 0,0-1 0,0 1 0,0 0 0,1 0 0,-1 0 0,0 1 0,0-1 0,0 1 0,1-1 0,-1 1 0,0 0 0,1 0 0,-1 0 0,1 0 0,-4 3 0,2-1 0,0 0 0,0 0 0,0 1 0,1 0 0,-1-1 0,1 1 0,0 1 0,-4 5 0,1 3 0,-1 0 0,2 1 0,0-1 0,0 1 0,-3 20 0,7-28 0,0 1 0,0 0 0,1 0 0,0 0 0,0 0 0,1 0 0,0-1 0,0 1 0,0 0 0,1-1 0,0 1 0,1-1 0,3 8 0,-4-11 0,-1 0 0,1 0 0,0 0 0,0 0 0,0-1 0,0 1 0,1-1 0,-1 0 0,1 1 0,-1-1 0,1 0 0,0-1 0,0 1 0,0 0 0,0-1 0,0 0 0,0 1 0,0-1 0,0 0 0,1-1 0,-1 1 0,0-1 0,1 1 0,-1-1 0,0 0 0,1 0 0,-1-1 0,7 0 0,-6 0 0,0-1 0,1 1 0,-1-1 0,0 0 0,0 0 0,0 0 0,0-1 0,0 1 0,-1-1 0,1 0 0,-1 0 0,1 0 0,-1-1 0,0 1 0,-1-1 0,1 1 0,0-1 0,-1 0 0,0 0 0,0 0 0,0-1 0,2-7 0,0-2 0,-1 1 0,0-1 0,-1 0 0,0 0 0,-1 0 0,-1-16 0,1 48 0,0 1 0,1-1 0,1 0 0,1 0 0,10 28 0,-12-40 0,1 0 0,-1-1 0,1 1 0,1-1 0,-1 1 0,1-1 0,0 0 0,0-1 0,9 9 0,-10-11 0,1 1 0,0-1 0,-1 0 0,1 0 0,0-1 0,0 1 0,0-1 0,0 1 0,1-1 0,-1 0 0,0-1 0,0 1 0,1-1 0,-1 0 0,0 0 0,6-1 0,-4 0 0,-1-1 0,1 1 0,0-1 0,-1 0 0,0-1 0,1 1 0,-1-1 0,0 0 0,0-1 0,-1 1 0,1-1 0,-1 0 0,1 0 0,-1 0 0,-1-1 0,1 0 0,-1 1 0,6-10 0,-1-1 0,0 1 0,-1-2 0,-1 1 0,0-1 0,5-24 0,-7 21 0,0-1 0,-2 0 0,1-25 0,-3 38 0,-1-1 0,1 1 0,-1-1 0,0 1 0,-1 0 0,1 0 0,-2 0 0,1 0 0,-1 0 0,0 0 0,0 0 0,-5-6 0,7 12 0,0-1 0,0 1 0,1 0 0,-1 0 0,-1 0 0,1-1 0,0 1 0,0 0 0,0 0 0,0 1 0,-1-1 0,1 0 0,0 0 0,-1 1 0,1-1 0,-1 0 0,1 1 0,-2-1 0,2 1 0,0 0 0,0 0 0,0 1 0,0-1 0,0 0 0,0 1 0,0-1 0,0 0 0,0 1 0,1-1 0,-1 1 0,0-1 0,0 1 0,1-1 0,-1 1 0,0 0 0,1-1 0,-1 1 0,0 0 0,1 0 0,-1 1 0,-2 3 0,0 0 0,1 0 0,0 1 0,0-1 0,1 1 0,0-1 0,-1 1 0,1 6 0,1 6 0,0 0 0,1 1 0,1-1 0,1 0 0,1 0 0,0 0 0,1-1 0,1 1 0,1-1 0,0 0 0,1-1 0,1 0 0,1 0 0,0-1 0,23 26 0,-31-38 0,0-1 0,0 0 0,0 1 0,0-1 0,0-1 0,1 1 0,-1 0 0,1 0 0,-1-1 0,1 1 0,0-1 0,0 0 0,0 0 0,-1 0 0,1 0 0,0-1 0,0 1 0,0-1 0,0 0 0,0 1 0,0-1 0,0-1 0,0 1 0,0 0 0,0-1 0,0 0 0,0 1 0,0-1 0,0 0 0,0 0 0,-1-1 0,1 1 0,0-1 0,-1 1 0,4-4 0,3-2 0,-1 0 0,-1-1 0,1 0 0,-1-1 0,-1 0 0,1 0 0,-1 0 0,6-15 0,34-79 0,-41 90 0,0 0 0,-2 0 0,1-1 0,-2 1 0,0-1 0,0-15 0,-4 18 0,-5 12 0,-6 19 0,7-3 43,0 0 0,1 0-1,0 0 1,2 1 0,0 0-1,1-1 1,0 26 0,3-14-470,1 0 0,1 0 1,13 51-1,-8-51-6399</inkml:trace>
</inkml:ink>
</file>

<file path=ppt/ink/ink9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25.680"/>
    </inkml:context>
    <inkml:brush xml:id="br0">
      <inkml:brushProperty name="width" value="0.05" units="cm"/>
      <inkml:brushProperty name="height" value="0.05" units="cm"/>
    </inkml:brush>
  </inkml:definitions>
  <inkml:trace contextRef="#ctx0" brushRef="#br0">24 108 24575,'-1'-3'0,"0"-1"0,0 1 0,0-1 0,0 1 0,-1 0 0,-2-6 0,-3-8 0,2-8 0,5 25 0,0-1 0,0 0 0,0 0 0,-1 1 0,1-1 0,0 0 0,0 0 0,1 1 0,-1-1 0,0 0 0,0 0 0,0 1 0,0-1 0,1 0 0,-1 1 0,0-1 0,1 0 0,-1 1 0,0-1 0,1 0 0,-1 1 0,1-1 0,-1 1 0,1-1 0,-1 1 0,1-1 0,-1 1 0,1-1 0,1 0 0,-1 1 0,0 0 0,-1 1 0,1-1 0,0 0 0,0 0 0,0 1 0,-1-1 0,1 0 0,0 1 0,-1-1 0,1 0 0,0 1 0,-1-1 0,1 1 0,0 0 0,-1-1 0,1 1 0,-1-1 0,1 1 0,-1 0 0,1-1 0,-1 1 0,1 0 0,-1 0 0,0-1 0,1 1 0,-1 0 0,0 0 0,0 0 0,0-1 0,1 2 0,5 28 0,-6-30 0,4 44 0,-3 87 0,-2-102 0,2-53 0,1 0 0,1-1 0,10-41 0,-11 58 0,1-1 0,0 1 0,0 0 0,1 0 0,0 0 0,0 0 0,0 0 0,1 1 0,1 0 0,-1 0 0,1 0 0,0 1 0,1 0 0,13-10 0,-19 15 0,0 0 0,1 0 0,-1 0 0,0 1 0,0-1 0,1 0 0,-1 1 0,1-1 0,-1 1 0,1 0 0,-1-1 0,1 1 0,-1 0 0,1 0 0,-1 0 0,1 0 0,-1 0 0,1 0 0,-1 0 0,0 1 0,1-1 0,-1 1 0,4 0 0,-4 1 0,1-1 0,0 0 0,-1 1 0,1 0 0,-1-1 0,1 1 0,-1 0 0,0 0 0,0 0 0,0 0 0,0 0 0,0 0 0,0 0 0,0 3 0,2 4 0,-1 0 0,-1 0 0,0 0 0,0 0 0,-1 1 0,-1 14 0,-13 28 0,11-42 0,-1 0 0,2 0 0,-3 14 0,5-24 0,0 0 0,0 0 0,0 1 0,0-1 0,0 0 0,0 0 0,0 1 0,0-1 0,0 0 0,0 0 0,0 1 0,0-1 0,0 0 0,0 0 0,0 1 0,0-1 0,0 0 0,0 0 0,0 1 0,0-1 0,1 0 0,-1 0 0,0 1 0,0-1 0,0 0 0,0 0 0,1 0 0,-1 1 0,0-1 0,0 0 0,0 0 0,1 0 0,-1 0 0,0 1 0,0-1 0,9-4 0,8-14 0,8-14 0,15-19 0,-36 47 0,0 0 0,0 0 0,1 0 0,0 0 0,0 1 0,0 0 0,0 0 0,8-4 0,-12 7 0,0 0 0,0-1 0,0 1 0,1 0 0,-1-1 0,0 1 0,0 0 0,1 0 0,-1 0 0,0 0 0,0 0 0,0 0 0,1 1 0,-1-1 0,0 0 0,0 1 0,0-1 0,0 0 0,1 1 0,-1 0 0,0-1 0,0 1 0,0 0 0,0-1 0,0 1 0,0 0 0,-1 0 0,1 0 0,0 0 0,0 0 0,0 0 0,-1 0 0,1 0 0,-1 0 0,1 0 0,-1 0 0,1 0 0,-1 0 0,0 1 0,1-1 0,-1 2 0,2 7 0,0 0 0,-1 0 0,1 19 0,-2-25 0,0 15 59,0 3-415,1 0 0,1-1 0,6 33 0,-2-35-6470</inkml:trace>
</inkml:ink>
</file>

<file path=ppt/ink/ink9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26.102"/>
    </inkml:context>
    <inkml:brush xml:id="br0">
      <inkml:brushProperty name="width" value="0.05" units="cm"/>
      <inkml:brushProperty name="height" value="0.05" units="cm"/>
    </inkml:brush>
  </inkml:definitions>
  <inkml:trace contextRef="#ctx0" brushRef="#br0">158 125 24575,'9'-9'0,"-1"0"0,-1-1 0,0 0 0,10-18 0,-16 26 0,0 0 0,0 0 0,0-1 0,-1 1 0,1 0 0,0 0 0,-1-1 0,0 1 0,1-1 0,-1 1 0,0 0 0,0-1 0,-1-3 0,0 5 0,1-1 0,-1 1 0,0 0 0,1 0 0,-1-1 0,0 1 0,0 0 0,0 0 0,0 0 0,0 0 0,0 0 0,0 0 0,0 0 0,-1 0 0,1 1 0,0-1 0,0 0 0,-1 1 0,1-1 0,0 1 0,-1-1 0,1 1 0,-1 0 0,-2-1 0,-1 1 0,0 0 0,0 0 0,0 0 0,-1 0 0,1 1 0,0 0 0,0 0 0,0 1 0,0-1 0,0 1 0,0 0 0,1 0 0,-1 1 0,1-1 0,-1 1 0,1 0 0,0 0 0,-6 7 0,2-3 0,0 1 0,0 0 0,1 1 0,0 0 0,0 0 0,1 1 0,-8 16 0,10-17 0,1 0 0,0 1 0,1-1 0,0 1 0,0-1 0,0 16 0,1-22 0,1-1 0,0 0 0,0 1 0,0-1 0,0 0 0,0 1 0,1-1 0,-1 0 0,1 0 0,-1 1 0,1-1 0,0 0 0,0 0 0,0 0 0,0 0 0,1 0 0,-1 0 0,0 0 0,1 0 0,-1 0 0,1-1 0,0 1 0,-1-1 0,1 1 0,0-1 0,0 0 0,0 1 0,0-1 0,0 0 0,0 0 0,1-1 0,3 2 0,-3-2 0,0 1 0,0-1 0,1-1 0,-1 1 0,0 0 0,0-1 0,0 0 0,0 0 0,0 0 0,0 0 0,0 0 0,-1 0 0,1-1 0,0 1 0,0-1 0,-1 0 0,1 0 0,-1 0 0,0 0 0,0 0 0,0-1 0,0 1 0,0-1 0,2-2 0,2-4 0,-1 0 0,1 0 0,-2-1 0,1 1 0,5-21 0,-7 14 0,0-1 0,2-28 0,-1-1 0,1 31 0,-5 15 0,0 0 0,0 0 0,1 0 0,-1 0 0,0 0 0,0 0 0,0 0 0,0 0 0,1 0 0,-1 0 0,0 0 0,0 0 0,0 0 0,0 0 0,1 0 0,-1 0 0,0 0 0,0 0 0,0 0 0,0 0 0,1 0 0,-1 0 0,0 0 0,0 0 0,0 0 0,0 0 0,1 0 0,-1 1 0,0-1 0,0 0 0,0 0 0,0 0 0,0 0 0,0 0 0,0 0 0,1 1 0,-1-1 0,0 0 0,0 0 0,9 26 0,5 61 312,7 39-1989,-16-106-5149</inkml:trace>
</inkml:ink>
</file>

<file path=ppt/ink/ink9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26.614"/>
    </inkml:context>
    <inkml:brush xml:id="br0">
      <inkml:brushProperty name="width" value="0.05" units="cm"/>
      <inkml:brushProperty name="height" value="0.05" units="cm"/>
    </inkml:brush>
  </inkml:definitions>
  <inkml:trace contextRef="#ctx0" brushRef="#br0">1 52 24575,'0'-3'0,"0"1"0,0-1 0,0 1 0,1 0 0,-1-1 0,1 1 0,0 0 0,-1-1 0,1 1 0,0 0 0,0 0 0,1 0 0,-1 0 0,0 0 0,1 0 0,1-2 0,-2 3 0,-1 1 0,1-1 0,-1 1 0,1 0 0,0-1 0,-1 1 0,1 0 0,0-1 0,-1 1 0,1 0 0,0 0 0,0-1 0,-1 1 0,1 0 0,0 0 0,0 0 0,-1 0 0,1 0 0,0 0 0,1 0 0,-1 1 0,0 0 0,1-1 0,-1 1 0,0 0 0,0-1 0,1 1 0,-1 0 0,0 0 0,0 0 0,0 0 0,0 0 0,0 0 0,-1 0 0,3 3 0,3 6 0,-1 0 0,1 1 0,-2 0 0,0 0 0,0 0 0,-1 0 0,3 19 0,-1 5 0,0 41 0,-4-90 0,0 1 0,1-1 0,1 1 0,0 0 0,1 0 0,0 0 0,1 0 0,1 1 0,0 0 0,0 0 0,1 0 0,1 1 0,0 0 0,0 1 0,1 0 0,0 0 0,20-15 0,-28 24-33,0 0 0,0 0-1,0 1 1,0-1 0,0 1-1,0-1 1,0 1 0,0-1 0,0 1-1,0-1 1,0 1 0,0 0-1,1 0 1,-1 0 0,0-1-1,0 1 1,0 0 0,0 1 0,1-1-1,-1 0 1,0 0 0,0 0-1,0 1 1,0-1 0,1 0-1,-1 1 1,0-1 0,0 1 0,0 0-1,0-1 1,0 1 0,0 0-1,-1-1 1,1 1 0,0 0-1,0 0 1,0 0 0,-1 0 0,1 0-1,0 1 1,4 6-6793</inkml:trace>
</inkml:ink>
</file>

<file path=ppt/ink/ink9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27.159"/>
    </inkml:context>
    <inkml:brush xml:id="br0">
      <inkml:brushProperty name="width" value="0.05" units="cm"/>
      <inkml:brushProperty name="height" value="0.05" units="cm"/>
    </inkml:brush>
  </inkml:definitions>
  <inkml:trace contextRef="#ctx0" brushRef="#br0">1 89 24575,'2'-3'0,"-1"0"0,1 1 0,-1-1 0,1 0 0,-1 0 0,0 0 0,0 0 0,0 0 0,0 0 0,0 0 0,-1 0 0,0 0 0,1-4 0,-1 3 0,0 0 0,1 1 0,-1-1 0,1 0 0,0 0 0,0 1 0,1-1 0,2-5 0,-3 8 0,-1 1 0,0 0 0,0-1 0,1 1 0,-1 0 0,0 0 0,0-1 0,1 1 0,-1 0 0,0 0 0,1-1 0,-1 1 0,0 0 0,1 0 0,-1 0 0,0 0 0,1 0 0,-1 0 0,1-1 0,-1 1 0,0 0 0,1 0 0,-1 0 0,1 0 0,-1 0 0,0 0 0,1 1 0,-1-1 0,1 0 0,-1 0 0,0 0 0,1 0 0,-1 0 0,0 0 0,1 1 0,-1-1 0,0 0 0,1 0 0,-1 1 0,0-1 0,0 0 0,1 0 0,-1 1 0,0-1 0,0 0 0,1 1 0,-1-1 0,0 0 0,0 1 0,0-1 0,1 0 0,-1 1 0,0-1 0,0 1 0,0 0 0,10 23 0,-4-2 0,-1 1 0,-1-1 0,-1 1 0,1 33 0,-5-13 0,-7 62 0,7-98 0,1-3 0,0-1 0,0 0 0,-1 0 0,1 0 0,-1 0 0,0 0 0,0 0 0,0 0 0,0 0 0,-1 0 0,-2 4 0,1-7 0,4-7 0,3-9 0,5-4 0,2 0 0,0 1 0,1 0 0,1 0 0,1 2 0,0-1 0,1 2 0,1 0 0,26-19 0,-26 24 0,-16 11 0,0 0 0,-1 0 0,1 0 0,0 1 0,0-1 0,0 0 0,0 0 0,0 0 0,0 0 0,0 0 0,0 0 0,0 0 0,0 0 0,0 0 0,0 0 0,0 0 0,0 0 0,0 0 0,0 0 0,0 1 0,0-1 0,0 0 0,0 0 0,0 0 0,0 0 0,0 0 0,0 0 0,0 0 0,0 0 0,0 0 0,0 0 0,0 0 0,0 0 0,0 0 0,0 1 0,0-1 0,0 0 0,0 0 0,0 0 0,0 0 0,0 0 0,0 0 0,0 0 0,0 0 0,1 0 0,-1 0 0,0 0 0,0 0 0,0 0 0,0 0 0,0 0 0,0 0 0,0 0 0,0 0 0,0 0 0,0 0 0,-22 24 0,-35 18 0,-4 3 0,60-44 0,0 0 0,0-1 0,0 1 0,0 0 0,0 0 0,0 0 0,0 0 0,1 0 0,-1 0 0,0 0 0,0 0 0,1 0 0,-1 0 0,1 0 0,-1 0 0,1 0 0,0 1 0,-1-1 0,1 0 0,0 0 0,0 0 0,0 1 0,0-1 0,0 0 0,0 0 0,0 1 0,0-1 0,0 0 0,0 0 0,1 0 0,-1 1 0,1-1 0,-1 0 0,1 0 0,-1 0 0,1 0 0,0 0 0,-1 0 0,1 0 0,0 0 0,0 0 0,1 1 0,4 3 0,1 0 0,0 0 0,0-1 0,0 0 0,11 4 0,-7-2 0,27 11 90,-20-9-35,0 0 0,-1 1 0,26 19-1,-39-26-137,0 2-1,-1-1 0,1 0 1,-1 1-1,1-1 0,-1 1 0,0 0 1,-1 0-1,1 0 0,-1 1 0,0-1 1,0 1-1,0-1 0,0 1 1,-1-1-1,0 1 0,0 0 0,0 0 1,0 6-1,-1 5-6742</inkml:trace>
</inkml:ink>
</file>

<file path=ppt/ink/ink9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44.603"/>
    </inkml:context>
    <inkml:brush xml:id="br0">
      <inkml:brushProperty name="width" value="0.05" units="cm"/>
      <inkml:brushProperty name="height" value="0.05" units="cm"/>
    </inkml:brush>
  </inkml:definitions>
  <inkml:trace contextRef="#ctx0" brushRef="#br0">263 311 24575,'6'0'0,"0"-1"0,1 0 0,-1-1 0,0 1 0,0-1 0,0-1 0,0 1 0,0-1 0,10-6 0,46-36 0,-61 44 0,2-1 0,60-52 0,-57 48 0,0 0 0,-1-1 0,0 1 0,0-1 0,0-1 0,-1 1 0,6-13 0,-9 18 0,0 0 0,-1-1 0,1 1 0,-1 0 0,1-1 0,-1 1 0,0 0 0,0-1 0,0 1 0,0 0 0,0-1 0,-1 1 0,1-1 0,-1 1 0,1 0 0,-1 0 0,0-1 0,-1-2 0,-1 2 0,1-1 0,0 1 0,-1 0 0,0 0 0,0 0 0,0 0 0,0 1 0,0-1 0,0 1 0,-5-2 0,-3-2 0,0 1 0,0 0 0,-1 1 0,1 0 0,-1 1 0,-16-2 0,6 2 0,-1 2 0,1 0 0,-1 1 0,0 1 0,1 1 0,-26 6 0,35-5 0,0 0 0,1 1 0,0 0 0,0 1 0,0 1 0,0-1 0,1 2 0,0 0 0,0 0 0,1 1 0,0 1 0,-10 9 0,17-14 0,0-1 0,0 1 0,0 0 0,0 0 0,1 0 0,-1 0 0,1 0 0,0 0 0,0 1 0,1-1 0,-1 1 0,1-1 0,0 1 0,1 0 0,-1 0 0,1-1 0,0 1 0,0 0 0,0 0 0,0-1 0,1 1 0,0 0 0,0-1 0,0 1 0,1-1 0,0 1 0,-1-1 0,2 1 0,-1-1 0,5 7 0,4 3 0,-1-1 0,2 0 0,0 0 0,0-2 0,1 1 0,1-2 0,19 13 0,22 9 0,73 32 0,48 27 0,-168-86 0,0 1 0,0-1 0,-1 1 0,0 1 0,0-1 0,-1 1 0,10 13 0,-14-18 0,-1 0 0,0 0 0,0 1 0,0-1 0,0 0 0,0 0 0,0 0 0,-1 1 0,1-1 0,-1 0 0,1 0 0,-1 1 0,0-1 0,0 1 0,0-1 0,0 0 0,-1 1 0,1-1 0,-1 0 0,1 0 0,-1 1 0,0-1 0,0 0 0,1 0 0,-2 0 0,1 0 0,0 0 0,0 0 0,-1 0 0,1 0 0,-1 0 0,1-1 0,-1 1 0,0 0 0,0-1 0,-2 2 0,-7 4 0,0 0 0,-1 0 0,0-1 0,0-1 0,0 0 0,-1 0 0,-24 5 0,12-5 0,-1-1 0,0-2 0,-28 1 0,40-4 43,0 1 0,0-1-1,0-1 1,0-1 0,1 0-1,-1-1 1,-16-7 0,22 8-165,0-1 0,1 0 0,0 0 0,0-1 0,0 0 0,0 0 0,1-1 0,0 0 0,0 0 1,1 0-1,0-1 0,0 0 0,-6-9 0,5 3-6704</inkml:trace>
</inkml:ink>
</file>

<file path=ppt/ink/ink9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45.084"/>
    </inkml:context>
    <inkml:brush xml:id="br0">
      <inkml:brushProperty name="width" value="0.05" units="cm"/>
      <inkml:brushProperty name="height" value="0.05" units="cm"/>
    </inkml:brush>
  </inkml:definitions>
  <inkml:trace contextRef="#ctx0" brushRef="#br0">127 140 24575,'11'-10'0,"-2"1"0,0 1 0,-1-1 0,9-13 0,-15 20 0,-1-1 0,1 0 0,-1 1 0,1-1 0,-1 0 0,0 0 0,0 0 0,0 0 0,0 0 0,-1 0 0,1 0 0,-1 0 0,0 0 0,0 0 0,0 0 0,0 0 0,-1 0 0,0-4 0,1 6 0,-1 0 0,1-1 0,-1 1 0,1 0 0,-1 0 0,0-1 0,0 1 0,0 0 0,0 0 0,0 0 0,0 0 0,0 0 0,0 0 0,0 0 0,0 1 0,0-1 0,0 0 0,-1 0 0,1 1 0,0-1 0,-1 1 0,1-1 0,0 1 0,-1 0 0,1-1 0,0 1 0,-1 0 0,1 0 0,-1 0 0,1 0 0,0 0 0,-1 1 0,1-1 0,-1 0 0,1 0 0,0 1 0,-1-1 0,-1 2 0,-5 0 0,1 1 0,0 0 0,-1 1 0,1 0 0,-9 6 0,7-3 0,1-1 0,1 1 0,-1 1 0,1 0 0,0 0 0,1 0 0,-1 1 0,2-1 0,-1 1 0,2 1 0,-6 10 0,8-15 0,1 0 0,-1 1 0,1-1 0,-1 0 0,1 1 0,1-1 0,-1 1 0,1-1 0,0 0 0,0 1 0,1-1 0,0 1 0,0-1 0,0 0 0,0 1 0,1-1 0,0 0 0,0 0 0,0 0 0,1 0 0,0-1 0,0 1 0,4 4 0,-5-6 0,1 0 0,0 0 0,0-1 0,0 1 0,0-1 0,1 0 0,-1 0 0,1 0 0,-1 0 0,1-1 0,0 1 0,0-1 0,-1 0 0,1 0 0,0-1 0,0 1 0,0-1 0,0 1 0,0-1 0,0-1 0,0 1 0,7-2 0,-6 1 0,0 0 0,0 0 0,-1-1 0,1 0 0,0 0 0,0 0 0,-1-1 0,0 0 0,1 0 0,-1 0 0,0 0 0,0 0 0,-1-1 0,1 0 0,-1 1 0,1-1 0,2-5 0,2-8 0,-1 0 0,0 0 0,-1 0 0,-1-1 0,4-23 0,-4 19 0,1 0 0,13-35 0,-19 57 0,0-1 0,0 1 0,0-1 0,0 1 0,0 0 0,1-1 0,-1 1 0,0 0 0,0-1 0,0 1 0,1 0 0,-1-1 0,0 1 0,0 0 0,1 0 0,-1-1 0,0 1 0,0 0 0,1 0 0,-1-1 0,0 1 0,1 0 0,-1 0 0,0 0 0,1 0 0,-1-1 0,1 1 0,-1 0 0,0 0 0,1 0 0,6 9 0,0 19 0,0 27 139,-4-24-66,9 38 0,-9-60-279,0 1 0,0-1 0,1 1-1,0-1 1,0 0 0,1 0-1,12 16 1,-7-14-6620</inkml:trace>
</inkml:ink>
</file>

<file path=ppt/ink/ink9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45.923"/>
    </inkml:context>
    <inkml:brush xml:id="br0">
      <inkml:brushProperty name="width" value="0.05" units="cm"/>
      <inkml:brushProperty name="height" value="0.05" units="cm"/>
    </inkml:brush>
  </inkml:definitions>
  <inkml:trace contextRef="#ctx0" brushRef="#br0">2 154 24575,'-1'-39'0,"0"14"0,5-48 0,-4 72 0,0 0 0,0 0 0,0 0 0,0 0 0,0 1 0,1-1 0,-1 0 0,0 0 0,0 0 0,1 0 0,-1 1 0,1-1 0,-1 0 0,1 0 0,-1 1 0,1-1 0,-1 0 0,2 0 0,-2 1 0,1 0 0,-1 0 0,0 0 0,1 0 0,-1 0 0,1 0 0,-1 0 0,0 0 0,1 1 0,-1-1 0,1 0 0,-1 0 0,0 1 0,1-1 0,-1 0 0,0 0 0,1 1 0,-1-1 0,0 0 0,0 1 0,1-1 0,-1 0 0,0 1 0,0-1 0,1 1 0,13 33 0,-1 7 0,-2 0 0,-1 1 0,-3 0 0,-1 0 0,0 73 0,-4-154 0,2 1 0,10-45 0,-10 63 0,2 0 0,0 0 0,1 1 0,2 0 0,-1 0 0,14-19 0,-20 35 0,-1 1 0,1-1 0,0 0 0,1 1 0,-1-1 0,0 1 0,1 0 0,-1 0 0,1 0 0,0 0 0,-1 0 0,1 1 0,0-1 0,0 1 0,5-2 0,-6 3 0,-1 0 0,1 0 0,0 0 0,-1 0 0,1 0 0,0 0 0,-1 1 0,1-1 0,0 1 0,-1-1 0,1 1 0,-1 0 0,1-1 0,-1 1 0,1 0 0,-1 0 0,1 0 0,-1 0 0,0 0 0,0 1 0,1-1 0,-1 0 0,0 0 0,0 1 0,0-1 0,-1 1 0,1-1 0,0 1 0,0-1 0,-1 1 0,1 1 0,5 13 0,-2 1 0,0-1 0,0 1 0,-2 0 0,1 27 0,-1-20 0,-1-13 0,0 3 0,2-14 0,3-9 0,12-23 0,31-42 0,-38 60 0,1 0 0,0 1 0,1 0 0,28-21 0,-40 32 0,1 1 0,-1 0 0,1 0 0,-1 0 0,1 0 0,0 0 0,0 1 0,-1-1 0,1 0 0,0 1 0,0-1 0,0 1 0,0 0 0,0 0 0,0-1 0,-1 1 0,1 1 0,0-1 0,3 0 0,-4 1 0,0 0 0,1 0 0,-1 0 0,1 0 0,-1 0 0,0 0 0,0 0 0,0 0 0,1 1 0,-1-1 0,0 0 0,-1 1 0,1-1 0,0 1 0,0-1 0,-1 1 0,1-1 0,0 1 0,-1-1 0,0 1 0,1 0 0,-1 2 0,3 20 0,1 44 0,1 16 0,-4-75 0,1 0 0,0-1 0,0 1 0,1-1 0,0 1 0,1-1 0,4 9 0,-6-15 0,-1 1 0,1-1 0,-1 0 0,1 0 0,0 0 0,-1 0 0,1-1 0,0 1 0,0 0 0,1-1 0,-1 1 0,0-1 0,0 0 0,1 0 0,-1 0 0,0 0 0,1 0 0,-1 0 0,5 0 0,-3-1 0,1 0 0,0 0 0,0 0 0,-1-1 0,1 1 0,0-1 0,-1 0 0,1-1 0,-1 1 0,5-3 0,6-3 0,0-1 0,0-1 0,-1-1 0,-1 1 0,13-13 0,-7 5 0,0 0 0,-2-1 0,0-1 0,-2 0 0,27-43 0,-41 61 0,-1 0 0,1-1 0,0 1 0,-1 0 0,1-1 0,-1 1 0,1-1 0,-1 1 0,0-1 0,1 1 0,-1-1 0,0 1 0,0-1 0,0 1 0,0-1 0,0 1 0,-1-3 0,1 4 0,-1-1 0,1 0 0,-1 1 0,1-1 0,-1 0 0,1 1 0,-1-1 0,1 1 0,-1-1 0,0 1 0,1-1 0,-1 1 0,0 0 0,0-1 0,1 1 0,-1 0 0,0-1 0,0 1 0,1 0 0,-1 0 0,0 0 0,0 0 0,0 0 0,-4 0 0,1 0 0,0 0 0,0 1 0,-1-1 0,1 1 0,0 0 0,0 1 0,0-1 0,0 1 0,-5 2 0,3 0 0,1-1 0,0 1 0,0-1 0,0 1 0,1 1 0,-1-1 0,1 1 0,0 0 0,0-1 0,1 2 0,-1-1 0,1 0 0,0 1 0,1 0 0,-3 6 0,4-8 0,0 1 0,0-1 0,0 1 0,1 0 0,0-1 0,0 1 0,0-1 0,0 1 0,1-1 0,0 1 0,0-1 0,0 1 0,0-1 0,1 1 0,0-1 0,0 0 0,0 0 0,0 0 0,1 0 0,-1 0 0,4 3 0,1 0 34,-1 0 1,1 0-1,1-1 0,-1 0 0,1-1 0,0 0 0,0 0 0,1 0 0,8 3 1,-2-3-377,1 1 1,-1-2 0,1 0-1,23 2 1,-7-3-6485</inkml:trace>
</inkml:ink>
</file>

<file path=ppt/ink/ink9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46.171"/>
    </inkml:context>
    <inkml:brush xml:id="br0">
      <inkml:brushProperty name="width" value="0.05" units="cm"/>
      <inkml:brushProperty name="height" value="0.05" units="cm"/>
    </inkml:brush>
  </inkml:definitions>
  <inkml:trace contextRef="#ctx0" brushRef="#br0">1 20 24575,'0'0'0,"0"-1"0,0 0 0,0 0 0,0 0 0,0 1 0,0-1 0,0 0 0,0 0 0,0 0 0,0 1 0,0-1 0,1 0 0,-1 0 0,0 1 0,1-1 0,-1 0 0,0 0 0,1 1 0,-1-1 0,1 1 0,-1-1 0,1 0 0,-1 1 0,1-1 0,0 1 0,0-1 0,0 1 0,0-1 0,0 1 0,0 0 0,0 0 0,0 0 0,0 1 0,0-1 0,0 0 0,0 0 0,0 0 0,0 1 0,0-1 0,0 1 0,0-1 0,0 1 0,2 0 0,3 4 0,1 0 0,-1 0 0,-1 0 0,7 7 0,38 47 0,-2 3 0,-4 1 0,44 81 0,-79-126 0,0-1 0,-1 1 0,-1 0 0,0 1 0,4 21 0,-10-35 0,0 1 0,0 0 0,-1-1 0,1 1 0,-1 0 0,0 0 0,-1 0 0,0-1 0,1 1 0,-2 0 0,1-1 0,-1 1 0,0-1 0,0 1 0,0-1 0,-1 0 0,0 0 0,0 0 0,0 0 0,-1 0 0,-6 6 0,2-4-341,1-1 0,-2 0-1,-12 8 1,-29 10-6485</inkml:trace>
</inkml:ink>
</file>

<file path=ppt/ink/ink9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46.839"/>
    </inkml:context>
    <inkml:brush xml:id="br0">
      <inkml:brushProperty name="width" value="0.05" units="cm"/>
      <inkml:brushProperty name="height" value="0.05" units="cm"/>
    </inkml:brush>
  </inkml:definitions>
  <inkml:trace contextRef="#ctx0" brushRef="#br0">55 0 24575,'-3'60'0,"-21"115"0,0-8 0,22-139 0,1-1 0,1 1 0,2 0 0,4 27 0,-4-44-54,0 0-1,1-1 0,0 1 1,1-1-1,0 0 1,0 0-1,1 0 0,0-1 1,1 0-1,0 0 1,0 0-1,1-1 0,1 0 1,-1 0-1,1 0 0,0-1 1,1-1-1,-1 1 1,2-1-1,-1-1 0,0 0 1,1 0-1,0-1 1,12 4-1,21 4-6771</inkml:trace>
</inkml:ink>
</file>

<file path=ppt/ink/ink9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56.447"/>
    </inkml:context>
    <inkml:brush xml:id="br0">
      <inkml:brushProperty name="width" value="0.05" units="cm"/>
      <inkml:brushProperty name="height" value="0.05" units="cm"/>
    </inkml:brush>
  </inkml:definitions>
  <inkml:trace contextRef="#ctx0" brushRef="#br0">7 1 24575,'0'2'0,"-2"2"0,-2-4 0,4-1 0</inkml:trace>
</inkml:ink>
</file>

<file path=ppt/ink/ink9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56.633"/>
    </inkml:context>
    <inkml:brush xml:id="br0">
      <inkml:brushProperty name="width" value="0.05" units="cm"/>
      <inkml:brushProperty name="height" value="0.05" units="cm"/>
    </inkml:brush>
  </inkml:definitions>
  <inkml:trace contextRef="#ctx0" brushRef="#br0">39 8 24575,'-3'0'0,"-2"0"0,-4 0 0,-2-2 0,1-4 0</inkml:trace>
</inkml:ink>
</file>

<file path=ppt/ink/ink9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56.787"/>
    </inkml:context>
    <inkml:brush xml:id="br0">
      <inkml:brushProperty name="width" value="0.05" units="cm"/>
      <inkml:brushProperty name="height" value="0.05" units="cm"/>
    </inkml:brush>
  </inkml:definitions>
  <inkml:trace contextRef="#ctx0" brushRef="#br0">105 6 24575,'-5'0'0,"-6"0"0,-4 0 0,-1 0 0,-1 0 0,0 0 0,3-2 0,5-1-8191</inkml:trace>
</inkml:ink>
</file>

<file path=ppt/ink/ink9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56.927"/>
    </inkml:context>
    <inkml:brush xml:id="br0">
      <inkml:brushProperty name="width" value="0.05" units="cm"/>
      <inkml:brushProperty name="height" value="0.05" units="cm"/>
    </inkml:brush>
  </inkml:definitions>
  <inkml:trace contextRef="#ctx0" brushRef="#br0">51 0 24575,'-5'3'0,"-3"0"0,-4 0 0,-2-1 0,2-2 0</inkml:trace>
</inkml:ink>
</file>

<file path=ppt/ink/ink9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3:57.099"/>
    </inkml:context>
    <inkml:brush xml:id="br0">
      <inkml:brushProperty name="width" value="0.05" units="cm"/>
      <inkml:brushProperty name="height" value="0.05" units="cm"/>
    </inkml:brush>
  </inkml:definitions>
  <inkml:trace contextRef="#ctx0" brushRef="#br0">197 34 24575,'-5'0'0,"-6"0"0,-6 0 0,-5 0 0,-1 0 0,-2-2 0,2-1 0,2-3 0,2-2 0,2 0 0,4 2-8191</inkml:trace>
</inkml:ink>
</file>

<file path=ppt/ink/ink9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4:01.045"/>
    </inkml:context>
    <inkml:brush xml:id="br0">
      <inkml:brushProperty name="width" value="0.05" units="cm"/>
      <inkml:brushProperty name="height" value="0.05" units="cm"/>
    </inkml:brush>
  </inkml:definitions>
  <inkml:trace contextRef="#ctx0" brushRef="#br0">14 151 24575,'-13'-54'0,"13"50"0,0 0 0,-1-1 0,2 1 0,-1 0 0,0-1 0,1 1 0,0 0 0,0 0 0,0 0 0,0-1 0,1 1 0,-1 0 0,1 1 0,5-8 0,-5 8 0,0 1 0,0 0 0,1-1 0,-1 1 0,0 1 0,1-1 0,0 0 0,-1 0 0,1 1 0,0 0 0,0-1 0,0 1 0,0 0 0,0 1 0,0-1 0,0 0 0,0 1 0,0 0 0,1 0 0,-1 0 0,4 0 0,1 1 0,0 1 0,-1-1 0,1 1 0,-1 1 0,1-1 0,-1 1 0,0 1 0,0-1 0,0 1 0,-1 1 0,1-1 0,-1 1 0,0 0 0,0 0 0,7 10 0,4 5 0,0 2 0,-2 0 0,16 28 0,25 60 0,73 202 0,-98-230 0,-30-79 0,0-1 0,0 1 0,0 0 0,0-1 0,1 1 0,-1-1 0,1 1 0,0-1 0,0 0 0,-1 0 0,2 0 0,-1 0 0,3 2 0,-4-3 0,0 0 0,1-1 0,-1 0 0,1 1 0,-1-1 0,1 0 0,-1 0 0,1 0 0,-1 0 0,1 0 0,-1 0 0,1 0 0,-1 0 0,1-1 0,-1 1 0,1 0 0,-1-1 0,0 0 0,1 1 0,-1-1 0,0 0 0,1 1 0,-1-1 0,0 0 0,0 0 0,0 0 0,2-2 0,118-116 0,-92 88 0,0 1 0,2 1 0,54-38 0,-83 65 0,0 1 0,0 0 0,0 0 0,0 0 0,0 0 0,0 1 0,0-1 0,0 0 0,1 1 0,-1 0 0,0-1 0,0 1 0,1 0 0,-1 0 0,0 0 0,0 1 0,1-1 0,-1 0 0,0 1 0,0 0 0,0-1 0,0 1 0,1 0 0,-1 0 0,0 0 0,0 0 0,-1 1 0,1-1 0,0 0 0,0 1 0,2 2 0,5 6 0,-1 0 0,0 0 0,-1 1 0,10 17 0,-7-10 0,31 49 0,78 115 0,-104-163 0,0-1 0,1 0 0,1-1 0,1-1 0,1-1 0,0-1 0,21 13 0,-36-25 0,-1 0 0,1 0 0,0-1 0,0 0 0,0 1 0,0-1 0,0 0 0,0-1 0,0 1 0,0-1 0,0 0 0,0 0 0,0 0 0,0 0 0,0-1 0,0 0 0,0 0 0,6-2 0,2-2 0,0-1 0,0 0 0,0-1 0,13-10 0,-12 8 0,30-15 0,-42 23 0,1 0 0,0 0 0,0 1 0,0-1 0,0 1 0,0-1 0,-1 1 0,1 0 0,0 0 0,0 0 0,0 0 0,0 0 0,0 0 0,0 1 0,0-1 0,0 1 0,0-1 0,0 1 0,2 1 0,-1 0 0,1 0 0,-1 0 0,0 1 0,0-1 0,0 1 0,-1 0 0,1 0 0,-1 0 0,3 4 0,3 7 0,0 0 0,-1 1 0,8 24 0,-15-39 0,33 93 0,60 116 0,-83-192 0,1-1 0,0-1 0,1 0 0,21 21 0,-12-14 0,-9-7 0,-1 0 0,-1 1 0,0 0 0,-1 1 0,0 0 0,-2 1 0,7 22 0,-5-18 0,-8-19 45,-1-1-133,1-1 0,-1 1 0,1-1 0,-1 1 0,1-1 0,0 0-1,0 1 1,-1-1 0,1 0 0,0 1 0,0-1 0,1 0-1,-1 0 1,0 0 0,2 2 0</inkml:trace>
</inkml:ink>
</file>

<file path=ppt/ink/ink9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4:01.604"/>
    </inkml:context>
    <inkml:brush xml:id="br0">
      <inkml:brushProperty name="width" value="0.05" units="cm"/>
      <inkml:brushProperty name="height" value="0.05" units="cm"/>
    </inkml:brush>
  </inkml:definitions>
  <inkml:trace contextRef="#ctx0" brushRef="#br0">1 209 24575,'9'-1'0,"0"1"0,0 0 0,0 1 0,0 0 0,0 1 0,0-1 0,0 2 0,0-1 0,-1 1 0,1 0 0,-1 1 0,0 0 0,8 6 0,1 2 0,-10-6 0,0-1 0,1 0 0,0 0 0,0 0 0,10 4 0,-15-9 0,0 1 0,0 0 0,0-1 0,0 1 0,0-1 0,-1 0 0,1 0 0,0 0 0,0 0 0,0-1 0,0 1 0,0-1 0,0 1 0,-1-1 0,1 0 0,0 0 0,0 0 0,-1-1 0,1 1 0,-1-1 0,3-1 0,1-3 0,0 1 0,0-1 0,-1 0 0,0 0 0,0 0 0,0-1 0,-1 1 0,0-1 0,0 0 0,-1-1 0,1 1 0,2-14 0,3-11 0,7-59 0,-10 52 0,-5 24 0,-3 12 0,1 5 0,0 0 0,0-1 0,0 1 0,1 0 0,-1-1 0,0 1 0,1 0 0,0 0 0,-1 0 0,1 2 0,-1 13 57,1 1-1,1-1 0,1 0 0,0-1 1,7 23-1,-5-20-482,0 0 0,-2 0 1,1 34-1</inkml:trace>
</inkml:ink>
</file>

<file path=ppt/ink/ink9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4:03.031"/>
    </inkml:context>
    <inkml:brush xml:id="br0">
      <inkml:brushProperty name="width" value="0.05" units="cm"/>
      <inkml:brushProperty name="height" value="0.05" units="cm"/>
    </inkml:brush>
  </inkml:definitions>
  <inkml:trace contextRef="#ctx0" brushRef="#br0">26 95 24575,'-1'-3'0,"0"1"0,1-1 0,-1 0 0,0 0 0,0 1 0,0-1 0,-1 1 0,1-1 0,-2-2 0,0 2 0,2 0 0,-1-1 0,0 1 0,1 0 0,-1-1 0,0-4 0,2 7 0,0 0 0,0 0 0,0 0 0,0 0 0,0 0 0,0 0 0,0 0 0,0 0 0,0 0 0,1 0 0,-1 0 0,0 0 0,1 1 0,-1-1 0,1 0 0,-1 0 0,1 0 0,0 0 0,-1 0 0,1 1 0,0-1 0,-1 0 0,1 1 0,0-1 0,0 0 0,0 1 0,1-1 0,0-1 0,0 1 0,0-1 0,0 1 0,1 0 0,-1 0 0,0 0 0,1 0 0,-1 0 0,1 0 0,-1 1 0,1-1 0,0 1 0,-1 0 0,1 0 0,-1 0 0,1 0 0,0 0 0,-1 0 0,1 1 0,-1-1 0,1 1 0,-1 0 0,1 0 0,-1 0 0,0 0 0,1 0 0,-1 0 0,0 1 0,0-1 0,0 1 0,0-1 0,0 1 0,0 0 0,0 0 0,0 0 0,-1 0 0,1 0 0,1 4 0,6 9 0,-1 0 0,-1 1 0,0 0 0,7 29 0,-8-27 0,38 141 0,-30-101 0,3 0 0,36 85 0,-52-140 0,0 0 0,0 0 0,1 0 0,0-1 0,-1 1 0,1-1 0,0 1 0,0-1 0,0 0 0,1 1 0,-1-1 0,0 0 0,1-1 0,0 1 0,-1 0 0,1-1 0,0 1 0,0-1 0,0 0 0,0 0 0,5 1 0,-3-2 0,0 0 0,-1 0 0,1 0 0,-1-1 0,1 0 0,-1 0 0,0 0 0,1-1 0,-1 1 0,0-1 0,0 0 0,0 0 0,0 0 0,5-5 0,82-64 0,-64 47 0,1 2 0,38-24 0,-61 44 0,-1 0 0,0-1 0,0 1 0,1 1 0,-1-1 0,1 1 0,0-1 0,-1 1 0,1 1 0,9-2 0,-11 3 0,0-1 0,0 1 0,0 0 0,0-1 0,0 2 0,0-1 0,0 0 0,-1 0 0,1 1 0,0-1 0,-1 1 0,1 0 0,-1 0 0,0 0 0,0 0 0,1 0 0,2 5 0,13 20 0,-1 0 0,-1 0 0,-1 2 0,16 45 0,-3-9 0,-13-28 0,11 24 0,-23-56 0,0 1 0,1-1 0,-1 0 0,1 0 0,0 0 0,0 0 0,10 7 0,-11-10 0,0 0 0,1 0 0,-1-1 0,1 1 0,-1-1 0,1 0 0,-1 0 0,1 0 0,0 0 0,-1-1 0,1 0 0,0 1 0,-1-1 0,1-1 0,0 1 0,0 0 0,-1-1 0,1 0 0,5-2 0,2 0 0,-1-1 0,1-1 0,-2 0 0,1 0 0,11-9 0,-17 11 0,0 0 0,0 0 0,0 1 0,1 0 0,-1-1 0,0 1 0,1 1 0,7-3 0,-10 4 0,-1 0 0,1 0 0,0 0 0,-1 1 0,1-1 0,0 0 0,-1 1 0,1-1 0,-1 1 0,1 0 0,-1 0 0,1-1 0,-1 1 0,1 0 0,-1 0 0,0 0 0,0 0 0,1 0 0,-1 1 0,0-1 0,0 0 0,0 1 0,0-1 0,0 0 0,-1 1 0,1-1 0,0 1 0,0 2 0,37 81 0,-27-57 0,1-1 0,1 0 0,1-1 0,2-1 0,21 29 0,-35-53 0,-1 1 0,0-1 0,0 0 0,1 1 0,-1-1 0,1 0 0,-1 0 0,1 0 0,-1 0 0,1 0 0,0-1 0,-1 1 0,1 0 0,0-1 0,0 1 0,-1-1 0,1 0 0,2 1 0,1-2 0,-1 1 0,0-1 0,0 0 0,0 0 0,8-3 0,-9 3 0,0 0 0,0-1 0,0 1 0,0 1 0,0-1 0,0 0 0,0 1 0,0 0 0,0-1 0,0 1 0,1 1 0,-1-1 0,0 0 0,0 1 0,0-1 0,4 2 0,4 4 68,-1 0 0,0 1 0,0 0 0,11 11 0,-11-9-495,0-1 1,0-1 0,16 10 0,-16-12-6400</inkml:trace>
</inkml:ink>
</file>

<file path=ppt/ink/ink9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6T01:44:03.464"/>
    </inkml:context>
    <inkml:brush xml:id="br0">
      <inkml:brushProperty name="width" value="0.05" units="cm"/>
      <inkml:brushProperty name="height" value="0.05" units="cm"/>
    </inkml:brush>
  </inkml:definitions>
  <inkml:trace contextRef="#ctx0" brushRef="#br0">279 1 24575,'2'9'0,"1"0"0,0 0 0,0-1 0,1 1 0,1 0 0,8 13 0,3 5 0,-3-1 0,-1 2 0,-1-1 0,-1 2 0,-1-1 0,-2 1 0,6 40 0,-13-67 0,1 1 0,-1 0 0,0 0 0,0 0 0,0 0 0,-1 0 0,1 0 0,-1-1 0,1 1 0,-1 0 0,0 0 0,0-1 0,0 1 0,0 0 0,-1-1 0,1 1 0,-1-1 0,0 0 0,1 1 0,-1-1 0,0 0 0,0 0 0,-1 0 0,1 0 0,0-1 0,0 1 0,-1 0 0,1-1 0,-1 0 0,0 0 0,1 0 0,-1 0 0,-5 2 0,-9 0 0,1 0 0,0-1 0,-1-1 0,-29-1 0,29-1 0,-162 0-1365,137 0-5461</inkml:trace>
</inkml:ink>
</file>

<file path=ppt/ink/ink9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1.592"/>
    </inkml:context>
    <inkml:brush xml:id="br0">
      <inkml:brushProperty name="width" value="0.05" units="cm"/>
      <inkml:brushProperty name="height" value="0.05" units="cm"/>
    </inkml:brush>
  </inkml:definitions>
  <inkml:trace contextRef="#ctx0" brushRef="#br0">1781 0 24575,'-36'10'0,"-55"9"0,50-12 0,-12 4 0,-244 50 0,5 25 0,196-49 0,-118 64 0,159-70 0,1 3 0,2 2 0,-65 57 0,60-40 0,-78 93 0,106-108 0,0 1 0,3 1 0,-38 76 0,56-99 0,1 1 0,1-1 0,1 1 0,0 0 0,1 1 0,1-1 0,1 1 0,0 0 0,2-1 0,0 1 0,1 0 0,1-1 0,0 1 0,2-1 0,0 1 0,1-1 0,1 0 0,0-1 0,16 29 0,-4-13 0,3-1 0,0 0 0,2-2 0,1-1 0,2-1 0,0 0 0,2-3 0,1 0 0,1-2 0,1-1 0,1-1 0,1-2 0,0-1 0,1-2 0,38 13 0,26 4 0,1-5 0,109 18 0,209 9 0,164-15-285,3-23-130,-357-12 362,670 7 53,-296-6 0,1144-43-1236,181-148 1236,276-170-111,-1605 197 2211,-557 143-2100,54-27 0,-80 35 0,0-2 0,0 0 0,-1 0 0,0-1 0,0-1 0,19-22 0,-29 30 0,0-1 0,-1 1 0,1-1 0,-1 0 0,0 1 0,0-1 0,0 0 0,-1 0 0,1 0 0,-1-1 0,0 1 0,0 0 0,-1-1 0,1 1 0,-1 0 0,0-1 0,0 1 0,0 0 0,-1-1 0,1 1 0,-1 0 0,0 0 0,-1-1 0,1 1 0,-1 0 0,1 0 0,-1 0 0,0 0 0,-1 1 0,1-1 0,-5-4 0,-7-9 0,-1 1 0,-1 0 0,0 1 0,-34-23 0,45 34 0,-66-46 0,-132-69 0,-90-15 0,172 87 0,-3 6 0,-1 5 0,-192-28 0,-394 0 0,-1154 70 0,787 46 0,793-40 0,-812-1 0,687-13 0,377 2 0,-247-3 0,0-24 0,-123-22 0,7 1 0,3-22 0,101 17 0,155 31 0,-174-34 0,286 52 57,0 0 0,0 2 0,0 1 0,0 1 0,-41 5 0,13 3-911,-80 23 1,114-25-5973</inkml:trace>
</inkml:ink>
</file>

<file path=ppt/ink/ink9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3.261"/>
    </inkml:context>
    <inkml:brush xml:id="br0">
      <inkml:brushProperty name="width" value="0.05" units="cm"/>
      <inkml:brushProperty name="height" value="0.05" units="cm"/>
    </inkml:brush>
  </inkml:definitions>
  <inkml:trace contextRef="#ctx0" brushRef="#br0">159 56 24575,'0'-7'0,"1"4"0,-1 0 0,0 0 0,0 0 0,0 0 0,0-1 0,0 1 0,-1 0 0,0 1 0,1-1 0,-1 0 0,0 0 0,0 0 0,-1 0 0,-1-2 0,3 4 0,0 1 0,0 0 0,0 0 0,-1 0 0,1 0 0,0 0 0,0 0 0,0 0 0,-1-1 0,1 1 0,0 0 0,0 0 0,-1 0 0,1 0 0,0 0 0,0 0 0,0 0 0,-1 0 0,1 0 0,0 0 0,0 0 0,-1 0 0,1 0 0,0 1 0,0-1 0,0 0 0,-1 0 0,1 0 0,0 0 0,0 0 0,0 0 0,-1 0 0,1 1 0,0-1 0,0 0 0,0 0 0,0 0 0,-1 0 0,1 1 0,0-1 0,0 0 0,0 0 0,0 0 0,0 1 0,0-1 0,0 0 0,0 0 0,0 1 0,-5 12 0,5-13 0,-41 194 286,8-29-407,23-130-389,0-1 0,-25 54 0,28-73-6316</inkml:trace>
</inkml:ink>
</file>

<file path=ppt/ink/ink9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3.490"/>
    </inkml:context>
    <inkml:brush xml:id="br0">
      <inkml:brushProperty name="width" value="0.05" units="cm"/>
      <inkml:brushProperty name="height" value="0.05" units="cm"/>
    </inkml:brush>
  </inkml:definitions>
  <inkml:trace contextRef="#ctx0" brushRef="#br0">1 13 24575,'0'0'0,"0"-1"0,0 1 0,0 0 0,0-1 0,0 1 0,-1-1 0,1 1 0,0-1 0,0 1 0,0 0 0,1-1 0,-1 1 0,0-1 0,0 1 0,0 0 0,0-1 0,0 1 0,0-1 0,1 1 0,-1 0 0,0-1 0,0 1 0,1-1 0,-1 1 0,0 0 0,0 0 0,1-1 0,-1 1 0,0 0 0,1-1 0,-1 1 0,0 0 0,1 0 0,0-1 0,12 10 0,13 27 0,-24-34 0,201 304 0,-143-211-1365,-46-73-5461</inkml:trace>
</inkml:ink>
</file>

<file path=ppt/ink/ink9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3.724"/>
    </inkml:context>
    <inkml:brush xml:id="br0">
      <inkml:brushProperty name="width" value="0.05" units="cm"/>
      <inkml:brushProperty name="height" value="0.05" units="cm"/>
    </inkml:brush>
  </inkml:definitions>
  <inkml:trace contextRef="#ctx0" brushRef="#br0">34 58 24575,'-3'-4'0,"0"0"0,0 0 0,0-1 0,0 1 0,0-1 0,-2-6 0,-6-10 0,29 85 0,97 356-689,-105-376 13,4 10-6150</inkml:trace>
</inkml:ink>
</file>

<file path=ppt/ink/ink9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4.233"/>
    </inkml:context>
    <inkml:brush xml:id="br0">
      <inkml:brushProperty name="width" value="0.05" units="cm"/>
      <inkml:brushProperty name="height" value="0.05" units="cm"/>
    </inkml:brush>
  </inkml:definitions>
  <inkml:trace contextRef="#ctx0" brushRef="#br0">486 57 24575,'-1'-2'0,"1"1"0,0-1 0,-1 0 0,0 0 0,1 0 0,-1 1 0,0-1 0,0 0 0,0 1 0,0-1 0,0 1 0,-1-1 0,1 1 0,0 0 0,-1-1 0,1 1 0,-1 0 0,1 0 0,-1 0 0,-1-1 0,-3-1 0,1 0 0,0 0 0,-1 1 0,0 0 0,-6-2 0,0 1 0,-1 1 0,0 1 0,0 0 0,-1 0 0,1 2 0,0 0 0,0 0 0,0 1 0,-25 7 0,22-4 0,-1 1 0,2 1 0,-1 1 0,1 0 0,0 1 0,0 0 0,-18 16 0,21-14 0,0 0 0,1 1 0,0 0 0,1 0 0,0 1 0,1 1 0,-14 27 0,18-30 0,1 0 0,0 0 0,0 1 0,1-1 0,1 1 0,0 0 0,1-1 0,0 1 0,0 0 0,1 0 0,2 14 0,0-18 20,-1 0 0,1 0 0,0-1 1,1 1-1,-1-1 0,1 0 0,1 1 0,0-1 0,0-1 0,0 1 0,1-1 0,0 1 0,0-1 0,0-1 0,1 1 0,9 6 1,-5-5-177,0-1 1,0 0 0,1 0 0,-1-2 0,1 1 0,0-1 0,1-1-1,-1 0 1,1 0 0,14 0 0,27 1-6671</inkml:trace>
</inkml:ink>
</file>

<file path=ppt/ink/ink9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4.580"/>
    </inkml:context>
    <inkml:brush xml:id="br0">
      <inkml:brushProperty name="width" value="0.05" units="cm"/>
      <inkml:brushProperty name="height" value="0.05" units="cm"/>
    </inkml:brush>
  </inkml:definitions>
  <inkml:trace contextRef="#ctx0" brushRef="#br0">21 137 24575,'-2'-2'0,"0"0"0,-1-1 0,1 1 0,0-1 0,0 0 0,1 1 0,-1-1 0,-1-3 0,3 5 0,-1 0 0,1-1 0,0 1 0,0 0 0,0 0 0,0 0 0,0 0 0,0 0 0,0 0 0,0 0 0,1 0 0,-1 0 0,0 0 0,1 0 0,-1 0 0,1 0 0,-1 0 0,1 0 0,-1 0 0,1 0 0,-1 1 0,1-1 0,0 0 0,0 0 0,-1 1 0,1-1 0,0 0 0,0 1 0,2-2 0,-1 0 0,1 1 0,0-1 0,0 1 0,0-1 0,0 1 0,0 0 0,0 0 0,0 1 0,0-1 0,0 0 0,0 1 0,0 0 0,1 0 0,-1 0 0,0 0 0,0 0 0,0 1 0,1-1 0,-1 1 0,0 0 0,0 0 0,0 0 0,0 0 0,0 1 0,-1-1 0,1 1 0,0 0 0,-1 0 0,1 0 0,-1 0 0,4 4 0,2 1 0,-1 1 0,0 0 0,-1 0 0,1 1 0,-2 0 0,1 0 0,-1 0 0,5 14 0,-5-9 0,-1-1 0,-1 1 0,0-1 0,-1 1 0,0 0 0,-1 21 0,-1-29 0,0 0 0,-1 0 0,1 0 0,-1 1 0,0-1 0,-1-1 0,0 1 0,0 0 0,0 0 0,0-1 0,-1 1 0,0-1 0,0 1 0,-1-1 0,1 0 0,-1-1 0,-5 6 0,7-9 0,1 1 0,-1-1 0,0 1 0,1-1 0,-1 0 0,0 0 0,0 0 0,0 0 0,0 0 0,0-1 0,0 1 0,0 0 0,0-1 0,0 0 0,0 1 0,0-1 0,0 0 0,-3 0 0,3-1 0,0 1 0,1-1 0,-1 0 0,0 1 0,1-1 0,-1 0 0,0 0 0,1 0 0,-1 0 0,1 0 0,0-1 0,-1 1 0,1 0 0,0-1 0,0 1 0,-2-3 0,0-2 0,0 1 0,0-1 0,1 0 0,0 0 0,0 0 0,1 0 0,0 0 0,0 0 0,0 0 0,0 0 0,1-7 0,2-7 43,1 0 0,1 1-1,0-1 1,1 1 0,1 0-1,1 1 1,11-21 0,-11 25-214,0 1 0,1-1 1,1 2-1,0-1 0,1 1 1,0 0-1,1 1 0,0 1 1,21-16-1,-11 13-6655</inkml:trace>
</inkml:ink>
</file>

<file path=ppt/ink/ink9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5.017"/>
    </inkml:context>
    <inkml:brush xml:id="br0">
      <inkml:brushProperty name="width" value="0.05" units="cm"/>
      <inkml:brushProperty name="height" value="0.05" units="cm"/>
    </inkml:brush>
  </inkml:definitions>
  <inkml:trace contextRef="#ctx0" brushRef="#br0">112 180 24575,'18'1'0,"-8"0"0,1-1 0,-1 0 0,0-1 0,0 0 0,19-5 0,-27 6 0,1-1 0,-1 0 0,1 0 0,-1-1 0,0 1 0,0 0 0,1-1 0,-1 1 0,0-1 0,0 0 0,-1 0 0,1 0 0,0 0 0,-1 0 0,1 0 0,-1 0 0,1 0 0,-1-1 0,0 1 0,0 0 0,0-1 0,0 1 0,-1-1 0,1 1 0,-1-1 0,1 0 0,-1 1 0,0-1 0,0-3 0,0 1 0,-1 0 0,0 0 0,0 0 0,0 0 0,0 1 0,-1-1 0,1 0 0,-1 1 0,0 0 0,-1-1 0,1 1 0,-1 0 0,0 0 0,0 0 0,0 0 0,0 1 0,-1-1 0,0 1 0,1 0 0,-1 0 0,0 0 0,-8-3 0,8 4 0,0 0 0,0 0 0,0 0 0,-1 0 0,1 1 0,0 0 0,-1 0 0,1 0 0,-1 1 0,1-1 0,-1 1 0,0 0 0,1 0 0,-1 1 0,1-1 0,-1 1 0,1 0 0,-1 0 0,1 1 0,0-1 0,0 1 0,-1 0 0,1 0 0,-4 4 0,1 0 0,0 0 0,0 1 0,1 0 0,0 0 0,1 1 0,0 0 0,0 0 0,0 0 0,1 0 0,1 1 0,-1 0 0,1-1 0,1 1 0,0 0 0,0 1 0,0-1 0,1 0 0,1 0 0,0 1 0,0-1 0,0 0 0,1 1 0,5 16 0,-4-17 0,0-1 0,1 0 0,0 0 0,0 0 0,1-1 0,0 1 0,0-1 0,1 0 0,0 0 0,0 0 0,11 10 0,-10-13 0,-1 0 0,1 0 0,-1 0 0,1 0 0,0-1 0,0 0 0,1 0 0,-1-1 0,1 0 0,-1 0 0,1 0 0,0-1 0,0 0 0,-1 0 0,14-1 0,16-3-1365,-3-3-5461</inkml:trace>
</inkml:ink>
</file>

<file path=ppt/ink/ink9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5.642"/>
    </inkml:context>
    <inkml:brush xml:id="br0">
      <inkml:brushProperty name="width" value="0.05" units="cm"/>
      <inkml:brushProperty name="height" value="0.05" units="cm"/>
    </inkml:brush>
  </inkml:definitions>
  <inkml:trace contextRef="#ctx0" brushRef="#br0">153 377 24575,'3'-4'0,"-1"0"0,1 0 0,-1 0 0,0-1 0,-1 1 0,1 0 0,-1-1 0,1-5 0,5-13 0,-5 19 0,12-36 0,-14 38 0,1 1 0,-1-1 0,0 1 0,1-1 0,-1 1 0,0-1 0,0 1 0,0-1 0,0 1 0,0-1 0,0 0 0,-1 1 0,1-1 0,0 1 0,-1-1 0,1 1 0,-1-1 0,0 1 0,1 0 0,-1-1 0,-2-1 0,2 2 0,0 0 0,0 1 0,0 0 0,0-1 0,0 1 0,0 0 0,0-1 0,0 1 0,0 0 0,0 0 0,0 0 0,0 0 0,0 0 0,0 0 0,0 0 0,0 0 0,0 1 0,0-1 0,0 0 0,0 1 0,0-1 0,0 0 0,0 1 0,0 0 0,0-1 0,-2 2 0,-24 19 0,25-19 0,-11 10 0,1 0 0,0 1 0,0 1 0,1-1 0,1 2 0,0-1 0,2 2 0,-1-1 0,2 1 0,0 0 0,-8 29 0,14-42 0,0 0 0,1 0 0,-1 0 0,1 1 0,0-1 0,0 0 0,0 0 0,0 0 0,1 0 0,-1 0 0,1 0 0,0 0 0,0 0 0,0 0 0,0 0 0,0 0 0,1 0 0,0-1 0,-1 1 0,1 0 0,2 2 0,-1-3 0,0 0 0,0 1 0,0-1 0,0 0 0,0-1 0,0 1 0,1-1 0,-1 1 0,1-1 0,-1 0 0,1 0 0,-1 0 0,1-1 0,-1 1 0,1-1 0,0 0 0,6-1 0,2 0 0,0 0 0,-1-1 0,1-1 0,0 0 0,18-8 0,-26 10 0,0-1 0,0 0 0,0 0 0,0 0 0,-1 0 0,1-1 0,-1 1 0,1-1 0,-1 0 0,0 0 0,0 0 0,-1 0 0,1-1 0,0 1 0,-1-1 0,0 1 0,0-1 0,0 0 0,1-6 0,-2 9 0,-1 0 0,0-1 0,0 1 0,0 0 0,0-1 0,0 1 0,0-1 0,0 1 0,0 0 0,-1-1 0,1 1 0,0 0 0,-1 0 0,1-1 0,-1 1 0,1 0 0,-1 0 0,0-1 0,0 1 0,0 0 0,1 0 0,-1 0 0,0 0 0,0 0 0,0 0 0,0 1 0,-2-2 0,3 2 0,-1-1 0,1 1 0,-1 0 0,0 0 0,1 0 0,-1-1 0,0 1 0,1 0 0,-1 0 0,0 0 0,1 0 0,-1 0 0,0 0 0,1 0 0,-1 0 0,1 0 0,-1 1 0,0-1 0,1 0 0,-1 0 0,-1 1 0,1 0 0,0 0 0,1-1 0,-1 1 0,0 0 0,0 0 0,0 0 0,1 0 0,-1 0 0,1 0 0,-1 0 0,1 0 0,-1 0 0,1 0 0,-1 1 0,1-1 0,-1 2 0,0 3 0,1 1 0,-1 0 0,1-1 0,0 1 0,0 0 0,1 0 0,0-1 0,0 1 0,1-1 0,-1 1 0,2-1 0,-1 1 0,5 8 0,-5-12 0,-1 0 0,0-1 0,1 1 0,0-1 0,0 0 0,-1 0 0,1 1 0,1-1 0,-1 0 0,0-1 0,0 1 0,1 0 0,-1-1 0,1 1 0,-1-1 0,1 0 0,0 0 0,-1 0 0,1 0 0,0 0 0,0-1 0,0 1 0,0-1 0,0 0 0,0 0 0,-1 0 0,1 0 0,0 0 0,0 0 0,0-1 0,0 0 0,0 1 0,3-3 0,3-1 0,0 0 0,-1 0 0,1-1 0,-1-1 0,0 1 0,0-2 0,-1 1 0,1-1 0,-2 0 0,1 0 0,-1-1 0,0 1 0,0-2 0,-1 1 0,0 0 0,5-15 0,-2 3 0,-1 0 0,0 0 0,-2 0 0,-1-1 0,0 0 0,1-35 0,-4 29 0,-1 0 0,-2 0 0,0 1 0,-2-1 0,-1 0 0,-1 1 0,-13-36 0,18 59 0,-1 0 0,1 0 0,-1 0 0,1 1 0,-1-1 0,0 0 0,0 1 0,-3-3 0,5 5 0,0 0 0,0 0 0,-1-1 0,1 1 0,0 0 0,0 0 0,-1 0 0,1 0 0,0-1 0,-1 1 0,1 0 0,0 0 0,0 0 0,-1 0 0,1 0 0,0 0 0,-1 0 0,1 0 0,0 0 0,-1 0 0,1 0 0,0 0 0,-1 0 0,1 0 0,0 0 0,-1 0 0,1 0 0,0 0 0,-1 1 0,0-1 0,1 1 0,-1 0 0,1 0 0,-1 0 0,1 0 0,-1 0 0,1-1 0,0 1 0,-1 0 0,1 0 0,0 0 0,0 0 0,-1 0 0,1 0 0,0 1 0,-1 27 0,2 0 0,0 0 0,2-1 0,12 55 0,-9-55 0,16 79-682,40 117-1,-50-189-6143</inkml:trace>
</inkml:ink>
</file>

<file path=ppt/ink/ink9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6.014"/>
    </inkml:context>
    <inkml:brush xml:id="br0">
      <inkml:brushProperty name="width" value="0.05" units="cm"/>
      <inkml:brushProperty name="height" value="0.05" units="cm"/>
    </inkml:brush>
  </inkml:definitions>
  <inkml:trace contextRef="#ctx0" brushRef="#br0">4 225 24575,'0'0'0,"0"0"0,0 0 0,0 0 0,0 0 0,0-1 0,0 1 0,0 0 0,0 0 0,0 0 0,0 0 0,0 0 0,0-1 0,0 1 0,0 0 0,0 0 0,0 0 0,0 0 0,0 0 0,0-1 0,0 1 0,0 0 0,0 0 0,0 0 0,0 0 0,0 0 0,0 0 0,0 0 0,-1-1 0,1 1 0,0 0 0,0 0 0,0 0 0,0 0 0,0 0 0,0 0 0,0 0 0,-1 0 0,1 0 0,0 0 0,0 0 0,0 0 0,0 0 0,0 0 0,0 0 0,-1-1 0,1 1 0,0 0 0,0 1 0,0-1 0,0 0 0,0 1 0,0-1 0,0 0 0,0 1 0,1-1 0,-1 0 0,0 1 0,0-1 0,0 0 0,1 1 0,-1-1 0,0 0 0,0 0 0,1 1 0,-1-1 0,0 0 0,0 0 0,1 0 0,-1 1 0,0-1 0,1 0 0,-1 0 0,0 0 0,1 0 0,-1 0 0,0 0 0,1 1 0,0-1 0,7 3 0,1-1 0,0 1 0,0-1 0,0-1 0,0 0 0,1 0 0,-1-1 0,11-1 0,9-1 0,35-8 0,-50 8 0,16-3 0,36-12 0,-59 14 0,0 1 0,0-1 0,-1 0 0,1 0 0,0-1 0,-1 0 0,0 0 0,0 0 0,0-1 0,8-9 0,-11 11 0,-1 0 0,0 0 0,0-1 0,0 1 0,-1 0 0,1-1 0,-1 1 0,0-1 0,0 1 0,0-1 0,0 0 0,-1 1 0,1-1 0,-1 0 0,0 1 0,0-1 0,0 0 0,-1 0 0,1 1 0,-1-1 0,0 1 0,0-1 0,0 0 0,-1 1 0,1 0 0,-1-1 0,0 1 0,0 0 0,0 0 0,-4-5 0,3 4 0,0 1 0,0-1 0,-1 1 0,1 0 0,-1 0 0,0 0 0,0 1 0,0-1 0,0 1 0,0 0 0,-1 0 0,1 0 0,-1 1 0,1-1 0,-1 1 0,0 0 0,1 0 0,-1 1 0,0 0 0,0 0 0,1 0 0,-1 0 0,-8 2 0,6 0 0,1 0 0,-1 0 0,1 1 0,0 0 0,0 0 0,0 1 0,0-1 0,0 1 0,1 1 0,0-1 0,0 1 0,-6 6 0,5-3 0,-1 1 0,2-1 0,-1 2 0,1-1 0,1 0 0,-1 1 0,-3 15 0,3-8 0,1 0 0,1 1 0,1 0 0,0-1 0,2 1 0,0 0 0,0 0 0,2 0 0,4 21 0,-4-29-62,1 0 0,0-1 0,0 1 0,1-1 0,0 0 0,1 0 0,0 0 0,0-1 0,1 0 0,0 0 0,0 0 0,1-1-1,0 1 1,1-2 0,-1 1 0,1-1 0,0 0 0,1-1 0,-1 0 0,1 0 0,11 4 0,16 2-6764</inkml:trace>
</inkml:ink>
</file>

<file path=ppt/ink/ink9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6.647"/>
    </inkml:context>
    <inkml:brush xml:id="br0">
      <inkml:brushProperty name="width" value="0.05" units="cm"/>
      <inkml:brushProperty name="height" value="0.05" units="cm"/>
    </inkml:brush>
  </inkml:definitions>
  <inkml:trace contextRef="#ctx0" brushRef="#br0">107 227 24575,'-8'-5'0,"-1"-1"0,1 0 0,0-1 0,0 1 0,1-2 0,-10-10 0,-18-18 0,29 33 0,6 11 0,9 12 0,-9-19 0,30 67 0,-8-16 0,2-2 0,2-1 0,40 58 0,-64-104 0,0 0 0,0 0 0,1 0 0,-1-1 0,1 0 0,-1 1 0,1-1 0,0 0 0,0 0 0,6 3 0,-8-5 0,1 0 0,-1 1 0,0-1 0,1 0 0,-1 0 0,1 0 0,-1 0 0,1 0 0,-1 0 0,0-1 0,1 1 0,-1 0 0,1-1 0,-1 1 0,0-1 0,1 1 0,-1-1 0,0 0 0,0 1 0,1-1 0,-1 0 0,0 0 0,0 0 0,0 0 0,0 0 0,0 0 0,0 0 0,1-2 0,4-5 0,-1-1 0,0 1 0,0-1 0,-1 0 0,0 0 0,-1 0 0,4-12 0,12-73 0,-12 51 0,-6 36 0,44-261 0,-45 267 18,1-5 300,2 8-2019,0 6-5125</inkml:trace>
</inkml:ink>
</file>

<file path=ppt/ink/ink9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6.849"/>
    </inkml:context>
    <inkml:brush xml:id="br0">
      <inkml:brushProperty name="width" value="0.05" units="cm"/>
      <inkml:brushProperty name="height" value="0.05" units="cm"/>
    </inkml:brush>
  </inkml:definitions>
  <inkml:trace contextRef="#ctx0" brushRef="#br0">0 1 24575,'3'0'0,"0"2"0,0 6 0,0 4 0,-1 4 0,-1 5 0,-1 3 0,0 5 0,3 2 0,0-2 0,0-1 0,-1-2 0,0-4 0,-1-6-8191</inkml:trace>
</inkml:ink>
</file>

<file path=ppt/ink/ink9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7.036"/>
    </inkml:context>
    <inkml:brush xml:id="br0">
      <inkml:brushProperty name="width" value="0.05" units="cm"/>
      <inkml:brushProperty name="height" value="0.05" units="cm"/>
    </inkml:brush>
  </inkml:definitions>
  <inkml:trace contextRef="#ctx0" brushRef="#br0">28 16 24575,'-2'-5'0,"-4"-1"0,0 2 0,0 5 0,2 4 0,1 4 0</inkml:trace>
</inkml:ink>
</file>

<file path=ppt/ink/ink9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8.249"/>
    </inkml:context>
    <inkml:brush xml:id="br0">
      <inkml:brushProperty name="width" value="0.05" units="cm"/>
      <inkml:brushProperty name="height" value="0.05" units="cm"/>
    </inkml:brush>
  </inkml:definitions>
  <inkml:trace contextRef="#ctx0" brushRef="#br0">1 315 24575,'0'-1'0,"0"1"0,1-1 0,-1 1 0,0-1 0,0 1 0,1-1 0,-1 1 0,1-1 0,-1 1 0,0-1 0,1 1 0,-1 0 0,1-1 0,-1 1 0,1-1 0,-1 1 0,1 0 0,-1 0 0,1-1 0,-1 1 0,1 0 0,0 0 0,-1 0 0,1-1 0,-1 1 0,2 0 0,19-3 0,-18 3 0,51 0 0,15-1 0,-64 1 0,0-1 0,0 0 0,0 0 0,0 0 0,0-1 0,0 0 0,0 1 0,-1-2 0,1 1 0,4-4 0,-7 5 0,0 0 0,-1-1 0,1 1 0,0-1 0,-1 1 0,0-1 0,1 1 0,-1-1 0,0 0 0,0 0 0,0 0 0,0 0 0,0 0 0,-1 0 0,1 0 0,-1 0 0,1 0 0,-1 0 0,1-3 0,-1 1 0,-1 1 0,1-1 0,-1 1 0,1-1 0,-1 1 0,0 0 0,-1-1 0,1 1 0,0 0 0,-1 0 0,-2-3 0,1 0 0,-1 1 0,0-1 0,-1 1 0,1 0 0,-1 1 0,0-1 0,0 1 0,0 0 0,-1 0 0,1 1 0,-1-1 0,-7-2 0,10 5 0,1 1 0,0-1 0,-1 1 0,1 0 0,-1 0 0,1 0 0,-1 0 0,1 0 0,0 0 0,-1 1 0,1-1 0,-1 1 0,1 0 0,0-1 0,-1 1 0,1 0 0,0 0 0,0 1 0,0-1 0,0 0 0,0 1 0,0-1 0,0 1 0,0 0 0,1 0 0,-1 0 0,1-1 0,-1 2 0,1-1 0,-1 2 0,-3 4 0,1 0 0,0 0 0,0 0 0,1 1 0,0-1 0,-3 18 0,4-18 0,1 0 0,1 0 0,-1 0 0,1 0 0,1 1 0,0-1 0,0 0 0,0 0 0,1 0 0,0 0 0,1 0 0,5 11 0,-6-14 0,1 0 0,0-1 0,0 1 0,0-1 0,1 0 0,-1 0 0,1 0 0,0 0 0,0-1 0,0 1 0,1-1 0,-1 0 0,1 0 0,0-1 0,0 0 0,0 0 0,0 0 0,0 0 0,10 1 0,-9-1 0,0-1 0,1 0 0,-1-1 0,0 0 0,1 0 0,-1 0 0,0-1 0,0 0 0,1 0 0,-1 0 0,0-1 0,0 0 0,0 0 0,0 0 0,-1-1 0,1 0 0,-1 0 0,1-1 0,-1 1 0,0-1 0,0 0 0,-1-1 0,1 1 0,-1-1 0,0 0 0,0 0 0,0 0 0,-1-1 0,0 1 0,0-1 0,0 1 0,-1-1 0,0 0 0,3-12 0,-1-1 0,-1 0 0,0 1 0,-2-1 0,0 0 0,-1 0 0,-1 0 0,0 0 0,-8-33 0,14 77 0,16 64 0,-18-79 0,1 4 0,1-1 0,0 0 0,0-1 0,2 1 0,9 16 0,-13-27 0,-1 1 0,0 0 0,0-1 0,1 0 0,0 1 0,-1-1 0,1 0 0,0 0 0,0 0 0,0-1 0,0 1 0,0-1 0,0 1 0,1-1 0,-1 0 0,0-1 0,1 1 0,-1 0 0,1-1 0,-1 0 0,1 0 0,-1 0 0,1 0 0,-1 0 0,0-1 0,1 0 0,3-1 0,7-2 0,0-1 0,14-7 0,-14 6 0,-1 0 0,18-4 0,-29 9 0,1 0 0,-1 0 0,0 0 0,0 0 0,1 0 0,-1-1 0,0 1 0,0-1 0,-1 1 0,1-1 0,0 0 0,0 0 0,-1 0 0,1 1 0,-1-2 0,0 1 0,1 0 0,-1 0 0,0 0 0,1-4 0,2-6 0,-1 0 0,4-25 0,-3 14 0,1-2 0,4-44 0,-9 63 0,0-1 0,0 1 0,0-1 0,-1 1 0,1-1 0,-2 1 0,1 0 0,-1 0 0,0-1 0,0 1 0,0 0 0,-5-7 0,7 12 0,-1 1 0,1-1 0,0 1 0,-1-1 0,1 1 0,0-1 0,-1 1 0,1-1 0,0 1 0,-1-1 0,1 1 0,-1 0 0,1-1 0,-1 1 0,1 0 0,-1-1 0,1 1 0,-1 0 0,0 0 0,1-1 0,-1 1 0,1 0 0,-1 0 0,0 0 0,0 0 0,1 0 0,-1 0 0,1 1 0,-1-1 0,1 1 0,-1-1 0,1 0 0,-1 1 0,1-1 0,0 1 0,-1-1 0,1 1 0,0 0 0,-1-1 0,1 1 0,0-1 0,0 1 0,-1-1 0,1 1 0,0 0 0,-5 34 0,5-15 0,0 1 0,1 0 0,0-1 0,2 1 0,1-1 0,0 0 0,2 0 0,0 0 0,1-1 0,17 33 0,-23-50 0,0 0 0,0 0 0,0-1 0,0 1 0,0 0 0,1 0 0,-1-1 0,1 1 0,-1-1 0,1 1 0,-1-1 0,1 0 0,0 0 0,0 0 0,0 1 0,0-2 0,0 1 0,0 0 0,0 0 0,0-1 0,0 1 0,0-1 0,0 1 0,0-1 0,0 0 0,3 0 0,-1-1 0,-1 0 0,1 0 0,0 0 0,0-1 0,-1 1 0,1-1 0,-1 0 0,0 0 0,1 0 0,-1 0 0,0-1 0,0 0 0,4-4 0,12-12 0,3-2 0,34-44 0,-51 58 0,0-1 0,-1 1 0,1-1 0,-1 0 0,-1 0 0,0 0 0,0 0 0,0 0 0,-1-1 0,0 1 0,0-10 0,-2 15-72,0 0 1,0 1-1,0-1 0,0 1 0,0-1 0,-1 0 0,0 1 0,1-1 1,-1 1-1,0-1 0,0 1 0,0 0 0,0-1 0,-1 1 0,1 0 1,-1 0-1,1 0 0,-5-4 0</inkml:trace>
</inkml:ink>
</file>

<file path=ppt/ink/ink9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8.699"/>
    </inkml:context>
    <inkml:brush xml:id="br0">
      <inkml:brushProperty name="width" value="0.05" units="cm"/>
      <inkml:brushProperty name="height" value="0.05" units="cm"/>
    </inkml:brush>
  </inkml:definitions>
  <inkml:trace contextRef="#ctx0" brushRef="#br0">283 95 24575,'-57'-35'0,"37"22"0,-38-19 0,51 29 0,1 1 0,0 0 0,0 0 0,-1 0 0,1 1 0,-1 0 0,0 0 0,1 0 0,-1 1 0,1 0 0,-8 1 0,11 0 0,0-1 0,0 1 0,0 0 0,0-1 0,1 1 0,-1 1 0,0-1 0,1 0 0,-1 1 0,1-1 0,-1 1 0,1 0 0,0-1 0,0 1 0,0 0 0,0 1 0,-3 2 0,3-1 0,0 0 0,0-1 0,0 1 0,1 0 0,0 0 0,0 0 0,0 0 0,0 0 0,0 0 0,1 0 0,0 5 0,0 1 0,1 0 0,0-1 0,0 1 0,1-1 0,0 0 0,1 0 0,0 1 0,1-2 0,8 17 0,-5-14 0,0-2 0,1 1 0,0-1 0,0 0 0,1 0 0,0-1 0,1 0 0,-1-1 0,13 7 0,11 4 0,57 21 0,-37-17 0,-51-21 0,0 0 0,0 0 0,0 0 0,0 0 0,0 0 0,0 1 0,-1-1 0,1 0 0,0 1 0,-1-1 0,1 1 0,-1 0 0,1-1 0,-1 1 0,0 0 0,2 4 0,-3-6 0,0 1 0,0 0 0,1-1 0,-1 1 0,0-1 0,0 1 0,0 0 0,-1-1 0,1 1 0,0-1 0,0 1 0,0 0 0,0-1 0,0 1 0,-1-1 0,1 1 0,0-1 0,-1 1 0,1-1 0,0 1 0,-1-1 0,1 1 0,-1 0 0,0 0 0,-1 0 0,1 0 0,-1 0 0,0 0 0,1 0 0,-1 0 0,0-1 0,0 1 0,1-1 0,-1 1 0,-2-1 0,-14 3-151,-1-2-1,1 0 0,-1-2 0,1 0 1,-1-1-1,1 0 0,0-2 1,-19-5-1,8 0-6674</inkml:trace>
</inkml:ink>
</file>

<file path=ppt/ink/ink9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9.633"/>
    </inkml:context>
    <inkml:brush xml:id="br0">
      <inkml:brushProperty name="width" value="0.05" units="cm"/>
      <inkml:brushProperty name="height" value="0.05" units="cm"/>
    </inkml:brush>
  </inkml:definitions>
  <inkml:trace contextRef="#ctx0" brushRef="#br0">0 12 24575,'0'-2'0,"0"-4"0,0 3 0,0 5 0,3 6 0,0 8 0,0 6 0,2 9 0,0 6 0,1 7 0,0 5 0,-1 2 0,-1 1 0,-2-1 0,-1-4 0,0-10-8191</inkml:trace>
</inkml:ink>
</file>

<file path=ppt/ink/ink9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29.883"/>
    </inkml:context>
    <inkml:brush xml:id="br0">
      <inkml:brushProperty name="width" value="0.05" units="cm"/>
      <inkml:brushProperty name="height" value="0.05" units="cm"/>
    </inkml:brush>
  </inkml:definitions>
  <inkml:trace contextRef="#ctx0" brushRef="#br0">1 26 24575,'0'-1'0,"0"0"0,0 0 0,0 0 0,0 0 0,0 0 0,0 1 0,0-1 0,0 0 0,0 0 0,0 0 0,0 0 0,1 0 0,-1 1 0,0-1 0,1 0 0,-1 0 0,1 0 0,-1 1 0,1-1 0,-1 0 0,1 0 0,-1 1 0,1-1 0,0 1 0,-1-1 0,1 1 0,0-1 0,-1 1 0,1-1 0,0 1 0,0-1 0,0 1 0,0 0 0,-1-1 0,1 1 0,0 0 0,0 0 0,0 0 0,0 0 0,0 0 0,0 0 0,-1 0 0,1 0 0,0 0 0,0 0 0,0 0 0,1 1 0,2 0 0,-1 0 0,1 1 0,0-1 0,-1 1 0,0 0 0,1-1 0,-1 2 0,0-1 0,5 5 0,9 11 0,-1 2 0,-1 0 0,-1 1 0,-1 1 0,0 0 0,-2 1 0,-1 0 0,-1 1 0,0-1 0,6 34 0,-12-43 0,-1 0 0,0 1 0,-1-1 0,-1 1 0,0-1 0,-1 1 0,0-1 0,-2 0 0,1 1 0,-2-1 0,1 0 0,-2-1 0,0 1 0,-1-1 0,0 0 0,-1 0 0,0 0 0,-1-1 0,-1 0 0,-18 19 0,-31 26-1365,0-8-5461</inkml:trace>
</inkml:ink>
</file>

<file path=ppt/ink/ink9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30.646"/>
    </inkml:context>
    <inkml:brush xml:id="br0">
      <inkml:brushProperty name="width" value="0.05" units="cm"/>
      <inkml:brushProperty name="height" value="0.05" units="cm"/>
    </inkml:brush>
  </inkml:definitions>
  <inkml:trace contextRef="#ctx0" brushRef="#br0">35 189 24575,'-1'-2'0,"-1"0"0,1 0 0,-1 0 0,1-1 0,0 1 0,0 0 0,0 0 0,0-1 0,1 1 0,-1-1 0,1 1 0,-1-1 0,1 1 0,0-1 0,0-4 0,0 0 0,1 1 0,-1-1 0,2 0 0,2-11 0,-2 12 0,1-1 0,0 1 0,0 0 0,0 0 0,1 1 0,0-1 0,0 1 0,0 0 0,1 0 0,0 0 0,0 1 0,0-1 0,0 1 0,1 0 0,-1 1 0,1-1 0,10-3 0,-12 5 0,0 1 0,0-1 0,0 1 0,1 1 0,-1-1 0,0 0 0,1 1 0,-1 0 0,0 0 0,1 0 0,-1 1 0,0-1 0,0 1 0,1 0 0,-1 0 0,0 1 0,0-1 0,0 1 0,0 0 0,0 0 0,-1 0 0,1 0 0,0 1 0,-1-1 0,0 1 0,0 0 0,6 7 0,-4-4 0,-1 0 0,1 0 0,-1 1 0,-1-1 0,1 1 0,-1 0 0,0 0 0,-1 0 0,0 1 0,0-1 0,0 0 0,0 9 0,-1-5 0,-1 1 0,0-1 0,-1 1 0,0-1 0,-1 0 0,-1 1 0,-4 14 0,-1-5 0,-1 0 0,0 0 0,-2-1 0,0 0 0,-2-1 0,0-1 0,-23 27 0,23-32 0,0 0 0,-19 15 0,26-24 0,0 0 0,-1 0 0,1 0 0,-1-1 0,1 1 0,-1-2 0,0 1 0,-12 2 0,18-5 0,0 1 0,1-1 0,-1 0 0,0 0 0,0 0 0,0 0 0,0 0 0,1 0 0,-1 0 0,0 0 0,0 0 0,0 0 0,0 0 0,0 0 0,1-1 0,-1 1 0,0 0 0,0-1 0,1 1 0,-1 0 0,0-1 0,0 1 0,0-2 0,0 1 0,1 1 0,0-1 0,-1 0 0,1 0 0,0 0 0,0 0 0,0 0 0,0 1 0,0-1 0,0 0 0,0 0 0,0 0 0,0 0 0,0 0 0,0 0 0,1 1 0,-1-1 0,1-1 0,1-4 0,1 0 0,0 0 0,0 1 0,8-11 0,1 2 34,2 0 1,-1 0-1,1 1 0,1 1 0,1 0 0,-1 2 0,2-1 0,-1 2 0,22-9 1,-27 13-142,1 0 0,-1 2 1,1-1-1,-1 2 0,1-1 1,0 1-1,0 1 0,0 0 1,0 1-1,0 1 0,0-1 1,0 2-1,0 0 0,-1 0 1,22 7-1,-21-3-6719</inkml:trace>
</inkml:ink>
</file>

<file path=ppt/ink/ink9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30.897"/>
    </inkml:context>
    <inkml:brush xml:id="br0">
      <inkml:brushProperty name="width" value="0.05" units="cm"/>
      <inkml:brushProperty name="height" value="0.05" units="cm"/>
    </inkml:brush>
  </inkml:definitions>
  <inkml:trace contextRef="#ctx0" brushRef="#br0">1 100 24575,'0'-14'0,"-1"6"0,1-1 0,0 0 0,1 0 0,3-15 0,-4 23 0,0 0 0,0-1 0,1 1 0,-1 0 0,1-1 0,-1 1 0,1 0 0,0 0 0,-1 0 0,1 0 0,0-1 0,0 1 0,0 0 0,-1 0 0,1 0 0,0 1 0,1-1 0,-1 0 0,0 0 0,0 1 0,0-1 0,0 0 0,1 1 0,-1-1 0,0 1 0,0-1 0,1 1 0,-1 0 0,0 0 0,1 0 0,-1-1 0,0 1 0,1 0 0,-1 1 0,0-1 0,1 0 0,1 1 0,5 1 0,0 1 0,-1 0 0,0 0 0,1 0 0,-1 1 0,-1 1 0,1-1 0,0 1 0,-1 0 0,7 8 0,4 4 0,0 1 0,14 23 0,-20-26 43,-1 0 0,-1 1-1,-1 0 1,0 0 0,-1 1-1,-1 0 1,7 32 0,-11-38-165,0 0 0,0 1 0,-2-1 0,1 1 0,-2-1 0,1 1 0,-1-1 0,-1 0 0,0 1 1,-1-1-1,0 0 0,-1 0 0,-6 13 0,-5 4-6704</inkml:trace>
</inkml:ink>
</file>

<file path=ppt/ink/ink9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31.845"/>
    </inkml:context>
    <inkml:brush xml:id="br0">
      <inkml:brushProperty name="width" value="0.05" units="cm"/>
      <inkml:brushProperty name="height" value="0.05" units="cm"/>
    </inkml:brush>
  </inkml:definitions>
  <inkml:trace contextRef="#ctx0" brushRef="#br0">226 56 24575,'0'-1'0,"0"-1"0,-1 0 0,1 0 0,0 0 0,-1 0 0,1 0 0,-1 0 0,1 1 0,-1-1 0,0 0 0,0 0 0,0 1 0,0-1 0,0 0 0,0 1 0,0-1 0,-1 1 0,-1-2 0,0 1 0,0-1 0,0 1 0,-1 1 0,1-1 0,0 0 0,-1 1 0,1 0 0,-1 0 0,-4-1 0,1 0 0,0 1 0,-1 0 0,1 1 0,-1 0 0,1 0 0,0 1 0,-1-1 0,1 2 0,-9 1 0,12-1 0,-1 0 0,0 0 0,1 0 0,0 1 0,-1-1 0,1 1 0,0 0 0,1 0 0,-1 1 0,0-1 0,1 1 0,0 0 0,-4 4 0,3-1 0,0 0 0,1 0 0,0 0 0,0 0 0,0 1 0,1-1 0,-3 15 0,3-7 0,1 1 0,1-1 0,0 1 0,0 0 0,2-1 0,0 1 0,8 28 0,-7-35 0,0 0 0,1 1 0,0-1 0,0 0 0,1-1 0,0 1 0,1-1 0,0 0 0,0 0 0,0-1 0,1 0 0,9 8 0,-11-12 0,0 0 0,0 0 0,-1 0 0,2 0 0,-1-1 0,0 0 0,0 0 0,1 0 0,-1-1 0,1 0 0,-1 0 0,1 0 0,0 0 0,-1-1 0,1 0 0,0-1 0,-1 1 0,1-1 0,0 0 0,-1 0 0,1-1 0,7-3 0,-3 0 0,0 0 0,0-1 0,-1-1 0,0 0 0,0 0 0,0 0 0,-1-1 0,-1-1 0,1 1 0,-1-1 0,-1 0 0,1-1 0,-2 0 0,1 0 0,-1 0 0,6-19 0,-9 21 0,1-1 0,-1 0 0,0 1 0,-1-1 0,0 0 0,0 0 0,-1 0 0,0 1 0,-3-18 0,2 20 0,-1 1 0,0-1 0,0 1 0,0-1 0,0 1 0,-1 0 0,0 0 0,0 0 0,0 0 0,-1 0 0,1 1 0,-1-1 0,-1 1 0,1 0 0,-9-6 0,7 6 34,-1 0 1,0 1-1,0 0 0,0 0 0,0 0 0,-1 1 0,1 0 0,-1 1 0,-10-1 1,14 1-136,-1 1 1,1-1-1,-1 1 1,1 1 0,-1-1-1,1 0 1,-1 1-1,1 0 1,-1 0 0,1 1-1,0-1 1,-1 1 0,1 0-1,0 0 1,0 0-1,-6 6 1,2 1-6726</inkml:trace>
</inkml:ink>
</file>

<file path=ppt/ink/ink9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32.297"/>
    </inkml:context>
    <inkml:brush xml:id="br0">
      <inkml:brushProperty name="width" value="0.05" units="cm"/>
      <inkml:brushProperty name="height" value="0.05" units="cm"/>
    </inkml:brush>
  </inkml:definitions>
  <inkml:trace contextRef="#ctx0" brushRef="#br0">8 119 24575,'0'-31'0,"-8"-56"0,17 98 0,4 13 0,15 49 0,-2 1 0,16 83 0,-36-131 0,-1 1 0,-1 0 0,-1 0 0,-2 38 0,0-82 0,1-1 0,0 1 0,2 0 0,0-1 0,1 2 0,0-1 0,13-25 0,-11 30 0,0 0 0,1 1 0,0 0 0,1 0 0,12-11 0,-18 19 0,1 0 0,0 0 0,-1 0 0,2 0 0,-1 1 0,0 0 0,0 0 0,7-3 0,-9 5 0,1-1 0,-1 1 0,0-1 0,1 1 0,-1 0 0,1 0 0,-1 0 0,1 0 0,-1 1 0,0-1 0,1 0 0,-1 1 0,0 0 0,1 0 0,-1-1 0,0 1 0,3 2 0,-1 0 0,0 0 0,-1 1 0,1-1 0,-1 0 0,0 1 0,0 0 0,0 0 0,-1 0 0,1 0 0,-1 0 0,0 0 0,0 1 0,0-1 0,-1 1 0,0-1 0,2 8 0,-2-4 0,0 0 0,0 1 0,0-1 0,-1 0 0,0 0 0,-1 1 0,0-1 0,-3 14 0,2-18 15,1 0 0,-1 0 0,0 0 0,1 0-1,-2-1 1,1 1 0,0-1 0,-1 1 0,0-1 0,0 0-1,0 0 1,0 0 0,0 0 0,0 0 0,-1-1 0,0 0 0,1 0-1,-1 0 1,0 0 0,0 0 0,0-1 0,-4 2 0,-1-1-186,0-1 0,0 1 1,0-2-1,0 1 0,0-1 1,-1-1-1,1 1 0,0-1 1,-12-4-1,-5-2-6655</inkml:trace>
</inkml:ink>
</file>

<file path=ppt/ink/ink9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32.563"/>
    </inkml:context>
    <inkml:brush xml:id="br0">
      <inkml:brushProperty name="width" value="0.05" units="cm"/>
      <inkml:brushProperty name="height" value="0.05" units="cm"/>
    </inkml:brush>
  </inkml:definitions>
  <inkml:trace contextRef="#ctx0" brushRef="#br0">1 26 24575,'6'-1'0,"1"0"0,-1 0 0,1 0 0,-1-1 0,1 0 0,5-3 0,-5 2 0,0 1 0,0 0 0,0 0 0,11-2 0,-16 4 0,1 0 0,-1 0 0,0 0 0,1 1 0,-1-1 0,0 1 0,1-1 0,-1 1 0,0 0 0,1-1 0,-1 1 0,0 0 0,0 1 0,0-1 0,0 0 0,0 1 0,0-1 0,2 3 0,3 4 0,0 1 0,0 0 0,0 0 0,-1 1 0,0-1 0,-1 1 0,0 1 0,-1-1 0,0 1 0,3 14 0,-1-1 0,-2 2 0,0-1 0,1 38 0,-5-49 34,-1 0 1,0-1-1,0 1 0,-2-1 0,1 1 0,-2-1 0,0 0 0,0 0 0,-11 20 1,11-26-136,0 0 1,-1 0-1,0 0 1,0 0 0,0-1-1,-1 0 1,0 0-1,0 0 1,-1-1 0,0 0-1,0 0 1,0 0 0,0-1-1,-1 0 1,1-1-1,-14 4 1,-8 1-6726</inkml:trace>
</inkml:ink>
</file>

<file path=ppt/ink/ink9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32.733"/>
    </inkml:context>
    <inkml:brush xml:id="br0">
      <inkml:brushProperty name="width" value="0.05" units="cm"/>
      <inkml:brushProperty name="height" value="0.05" units="cm"/>
    </inkml:brush>
  </inkml:definitions>
  <inkml:trace contextRef="#ctx0" brushRef="#br0">0 44 24575,'0'-3'0,"2"-2"0,2-4 0,-2-2 0,3 1 0,0 4 0</inkml:trace>
</inkml:ink>
</file>

<file path=ppt/ink/ink9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33.157"/>
    </inkml:context>
    <inkml:brush xml:id="br0">
      <inkml:brushProperty name="width" value="0.05" units="cm"/>
      <inkml:brushProperty name="height" value="0.05" units="cm"/>
    </inkml:brush>
  </inkml:definitions>
  <inkml:trace contextRef="#ctx0" brushRef="#br0">66 213 24575,'-8'-8'0,"6"6"0,-1 0 0,1 0 0,0 0 0,0 0 0,0-1 0,0 1 0,0-1 0,-1-3 0,2 5 0,1 0 0,0 0 0,0 0 0,0 0 0,0 0 0,0 0 0,0 0 0,0 0 0,1 1 0,-1-1 0,0 0 0,0 0 0,1 0 0,-1 0 0,0 0 0,1 0 0,-1 1 0,1-1 0,-1 0 0,1 0 0,0 1 0,-1-1 0,1 0 0,0 1 0,-1-1 0,1 1 0,0-1 0,0 1 0,0-1 0,-1 1 0,1-1 0,0 1 0,0 0 0,1-1 0,17-7 0,0 1 0,0 1 0,1 1 0,24-4 0,-1 0 0,-35 7 0,1-1 0,-1 1 0,0-1 0,-1-1 0,12-6 0,-17 10 0,-1-1 0,0 1 0,0-1 0,0 0 0,0 0 0,0 1 0,0-1 0,0 0 0,0 0 0,0 0 0,-1 0 0,1 0 0,0 0 0,0 0 0,-1 0 0,1-1 0,-1 1 0,1 0 0,-1 0 0,0 0 0,1-1 0,-1 1 0,0 0 0,0-1 0,0 1 0,0 0 0,0 0 0,0-1 0,0 1 0,0 0 0,0-1 0,-1 1 0,1 0 0,-1 0 0,1 0 0,-1-1 0,1 1 0,-1 0 0,1 0 0,-1 0 0,0 0 0,0 0 0,0 0 0,0 0 0,1 0 0,-2 0 0,-3-3 0,0 0 0,0 0 0,0 1 0,0 0 0,0 0 0,0 0 0,-1 1 0,0 0 0,1 0 0,-1 0 0,0 1 0,0 0 0,0 0 0,0 0 0,-9 1 0,3 0 0,0 0 0,0 1 0,0 0 0,1 1 0,-1 1 0,-21 6 0,28-7 0,0 1 0,0-1 0,0 0 0,0 1 0,1 0 0,-1 0 0,1 1 0,0-1 0,0 1 0,0 0 0,1 0 0,-1 0 0,1 0 0,0 1 0,0-1 0,1 1 0,-1 0 0,1 0 0,0 0 0,-3 9 0,4-8 0,0 1 0,1-1 0,-1 0 0,1 0 0,1 0 0,-1 0 0,1 1 0,0-1 0,0 0 0,1 0 0,0 0 0,0 0 0,0-1 0,0 1 0,1 0 0,0-1 0,1 0 0,3 5 0,-1-2-105,1 0 0,0-1 0,0 0 0,1 0 0,0-1 0,0 0 0,1 0 0,-1-1 0,1 0 0,0-1 0,1 0 0,12 4 0,8 0-6721</inkml:trace>
</inkml:ink>
</file>

<file path=ppt/ink/ink9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33.439"/>
    </inkml:context>
    <inkml:brush xml:id="br0">
      <inkml:brushProperty name="width" value="0.05" units="cm"/>
      <inkml:brushProperty name="height" value="0.05" units="cm"/>
    </inkml:brush>
  </inkml:definitions>
  <inkml:trace contextRef="#ctx0" brushRef="#br0">228 61 24575,'2'-15'0,"-1"14"0,-1 0 0,0 0 0,1 0 0,-1 0 0,0 0 0,0 0 0,1 0 0,-1 0 0,0 0 0,0 0 0,0 0 0,0 0 0,0 0 0,-1 0 0,1 0 0,0 0 0,0 0 0,-1 1 0,1-1 0,-1 0 0,1 0 0,0 0 0,-1 0 0,0 0 0,1 0 0,-1 1 0,1-1 0,-1 0 0,0 1 0,0-1 0,1 0 0,-1 1 0,-1-2 0,-3 0 0,0 0 0,0 0 0,-1 0 0,1 0 0,0 1 0,-1 0 0,1 0 0,-1 0 0,1 1 0,-1 0 0,1 0 0,-8 1 0,2 0 0,0 1 0,0 0 0,0 0 0,1 1 0,-13 6 0,19-7 0,-1 0 0,1 0 0,0 1 0,0-1 0,0 1 0,1 0 0,-1 0 0,1 0 0,0 1 0,0-1 0,0 1 0,0 0 0,0 0 0,1 0 0,0 0 0,0 0 0,0 0 0,0 1 0,0-1 0,1 1 0,0-1 0,0 1 0,0 0 0,1-1 0,0 6 0,0-2 0,0-1 0,1 0 0,0 0 0,0 0 0,1 0 0,0 0 0,0 0 0,1-1 0,0 1 0,0-1 0,0 0 0,1 1 0,0-1 0,0-1 0,0 1 0,6 5 0,-5-7-80,0 0 0,0-1-1,0 0 1,0 0 0,0 0-1,1 0 1,-1-1 0,1 0-1,0 0 1,0-1 0,0 1 0,0-1-1,0 0 1,0-1 0,0 0-1,7 0 1,14-1-6746</inkml:trace>
</inkml:ink>
</file>

<file path=ppt/ink/ink9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33.655"/>
    </inkml:context>
    <inkml:brush xml:id="br0">
      <inkml:brushProperty name="width" value="0.05" units="cm"/>
      <inkml:brushProperty name="height" value="0.05" units="cm"/>
    </inkml:brush>
  </inkml:definitions>
  <inkml:trace contextRef="#ctx0" brushRef="#br0">46 108 24575,'-4'-9'0,"1"0"0,-6-20 0,7 21 0,0 0 0,0 0 0,-1 1 0,-7-15 0,1 14 0,8 16 0,4 19 0,8 13 0,0-1 0,19 40 0,40 75 0,-52-117 0,-3-7-1365,-2-6-5461</inkml:trace>
</inkml:ink>
</file>

<file path=ppt/ink/ink9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33.811"/>
    </inkml:context>
    <inkml:brush xml:id="br0">
      <inkml:brushProperty name="width" value="0.05" units="cm"/>
      <inkml:brushProperty name="height" value="0.05" units="cm"/>
    </inkml:brush>
  </inkml:definitions>
  <inkml:trace contextRef="#ctx0" brushRef="#br0">1 99 24575,'0'-2'0,"0"-4"0,2-2 0,4-3 0,3 0 0,4 1 0,3-2 0,3 2 0,3 1 0,3-2 0,-3 2-8191</inkml:trace>
</inkml:ink>
</file>

<file path=ppt/ink/ink9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34.232"/>
    </inkml:context>
    <inkml:brush xml:id="br0">
      <inkml:brushProperty name="width" value="0.05" units="cm"/>
      <inkml:brushProperty name="height" value="0.05" units="cm"/>
    </inkml:brush>
  </inkml:definitions>
  <inkml:trace contextRef="#ctx0" brushRef="#br0">292 57 24575,'0'-2'0,"0"0"0,-1 0 0,1 0 0,-1 0 0,0 0 0,1 0 0,-1 1 0,0-1 0,0 0 0,0 1 0,-1-1 0,1 1 0,0-1 0,0 1 0,-1-1 0,1 1 0,-1 0 0,1 0 0,-3-2 0,0 0 0,-1 0 0,0 1 0,1 0 0,-1-1 0,-10-2 0,7 4 0,-1-1 0,0 1 0,1 1 0,-1 0 0,0 0 0,1 1 0,-1-1 0,1 2 0,-1 0 0,-10 3 0,12-3 0,1 0 0,0 0 0,0 1 0,0 0 0,0 0 0,1 1 0,-1-1 0,1 1 0,0 1 0,0-1 0,0 1 0,1-1 0,-1 1 0,-3 7 0,7-10 0,-1 0 0,1 0 0,1 0 0,-1 0 0,0 0 0,0 0 0,1 1 0,-1-1 0,1 0 0,0 0 0,0 1 0,0-1 0,0 0 0,0 1 0,0-1 0,0 0 0,1 1 0,-1-1 0,1 0 0,0 0 0,0 0 0,0 0 0,0 0 0,0 0 0,0 0 0,0 0 0,1 0 0,-1 0 0,1 0 0,-1-1 0,1 1 0,0-1 0,1 2 0,6 4 0,-1-1 0,1 0 0,0-1 0,0 0 0,19 7 0,59 14 0,-67-22 0,-1 1 0,0 0 0,-1 2 0,0 0 0,21 12 0,-38-18 0,1 0 0,-1-1 0,1 1 0,-1 0 0,1 1 0,-1-1 0,0 0 0,0 0 0,0 0 0,1 1 0,-1-1 0,0 1 0,-1-1 0,1 1 0,0-1 0,0 1 0,-1-1 0,1 1 0,0 2 0,-1-3 0,0 1 0,0-1 0,0 1 0,-1-1 0,1 1 0,0-1 0,-1 0 0,1 1 0,-1-1 0,0 0 0,1 1 0,-1-1 0,0 0 0,0 0 0,0 1 0,0-1 0,0 0 0,-1 1 0,-3 2 0,0 0 0,0 0 0,-1-1 0,1 0 0,-1 0 0,0 0 0,0-1 0,0 1 0,-7 1 0,-6-1-105,0-1 0,-1 0 0,1-1 0,-1-2 0,1 0 0,0 0 0,-1-2 0,1-1 0,0 0 0,1-1 0,-1-1 0,-17-8 0,7 1-6721</inkml:trace>
</inkml:ink>
</file>

<file path=ppt/ink/ink9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53.905"/>
    </inkml:context>
    <inkml:brush xml:id="br0">
      <inkml:brushProperty name="width" value="0.05" units="cm"/>
      <inkml:brushProperty name="height" value="0.05" units="cm"/>
    </inkml:brush>
  </inkml:definitions>
  <inkml:trace contextRef="#ctx0" brushRef="#br0">26 140 24575,'0'-3'0,"-1"1"0,0 0 0,1 0 0,-1 0 0,0 0 0,0 0 0,0 0 0,-1 0 0,1 1 0,-2-3 0,-8-16 0,10 18 0,0 0 0,1 0 0,0-1 0,-1 1 0,1 0 0,0 0 0,0-1 0,0 1 0,1 0 0,-1-1 0,0 1 0,1 0 0,0 0 0,-1 0 0,1 0 0,0-1 0,0 1 0,0 0 0,0 0 0,1 1 0,-1-1 0,0 0 0,1 0 0,0 1 0,-1-1 0,1 1 0,0-1 0,-1 1 0,1 0 0,0-1 0,0 1 0,0 0 0,0 0 0,4-1 0,8-3 0,-1 1 0,2 0 0,-1 1 0,19-2 0,-20 3 0,4-1 0,1 1 0,0 1 0,30 1 0,-43 0 0,0 1 0,0 0 0,0 0 0,0 0 0,0 1 0,-1 0 0,1 0 0,4 2 0,-6-2 0,-1-1 0,0 1 0,0 0 0,0-1 0,0 1 0,0 0 0,0 0 0,-1 0 0,1 1 0,-1-1 0,1 0 0,-1 1 0,0-1 0,0 0 0,0 1 0,1 3 0,-2-2 0,1 0 0,-1 0 0,0 0 0,0 0 0,-1 0 0,1 0 0,-1 1 0,0-1 0,0 0 0,0-1 0,-1 1 0,1 0 0,-1 0 0,0 0 0,0-1 0,-4 7 0,-4 3 0,0 0 0,-22 21 0,-59 38 0,91-72 0,-1 0 0,1 0 0,0 0 0,0 0 0,0 0 0,0 0 0,-1 0 0,1 0 0,0 1 0,0-1 0,0 0 0,0 0 0,0 0 0,-1 0 0,1 0 0,0 0 0,0 0 0,0 1 0,0-1 0,0 0 0,0 0 0,0 0 0,0 0 0,0 0 0,-1 1 0,1-1 0,0 0 0,0 0 0,0 0 0,0 0 0,0 1 0,0-1 0,0 0 0,0 0 0,0 0 0,0 0 0,0 1 0,0-1 0,0 0 0,0 0 0,0 0 0,1 0 0,-1 1 0,0-1 0,0 0 0,0 0 0,0 0 0,0 0 0,0 0 0,0 1 0,0-1 0,1 0 0,13 0 0,32-11 0,-28 6 0,-2 2 0,-1 1 0,0 0 0,0 1 0,1 1 0,25 2 0,-36-2 0,-1 1 0,1 0 0,-1 0 0,1 0 0,-1 0 0,0 0 0,1 1 0,-1 0 0,0 0 0,0 0 0,0 1 0,0-1 0,-1 1 0,1 0 0,-1 0 0,1 0 0,-1 0 0,0 1 0,0-1 0,-1 1 0,1 0 0,-1 0 0,4 6 0,-5-7 0,-1 0 0,1-1 0,0 1 0,-1 0 0,1 0 0,-1 0 0,0-1 0,0 1 0,0 0 0,0 0 0,-1 0 0,1-1 0,-1 1 0,0 0 0,1 0 0,-1-1 0,-2 4 0,1-2 0,-1 0 0,0 0 0,0 0 0,0 0 0,0 0 0,-1-1 0,1 0 0,-1 0 0,-5 4 0,-2 0 0,0-1 0,-1 0 0,1-1 0,-1 0 0,0-1 0,-24 5 0,17-6-195,-1-1 0,0 0 0,0-1 0,0-2 0,1 0 0,-22-4 0,9-1-6631</inkml:trace>
</inkml:ink>
</file>

<file path=ppt/ink/ink9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54.433"/>
    </inkml:context>
    <inkml:brush xml:id="br0">
      <inkml:brushProperty name="width" value="0.05" units="cm"/>
      <inkml:brushProperty name="height" value="0.05" units="cm"/>
    </inkml:brush>
  </inkml:definitions>
  <inkml:trace contextRef="#ctx0" brushRef="#br0">10 33 24575,'-1'0'0,"1"0"0,-1-1 0,1 1 0,-1-1 0,0 1 0,1 0 0,-1-1 0,1 1 0,0-1 0,-1 0 0,1 1 0,-1-1 0,1 1 0,0-1 0,-1 1 0,1-1 0,0 0 0,0 1 0,-1-1 0,1 0 0,0 1 0,0-1 0,0 0 0,0 1 0,0-1 0,0 0 0,0 1 0,0-1 0,0 0 0,0 0 0,1 1 0,-1-1 0,0 1 0,0-1 0,0 0 0,1 1 0,-1-1 0,1 0 0,-1 1 0,0-1 0,1 1 0,-1-1 0,1 1 0,-1-1 0,1 1 0,-1-1 0,2 1 0,-1-1 0,1 0 0,0 0 0,-1 1 0,1-1 0,0 1 0,0-1 0,0 1 0,0 0 0,0 0 0,-1 0 0,1 0 0,0 0 0,0 0 0,0 1 0,0-1 0,0 0 0,1 2 0,10 3 0,-1 1 0,0 1 0,-1 0 0,0 1 0,0 0 0,0 1 0,-1 0 0,12 14 0,-1 2 0,0 1 0,21 36 0,-31-45 0,-1 1 0,-1 0 0,-1 0 0,0 1 0,-2 0 0,0 0 0,-1 1 0,-1-1 0,2 29 0,-5-35 0,-1 0 0,-1 0 0,0-1 0,0 1 0,-1 0 0,-1-1 0,0 1 0,-1-1 0,0 0 0,-1 0 0,-1 0 0,0-1 0,0 0 0,-1 0 0,-14 17 0,6-11-227,-1-1-1,0-1 1,-1 0-1,-1-2 1,-32 19-1,8-8-6598</inkml:trace>
</inkml:ink>
</file>

<file path=ppt/ink/ink9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55.112"/>
    </inkml:context>
    <inkml:brush xml:id="br0">
      <inkml:brushProperty name="width" value="0.05" units="cm"/>
      <inkml:brushProperty name="height" value="0.05" units="cm"/>
    </inkml:brush>
  </inkml:definitions>
  <inkml:trace contextRef="#ctx0" brushRef="#br0">294 108 24575,'0'-4'0,"-1"0"0,0-1 0,0 1 0,0 0 0,0 0 0,-1 0 0,1 0 0,-1 0 0,0 1 0,-1-1 0,1 0 0,-1 1 0,-5-6 0,4 4 0,-1 0 0,0 0 0,0 1 0,0-1 0,-1 1 0,1 1 0,-1-1 0,-7-2 0,8 4 0,-1 1 0,1 0 0,-1 0 0,0 0 0,1 1 0,-1 0 0,0 0 0,0 0 0,1 1 0,-1-1 0,0 1 0,1 1 0,-1-1 0,1 1 0,-1 0 0,1 1 0,0-1 0,0 1 0,0 0 0,0 0 0,0 0 0,1 1 0,-1 0 0,1 0 0,0 0 0,-5 6 0,5-5 0,1-1 0,0 1 0,-1 0 0,1 0 0,1 0 0,-1 1 0,1-1 0,0 1 0,0-1 0,1 1 0,-2 9 0,2-10 0,1-1 0,0 0 0,0 0 0,1 1 0,-1-1 0,1 0 0,0 0 0,0 0 0,1 0 0,-1 0 0,1 0 0,-1 0 0,1 0 0,1 0 0,-1-1 0,0 1 0,4 3 0,0-1 0,1 0 0,-1 0 0,1-1 0,0 0 0,1 0 0,-1 0 0,1-1 0,0 0 0,0-1 0,0 0 0,1 0 0,15 3 0,-13-4 0,0 0 0,1-1 0,-1-1 0,0 0 0,0 0 0,1-1 0,-1 0 0,0-1 0,18-5 0,-29 7 0,0 0 0,0 0 0,0 0 0,-1 0 0,1-1 0,0 1 0,0 0 0,0 0 0,0 0 0,0 0 0,0 0 0,0 0 0,0 0 0,0 0 0,0 0 0,0 0 0,0 0 0,0 0 0,0-1 0,0 1 0,0 0 0,0 0 0,0 0 0,0 0 0,0 0 0,0 0 0,0 0 0,0 0 0,0 0 0,0 0 0,0 0 0,0-1 0,1 1 0,-1 0 0,0 0 0,0 0 0,0 0 0,0 0 0,0 0 0,0 0 0,0 0 0,0 0 0,0 0 0,0 0 0,0 0 0,0 0 0,0 0 0,1 0 0,-1 0 0,0 0 0,0 0 0,0 0 0,0 0 0,0 0 0,0 0 0,0 0 0,0 0 0,0 0 0,0 0 0,0 0 0,1 0 0,-1 0 0,0 0 0,-10-2 0,-16 2 0,7 4 0,0 0 0,1 1 0,0 1 0,-1 1 0,2 1 0,-1 0 0,1 1 0,1 1 0,0 1 0,0 0 0,-20 19 0,33-27 0,-1 1 0,1 0 0,0 0 0,0 0 0,0 0 0,0 0 0,1 0 0,-1 1 0,1-1 0,1 1 0,-1 0 0,0 0 0,1 0 0,0-1 0,0 1 0,1 0 0,-1 0 0,1 0 0,0 0 0,1 0 0,-1 0 0,1 0 0,0 0 0,0 0 0,0 0 0,1 0 0,0 0 0,0-1 0,0 1 0,0-1 0,1 0 0,-1 1 0,1-1 0,0 0 0,1-1 0,-1 1 0,1 0 0,0-1 0,5 4 0,-3-2 25,1-1-1,0 1 0,0-1 1,0-1-1,1 1 1,-1-1-1,1-1 0,0 1 1,0-1-1,0 0 0,0-1 1,0 0-1,12 0 1,-8-2-215,0 0 0,0 0 1,0-1-1,0-1 0,0 0 1,0 0-1,-1-1 1,14-7-1,4-4-6636</inkml:trace>
</inkml:ink>
</file>

<file path=ppt/ink/ink9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55.700"/>
    </inkml:context>
    <inkml:brush xml:id="br0">
      <inkml:brushProperty name="width" value="0.05" units="cm"/>
      <inkml:brushProperty name="height" value="0.05" units="cm"/>
    </inkml:brush>
  </inkml:definitions>
  <inkml:trace contextRef="#ctx0" brushRef="#br0">25 90 24575,'0'-2'0,"-1"-1"0,1 0 0,-1 1 0,0-1 0,0 0 0,0 1 0,-1-1 0,1 1 0,-2-3 0,-9-21 0,12 25 0,0 0 0,-1 0 0,1 0 0,0 0 0,0-1 0,0 1 0,-1 0 0,1 0 0,0 0 0,1 0 0,-1 0 0,0-1 0,0 1 0,0 0 0,1 0 0,-1 0 0,0 0 0,1 0 0,-1 0 0,1 0 0,0 0 0,-1 0 0,1 0 0,0 0 0,-1 0 0,1 0 0,0 1 0,0-1 0,0 0 0,0 0 0,0 1 0,0-1 0,0 1 0,0-1 0,2 0 0,-2 1 0,1 0 0,0 0 0,0 0 0,0 0 0,-1 1 0,1-1 0,0 0 0,0 1 0,-1-1 0,1 1 0,0 0 0,-1 0 0,1 0 0,-1 0 0,1 0 0,-1 0 0,1 0 0,-1 0 0,0 0 0,1 1 0,-1-1 0,2 3 0,6 11 0,0 0 0,0 0 0,-2 1 0,0 0 0,-1 0 0,0 1 0,-2 0 0,0 0 0,0 0 0,-2 0 0,0 0 0,-1 1 0,-3 33 0,-3-33 0,2-14 0,-1-12 0,3-4 0,0 1 0,0-1 0,1 0 0,1 1 0,0-1 0,0 1 0,1-1 0,7-20 0,-3 13 0,1 1 0,1 0 0,0 1 0,17-27 0,-23 41 0,1 0 0,-1 0 0,1 0 0,-1 0 0,1 0 0,0 1 0,0-1 0,0 1 0,0 0 0,0 0 0,1 0 0,5-2 0,-8 3 0,0 1 0,1 0 0,-1-1 0,0 1 0,0 0 0,0 0 0,0 0 0,0 0 0,1 0 0,-1 0 0,0 1 0,0-1 0,0 0 0,0 0 0,0 1 0,0-1 0,0 1 0,1 0 0,0 0 0,-1 0 0,1 1 0,-1-1 0,0 1 0,0-1 0,1 1 0,-1-1 0,0 1 0,0-1 0,-1 1 0,1 0 0,0 0 0,-1-1 0,2 4 0,0 10 0,0 0 0,-1-1 0,0 1 0,-1 0 0,-1 0 0,0 0 0,-1 0 0,-1 0 0,-4 14 0,13-50 0,1 1 0,1 0 0,1 0 0,0 1 0,2 0 0,0 1 0,24-29 0,-34 45 0,0 1 0,1-1 0,-1 1 0,0-1 0,1 1 0,-1 0 0,1 0 0,0 0 0,-1 0 0,1 0 0,0 0 0,-1 0 0,1 1 0,0-1 0,0 0 0,0 1 0,0 0 0,0-1 0,2 1 0,-3 0 0,1 1 0,-1-1 0,1 1 0,-1-1 0,1 1 0,-1 0 0,1 0 0,-1-1 0,0 1 0,1 0 0,-1 0 0,0 0 0,0 0 0,0 1 0,0-1 0,0 0 0,0 0 0,1 2 0,3 6 0,-1-1 0,0 1 0,-1 0 0,1 0 0,-2 1 0,2 8 0,-1-5 34,2 11-384,0-2 0,1 1 1,12 27-1,-11-37-6476</inkml:trace>
</inkml:ink>
</file>

<file path=ppt/ink/ink9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56.167"/>
    </inkml:context>
    <inkml:brush xml:id="br0">
      <inkml:brushProperty name="width" value="0.05" units="cm"/>
      <inkml:brushProperty name="height" value="0.05" units="cm"/>
    </inkml:brush>
  </inkml:definitions>
  <inkml:trace contextRef="#ctx0" brushRef="#br0">1 200 24575,'0'-199'0,"19"282"0,26 82 0,-24-97 0,19 119 0,-38-153 0,-2-30 0,0-22 0,-1-12 0,2-74 0,0 93 0,0 1 0,1-1 0,0 1 0,1 0 0,0-1 0,0 1 0,9-15 0,-12 23 0,1 1 0,0-1 0,0 1 0,0-1 0,0 1 0,0-1 0,0 1 0,0 0 0,0-1 0,0 1 0,0 0 0,1 0 0,-1 0 0,1 0 0,-1 0 0,1 0 0,-1 0 0,1 1 0,-1-1 0,1 0 0,0 1 0,-1 0 0,1-1 0,0 1 0,-1 0 0,1 0 0,0 0 0,0 0 0,-1 0 0,3 0 0,0 2 0,0-1 0,0 1 0,-1 0 0,1 0 0,-1 0 0,1 1 0,-1-1 0,0 1 0,0 0 0,0 0 0,5 6 0,2 4 0,-1 0 0,-1 0 0,0 1 0,0 1 0,-1-1 0,-1 1 0,-1 0 0,0 0 0,-1 1 0,3 19 0,-7-32 9,1 0-1,-1 0 1,0-1-1,0 1 1,0 0-1,-1 0 1,1-1 0,-1 1-1,1 0 1,-1-1-1,0 1 1,0 0-1,0-1 1,-1 1-1,1-1 1,0 1-1,-1-1 1,0 0-1,-2 3 1,2-3 3,-1 0 0,0 0 0,0 0 1,0 0-1,0-1 0,0 1 0,0-1 0,-1 0 1,1 0-1,0 0 0,-1 0 0,1 0 0,-6 0 1,2-1-135,-1 0 0,1 0 0,-1-1 0,1 0 0,0 0 0,-1 0 0,1-1 0,0 0 0,0-1 1,0 1-1,0-2 0,1 1 0,-12-8 0,2-3-6704</inkml:trace>
</inkml:ink>
</file>

<file path=ppt/ink/ink9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56.684"/>
    </inkml:context>
    <inkml:brush xml:id="br0">
      <inkml:brushProperty name="width" value="0.05" units="cm"/>
      <inkml:brushProperty name="height" value="0.05" units="cm"/>
    </inkml:brush>
  </inkml:definitions>
  <inkml:trace contextRef="#ctx0" brushRef="#br0">211 166 24575,'-10'1'0,"-1"0"0,-21 5 0,26-4 0,-1 0 0,0-1 0,1 0 0,-1 0 0,0-1 0,0 1 0,0-2 0,0 1 0,-11-3 0,18 3 0,0 1 0,0-1 0,0 0 0,0 0 0,0 0 0,0 0 0,-1 0 0,1 0 0,0 0 0,0 0 0,0 0 0,0 0 0,0 0 0,0 0 0,0 0 0,-1 0 0,1 0 0,0 0 0,0 0 0,0 0 0,0 0 0,0-1 0,0 1 0,0 0 0,-1 0 0,1 0 0,0 0 0,0 0 0,0 0 0,0 0 0,0 0 0,0 0 0,0 0 0,0 0 0,0-1 0,0 1 0,0 0 0,0 0 0,0 0 0,0 0 0,-1 0 0,1 0 0,0 0 0,0 0 0,0-1 0,0 1 0,0 0 0,0 0 0,0 0 0,0 0 0,0 0 0,0 0 0,0 0 0,1-1 0,-1 1 0,0 0 0,0 0 0,0 0 0,0 0 0,0 0 0,10-3 0,14 0 0,4 7 0,38 12 0,-64-16 0,1 0 0,-1 0 0,1 0 0,-1 0 0,1 0 0,-1 0 0,1-1 0,-1 1 0,1-1 0,-1 0 0,1 0 0,-1 0 0,0 0 0,0 0 0,1 0 0,-1 0 0,0-1 0,0 1 0,0-1 0,0 0 0,0 0 0,-1 1 0,1-1 0,-1 0 0,1-1 0,-1 1 0,1 0 0,-1 0 0,0 0 0,1-4 0,0 2 0,0 0 0,-1 0 0,1 0 0,-1 0 0,0 0 0,0 0 0,0-1 0,0 1 0,-1-1 0,0 1 0,0 0 0,0-1 0,0 1 0,-1 0 0,0-1 0,0 1 0,-1-6 0,-1 6 0,0-1 0,0 1 0,0-1 0,0 1 0,-1 0 0,0 0 0,0 0 0,0 1 0,0-1 0,0 1 0,-1 0 0,1 0 0,-1 1 0,0-1 0,0 1 0,0 0 0,0 1 0,0-1 0,-1 1 0,1 0 0,0 0 0,-1 0 0,1 1 0,-11 0 0,9 1 0,0-1 0,1 1 0,-1 0 0,0 1 0,1-1 0,-1 1 0,1 1 0,0-1 0,0 1 0,0 0 0,0 0 0,0 1 0,1 0 0,-1 0 0,1 0 0,0 1 0,0 0 0,1 0 0,-8 9 0,8-6 0,0 0 0,0 1 0,1-1 0,0 1 0,0 0 0,1 0 0,0 0 0,1 0 0,0 0 0,0 1 0,1-1 0,0 0 0,1 0 0,0 1 0,0-1 0,1 0 0,0 0 0,0 0 0,1 0 0,1-1 0,-1 1 0,10 14 0,-8-14 0,0-1 0,1 0 0,-1-1 0,1 1 0,1-1 0,-1 0 0,1-1 0,1 1 0,-1-1 0,1-1 0,0 0 0,0 0 0,1 0 0,-1-1 0,1 0 0,0-1 0,0 0 0,1 0 0,-1-1 0,0 0 0,1-1 0,9 1 0,-5-3-195,-1-1 0,0 0 0,1-1 0,-1 0 0,0-1 0,22-9 0,-3-2-6631</inkml:trace>
</inkml:ink>
</file>

<file path=ppt/ink/ink9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57.324"/>
    </inkml:context>
    <inkml:brush xml:id="br0">
      <inkml:brushProperty name="width" value="0.05" units="cm"/>
      <inkml:brushProperty name="height" value="0.05" units="cm"/>
    </inkml:brush>
  </inkml:definitions>
  <inkml:trace contextRef="#ctx0" brushRef="#br0">186 600 24575,'3'0'0,"1"0"0,0 0 0,0 0 0,-1-1 0,1 1 0,0-1 0,-1 0 0,1 0 0,-1 0 0,1-1 0,3-1 0,-6 2 0,0 0 0,0 1 0,-1-1 0,1 0 0,0 1 0,-1-1 0,1 0 0,-1 0 0,1 1 0,-1-1 0,1 0 0,-1 0 0,0 0 0,1 0 0,-1 0 0,0 0 0,0 1 0,1-3 0,-1 1 0,0 0 0,-1 0 0,1-1 0,0 1 0,-1 0 0,1 0 0,-1 0 0,0 0 0,0 0 0,-2-4 0,-1-1 0,0 0 0,-1 1 0,0 0 0,0-1 0,0 2 0,-1-1 0,1 1 0,-2-1 0,1 2 0,0-1 0,-1 1 0,-9-5 0,13 8 0,0-1 0,0 1 0,0 0 0,0 0 0,0 0 0,0 1 0,0-1 0,0 1 0,0-1 0,-1 1 0,1 0 0,0 1 0,0-1 0,0 0 0,0 1 0,-1 0 0,1-1 0,0 1 0,0 1 0,0-1 0,0 0 0,1 1 0,-1-1 0,0 1 0,1 0 0,-1 0 0,1 0 0,-1 0 0,1 0 0,0 1 0,0-1 0,-2 4 0,-4 6 0,0 1 0,2-1 0,0 2 0,0-1 0,1 0 0,-5 24 0,7-28 0,1 1 0,1 0 0,0 0 0,0 0 0,1 0 0,0 0 0,1 0 0,0 0 0,0-1 0,5 15 0,-6-21 0,1 0 0,1 0 0,-1 0 0,0-1 0,1 1 0,-1 0 0,1-1 0,0 1 0,0-1 0,0 1 0,0-1 0,0 0 0,1 0 0,-1 0 0,1 0 0,-1-1 0,1 1 0,4 1 0,-4-1 0,1-1 0,0-1 0,0 1 0,0 0 0,0-1 0,0 0 0,-1 0 0,1 0 0,0-1 0,0 1 0,0-1 0,7-2 0,0 0 0,-1-2 0,0 1 0,1-2 0,-2 1 0,1-1 0,-1-1 0,1 0 0,-2 0 0,10-9 0,-3-2 0,0-1 0,-1 0 0,-1-1 0,-1-1 0,-1 0 0,-1 0 0,-1-1 0,0 0 0,-2-1 0,0 0 0,4-35 0,-6 22 0,-1-1 0,-2 0 0,-2 0 0,-1 0 0,-2 0 0,-12-61 0,14 97 0,-15-58 0,15 56 0,0 0 0,0 0 0,-1 0 0,1 1 0,0-1 0,-1 1 0,0-1 0,1 1 0,-1-1 0,0 1 0,0 0 0,0 0 0,-1 0 0,1 0 0,0 0 0,-1 1 0,-2-2 0,3 3 0,1 0 0,0 0 0,0 0 0,-1 0 0,1 0 0,0 0 0,0 1 0,0-1 0,-1 0 0,1 1 0,0-1 0,0 1 0,0-1 0,0 1 0,0 0 0,0 0 0,0-1 0,0 1 0,0 0 0,0 0 0,0 0 0,0 0 0,1 0 0,-1 0 0,0 0 0,1 0 0,-1 0 0,1 0 0,-1 1 0,1-1 0,-1 2 0,-13 40 0,10-22 0,1 1 0,1-1 0,1 0 0,1 1 0,1-1 0,5 31 0,0-14 0,3 0 0,21 62 0,-17-66 0,1 0 0,28 45 0,-35-66 0,2 0 0,-1-1 0,2-1 0,-1 1 0,1-2 0,1 1 0,0-1 0,23 15 0,-32-23-42,0-1-1,0 1 0,1-1 1,-1 0-1,0 0 0,1 0 1,-1 0-1,1 0 0,-1 0 1,1-1-1,-1 1 0,1-1 1,0 0-1,-1 0 0,1 0 1,-1 0-1,1 0 0,0 0 1,-1-1-1,1 1 0,-1-1 1,1 0-1,-1 1 0,1-1 1,-1 0-1,0-1 0,1 1 1,-1 0-1,0-1 0,0 1 1,3-4-1,6-7-6783</inkml:trace>
</inkml:ink>
</file>

<file path=ppt/ink/ink9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3.385"/>
    </inkml:context>
    <inkml:brush xml:id="br0">
      <inkml:brushProperty name="width" value="0.05" units="cm"/>
      <inkml:brushProperty name="height" value="0.05" units="cm"/>
    </inkml:brush>
  </inkml:definitions>
  <inkml:trace contextRef="#ctx0" brushRef="#br0">1 14 24575,'1'-12'0,"3"11"0,-3 2 0,0 0 0,0 0 0,-1 0 0,1 1 0,-1-1 0,1 0 0,-1 0 0,1 1 0,-1-1 0,0 1 0,1-1 0,-1 3 0,0-3 0,2 23 0,8 34 0,-8-48 0,1-1 0,0-1 0,1 1 0,0 0 0,0-1 0,11 15 0,-8-13-91,0 0 0,1-1 0,1-1 0,0 1 0,0-2 0,0 1 0,1-1 0,0 0 0,1-1 0,-1 0 0,1-1 0,0 0 0,1-1 0,17 5 0,7-2-6735</inkml:trace>
</inkml:ink>
</file>

<file path=ppt/ink/ink9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3.555"/>
    </inkml:context>
    <inkml:brush xml:id="br0">
      <inkml:brushProperty name="width" value="0.05" units="cm"/>
      <inkml:brushProperty name="height" value="0.05" units="cm"/>
    </inkml:brush>
  </inkml:definitions>
  <inkml:trace contextRef="#ctx0" brushRef="#br0">36 9 24575,'-3'0'0,"-5"-3"0,-3 0 0,1 0 0,6 3 0,8 1 0,6 4 0,1 0-8191</inkml:trace>
</inkml:ink>
</file>

<file path=ppt/ink/ink9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3.957"/>
    </inkml:context>
    <inkml:brush xml:id="br0">
      <inkml:brushProperty name="width" value="0.05" units="cm"/>
      <inkml:brushProperty name="height" value="0.05" units="cm"/>
    </inkml:brush>
  </inkml:definitions>
  <inkml:trace contextRef="#ctx0" brushRef="#br0">5 70 24575,'-3'13'0,"1"6"0,7 4 0,1 0 0,10 25 0,-7-24 0,8 40 0,-16-59 0,2 8 0,-1 0 0,0 0 0,0 0 0,-2 0 0,1 0 0,-2 0 0,-1 13 0,2-26 0,0 0 0,0 1 0,0-1 0,0 0 0,0 0 0,0 0 0,0 1 0,0-1 0,0 0 0,0 0 0,0 0 0,0 1 0,0-1 0,0 0 0,0 0 0,0 0 0,-1 1 0,1-1 0,0 0 0,0 0 0,0 0 0,0 0 0,0 1 0,0-1 0,0 0 0,-1 0 0,1 0 0,0 0 0,0 0 0,0 1 0,0-1 0,-1 0 0,1 0 0,0 0 0,0 0 0,0 0 0,-1 0 0,1 0 0,0 0 0,0 0 0,0 0 0,-1 0 0,1 0 0,0 0 0,0 0 0,0 0 0,-1 0 0,1 0 0,0 0 0,0 0 0,-7-12 0,-2-21 0,7 11 0,1 0 0,0-1 0,2 1 0,1 0 0,0 0 0,2 0 0,0 0 0,2 0 0,0 1 0,1-1 0,20-36 0,-25 52 0,2 1 0,-1 1 0,0-1 0,1 0 0,0 1 0,0 0 0,0 0 0,1 0 0,0 0 0,-1 1 0,1-1 0,0 1 0,10-4 0,-12 6 0,0 0 0,0 1 0,0-1 0,0 0 0,0 1 0,0 0 0,0 0 0,0 0 0,0 0 0,0 1 0,0-1 0,0 1 0,0-1 0,0 1 0,0 0 0,0 0 0,0 1 0,0-1 0,-1 0 0,1 1 0,0 0 0,-1 0 0,0 0 0,1 0 0,-1 0 0,0 0 0,3 4 0,5 8 32,-1-1 0,-1 1 0,0 1 1,-1 0-1,0 0 0,-2 0 0,6 20 0,-3-8-843,14 28 0,-10-32-6015</inkml:trace>
</inkml:ink>
</file>

<file path=ppt/ink/ink9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4.268"/>
    </inkml:context>
    <inkml:brush xml:id="br0">
      <inkml:brushProperty name="width" value="0.05" units="cm"/>
      <inkml:brushProperty name="height" value="0.05" units="cm"/>
    </inkml:brush>
  </inkml:definitions>
  <inkml:trace contextRef="#ctx0" brushRef="#br0">222 37 24575,'0'-2'0,"0"1"0,0 0 0,0 0 0,0-1 0,0 1 0,0 0 0,0-1 0,0 1 0,0 0 0,0 0 0,-1-1 0,1 1 0,-1 0 0,1 0 0,-1 0 0,1-1 0,-1 1 0,0 0 0,1 0 0,-1 0 0,0 0 0,0 0 0,0 0 0,0 0 0,0 1 0,0-1 0,0 0 0,0 0 0,0 1 0,0-1 0,0 1 0,0-1 0,-1 1 0,1-1 0,0 1 0,0 0 0,-1-1 0,1 1 0,0 0 0,0 0 0,-1 0 0,1 0 0,0 0 0,0 0 0,-1 1 0,1-1 0,-2 1 0,-7 2 0,0 0 0,0 1 0,1 0 0,-17 9 0,19-9 0,-4 2 0,-1 1 0,1 0 0,1 0 0,-1 1 0,1 0 0,-16 18 0,24-24 0,0 0 0,0 1 0,0 0 0,1-1 0,-1 1 0,1 0 0,-1 0 0,1 0 0,0 0 0,0 0 0,1 0 0,-1 0 0,0 0 0,1 0 0,0 1 0,0-1 0,0 0 0,0 0 0,0 0 0,1 1 0,-1-1 0,1 0 0,0 0 0,0 0 0,0 0 0,0 0 0,1 0 0,-1 0 0,1-1 0,0 1 0,-1 0 0,5 3 0,3 4 0,1-1 0,0 0 0,1 0 0,0-1 0,0-1 0,1 0 0,22 10 0,-19-9 0,0 0 0,0 0 0,-1 2 0,15 11 0,-28-20 10,1 0-1,-1 1 1,0-1-1,1 0 1,-1 1-1,0-1 1,0 1-1,1-1 1,-1 1-1,0-1 1,-1 1-1,1 0 1,0 0-1,0-1 0,-1 1 1,1 0-1,-1 0 1,0 0-1,1 0 1,-1 0-1,0-1 1,0 1-1,0 0 1,0 0-1,-1 0 1,1 0-1,0 0 1,-1 0-1,1-1 1,-1 1-1,0 0 1,0 0-1,0-1 1,1 1-1,-3 2 1,-1 0-153,1 0 1,-1 0 0,0-1 0,0 1-1,0-1 1,-1 0 0,1-1 0,-1 1 0,1-1-1,-1 1 1,-9 2 0,-8 1-6684</inkml:trace>
</inkml:ink>
</file>

<file path=ppt/ink/ink9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4.484"/>
    </inkml:context>
    <inkml:brush xml:id="br0">
      <inkml:brushProperty name="width" value="0.05" units="cm"/>
      <inkml:brushProperty name="height" value="0.05" units="cm"/>
    </inkml:brush>
  </inkml:definitions>
  <inkml:trace contextRef="#ctx0" brushRef="#br0">1 4 24575,'2'-3'0,"2"2"0,-1 4 0,-1 3 0,0 3 0,-1 5 0,0 3 0,-1 3 0,0 2 0,0 3 0,2-1 0,1 1 0,2-2 0,1-2 0,-1-5-8191</inkml:trace>
</inkml:ink>
</file>

<file path=ppt/ink/ink9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4.626"/>
    </inkml:context>
    <inkml:brush xml:id="br0">
      <inkml:brushProperty name="width" value="0.05" units="cm"/>
      <inkml:brushProperty name="height" value="0.05" units="cm"/>
    </inkml:brush>
  </inkml:definitions>
  <inkml:trace contextRef="#ctx0" brushRef="#br0">6 1 24575,'-2'0'0,"-1"2"0</inkml:trace>
</inkml:ink>
</file>

<file path=ppt/ink/ink9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5.151"/>
    </inkml:context>
    <inkml:brush xml:id="br0">
      <inkml:brushProperty name="width" value="0.05" units="cm"/>
      <inkml:brushProperty name="height" value="0.05" units="cm"/>
    </inkml:brush>
  </inkml:definitions>
  <inkml:trace contextRef="#ctx0" brushRef="#br0">240 463 24575,'1'0'0,"0"-1"0,-1 1 0,1 0 0,-1 0 0,1 0 0,-1-1 0,1 1 0,-1 0 0,1 0 0,-1-1 0,1 1 0,-1-1 0,1 1 0,-1 0 0,0-1 0,1 1 0,-1-1 0,0 1 0,1-1 0,-1 1 0,0-1 0,1 1 0,-1-1 0,0 1 0,0-1 0,0 1 0,0-1 0,0 0 0,1 1 0,-1-1 0,0 1 0,0-1 0,0 1 0,0-1 0,-1 0 0,1 1 0,0-2 0,-5-20 0,3 18 0,0 1 0,0 0 0,0 0 0,0 0 0,0 1 0,-1-1 0,1 0 0,-1 1 0,0 0 0,1 0 0,-1-1 0,-1 2 0,1-1 0,0 0 0,0 1 0,0-1 0,-1 1 0,1 0 0,-1 0 0,1 0 0,-1 1 0,1-1 0,-1 1 0,0 0 0,1 0 0,-7 1 0,4-1 0,0 1 0,0 1 0,-1-1 0,1 1 0,0 1 0,0-1 0,0 1 0,1 0 0,-1 0 0,1 0 0,0 1 0,-1 0 0,2 0 0,-6 5 0,2 1 0,1-1 0,-1 1 0,2 1 0,-1 0 0,1 0 0,1 0 0,0 0 0,-5 22 0,8-28 0,0 1 0,1-1 0,0 1 0,0-1 0,1 1 0,-1 0 0,1 0 0,0-1 0,1 1 0,0 0 0,-1-1 0,2 1 0,-1 0 0,1-1 0,0 0 0,0 1 0,0-1 0,1 0 0,0 0 0,6 9 0,-6-11 0,0-1 0,0 0 0,0 0 0,0 1 0,0-2 0,0 1 0,1 0 0,-1-1 0,1 1 0,0-1 0,-1 0 0,1 0 0,0-1 0,-1 1 0,1-1 0,0 0 0,0 0 0,-1 0 0,1 0 0,0 0 0,0-1 0,-1 0 0,1 0 0,6-2 0,3-2 0,0 0 0,0-1 0,-1-1 0,0 1 0,17-14 0,-14 8 0,0-1 0,-1 0 0,0 0 0,-1-2 0,0 0 0,-2 0 0,1-1 0,-2 0 0,0-1 0,-1-1 0,-1 1 0,7-23 0,-8 16 0,-1 0 0,-1 0 0,-1-1 0,-2 0 0,0 1 0,-1-1 0,-2 0 0,0 0 0,-6-27 0,5 40 0,-11-52 0,12 58 0,-1 1 0,0-1 0,0 0 0,-1 1 0,1-1 0,-1 1 0,0 0 0,-5-6 0,8 11 0,-1-1 0,1 0 0,-1 1 0,1-1 0,-1 1 0,1-1 0,-1 1 0,1 0 0,-1-1 0,1 1 0,-1-1 0,1 1 0,-1 0 0,0-1 0,1 1 0,-1 0 0,1 0 0,-1 0 0,0-1 0,1 1 0,-1 0 0,0 0 0,1 0 0,-1 0 0,0 0 0,1 0 0,-1 0 0,0 0 0,1 1 0,-1-1 0,0 0 0,1 0 0,-1 0 0,0 1 0,1-1 0,-1 0 0,1 1 0,-1-1 0,1 1 0,-1-1 0,0 0 0,1 1 0,0-1 0,-1 1 0,1 0 0,-1-1 0,1 1 0,0-1 0,-1 2 0,-2 2 0,1 1 0,0-1 0,0 1 0,0 0 0,-1 7 0,-1 11 0,0 0 0,2 1 0,1-1 0,1 1 0,0-1 0,2 1 0,6 30 0,6 11 0,30 83 0,-32-114-682,20 40-1,-20-50-6143</inkml:trace>
</inkml:ink>
</file>

<file path=ppt/ink/ink9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5.541"/>
    </inkml:context>
    <inkml:brush xml:id="br0">
      <inkml:brushProperty name="width" value="0.05" units="cm"/>
      <inkml:brushProperty name="height" value="0.05" units="cm"/>
    </inkml:brush>
  </inkml:definitions>
  <inkml:trace contextRef="#ctx0" brushRef="#br0">0 213 24575,'30'-11'0,"-21"9"0,81-17 0,-83 17 0,0-1 0,0 1 0,0-1 0,0 0 0,-1-1 0,1 0 0,-1 0 0,0 0 0,11-10 0,-15 11 0,1 1 0,-1-1 0,0 0 0,0 0 0,0 0 0,-1 0 0,1 0 0,-1-1 0,1 1 0,-1 0 0,0-1 0,-1 1 0,1 0 0,0-1 0,-1 1 0,0-1 0,0 1 0,0-1 0,0 0 0,-1 1 0,1 0 0,-1-1 0,0 1 0,0-1 0,0 1 0,0 0 0,-1-1 0,1 1 0,-1 0 0,0 0 0,0 0 0,0 1 0,0-1 0,-1 0 0,1 1 0,-1-1 0,1 1 0,-1 0 0,0 0 0,0 0 0,0 0 0,0 0 0,0 1 0,0-1 0,-1 1 0,1 0 0,0 0 0,-1 0 0,1 1 0,-1-1 0,1 1 0,-1 0 0,-5 0 0,4 0 0,1 0 0,-1 0 0,0 1 0,1 0 0,0 0 0,-1 0 0,1 0 0,-1 1 0,1 0 0,0 0 0,0 0 0,0 0 0,0 0 0,0 1 0,1 0 0,-1 0 0,-3 3 0,3-1 0,1 0 0,-1 0 0,1 0 0,0 1 0,0-1 0,0 1 0,1 0 0,-1-1 0,2 1 0,-1 0 0,-1 10 0,2-8 0,0 1 0,0-1 0,1 1 0,0-1 0,1 0 0,0 1 0,0-1 0,0 0 0,1 0 0,1 0 0,-1 0 0,1 0 0,1 0 0,0-1 0,0 1 0,0-1 0,1 0 0,10 12 0,-9-14-80,1 0 0,-1 0-1,1 0 1,1-1 0,-1 0-1,1-1 1,-1 1 0,1-2-1,0 1 1,0-1 0,0 0 0,1-1-1,-1 0 1,0 0 0,1 0-1,12-2 1,16-2-6746</inkml:trace>
</inkml:ink>
</file>

<file path=ppt/ink/ink9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6.708"/>
    </inkml:context>
    <inkml:brush xml:id="br0">
      <inkml:brushProperty name="width" value="0.05" units="cm"/>
      <inkml:brushProperty name="height" value="0.05" units="cm"/>
    </inkml:brush>
  </inkml:definitions>
  <inkml:trace contextRef="#ctx0" brushRef="#br0">295 266 24575,'1'-10'0,"0"0"0,1 0 0,0 0 0,0 0 0,1 0 0,6-13 0,-4 11 0,-2 1 0,1 0 0,-1-1 0,1-12 0,-3 23 0,-1-1 0,0 1 0,0-1 0,0 1 0,0-1 0,0 1 0,-1 0 0,1-1 0,0 1 0,-1-1 0,1 1 0,-1 0 0,1-1 0,-1 1 0,0 0 0,0-1 0,1 1 0,-1 0 0,0 0 0,0 0 0,0 0 0,-2-2 0,0 1 0,0 1 0,0-1 0,1 1 0,-1 0 0,0 0 0,0 0 0,0 0 0,0 0 0,-1 1 0,-3-1 0,-3 1 0,-1 0 0,0 0 0,1 1 0,-1 0 0,-15 5 0,12-2 0,0 1 0,1 1 0,-1 1 0,1 0 0,0 0 0,1 1 0,0 1 0,0 0 0,-17 18 0,22-20 0,0 0 0,1 1 0,0 0 0,1 1 0,0-1 0,-8 17 0,11-19 0,0 0 0,1-1 0,-1 1 0,1 0 0,0 0 0,0 0 0,1 0 0,0 0 0,0 0 0,0 0 0,1 0 0,1 6 0,-1-9 0,0 1 0,0 0 0,0 0 0,1-1 0,-1 1 0,1-1 0,0 1 0,0-1 0,1 0 0,-1 0 0,0 0 0,1 0 0,0 0 0,0 0 0,0-1 0,0 1 0,0-1 0,0 0 0,1 0 0,-1 0 0,1 0 0,-1-1 0,1 0 0,0 1 0,-1-1 0,1 0 0,0-1 0,0 1 0,0-1 0,0 0 0,6 0 0,0 0 0,-1-1 0,0-1 0,0 1 0,0-1 0,0-1 0,0 0 0,0 0 0,-1-1 0,1 0 0,-1 0 0,0-1 0,10-8 0,-8 4 0,0-1 0,-1 0 0,0-1 0,0 0 0,-2 0 0,1-1 0,-1 0 0,-1 0 0,8-20 0,-9 17 0,0 1 0,-1-1 0,0 0 0,-1 0 0,-1-1 0,1-23 0,-2 47 0,0 1 0,1-1 0,0 1 0,0-1 0,1 0 0,0 0 0,0 0 0,1 0 0,0-1 0,0 1 0,1-1 0,0 0 0,0-1 0,1 1 0,0-1 0,0 0 0,0 0 0,1-1 0,0 0 0,0 0 0,0 0 0,1-1 0,-1 0 0,1-1 0,0 0 0,0 0 0,0 0 0,0-1 0,1 0 0,-1-1 0,1 0 0,-1 0 0,15-1 0,-19-1 0,1 0 0,-1 0 0,0 0 0,1 0 0,-1-1 0,0 1 0,0-1 0,0 0 0,0-1 0,-1 1 0,1-1 0,-1 1 0,1-1 0,-1 0 0,0 0 0,0-1 0,0 1 0,0 0 0,-1-1 0,0 0 0,1 0 0,-1 0 0,0 0 0,-1 0 0,1 0 0,1-7 0,1-5 0,-1 0 0,0 0 0,-1 0 0,-1-1 0,-1-27 0,3 89 0,1-1 0,3 0 0,2 0 0,1-1 0,2 0 0,2-1 0,26 53 0,-39-94 0,0 1 0,0 0 0,0-1 0,0 1 0,0-1 0,0 0 0,1 1 0,-1-1 0,1 0 0,2 2 0,-4-3 0,0 0 0,1 1 0,-1-1 0,0 0 0,0 0 0,0 0 0,0 0 0,1 0 0,-1 0 0,0 0 0,0 0 0,0 0 0,1 0 0,-1 0 0,0 0 0,0 0 0,0 0 0,0 0 0,1 0 0,-1 0 0,0 0 0,0 0 0,0 0 0,1 0 0,-1 0 0,0-1 0,0 1 0,0 0 0,0 0 0,0 0 0,1 0 0,-1 0 0,0 0 0,0-1 0,0 1 0,0-14 0,-21-68 0,12 50 0,-8-51 0,13 50 0,0-61 0,4 85 0,0 0 0,1 0 0,1 0 0,-1 0 0,1 1 0,1-1 0,0 0 0,0 1 0,1 0 0,0 0 0,0 0 0,6-8 0,-9 14 0,0 1 0,0-1 0,1 0 0,-1 1 0,1-1 0,-1 1 0,1-1 0,0 1 0,-1 0 0,1 0 0,0 0 0,0 0 0,0 0 0,0 0 0,0 0 0,0 1 0,0-1 0,0 0 0,1 1 0,-1 0 0,4 0 0,-3 0 0,0 1 0,0 0 0,-1 0 0,1 0 0,0 0 0,0 0 0,-1 0 0,1 1 0,-1 0 0,1-1 0,-1 1 0,1 0 0,3 4 0,1 3 0,0 0 0,0 0 0,-1 0 0,0 1 0,-1-1 0,0 1 0,5 15 0,-9-22 0,0 1 0,0 0 0,0-1 0,-1 1 0,1-1 0,-1 1 0,0 0 0,0-1 0,0 1 0,0 0 0,-1-1 0,1 1 0,-1 0 0,0-1 0,0 1 0,-1-1 0,1 0 0,-3 6 0,1-6 0,0 1 0,0 0 0,0-1 0,0 1 0,-1-1 0,0 0 0,1 0 0,-1-1 0,0 1 0,0-1 0,-1 1 0,1-2 0,0 1 0,-6 1 0,3 0-105,-1-1 0,0 0 0,0 0 0,0-1 0,0 0 0,0-1 0,0 0 0,0 0 0,0-1 0,0 1 0,1-2 0,-12-2 0,2-3-6721</inkml:trace>
</inkml:ink>
</file>

<file path=ppt/ink/ink9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7.189"/>
    </inkml:context>
    <inkml:brush xml:id="br0">
      <inkml:brushProperty name="width" value="0.05" units="cm"/>
      <inkml:brushProperty name="height" value="0.05" units="cm"/>
    </inkml:brush>
  </inkml:definitions>
  <inkml:trace contextRef="#ctx0" brushRef="#br0">58 202 24575,'2'17'0,"7"10"0,16 35 0,8 23 0,-30-75 0,-1-5 0,0 0 0,-1 0 0,0 0 0,0 0 0,-1 0 0,1 7 0,-15-35 0,-20-57 0,3-2 0,-19-86 0,48 161 0,0-1 0,1 1 0,-1-1 0,1 0 0,1 1 0,-1-9 0,1 15 0,0-1 0,1 1 0,-1 0 0,0 0 0,0-1 0,1 1 0,-1 0 0,1 0 0,-1-1 0,1 1 0,-1 0 0,1 0 0,0 0 0,-1 0 0,1 0 0,0 0 0,0 0 0,0 0 0,0 0 0,0 0 0,0 0 0,0 1 0,0-1 0,0 0 0,0 1 0,1-1 0,-1 1 0,0-1 0,0 1 0,0 0 0,1-1 0,-1 1 0,0 0 0,1 0 0,-1 0 0,2 0 0,8 1 0,0 0 0,-1 1 0,1 0 0,-1 1 0,0 0 0,1 1 0,-1 0 0,-1 1 0,1 0 0,-1 0 0,0 1 0,0 0 0,0 1 0,11 11 0,-18-17 10,-1 1-1,1 0 1,0 0-1,0 0 1,-1 0-1,0 1 1,1-1-1,-1 0 1,0 1-1,0-1 1,0 1-1,0-1 1,-1 1-1,1-1 0,-1 1 1,1-1-1,-1 1 1,0 0-1,0-1 1,0 1-1,-1-1 1,1 1-1,0 0 1,-1-1-1,0 1 1,1-1-1,-1 1 1,0-1-1,0 0 1,-1 1-1,1-1 1,0 0-1,-1 0 1,0 0-1,-2 3 1,-4 3-224,0-1 1,0 0 0,0-1-1,-1 0 1,0 0 0,-1-1-1,-13 6 1,-8 2-6613</inkml:trace>
</inkml:ink>
</file>

<file path=ppt/ink/ink9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8.361"/>
    </inkml:context>
    <inkml:brush xml:id="br0">
      <inkml:brushProperty name="width" value="0.05" units="cm"/>
      <inkml:brushProperty name="height" value="0.05" units="cm"/>
    </inkml:brush>
  </inkml:definitions>
  <inkml:trace contextRef="#ctx0" brushRef="#br0">224 104 24575,'-3'-4'0,"1"0"0,0 0 0,0-1 0,0 1 0,0 0 0,1-1 0,-1 1 0,1-1 0,0-5 0,-4-8 0,5 16 0,-1 0 0,1 0 0,-1 0 0,0 0 0,0 0 0,0 0 0,0 0 0,0 0 0,0 0 0,0 1 0,-1-1 0,1 0 0,-1 1 0,1-1 0,-1 1 0,0-1 0,0 1 0,1 0 0,-4-2 0,3 3 0,0-1 0,0 1 0,0 0 0,0 0 0,0 0 0,0 0 0,0 0 0,0 1 0,0-1 0,0 1 0,0-1 0,0 1 0,0 0 0,0-1 0,0 1 0,1 0 0,-1 0 0,0 0 0,1 1 0,-1-1 0,-2 3 0,-7 6 0,0 1 0,0 1 0,1 0 0,0 0 0,1 1 0,1 0 0,0 1 0,1-1 0,-7 20 0,7-16 0,2 1 0,-1 0 0,2-1 0,1 2 0,0-1 0,1 0 0,1 30 0,1-42 0,1-1 0,-1 1 0,1-1 0,0 1 0,1 0 0,0-1 0,-1 0 0,2 1 0,-1-1 0,0 0 0,1 0 0,0 0 0,0-1 0,1 1 0,-1-1 0,1 0 0,0 0 0,0 0 0,1 0 0,-1-1 0,1 1 0,-1-1 0,1 0 0,0-1 0,1 1 0,-1-1 0,0 0 0,0 0 0,9 1 0,3 1 0,1-2 0,0 0 0,1 0 0,-1-2 0,0 0 0,0-2 0,0 0 0,18-4 0,-10 1 0,1-2 0,-2 0 0,1-2 0,42-21 0,-59 25 0,1-1 0,-1 0 0,-1 0 0,1-1 0,-1-1 0,10-9 0,-14 12 0,0 0 0,-1-1 0,1 1 0,-1 0 0,0-1 0,0 0 0,-1 0 0,0 0 0,0 0 0,0 0 0,1-11 0,-3 12 0,0 0 0,0-1 0,-1 1 0,0 0 0,0 0 0,0 0 0,0 0 0,-1 0 0,0 0 0,0 1 0,0-1 0,-1 1 0,-3-7 0,4 8 0,0 0 0,0 1 0,0-1 0,-1 0 0,1 1 0,-1-1 0,1 1 0,-1 0 0,0-1 0,0 1 0,0 1 0,0-1 0,0 0 0,0 1 0,0 0 0,-1-1 0,1 1 0,-1 1 0,1-1 0,-5 0 0,6 1 0,0 1 0,-1-1 0,1 1 0,0 0 0,0 0 0,0 0 0,0 0 0,0 0 0,0 1 0,0-1 0,0 0 0,0 1 0,1-1 0,-1 1 0,0 0 0,1 0 0,0 0 0,-1 0 0,1 0 0,0 0 0,0 0 0,0 0 0,0 0 0,0 0 0,1 0 0,-2 4 0,-1 6 0,0 1 0,0-1 0,-1 18 0,3-20 0,1 0 0,-1 1 0,2-1 0,-1 0 0,1 0 0,1 1 0,4 14 0,-4-20 0,-1-1 0,1 1 0,1-1 0,-1 1 0,1-1 0,0 0 0,-1 0 0,2-1 0,-1 1 0,0 0 0,1-1 0,0 0 0,0 0 0,0 0 0,0 0 0,0-1 0,9 4 0,-6-3 0,-1 0 0,1-1 0,0 0 0,0 0 0,0-1 0,1 0 0,-1 0 0,0-1 0,0 1 0,0-2 0,1 1 0,-1-1 0,0 0 0,0-1 0,0 1 0,11-5 0,-13 3 0,0 1 0,0-1 0,0 0 0,-1 0 0,1 0 0,-1-1 0,0 0 0,0 0 0,0 0 0,-1 0 0,1 0 0,-1-1 0,0 1 0,0-1 0,0 0 0,-1 0 0,0 0 0,0-1 0,0 1 0,-1 0 0,0-1 0,1-5 0,-1 2 0,0-1 0,-1 0 0,0 0 0,0 0 0,-1 1 0,-1-1 0,-2-11 0,3 17 0,-1-1 0,1 1 0,-1-1 0,0 1 0,0 0 0,0 0 0,0-1 0,-1 2 0,1-1 0,-1 0 0,0 0 0,-1 1 0,1 0 0,0-1 0,-1 2 0,-7-6 0,10 7 0,-1 0 0,1 1 0,0-1 0,-1 1 0,1 0 0,-1-1 0,1 1 0,0 0 0,-1-1 0,1 1 0,-1 0 0,1 0 0,-1 0 0,1 1 0,-1-1 0,1 0 0,0 1 0,-2-1 0,46-9 0,-37 7 0,10-4 0,1 1 0,0 1 0,23-4 0,-35 8 0,0-1 0,0 1 0,0 0 0,-1 1 0,1-1 0,0 1 0,-1 0 0,1 0 0,0 0 0,-1 1 0,1-1 0,-1 1 0,0 0 0,1 1 0,-1-1 0,0 1 0,4 3 0,2 4 0,-1 0 0,0 0 0,-1 1 0,-1 0 0,1 1 0,7 17 0,21 31 0,-36-60 0,1 1 0,-1-1 0,0 1 0,1-1 0,-1 1 0,0-1 0,1 0 0,-1 1 0,1-1 0,-1 0 0,1 1 0,-1-1 0,1 0 0,-1 1 0,1-1 0,-1 0 0,1 0 0,-1 0 0,1 0 0,-1 1 0,1-1 0,-1 0 0,1 0 0,0 0 0,-1 0 0,1 0 0,-1 0 0,1 0 0,-1 0 0,1-1 0,-1 1 0,1 0 0,0 0 0,-1 0 0,1-1 0,-1 1 0,1 0 0,-1-1 0,0 1 0,1 0 0,-1-1 0,1 1 0,-1 0 0,1-1 0,-1 1 0,0-1 0,1 1 0,-1-1 0,0 1 0,1-2 0,16-30 0,-15 25 0,9-16 0,-3 3 0,1 1 0,1 0 0,1 1 0,0 0 0,21-24 0,-31 41 0,0-1 0,0 1 0,0 0 0,0 0 0,0 0 0,0 0 0,0 0 0,0 1 0,0-1 0,0 0 0,1 0 0,-1 1 0,0-1 0,1 1 0,-1-1 0,0 1 0,1-1 0,-1 1 0,1 0 0,-1 0 0,1 0 0,-1 0 0,0 0 0,1 0 0,-1 0 0,1 0 0,-1 0 0,1 1 0,-1-1 0,0 1 0,1-1 0,-1 1 0,0-1 0,0 1 0,1 0 0,-1 0 0,0-1 0,0 1 0,0 0 0,0 0 0,0 0 0,0 0 0,0 0 0,0 1 0,1 1 0,4 7 0,0 1 0,0 0 0,-1 0 0,6 19 0,-4-11 0,-1-3 114,1-2 0,15 24 0,-19-33-285,1 1 0,0-1 1,0-1-1,1 1 0,-1-1 1,1 1-1,0-1 0,0-1 1,10 7-1,1-3-6655</inkml:trace>
</inkml:ink>
</file>

<file path=ppt/ink/ink9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8.561"/>
    </inkml:context>
    <inkml:brush xml:id="br0">
      <inkml:brushProperty name="width" value="0.05" units="cm"/>
      <inkml:brushProperty name="height" value="0.05" units="cm"/>
    </inkml:brush>
  </inkml:definitions>
  <inkml:trace contextRef="#ctx0" brushRef="#br0">30 215 24575,'-1'-29'0,"-2"0"0,-7-31 0,-1-9 0,7 43 0,4 24 0,2 16 0,30 143 277,21 124-1919,-46-236-5184</inkml:trace>
</inkml:ink>
</file>

<file path=ppt/ink/ink9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9.346"/>
    </inkml:context>
    <inkml:brush xml:id="br0">
      <inkml:brushProperty name="width" value="0.05" units="cm"/>
      <inkml:brushProperty name="height" value="0.05" units="cm"/>
    </inkml:brush>
  </inkml:definitions>
  <inkml:trace contextRef="#ctx0" brushRef="#br0">36 215 24575,'-9'-9'0,"7"7"0,0 1 0,0-1 0,0 0 0,-1 0 0,2 0 0,-1 0 0,0 0 0,0-1 0,1 1 0,-1 0 0,1-1 0,0 1 0,0-1 0,-2-5 0,3 8 0,1-1 0,-1 1 0,0-1 0,1 0 0,-1 1 0,1-1 0,-1 1 0,1-1 0,-1 1 0,1-1 0,-1 1 0,1-1 0,0 1 0,-1 0 0,1-1 0,0 1 0,-1 0 0,1 0 0,0-1 0,-1 1 0,1 0 0,0 0 0,21-4 0,-17 3 0,46-4 0,84 1 0,-88 4 0,0-1 0,61-11 0,-102 11 0,-1 0 0,1-1 0,-1 0 0,1 0 0,-1 0 0,0-1 0,0 0 0,10-6 0,-14 8 0,0 0 0,0 0 0,-1 1 0,1-1 0,0 0 0,0 0 0,-1 0 0,1 0 0,0 0 0,-1 0 0,1 0 0,-1 0 0,0-1 0,1 1 0,-1 0 0,0 0 0,0 0 0,1 0 0,-1-2 0,-1 1 0,1 0 0,-1 0 0,1 1 0,-1-1 0,0 1 0,0-1 0,0 0 0,0 1 0,0 0 0,0-1 0,0 1 0,0 0 0,0-1 0,-1 1 0,1 0 0,0 0 0,-3-1 0,1-1 0,-1 1 0,1-1 0,-1 1 0,1 0 0,-1 0 0,0 1 0,1-1 0,-1 1 0,0 0 0,0 0 0,0 0 0,0 1 0,0-1 0,0 1 0,0 0 0,0 0 0,0 0 0,-5 1 0,5 1 0,0-1 0,0 1 0,0 0 0,0 0 0,0 0 0,0 1 0,1-1 0,-1 1 0,1 0 0,-1 0 0,1 0 0,0 1 0,0-1 0,1 1 0,-1-1 0,-2 6 0,-3 5 0,1-1 0,1 1 0,0 1 0,1-1 0,0 1 0,1 0 0,-2 21 0,5-29 0,0 0 0,1 0 0,0 0 0,1 0 0,-1-1 0,1 1 0,1 0 0,2 9 0,-2-12 0,-1-1 0,1 1 0,0 0 0,0-1 0,0 0 0,1 1 0,-1-1 0,1 0 0,-1 0 0,1 0 0,0-1 0,0 1 0,1-1 0,-1 1 0,5 1 0,-5-2 0,0-1 0,0 1 0,0-1 0,1 0 0,-1 0 0,0 0 0,1-1 0,-1 1 0,1-1 0,-1 0 0,0 0 0,1 0 0,-1 0 0,1 0 0,-1-1 0,4 0 0,-2-1 0,0 0 0,0 0 0,0-1 0,0 0 0,0 1 0,-1-1 0,1-1 0,-1 1 0,5-6 0,1-1 0,-1 0 0,-1-1 0,1-1 0,-2 1 0,0-1 0,0 0 0,5-16 0,-7 14 0,-1 1 0,0-2 0,2-21 0,-6 43 0,0 0 0,1 0 0,0 0 0,0 0 0,0 0 0,1 0 0,0-1 0,1 1 0,-1-1 0,1 1 0,0-1 0,1 0 0,0 0 0,-1 0 0,8 7 0,-5-6 0,0 0 0,0 0 0,1-1 0,0 0 0,0 0 0,0-1 0,1 0 0,-1 0 0,1-1 0,1 1 0,-1-2 0,15 5 0,-18-6 0,-1-1 0,0-1 0,0 1 0,1-1 0,-1 0 0,1 0 0,-1 0 0,0 0 0,1-1 0,-1 1 0,0-1 0,0 0 0,1-1 0,-1 1 0,0-1 0,0 0 0,0 0 0,4-3 0,-4 2 0,0-1 0,-1 1 0,1-1 0,-1 0 0,0 0 0,0 0 0,-1 0 0,1 0 0,-1-1 0,0 1 0,0-1 0,0 0 0,-1 0 0,1 1 0,0-10 0,0-12 0,-1 1 0,0 0 0,-2 0 0,-2 0 0,0 0 0,-12-45 0,12 58 0,2 15 0,3 22 0,6 26 0,2 0 0,32 91 0,-40-136-273,1 0 0,-1 0 0,2 0 0,6 10 0,0-5-6553</inkml:trace>
</inkml:ink>
</file>

<file path=ppt/ink/ink9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9.465"/>
    </inkml:context>
    <inkml:brush xml:id="br0">
      <inkml:brushProperty name="width" value="0.05" units="cm"/>
      <inkml:brushProperty name="height" value="0.05" units="cm"/>
    </inkml:brush>
  </inkml:definitions>
  <inkml:trace contextRef="#ctx0" brushRef="#br0">37 31 24575,'-5'-5'0,"-4"-4"0,-2 0 0,0 1-8191</inkml:trace>
</inkml:ink>
</file>

<file path=ppt/ink/ink9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10.369"/>
    </inkml:context>
    <inkml:brush xml:id="br0">
      <inkml:brushProperty name="width" value="0.05" units="cm"/>
      <inkml:brushProperty name="height" value="0.05" units="cm"/>
    </inkml:brush>
  </inkml:definitions>
  <inkml:trace contextRef="#ctx0" brushRef="#br0">20 144 24575,'-10'-2'0,"1"2"0,9 1 0,0 0 0,-1 0 0,1 0 0,0 0 0,0 0 0,0 0 0,0-1 0,1 1 0,-1 0 0,0 0 0,0 0 0,0 0 0,1-1 0,-1 1 0,1 0 0,0 1 0,98 223 0,-99-225 0,0 1 0,0-1 0,0 1 0,1-1 0,-1 0 0,0 1 0,0-1 0,0 1 0,1-1 0,-1 0 0,0 1 0,1-1 0,-1 1 0,0-1 0,1 0 0,-1 0 0,0 1 0,1-1 0,-1 0 0,1 1 0,-1-1 0,0 0 0,1 0 0,-1 0 0,1 0 0,-1 1 0,1-1 0,-1 0 0,1 0 0,-1 0 0,0 0 0,1 0 0,-1 0 0,1 0 0,-1 0 0,1 0 0,-1 0 0,1-1 0,1 0 0,-1 0 0,1 0 0,-1-1 0,0 1 0,0 0 0,1-1 0,-1 1 0,0-1 0,0 1 0,1-4 0,19-51 0,-20 51 0,45-152 0,-44 155 0,-1-1 0,0 0 0,1 0 0,-1 1 0,1-1 0,0 1 0,0 0 0,0-1 0,0 1 0,0 0 0,1 0 0,-1 0 0,0 1 0,1-1 0,0 1 0,-1-1 0,1 1 0,0 0 0,4-2 0,-1 1 0,0 1 0,0-1 0,0 1 0,0 0 0,0 0 0,0 1 0,0 0 0,12 1 0,-16 0 0,0-1 0,0 1 0,-1 0 0,1 0 0,0 0 0,-1 0 0,1 0 0,0 0 0,-1 0 0,1 0 0,-1 1 0,0-1 0,1 0 0,-1 1 0,0 0 0,0-1 0,0 1 0,0-1 0,0 1 0,0 0 0,0 3 0,3 6 0,-1 1 0,3 18 0,-1-8 0,-2-8 0,2 0 0,-1 0 0,2-1 0,0 1 0,13 20 0,-16-29 0,-1-2 0,1 1 0,0 0 0,0 0 0,0-1 0,1 0 0,-1 0 0,1 0 0,0 0 0,0 0 0,0-1 0,0 1 0,0-1 0,0 0 0,1-1 0,-1 1 0,1-1 0,-1 1 0,1-2 0,-1 1 0,9 0 0,-10-1 0,0-1 0,0 1 0,-1-1 0,1 0 0,0 0 0,-1 0 0,1 0 0,-1 0 0,1 0 0,-1-1 0,1 0 0,-1 1 0,0-1 0,0 0 0,0 0 0,0 0 0,0 0 0,0 0 0,0-1 0,-1 1 0,1 0 0,-1-1 0,0 0 0,0 1 0,0-1 0,0 0 0,1-5 0,2-6 0,-1 0 0,-1-1 0,0 1 0,0-16 0,-1-17 0,-1 0 0,-13-88 0,-2 231 0,14-79 0,0-1 0,1 1 0,1-1 0,0 1 0,1 0 0,8 26 0,-9-37 0,1-1 0,1 1 0,-1-1 0,1 1 0,0-1 0,0 0 0,1 0 0,0-1 0,-1 1 0,1-1 0,1 1 0,-1-1 0,1-1 0,0 1 0,-1-1 0,2 1 0,-1-1 0,0-1 0,0 1 0,1-1 0,0 0 0,5 1 0,4 1 29,0-1-1,0-1 1,0 0-1,0-1 0,0-1 1,1 0-1,-1-2 1,0 1-1,0-2 1,0 0-1,24-8 1,-27 7-151,0-1 0,0-1 0,0 0 0,-1 0 0,0-1 0,0-1 0,0 0 0,-1 0 0,-1-1 1,1 0-1,-1-1 0,-1 0 0,13-18 0,-5 0-6704</inkml:trace>
</inkml:ink>
</file>

<file path=ppt/ink/ink9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10.789"/>
    </inkml:context>
    <inkml:brush xml:id="br0">
      <inkml:brushProperty name="width" value="0.05" units="cm"/>
      <inkml:brushProperty name="height" value="0.05" units="cm"/>
    </inkml:brush>
  </inkml:definitions>
  <inkml:trace contextRef="#ctx0" brushRef="#br0">4 202 24575,'-3'-4'0,"6"5"0,18 12 0,29 23 0,-29-20 0,-2 2 0,0 0 0,21 28 0,-30-34 0,-1 1 0,0 0 0,-1 1 0,-1 0 0,0 0 0,9 27 0,-15-40 0,-1 1 0,1-1 0,-1 1 0,1 0 0,-1-1 0,0 1 0,0-1 0,0 1 0,0 0 0,0-1 0,0 1 0,0-1 0,0 1 0,-1 0 0,1-1 0,-1 1 0,1-1 0,-1 1 0,1-1 0,-1 1 0,0-1 0,0 0 0,-1 3 0,1-4 0,0 1 0,-1-1 0,1 1 0,0-1 0,0 0 0,0 1 0,-1-1 0,1 0 0,0 0 0,0 0 0,-1 0 0,1 0 0,0 0 0,0 0 0,0 0 0,-1-1 0,1 1 0,0 0 0,0-1 0,0 1 0,0-1 0,-1 1 0,1-1 0,0 0 0,0 1 0,0-1 0,0 0 0,0 0 0,1 0 0,-1 0 0,-1-1 0,-2-2 0,0-1 0,0 1 0,0-1 0,1-1 0,0 1 0,0 0 0,0-1 0,0 1 0,1-1 0,0 0 0,0 0 0,1 0 0,-1 0 0,2 0 0,-1 0 0,0-1 0,1 1 0,0 0 0,2-11 0,1-5 0,1 0 0,0 0 0,2 1 0,10-25 0,-2 10 0,27-50 0,-32 71 0,0-1 0,1 2 0,1-1 0,0 1 0,18-16 0,-28 28 0,1 1 0,-1 0 0,0 0 0,0 0 0,0 0 0,1 0 0,-1 0 0,0 0 0,1 1 0,-1-1 0,1 0 0,-1 1 0,1-1 0,0 1 0,-1-1 0,1 1 0,-1 0 0,1 0 0,0 0 0,-1 0 0,1 0 0,-1 0 0,1 0 0,0 0 0,-1 1 0,1-1 0,1 1 0,-1 1 0,0-1 0,0 1 0,0 0 0,0 0 0,-1-1 0,1 1 0,0 0 0,-1 0 0,0 1 0,1-1 0,-1 0 0,0 0 0,0 1 0,-1-1 0,1 1 0,1 4 0,2 20-1365,-1 1-5461</inkml:trace>
</inkml:ink>
</file>

<file path=ppt/ink/ink9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12.346"/>
    </inkml:context>
    <inkml:brush xml:id="br0">
      <inkml:brushProperty name="width" value="0.05" units="cm"/>
      <inkml:brushProperty name="height" value="0.05" units="cm"/>
    </inkml:brush>
  </inkml:definitions>
  <inkml:trace contextRef="#ctx0" brushRef="#br0">204 740 24575,'23'-22'0,"74"-79"0,-86 87 0,-1 0 0,0-1 0,-1-1 0,0 1 0,12-34 0,-12 22 0,-1-1 0,-2 1 0,0-2 0,-2 1 0,0-42 0,-3 53 0,-2 0 0,0 1 0,-1-1 0,-1 1 0,0-1 0,-1 1 0,-1 0 0,0 0 0,-1 1 0,-15-27 0,18 37 0,-1-1 0,1 1 0,-1-1 0,0 1 0,-1 0 0,0 1 0,1-1 0,-1 1 0,-1 0 0,1 0 0,-1 0 0,1 1 0,-1 0 0,0 0 0,0 0 0,0 1 0,-1 0 0,1 0 0,0 1 0,-1 0 0,1 0 0,-1 0 0,0 1 0,1 0 0,-1 0 0,1 1 0,-1-1 0,1 1 0,-1 1 0,1 0 0,-1-1 0,1 2 0,0-1 0,0 1 0,0 0 0,1 0 0,-1 1 0,0-1 0,1 1 0,0 1 0,-6 6 0,-2 2 0,0 2 0,2-1 0,0 2 0,0-1 0,2 1 0,0 1 0,1 0 0,0 0 0,1 1 0,2-1 0,-6 27 0,2-1 0,3 1 0,2 1 0,1 76 0,9-28 0,3 1 0,30 130 0,68 178 0,-32-129 0,-71-260 0,24 117 0,-25-114 0,-1 1 0,-1-1 0,-1 1 0,0-1 0,-5 31 0,4-41-114,-1 0 1,0 0-1,1 0 0,-2-1 0,1 1 1,-1-1-1,0 1 0,0-1 0,0 0 1,-1 0-1,-4 5 0,-16 11-6712</inkml:trace>
</inkml:ink>
</file>

<file path=ppt/ink/ink9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12.702"/>
    </inkml:context>
    <inkml:brush xml:id="br0">
      <inkml:brushProperty name="width" value="0.05" units="cm"/>
      <inkml:brushProperty name="height" value="0.05" units="cm"/>
    </inkml:brush>
  </inkml:definitions>
  <inkml:trace contextRef="#ctx0" brushRef="#br0">1 230 24575,'6'-5'0,"0"-1"0,0 1 0,1 1 0,0-1 0,0 1 0,0 0 0,1 0 0,13-4 0,8-1 0,31-5 0,-30 8 0,328-62 0,-284 56 0,-63 10 0,29-6 0,-39 8 0,1 0 0,-1-1 0,1 1 0,-1-1 0,1 0 0,-1 1 0,1-1 0,-1 0 0,0 0 0,1 0 0,-1 0 0,0 0 0,0 0 0,1 0 0,-1 0 0,0-1 0,0 1 0,1-3 0,-2 2 0,0 1 0,0 0 0,0-1 0,0 1 0,-1-1 0,1 1 0,0-1 0,-1 1 0,1 0 0,-1-1 0,0 1 0,1 0 0,-1 0 0,0-1 0,0 1 0,0 0 0,0 0 0,0 0 0,0 0 0,0 0 0,-1-1 0,0 0 0,0 0 0,0 0 0,-1 1 0,1-1 0,0 0 0,-1 1 0,1 0 0,-1 0 0,1 0 0,-4-1 0,5 2 0,1 0 0,-1 0 0,1 0 0,-1 0 0,1 0 0,0 0 0,-1 0 0,1 1 0,-1-1 0,1 0 0,-1 0 0,1 1 0,0-1 0,-1 0 0,1 1 0,0-1 0,-1 0 0,1 1 0,0-1 0,0 0 0,-1 1 0,1-1 0,0 1 0,0-1 0,-1 0 0,1 1 0,0-1 0,0 1 0,0-1 0,0 1 0,0-1 0,0 1 0,0-1 0,0 1 0,0-1 0,0 1 0,0-1 0,0 0 0,0 1 0,0-1 0,0 1 0,1 0 0,5 26 0,-5-22 0,85 309 0,-77-279-1365,-1-7-5461</inkml:trace>
</inkml:ink>
</file>

<file path=ppt/ink/ink9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12.873"/>
    </inkml:context>
    <inkml:brush xml:id="br0">
      <inkml:brushProperty name="width" value="0.05" units="cm"/>
      <inkml:brushProperty name="height" value="0.05" units="cm"/>
    </inkml:brush>
  </inkml:definitions>
  <inkml:trace contextRef="#ctx0" brushRef="#br0">76 56 24575,'0'-2'0,"-3"-6"0,-3-1 0,-2-2 0,-3 1 0,-4 3 0,-2 2 0,1 2-8191</inkml:trace>
</inkml:ink>
</file>

<file path=ppt/ink/ink9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13.281"/>
    </inkml:context>
    <inkml:brush xml:id="br0">
      <inkml:brushProperty name="width" value="0.05" units="cm"/>
      <inkml:brushProperty name="height" value="0.05" units="cm"/>
    </inkml:brush>
  </inkml:definitions>
  <inkml:trace contextRef="#ctx0" brushRef="#br0">100 111 24575,'0'-1'0,"-1"0"0,1-1 0,0 1 0,-1 0 0,1 0 0,-1 0 0,1 0 0,-1-1 0,0 1 0,1 0 0,-1 0 0,0 0 0,0 1 0,0-1 0,0 0 0,1 0 0,-1 0 0,0 0 0,-1 1 0,1-1 0,0 1 0,0-1 0,0 1 0,0-1 0,0 1 0,-1-1 0,1 1 0,0 0 0,-2 0 0,1-1 0,-1 1 0,1-1 0,-1 1 0,1 0 0,-1 0 0,1 0 0,-1 0 0,1 0 0,0 1 0,-1-1 0,1 1 0,-1-1 0,1 1 0,-3 1 0,2 1 0,0 0 0,1-1 0,-1 1 0,1 0 0,0 0 0,-1 1 0,1-1 0,1 0 0,-1 1 0,0-1 0,1 1 0,0 0 0,0-1 0,0 1 0,0 0 0,0 5 0,-1 10 0,1 37 0,1-52 0,1 11 0,1 0 0,0 0 0,1 0 0,0 0 0,1-1 0,1 0 0,0 1 0,1-2 0,9 15 0,-11-19 0,1-1 0,1 0 0,-1 0 0,1-1 0,1 1 0,-1-1 0,1-1 0,1 1 0,-1-1 0,1-1 0,0 1 0,0-1 0,1 0 0,-1-1 0,13 4 0,-16-6 0,1-1 0,0 0 0,0 0 0,-1 0 0,1-1 0,0 0 0,0 0 0,0-1 0,0 1 0,0-1 0,-1 0 0,1-1 0,0 0 0,-1 1 0,1-2 0,-1 1 0,0-1 0,0 0 0,0 0 0,0 0 0,0 0 0,4-5 0,-4 3 0,0 0 0,0-1 0,0 1 0,-1-1 0,0 0 0,-1 0 0,1 0 0,-1 0 0,0-1 0,0 0 0,-1 1 0,0-1 0,0 0 0,-1 0 0,0 0 0,0 0 0,0-13 0,-3 5 25,0 1-1,-1 0 0,0 1 1,-1-1-1,0 1 1,-1-1-1,-1 1 0,0 1 1,-1-1-1,0 1 0,-1 0 1,-1 1-1,-17-19 1,11 13-239,-2 1 1,0 1 0,-1 0-1,-1 1 1,0 1 0,0 1-1,-37-16 1,29 18-6613</inkml:trace>
</inkml:ink>
</file>

<file path=ppt/ink/ink9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13.746"/>
    </inkml:context>
    <inkml:brush xml:id="br0">
      <inkml:brushProperty name="width" value="0.05" units="cm"/>
      <inkml:brushProperty name="height" value="0.05" units="cm"/>
    </inkml:brush>
  </inkml:definitions>
  <inkml:trace contextRef="#ctx0" brushRef="#br0">14 153 24575,'-2'-2'0,"1"0"0,0 1 0,-1-1 0,1 0 0,0 0 0,0 0 0,0 0 0,1 0 0,-1 0 0,0 0 0,1 0 0,-1 0 0,1 0 0,0-1 0,0 1 0,0 0 0,0 0 0,0 0 0,0 0 0,0-1 0,1 1 0,-1 0 0,1 0 0,-1 0 0,1 0 0,2-4 0,-1 3 0,-1-1 0,1 1 0,0 0 0,1 0 0,-1 0 0,0 0 0,1 0 0,0 1 0,-1-1 0,1 1 0,0-1 0,0 1 0,1 0 0,4-2 0,0 2 0,-1 0 0,1 0 0,0 1 0,0 0 0,0 1 0,-1 0 0,1 0 0,0 0 0,0 1 0,0 0 0,-1 1 0,1 0 0,0 0 0,-1 1 0,14 6 0,-4-1 0,0 2 0,-1 0 0,1 0 0,-2 2 0,20 17 0,-22-16 0,-1 0 0,-1 0 0,0 1 0,0 1 0,-2 0 0,0 0 0,0 1 0,8 24 0,-14-32 0,0 0 0,0 1 0,-1-1 0,0 1 0,0-1 0,-1 1 0,-1-1 0,1 1 0,-1 0 0,-1 0 0,0-1 0,0 1 0,0 0 0,-1-1 0,0 1 0,-1-1 0,0 0 0,0 0 0,-6 9 0,7-14 0,0 0 0,-1 0 0,1 0 0,-1 0 0,1 0 0,-1 0 0,0-1 0,0 0 0,0 1 0,-1-1 0,1 0 0,0-1 0,-1 1 0,1-1 0,-1 1 0,0-1 0,1 0 0,-7 1 0,8-2 0,-1 0 0,0 0 0,0 0 0,0 0 0,1-1 0,-1 1 0,0-1 0,1 0 0,-1 0 0,0 0 0,1 0 0,-1 0 0,1 0 0,-1-1 0,1 1 0,0-1 0,0 1 0,0-1 0,0 0 0,0 0 0,0 0 0,0 0 0,0 0 0,1-1 0,-1 1 0,0-3 0,-2-4 0,0 0 0,1 0 0,1 0 0,-1-1 0,2 1 0,-1-1 0,1 1 0,1-1 0,0 0 0,0 1 0,0-1 0,2 1 0,1-11 0,4-9 0,0 1 0,2 0 0,12-28 0,-10 29 0,2 0 0,23-38 0,-33 59 0,1 0 0,1 1 0,-1-1 0,1 1 0,0-1 0,0 2 0,0-1 0,1 0 0,0 1 0,-1 0 0,2 0 0,-1 1 0,0 0 0,1 0 0,-1 0 0,11-2 0,-12 5 0,0 0 0,0 0 0,0 0 0,0 0 0,1 1 0,-1 0 0,0 0 0,0 0 0,0 1 0,0 0 0,-1 0 0,1 0 0,0 0 0,-1 1 0,1 0 0,-1 0 0,0 0 0,0 0 0,7 8 0,1 2 0,0 1 0,0 1 0,-1 0 0,11 21 0,-13-20-105,-1 0 0,0 1 0,-1 0 0,-1 0 0,-1 0 0,0 1 0,-1 0 0,-1 0 0,-1 0 0,-1 0 0,0 0 0,-3 34 0,-2-35-6721</inkml:trace>
</inkml:ink>
</file>

<file path=ppt/ink/ink9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13.933"/>
    </inkml:context>
    <inkml:brush xml:id="br0">
      <inkml:brushProperty name="width" value="0.05" units="cm"/>
      <inkml:brushProperty name="height" value="0.05" units="cm"/>
    </inkml:brush>
  </inkml:definitions>
  <inkml:trace contextRef="#ctx0" brushRef="#br0">58 50 24575,'-2'-2'0,"-4"-6"0,-2-4 0,-3 0 0,-2 3 0,2 4 0,4 4 0</inkml:trace>
</inkml:ink>
</file>

<file path=ppt/ink/ink9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14.473"/>
    </inkml:context>
    <inkml:brush xml:id="br0">
      <inkml:brushProperty name="width" value="0.05" units="cm"/>
      <inkml:brushProperty name="height" value="0.05" units="cm"/>
    </inkml:brush>
  </inkml:definitions>
  <inkml:trace contextRef="#ctx0" brushRef="#br0">0 43 24575,'3'-3'0,"5"0"0,6-3 0,10 1 0,11-2 0,9-3 0,-3 2-8191</inkml:trace>
</inkml:ink>
</file>

<file path=ppt/ink/ink9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35.527"/>
    </inkml:context>
    <inkml:brush xml:id="br0">
      <inkml:brushProperty name="width" value="0.05" units="cm"/>
      <inkml:brushProperty name="height" value="0.05" units="cm"/>
    </inkml:brush>
  </inkml:definitions>
  <inkml:trace contextRef="#ctx0" brushRef="#br0">0 1 24575,'0'2'0,"0"4"0,0 5 0,0 3 0,0 7 0,0 6 0,0 6 0,0 5 0,0 5 0,0 5 0,3 2 0,0-1 0,3-2 0,2-3 0,0-3 0,0-6 0,3-3 0,-2-8-8191</inkml:trace>
</inkml:ink>
</file>

<file path=ppt/ink/ink9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35.927"/>
    </inkml:context>
    <inkml:brush xml:id="br0">
      <inkml:brushProperty name="width" value="0.05" units="cm"/>
      <inkml:brushProperty name="height" value="0.05" units="cm"/>
    </inkml:brush>
  </inkml:definitions>
  <inkml:trace contextRef="#ctx0" brushRef="#br0">237 833 24575,'-68'-93'0,"37"53"0,2-1 0,-40-76 0,62 102 0,0 0 0,2-1 0,0 1 0,0-1 0,2 0 0,0 0 0,1 0 0,0-1 0,1 1 0,1-1 0,1 1 0,3-24 0,0 23 0,1 1 0,0-1 0,1 1 0,1 0 0,0 0 0,1 1 0,1 0 0,0 1 0,2-1 0,-1 2 0,1 0 0,1 0 0,0 1 0,1 0 0,1 1 0,-1 1 0,24-14 0,-24 17 0,0 0 0,0 1 0,1 1 0,-1 0 0,1 1 0,0 0 0,0 1 0,1 1 0,19-1 0,-22 3 0,0 1 0,0 0 0,-1 0 0,1 1 0,-1 1 0,1 0 0,-1 0 0,0 1 0,0 1 0,0 0 0,-1 0 0,14 10 0,-7-3 0,-2 1 0,0 1 0,0 0 0,-1 1 0,-1 0 0,-1 1 0,0 1 0,-1 0 0,-1 0 0,0 1 0,-1 0 0,-1 1 0,-1 0 0,8 34 0,-11-34 0,0-1 0,-2 1 0,0 0 0,-1 0 0,0 0 0,-2-1 0,0 1 0,-2 0 0,0 0 0,0-1 0,-2 0 0,0 1 0,-2-2 0,0 1 0,-17 31 0,13-33 0,1-2 0,-2 1 0,0-1 0,0-1 0,-28 23 0,29-28 0,0 0 0,0-1 0,-1 0 0,0-1 0,0 0 0,-1-1 0,1 0 0,-23 5 0,31-9-170,0-1-1,1 1 0,-1-1 1,0 0-1,1 0 0,-1 0 1,-7-1-1,1-3-6655</inkml:trace>
</inkml:ink>
</file>

<file path=ppt/ink/ink9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36.499"/>
    </inkml:context>
    <inkml:brush xml:id="br0">
      <inkml:brushProperty name="width" value="0.05" units="cm"/>
      <inkml:brushProperty name="height" value="0.05" units="cm"/>
    </inkml:brush>
  </inkml:definitions>
  <inkml:trace contextRef="#ctx0" brushRef="#br0">102 318 24575,'13'-13'0,"0"-1"0,-1 0 0,-1-1 0,0 0 0,-1-1 0,0 0 0,7-18 0,-14 25 0,0 1 0,0 0 0,-1-1 0,0 1 0,0-1 0,-1 0 0,0-14 0,-1 18 0,0 0 0,-1 0 0,0 0 0,0 0 0,0 0 0,-1 0 0,0 0 0,0 0 0,0 0 0,0 1 0,-1-1 0,1 1 0,-7-8 0,7 10 0,1 1 0,0-1 0,-1 0 0,1 1 0,-1-1 0,0 1 0,0-1 0,0 1 0,1 0 0,-1 0 0,0 0 0,0 0 0,-1 0 0,1 0 0,0 0 0,0 1 0,0-1 0,0 1 0,-1 0 0,1-1 0,-4 1 0,3 1 0,0 0 0,0 0 0,0 0 0,1 0 0,-1 0 0,0 1 0,0-1 0,1 1 0,-1 0 0,1 0 0,-1 0 0,1 0 0,-4 4 0,-3 6 0,-1 1 0,2 0 0,0 0 0,1 1 0,-7 15 0,4-6 0,2 1 0,-12 46 0,18-58 0,0-1 0,1 1 0,0 0 0,0 0 0,2-1 0,-1 1 0,1 0 0,4 16 0,-4-26 0,-1 0 0,1 0 0,-1 1 0,1-1 0,-1 0 0,1 0 0,0-1 0,0 1 0,0 0 0,0 0 0,0 0 0,1-1 0,-1 1 0,0 0 0,1-1 0,-1 1 0,1-1 0,0 0 0,-1 1 0,1-1 0,0 0 0,0 0 0,0 0 0,0 0 0,0-1 0,0 1 0,0 0 0,0-1 0,0 0 0,0 1 0,0-1 0,0 0 0,0 0 0,1 0 0,-1 0 0,0 0 0,0-1 0,0 1 0,0-1 0,0 1 0,0-1 0,0 0 0,2-1 0,5-2 0,0 0 0,-1-1 0,0 0 0,0-1 0,0 0 0,-1 0 0,0 0 0,8-10 0,-1-2 0,-2-1 0,-1 0 0,0 0 0,-1-1 0,-1-1 0,-1 1 0,10-43 0,-17 61 0,7-21 0,-3 18 0,0 14 0,5 37 140,-7-31-308,0 1 1,0-1 0,2 0 0,0 0 0,0-1-1,2 0 1,0 0 0,15 23 0,-10-23-6659</inkml:trace>
</inkml:ink>
</file>

<file path=ppt/ink/ink9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37.090"/>
    </inkml:context>
    <inkml:brush xml:id="br0">
      <inkml:brushProperty name="width" value="0.05" units="cm"/>
      <inkml:brushProperty name="height" value="0.05" units="cm"/>
    </inkml:brush>
  </inkml:definitions>
  <inkml:trace contextRef="#ctx0" brushRef="#br0">212 193 24575,'1'-2'0,"-1"0"0,1-1 0,0 1 0,-1 0 0,1 0 0,0 0 0,0 0 0,0 0 0,3-3 0,5-12 0,-7 12 0,-1 0 0,0-1 0,0 1 0,0-1 0,-1 0 0,0 1 0,0-1 0,-1 1 0,1-1 0,-1 1 0,0-1 0,0 1 0,-1-1 0,-4-8 0,5 10 0,-1 0 0,0 0 0,-1 0 0,1 0 0,-1 1 0,1-1 0,-1 1 0,0 0 0,-1 0 0,1 0 0,0 0 0,-1 1 0,0-1 0,1 1 0,-1 0 0,0 0 0,0 0 0,0 0 0,-7-1 0,7 3 0,0-1 0,1 1 0,-1 0 0,0 1 0,0-1 0,0 1 0,1-1 0,-1 1 0,0 0 0,1 1 0,-1-1 0,0 1 0,1-1 0,0 1 0,-1 0 0,1 0 0,0 1 0,0-1 0,0 1 0,0-1 0,1 1 0,-5 5 0,-1 3 0,0-1 0,0 2 0,1-1 0,0 1 0,-5 15 0,7-15 0,1 0 0,0 0 0,1 1 0,0-1 0,-1 22 0,4-29 0,0-1 0,0 1 0,0-1 0,1 1 0,0-1 0,0 1 0,0-1 0,3 8 0,-3-10 0,0 0 0,0 0 0,0 0 0,1 0 0,-1-1 0,1 1 0,-1 0 0,1 0 0,0-1 0,-1 1 0,1-1 0,0 0 0,0 0 0,0 1 0,0-1 0,0 0 0,5 1 0,-4-1 0,0-1 0,0 0 0,1 0 0,-1 1 0,0-2 0,0 1 0,0 0 0,1-1 0,-1 1 0,0-1 0,0 0 0,0 0 0,0 0 0,0-1 0,0 1 0,0-1 0,-1 0 0,1 1 0,0-1 0,-1 0 0,5-5 0,5-4 0,-1-2 0,19-25 0,-25 31 0,2-4 0,-4 7 0,-1 0 0,1 0 0,0 0 0,0 1 0,1-1 0,5-4 0,-9 8 0,1-1 0,-1 1 0,1 0 0,-1-1 0,1 1 0,0 0 0,-1 0 0,1 0 0,-1-1 0,1 1 0,0 0 0,-1 0 0,1 0 0,-1 0 0,1 0 0,0 0 0,-1 0 0,1 0 0,-1 1 0,1-1 0,0 0 0,0 0 0,0 1 0,0 0 0,1 0 0,-1 0 0,0 0 0,0 0 0,0 1 0,0-1 0,0 0 0,-1 0 0,1 1 0,0-1 0,0 0 0,0 2 0,9 25 0,-1 1 0,-1-1 0,4 35 0,0-1 0,6 13 0,28 158 0,-46-227 0,1-1 0,-1 0 0,0 1 0,0-1 0,-1 0 0,0 0 0,0 1 0,0-1 0,0 0 0,-1 0 0,0 0 0,-3 6 0,3-9 0,1 0 0,0 0 0,-1 0 0,0 0 0,1 0 0,-1-1 0,0 1 0,0-1 0,0 1 0,0-1 0,0 0 0,0 1 0,0-1 0,-1 0 0,1-1 0,0 1 0,-1 0 0,1-1 0,0 1 0,-1-1 0,1 0 0,-1 1 0,1-1 0,0 0 0,-1-1 0,1 1 0,-1 0 0,-3-2 0,-2 0 0,0-1 0,0 0 0,0-1 0,0 0 0,1 0 0,-1 0 0,1-1 0,0 0 0,0-1 0,1 0 0,0 0 0,0 0 0,0 0 0,1-1 0,0 0 0,0 0 0,-6-12 0,3 3 0,1 0 0,0 0 0,0-1 0,2 0 0,0 0 0,1 0 0,-2-29 0,5 32 31,0 0 0,1 0 0,1-1 0,1 1 0,0 0 0,0 0 0,2 1 0,0-1 1,0 1-1,10-20 0,-9 23-145,0 1 0,1 0 0,0 1 0,1-1 1,-1 1-1,2 0 0,-1 1 0,1 0 1,0 0-1,1 1 0,-1 0 0,1 0 1,1 1-1,14-7 0,1 3-6712</inkml:trace>
</inkml:ink>
</file>

<file path=ppt/ink/ink9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37.574"/>
    </inkml:context>
    <inkml:brush xml:id="br0">
      <inkml:brushProperty name="width" value="0.05" units="cm"/>
      <inkml:brushProperty name="height" value="0.05" units="cm"/>
    </inkml:brush>
  </inkml:definitions>
  <inkml:trace contextRef="#ctx0" brushRef="#br0">23 192 24575,'0'-1'0,"0"0"0,0 0 0,0 0 0,1 0 0,-1 0 0,0 0 0,0 0 0,1 0 0,-1 1 0,0-1 0,1 0 0,-1 0 0,1 0 0,-1 1 0,1-1 0,0 0 0,-1 0 0,1 1 0,0-1 0,-1 0 0,1 1 0,0-1 0,0 1 0,-1-1 0,1 1 0,0 0 0,0-1 0,0 1 0,0 0 0,0-1 0,0 1 0,0 0 0,0 0 0,0 0 0,-1 0 0,1 0 0,0 0 0,0 0 0,0 0 0,2 1 0,6 0 0,0 0 0,0 1 0,13 4 0,-7-2 0,-5-2 0,0 0 0,0 0 0,1-1 0,-1 0 0,12-1 0,-19-1 0,-1 1 0,1 0 0,-1-1 0,1 0 0,-1 1 0,1-1 0,-1 0 0,0 0 0,1 0 0,-1-1 0,0 1 0,0 0 0,0-1 0,0 0 0,0 1 0,0-1 0,-1 0 0,1 0 0,0 0 0,-1 0 0,0 0 0,1 0 0,-1 0 0,0-1 0,0 1 0,1-4 0,-1 1 0,1 0 0,-1 0 0,0-1 0,-1 1 0,1 0 0,-1-1 0,0 1 0,-1-1 0,1 1 0,-1 0 0,0-1 0,0 1 0,-1 0 0,0 0 0,1 0 0,-2 0 0,1 0 0,-1 0 0,1 0 0,-1 1 0,-4-5 0,4 6 0,1 0 0,-1 0 0,0 1 0,0 0 0,0-1 0,0 1 0,0 0 0,-1 0 0,1 0 0,0 1 0,-1-1 0,0 1 0,1 0 0,-1 0 0,0 0 0,1 1 0,-1-1 0,0 1 0,0 0 0,0 0 0,1 0 0,-1 0 0,0 1 0,0-1 0,0 1 0,1 0 0,-1 1 0,1-1 0,-1 0 0,-4 3 0,0 1 0,1-1 0,0 1 0,0 0 0,0 0 0,0 1 0,1 0 0,0 0 0,0 1 0,1-1 0,0 1 0,0 0 0,0 1 0,1-1 0,0 1 0,-5 15 0,7-17 0,0 0 0,1 0 0,0 1 0,0-1 0,0 0 0,1 0 0,0 1 0,0-1 0,1 0 0,0 0 0,0 0 0,0 0 0,1 1 0,0-2 0,0 1 0,0 0 0,1 0 0,0-1 0,0 1 0,0-1 0,1 0 0,6 8 0,0-4 23,0 0 0,0 0 0,1-1-1,0-1 1,0 0 0,1 0 0,0-1-1,0-1 1,0 0 0,1 0 0,0-2-1,0 1 1,0-2 0,14 2 0,-17-3-109,-1 0 1,1 0 0,0-1-1,0-1 1,0 1 0,0-2-1,-1 1 1,1-1 0,-1-1-1,1 0 1,-1 0 0,0-1-1,0 0 1,0-1 0,-1 0-1,1 0 1,-1 0 0,-1-1-1,13-12 1,-5 0-6741</inkml:trace>
</inkml:ink>
</file>

<file path=ppt/ink/ink9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38.547"/>
    </inkml:context>
    <inkml:brush xml:id="br0">
      <inkml:brushProperty name="width" value="0.05" units="cm"/>
      <inkml:brushProperty name="height" value="0.05" units="cm"/>
    </inkml:brush>
  </inkml:definitions>
  <inkml:trace contextRef="#ctx0" brushRef="#br0">3 65 24575,'-3'0'0,"5"0"0,4-3 0,5 0 0,7-2 0,4-1 0,3-1 0,5-2 0,2 0 0,2 0 0,1 1 0,-6 2-8191</inkml:trace>
</inkml:ink>
</file>

<file path=ppt/ink/ink9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39.336"/>
    </inkml:context>
    <inkml:brush xml:id="br0">
      <inkml:brushProperty name="width" value="0.05" units="cm"/>
      <inkml:brushProperty name="height" value="0.05" units="cm"/>
    </inkml:brush>
  </inkml:definitions>
  <inkml:trace contextRef="#ctx0" brushRef="#br0">1 305 24575,'0'-4'0,"0"0"0,0 0 0,0 0 0,0 0 0,1-1 0,0 1 0,-1 0 0,2 0 0,-1 0 0,0 0 0,1 1 0,0-1 0,-1 0 0,2 1 0,-1-1 0,0 1 0,1-1 0,-1 1 0,1 0 0,0 0 0,0 0 0,0 1 0,1-1 0,-1 1 0,1-1 0,-1 1 0,1 0 0,0 1 0,5-3 0,-4 2 0,0 1 0,1-1 0,-1 1 0,1 0 0,-1 0 0,1 0 0,-1 1 0,1 0 0,-1 0 0,1 0 0,-1 1 0,1 0 0,-1 0 0,1 0 0,-1 1 0,7 3 0,-5-2 0,-1 0 0,0 1 0,0 0 0,-1 1 0,1-1 0,-1 1 0,0 0 0,0 0 0,-1 1 0,1 0 0,-1-1 0,5 11 0,0 2 0,0 0 0,-2 0 0,0 0 0,-1 1 0,0 0 0,-2 1 0,0-1 0,-2 1 0,0-1 0,-1 1 0,-1 24 0,-1-39 0,0 0 0,-1-1 0,1 1 0,-1-1 0,0 0 0,-3 5 0,5-8 0,0-1 0,0 1 0,-1-1 0,1 1 0,0-1 0,-1 1 0,1-1 0,0 1 0,-1-1 0,1 0 0,-1 1 0,1-1 0,-1 0 0,1 1 0,-1-1 0,1 0 0,-1 0 0,1 1 0,-1-1 0,1 0 0,-1 0 0,0 0 0,0 0 0,0 0 0,0-1 0,1 1 0,-1-1 0,0 1 0,1-1 0,-1 0 0,1 1 0,-1-1 0,1 0 0,-1 1 0,1-1 0,-1 0 0,1 1 0,-1-1 0,1 0 0,0 0 0,0 0 0,-1 1 0,1-1 0,0-1 0,-4-18 0,1 1 0,1-1 0,0 0 0,2 0 0,0 1 0,4-24 0,-3 26 0,3-32 0,17-85 0,-18 118 0,1 1 0,1 0 0,1 0 0,0 1 0,0 0 0,2 0 0,-1 0 0,2 1 0,16-21 0,-22 31 0,0 0 0,-1 1 0,1-1 0,0 1 0,0-1 0,0 1 0,1 0 0,-1 0 0,1 0 0,-1 1 0,1-1 0,-1 1 0,1 0 0,0 0 0,0 0 0,-1 1 0,1-1 0,6 1 0,-5 0 0,0 1 0,0 0 0,0 0 0,0 1 0,0-1 0,0 1 0,0 0 0,0 1 0,-1-1 0,1 1 0,-1 0 0,5 4 0,4 4 0,0 2 0,-1 0 0,0 0 0,-1 1 0,0 0 0,15 30 0,-15-23 0,-2-1 0,0 1 0,7 28 0,-13-36 0,0 0 0,-1 0 0,0 0 0,-1 1 0,0-1 0,-3 25 0,2-37 0,0 0 0,0 0 0,0 0 0,0 0 0,0 0 0,0-1 0,-1 1 0,1 0 0,0 0 0,0 0 0,-1 0 0,1-1 0,-1 1 0,1 0 0,-1 0 0,1-1 0,-1 1 0,0 1 0,0-2 0,1 0 0,0 0 0,-1-1 0,1 1 0,-1 0 0,1 0 0,0 0 0,-1 0 0,1 0 0,-1-1 0,1 1 0,0 0 0,-1 0 0,1-1 0,0 1 0,0 0 0,-1 0 0,1-1 0,0 1 0,-1 0 0,1-1 0,0 1 0,0-1 0,0 1 0,-1-1 0,-1-4 0,0 1 0,0-1 0,0 0 0,1 1 0,-2-7 0,2-3 0,0 0 0,1 0 0,1 0 0,0 0 0,1 0 0,1 0 0,0 0 0,6-16 0,-4 14 0,2-1 0,0 1 0,1 0 0,1 1 0,0 0 0,13-16 0,-19 27 0,0 0 0,1 0 0,0 1 0,0-1 0,0 1 0,0 0 0,0 0 0,0 0 0,1 0 0,0 1 0,-1 0 0,1 0 0,5-2 0,-7 4 0,1-1 0,-1 1 0,0 0 0,0 0 0,0 0 0,0 0 0,0 1 0,0-1 0,0 1 0,0 0 0,0 0 0,0 0 0,0 0 0,0 0 0,-1 1 0,1-1 0,0 1 0,-1 0 0,1 0 0,-1 0 0,0 0 0,0 0 0,3 3 0,3 5 0,0 1 0,0 0 0,-1 0 0,0 1 0,-1 0 0,0 1 0,5 16 0,22 93 0,-33-121 0,5 40-1365,-6-28-5461</inkml:trace>
</inkml:ink>
</file>

<file path=ppt/ink/ink9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39.816"/>
    </inkml:context>
    <inkml:brush xml:id="br0">
      <inkml:brushProperty name="width" value="0.05" units="cm"/>
      <inkml:brushProperty name="height" value="0.05" units="cm"/>
    </inkml:brush>
  </inkml:definitions>
  <inkml:trace contextRef="#ctx0" brushRef="#br0">96 103 24575,'0'0'0,"-1"-1"0,0 1 0,1 0 0,-1 0 0,0 0 0,1-1 0,-1 1 0,1 0 0,-1-1 0,0 1 0,1-1 0,-1 1 0,1-1 0,-1 1 0,1-1 0,0 1 0,-1-1 0,1 1 0,-1-2 0,1 2 0,-1-1 0,1 1 0,0-1 0,0 1 0,0 0 0,-1-1 0,1 1 0,0-1 0,0 1 0,-1 0 0,1 0 0,0-1 0,-1 1 0,1 0 0,0-1 0,-1 1 0,1 0 0,-1 0 0,1 0 0,0-1 0,-1 1 0,1 0 0,-1 0 0,1 0 0,-1 0 0,1 0 0,-1 0 0,1 0 0,0 0 0,-1 0 0,1 0 0,-1 0 0,1 0 0,-1 0 0,1 0 0,-1 0 0,1 0 0,0 1 0,-1-1 0,1 0 0,-1 0 0,1 0 0,0 1 0,-1-1 0,1 0 0,0 1 0,-1-1 0,1 0 0,0 1 0,-1-1 0,1 0 0,0 1 0,0-1 0,0 0 0,-1 2 0,-7 8 0,0 1 0,1 1 0,1 0 0,0 0 0,0 0 0,1 0 0,1 1 0,0 0 0,1 0 0,0 0 0,1 0 0,0 1 0,1-1 0,1 19 0,0-29 0,0 1 0,1 0 0,0 0 0,-1 0 0,1 0 0,1-1 0,-1 1 0,0 0 0,1-1 0,0 1 0,0-1 0,0 0 0,0 0 0,0 1 0,1-1 0,-1-1 0,1 1 0,0 0 0,0-1 0,0 1 0,0-1 0,0 0 0,1 0 0,-1 0 0,1 0 0,-1-1 0,1 0 0,0 1 0,-1-1 0,1 0 0,0-1 0,0 1 0,0-1 0,7 0 0,-2 0 0,-1 0 0,1-1 0,0 0 0,0-1 0,-1 0 0,1-1 0,-1 1 0,0-1 0,1-1 0,-1 0 0,-1 0 0,1 0 0,-1-1 0,12-10 0,-13 9 0,0 0 0,-1-1 0,1 1 0,-2-1 0,1-1 0,-1 1 0,0-1 0,0 1 0,-1-1 0,0 0 0,0 0 0,-1-1 0,0 1 0,0-1 0,-1 1 0,0-1 0,-1 1 0,0-1 0,0 1 0,-1-1 0,0 1 0,0-1 0,-1 1 0,0 0 0,-1-1 0,0 1 0,0 0 0,-1 1 0,0-1 0,0 0 0,0 1 0,-1 0 0,-1 0 0,1 1 0,-1-1 0,0 1 0,0 0 0,-10-6 0,8 7-114,0 1 1,0-1-1,-1 2 0,0-1 0,1 1 1,-1 1-1,-1-1 0,1 2 0,0-1 1,0 1-1,-17 0 0,9 2-6712</inkml:trace>
</inkml:ink>
</file>

<file path=ppt/ink/ink9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40.359"/>
    </inkml:context>
    <inkml:brush xml:id="br0">
      <inkml:brushProperty name="width" value="0.05" units="cm"/>
      <inkml:brushProperty name="height" value="0.05" units="cm"/>
    </inkml:brush>
  </inkml:definitions>
  <inkml:trace contextRef="#ctx0" brushRef="#br0">15 184 24575,'-3'-11'0,"0"1"0,1-1 0,0 1 0,0-1 0,1 0 0,1 0 0,0-13 0,0 2 0,0 12 0,-1 7 0,1-1 0,0 0 0,0 1 0,0-1 0,0 1 0,0-1 0,1 1 0,-1-1 0,1 0 0,0 1 0,0 0 0,3-6 0,-3 9 0,-1-1 0,0 1 0,1 0 0,-1 0 0,1 0 0,-1 0 0,0 0 0,1 0 0,-1-1 0,1 1 0,-1 0 0,0 0 0,1 0 0,-1 0 0,1 1 0,-1-1 0,0 0 0,1 0 0,-1 0 0,1 0 0,-1 0 0,0 0 0,1 1 0,-1-1 0,0 0 0,1 0 0,-1 1 0,0-1 0,1 0 0,-1 0 0,0 1 0,0-1 0,1 0 0,-1 1 0,0-1 0,0 0 0,1 1 0,-1-1 0,0 0 0,0 1 0,0-1 0,0 1 0,0-1 0,0 1 0,10 20 0,-9-21 0,30 90 0,34 160 0,-58-220 0,-1-5 0,-1 0 0,0 1 0,-2 0 0,-1 48 0,-6-58 0,4-16 0,0 0 0,0 0 0,0 0 0,0 0 0,0 0 0,0 1 0,0-1 0,0 0 0,0 0 0,0 0 0,-1 0 0,1 0 0,0 0 0,0 0 0,0 0 0,0 0 0,0 0 0,0 0 0,0 0 0,-1 1 0,1-1 0,0 0 0,0 0 0,0 0 0,0 0 0,0 0 0,-1 0 0,1 0 0,0 0 0,0 0 0,0 0 0,0 0 0,0-1 0,0 1 0,-1 0 0,1 0 0,0 0 0,0 0 0,0 0 0,0 0 0,0 0 0,0 0 0,0 0 0,0 0 0,-1 0 0,1 0 0,0-1 0,0 1 0,-1-1 0,1-1 0,-1 1 0,0-1 0,1 0 0,-1 1 0,1-1 0,0 1 0,-1-1 0,1 0 0,0 1 0,0-1 0,0 0 0,0 1 0,1-4 0,5-18 0,1 0 0,2 0 0,0 1 0,1 1 0,16-26 0,-13 21 0,-9 18 0,1-1 0,0 1 0,1 0 0,-1 1 0,1-1 0,11-9 0,-15 15 0,0 1 0,-1-1 0,1 1 0,0 0 0,0 0 0,0 0 0,0 0 0,0 0 0,1 0 0,-1 0 0,0 1 0,0-1 0,0 1 0,1-1 0,-1 1 0,0 0 0,0 0 0,1 0 0,-1 0 0,0 1 0,0-1 0,1 0 0,-1 1 0,0 0 0,0-1 0,0 1 0,0 0 0,0 0 0,0 0 0,0 1 0,0-1 0,3 2 0,3 5 0,1 1 0,-1-1 0,-1 1 0,1 0 0,-1 1 0,-1 0 0,0 0 0,5 13 0,34 89 0,-45-111 0,2 5 0,0-1 0,0 1 0,-1-1 0,0 1 0,0 0 0,0 0 0,-1-1 0,0 10 0,-1-13 0,1 1 0,0-1 0,-1 0 0,0 0 0,0 0 0,0 0 0,0 0 0,0 0 0,0 0 0,0 0 0,0 0 0,-1-1 0,1 1 0,-1 0 0,1-1 0,-1 1 0,0-1 0,0 0 0,1 0 0,-1 1 0,0-1 0,0 0 0,0 0 0,0-1 0,-3 2 0,-3 0-124,0 0 0,-1-1 0,1 1 0,-1-1 0,1-1 0,-1 0-1,1 0 1,-1-1 0,1 0 0,-12-3 0,-5-2-6702</inkml:trace>
</inkml:ink>
</file>

<file path=ppt/ink/ink10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40.592"/>
    </inkml:context>
    <inkml:brush xml:id="br0">
      <inkml:brushProperty name="width" value="0.05" units="cm"/>
      <inkml:brushProperty name="height" value="0.05" units="cm"/>
    </inkml:brush>
  </inkml:definitions>
  <inkml:trace contextRef="#ctx0" brushRef="#br0">12 0 24575,'-6'105'0,"3"-79"0,1 0 0,1 0 0,2 0 0,0 0 0,2 0 0,8 36 0,11 7-1365,-16-53-5461</inkml:trace>
</inkml:ink>
</file>

<file path=ppt/ink/ink10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40.764"/>
    </inkml:context>
    <inkml:brush xml:id="br0">
      <inkml:brushProperty name="width" value="0.05" units="cm"/>
      <inkml:brushProperty name="height" value="0.05" units="cm"/>
    </inkml:brush>
  </inkml:definitions>
  <inkml:trace contextRef="#ctx0" brushRef="#br0">11 104 24575,'0'-7'0,"0"-8"0,-2-5 0,-1-2 0,0 0 0,0 5-8191</inkml:trace>
</inkml:ink>
</file>

<file path=ppt/ink/ink10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41.024"/>
    </inkml:context>
    <inkml:brush xml:id="br0">
      <inkml:brushProperty name="width" value="0.05" units="cm"/>
      <inkml:brushProperty name="height" value="0.05" units="cm"/>
    </inkml:brush>
  </inkml:definitions>
  <inkml:trace contextRef="#ctx0" brushRef="#br0">0 1 24575,'1'0'0,"-1"0"0,1 0 0,0 1 0,-1-1 0,1 0 0,-1 1 0,1-1 0,-1 1 0,1-1 0,-1 0 0,1 1 0,-1-1 0,1 1 0,-1-1 0,1 1 0,-1 0 0,0-1 0,1 1 0,-1-1 0,0 1 0,0 0 0,1 0 0,5 20 0,-5-17 0,74 303 342,-61-230-911,-4 1 0,0 79 0,-10-132-6257</inkml:trace>
</inkml:ink>
</file>

<file path=ppt/ink/ink10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41.476"/>
    </inkml:context>
    <inkml:brush xml:id="br0">
      <inkml:brushProperty name="width" value="0.05" units="cm"/>
      <inkml:brushProperty name="height" value="0.05" units="cm"/>
    </inkml:brush>
  </inkml:definitions>
  <inkml:trace contextRef="#ctx0" brushRef="#br0">110 320 24575,'-26'-16'0,"17"11"0,22 8 0,1-1 0,-1-1 0,1 0 0,25-2 0,-33 1 0,0-1 0,0 1 0,0-1 0,-1-1 0,1 1 0,0-1 0,-1 0 0,0 0 0,1-1 0,-1 1 0,0-1 0,0 0 0,0-1 0,-1 1 0,1-1 0,-1 0 0,0 0 0,0 0 0,0-1 0,0 0 0,-1 1 0,0-1 0,0 0 0,0 0 0,-1-1 0,1 1 0,-1-1 0,-1 1 0,1-1 0,-1 0 0,0 1 0,0-1 0,-1 0 0,1 0 0,-1 0 0,-1 1 0,1-1 0,-1 0 0,0 0 0,0 0 0,-4-9 0,2 7 0,-1 0 0,0 0 0,-1 1 0,0-1 0,0 1 0,0 0 0,-1 0 0,0 1 0,-1 0 0,1 0 0,-1 0 0,0 1 0,-1 0 0,1 0 0,-1 1 0,0 0 0,-15-5 0,19 7 0,-1 1 0,0-1 0,0 1 0,0 0 0,0 1 0,0-1 0,0 1 0,0 0 0,0 0 0,0 1 0,0-1 0,0 1 0,1 0 0,-1 1 0,0-1 0,0 1 0,1 0 0,-1 0 0,1 0 0,-1 1 0,1-1 0,0 1 0,0 0 0,0 1 0,1-1 0,-1 0 0,1 1 0,0 0 0,0 0 0,0 0 0,0 0 0,-3 8 0,2-2 0,0-1 0,1 0 0,0 1 0,1-1 0,0 1 0,1 0 0,0 0 0,0 0 0,1 0 0,0 0 0,1-1 0,0 1 0,0 0 0,1 0 0,1-1 0,7 20 0,-3-10 0,2 0 0,0 0 0,1-1 0,1 0 0,1-1 0,1 0 0,15 17 0,-15-21 38,1 0 0,0-1 0,1 0 0,0-1 0,1-1 0,0-1 0,1 0 0,20 8 0,-28-13-139,1-1 1,-1 0-1,1 0 1,0-1 0,0-1-1,0 1 1,0-2-1,0 1 1,0-1 0,1-1-1,-1 0 1,0 0 0,0-1-1,0 0 1,-1-1-1,16-6 1,-1-4-6726</inkml:trace>
</inkml:ink>
</file>

<file path=ppt/ink/ink10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45.203"/>
    </inkml:context>
    <inkml:brush xml:id="br0">
      <inkml:brushProperty name="width" value="0.05" units="cm"/>
      <inkml:brushProperty name="height" value="0.05" units="cm"/>
    </inkml:brush>
  </inkml:definitions>
  <inkml:trace contextRef="#ctx0" brushRef="#br0">56 353 24575,'0'-1'0,"1"0"0,0 0 0,0 0 0,0 0 0,0 0 0,1 0 0,-1 0 0,0 0 0,0 0 0,0 1 0,1-1 0,-1 1 0,0-1 0,1 1 0,-1-1 0,1 1 0,-1 0 0,0 0 0,1-1 0,-1 1 0,1 0 0,-1 0 0,1 1 0,-1-1 0,2 0 0,-2 1 0,1 1 0,0-1 0,-1 0 0,0 0 0,1 1 0,-1-1 0,0 1 0,0-1 0,0 1 0,0 0 0,0-1 0,0 1 0,0 0 0,0 0 0,-1 0 0,1-1 0,-1 1 0,1 3 0,7 42 0,-2 1 0,-2-1 0,-3 63 0,0-8 0,53 432 0,-4-74 0,-45-368 0,-4 0 0,-4 1 0,-16 91 0,-119 395 0,84-379 0,46-167 0,2 1 0,0 0 0,3 0 0,1 0 0,1 0 0,2 1 0,2-1 0,8 45 0,18 137 0,-29-215 0,0 0 0,0 1 0,1-1 0,-1 1 0,1-1 0,-1 0 0,1 1 0,-1-1 0,1 0 0,0 0 0,0 1 0,-1-1 0,1 0 0,0 0 0,0 0 0,0 0 0,1 0 0,-1 0 0,0 0 0,0-1 0,0 1 0,1 0 0,-1-1 0,0 1 0,0-1 0,1 1 0,-1-1 0,1 1 0,-1-1 0,0 0 0,1 0 0,-1 0 0,1 0 0,1 0 0,8 0 0,-1-1 0,1 0 0,17-4 0,-17 3 0,155-22 0,210-4 0,170 27 0,-495 2 0,728 30 0,-228-5 0,-548-26 0,689 14 0,-690-14 0,1 0 0,-1 0 0,1 0 0,-1 0 0,1 0 0,0-1 0,-1 1 0,1-1 0,3-1 0,-6 1 0,1 0 0,-1 1 0,1-1 0,-1 1 0,1-1 0,-1 0 0,0 1 0,1-1 0,-1 0 0,0 0 0,0 1 0,1-1 0,-1 0 0,0 0 0,0 0 0,0 1 0,0-1 0,0 0 0,0 0 0,0 0 0,0 1 0,0-1 0,0 0 0,-1 0 0,1 1 0,0-1 0,0 0 0,-1 0 0,1 1 0,0-1 0,-1 0 0,1 1 0,-2-2 0,-11-33 0,1-1 0,1-1 0,-7-46 0,11 50 0,-11-69 0,5-1 0,-1-131 0,22-210 0,1 147 0,-9 105 0,-1 24 0,21-179 0,0 174 0,-8-1 0,-14-245 0,-5 183 0,5 221 0,0 0 0,-8-27 0,6 27 0,0 0 0,-1-25 0,5 32 0,0 1 0,1-1 0,0 1 0,4-13 0,-3 15 0,0 0 0,-1 0 0,0 0 0,0 0 0,-1-1 0,1 1 0,-1 0 0,0 0 0,0 0 0,-1-1 0,0 1 0,-1-6 0,1 9 0,0 1 0,-1-1 0,1 0 0,0 0 0,-1 1 0,1-1 0,-1 1 0,0-1 0,0 1 0,1 0 0,-1 0 0,0-1 0,0 1 0,0 1 0,0-1 0,0 0 0,0 0 0,0 1 0,-4-1 0,-43-5 0,-215-2 0,-158-35 0,-104-3 0,-153 30 0,481 10 0,-98-1 0,135 5 0,-152 4 0,300-1 0,-1-1 0,1 2 0,0-1 0,-1 2 0,1 0 0,1 1 0,-1 0 0,0 0 0,1 2 0,0-1 0,0 2 0,1 0 0,-1 0 0,-15 14 0,13-8 0,2-3 0,1 1 0,-18 21 0,26-27 0,0-1 0,0 1 0,1-1 0,0 1 0,-1 0 0,2 0 0,-1 0 0,0 0 0,1 0 0,0 1 0,0-1 0,0 6 0,2 184 0,0-79 0,4-75-1365,-2-30-5461</inkml:trace>
</inkml:ink>
</file>

<file path=ppt/ink/ink10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46.786"/>
    </inkml:context>
    <inkml:brush xml:id="br0">
      <inkml:brushProperty name="width" value="0.05" units="cm"/>
      <inkml:brushProperty name="height" value="0.05" units="cm"/>
    </inkml:brush>
  </inkml:definitions>
  <inkml:trace contextRef="#ctx0" brushRef="#br0">0 16 24575,'0'-1'0,"1"1"0,-1-1 0,1 0 0,-1 0 0,1 1 0,-1-1 0,1 0 0,-1 1 0,1-1 0,-1 1 0,1-1 0,0 0 0,-1 1 0,1 0 0,0-1 0,0 1 0,-1-1 0,1 1 0,0 0 0,0-1 0,0 1 0,0 0 0,-1 0 0,1 0 0,0 0 0,0 0 0,1 0 0,29-2 0,-27 2 0,546-2 0,-270 4 0,-59-3 0,234 2 0,-325 6 0,48 1 0,403-9 0,-559 2 0,32 6 0,-32-4 0,33 1 0,16-3 0,77-3 0,-98-5 0,-30 4 0,36-1 0,23 4-1365</inkml:trace>
</inkml:ink>
</file>

<file path=ppt/ink/ink10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47.802"/>
    </inkml:context>
    <inkml:brush xml:id="br0">
      <inkml:brushProperty name="width" value="0.05" units="cm"/>
      <inkml:brushProperty name="height" value="0.05" units="cm"/>
    </inkml:brush>
  </inkml:definitions>
  <inkml:trace contextRef="#ctx0" brushRef="#br0">178 1 24575,'5'-1'0,"-2"2"0,-7 5 0,-4 5 0,0-1 0,0 0 0,-2-1 0,1 0 0,-1 0 0,0-1 0,-1 0 0,0-1 0,0 0 0,0-1 0,-1 0 0,0-1 0,0 0 0,-1-1 0,-13 3 0,73 10 0,-34-13 11,41 11-469,-2 3-1,72 35 0,-110-45-6367</inkml:trace>
</inkml:ink>
</file>

<file path=ppt/ink/ink10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49.101"/>
    </inkml:context>
    <inkml:brush xml:id="br0">
      <inkml:brushProperty name="width" value="0.05" units="cm"/>
      <inkml:brushProperty name="height" value="0.05" units="cm"/>
    </inkml:brush>
  </inkml:definitions>
  <inkml:trace contextRef="#ctx0" brushRef="#br0">0 1 24575,'20'9'0,"-7"-1"0,25 6 0,54 11 0,-32-8 0,-59-17 0,0 0 0,0 0 0,0 0 0,-1 0 0,1 1 0,0-1 0,0 0 0,0 1 0,0-1 0,-1 1 0,1-1 0,0 1 0,-1-1 0,1 1 0,0-1 0,-1 1 0,1 0 0,0 0 0,-1-1 0,1 1 0,0 1 0,-1-1 0,0 0 0,0-1 0,0 1 0,-1 0 0,1-1 0,0 1 0,0 0 0,0 0 0,-1-1 0,1 1 0,0 0 0,-1-1 0,1 1 0,0-1 0,-1 1 0,1 0 0,-1-1 0,1 1 0,-1-1 0,0 1 0,-6 5 0,0-1 0,-1 0 0,-11 5 0,11-6 0,4-2 3,-129 71-1371,124-69-5458</inkml:trace>
</inkml:ink>
</file>

<file path=ppt/ink/ink10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50.518"/>
    </inkml:context>
    <inkml:brush xml:id="br0">
      <inkml:brushProperty name="width" value="0.05" units="cm"/>
      <inkml:brushProperty name="height" value="0.05" units="cm"/>
    </inkml:brush>
  </inkml:definitions>
  <inkml:trace contextRef="#ctx0" brushRef="#br0">6 42 24575,'-2'0'0,"-1"-3"0,2 0 0,4-2 0,4-1 0,6 2 0,2 0 0,4 2 0,3 0 0,4 2 0,0 0 0,2 0 0,-1-2 0,-2-1 0,-2 0 0,-2 0 0,-5 2-8191</inkml:trace>
</inkml:ink>
</file>

<file path=ppt/ink/ink10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50.721"/>
    </inkml:context>
    <inkml:brush xml:id="br0">
      <inkml:brushProperty name="width" value="0.05" units="cm"/>
      <inkml:brushProperty name="height" value="0.05" units="cm"/>
    </inkml:brush>
  </inkml:definitions>
  <inkml:trace contextRef="#ctx0" brushRef="#br0">12 1 24575,'-2'0'0,"-1"2"0,0 4 0,1 2 0,0 6 0,3 2 0,2 3 0,0 3 0,1 3 0,1 2 0,0 1 0,-2-2 0,-1 0 0,-1-3 0,2-3 0,0-4-8191</inkml:trace>
</inkml:ink>
</file>

<file path=ppt/ink/ink10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50.938"/>
    </inkml:context>
    <inkml:brush xml:id="br0">
      <inkml:brushProperty name="width" value="0.05" units="cm"/>
      <inkml:brushProperty name="height" value="0.05" units="cm"/>
    </inkml:brush>
  </inkml:definitions>
  <inkml:trace contextRef="#ctx0" brushRef="#br0">14 7 24575,'0'-2'0,"-2"-1"0,-1 2 0,0 4 0,0 4 0,1 3 0,1 2 0,3-1 0,1 1 0,0-1 0,2 2 0,0-3-8191</inkml:trace>
</inkml:ink>
</file>

<file path=ppt/ink/ink10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51.093"/>
    </inkml:context>
    <inkml:brush xml:id="br0">
      <inkml:brushProperty name="width" value="0.05" units="cm"/>
      <inkml:brushProperty name="height" value="0.05" units="cm"/>
    </inkml:brush>
  </inkml:definitions>
  <inkml:trace contextRef="#ctx0" brushRef="#br0">6 9 24575,'-2'-3'0,"-1"-2"0</inkml:trace>
</inkml:ink>
</file>

<file path=ppt/ink/ink10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51.324"/>
    </inkml:context>
    <inkml:brush xml:id="br0">
      <inkml:brushProperty name="width" value="0.05" units="cm"/>
      <inkml:brushProperty name="height" value="0.05" units="cm"/>
    </inkml:brush>
  </inkml:definitions>
  <inkml:trace contextRef="#ctx0" brushRef="#br0">0 1 24575,'0'2'0,"0"4"0,0 2 0,0 3 0,0 5 0,0 1 0,3 2 0,0 4 0,0 2 0,2 2 0,0 0 0,-1-1 0,-1-3 0,-1-5-8191</inkml:trace>
</inkml:ink>
</file>

<file path=ppt/ink/ink10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51.509"/>
    </inkml:context>
    <inkml:brush xml:id="br0">
      <inkml:brushProperty name="width" value="0.05" units="cm"/>
      <inkml:brushProperty name="height" value="0.05" units="cm"/>
    </inkml:brush>
  </inkml:definitions>
  <inkml:trace contextRef="#ctx0" brushRef="#br0">1 38 24575,'0'-2'0,"2"-1"0,4-3 0,5 1 0,3 0 0,6 2 0,5 0 0,3 0 0,4-1 0,-4 1-8191</inkml:trace>
</inkml:ink>
</file>

<file path=ppt/ink/ink10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51.728"/>
    </inkml:context>
    <inkml:brush xml:id="br0">
      <inkml:brushProperty name="width" value="0.05" units="cm"/>
      <inkml:brushProperty name="height" value="0.05" units="cm"/>
    </inkml:brush>
  </inkml:definitions>
  <inkml:trace contextRef="#ctx0" brushRef="#br0">29 44 24575,'0'-2'0,"-2"-4"0,-1-3 0,0-1 0,-2-1 0,0 5 0,1 6 0,1 5 0,1 7 0,1 3 0,0 4 0,1 1 0,0 3 0,1 1 0,-1-1 0,0-1 0,2-1 0,2-3-8191</inkml:trace>
</inkml:ink>
</file>

<file path=ppt/ink/ink10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52.129"/>
    </inkml:context>
    <inkml:brush xml:id="br0">
      <inkml:brushProperty name="width" value="0.05" units="cm"/>
      <inkml:brushProperty name="height" value="0.05" units="cm"/>
    </inkml:brush>
  </inkml:definitions>
  <inkml:trace contextRef="#ctx0" brushRef="#br0">1 87 24575,'0'-1'0,"0"1"0,0-1 0,1 1 0,-1-1 0,0 0 0,1 1 0,-1-1 0,0 1 0,1-1 0,-1 1 0,1-1 0,-1 1 0,1 0 0,-1-1 0,1 1 0,0-1 0,-1 1 0,1 0 0,-1 0 0,1-1 0,0 1 0,-1 0 0,1 0 0,0 0 0,-1 0 0,1-1 0,0 1 0,23-2 0,-22 2 0,5-1 0,5 1 0,-1-1 0,1 0 0,19-6 0,-29 7 0,-1-1 0,1 1 0,-1-1 0,1 0 0,0 1 0,-1-1 0,1 0 0,-1 0 0,0 0 0,1 0 0,-1 0 0,0-1 0,0 1 0,2-2 0,-3 2 0,1 0 0,-1 0 0,0 0 0,0 0 0,1 0 0,-1-1 0,0 1 0,0 0 0,0 0 0,0 0 0,0 0 0,0 0 0,-1 0 0,1-1 0,0 1 0,0 0 0,-1 0 0,1 0 0,-1 0 0,1 0 0,-1 0 0,1 0 0,-1 0 0,-1-1 0,1 1 0,0-1 0,0 1 0,0-1 0,0 1 0,-1 0 0,1-1 0,-1 1 0,1 0 0,-1 0 0,1 0 0,-1 0 0,0 0 0,1 0 0,-1 1 0,0-1 0,0 1 0,1-1 0,-1 1 0,0-1 0,0 1 0,0 0 0,0 0 0,0 0 0,0 0 0,1 0 0,-1 0 0,0 1 0,0-1 0,0 1 0,-2 0 0,0 1 0,0-1 0,0 1 0,1 0 0,-1 1 0,0-1 0,1 0 0,-1 1 0,1 0 0,0 0 0,0 0 0,0 0 0,-3 5 0,2-2 27,0 1-1,1 0 0,0 0 0,0 0 1,0 0-1,1 0 0,0 0 0,0 1 1,1-1-1,0 1 0,0 0 0,1 13 1,0-17-96,1 0 1,-1 0 0,1 0 0,0 1-1,0-1 1,1 0 0,-1-1-1,1 1 1,0 0 0,0 0 0,0-1-1,0 1 1,1-1 0,-1 0 0,1 1-1,0-1 1,0 0 0,0-1 0,0 1-1,1-1 1,-1 1 0,1-1-1,-1 0 1,6 2 0,14 4-6758</inkml:trace>
</inkml:ink>
</file>

<file path=ppt/ink/ink10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53.942"/>
    </inkml:context>
    <inkml:brush xml:id="br0">
      <inkml:brushProperty name="width" value="0.05" units="cm"/>
      <inkml:brushProperty name="height" value="0.05" units="cm"/>
    </inkml:brush>
  </inkml:definitions>
  <inkml:trace contextRef="#ctx0" brushRef="#br0">316 90 24575,'4'-22'0,"-4"20"0,1 1 0,-1-1 0,1 1 0,-1-1 0,0 1 0,1-1 0,-1 0 0,0 1 0,0-1 0,0 1 0,0-1 0,-1 0 0,1 1 0,0-1 0,-1 1 0,1-1 0,-1 1 0,1-1 0,-1 1 0,0-1 0,1 1 0,-1 0 0,0-1 0,0 1 0,-2-2 0,0 0 0,0 1 0,0-1 0,-1 1 0,1 0 0,-1-1 0,1 1 0,-1 1 0,0-1 0,0 1 0,0-1 0,0 1 0,0 0 0,0 1 0,0-1 0,0 1 0,-1 0 0,1 0 0,0 0 0,0 0 0,-5 1 0,5 0 0,0-1 0,0 1 0,1 0 0,-1 0 0,0 0 0,0 1 0,1-1 0,-1 1 0,1 0 0,0 0 0,-1 0 0,1 0 0,0 1 0,0-1 0,0 1 0,1 0 0,-1 0 0,1 0 0,-1 0 0,1 0 0,-3 6 0,2 1 0,0 1 0,1-1 0,0 1 0,0 0 0,2 0 0,-1 0 0,1 0 0,2 13 0,1 3 0,1-1 0,10 32 0,0-16 0,2-2 0,27 52 0,-24-52 0,-6-12 0,-3 0 0,0 1 0,-2 1 0,-1 0 0,-1 0 0,-1 0 0,-2 1 0,-2-1 0,0 1 0,-2 0 0,-6 36 0,-4 0 0,-3-1 0,-3 0 0,-50 125 0,40-114 0,16-42 0,-2 0 0,-22 40 0,31-66 0,-2 0 0,1-1 0,-1 0 0,0 0 0,-1 0 0,0-1 0,0 1 0,-1-2 0,1 1 0,-1-1 0,-1 0 0,-16 8 0,25-14 0,-1 0 0,1 1 0,0-1 0,0 0 0,0 0 0,0 0 0,-1 1 0,1-1 0,0 0 0,0 0 0,-1 0 0,1 0 0,0 0 0,0 1 0,-1-1 0,1 0 0,0 0 0,0 0 0,-1 0 0,1 0 0,0 0 0,-1 0 0,1 0 0,0 0 0,0 0 0,-1 0 0,1 0 0,0 0 0,0 0 0,-1 0 0,1-1 0,0 1 0,0 0 0,-1 0 0,1 0 0,0 0 0,0 0 0,-1-1 0,1 1 0,0 0 0,0 0 0,0 0 0,-1-1 0,1 1 0,0 0 0,0 0 0,0-1 0,0 0 0,0 1 0,0-1 0,1 0 0,-1 0 0,0 1 0,1-1 0,-1 0 0,1 1 0,-1-1 0,1 1 0,-1-1 0,1 1 0,-1-1 0,1 1 0,0-1 0,-1 1 0,1-1 0,1 0 0,4-2 0,1 0 0,0 1 0,0-1 0,0 1 0,1 1 0,-1-1 0,0 1 0,1 1 0,-1-1 0,1 1 0,-1 0 0,1 1 0,-1 0 0,0 0 0,1 1 0,-1 0 0,0 0 0,0 0 0,0 1 0,11 6 0,2 2 0,-1 1 0,0 0 0,-1 2 0,0 0 0,26 27 0,-36-32 0,0 1 0,0 0 0,-1 0 0,0 1 0,-1 0 0,-1 0 0,1 0 0,-2 1 0,0 0 0,0-1 0,-1 2 0,0-1 0,-1 0 0,-1 0 0,1 24 0,-4 9 0,-2 0 0,-1-1 0,-13 48 0,4-20 0,-14 120 0,-4 249 0,29-355 0,-1 3 0,3 1 0,13 96 0,53 237 0,-54-364 0,21 72 0,-25-111 0,0 1 0,1-1 0,2 0 0,0-1 0,0 0 0,27 33 0,-32-46 0,0 0 0,0-1 0,1 0 0,-1 0 0,1-1 0,0 1 0,0-1 0,1-1 0,-1 1 0,1-1 0,0 0 0,0-1 0,0 1 0,0-1 0,0-1 0,1 1 0,14 0 0,-13-3 0,0 1 0,0-1 0,0-1 0,0 0 0,-1 0 0,1 0 0,-1-1 0,1-1 0,-1 1 0,0-1 0,0-1 0,0 1 0,-1-2 0,11-8 0,2-5-1365,-3 0-5461</inkml:trace>
</inkml:ink>
</file>

<file path=ppt/ink/ink10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55.740"/>
    </inkml:context>
    <inkml:brush xml:id="br0">
      <inkml:brushProperty name="width" value="0.05" units="cm"/>
      <inkml:brushProperty name="height" value="0.05" units="cm"/>
    </inkml:brush>
  </inkml:definitions>
  <inkml:trace contextRef="#ctx0" brushRef="#br0">1390 1698 24575,'-7'1'0,"0"1"0,0 1 0,0-1 0,0 1 0,-11 7 0,-20 7 0,-20 1 0,-1-3 0,0-2 0,-86 7 0,-182-11 0,272-10 0,1-3 0,-55-11 0,90 12 0,0-2 0,0 0 0,0-1 0,1-1 0,0-1 0,0 0 0,1-2 0,0 0 0,-16-12 0,21 10 0,0 0 0,0 0 0,2-1 0,-1 0 0,2-1 0,0 0 0,0-1 0,1 0 0,1 0 0,1-1 0,-7-23 0,-2-19 0,-14-108 0,28 163 0,-59-720 0,55 569 0,-3-126 0,9 159-1365,-1 110-5461</inkml:trace>
</inkml:ink>
</file>

<file path=ppt/ink/ink10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56.297"/>
    </inkml:context>
    <inkml:brush xml:id="br0">
      <inkml:brushProperty name="width" value="0.05" units="cm"/>
      <inkml:brushProperty name="height" value="0.05" units="cm"/>
    </inkml:brush>
  </inkml:definitions>
  <inkml:trace contextRef="#ctx0" brushRef="#br0">129 0 24575,'0'0'0,"0"1"0,1-1 0,-1 1 0,0-1 0,0 1 0,0-1 0,0 1 0,0-1 0,0 1 0,0-1 0,0 1 0,0-1 0,0 1 0,0-1 0,0 1 0,0-1 0,0 1 0,0-1 0,-1 1 0,1-1 0,0 1 0,0-1 0,-1 1 0,1-1 0,-1 1 0,-7 16 0,8-16 0,-19 36 52,-46 101 221,58-119-555,0 0 1,1 0-1,2 0 0,0 1 1,-2 31-1,5-37-6544</inkml:trace>
</inkml:ink>
</file>

<file path=ppt/ink/ink10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56.664"/>
    </inkml:context>
    <inkml:brush xml:id="br0">
      <inkml:brushProperty name="width" value="0.05" units="cm"/>
      <inkml:brushProperty name="height" value="0.05" units="cm"/>
    </inkml:brush>
  </inkml:definitions>
  <inkml:trace contextRef="#ctx0" brushRef="#br0">9 17 24575,'-1'0'0,"1"0"0,-1-1 0,1 1 0,-1 0 0,1 0 0,0 0 0,-1-1 0,1 1 0,-1 0 0,1-1 0,0 1 0,-1 0 0,1-1 0,0 1 0,0 0 0,-1-1 0,1 1 0,0 0 0,0-1 0,-1 1 0,1-1 0,0 1 0,0-1 0,0 1 0,0-1 0,0 1 0,0 0 0,0-1 0,-1 1 0,2-1 0,-1 0 0,2-3 0,6 10 0,36 49 0,94 92 0,-132-141 170,13 9-1705</inkml:trace>
</inkml:ink>
</file>

<file path=ppt/ink/ink10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08:07.321"/>
    </inkml:context>
    <inkml:brush xml:id="br0">
      <inkml:brushProperty name="width" value="0.05" units="cm"/>
      <inkml:brushProperty name="height" value="0.05" units="cm"/>
    </inkml:brush>
  </inkml:definitions>
  <inkml:trace contextRef="#ctx0" brushRef="#br0">101 0 24575,'-3'45'0,"-2"0"0,-2 0 0,-2-1 0,-16 46 0,9-29 0,8-31 123,-1 4-867,-8 49 0,16-67-6082</inkml:trace>
</inkml:ink>
</file>

<file path=ppt/ink/ink10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08:07.616"/>
    </inkml:context>
    <inkml:brush xml:id="br0">
      <inkml:brushProperty name="width" value="0.05" units="cm"/>
      <inkml:brushProperty name="height" value="0.05" units="cm"/>
    </inkml:brush>
  </inkml:definitions>
  <inkml:trace contextRef="#ctx0" brushRef="#br0">1 113 24575,'0'-11'0,"0"0"0,1 0 0,0 0 0,1 0 0,3-14 0,-4 23 0,-1 1 0,1-1 0,-1 0 0,1 1 0,0-1 0,-1 1 0,1-1 0,0 1 0,0-1 0,0 1 0,1-1 0,-1 1 0,0 0 0,0 0 0,1-1 0,-1 1 0,0 0 0,1 0 0,-1 1 0,1-1 0,0 0 0,-1 0 0,1 1 0,0-1 0,-1 1 0,1-1 0,0 1 0,-1 0 0,1 0 0,0 0 0,0 0 0,0 0 0,-1 0 0,1 0 0,0 0 0,0 1 0,-1-1 0,1 1 0,0-1 0,-1 1 0,1 0 0,2 1 0,3 2 0,0 0 0,0 0 0,-1 1 0,0 0 0,0 0 0,0 1 0,0-1 0,-1 1 0,0 1 0,5 7 0,5 8 0,19 41 0,-18-27-170,-1 0-1,-1 1 0,-2 0 1,-2 1-1,-2 0 0,-1 1 1,2 47-1,-8-63-6655</inkml:trace>
</inkml:ink>
</file>

<file path=ppt/ink/ink10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08:07.849"/>
    </inkml:context>
    <inkml:brush xml:id="br0">
      <inkml:brushProperty name="width" value="0.05" units="cm"/>
      <inkml:brushProperty name="height" value="0.05" units="cm"/>
    </inkml:brush>
  </inkml:definitions>
  <inkml:trace contextRef="#ctx0" brushRef="#br0">12 67 24575,'-2'0'0,"-4"0"0,2-2 0,7-2 0,4 1 0,9-2 0,6 0 0,7-1 0,5 0 0,5-2 0,0 2 0,-2 0 0,-5 0 0,-5 1 0,-8 1-8191</inkml:trace>
</inkml:ink>
</file>

<file path=ppt/ink/ink10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08:09.715"/>
    </inkml:context>
    <inkml:brush xml:id="br0">
      <inkml:brushProperty name="width" value="0.05" units="cm"/>
      <inkml:brushProperty name="height" value="0.05" units="cm"/>
    </inkml:brush>
  </inkml:definitions>
  <inkml:trace contextRef="#ctx0" brushRef="#br0">140 218 24575,'-1'-1'0,"1"0"0,-1 0 0,0-1 0,1 1 0,-1 0 0,0 0 0,0 0 0,0 0 0,0 0 0,0 0 0,0 0 0,0 0 0,-1 0 0,1 0 0,0 1 0,0-1 0,-1 0 0,1 1 0,0-1 0,-1 1 0,1 0 0,-1-1 0,1 1 0,0 0 0,-1 0 0,1 0 0,-1 0 0,1 0 0,-1 0 0,1 0 0,-1 1 0,1-1 0,-2 1 0,0 1 0,1 0 0,0 0 0,0 1 0,0-1 0,0 1 0,0 0 0,1-1 0,-1 1 0,1 0 0,0 0 0,0 0 0,-1 3 0,-9 44 0,5-22 0,-36 130 0,35-144 0,7-14 0,0 0 0,0 0 0,0 0 0,0 0 0,0 0 0,-1 0 0,1 0 0,0 0 0,0 0 0,0 0 0,0 0 0,-1 0 0,1 0 0,0 0 0,0 0 0,0 0 0,0 0 0,0 0 0,-1 0 0,1 0 0,0 0 0,0 0 0,0 0 0,0-1 0,0 1 0,0 0 0,-1 0 0,1 0 0,0 0 0,0 0 0,0 0 0,0 0 0,0-1 0,0 1 0,0 0 0,0 0 0,0 0 0,0 0 0,0-1 0,-1 1 0,1 0 0,0 0 0,0 0 0,-1-3 0,0-1 0,1 1 0,-1 0 0,1-1 0,-1 1 0,1-6 0,5-44 0,2 0 0,22-78 0,-17 81 0,-10 41 0,2-9 0,0 0 0,11-25 0,-13 39 0,-1 1 0,1-1 0,0 1 0,0-1 0,0 1 0,0 0 0,0 0 0,1 0 0,0 0 0,-1 0 0,1 0 0,0 1 0,0 0 0,1-1 0,-1 1 0,0 0 0,8-3 0,-9 5 0,-1 0 0,1 0 0,0 0 0,-1 0 0,1 1 0,0-1 0,-1 0 0,1 1 0,0-1 0,-1 1 0,1-1 0,-1 1 0,1 0 0,-1 0 0,1 0 0,-1 0 0,0 0 0,1 0 0,-1 0 0,0 0 0,0 0 0,0 1 0,0-1 0,0 0 0,0 1 0,0-1 0,0 1 0,0 1 0,5 7 0,-1 1 0,6 18 0,-10-28 0,67 222 0,-68-223 0,0 0 0,0 0 0,0 0 0,0 0 0,0 0 0,0-1 0,0 1 0,0 0 0,1 0 0,-1 0 0,0 0 0,0 0 0,0 0 0,0 0 0,0 0 0,0 0 0,0 0 0,0 0 0,0 0 0,0 0 0,0 0 0,0 0 0,0 0 0,0 0 0,0 0 0,0 0 0,0 0 0,0 0 0,0 0 0,0 0 0,1 0 0,-1 0 0,0 0 0,0 0 0,0 0 0,0 0 0,0 0 0,0 0 0,0 0 0,0 1 0,0-1 0,0 0 0,0 0 0,0 0 0,0 0 0,0 0 0,0 0 0,0 0 0,0 0 0,0 0 0,0 0 0,0 0 0,0 0 0,2-9 0,0-24 0,0 12 0,0 1 0,1-1 0,1 1 0,1 0 0,1 0 0,10-26 0,-12 38 0,1-1 0,-1 1 0,1 0 0,0 0 0,1 0 0,0 1 0,0 0 0,1 0 0,0 0 0,0 1 0,1 0 0,-1 0 0,17-8 0,-23 13 0,0 1 0,0-1 0,0 1 0,1-1 0,-1 1 0,0-1 0,0 1 0,0 0 0,1 0 0,-1-1 0,0 1 0,0 0 0,1 0 0,-1 0 0,0 0 0,0 1 0,1-1 0,-1 0 0,0 0 0,0 1 0,0-1 0,1 1 0,-1-1 0,0 1 0,0-1 0,0 1 0,0 0 0,0 0 0,0-1 0,0 1 0,0 0 0,0 0 0,-1 0 0,1 0 0,0 0 0,0 0 0,-1 0 0,1 0 0,-1 0 0,1 1 0,-1-1 0,1 0 0,-1 2 0,3 7 0,-1-1 0,0 1 0,0 0 0,-1 14 0,0-18 0,27 289 0,-27-274 0,-1-14 0,0-1 0,0 1 0,1 0 0,0-1 0,1 1 0,3 10 0,-3-14-1365</inkml:trace>
</inkml:ink>
</file>

<file path=ppt/ink/ink10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08:43.175"/>
    </inkml:context>
    <inkml:brush xml:id="br0">
      <inkml:brushProperty name="width" value="0.05" units="cm"/>
      <inkml:brushProperty name="height" value="0.05" units="cm"/>
    </inkml:brush>
  </inkml:definitions>
  <inkml:trace contextRef="#ctx0" brushRef="#br0">1868 374 24575,'0'1'0,"0"0"0,-1 0 0,1-1 0,-1 1 0,1 0 0,-1-1 0,1 1 0,-1-1 0,1 1 0,-1 0 0,0-1 0,1 1 0,-1-1 0,0 0 0,1 1 0,-1-1 0,0 0 0,0 1 0,1-1 0,-1 0 0,0 0 0,-1 1 0,-24 5 0,18-4 0,-75 14 0,-2-3 0,-128 2 0,195-14 0,-521-1 0,447-7 0,0-4 0,1-4 0,-163-49 0,220 52 0,0 0 0,2-2 0,0-2 0,-55-35 0,76 43 0,1 0 0,-1 0 0,2-1 0,-1 0 0,1-1 0,0 0 0,1-1 0,1 1 0,-1-2 0,2 1 0,-1-1 0,2 0 0,-1 0 0,2 0 0,0-1 0,-3-14 0,6-2 342,5 17-684,-4 12 300,1-1-1,-1 1 0,0 0 1,1 0-1,-1 0 0,0 0 1,1 0-1,-1-1 0,0 1 1,1 0-1,-1 0 0,1 0 1,-1 0-1,0 0 0,1 0 1,-1 0-1,0 0 0,1 0 1,-1 0-1,0 0 0,1 1 1,-1-1-1,1 0 0,-1 0 1,0 0-1,1 0 0,-1 1 1,0-1-1,0 0 0,1 0 1,-1 1-1</inkml:trace>
</inkml:ink>
</file>

<file path=ppt/ink/ink10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08:44.916"/>
    </inkml:context>
    <inkml:brush xml:id="br0">
      <inkml:brushProperty name="width" value="0.05" units="cm"/>
      <inkml:brushProperty name="height" value="0.05" units="cm"/>
    </inkml:brush>
  </inkml:definitions>
  <inkml:trace contextRef="#ctx0" brushRef="#br0">0 353 24575,'0'-10'0,"3"-49"0,-2 54 0,0 0 0,0 0 0,0 0 0,0 0 0,1 1 0,0-1 0,0 1 0,1-1 0,4-6 0,-7 10 0,0 1 0,1 0 0,-1-1 0,0 1 0,1-1 0,-1 1 0,0 0 0,1-1 0,-1 1 0,1 0 0,-1-1 0,0 1 0,1 0 0,-1 0 0,1-1 0,-1 1 0,1 0 0,-1 0 0,1 0 0,-1 0 0,1 0 0,-1 0 0,1 0 0,-1 0 0,1 0 0,-1 0 0,1 0 0,-1 0 0,1 0 0,0 0 0,-1 0 0,1 1 0,1-1 0,-1 1 0,0 0 0,1 0 0,-1 1 0,0-1 0,1 0 0,-1 0 0,0 1 0,0-1 0,1 2 0,17 37 0,-11-18 0,0 1 0,-2 0 0,0 0 0,-2 0 0,0 1 0,0 38 0,-8-47 0,4-15 0,0 1 0,0-1 0,0 0 0,-1 0 0,1 0 0,0 1 0,0-1 0,0 0 0,0 0 0,-1 0 0,1 0 0,0 0 0,0 1 0,-1-1 0,1 0 0,0 0 0,0 0 0,-1 0 0,1 0 0,0 0 0,0 0 0,-1 0 0,1 0 0,0 0 0,0 0 0,-1 0 0,1 0 0,0 0 0,0 0 0,0 0 0,-1 0 0,0-1 0,0 0 0,0 0 0,0 0 0,0 0 0,0 0 0,0 0 0,0 0 0,1 0 0,-1 0 0,0 0 0,1 0 0,-1 0 0,1-1 0,-1 1 0,1 0 0,0 0 0,-1-1 0,1 0 0,-3-17 0,1 0 0,1 0 0,1 0 0,0 0 0,6-30 0,2 1 0,15-47 0,-19 82 0,0-1 0,1 1 0,0 0 0,1 1 0,1-1 0,14-21 0,-19 32 0,0-1 0,0 0 0,0 1 0,0 0 0,1 0 0,-1-1 0,1 1 0,0 0 0,-1 1 0,1-1 0,0 1 0,0-1 0,0 1 0,0 0 0,0 0 0,1 0 0,-1 0 0,0 1 0,0-1 0,1 1 0,-1 0 0,0 0 0,0 0 0,1 0 0,-1 1 0,0-1 0,0 1 0,1 0 0,-1 0 0,0 0 0,0 0 0,0 0 0,0 1 0,3 2 0,2 1 0,0 1 0,0 0 0,-1 1 0,0-1 0,0 1 0,-1 1 0,0-1 0,0 1 0,-1 0 0,0 0 0,0 1 0,-1 0 0,6 18 0,-3-8 0,-2 1 0,0-1 0,-1 1 0,-2 1 0,2 32 0,-4-47 0,0-4 0,0 0 0,1 1 0,-1-1 0,0 1 0,-1-1 0,1 0 0,0 1 0,-1-1 0,1 0 0,-1 0 0,0 1 0,0-1 0,0 0 0,-1 3 0,1-5 0,1 1 0,0-1 0,-1 0 0,1 0 0,0 0 0,-1 0 0,1 0 0,0 0 0,-1 0 0,1 0 0,0 0 0,-1 0 0,1 0 0,0 0 0,-1 0 0,1 0 0,0 0 0,-1 0 0,1 0 0,0-1 0,0 1 0,-1 0 0,1 0 0,0 0 0,-1 0 0,1-1 0,0 1 0,0 0 0,-1 0 0,1-1 0,0 1 0,0 0 0,0 0 0,0-1 0,-1 1 0,1 0 0,0-1 0,0 1 0,0 0 0,0 0 0,0-1 0,0 1 0,0 0 0,0-1 0,-6-16 0,4 6 0,0-1 0,2 0 0,-1 0 0,1 0 0,1 0 0,0 0 0,5-21 0,-1 12 0,1 0 0,1 0 0,13-27 0,-14 37 0,0 0 0,1 0 0,0 0 0,0 1 0,1 1 0,0-1 0,1 1 0,14-11 0,-21 18 0,1 0 0,-1 0 0,1 0 0,0 0 0,0 1 0,0-1 0,0 1 0,0 0 0,0 0 0,0 0 0,0 0 0,0 0 0,1 1 0,-1 0 0,0-1 0,0 1 0,1 0 0,-1 1 0,0-1 0,0 1 0,0-1 0,1 1 0,-1 0 0,0 0 0,0 0 0,0 0 0,0 1 0,0 0 0,-1-1 0,1 1 0,0 0 0,-1 0 0,1 0 0,-1 0 0,0 1 0,4 4 0,1 2 0,-1 0 0,-1 0 0,1 0 0,-2 0 0,1 1 0,-1 0 0,-1 0 0,5 19 0,-4-12 0,-2 0 0,0 0 0,-1 0 0,-1 30 0,-3-30-1365,-1-2-5461</inkml:trace>
</inkml:ink>
</file>

<file path=ppt/ink/ink10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08:45.337"/>
    </inkml:context>
    <inkml:brush xml:id="br0">
      <inkml:brushProperty name="width" value="0.05" units="cm"/>
      <inkml:brushProperty name="height" value="0.05" units="cm"/>
    </inkml:brush>
  </inkml:definitions>
  <inkml:trace contextRef="#ctx0" brushRef="#br0">125 49 24575,'0'-1'0,"0"0"0,0-1 0,-1 1 0,1 0 0,-1 0 0,1-1 0,-1 1 0,0 0 0,1 0 0,-1 0 0,0 0 0,0 0 0,0 0 0,1 0 0,-1 0 0,0 0 0,-1 0 0,1 0 0,0 0 0,0 1 0,0-1 0,0 0 0,-3 0 0,2 0 0,0 0 0,0 0 0,-1 1 0,1-1 0,0 0 0,-1 1 0,1 0 0,-1-1 0,1 1 0,0 0 0,-1 0 0,-2 1 0,1 0 0,1 1 0,0-1 0,0 1 0,0 0 0,0 0 0,0 0 0,0 1 0,1-1 0,-1 1 0,1-1 0,-1 1 0,1 0 0,0 0 0,0 0 0,0 0 0,1 0 0,-1 0 0,1 1 0,-2 4 0,-2 7 0,1 0 0,0 0 0,-1 18 0,4-19 0,0 0 0,0 0 0,2 0 0,0 0 0,0 0 0,6 20 0,-6-26 0,1-1 0,1 0 0,-1 1 0,1-1 0,1 0 0,-1 0 0,1-1 0,0 1 0,1-1 0,0 0 0,-1 0 0,2 0 0,7 6 0,-9-9 0,-1-1 0,0 0 0,0 0 0,1 0 0,0 0 0,-1 0 0,1-1 0,0 0 0,-1 1 0,1-2 0,0 1 0,0 0 0,0-1 0,0 1 0,0-1 0,0 0 0,4-1 0,-3 0 0,0-1 0,-1 1 0,1-1 0,-1 0 0,1 0 0,-1 0 0,0-1 0,0 1 0,0-1 0,0 0 0,0 0 0,3-5 0,2-1 0,-1-1 0,-1 0 0,1 0 0,-2-1 0,0 0 0,0 0 0,-1-1 0,0 0 0,5-20 0,-7 19 0,-1 0 0,0 0 0,-1-1 0,0 1 0,-2 0 0,1-1 0,-1 1 0,-1 0 0,-4-16 0,5 25 0,0 0 0,0 0 0,-1 0 0,1 0 0,-1 0 0,0 0 0,0 0 0,-1 0 0,1 1 0,-1-1 0,1 1 0,-1 0 0,0 0 0,-1 0 0,1 0 0,0 0 0,-1 1 0,0 0 0,1-1 0,-1 1 0,0 0 0,0 1 0,0-1 0,0 1 0,-1 0 0,1 0 0,0 0 0,0 0 0,-1 1 0,1 0 0,-6 0 0,3 1-114,0-1 1,0 1-1,0 1 0,0-1 0,1 1 1,-1 0-1,0 1 0,1 0 0,0 0 1,-1 0-1,-9 8 0,6-4-6712</inkml:trace>
</inkml:ink>
</file>

<file path=ppt/ink/ink10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08:45.601"/>
    </inkml:context>
    <inkml:brush xml:id="br0">
      <inkml:brushProperty name="width" value="0.05" units="cm"/>
      <inkml:brushProperty name="height" value="0.05" units="cm"/>
    </inkml:brush>
  </inkml:definitions>
  <inkml:trace contextRef="#ctx0" brushRef="#br0">1 1 24575,'0'2'0,"0"6"0,2 6 0,4 8 0,0 5 0,2 7 0,1 6 0,0 2 0,1 2 0,0 1 0,0-1 0,-1-1 0,-1-2 0,-2-4 0,-3-3 0,-1-8-8191</inkml:trace>
</inkml:ink>
</file>

<file path=ppt/ink/ink10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08:46.208"/>
    </inkml:context>
    <inkml:brush xml:id="br0">
      <inkml:brushProperty name="width" value="0.05" units="cm"/>
      <inkml:brushProperty name="height" value="0.05" units="cm"/>
    </inkml:brush>
  </inkml:definitions>
  <inkml:trace contextRef="#ctx0" brushRef="#br0">1 219 24575,'11'0'0,"1"-1"0,0 0 0,0 0 0,-1-1 0,1-1 0,-1 0 0,20-8 0,-27 9 0,1 0 0,-1-1 0,0 1 0,1-1 0,-1 0 0,0 0 0,-1 0 0,1-1 0,-1 0 0,1 1 0,-1-1 0,0 0 0,-1 0 0,1-1 0,-1 1 0,1 0 0,-1-1 0,-1 0 0,1 1 0,-1-1 0,1 0 0,0-6 0,-1-16 0,-1-46 0,-1 69 0,3 63 0,0 2 0,13 91 0,-13-140 0,19 85 0,-17-83 0,0-1 0,1 1 0,0-1 0,13 22 0,-18-35 0,0 0 0,0 0 0,0 0 0,0 0 0,1 0 0,-1 0 0,0 0 0,0 0 0,0 0 0,0 0 0,0 1 0,0-1 0,0 0 0,0 0 0,0 0 0,0 0 0,0 0 0,0 0 0,0 0 0,0 0 0,0 0 0,1 0 0,-1 0 0,0 0 0,0 0 0,0 0 0,0 0 0,0 0 0,0 0 0,0 0 0,0 0 0,0 0 0,0 0 0,0 0 0,1 0 0,-1 0 0,0 0 0,0 0 0,0 0 0,0 0 0,0 0 0,0 0 0,0 0 0,0 0 0,0 0 0,0 0 0,0 0 0,0-1 0,0 1 0,1 0 0,-1 0 0,0 0 0,0 0 0,0 0 0,0 0 0,0 0 0,0 0 0,0 0 0,0 0 0,0 0 0,0 0 0,0-1 0,0 1 0,0 0 0,0 0 0,0 0 0,0 0 0,2-11 0,0-15 0,-2 26 0,13-137 0,-11 121 0,1 0 0,1 0 0,1 0 0,0 1 0,1-1 0,10-18 0,-15 32 0,0 0 0,1 0 0,-1 0 0,0 0 0,1 0 0,-1 0 0,1 0 0,0 1 0,-1-1 0,1 1 0,0-1 0,0 1 0,0 0 0,0-1 0,0 1 0,1 0 0,3-1 0,-5 2 0,1 0 0,-1 0 0,1 1 0,-1-1 0,1 0 0,-1 1 0,1-1 0,-1 1 0,0-1 0,1 1 0,-1 0 0,0-1 0,0 1 0,1 0 0,-1 0 0,0 0 0,0 0 0,0 0 0,0 0 0,0 0 0,0 1 0,0-1 0,-1 0 0,1 0 0,0 1 0,-1-1 0,1 1 0,0 2 0,5 11 54,-2 1-1,1-1 1,-2 1-1,0 0 0,0 18 1,0-13-616,0 0 0,6 23 0,-2-24-6264</inkml:trace>
</inkml:ink>
</file>

<file path=ppt/ink/ink10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08:46.640"/>
    </inkml:context>
    <inkml:brush xml:id="br0">
      <inkml:brushProperty name="width" value="0.05" units="cm"/>
      <inkml:brushProperty name="height" value="0.05" units="cm"/>
    </inkml:brush>
  </inkml:definitions>
  <inkml:trace contextRef="#ctx0" brushRef="#br0">27 139 24575,'-1'0'0,"-1"0"0,1 0 0,-1 0 0,1 0 0,-1 0 0,1 0 0,-1 0 0,1 1 0,-1-1 0,1 1 0,-1-1 0,1 1 0,0-1 0,-1 1 0,1 0 0,-2 1 0,3-1 0,0-1 0,0 1 0,-1 0 0,1 0 0,0 0 0,1 0 0,-1 0 0,0 0 0,0-1 0,0 1 0,0 0 0,1 0 0,-1 0 0,0 0 0,1-1 0,-1 1 0,1 0 0,-1 0 0,1-1 0,-1 1 0,1 0 0,-1-1 0,1 1 0,0-1 0,-1 1 0,1-1 0,0 1 0,1 0 0,4 5 0,1 0 0,0-1 0,1 0 0,-1 0 0,1-1 0,-1 1 0,2-2 0,-1 1 0,0-1 0,15 3 0,-21-5 0,1-1 0,0 0 0,0 1 0,0-1 0,0 0 0,0 0 0,-1 0 0,1-1 0,0 1 0,0-1 0,0 0 0,0 1 0,-1-1 0,1-1 0,-1 1 0,1 0 0,0 0 0,-1-1 0,0 0 0,1 1 0,-1-1 0,0 0 0,0 0 0,0 0 0,0 0 0,0-1 0,-1 1 0,1 0 0,-1-1 0,1 1 0,-1-1 0,0 0 0,0 1 0,0-1 0,1-5 0,-1 1 0,0 0 0,0 0 0,-1 0 0,0 0 0,0 0 0,0 0 0,-1 0 0,0 0 0,0 1 0,-1-1 0,-3-9 0,3 11 0,0 0 0,0 1 0,0-1 0,0 1 0,-1-1 0,1 1 0,-1 0 0,0 0 0,-1 0 0,1 0 0,-1 1 0,0-1 0,1 1 0,-1 0 0,-1 0 0,-5-3 0,9 5 0,-1 1 0,1-1 0,-1 1 0,0-1 0,1 1 0,-1-1 0,0 1 0,1 0 0,-1 0 0,0 0 0,1 0 0,-1 0 0,0 0 0,1 1 0,-1-1 0,0 0 0,1 1 0,-1-1 0,0 1 0,1 0 0,-3 1 0,1 0 0,0 1 0,1-1 0,-1 0 0,1 1 0,0 0 0,0-1 0,0 1 0,0 0 0,0 0 0,-1 4 0,-1 4 0,0-1 0,1 0 0,0 1 0,1 0 0,-2 20 0,3-21 38,1-1 0,1 1 0,0 0 0,0 0 0,1-1 0,1 1 0,-1-1 0,8 17 0,-8-22-128,0 1 0,0-1 0,1 1 0,-1-1 0,1 0 1,0 0-1,1 0 0,-1-1 0,1 1 0,-1-1 1,1 0-1,0 0 0,0 0 0,0 0 0,1-1 0,-1 0 1,1 1-1,7 1 0,7 0-6736</inkml:trace>
</inkml:ink>
</file>

<file path=ppt/ink/ink10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08:47.047"/>
    </inkml:context>
    <inkml:brush xml:id="br0">
      <inkml:brushProperty name="width" value="0.05" units="cm"/>
      <inkml:brushProperty name="height" value="0.05" units="cm"/>
    </inkml:brush>
  </inkml:definitions>
  <inkml:trace contextRef="#ctx0" brushRef="#br0">1 113 24575,'0'0'0,"0"0"0,0-1 0,0 1 0,0 0 0,0-1 0,0 1 0,0 0 0,0 0 0,0-1 0,0 1 0,0 0 0,0-1 0,0 1 0,1 0 0,-1 0 0,0-1 0,0 1 0,0 0 0,1 0 0,-1-1 0,0 1 0,0 0 0,1 0 0,-1-1 0,0 1 0,0 0 0,1 0 0,-1 0 0,0 0 0,1 0 0,-1 0 0,1-1 0,13 3 0,12 8 0,-15-4 0,0 1 0,0 0 0,0 1 0,-1 0 0,-1 1 0,1 0 0,-1 1 0,-1-1 0,9 13 0,-11-13 0,-1 0 0,0 0 0,0 0 0,-1 0 0,0 1 0,0 0 0,-1 0 0,0 0 0,-1 0 0,0 0 0,0 20 0,-2-27 0,0 0 0,0 0 0,-1-1 0,1 1 0,-1 0 0,0 0 0,0-1 0,0 1 0,0-1 0,0 1 0,0-1 0,-1 1 0,1-1 0,-1 0 0,0 0 0,0 0 0,0 0 0,0 0 0,0 0 0,0 0 0,0 0 0,-4 1 0,5-2 0,-1-1 0,1 1 0,-1-1 0,1 1 0,-1-1 0,0 0 0,1 1 0,-1-1 0,0 0 0,1 0 0,-1 0 0,0 0 0,1 0 0,-1-1 0,0 1 0,1-1 0,-1 1 0,0-1 0,1 1 0,-1-1 0,1 0 0,-1 0 0,1 1 0,0-1 0,-1 0 0,1-1 0,0 1 0,0 0 0,-1 0 0,1 0 0,0-1 0,0 1 0,0 0 0,1-1 0,-1 1 0,0-1 0,0-2 0,-3-4 0,1 0 0,0-1 0,1 1 0,0-1 0,0 0 0,1 0 0,0 1 0,1-16 0,1 0 0,0 1 0,7-26 0,-4 28 0,1-1 0,1 2 0,10-25 0,-14 39 0,0 1 0,1 0 0,0-1 0,0 1 0,0 0 0,1 0 0,-1 1 0,1-1 0,0 1 0,0 0 0,1 0 0,-1 0 0,1 1 0,0-1 0,0 1 0,10-4 0,-12 6-47,0 0 0,0 0 0,0 1 0,0-1 0,0 1 0,0 0 0,0 0 0,0 0 0,0 0-1,-1 1 1,1-1 0,0 1 0,0 0 0,0-1 0,0 1 0,0 1 0,0-1 0,-1 0 0,1 1 0,-1-1 0,1 1 0,-1 0-1,1 0 1,-1 0 0,0 0 0,0 0 0,0 0 0,2 5 0,6 7-6779</inkml:trace>
</inkml:ink>
</file>

<file path=ppt/ink/ink10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58.475"/>
    </inkml:context>
    <inkml:brush xml:id="br0">
      <inkml:brushProperty name="width" value="0.05" units="cm"/>
      <inkml:brushProperty name="height" value="0.05" units="cm"/>
    </inkml:brush>
  </inkml:definitions>
  <inkml:trace contextRef="#ctx0" brushRef="#br0">1042 42 24575,'1'-1'0,"0"1"0,-1-1 0,1 0 0,0 1 0,0-1 0,-1 0 0,1 0 0,-1 1 0,1-1 0,0 0 0,-1 0 0,0 0 0,1 0 0,-1 0 0,0 0 0,1 0 0,-1 0 0,0 0 0,0 0 0,0 0 0,0 0 0,0 0 0,0 0 0,0-1 0,-1 1 0,1 0 0,-1 0 0,0 0 0,1 0 0,-1 0 0,0 0 0,0 1 0,0-1 0,0 0 0,0 0 0,0 1 0,0-1 0,0 1 0,0-1 0,0 1 0,0 0 0,-2-1 0,-3-1 0,0 1 0,-1 0 0,1 0 0,-1 1 0,1 0 0,-9 0 0,-61 14 0,-91 29 0,75-17 0,-77 17 0,-252 69 0,379-97 0,29-10 0,29-7 0,11-5-682,44-19-1,-47 16-6143</inkml:trace>
</inkml:ink>
</file>

<file path=ppt/ink/ink10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8:58.753"/>
    </inkml:context>
    <inkml:brush xml:id="br0">
      <inkml:brushProperty name="width" value="0.05" units="cm"/>
      <inkml:brushProperty name="height" value="0.05" units="cm"/>
    </inkml:brush>
  </inkml:definitions>
  <inkml:trace contextRef="#ctx0" brushRef="#br0">150 17 24575,'0'-1'0,"0"1"0,0-1 0,0 0 0,0 1 0,0-1 0,0 1 0,0-1 0,0 0 0,0 1 0,0-1 0,0 0 0,0 1 0,0-1 0,-1 1 0,1-1 0,0 0 0,0 1 0,-1-1 0,1 1 0,0-1 0,-1 1 0,1-1 0,-1 1 0,1-1 0,0 1 0,-1-1 0,1 1 0,-2-1 0,1 1 0,0 0 0,0 0 0,1 1 0,-1-1 0,0 0 0,0 0 0,0 1 0,0-1 0,0 0 0,1 1 0,-1-1 0,0 1 0,0-1 0,1 1 0,-1 0 0,-1 0 0,-24 31 0,0 10 0,3 0 0,-23 58 0,44-97 10,1 0-1,0 0 1,1 1-1,-1-1 1,0 0-1,1 1 1,0-1-1,0 0 1,0 1-1,0-1 1,0 1-1,1-1 0,-1 0 1,1 0-1,0 1 1,0-1-1,2 4 1,0-2 5,0-1 1,0 1-1,0-1 1,1 0-1,-1 0 1,1 0 0,0-1-1,0 1 1,0-1-1,6 3 1,8 4-358,1-1 1,0 0 0,0-2-1,31 8 1,-20-7-6485</inkml:trace>
</inkml:ink>
</file>

<file path=ppt/ink/ink10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0.242"/>
    </inkml:context>
    <inkml:brush xml:id="br0">
      <inkml:brushProperty name="width" value="0.05" units="cm"/>
      <inkml:brushProperty name="height" value="0.05" units="cm"/>
    </inkml:brush>
  </inkml:definitions>
  <inkml:trace contextRef="#ctx0" brushRef="#br0">3801 476 24575,'0'-11'0,"1"1"0,5-19 0,-4 23 0,-1 1 0,1-1 0,-1 1 0,-1-1 0,1 0 0,-1 1 0,0-1 0,0 0 0,0 1 0,-1-1 0,0 0 0,0 1 0,0-1 0,-4-6 0,1 4 0,-1 1 0,0 0 0,0 0 0,-1 1 0,0 0 0,0 0 0,0 0 0,-1 1 0,-13-9 0,-8-3 0,-36-15 0,52 26 0,-59-25 0,-1 3 0,-2 3 0,0 3 0,-2 3 0,-149-16 0,-628-11 0,814 45 0,-145 0 0,-288 35 0,-175 90 0,608-114 0,-583 156 0,577-151 0,2 1 0,-49 26 0,89-40-1365</inkml:trace>
</inkml:ink>
</file>

<file path=ppt/ink/ink10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1:49:00.586"/>
    </inkml:context>
    <inkml:brush xml:id="br0">
      <inkml:brushProperty name="width" value="0.05" units="cm"/>
      <inkml:brushProperty name="height" value="0.05" units="cm"/>
    </inkml:brush>
  </inkml:definitions>
  <inkml:trace contextRef="#ctx0" brushRef="#br0">212 1 24575,'-3'0'0,"2"0"0,0 0 0,0-1 0,0 1 0,0 0 0,0 0 0,0 1 0,0-1 0,0 0 0,-1 0 0,1 0 0,0 1 0,0-1 0,0 1 0,0-1 0,0 0 0,0 1 0,0 0 0,1-1 0,-1 1 0,0 0 0,0-1 0,0 1 0,1 0 0,-1 0 0,0 0 0,1 0 0,-1-1 0,0 1 0,1 0 0,-1 1 0,-12 23 0,-18 44 0,21-46 0,0 0 0,-22 35 0,-2-15 0,26-34 0,-1 1 0,1 0 0,-12 22 0,19-30 0,0 0 0,0 0 0,1 0 0,-1 0 0,0 0 0,1 0 0,0 0 0,-1 0 0,1 1 0,0-1 0,0 0 0,0 0 0,0 0 0,1 1 0,-1-1 0,1 0 0,-1 0 0,1 0 0,0 0 0,0 0 0,0 0 0,0 0 0,0 0 0,0 0 0,0 0 0,1 0 0,-1-1 0,1 1 0,-1-1 0,3 2 0,4 4 0,1 0 0,1-1 0,-1 0 0,18 8 0,-19-10 0,167 68-1365,-129-56-5461</inkml:trace>
</inkml:ink>
</file>

<file path=ppt/ink/ink10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10:06.793"/>
    </inkml:context>
    <inkml:brush xml:id="br0">
      <inkml:brushProperty name="width" value="0.05" units="cm"/>
      <inkml:brushProperty name="height" value="0.05" units="cm"/>
    </inkml:brush>
  </inkml:definitions>
  <inkml:trace contextRef="#ctx0" brushRef="#br0">256 186 24575,'4'0'0,"0"-1"0,-1 1 0,1-1 0,0 0 0,0 0 0,-1 0 0,1-1 0,-1 1 0,1-1 0,-1 0 0,0 0 0,1 0 0,-1-1 0,0 1 0,-1-1 0,1 0 0,0 1 0,-1-1 0,1 0 0,-1-1 0,0 1 0,0 0 0,0-1 0,-1 1 0,1-1 0,1-3 0,-2 3 0,0 1 0,0 0 0,0-1 0,0 1 0,-1-1 0,1 1 0,-1-1 0,0 1 0,0-1 0,0 1 0,0-1 0,-1 1 0,1-1 0,-1 1 0,0-1 0,0 1 0,0 0 0,-1-1 0,1 1 0,-1 0 0,0 0 0,0 0 0,0 0 0,0 0 0,0 1 0,0-1 0,-1 1 0,-4-4 0,1 2 0,-1 1 0,0-1 0,0 2 0,0-1 0,0 1 0,0 0 0,-1 0 0,1 1 0,-1 0 0,1 0 0,-1 1 0,1 0 0,-1 0 0,1 1 0,-1 0 0,1 0 0,-1 1 0,1 0 0,-8 3 0,6-2 0,0 0 0,0 1 0,0 0 0,1 1 0,0 0 0,0 0 0,0 1 0,1 0 0,-1 1 0,1-1 0,1 1 0,-1 0 0,1 1 0,-8 13 0,12-16 0,-1-1 0,1 1 0,0 0 0,1 0 0,-1 0 0,1 1 0,0-1 0,0 0 0,1 0 0,-1 1 0,1-1 0,0 0 0,1 1 0,-1-1 0,3 9 0,-2-10 0,1-1 0,-1 0 0,0 0 0,1 0 0,0 0 0,0 0 0,0 0 0,0-1 0,0 1 0,0 0 0,1-1 0,0 0 0,-1 0 0,1 0 0,0 0 0,0 0 0,0 0 0,0-1 0,0 1 0,0-1 0,0 0 0,1 0 0,-1 0 0,0 0 0,5 0 0,-2 0 0,-1 0 0,0-1 0,1 0 0,-1 0 0,0 0 0,1 0 0,-1-1 0,0 0 0,1 0 0,-1 0 0,0-1 0,0 1 0,0-2 0,0 1 0,0 0 0,-1-1 0,1 0 0,-1 0 0,1 0 0,-1 0 0,0-1 0,0 0 0,-1 0 0,1 0 0,-1 0 0,0 0 0,0-1 0,0 1 0,0-1 0,-1 0 0,0 0 0,0 0 0,0 0 0,-1 0 0,0-1 0,1-5 0,2-46 0,7 76 0,24 74 0,-13-41 0,-3 1 0,-2 1 0,14 76 0,-29-119 0,-1 1 0,0-1 0,-1 0 0,0 1 0,-1-1 0,0 0 0,-1 0 0,-5 20 0,5-26 0,0-1 0,0 0 0,0 1 0,-1-1 0,1 0 0,-1 0 0,0 0 0,0 0 0,0-1 0,-1 1 0,1-1 0,-1 0 0,0 0 0,0 0 0,0 0 0,0-1 0,0 0 0,0 0 0,-1 0 0,1 0 0,-1-1 0,-8 2 0,1-1 0,1-1 0,0 0 0,-1-1 0,1-1 0,0 1 0,-1-2 0,1 0 0,0 0 0,0-1 0,0 0 0,-19-9 0,21 8 0,-1-1 0,1 0 0,0 0 0,0-1 0,1 0 0,-1-1 0,2 0 0,-1 0 0,1-1 0,0 1 0,0-2 0,-10-16 0,15 21 0,0 1 0,0-1 0,1 0 0,-1 1 0,1-1 0,0 0 0,0 0 0,1 0 0,-1 0 0,1 0 0,0 0 0,0 0 0,0 0 0,0 0 0,1 0 0,-1 0 0,1 0 0,0 0 0,3-5 0,-1 3 0,0 1 0,1-1 0,-1 1 0,1 0 0,1 0 0,-1 1 0,1-1 0,-1 1 0,1 0 0,0 0 0,9-5 0,7-2 29,-1 1 1,37-12-1,-18 7-1482,-27 10-5373</inkml:trace>
</inkml:ink>
</file>

<file path=ppt/ink/ink10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10:07.322"/>
    </inkml:context>
    <inkml:brush xml:id="br0">
      <inkml:brushProperty name="width" value="0.05" units="cm"/>
      <inkml:brushProperty name="height" value="0.05" units="cm"/>
    </inkml:brush>
  </inkml:definitions>
  <inkml:trace contextRef="#ctx0" brushRef="#br0">1 169 24575,'5'3'0,"0"0"0,1 0 0,0-1 0,0 1 0,0-1 0,0-1 0,0 1 0,0-1 0,0 0 0,8 0 0,-1 0 0,-1 1 0,-1-1 0,1 0 0,0-1 0,0 0 0,22-4 0,-31 4 0,0-1 0,0 0 0,-1 0 0,1 0 0,0 0 0,0 0 0,-1 0 0,1-1 0,-1 0 0,1 1 0,-1-1 0,4-4 0,-5 5 0,0-1 0,0 0 0,0 1 0,0-1 0,0 0 0,0 0 0,0 0 0,-1 0 0,1 0 0,-1 0 0,0 0 0,1 0 0,-1 0 0,0 0 0,0 0 0,0 0 0,0-1 0,-1 1 0,1 0 0,-2-3 0,-1-4 0,0 1 0,-1-1 0,0 0 0,-1 1 0,0 0 0,0 0 0,-1 0 0,0 1 0,-1 0 0,1 0 0,-1 0 0,0 1 0,-1 0 0,-14-9 0,20 15 0,0-1 0,0 0 0,0 0 0,0 0 0,1 1 0,-1-1 0,0 1 0,0 0 0,0-1 0,0 1 0,0 0 0,-1 0 0,1 0 0,0 1 0,0-1 0,0 0 0,0 1 0,1 0 0,-1-1 0,-3 2 0,3 0 0,0-1 0,-1 1 0,1 0 0,0 0 0,0 0 0,1 0 0,-1 0 0,0 0 0,1 1 0,-1-1 0,1 1 0,0-1 0,-1 4 0,-2 5 0,1 1 0,0 0 0,1 1 0,0-1 0,0 18 0,1-18 0,1 0 0,1 0 0,-1 0 0,2-1 0,0 1 0,0 0 0,5 11 0,-5-18 0,0-1 0,0 1 0,0-1 0,0 0 0,1 0 0,0 0 0,0 0 0,0-1 0,0 1 0,1-1 0,-1 0 0,1 0 0,0 0 0,0 0 0,0-1 0,0 1 0,1-1 0,-1 0 0,0 0 0,7 1 0,-4-1-227,0-1-1,0 0 1,0 0-1,0-1 1,9 0-1,8-2-6598</inkml:trace>
</inkml:ink>
</file>

<file path=ppt/ink/ink10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10:07.586"/>
    </inkml:context>
    <inkml:brush xml:id="br0">
      <inkml:brushProperty name="width" value="0.05" units="cm"/>
      <inkml:brushProperty name="height" value="0.05" units="cm"/>
    </inkml:brush>
  </inkml:definitions>
  <inkml:trace contextRef="#ctx0" brushRef="#br0">41 61 24575,'-4'-4'0,"1"-1"0,-1 0 0,1 0 0,-5-8 0,-10-16 0,17 34 0,5 12 0,7 20 0,21 71-181,26 163 0,-45-199-822,-9-56-5823</inkml:trace>
</inkml:ink>
</file>

<file path=ppt/ink/ink10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10:07.805"/>
    </inkml:context>
    <inkml:brush xml:id="br0">
      <inkml:brushProperty name="width" value="0.05" units="cm"/>
      <inkml:brushProperty name="height" value="0.05" units="cm"/>
    </inkml:brush>
  </inkml:definitions>
  <inkml:trace contextRef="#ctx0" brushRef="#br0">20 90 24575,'-2'-3'0,"-4"0"0,0-2 0,0-3 0,7 0 0,5 1 0,6 0 0,9 1 0,5-1 0,3 1 0,1 1 0,1-1 0,-1 1 0,0 1 0,-3-1 0,-6 0-8191</inkml:trace>
</inkml:ink>
</file>

<file path=ppt/ink/ink10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10:08.114"/>
    </inkml:context>
    <inkml:brush xml:id="br0">
      <inkml:brushProperty name="width" value="0.05" units="cm"/>
      <inkml:brushProperty name="height" value="0.05" units="cm"/>
    </inkml:brush>
  </inkml:definitions>
  <inkml:trace contextRef="#ctx0" brushRef="#br0">7 0 24575,'0'0'0,"0"0"0,-1 0 0,1 0 0,0 0 0,0 0 0,-1 0 0,1 0 0,0 1 0,0-1 0,-1 0 0,1 0 0,0 0 0,0 0 0,-1 0 0,1 0 0,0 1 0,0-1 0,0 0 0,-1 0 0,1 0 0,0 0 0,0 1 0,0-1 0,0 0 0,0 0 0,-1 0 0,1 1 0,0-1 0,0 0 0,0 0 0,0 1 0,0-1 0,0 0 0,0 0 0,0 1 0,2 12 0,7 12 0,-9-25 0,85 189 342,-67-141-1196,24 101 1,-38-131-5973</inkml:trace>
</inkml:ink>
</file>

<file path=ppt/ink/ink10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10:08.457"/>
    </inkml:context>
    <inkml:brush xml:id="br0">
      <inkml:brushProperty name="width" value="0.05" units="cm"/>
      <inkml:brushProperty name="height" value="0.05" units="cm"/>
    </inkml:brush>
  </inkml:definitions>
  <inkml:trace contextRef="#ctx0" brushRef="#br0">44 281 24575,'-7'-14'0,"0"0"0,1 0 0,1-1 0,0 0 0,1 0 0,1 0 0,-2-21 0,4 31 0,1 0 0,0 0 0,0 0 0,0 0 0,1 0 0,0 0 0,0 0 0,0 0 0,0 1 0,1-1 0,0 0 0,0 1 0,0-1 0,1 1 0,-1-1 0,1 1 0,0 0 0,0 0 0,0 0 0,1 1 0,0-1 0,-1 1 0,1 0 0,1 0 0,7-5 0,-1 3 0,0 1 0,-1 0 0,1 1 0,0 0 0,1 1 0,-1 0 0,0 1 0,1 0 0,-1 1 0,1 0 0,-1 0 0,1 1 0,-1 1 0,0 0 0,1 1 0,-1 0 0,0 1 0,17 8 0,-20-9 0,-1 1 0,1 0 0,-1 0 0,0 1 0,-1 0 0,1 0 0,-1 1 0,0-1 0,0 1 0,-1 1 0,0-1 0,0 1 0,0 0 0,-1 0 0,0 0 0,0 1 0,-1-1 0,0 1 0,0 0 0,-1 0 0,0 0 0,0 0 0,-1 0 0,0 1 0,-1-1 0,0 12 0,-1-12 0,0 0 0,-1-1 0,1 1 0,-2 0 0,1-1 0,-1 0 0,0 1 0,0-1 0,-1-1 0,-5 8 0,1-3 0,0-2 0,0 1 0,-1-1 0,0 0 0,-18 13 0,7-9 0,0-1 0,-1-1 0,0 0 0,0-2 0,-1 0 0,-30 7 0,23-10-1365,5-2-5461</inkml:trace>
</inkml:ink>
</file>

<file path=ppt/ink/ink10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10:09.026"/>
    </inkml:context>
    <inkml:brush xml:id="br0">
      <inkml:brushProperty name="width" value="0.05" units="cm"/>
      <inkml:brushProperty name="height" value="0.05" units="cm"/>
    </inkml:brush>
  </inkml:definitions>
  <inkml:trace contextRef="#ctx0" brushRef="#br0">199 113 24575,'13'-54'0,"-13"51"0,0 1 0,0 0 0,1 0 0,-1 0 0,0 0 0,-1 0 0,1 0 0,0-1 0,-1 1 0,1 0 0,-1 0 0,0 0 0,1 0 0,-1 0 0,0 0 0,0 0 0,0 1 0,-1-1 0,1 0 0,0 0 0,-1 1 0,1-1 0,-1 1 0,1-1 0,-3 0 0,1 0 0,0 1 0,1 0 0,-1 0 0,0 1 0,0-1 0,0 0 0,0 1 0,0 0 0,0 0 0,0 0 0,0 0 0,0 0 0,0 0 0,0 1 0,0 0 0,0-1 0,-5 3 0,1 1 0,-1 0 0,1 0 0,-1 1 0,1 0 0,0 0 0,1 0 0,0 1 0,0 0 0,0 0 0,0 1 0,1 0 0,-7 11 0,6-8 0,1-1 0,0 1 0,0 0 0,1 0 0,0 0 0,1 1 0,0-1 0,1 1 0,-2 16 0,4-25 0,0 1 0,0 0 0,0-1 0,0 1 0,1-1 0,-1 1 0,1-1 0,0 1 0,-1-1 0,1 1 0,0-1 0,1 1 0,-1-1 0,0 0 0,1 0 0,-1 0 0,1 0 0,0 0 0,-1 0 0,1 0 0,0 0 0,0-1 0,0 1 0,1-1 0,-1 1 0,0-1 0,1 0 0,-1 0 0,0 0 0,1 0 0,-1 0 0,1-1 0,-1 1 0,1-1 0,3 0 0,-2 1 0,1-1 0,-1 0 0,1 0 0,0 0 0,-1-1 0,1 1 0,-1-1 0,1 0 0,-1-1 0,0 1 0,0-1 0,1 0 0,-1 0 0,0 0 0,0 0 0,-1-1 0,1 0 0,0 0 0,5-5 0,-2-3 0,0 0 0,-1 0 0,-1 0 0,0 0 0,0-1 0,-1 0 0,5-20 0,-5 16 0,1-1 0,14-29 0,-19 46 0,0-1 0,0 1 0,0-1 0,0 1 0,1-1 0,-1 1 0,0-1 0,0 1 0,1 0 0,-1-1 0,0 1 0,1-1 0,-1 1 0,1 0 0,-1-1 0,0 1 0,1 0 0,-1 0 0,1-1 0,-1 1 0,1 0 0,-1 0 0,1 0 0,-1-1 0,1 1 0,-1 0 0,1 0 0,-1 0 0,1 0 0,0 0 0,0 0 0,0 1 0,0-1 0,-1 1 0,1 0 0,0-1 0,0 1 0,-1 0 0,1-1 0,0 1 0,-1 0 0,1 0 0,0 0 0,-1 0 0,1 1 0,15 40 0,-14-36 0,13 43 168,-10-31-387,0 0 0,1 0 0,1-1 0,0 0 0,2 0 0,15 24 0,-14-30-6607</inkml:trace>
</inkml:ink>
</file>

<file path=ppt/ink/ink10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10:09.399"/>
    </inkml:context>
    <inkml:brush xml:id="br0">
      <inkml:brushProperty name="width" value="0.05" units="cm"/>
      <inkml:brushProperty name="height" value="0.05" units="cm"/>
    </inkml:brush>
  </inkml:definitions>
  <inkml:trace contextRef="#ctx0" brushRef="#br0">1 101 24575,'0'-1'0,"0"0"0,0 0 0,0 0 0,-1 0 0,1 0 0,0 0 0,0 0 0,1 0 0,-1 0 0,0 0 0,0 0 0,0 0 0,1 0 0,-1 0 0,0 0 0,1 0 0,-1 0 0,1 0 0,-1 0 0,1 0 0,0 1 0,-1-1 0,1 0 0,0 0 0,-1 1 0,1-1 0,0 0 0,0 1 0,1-2 0,0 3 0,0-1 0,0 0 0,0 0 0,0 1 0,0-1 0,0 1 0,0-1 0,0 1 0,0 0 0,-1 0 0,1 0 0,0 0 0,-1 0 0,1 0 0,1 2 0,14 11 0,-1 1 0,-1 1 0,-1 0 0,0 1 0,-1 0 0,0 1 0,-2 1 0,0 0 0,11 27 0,-22-66 0,-1-1 0,1-1 0,3-28 0,1 33 0,1-1 0,0 1 0,10-23 0,-12 34 0,-1 1 0,1-1 0,1 0 0,-1 1 0,1-1 0,0 1 0,0 0 0,1 0 0,0 1 0,-1-1 0,1 1 0,9-5 0,-12 8-41,-1 0 0,0 0-1,1 1 1,-1-1-1,0 1 1,1-1 0,-1 1-1,1 0 1,-1-1 0,1 1-1,-1 0 1,1 0-1,-1 0 1,1 0 0,-1 0-1,1 0 1,-1 1 0,0-1-1,1 0 1,-1 1-1,1-1 1,-1 1 0,0-1-1,1 1 1,-1 0 0,0 0-1,0 0 1,1-1-1,-1 1 1,0 0 0,0 1-1,2 1 1,3 6-6785</inkml:trace>
</inkml:ink>
</file>

<file path=ppt/ink/ink10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10:09.851"/>
    </inkml:context>
    <inkml:brush xml:id="br0">
      <inkml:brushProperty name="width" value="0.05" units="cm"/>
      <inkml:brushProperty name="height" value="0.05" units="cm"/>
    </inkml:brush>
  </inkml:definitions>
  <inkml:trace contextRef="#ctx0" brushRef="#br0">53 170 24575,'33'6'0,"-27"-4"0,0 0 0,0-1 0,0 0 0,0 0 0,11-1 0,-15 0 0,-1 0 0,1 0 0,-1-1 0,1 1 0,-1 0 0,0-1 0,1 0 0,-1 1 0,0-1 0,1 0 0,-1 1 0,0-1 0,0 0 0,0 0 0,1 0 0,-1 0 0,0 0 0,0-1 0,-1 1 0,1 0 0,0 0 0,0-1 0,-1 1 0,1 0 0,0-1 0,-1 1 0,1 0 0,-1-3 0,2-3 0,-1 1 0,0 0 0,-1-1 0,0 1 0,0-1 0,0 1 0,-1-1 0,0 1 0,0-1 0,0 1 0,-1 0 0,0 0 0,-5-11 0,5 13 0,0 1 0,1-1 0,-1 1 0,-1 0 0,1 0 0,0 0 0,-1 0 0,1 0 0,-1 0 0,0 1 0,0-1 0,0 1 0,0 0 0,-1 0 0,1 0 0,-1 0 0,1 1 0,-1 0 0,1-1 0,-1 1 0,0 0 0,0 1 0,1-1 0,-6 0 0,6 2 0,0-1 0,0 0 0,0 1 0,0 0 0,0-1 0,0 1 0,0 0 0,1 1 0,-1-1 0,0 0 0,1 1 0,-1 0 0,1-1 0,0 1 0,-1 0 0,1 0 0,0 0 0,0 1 0,0-1 0,0 0 0,1 1 0,-1-1 0,1 1 0,-1 0 0,1-1 0,0 1 0,0 0 0,-1 4 0,0 1 0,0 0 0,1 0 0,-1 1 0,1-1 0,1 0 0,0 1 0,0-1 0,3 16 0,-1-13 34,0 0 1,2-1-1,-1 1 0,1-1 0,1 0 0,-1 0 0,2-1 0,-1 1 0,12 13 1,-13-18-121,0-1 1,0 0 0,0 0-1,1 0 1,0 0 0,-1-1-1,1 0 1,1 0 0,-1 0-1,0 0 1,1-1 0,-1 0-1,1 0 1,-1-1 0,1 1-1,0-1 1,0-1 0,0 1-1,7-1 1,10-2-6741</inkml:trace>
</inkml:ink>
</file>

<file path=ppt/ink/ink10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10:10.302"/>
    </inkml:context>
    <inkml:brush xml:id="br0">
      <inkml:brushProperty name="width" value="0.05" units="cm"/>
      <inkml:brushProperty name="height" value="0.05" units="cm"/>
    </inkml:brush>
  </inkml:definitions>
  <inkml:trace contextRef="#ctx0" brushRef="#br0">1 30 24575,'7'8'0,"0"1"0,0 0 0,-1 1 0,0 0 0,0 0 0,-1 0 0,-1 0 0,4 14 0,0 1 0,-1 1 0,5 48 0,-12-72 0,1 0 0,-1-1 0,0 1 0,1 0 0,-1 0 0,0-1 0,0 1 0,0 0 0,-1 0 0,1-1 0,0 1 0,-1 0 0,1 0 0,-1-1 0,1 1 0,-2 3 0,1-5 0,1-1 0,0 1 0,-1 0 0,1 0 0,0 0 0,-1 0 0,1-1 0,0 1 0,0 0 0,-1 0 0,1-1 0,0 1 0,0 0 0,-1 0 0,1-1 0,0 1 0,0 0 0,0-1 0,0 1 0,-1 0 0,1-1 0,0 1 0,0 0 0,0-1 0,0 1 0,0 0 0,0-1 0,0 1 0,0 0 0,0-1 0,0 1 0,0-1 0,-2-14 0,0-9 0,1 1 0,1-1 0,1 1 0,2-1 0,0 1 0,1-1 0,10-28 0,-13 49 0,-1 0 0,2 1 0,-1-1 0,0 0 0,0 1 0,1-1 0,0 1 0,-1-1 0,1 1 0,0 0 0,0 0 0,0 0 0,0 0 0,1 0 0,-1 0 0,0 1 0,1-1 0,3-1 0,-4 3 0,0-1 0,0 1 0,0 0 0,0 0 0,0 0 0,0 0 0,0 0 0,0 0 0,0 0 0,0 1 0,0-1 0,1 1 0,-2-1 0,1 1 0,0 0 0,0 0 0,0 0 0,0 0 0,0 0 0,-1 0 0,1 1 0,0-1 0,-1 0 0,1 1 0,1 2 0,5 5 0,-1 1 0,0 0 0,0 0 0,-1 0 0,-1 1 0,5 12 0,-1 0 0,-1 1 0,5 24 0,-10-28-1365,-1-3-5461</inkml:trace>
</inkml:ink>
</file>

<file path=ppt/ink/ink10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10:10.598"/>
    </inkml:context>
    <inkml:brush xml:id="br0">
      <inkml:brushProperty name="width" value="0.05" units="cm"/>
      <inkml:brushProperty name="height" value="0.05" units="cm"/>
    </inkml:brush>
  </inkml:definitions>
  <inkml:trace contextRef="#ctx0" brushRef="#br0">2 17 24575,'-1'-1'0,"1"0"0,0 1 0,0-1 0,0 0 0,0 1 0,0-1 0,0 0 0,0 1 0,0-1 0,0 0 0,0 1 0,1-1 0,-1 1 0,0-1 0,0 0 0,1 1 0,-1-1 0,0 1 0,1-1 0,-1 1 0,0-1 0,1 1 0,-1-1 0,1 1 0,-1-1 0,2 0 0,-1 1 0,-1 0 0,1 0 0,0 0 0,0 0 0,-1 1 0,1-1 0,0 0 0,0 0 0,0 1 0,-1-1 0,1 0 0,0 1 0,-1-1 0,1 1 0,0-1 0,-1 1 0,2 0 0,2 3 0,1 1 0,-1 0 0,0-1 0,4 9 0,6 12 0,-2 1 0,-1 0 0,14 49 0,10 86 0,-18-75 0,-15-76 57,0-1 0,1 1 0,0-1 0,0 0 0,8 14 0,-9-21-123,-1 1 0,1-1 1,-1 0-1,1 0 0,-1 0 1,1 0-1,0-1 0,0 1 1,0 0-1,0-1 1,0 1-1,0-1 0,1 0 1,-1 1-1,0-1 0,1 0 1,-1-1-1,1 1 0,-1 0 1,1-1-1,-1 1 1,1-1-1,0 0 0,-1 0 1,5 0-1,8-3-6760</inkml:trace>
</inkml:ink>
</file>

<file path=ppt/ink/ink10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10:10.785"/>
    </inkml:context>
    <inkml:brush xml:id="br0">
      <inkml:brushProperty name="width" value="0.05" units="cm"/>
      <inkml:brushProperty name="height" value="0.05" units="cm"/>
    </inkml:brush>
  </inkml:definitions>
  <inkml:trace contextRef="#ctx0" brushRef="#br0">36 70 24575,'-5'-2'0,"-4"-1"0,-2 0 0,2 0 0,8 2 0,6-3 0,8 1 0,8-1 0,5-1 0,4 0 0,3-1 0,-1 0 0,-2-1 0,-3-2 0,-6 0-8191</inkml:trace>
</inkml:ink>
</file>

<file path=ppt/ink/ink10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10:11.173"/>
    </inkml:context>
    <inkml:brush xml:id="br0">
      <inkml:brushProperty name="width" value="0.05" units="cm"/>
      <inkml:brushProperty name="height" value="0.05" units="cm"/>
    </inkml:brush>
  </inkml:definitions>
  <inkml:trace contextRef="#ctx0" brushRef="#br0">29 1 24575,'-1'1'0,"0"1"0,1-1 0,0 1 0,-1-1 0,1 1 0,0-1 0,-1 1 0,1 0 0,0-1 0,0 1 0,1 1 0,-2 7 0,-6 36 0,0 1 0,-3 62 0,10-96 0,0-1 0,1 1 0,0 0 0,1 0 0,0-1 0,1 1 0,1-1 0,0 0 0,10 22 0,-12-30-105,1 1 0,0-1 0,0 0 0,0 0 0,0 0 0,1 0 0,-1 0 0,1-1 0,0 0 0,0 0 0,0 0 0,6 3 0,7 1-6721</inkml:trace>
</inkml:ink>
</file>

<file path=ppt/ink/ink10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7T02:10:11.421"/>
    </inkml:context>
    <inkml:brush xml:id="br0">
      <inkml:brushProperty name="width" value="0.05" units="cm"/>
      <inkml:brushProperty name="height" value="0.05" units="cm"/>
    </inkml:brush>
  </inkml:definitions>
  <inkml:trace contextRef="#ctx0" brushRef="#br0">7 22 24575,'-2'-2'0,"-1"-4"0,2 0 0,4 0 0,6 4 0,4 7 0,7 5 0,5 6 0,3 7 0,1 7 0,1 5 0,-2 5 0,-4 4 0,-6 2 0,-9 3 0,-12 0 0,-16-1 0,-4-9-8191</inkml:trace>
</inkml:ink>
</file>

<file path=ppt/ink/ink10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01.873"/>
    </inkml:context>
    <inkml:brush xml:id="br0">
      <inkml:brushProperty name="width" value="0.05" units="cm"/>
      <inkml:brushProperty name="height" value="0.05" units="cm"/>
    </inkml:brush>
  </inkml:definitions>
  <inkml:trace contextRef="#ctx0" brushRef="#br0">509 365 24575,'0'-1'0,"0"1"0,0-1 0,0 0 0,0 0 0,0 0 0,0 1 0,0-1 0,0 0 0,0 0 0,0 0 0,-1 1 0,1-1 0,0 0 0,0 0 0,-1 1 0,1-1 0,0 0 0,-1 1 0,1-1 0,-1 0 0,1 1 0,-1-1 0,1 0 0,-1 1 0,0-1 0,1 1 0,-1-1 0,0 1 0,1 0 0,-1-1 0,0 1 0,1 0 0,-1-1 0,0 1 0,0 0 0,1 0 0,-1-1 0,-1 1 0,1 0 0,0 1 0,-1-1 0,1 0 0,0 1 0,-1-1 0,1 1 0,0-1 0,0 1 0,0 0 0,0 0 0,0-1 0,0 1 0,0 0 0,0 0 0,0 0 0,0 0 0,0 0 0,0 0 0,0 0 0,1 0 0,-1 0 0,0 3 0,-4 11 0,1 0 0,1 0 0,0 1 0,1 0 0,1-1 0,0 1 0,3 22 0,-2-8 0,8 338 0,-1-55 0,-7-45 0,-65 486 0,-112 116-417,13-76 53,139-644 621,7 1-1,1 153 0,17-253-247,3 82-3,-2-113-7,2-1 1,0 0-1,1 0 1,11 31-1,-14-47 1,1-1 0,-1 1 0,1 0 0,-1 0 0,1-1 0,0 1 0,0-1 0,0 1 0,0-1 0,1 0 0,-1 0 0,1 0 0,-1 0 0,1 0 0,0-1 0,-1 1 0,1-1 0,0 1 0,0-1 0,0 0 0,0 0 0,0-1 0,1 1 0,-1-1 0,4 1 0,6-1 0,1 0 0,0-1 0,0-1 0,19-4 0,-18 3 0,-11 3 0,643-96 0,1049 40-2359,2 98 1,-1596-38 2358,489 13 0,-558-16-56,4 1 410,1-2-1,-1-2 0,1-1 0,41-9 0,-76 12-258,0-1 0,-1 0 0,1 0 0,0 0 0,-1 0 0,1 0 0,-1 0 0,1-1 0,-1 1 0,0-1 1,0 0-1,0 0 0,0 1 0,0-1 0,0-1 0,0 1 0,0 0 0,2-5 0,-3 3-3,0 1 1,0-1-1,0 0 1,0 0-1,-1 0 0,1 0 1,-1 0-1,0 0 1,-1 0-1,1 0 0,-1 0 1,-1-6-1,-18-66-92,-48-114 0,22 69 0,-45-153-241,-90-467 0,142 506 80,11-1 0,3-340 0,33 381 161,37-220 0,69-187 0,-82 435 483,18-281-1,-49 435-482,-1 1 0,0-1 0,-1 1 0,0-1 0,-1 1 0,0-1 0,-1 1 0,0 0 0,-1 0 0,0 0 0,-1 1 0,-1-1 0,0 1 0,0 1 0,-1-1 0,0 1 0,-1 0 0,0 0 0,-11-8 0,0-1 0,-1 0 0,-1 2 0,-44-28 0,52 38 0,0 0 0,0 1 0,-1 0 0,0 1 0,0 1 0,0 1 0,0 0 0,-30-3 0,-68 6 0,-142 17 0,91-4 0,-1356 91 0,132-13-1300,1078-68 1632,-317 10 636,614-33-968,9-1 0,-1 1 0,1 0 0,0-1 0,-1 2 0,1-1 0,0 0 0,-1 1 0,1-1 0,0 1 0,0 0 0,-6 2 0,9-2 0,-1-1 0,1 0 0,0 1 0,0-1 0,-1 1 0,1-1 0,0 0 0,0 1 0,0-1 0,0 1 0,0-1 0,-1 1 0,1-1 0,0 1 0,0-1 0,0 1 0,0-1 0,0 0 0,0 1 0,0-1 0,1 1 0,-1-1 0,0 1 0,0-1 0,0 1 0,0-1 0,1 0 0,-1 1 0,0-1 0,1 1 0,11 17 0,-5-8 0,-7-9-68,1 1 0,0 0-1,-1 0 1,0 0 0,1 0 0,-1 0-1,0 0 1,0 0 0,0 0 0,0 0-1,0 0 1,0 0 0,-1 0 0,1 0-1,-1 0 1,1 0 0,-1 0-1,0 0 1,-1 2 0,-3 5-6758</inkml:trace>
</inkml:ink>
</file>

<file path=ppt/ink/ink10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02.530"/>
    </inkml:context>
    <inkml:brush xml:id="br0">
      <inkml:brushProperty name="width" value="0.05" units="cm"/>
      <inkml:brushProperty name="height" value="0.05" units="cm"/>
    </inkml:brush>
  </inkml:definitions>
  <inkml:trace contextRef="#ctx0" brushRef="#br0">57 167 24575,'-14'6'0,"10"-4"0,-1 0 0,1 0 0,0 0 0,0 0 0,0 0 0,0 1 0,0 0 0,-5 5 0,9-7 0,0-1 0,0 1 0,0-1 0,0 1 0,0-1 0,1 0 0,-1 1 0,0-1 0,0 0 0,1 1 0,-1-1 0,0 1 0,1-1 0,-1 0 0,0 0 0,1 1 0,-1-1 0,0 0 0,1 0 0,-1 1 0,1-1 0,-1 0 0,0 0 0,1 0 0,-1 0 0,1 0 0,-1 0 0,1 1 0,-1-1 0,1 0 0,0-1 0,19 6 0,-19-5 0,69 7 0,-1-3 0,116-8 0,-116 1 0,1508-78-4904,-935 44 3653,659-44 1174,-1272 79 152,91-10 3342,-184 10-677,-91 19-4105,103-9-5461</inkml:trace>
</inkml:ink>
</file>

<file path=ppt/ink/ink10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03.417"/>
    </inkml:context>
    <inkml:brush xml:id="br0">
      <inkml:brushProperty name="width" value="0.05" units="cm"/>
      <inkml:brushProperty name="height" value="0.05" units="cm"/>
    </inkml:brush>
  </inkml:definitions>
  <inkml:trace contextRef="#ctx0" brushRef="#br0">21 43 24575,'-2'2'0,"0"0"0,0 0 0,0 0 0,1 0 0,-1 0 0,1 0 0,-1 1 0,1-1 0,0 1 0,0-1 0,0 1 0,0-1 0,1 1 0,-1 3 0,1-5 0,0 1 0,0-1 0,0 1 0,1-1 0,-1 0 0,0 1 0,1-1 0,-1 1 0,1-1 0,0 0 0,-1 1 0,1-1 0,0 0 0,0 0 0,0 0 0,0 1 0,0-1 0,0 0 0,0 0 0,0-1 0,1 1 0,-1 0 0,0 0 0,0 0 0,1-1 0,-1 1 0,3 0 0,9 4 0,0-1 0,0 0 0,0-1 0,27 3 0,61-2 0,-59-3 0,732 1-1800,0-22-684,-531 12 2259,-34 2 205,661-23-320,-7-27 81,-749 42 259,-100 10 152,-14 4-146,0 0-1,1 0 1,-1 0 0,0 0 0,0 0 0,0 0 0,0 0-1,0 0 1,0 0 0,0 0 0,0 0 0,0 0 0,0 0-1,0 0 1,0 0 0,0 0 0,0-1 0,0 1 0,0 0-1,0 0 1,0 0 0,0 0 0,0 0 0,0 0 0,0 0-1,0 0 1,0 0 0,0 0 0,0 0 0,0 0 0,0 0-1,0-1 1,0 1 0,0 0 0,0 0 0,0 0 0,0 0-1,0 0 1,0 0 0,0 0 0,0 0 0,0 0 0,0 0-1,-1 0 1,1 0 0,0 0 0,0 0 0,0 0 0,0 0-1,0 0 1,0 0 0,0 0 0,0 0 0,0 0 0,0 0-1,0 0 1,0 0 0,0 0 0,0 0 0,-1 0 0,1 0-1,0 0 1,0 0 0,0 0 0,0 0 0,0 0 0,0 0-1,0 0 1,0 0 0,-25-2 1296,-65 6-62,39-1-7405</inkml:trace>
</inkml:ink>
</file>

<file path=ppt/ink/ink10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04.318"/>
    </inkml:context>
    <inkml:brush xml:id="br0">
      <inkml:brushProperty name="width" value="0.05" units="cm"/>
      <inkml:brushProperty name="height" value="0.05" units="cm"/>
    </inkml:brush>
  </inkml:definitions>
  <inkml:trace contextRef="#ctx0" brushRef="#br0">151 76 24575,'-39'1'0,"-57"10"0,81-7 0,15-4 0,0 1 0,0-1 0,0 0 0,0 0 0,0 0 0,0 0 0,0 1 0,0-1 0,0 0 0,0 0 0,0 0 0,0 0 0,1 0 0,-1 1 0,0-1 0,0 0 0,0 0 0,0 0 0,0 0 0,0 0 0,0 1 0,1-1 0,-1 0 0,0 0 0,0 0 0,0 0 0,0 0 0,1 0 0,-1 0 0,0 0 0,0 0 0,0 0 0,0 0 0,1 0 0,-1 0 0,0 0 0,0 0 0,0 0 0,0 0 0,1 0 0,32 6 0,490-4-713,-395-4 469,687-9-1661,1216-23-5233,-1919 31 7212,527-27 921,-584 23-51,-36 3 1475,-18 1-1525,-8-1-1234,-15-2-2837</inkml:trace>
</inkml:ink>
</file>

<file path=ppt/ink/ink10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05.344"/>
    </inkml:context>
    <inkml:brush xml:id="br0">
      <inkml:brushProperty name="width" value="0.05" units="cm"/>
      <inkml:brushProperty name="height" value="0.05" units="cm"/>
    </inkml:brush>
  </inkml:definitions>
  <inkml:trace contextRef="#ctx0" brushRef="#br0">14 3 24575,'-2'0'0,"-1"-2"0,0 3 0,0 5 0,2 5 0,0 7 0,0 4 0,3 3 0,1 3 0,3 0 0,0 2 0,1-1 0,0 0 0,1-3 0,-2-3 0,0-5-8191</inkml:trace>
</inkml:ink>
</file>

<file path=ppt/ink/ink10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05.566"/>
    </inkml:context>
    <inkml:brush xml:id="br0">
      <inkml:brushProperty name="width" value="0.05" units="cm"/>
      <inkml:brushProperty name="height" value="0.05" units="cm"/>
    </inkml:brush>
  </inkml:definitions>
  <inkml:trace contextRef="#ctx0" brushRef="#br0">24 1 24575,'-2'0'0,"-4"2"0,0 6 0,1 4 0,1-1-8191</inkml:trace>
</inkml:ink>
</file>

<file path=ppt/ink/ink10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05.814"/>
    </inkml:context>
    <inkml:brush xml:id="br0">
      <inkml:brushProperty name="width" value="0.05" units="cm"/>
      <inkml:brushProperty name="height" value="0.05" units="cm"/>
    </inkml:brush>
  </inkml:definitions>
  <inkml:trace contextRef="#ctx0" brushRef="#br0">0 0 24575,'3'2'0,"2"4"0,1 7 0,0 19 0,-2 10 0,-1 6 0,-2 4 0,0 1 0,-1-2 0,0-2 0,0-10-8191</inkml:trace>
</inkml:ink>
</file>

<file path=ppt/ink/ink10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06.472"/>
    </inkml:context>
    <inkml:brush xml:id="br0">
      <inkml:brushProperty name="width" value="0.05" units="cm"/>
      <inkml:brushProperty name="height" value="0.05" units="cm"/>
    </inkml:brush>
  </inkml:definitions>
  <inkml:trace contextRef="#ctx0" brushRef="#br0">1 83 24575,'10'-30'0,"-8"26"0,-1-1 0,1 0 0,-1 0 0,1 0 0,1 1 0,-1-1 0,1 1 0,0 0 0,4-6 0,-7 10 0,0-1 0,1 1 0,-1 0 0,0 0 0,0 0 0,0 0 0,0 0 0,0 0 0,0 0 0,0 0 0,0 0 0,0 0 0,0 0 0,0 0 0,0 0 0,1 0 0,-1 0 0,0 0 0,0 0 0,0 0 0,0 0 0,0 0 0,0 0 0,0 0 0,0 0 0,0 0 0,1 0 0,-1 0 0,0 0 0,0 0 0,0 0 0,0 0 0,0 0 0,0 0 0,0 0 0,0 0 0,0 0 0,0 0 0,0 1 0,0-1 0,0 0 0,1 0 0,-1 0 0,0 0 0,0 0 0,0 0 0,0 0 0,0 0 0,0 0 0,0 0 0,0 0 0,0 1 0,0-1 0,0 0 0,0 0 0,1 9 0,-2 9 0,-13 42 0,7-35 0,1-1 0,-2 31 0,7-48 0,1-1 0,0 0 0,0 0 0,0 0 0,1 0 0,0 0 0,0 0 0,1 0 0,-1 0 0,1 0 0,1-1 0,-1 1 0,1 0 0,3 5 0,-3-8 18,-1 0 0,1-1 0,0 1 0,-1-1 0,1 1 0,0-1 0,0 0 0,1 0 0,-1 0 0,0 0 0,1-1 0,-1 1 0,1-1 0,-1 0 0,1 0 0,0 0 0,0-1 0,6 1 0,-1-1-262,0 0 0,0-1 0,0 0 0,0 0 1,0-1-1,14-4 0,5-4-6582</inkml:trace>
</inkml:ink>
</file>

<file path=ppt/ink/ink10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06.641"/>
    </inkml:context>
    <inkml:brush xml:id="br0">
      <inkml:brushProperty name="width" value="0.05" units="cm"/>
      <inkml:brushProperty name="height" value="0.05" units="cm"/>
    </inkml:brush>
  </inkml:definitions>
  <inkml:trace contextRef="#ctx0" brushRef="#br0">7 0 24575,'-3'0'0,"0"0"0,2 0 0,4 0 0</inkml:trace>
</inkml:ink>
</file>

<file path=ppt/ink/ink10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07.032"/>
    </inkml:context>
    <inkml:brush xml:id="br0">
      <inkml:brushProperty name="width" value="0.05" units="cm"/>
      <inkml:brushProperty name="height" value="0.05" units="cm"/>
    </inkml:brush>
  </inkml:definitions>
  <inkml:trace contextRef="#ctx0" brushRef="#br0">1 85 24575,'1'-5'0,"1"0"0,1 0 0,-1 0 0,0 1 0,1-1 0,0 1 0,0 0 0,1 0 0,-1 0 0,1 0 0,-1 0 0,1 1 0,1-1 0,-1 1 0,0 0 0,1 1 0,-1-1 0,1 1 0,0 0 0,0 0 0,0 0 0,0 0 0,0 1 0,0 0 0,0 0 0,1 1 0,-1-1 0,0 1 0,1 0 0,-1 1 0,0-1 0,0 1 0,0 0 0,9 3 0,-12-3 0,0-1 0,0 1 0,0 0 0,1 0 0,-1 0 0,-1 1 0,1-1 0,0 0 0,0 1 0,0-1 0,-1 1 0,1 0 0,-1-1 0,1 1 0,-1 0 0,0 0 0,1 0 0,-1 0 0,1 3 0,-1-1 0,0-1 0,-1 1 0,1 0 0,-1-1 0,0 1 0,0-1 0,0 1 0,0 0 0,-1-1 0,1 1 0,-3 4 0,-1 5 0,-1-1 0,0 0 0,-1 0 0,0-1 0,-14 20 0,2-10 0,-22 23 0,-14 17 0,53-60 0,-1 1 0,1 0 0,-1 0 0,1 0 0,0 0 0,0 0 0,0 0 0,0 1 0,0-1 0,0 0 0,1 1 0,-1-1 0,1 0 0,0 1 0,-1-1 0,1 3 0,1-4 0,0 1 0,-1-1 0,1 0 0,0 0 0,-1 0 0,1 1 0,0-1 0,0 0 0,0 0 0,0 0 0,0-1 0,0 1 0,0 0 0,1 0 0,-1 0 0,0-1 0,0 1 0,1-1 0,-1 1 0,0-1 0,1 1 0,-1-1 0,0 0 0,1 0 0,-1 0 0,0 0 0,1 0 0,1 0 0,37 0 0,-1-2 0,0-1 0,-1-2 0,47-12 0,-38 7 0,89-16-1365,-81 17-5461</inkml:trace>
</inkml:ink>
</file>

<file path=ppt/ink/ink10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07.622"/>
    </inkml:context>
    <inkml:brush xml:id="br0">
      <inkml:brushProperty name="width" value="0.05" units="cm"/>
      <inkml:brushProperty name="height" value="0.05" units="cm"/>
    </inkml:brush>
  </inkml:definitions>
  <inkml:trace contextRef="#ctx0" brushRef="#br0">1 37 24575,'6'-7'0,"-3"4"0,1-1 0,0 0 0,-1 1 0,1 0 0,1 0 0,5-4 0,-8 7 0,0-1 0,0 0 0,0 1 0,0 0 0,1-1 0,-1 1 0,0 0 0,0 0 0,0 0 0,0 0 0,0 1 0,0-1 0,0 0 0,0 1 0,0 0 0,0-1 0,0 1 0,0 0 0,3 2 0,-1-1 0,0 1 0,0-1 0,0 1 0,0 1 0,-1-1 0,1 0 0,-1 1 0,0-1 0,0 1 0,0 0 0,0 0 0,-1 1 0,1-1 0,-1 0 0,-1 1 0,1-1 0,0 1 0,-1 0 0,0-1 0,0 1 0,0 5 0,0 10 0,0 0 0,-2 0 0,-5 37 0,2-29 0,4-26 0,0 1 0,0-1 0,0 1 0,0 0 0,0-1 0,0 1 0,0 0 0,1-1 0,0 1 0,-1-1 0,1 1 0,0-1 0,0 1 0,0-1 0,1 0 0,-1 1 0,0-1 0,1 0 0,0 0 0,-1 0 0,1 0 0,0 0 0,0-1 0,0 1 0,0 0 0,1-1 0,-1 0 0,0 1 0,0-1 0,1 0 0,-1 0 0,1 0 0,-1-1 0,1 1 0,0 0 0,-1-1 0,4 0 0,5 2 0,-1-2 0,0 0 0,0 0 0,1-1 0,-1 0 0,0 0 0,0-1 0,14-5 0,8-6-1365,-4-2-5461</inkml:trace>
</inkml:ink>
</file>

<file path=ppt/ink/ink10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07.803"/>
    </inkml:context>
    <inkml:brush xml:id="br0">
      <inkml:brushProperty name="width" value="0.05" units="cm"/>
      <inkml:brushProperty name="height" value="0.05" units="cm"/>
    </inkml:brush>
  </inkml:definitions>
  <inkml:trace contextRef="#ctx0" brushRef="#br0">93 31 24575,'-12'-7'0,"-6"-2"0,-3-1 0,3 5 0,4 6 0,4 2-8191</inkml:trace>
</inkml:ink>
</file>

<file path=ppt/ink/ink10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08.223"/>
    </inkml:context>
    <inkml:brush xml:id="br0">
      <inkml:brushProperty name="width" value="0.05" units="cm"/>
      <inkml:brushProperty name="height" value="0.05" units="cm"/>
    </inkml:brush>
  </inkml:definitions>
  <inkml:trace contextRef="#ctx0" brushRef="#br0">1 127 24575,'4'-7'0,"0"1"0,1-1 0,-1 1 0,2 0 0,-1 0 0,1 0 0,0 1 0,0 0 0,13-9 0,-1 3 0,0 1 0,31-12 0,-42 19 0,1 0 0,-1 1 0,1 0 0,0 0 0,12-1 0,-19 3 0,0 0 0,1 0 0,-1 0 0,0 0 0,0 0 0,0 0 0,1 0 0,-1 0 0,0 0 0,0 1 0,0-1 0,1 1 0,-1-1 0,0 1 0,0-1 0,0 1 0,0-1 0,0 1 0,0 0 0,0 0 0,0 0 0,-1-1 0,1 1 0,0 0 0,0 0 0,-1 0 0,1 0 0,0 0 0,-1 0 0,1 0 0,-1 1 0,1-1 0,-1 0 0,0 0 0,1 0 0,-1 0 0,0 1 0,0-1 0,0 0 0,0 0 0,0 0 0,0 1 0,0-1 0,-1 0 0,1 2 0,-2 4 0,1 0 0,-2 1 0,1-1 0,-1 0 0,0 0 0,0-1 0,0 1 0,-1-1 0,0 0 0,-1 1 0,-7 6 0,-8 9 0,-35 29 0,40-39 0,4-3 0,8-7 0,0 0 0,0 0 0,0 0 0,1 1 0,-1-1 0,0 1 0,1 0 0,0 0 0,-1 0 0,1 0 0,0 0 0,-2 6 0,4-8 0,0-1 0,0 0 0,1 1 0,-1-1 0,0 1 0,0-1 0,1 0 0,-1 1 0,0-1 0,1 1 0,-1-1 0,0 0 0,1 0 0,-1 1 0,1-1 0,-1 0 0,1 0 0,-1 1 0,0-1 0,1 0 0,-1 0 0,1 0 0,-1 0 0,1 0 0,-1 1 0,1-1 0,-1 0 0,1 0 0,-1 0 0,1-1 0,-1 1 0,1 0 0,-1 0 0,2 0 0,23-3 0,-19 2 0,9-1 0,0 1 0,0 0 0,0 1 0,1 1 0,17 3 0,-27-3 0,1 0 0,-1 1 0,0 0 0,0 0 0,0 0 0,-1 1 0,1 0 0,-1 0 0,1 1 0,-1-1 0,0 1 0,0 0 0,-1 0 0,1 1 0,4 6 0,-8-10 0,0 0 0,0 1 0,0-1 0,0 0 0,0 1 0,0-1 0,-1 1 0,1-1 0,0 1 0,-1 0 0,0-1 0,1 1 0,-1-1 0,0 1 0,0 0 0,0-1 0,0 1 0,0 0 0,0-1 0,0 1 0,0 0 0,-1-1 0,1 1 0,-2 2 0,1-1 0,-1-1 0,0 1 0,0 0 0,0-1 0,-1 1 0,1-1 0,-1 0 0,1 0 0,-1 0 0,0 0 0,-4 2 0,-8 3 0,1 0 0,-2-1 0,-29 7 0,-56 6-1365,53-13-5461</inkml:trace>
</inkml:ink>
</file>

<file path=ppt/ink/ink10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09.802"/>
    </inkml:context>
    <inkml:brush xml:id="br0">
      <inkml:brushProperty name="width" value="0.05" units="cm"/>
      <inkml:brushProperty name="height" value="0.05" units="cm"/>
    </inkml:brush>
  </inkml:definitions>
  <inkml:trace contextRef="#ctx0" brushRef="#br0">20 13 24575,'-15'-8'0,"10"3"0,10 7 0,165 75 0,-80-40 0,-87-35 0,6 2 0,0 0 0,-1 0 0,0 1 0,10 7 0,-17-11 0,0-1 0,0 1 0,1 0 0,-1 0 0,0 0 0,0 0 0,-1 0 0,1 0 0,0 0 0,0 0 0,0 1 0,-1-1 0,1 0 0,-1 0 0,1 1 0,-1-1 0,1 0 0,-1 1 0,0-1 0,1 0 0,-1 1 0,0-1 0,0 0 0,0 1 0,0-1 0,0 0 0,-1 1 0,1-1 0,0 1 0,-1-1 0,1 0 0,-1 0 0,1 1 0,-1-1 0,1 0 0,-1 0 0,0 0 0,-1 2 0,-4 4 0,0-1 0,0 0 0,-1 0 0,0 0 0,-1-1 0,-11 7 0,-54 25 0,35-19 0,-7 5-1365,5-4-5461</inkml:trace>
</inkml:ink>
</file>

<file path=ppt/ink/ink10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10.275"/>
    </inkml:context>
    <inkml:brush xml:id="br0">
      <inkml:brushProperty name="width" value="0.05" units="cm"/>
      <inkml:brushProperty name="height" value="0.05" units="cm"/>
    </inkml:brush>
  </inkml:definitions>
  <inkml:trace contextRef="#ctx0" brushRef="#br0">85 3 24575,'4'-1'0,"0"1"0,0-1 0,0 1 0,0 0 0,0 0 0,0 0 0,0 1 0,7 1 0,-3-1 0,79 15 0,-76-13 0,1 0 0,-1 1 0,0 0 0,0 1 0,14 8 0,-24-12 0,0-1 0,0 1 0,0 0 0,0 0 0,0 0 0,0-1 0,0 1 0,-1 0 0,1 0 0,0 0 0,0 0 0,-1 0 0,1 0 0,-1 1 0,1-1 0,-1 0 0,1 0 0,-1 0 0,0 1 0,1-1 0,-1 0 0,0 0 0,0 0 0,0 1 0,0-1 0,0 0 0,0 1 0,0-1 0,0 0 0,-1 0 0,1 0 0,-1 1 0,1-1 0,-1 0 0,1 0 0,-1 0 0,1 0 0,-1 0 0,0 0 0,0 0 0,1 0 0,-1 0 0,0 0 0,-1 1 0,-6 6 0,0-1 0,0 0 0,-1 0 0,-9 6 0,11-9 0,-156 90-46,113-67-1273,13-7-5507</inkml:trace>
</inkml:ink>
</file>

<file path=ppt/ink/ink10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10.803"/>
    </inkml:context>
    <inkml:brush xml:id="br0">
      <inkml:brushProperty name="width" value="0.05" units="cm"/>
      <inkml:brushProperty name="height" value="0.05" units="cm"/>
    </inkml:brush>
  </inkml:definitions>
  <inkml:trace contextRef="#ctx0" brushRef="#br0">45 55 24575,'-1'-1'0,"-1"0"0,1 0 0,0-1 0,-1 1 0,1 0 0,0-1 0,0 1 0,0-1 0,0 0 0,0 1 0,0-1 0,1 0 0,-1 0 0,1 1 0,-1-1 0,1 0 0,-1 0 0,1 0 0,0 0 0,0 0 0,0 1 0,0-4 0,1 5 0,-1-1 0,0 0 0,1 0 0,-1 1 0,1-1 0,-1 0 0,1 1 0,-1-1 0,1 0 0,0 1 0,-1-1 0,1 1 0,0-1 0,-1 1 0,1-1 0,0 1 0,0-1 0,1 0 0,0 1 0,1-1 0,0 1 0,-1-1 0,1 1 0,-1 0 0,1 0 0,-1 0 0,6 0 0,6 2 0,0 1 0,-1 0 0,1 1 0,0 0 0,-1 1 0,0 0 0,0 1 0,-1 1 0,1 0 0,17 14 0,-28-20 0,0 1 0,-1-1 0,1 1 0,-1-1 0,0 1 0,1 0 0,-1-1 0,0 1 0,0 0 0,0 0 0,0 0 0,-1 0 0,1 0 0,0 0 0,-1 0 0,1 0 0,-1 0 0,0 0 0,0 0 0,0 0 0,0 0 0,0 1 0,0-1 0,0 0 0,-1 0 0,1 0 0,-1 0 0,1 0 0,-1 0 0,0 0 0,0 0 0,0 0 0,0-1 0,0 1 0,-1 0 0,1-1 0,0 1 0,-2 1 0,-6 6 0,0-1 0,0 0 0,-1 0 0,0-1 0,-13 7 0,-85 41-1365,51-30-5461</inkml:trace>
</inkml:ink>
</file>

<file path=ppt/ink/ink10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12.031"/>
    </inkml:context>
    <inkml:brush xml:id="br0">
      <inkml:brushProperty name="width" value="0.05" units="cm"/>
      <inkml:brushProperty name="height" value="0.05" units="cm"/>
    </inkml:brush>
  </inkml:definitions>
  <inkml:trace contextRef="#ctx0" brushRef="#br0">586 38 24575,'-5'-4'0,"0"0"0,0 0 0,-1 1 0,1 0 0,-1 0 0,0 0 0,1 0 0,-1 1 0,-1 0 0,1 0 0,0 1 0,0-1 0,-1 2 0,1-1 0,0 1 0,-1-1 0,1 2 0,0-1 0,-11 2 0,-2 2 0,0 0 0,0 0 0,1 2 0,-1 1 0,-21 10 0,16-4 0,-1 1 0,2 0 0,0 2 0,1 1 0,1 1 0,0 1 0,1 1 0,2 0 0,-30 42 0,37-45 0,0 0 0,2 1 0,0 0 0,1 1 0,1 0 0,-5 21 0,8-25 0,2 0 0,0 0 0,0 0 0,2 0 0,-1 0 0,2 0 0,0 0 0,6 26 0,-4-29 0,1 0 0,0-1 0,0 0 0,1 0 0,1 0 0,0 0 0,0-1 0,1 0 0,0 0 0,1-1 0,0 0 0,0 0 0,1-1 0,1 0 0,-1 0 0,1-1 0,0-1 0,1 1 0,-1-2 0,1 1 0,14 4 0,-5-4 0,0 0 0,0-2 0,0 0 0,0-1 0,1-1 0,-1 0 0,1-2 0,-1-1 0,1 0 0,-1-1 0,36-10 0,-34 6 0,0-1 0,-1-1 0,0-2 0,0 0 0,-1-1 0,-1 0 0,1-2 0,-2-1 0,0 0 0,-1-1 0,26-29 0,-34 33 0,0-1 0,-1 0 0,0 0 0,-1-1 0,0 0 0,-1 0 0,0 0 0,5-21 0,-9 22 0,0 0 0,0 1 0,-1-1 0,-1 0 0,0 1 0,0-1 0,-1 0 0,-1 0 0,0 1 0,0-1 0,-7-15 0,5 15 25,-2 0-1,1 0 0,-2 1 1,0 0-1,0 0 1,-1 1-1,0 0 0,0 0 1,-1 0-1,-1 2 0,0-1 1,0 1-1,-21-13 1,21 15-132,-1 1 0,1-1 1,-1 2-1,0 0 0,-1 0 1,1 1-1,-1 0 0,1 1 1,-1 1-1,0 0 0,1 0 1,-1 1-1,0 0 0,0 1 1,-16 4-1,2 2-6719</inkml:trace>
</inkml:ink>
</file>

<file path=ppt/ink/ink10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12.412"/>
    </inkml:context>
    <inkml:brush xml:id="br0">
      <inkml:brushProperty name="width" value="0.05" units="cm"/>
      <inkml:brushProperty name="height" value="0.05" units="cm"/>
    </inkml:brush>
  </inkml:definitions>
  <inkml:trace contextRef="#ctx0" brushRef="#br0">0 155 24575,'60'9'0,"321"-10"-22,-278-3-183,2293-104-5172,-1804 78 4107,-283 11 1795,-291 17-2367</inkml:trace>
</inkml:ink>
</file>

<file path=ppt/ink/ink10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12.650"/>
    </inkml:context>
    <inkml:brush xml:id="br0">
      <inkml:brushProperty name="width" value="0.05" units="cm"/>
      <inkml:brushProperty name="height" value="0.05" units="cm"/>
    </inkml:brush>
  </inkml:definitions>
  <inkml:trace contextRef="#ctx0" brushRef="#br0">1 14 24575,'0'-1'0,"0"0"0,1 1 0,-1-1 0,0 0 0,1 1 0,-1-1 0,0 1 0,1-1 0,-1 0 0,1 1 0,-1-1 0,1 1 0,-1-1 0,1 1 0,0-1 0,-1 1 0,1 0 0,-1-1 0,1 1 0,0 0 0,-1-1 0,1 1 0,0 0 0,0 0 0,-1 0 0,1 0 0,0-1 0,-1 1 0,3 0 0,24-1 0,-25 1 0,11 1 0,-1 1 0,1 0 0,0 0 0,-1 1 0,0 1 0,0 0 0,0 1 0,0 0 0,-1 0 0,14 10 0,-19-11 0,1 0 0,-1 1 0,0-1 0,0 2 0,0-1 0,0 1 0,-1 0 0,0 0 0,0 0 0,-1 1 0,0-1 0,0 1 0,0 0 0,-1 0 0,0 1 0,-1-1 0,3 13 0,-4-14 22,-1 0-1,0 0 0,0 0 1,-1 0-1,0 0 0,0 0 1,-1 0-1,1 0 0,-1 0 1,0 0-1,-1-1 0,0 1 1,1-1-1,-2 0 0,-4 8 1,-5 3-449,0-1 0,-1-1 1,-20 18-1,-18 11-6399</inkml:trace>
</inkml:ink>
</file>

<file path=ppt/ink/ink10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14.049"/>
    </inkml:context>
    <inkml:brush xml:id="br0">
      <inkml:brushProperty name="width" value="0.05" units="cm"/>
      <inkml:brushProperty name="height" value="0.05" units="cm"/>
    </inkml:brush>
  </inkml:definitions>
  <inkml:trace contextRef="#ctx0" brushRef="#br0">353 15 24575,'0'135'-9,"-14"1038"-537,-81-6 74,-94-117 73,182-1017 455,-32 187-192,34-181 366,3-1-1,1 0 1,6 68 0,-4-96-178,1 0 1,0-1-1,0 1 1,1-1-1,0 0 0,1 0 1,7 14-1,-8-19-41,0 1-1,0-1 1,1 0-1,-1 0 1,1 0-1,0 0 1,0-1-1,1 1 1,-1-1-1,1 0 1,-1-1-1,1 1 1,0-1-1,0 0 1,6 2-1,8 1-10,0-1 0,0-1 0,0 0 0,25-1 0,80-6 0,-67 0 0,1141-24-1912,2 27-1087,-566 3 2373,-240-1 595,453-2 50,-1-23-1055,-812 22 1095,156-11 180,-142 7 591,87-21-1,-126 25-574,0-1 0,-1 0 0,1 0 0,-1-1 0,1 0 1,-1-1-1,-1 0 0,12-8 0,-16 10-163,-1 1 0,1-1 0,-1 0 0,0 0-1,0 0 1,0 0 0,0 0 0,0-1 0,-1 1 0,1 0 0,-1-1 0,0 1 0,0-1 0,0 0-1,-1 1 1,1-1 0,-1 1 0,0-1 0,0 0 0,0 0 0,0 1 0,-1-1 0,-1-5 0,-6-16-73,-1 0 1,-1 0-1,-1 2 1,-1-1-1,-22-30 1,7 9-11,-43-79-9,6-3 0,5-2 0,6-4 0,-41-158 0,26 13-225,-44-388 0,58-293-224,58 70 1348,-4 887-899,0 0 0,0 0 0,0 0 0,0 0 0,0-1 0,-1 1 0,1 0 0,-1 0 0,1 0 0,-1 0 0,0 0 0,0 0 0,0 1 0,0-1 0,0 0 0,0 0 0,0 0 0,-1 1 0,1-1 0,-3-1 0,1 1 0,0 0 0,-1 1 0,1-1 0,-1 1 0,1 0 0,-1 0 0,1 0 0,-1 1 0,1-1 0,-1 1 0,-5 0 0,-245-1 0,22 1 0,-390-15-534,-2370-38-5703,2024 54 7670,941 1 712,22 1-515,17 1-608,5-2-1954,1 0-5786</inkml:trace>
</inkml:ink>
</file>

<file path=ppt/ink/ink10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15.429"/>
    </inkml:context>
    <inkml:brush xml:id="br0">
      <inkml:brushProperty name="width" value="0.05" units="cm"/>
      <inkml:brushProperty name="height" value="0.05" units="cm"/>
    </inkml:brush>
  </inkml:definitions>
  <inkml:trace contextRef="#ctx0" brushRef="#br0">23 26 24575,'-1'0'0,"1"0"0,0 1 0,-1-1 0,1 0 0,0 0 0,0-1 0,-1 1 0,1 0 0,0 0 0,-1 0 0,1 0 0,0 0 0,-1 0 0,1 0 0,0 0 0,0 0 0,-1-1 0,1 1 0,0 0 0,0 0 0,-1 0 0,1-1 0,0 1 0,0 0 0,0 0 0,-1-1 0,1 1 0,0 0 0,0 0 0,0-1 0,0 1 0,0 0 0,0-1 0,-1 1 0,1 0 0,0 0 0,0-1 0,0 1 0,0 0 0,0-1 0,0 1 0,0 0 0,0-1 0,0 1 0,0 0 0,1 0 0,-1-1 0,0 1 0,0 0 0,0-1 0,1 0 0,-1 0 0,0 0 0,1 0 0,-1 0 0,1 1 0,-1-1 0,1 0 0,0 0 0,-1 1 0,1-1 0,0 0 0,-1 1 0,1-1 0,0 0 0,1 0 0,1 0 0,0 1 0,0-1 0,0 1 0,-1 0 0,1 0 0,0 0 0,0 0 0,0 0 0,0 1 0,0-1 0,-1 1 0,1 0 0,0 0 0,0 0 0,-1 0 0,1 0 0,-1 1 0,1-1 0,-1 1 0,0 0 0,4 2 0,-2 0 0,0-1 0,-1 0 0,1 1 0,-1-1 0,0 1 0,0 0 0,0 0 0,-1 1 0,1-1 0,-1 0 0,0 1 0,1 5 0,-2-3 0,0 0 0,0 0 0,-1 1 0,0-1 0,-1 0 0,1 0 0,-1 1 0,-1-1 0,1 0 0,-1 0 0,-1 0 0,-2 7 0,-8 13 0,-26 42 0,14-26 0,18-31 0,1 1 0,0 0 0,1 0 0,-6 23 0,10-34 0,0 1 0,1-1 0,-1 1 0,1-1 0,0 1 0,-1-1 0,1 1 0,1 0 0,-1-1 0,0 1 0,1-1 0,-1 1 0,1-1 0,0 1 0,-1-1 0,1 1 0,1-1 0,-1 0 0,0 1 0,0-1 0,1 0 0,-1 0 0,1 0 0,0 0 0,0 0 0,0-1 0,0 1 0,0 0 0,0-1 0,0 1 0,0-1 0,1 0 0,2 1 0,2 0-170,0 0-1,1 0 0,-1-1 1,0 0-1,1-1 0,0 1 1,11-2-1,21-3-6655</inkml:trace>
</inkml:ink>
</file>

<file path=ppt/ink/ink10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15.597"/>
    </inkml:context>
    <inkml:brush xml:id="br0">
      <inkml:brushProperty name="width" value="0.05" units="cm"/>
      <inkml:brushProperty name="height" value="0.05" units="cm"/>
    </inkml:brush>
  </inkml:definitions>
  <inkml:trace contextRef="#ctx0" brushRef="#br0">147 35 24575,'-11'-5'0,"-15"-3"0,-4-2 0,0 3 0,5 3 0,10 3 0,7 5 0,7 0 0,6 3 0,5 2 0,1 0-8191</inkml:trace>
</inkml:ink>
</file>

<file path=ppt/ink/ink10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15.964"/>
    </inkml:context>
    <inkml:brush xml:id="br0">
      <inkml:brushProperty name="width" value="0.05" units="cm"/>
      <inkml:brushProperty name="height" value="0.05" units="cm"/>
    </inkml:brush>
  </inkml:definitions>
  <inkml:trace contextRef="#ctx0" brushRef="#br0">0 55 24575,'1'-2'0,"-1"0"0,1 0 0,-1 0 0,1 0 0,0 1 0,0-1 0,0 0 0,0 1 0,0-1 0,0 0 0,0 1 0,0-1 0,1 1 0,-1 0 0,0-1 0,1 1 0,0 0 0,1-1 0,2-2 0,0 1 0,0 0 0,1 0 0,8-3 0,-10 5 0,-1 0 0,0 0 0,0 0 0,1 1 0,-1-1 0,0 1 0,1 0 0,-1 0 0,0 0 0,1 0 0,-1 1 0,0 0 0,0-1 0,1 1 0,-1 0 0,0 0 0,0 1 0,4 1 0,-3 0 0,-1-1 0,1 1 0,-1 0 0,0 0 0,0 1 0,0-1 0,0 1 0,-1-1 0,1 1 0,-1 0 0,0 0 0,2 6 0,0 0 0,-1 0 0,0 1 0,-1-1 0,0 1 0,-1 0 0,0 0 0,0 0 0,-1 0 0,-1-1 0,-2 18 0,-2-11 0,0 0 0,0 0 0,-2-1 0,0 0 0,-15 24 0,-54 69 0,75-108 0,1-1 0,-1 1 0,0 0 0,1-1 0,-1 1 0,1 0 0,-1 0 0,1 0 0,0-1 0,-1 1 0,1 0 0,0 0 0,0 0 0,-1 0 0,1 0 0,0 0 0,0-1 0,0 1 0,0 2 0,1-3 0,-1 1 0,0-1 0,1 1 0,-1-1 0,0 1 0,1-1 0,-1 1 0,1-1 0,-1 0 0,1 1 0,-1-1 0,1 0 0,-1 1 0,1-1 0,0 0 0,-1 0 0,1 0 0,-1 1 0,1-1 0,0 0 0,-1 0 0,1 0 0,7 0 0,0 0 0,0 0 0,14-3 0,-11 2 0,156-15-1365,-106 11-5461</inkml:trace>
</inkml:ink>
</file>

<file path=ppt/ink/ink10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16.515"/>
    </inkml:context>
    <inkml:brush xml:id="br0">
      <inkml:brushProperty name="width" value="0.05" units="cm"/>
      <inkml:brushProperty name="height" value="0.05" units="cm"/>
    </inkml:brush>
  </inkml:definitions>
  <inkml:trace contextRef="#ctx0" brushRef="#br0">0 1 24575,'3'0'0,"5"0"0,8 0 0,12 0 0,12 0 0,15 0 0,11 0 0,14 2 0,12 4 0,10 0 0,7-1 0,-16-1-8191</inkml:trace>
</inkml:ink>
</file>

<file path=ppt/ink/ink10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17.133"/>
    </inkml:context>
    <inkml:brush xml:id="br0">
      <inkml:brushProperty name="width" value="0.05" units="cm"/>
      <inkml:brushProperty name="height" value="0.05" units="cm"/>
    </inkml:brush>
  </inkml:definitions>
  <inkml:trace contextRef="#ctx0" brushRef="#br0">2 14 24575,'-2'-2'0,"4"-1"0,8 0 0,11 0 0,10 2 0,12 0 0,14 0 0,-4 1-8191</inkml:trace>
</inkml:ink>
</file>

<file path=ppt/ink/ink10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17.535"/>
    </inkml:context>
    <inkml:brush xml:id="br0">
      <inkml:brushProperty name="width" value="0.05" units="cm"/>
      <inkml:brushProperty name="height" value="0.05" units="cm"/>
    </inkml:brush>
  </inkml:definitions>
  <inkml:trace contextRef="#ctx0" brushRef="#br0">1 0 24575,'12'3'0,"11"0"0,13 0 0,54 2 0,32 0 0,18-1 0,8 1-1076,-21 0-6039</inkml:trace>
</inkml:ink>
</file>

<file path=ppt/ink/ink10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27.195"/>
    </inkml:context>
    <inkml:brush xml:id="br0">
      <inkml:brushProperty name="width" value="0.05" units="cm"/>
      <inkml:brushProperty name="height" value="0.05" units="cm"/>
    </inkml:brush>
  </inkml:definitions>
  <inkml:trace contextRef="#ctx0" brushRef="#br0">18 180 24575,'34'0'0,"0"-1"0,64-12 0,-88 11 0,0-1 0,0 1 0,0-1 0,-1-1 0,1 0 0,-1-1 0,0 1 0,0-2 0,0 1 0,0-1 0,-1-1 0,0 1 0,12-15 0,-18 19 0,-1 1 0,0-1 0,1 1 0,-1-1 0,0 1 0,0-1 0,-1 0 0,1 0 0,0 1 0,0-1 0,-1 0 0,1 0 0,-1 0 0,0 0 0,1 0 0,-1 0 0,0 0 0,0 0 0,0 0 0,0 0 0,-1 1 0,1-1 0,-1 0 0,1 0 0,-1 0 0,1 0 0,-1 0 0,0 1 0,0-1 0,0 0 0,0 1 0,0-1 0,0 0 0,-2-1 0,0 1 0,0-1 0,0 1 0,-1 0 0,1 0 0,-1 0 0,1 0 0,-1 1 0,1-1 0,-1 1 0,0 0 0,0 0 0,0 0 0,0 1 0,0-1 0,1 1 0,-7 0 0,-2 2 0,0 0 0,0 0 0,0 1 0,0 1 0,0 0 0,1 0 0,0 1 0,0 1 0,0 0 0,1 1 0,0-1 0,0 2 0,0 0 0,1 0 0,1 0 0,-10 12 0,11-12 0,0 0 0,1 1 0,0 0 0,0 0 0,1 0 0,0 1 0,1 0 0,0 0 0,0 0 0,1 1 0,0-1 0,1 1 0,0-1 0,1 1 0,0 0 0,1 0 0,0 0 0,2 15 0,0-19 0,0 0 0,0 0 0,1-1 0,0 1 0,0-1 0,0 1 0,1-1 0,0 0 0,0 0 0,0-1 0,1 1 0,0-1 0,0 0 0,0 0 0,1-1 0,0 0 0,0 0 0,0 0 0,0 0 0,0-1 0,1 0 0,-1-1 0,1 1 0,0-1 0,0-1 0,9 2 0,-4-1 0,0 0 0,-1-1 0,1-1 0,0 0 0,0 0 0,0-2 0,-1 1 0,1-1 0,-1-1 0,1 0 0,-1-1 0,0 0 0,0 0 0,0-1 0,14-10 0,-14 7 0,0-1 0,-1-1 0,0 0 0,0 0 0,-1-1 0,-1 0 0,0-1 0,0 1 0,-1-2 0,-1 1 0,0-1 0,0 0 0,-1 0 0,-1 0 0,0-1 0,-1 0 0,-1 0 0,0 0 0,0-27 0,0 54 0,0-1 0,2 1 0,-1 0 0,1-1 0,1 0 0,0 0 0,1 0 0,1-1 0,-1 0 0,2 0 0,-1 0 0,1-1 0,1 0 0,13 12 0,-14-16 0,-1 0 0,1 0 0,0 0 0,1-1 0,-1 0 0,1-1 0,0 0 0,0 0 0,11 2 0,-13-4 0,0-1 0,0 0 0,0 0 0,0-1 0,0 0 0,0 0 0,0-1 0,0 1 0,0-2 0,0 1 0,0-1 0,0 0 0,11-5 0,-7 1 0,0 0 0,-1-1 0,0 0 0,0 0 0,-1-1 0,0 0 0,0-1 0,-1 0 0,0 0 0,0-1 0,-1 0 0,8-15 0,-6 11 0,-2 12 0,-6 4 0,0 0 0,0 0 0,0-1 0,0 1 0,-1 0 0,1 0 0,0 0 0,-1 0 0,0 0 0,1-1 0,-1 1 0,0 3 0,26 266 0,-1-1 0,-16-200 0,-31-212 0,-15-106 0,32 196 0,3 1 0,7-93 0,-4 128 0,2 1 0,-1 0 0,2 0 0,0 0 0,10-23 0,-13 35 0,1 0 0,0-1 0,0 1 0,0 0 0,0 0 0,1 0 0,-1 1 0,1-1 0,0 0 0,0 1 0,0 0 0,3-3 0,-3 4 0,0 0 0,-1 0 0,1 0 0,0 0 0,0 1 0,-1-1 0,1 1 0,0 0 0,0 0 0,0 0 0,0 0 0,0 0 0,-1 0 0,1 1 0,0 0 0,0-1 0,0 1 0,2 1 0,3 2 0,1 0 0,-1 1 0,-1-1 0,1 1 0,-1 1 0,0-1 0,0 1 0,0 1 0,-1-1 0,0 1 0,0 0 0,-1 1 0,0-1 0,0 1 0,-1 0 0,6 14 0,-8-17 0,0 0 0,0 0 0,0 1 0,-1-1 0,0 0 0,0 1 0,-1-1 0,1 1 0,-1-1 0,0 1 0,-1-1 0,1 1 0,-1-1 0,0 1 0,-1-1 0,1 0 0,-1 0 0,0 0 0,0 0 0,-1 0 0,0 0 0,1 0 0,-2-1 0,1 1 0,0-1 0,-1 0 0,0 0 0,-5 5 0,-6 1-195,1-1 0,-2 0 0,1-1 0,-1-1 0,-1 0 0,-32 9 0,15-8-6631</inkml:trace>
</inkml:ink>
</file>

<file path=ppt/ink/ink10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27.691"/>
    </inkml:context>
    <inkml:brush xml:id="br0">
      <inkml:brushProperty name="width" value="0.05" units="cm"/>
      <inkml:brushProperty name="height" value="0.05" units="cm"/>
    </inkml:brush>
  </inkml:definitions>
  <inkml:trace contextRef="#ctx0" brushRef="#br0">11 261 24575,'0'-11'0,"-1"8"0,1 0 0,-1 0 0,1 0 0,0 0 0,1 1 0,-1-1 0,0 0 0,1 0 0,-1 0 0,1 1 0,1-4 0,-1 6 0,-1 0 0,1 0 0,-1 0 0,1 0 0,-1 0 0,1 0 0,-1 0 0,1 0 0,-1 0 0,1 0 0,-1 0 0,0 1 0,1-1 0,-1 0 0,1 0 0,-1 0 0,1 1 0,-1-1 0,1 0 0,-1 1 0,0-1 0,1 0 0,-1 1 0,0-1 0,1 0 0,-1 1 0,0-1 0,1 1 0,-1-1 0,0 1 0,0-1 0,0 1 0,1-1 0,-1 1 0,11 19 0,12 37 0,-2 0 0,22 101 0,-31-111 0,31 152 0,-42-178 0,-1-20 0,0-1 0,0 0 0,0 0 0,0 0 0,0 0 0,0 1 0,0-1 0,0 0 0,0 0 0,0 0 0,0 0 0,-1 0 0,1 0 0,0 1 0,0-1 0,0 0 0,0 0 0,0 0 0,0 0 0,-1 0 0,1 0 0,0 0 0,0 0 0,0 0 0,0 0 0,0 0 0,-1 0 0,1 0 0,0 0 0,0 0 0,0 0 0,0 0 0,-1 0 0,1 0 0,0 0 0,0 0 0,0 0 0,0 0 0,-1 0 0,1 0 0,0 0 0,0 0 0,0 0 0,0 0 0,0 0 0,-1 0 0,1 0 0,0-1 0,0 1 0,0 0 0,-3-3 0,0 0 0,0 0 0,1 0 0,-1-1 0,1 1 0,-4-7 0,-9-20 0,2 0 0,1-1 0,1 0 0,2 0 0,1-1 0,1-1 0,2 1 0,-2-49 0,6 54 0,2-1 0,1 1 0,0 0 0,3-1 0,0 1 0,1 1 0,2-1 0,0 1 0,2 1 0,19-36 0,-24 51 0,1 1 0,0 0 0,1 0 0,0 0 0,0 1 0,1 0 0,9-7 0,-15 13 0,0 0 0,1 1 0,-1-1 0,1 0 0,-1 1 0,1 0 0,-1 0 0,1 0 0,0 0 0,0 0 0,0 0 0,0 1 0,0 0 0,-1-1 0,1 1 0,0 0 0,0 0 0,0 1 0,0-1 0,0 0 0,0 1 0,0 0 0,-1 0 0,1 0 0,0 0 0,0 0 0,-1 0 0,1 1 0,-1-1 0,5 4 0,-2-1 0,0 1 0,0 0 0,0 0 0,-1 0 0,0 0 0,0 1 0,0-1 0,0 1 0,-1 0 0,0 0 0,0 1 0,-1-1 0,0 0 0,0 1 0,0 0 0,0 7 0,-1-9 0,-1 1 0,0-1 0,0 1 0,0-1 0,-1 1 0,0-1 0,0 0 0,0 1 0,-1-1 0,0 0 0,0 0 0,0 0 0,0 0 0,-1 0 0,0 0 0,0-1 0,0 1 0,-1-1 0,1 0 0,-7 6 0,1-3 34,0-1 1,-1 0-1,0 0 0,0 0 0,0-1 0,-1-1 0,1 0 0,-1 0 0,-12 1 1,-7 1-604,1-1 0,-37 0 0,-6-3-6257</inkml:trace>
</inkml:ink>
</file>

<file path=ppt/ink/ink10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1.283"/>
    </inkml:context>
    <inkml:brush xml:id="br0">
      <inkml:brushProperty name="width" value="0.05" units="cm"/>
      <inkml:brushProperty name="height" value="0.05" units="cm"/>
    </inkml:brush>
  </inkml:definitions>
  <inkml:trace contextRef="#ctx0" brushRef="#br0">71 650 24575,'32'-48'0,"38"-77"0,-63 112 0,10-20 0,-1-1 0,-2-1 0,13-48 0,-23 65 0,0 1 0,-1-1 0,-1 0 0,0 0 0,-2 0 0,0 0 0,-1 0 0,0 0 0,-5-18 0,5 30 0,-1 0 0,0 0 0,0 1 0,-1-1 0,1 1 0,-1-1 0,0 1 0,-1 0 0,-7-9 0,10 12 0,-1 1 0,0-1 0,1 1 0,-1-1 0,0 1 0,0 0 0,0 0 0,0 0 0,0 0 0,0 0 0,0 0 0,0 1 0,-1-1 0,1 1 0,0-1 0,0 1 0,0 0 0,-1 0 0,1 0 0,0 0 0,0 0 0,-1 1 0,1-1 0,0 1 0,0-1 0,0 1 0,0 0 0,0 0 0,-3 1 0,-3 3 0,0 0 0,0 1 0,1 0 0,-1 0 0,2 1 0,-1 0 0,1 0 0,0 0 0,0 1 0,1 0 0,-8 15 0,2 0 0,1 0 0,1 0 0,-8 35 0,7-10 0,2 1 0,2 0 0,3 0 0,1 1 0,9 82 0,54 244 0,-41-280 146,42 235-1657,-56-283-5315</inkml:trace>
</inkml:ink>
</file>

<file path=ppt/ink/ink10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2.055"/>
    </inkml:context>
    <inkml:brush xml:id="br0">
      <inkml:brushProperty name="width" value="0.05" units="cm"/>
      <inkml:brushProperty name="height" value="0.05" units="cm"/>
    </inkml:brush>
  </inkml:definitions>
  <inkml:trace contextRef="#ctx0" brushRef="#br0">1 469 24575,'0'-19'0,"1"1"0,1-1 0,0 1 0,2 0 0,0 0 0,1 0 0,0 0 0,17-32 0,-18 42 0,0 0 0,1 1 0,0 0 0,0-1 0,1 2 0,-1-1 0,2 1 0,-1 0 0,1 0 0,0 0 0,0 1 0,1 0 0,-1 1 0,1 0 0,0 0 0,0 0 0,0 1 0,1 1 0,-1-1 0,15-1 0,-13 3 0,0 0 0,0 1 0,0 1 0,0 0 0,0 0 0,0 1 0,0 0 0,0 1 0,-1 0 0,1 0 0,-1 1 0,0 1 0,0-1 0,0 1 0,-1 1 0,1 0 0,-1 0 0,-1 0 0,1 1 0,-1 0 0,0 1 0,8 12 0,-7-9 0,0 0 0,-2 0 0,1 0 0,-1 1 0,-1 0 0,0 1 0,-1-1 0,0 1 0,-1 0 0,0-1 0,-1 2 0,-1-1 0,0 0 0,-1 0 0,0 0 0,-4 26 0,3-34 0,-1 1 0,1-1 0,-1 0 0,0 0 0,-1 1 0,1-2 0,-1 1 0,0 0 0,-5 6 0,7-10 0,0 0 0,0 0 0,0 0 0,0 0 0,0 0 0,0 0 0,-1-1 0,1 1 0,0 0 0,0-1 0,-1 1 0,1-1 0,0 1 0,0-1 0,-1 0 0,1 0 0,-3 1 0,3-2 0,-1 1 0,0 0 0,1-1 0,-1 1 0,0-1 0,1 0 0,-1 0 0,1 1 0,-1-1 0,1 0 0,-1 0 0,1 0 0,0-1 0,0 1 0,-1 0 0,1 0 0,-2-3 0,-1-2 0,1 0 0,-1-1 0,1 1 0,0-1 0,1 1 0,0-1 0,0 0 0,0 0 0,0 0 0,1-8 0,-1-6 0,1 1 0,3-28 0,0 25 0,1 1 0,1 0 0,1 0 0,1 0 0,1 1 0,15-31 0,-17 41 0,0 0 0,1 1 0,1-1 0,0 1 0,0 0 0,1 1 0,1 0 0,-1 0 0,1 1 0,1 0 0,-1 1 0,1-1 0,18-8 0,-27 15 0,1 1 0,-1-1 0,1 0 0,0 0 0,-1 1 0,1-1 0,0 1 0,-1 0 0,1-1 0,0 1 0,0 0 0,-1 0 0,1 0 0,0 0 0,0 0 0,0 1 0,-1-1 0,1 1 0,3 0 0,-4 0 0,0 0 0,-1 0 0,1 0 0,0 0 0,0 0 0,0 0 0,-1 1 0,1-1 0,0 0 0,-1 0 0,1 1 0,-1-1 0,0 0 0,1 1 0,-1-1 0,0 0 0,0 1 0,0-1 0,0 0 0,0 1 0,0-1 0,0 0 0,0 1 0,0-1 0,-2 3 0,0 9 0,0-1 0,1 1 0,1 0 0,-1 0 0,2 0 0,0 0 0,1 0 0,3 13 0,-2-17 0,0 0 0,0 0 0,1 0 0,0 0 0,1-1 0,0 0 0,0 0 0,1 0 0,0 0 0,1-1 0,10 10 0,-13-13 0,1-1 0,-1 1 0,1 0 0,0-1 0,0 0 0,0-1 0,0 1 0,1-1 0,-1 0 0,1 0 0,0 0 0,-1-1 0,1 0 0,0 0 0,0-1 0,11 1 0,-10-2 0,-1 0 0,1-1 0,0 0 0,-1 0 0,0 0 0,1-1 0,-1 1 0,0-1 0,0-1 0,-1 1 0,1-1 0,-1 0 0,0-1 0,8-7 0,-6 5 0,-1-1 0,0 0 0,0 0 0,0 0 0,-1-1 0,-1 1 0,1-1 0,-1-1 0,-1 1 0,0 0 0,0-1 0,-1 0 0,0 0 0,0 0 0,-1 0 0,-1 0 0,0 0 0,0 0 0,-1 1 0,0-1 0,-1 0 0,0 0 0,0 0 0,-1 1 0,0-1 0,-1 1 0,0 0 0,-1 0 0,-5-9 0,8 16 0,0-1 0,1 1 0,-1-1 0,0 1 0,0 0 0,0 0 0,-1 0 0,1 0 0,-4-2 0,5 4 0,1-1 0,-1 1 0,1 0 0,-1 0 0,1 0 0,0 0 0,-1 0 0,1-1 0,-1 1 0,1 0 0,-1 0 0,1 0 0,-1 0 0,1 0 0,-1 1 0,1-1 0,-1 0 0,1 0 0,0 0 0,-1 0 0,1 0 0,-1 1 0,1-1 0,-1 0 0,0 1 0,0 0 0,1 0 0,-1 0 0,0 0 0,1 0 0,-1 0 0,1 0 0,-1 0 0,1 0 0,-1 1 0,1-1 0,0 0 0,0 0 0,-1 2 0,1 6 0,-1 1 0,1-1 0,1 1 0,0-1 0,0 1 0,1-1 0,0 0 0,1 0 0,5 14 0,-2-10 0,0 1 0,0-1 0,2 0 0,0 0 0,13 15 0,-18-24 0,1 0 0,0 0 0,0-1 0,1 0 0,-1 0 0,1 0 0,0 0 0,-1-1 0,1 1 0,0-1 0,1-1 0,-1 1 0,0-1 0,0 0 0,1 0 0,-1 0 0,0-1 0,1 0 0,-1 0 0,1 0 0,-1-1 0,0 1 0,10-4 0,-5 2 0,-1-1 0,1-1 0,-1 1 0,0-2 0,0 1 0,0-1 0,0 0 0,-1-1 0,0 0 0,0-1 0,-1 1 0,8-9 0,-13 12-68,0 1 0,0 0-1,0-1 1,-1 1 0,1-1 0,-1 0-1,0 0 1,1 1 0,-1-1 0,0 0-1,-1 0 1,1 0 0,0 0 0,-1 0-1,0 0 1,0 0 0,1 0-1,-2 0 1,1-4 0,-4-3-6758</inkml:trace>
</inkml:ink>
</file>

<file path=ppt/ink/ink10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2.309"/>
    </inkml:context>
    <inkml:brush xml:id="br0">
      <inkml:brushProperty name="width" value="0.05" units="cm"/>
      <inkml:brushProperty name="height" value="0.05" units="cm"/>
    </inkml:brush>
  </inkml:definitions>
  <inkml:trace contextRef="#ctx0" brushRef="#br0">15 11 24575,'0'-2'0,"-2"-2"0,-4 2 0,0-1 0</inkml:trace>
</inkml:ink>
</file>

<file path=ppt/ink/ink10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3.001"/>
    </inkml:context>
    <inkml:brush xml:id="br0">
      <inkml:brushProperty name="width" value="0.05" units="cm"/>
      <inkml:brushProperty name="height" value="0.05" units="cm"/>
    </inkml:brush>
  </inkml:definitions>
  <inkml:trace contextRef="#ctx0" brushRef="#br0">15 3 24575,'-2'-3'0,"-1"8"0,-3 8 0,4-3 0,1-1 0,1 1 0,0 0 0,0 0 0,1 0 0,0 0 0,1-1 0,0 1 0,0 0 0,1-1 0,0 0 0,6 12 0,-7-17 0,0 0 0,0 0 0,1 0 0,-1-1 0,1 1 0,0-1 0,0 1 0,0-1 0,0 0 0,0-1 0,1 1 0,-1 0 0,1-1 0,0 0 0,-1 0 0,1 0 0,0 0 0,1-1 0,-1 1 0,0-1 0,0 0 0,0 0 0,1-1 0,-1 1 0,1-1 0,-1 0 0,0 0 0,1 0 0,7-3 0,9-4-1365,-4-2-5461</inkml:trace>
</inkml:ink>
</file>

<file path=ppt/ink/ink10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3.345"/>
    </inkml:context>
    <inkml:brush xml:id="br0">
      <inkml:brushProperty name="width" value="0.05" units="cm"/>
      <inkml:brushProperty name="height" value="0.05" units="cm"/>
    </inkml:brush>
  </inkml:definitions>
  <inkml:trace contextRef="#ctx0" brushRef="#br0">17 34 24575,'-16'-33'0,"26"76"0,11 15 0,2-1 0,3-1 0,2-2 0,2 0 0,3-3 0,2 0 0,2-2 0,45 45 0,-29-44 0,-48-46 0,0 1 0,1-1 0,0-1 0,0 1 0,0-1 0,1 0 0,-1 0 0,9 2 0,-13-5-85,-1 0 0,1 0-1,-1 1 1,1-1 0,-1 0-1,1 0 1,0-1 0,-1 1-1,1 0 1,-1 0 0,1-1-1,-1 1 1,1-1 0,-1 1-1,2-2 1,6-4-6741</inkml:trace>
</inkml:ink>
</file>

<file path=ppt/ink/ink10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3.520"/>
    </inkml:context>
    <inkml:brush xml:id="br0">
      <inkml:brushProperty name="width" value="0.05" units="cm"/>
      <inkml:brushProperty name="height" value="0.05" units="cm"/>
    </inkml:brush>
  </inkml:definitions>
  <inkml:trace contextRef="#ctx0" brushRef="#br0">69 125 24575,'-17'-9'0,"-7"-6"0,2-3 0,17 0 0,16 2 0,16 2 0,35-4 0,6 2-8191</inkml:trace>
</inkml:ink>
</file>

<file path=ppt/ink/ink10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3.963"/>
    </inkml:context>
    <inkml:brush xml:id="br0">
      <inkml:brushProperty name="width" value="0.05" units="cm"/>
      <inkml:brushProperty name="height" value="0.05" units="cm"/>
    </inkml:brush>
  </inkml:definitions>
  <inkml:trace contextRef="#ctx0" brushRef="#br0">0 13 24575,'5'-7'0,"4"2"0,2 7 0,0 10 0,1 8 0,-3 8 0,-2 8 0,-5 6 0,-5 2 0,-2-6-8191</inkml:trace>
</inkml:ink>
</file>

<file path=ppt/ink/ink10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5.074"/>
    </inkml:context>
    <inkml:brush xml:id="br0">
      <inkml:brushProperty name="width" value="0.05" units="cm"/>
      <inkml:brushProperty name="height" value="0.05" units="cm"/>
    </inkml:brush>
  </inkml:definitions>
  <inkml:trace contextRef="#ctx0" brushRef="#br0">1 374 24575,'0'-32'0,"-1"5"0,2-1 0,5-42 0,-5 64 0,0-1 0,1 0 0,0 1 0,0-1 0,1 1 0,-1-1 0,1 1 0,1 0 0,-1 0 0,1 0 0,0 1 0,0-1 0,1 1 0,-1 0 0,9-6 0,-10 8 0,1 1 0,-1 0 0,1 0 0,0 0 0,0 0 0,0 1 0,0-1 0,0 1 0,0 0 0,1 0 0,-1 0 0,0 1 0,0 0 0,1-1 0,4 2 0,-2 0 0,0 0 0,0 1 0,0 0 0,0 0 0,-1 0 0,1 1 0,-1 0 0,10 7 0,-2-1 0,-2 1 0,1 0 0,-1 1 0,-1 0 0,0 1 0,-1 0 0,14 20 0,-15-16 0,0 1 0,-1 0 0,0 0 0,-1 0 0,5 22 0,-10-30 0,0 1 0,0 0 0,0 0 0,-2 0 0,1-1 0,-1 1 0,0 0 0,-1 0 0,-1 0 0,1 0 0,-5 13 0,5-21 0,0 1 0,0-1 0,0 1 0,0-1 0,0 1 0,-1-1 0,1 0 0,-1 0 0,0 1 0,1-1 0,-1-1 0,0 1 0,0 0 0,-1 0 0,1-1 0,0 1 0,0-1 0,-1 0 0,-3 2 0,5-3 0,0 1 0,-1-1 0,1 0 0,0 0 0,0 0 0,0 0 0,-1 0 0,1 0 0,0 0 0,0-1 0,-1 1 0,1 0 0,0-1 0,0 1 0,0-1 0,0 1 0,-2-2 0,1 1 0,0-1 0,1 1 0,-1-1 0,0 0 0,1 0 0,-1 0 0,1 0 0,-1 0 0,1 0 0,0 0 0,-1-4 0,-2-5 0,1 0 0,0-1 0,0 1 0,1-1 0,1 1 0,0-1 0,1 1 0,1-14 0,2-11 0,11-46 0,-7 47 0,22-64 0,-26 90 0,1-1 0,0 0 0,1 1 0,0 0 0,1 0 0,0 0 0,0 1 0,1-1 0,0 2 0,16-15 0,-21 20 0,0 1 0,0-1 0,0 1 0,1 0 0,-1 0 0,1 0 0,-1 0 0,1 0 0,-1 0 0,1 1 0,0-1 0,-1 1 0,1-1 0,0 1 0,-1 0 0,1 0 0,0 0 0,-1 1 0,4 0 0,-2 0 0,-1 1 0,1-1 0,0 1 0,0 0 0,-1 0 0,0 1 0,1-1 0,-1 1 0,0-1 0,0 1 0,3 4 0,4 5 0,-1 1 0,-1 0 0,0 1 0,-1-1 0,8 22 0,-4-7 0,-1 1 0,7 40 0,-13-52 0,-2 0 0,0 0 0,-1 1 0,-1-1 0,-3 29 0,-1-35 0,-1-15 0,-1-18 0,5 8 0,1-1 0,0 1 0,2-1 0,-1 1 0,2 0 0,0-1 0,8-21 0,-8 26 0,1 1 0,0 0 0,0 0 0,1 0 0,0 0 0,1 1 0,0 0 0,1 0 0,-1 0 0,1 1 0,15-12 0,-20 17 0,0 1 0,0-1 0,1 1 0,-1 0 0,1-1 0,-1 1 0,1 0 0,-1 0 0,1 1 0,0-1 0,-1 1 0,1-1 0,0 1 0,0 0 0,-1 0 0,1 0 0,0 0 0,0 0 0,3 1 0,-3 1 0,1-1 0,-1 1 0,1 0 0,-1 0 0,0 0 0,0 0 0,0 0 0,0 1 0,0-1 0,0 1 0,-1 0 0,4 4 0,2 5 0,1 2 0,-2-1 0,0 1 0,-1 1 0,8 22 0,-8-13 60,5 27-1,-5-20-1543,-3-14-5342</inkml:trace>
</inkml:ink>
</file>

<file path=ppt/ink/ink10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5.708"/>
    </inkml:context>
    <inkml:brush xml:id="br0">
      <inkml:brushProperty name="width" value="0.05" units="cm"/>
      <inkml:brushProperty name="height" value="0.05" units="cm"/>
    </inkml:brush>
  </inkml:definitions>
  <inkml:trace contextRef="#ctx0" brushRef="#br0">175 516 24575,'12'-24'0,"0"-1"0,-2-1 0,14-49 0,-23 72 0,-1 1 0,0-1 0,1 0 0,-1 1 0,0-1 0,0 0 0,0 1 0,-1-1 0,1 0 0,-1 1 0,1-1 0,-1 0 0,-2-4 0,2 6 0,0 0 0,1 0 0,-1 0 0,0 0 0,0 0 0,0 0 0,0 1 0,0-1 0,0 0 0,0 1 0,0-1 0,0 0 0,-1 1 0,1 0 0,0-1 0,0 1 0,0 0 0,-1-1 0,1 1 0,0 0 0,-1 0 0,1 0 0,0 0 0,0 0 0,-1 1 0,1-1 0,0 0 0,0 0 0,0 1 0,-1-1 0,1 1 0,-1 0 0,-7 3 0,1 0 0,-1 0 0,1 1 0,0 0 0,0 1 0,1 0 0,0 0 0,0 1 0,-8 9 0,1 0 0,1 1 0,1 0 0,-13 23 0,18-25 0,-1 0 0,2 0 0,-7 26 0,11-35 0,0 0 0,1-1 0,0 1 0,1 0 0,-1 0 0,1 0 0,0-1 0,1 1 0,-1 0 0,1 0 0,0 0 0,1-1 0,3 10 0,-5-13 0,1 0 0,0 0 0,0-1 0,0 1 0,0-1 0,0 1 0,0-1 0,1 1 0,-1-1 0,0 0 0,1 0 0,-1 1 0,1-1 0,0 0 0,-1 0 0,1 0 0,0-1 0,-1 1 0,1 0 0,0-1 0,3 1 0,-2 0 0,0-1 0,1-1 0,-1 1 0,0 0 0,0-1 0,0 0 0,0 1 0,0-1 0,0 0 0,0-1 0,6-2 0,-1-1 0,0 0 0,0-1 0,-1 0 0,0 0 0,0 0 0,0-1 0,10-14 0,-5 2 0,-2-1 0,0-1 0,-1 0 0,-1 0 0,7-29 0,0 2 0,-9 37 0,-1 18 0,0 30 0,-3-26 0,0 2 0,2 13 0,14 45 0,-16-65 0,0 0 0,0 0 0,1 0 0,0 0 0,0 0 0,1 0 0,0-1 0,0 1 0,0-1 0,0 0 0,1 0 0,8 6 0,-11-10 0,0 0 0,1 1 0,-1-1 0,1 0 0,-1-1 0,1 1 0,0 0 0,-1-1 0,1 1 0,0-1 0,-1 0 0,1 0 0,0 0 0,-1 0 0,1 0 0,0 0 0,0-1 0,-1 0 0,1 1 0,-1-1 0,1 0 0,-1 0 0,1 0 0,-1-1 0,1 1 0,-1-1 0,0 1 0,0-1 0,3-2 0,2-3 0,0 0 0,0 0 0,-1 0 0,1-1 0,-2 0 0,1 0 0,4-11 0,2-7 0,-1-1 0,-2 0 0,0 0 0,-2-1 0,-1 0 0,3-40 0,-5 16 0,-3 0 0,-8-87 0,6 129 0,0 0 0,-1 1 0,0-1 0,0 1 0,-5-11 0,-1 10 0,0 14 0,-2 19 0,6 0 0,0 0 0,1 0 0,2 1 0,0-1 0,2 0 0,3 24 0,2 0 0,25 90 0,6-24 342,-30-95-769,1 1 0,1-1 1,21 31-1,-20-36-6399</inkml:trace>
</inkml:ink>
</file>

<file path=ppt/ink/ink10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6.068"/>
    </inkml:context>
    <inkml:brush xml:id="br0">
      <inkml:brushProperty name="width" value="0.05" units="cm"/>
      <inkml:brushProperty name="height" value="0.05" units="cm"/>
    </inkml:brush>
  </inkml:definitions>
  <inkml:trace contextRef="#ctx0" brushRef="#br0">22 345 24575,'-2'-2'0,"0"-1"0,0 1 0,0 0 0,0-1 0,0 0 0,1 1 0,-1-1 0,1 0 0,0 0 0,0 0 0,0 0 0,0 0 0,0 0 0,0-3 0,1 4 0,0 1 0,1-1 0,-1 0 0,0 1 0,1-1 0,-1 1 0,1-1 0,-1 1 0,1-1 0,0 1 0,-1 0 0,1-1 0,0 1 0,0 0 0,0 0 0,0-1 0,0 1 0,1 0 0,-1 0 0,0 0 0,0 0 0,1 0 0,-1 1 0,1-1 0,-1 0 0,1 1 0,-1-1 0,1 1 0,1-1 0,111-30 0,-86 26 0,-1-2 0,0 0 0,-1-2 0,47-23 0,-69 30 0,-1 0 0,1-1 0,0 1 0,-1-1 0,1 0 0,-1 0 0,0 0 0,0 0 0,0-1 0,-1 1 0,1-1 0,3-7 0,-5 9 0,-1-1 0,1 1 0,0-1 0,-1 1 0,0-1 0,1 1 0,-1-1 0,0 1 0,-1-1 0,1 1 0,0-1 0,-1 1 0,1-1 0,-1 1 0,0-1 0,1 1 0,-1 0 0,-1-1 0,1 1 0,0 0 0,0 0 0,-1 0 0,-2-3 0,-3-4 0,-1 1 0,0 0 0,-18-13 0,23 18 0,0 1 0,0 0 0,0-1 0,-1 2 0,1-1 0,-1 0 0,1 1 0,-1-1 0,0 1 0,1 0 0,-1 0 0,0 1 0,0-1 0,-7 1 0,9 0 0,0 1 0,0 0 0,0 0 0,0 0 0,0 0 0,0 0 0,0 1 0,1-1 0,-1 0 0,0 1 0,1 0 0,-1-1 0,1 1 0,0 0 0,-1-1 0,1 1 0,0 0 0,0 0 0,0 0 0,1 0 0,-1 0 0,0 0 0,1 1 0,-1 1 0,-2 9 0,1-1 0,-2 24 0,4-32 0,-1 21 0,1-1 0,1 0 0,6 40 0,-4-50 0,0 0 0,0-1 0,2 0 0,-1 0 0,2 0 0,0 0 0,14 21 0,-17-29-72,1-1 1,0 0-1,-1-1 0,2 1 0,-1-1 0,0 1 0,1-1 0,-1 0 1,1-1-1,0 1 0,0-1 0,0 0 0,0 0 0,1-1 0,-1 0 1,0 0-1,1 0 0,6 0 0,12 1-6754</inkml:trace>
</inkml:ink>
</file>

<file path=ppt/ink/ink10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6.430"/>
    </inkml:context>
    <inkml:brush xml:id="br0">
      <inkml:brushProperty name="width" value="0.05" units="cm"/>
      <inkml:brushProperty name="height" value="0.05" units="cm"/>
    </inkml:brush>
  </inkml:definitions>
  <inkml:trace contextRef="#ctx0" brushRef="#br0">60 264 24575,'-9'-27'0,"-13"-32"0,-2-1 0,24 58 0,-1 0 0,0 0 0,1 0 0,-1 0 0,1 0 0,-1 0 0,1 0 0,0 0 0,0 0 0,0 0 0,0 0 0,0 0 0,0 0 0,1 0 0,-1 0 0,1 0 0,-1 0 0,1 0 0,0 0 0,0 0 0,0 0 0,0 1 0,0-1 0,0 0 0,0 1 0,2-2 0,-1 1 0,1 0 0,0 1 0,-1 0 0,1-1 0,0 1 0,-1 0 0,1 0 0,0 1 0,0-1 0,0 0 0,0 1 0,0 0 0,0 0 0,0 0 0,0 0 0,0 0 0,5 2 0,2 0 0,0 1 0,0 0 0,0 1 0,-1 0 0,1 1 0,-1 0 0,0 0 0,0 1 0,-1 0 0,0 0 0,0 1 0,0 0 0,11 15 0,-14-16 0,-1 0 0,0 0 0,0 0 0,0 1 0,-1 0 0,0-1 0,0 1 0,-1 0 0,2 8 0,-3-10 0,0 0 0,-1-1 0,0 1 0,1 0 0,-2 0 0,1-1 0,-1 1 0,1 0 0,-1-1 0,-1 1 0,1 0 0,-1-1 0,1 0 0,-1 1 0,-3 3 0,3-5 0,0 0 0,-1 0 0,1 0 0,-1 0 0,1-1 0,-1 1 0,0-1 0,0 0 0,0 0 0,0 0 0,-1 0 0,1-1 0,0 1 0,-1-1 0,1 0 0,-7 2 0,8-3 0,0 1 0,1-1 0,-1 0 0,0 0 0,1 0 0,-1 0 0,0 0 0,1-1 0,-1 1 0,0 0 0,1-1 0,-1 1 0,1-1 0,-1 0 0,0 1 0,1-1 0,0 0 0,-1 0 0,1 0 0,-1 0 0,1 0 0,0 0 0,0-1 0,0 1 0,0 0 0,0 0 0,0-1 0,0 1 0,0-1 0,0 1 0,1-1 0,-1 1 0,0-1 0,1 0 0,0 1 0,-1-1 0,1 0 0,0-2 0,-1-2 0,1-1 0,0 0 0,0 1 0,1-1 0,0 0 0,0 1 0,1-1 0,-1 1 0,2 0 0,2-7 0,6-11 0,15-26 0,-24 47 0,8-15 0,1 2 0,22-28 0,-28 38 0,1 0 0,-1 1 0,1 0 0,0 0 0,1 0 0,-1 1 0,1-1 0,0 2 0,14-7 0,-19 9 0,0 1 0,1-1 0,-1 1 0,0-1 0,1 1 0,-1 0 0,1 0 0,-1 0 0,1 0 0,-1 0 0,1 0 0,-1 1 0,0-1 0,1 1 0,-1 0 0,0 0 0,1 0 0,1 1 0,0 0 0,-1 1 0,0 0 0,0-1 0,0 1 0,0 0 0,0 0 0,-1 1 0,1-1 0,3 8 0,1 4 0,0 0 0,-1 1 0,-1 0 0,3 19 0,-7-34 0,5 29-455,-1-1 0,1 39 0,-6-48-6371</inkml:trace>
</inkml:ink>
</file>

<file path=ppt/ink/ink10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6.613"/>
    </inkml:context>
    <inkml:brush xml:id="br0">
      <inkml:brushProperty name="width" value="0.05" units="cm"/>
      <inkml:brushProperty name="height" value="0.05" units="cm"/>
    </inkml:brush>
  </inkml:definitions>
  <inkml:trace contextRef="#ctx0" brushRef="#br0">1 81 24575,'0'-8'0,"0"-8"0,0-8 0,0 4 0,0 9 0,0 9 0,0 10 0,0 9 0,2 3 0,1-2-8191</inkml:trace>
</inkml:ink>
</file>

<file path=ppt/ink/ink10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7.326"/>
    </inkml:context>
    <inkml:brush xml:id="br0">
      <inkml:brushProperty name="width" value="0.05" units="cm"/>
      <inkml:brushProperty name="height" value="0.05" units="cm"/>
    </inkml:brush>
  </inkml:definitions>
  <inkml:trace contextRef="#ctx0" brushRef="#br0">160 723 24575,'3'-6'0,"-1"0"0,-1 0 0,1 0 0,-1-1 0,0 1 0,0-1 0,-1 1 0,0-1 0,0 1 0,-1-1 0,1 1 0,-1-1 0,-1 1 0,1 0 0,-4-8 0,2 4 0,-1 0 0,-1-1 0,1 1 0,-2 1 0,1-1 0,-1 1 0,-1 0 0,-8-9 0,14 17 0,0-1 0,-1 1 0,1 0 0,0-1 0,-1 1 0,1 0 0,-1 0 0,1 0 0,-1 0 0,0 0 0,1 1 0,-1-1 0,0 0 0,0 1 0,1 0 0,-1-1 0,0 1 0,0 0 0,-2 0 0,2 0 0,0 0 0,1 1 0,-1-1 0,0 1 0,1 0 0,-1 0 0,1 0 0,-1 0 0,1 0 0,-1 0 0,1 0 0,0 0 0,-1 0 0,1 0 0,0 1 0,-1 1 0,-3 4 0,1 1 0,0 0 0,0-1 0,1 1 0,0 0 0,-3 16 0,0 0 0,2 1 0,-2 49 0,6-66 0,0 0 0,0 0 0,1 0 0,0 0 0,0-1 0,1 1 0,0 0 0,1 0 0,-1-1 0,1 0 0,1 1 0,-1-1 0,7 8 0,-8-13 0,-1 0 0,1 0 0,0 0 0,0-1 0,0 1 0,0-1 0,0 1 0,1-1 0,-1 0 0,0 0 0,1 0 0,-1 0 0,1 0 0,-1 0 0,1-1 0,-1 1 0,1-1 0,-1 0 0,1 1 0,-1-1 0,1-1 0,0 1 0,-1 0 0,1-1 0,-1 1 0,1-1 0,-1 0 0,1 1 0,-1-1 0,0 0 0,1-1 0,-1 1 0,0 0 0,4-4 0,1 0 0,0 0 0,-1 0 0,0-1 0,0 0 0,0 0 0,-1-1 0,0 0 0,0 0 0,6-12 0,-6 8 0,-1-1 0,0-1 0,-1 1 0,0 0 0,-1-1 0,0 0 0,-1 1 0,-1-1 0,-1-23 0,2 77 0,-2-27 0,1 1 0,1 0 0,3 15 0,-2-20 0,1 0 0,0-1 0,0 1 0,1-1 0,0 0 0,8 14 0,-11-21 0,1 0 0,-1-1 0,1 1 0,-1 0 0,1 0 0,-1-1 0,1 1 0,0-1 0,0 1 0,0-1 0,0 0 0,0 0 0,0 0 0,0 0 0,0 0 0,0 0 0,1-1 0,-1 1 0,0-1 0,0 1 0,1-1 0,-1 0 0,0 0 0,1 0 0,-1 0 0,0 0 0,1-1 0,-1 1 0,0-1 0,0 1 0,1-1 0,-1 0 0,4-2 0,4-2 0,0-1 0,-1-1 0,0 0 0,0 0 0,0 0 0,-1-1 0,-1-1 0,1 1 0,-1-1 0,9-15 0,-5 5 0,0 0 0,-1-1 0,-2 0 0,11-34 0,-11 21 0,-1-1 0,-2 0 0,-1 0 0,-2 0 0,-3-47 0,-2 34 0,-3-1 0,-1 1 0,-19-59 0,23 94 0,2 5 0,-1 0 0,0 0 0,0 1 0,-1-1 0,1 0 0,-1 1 0,-1 0 0,1 0 0,-1 0 0,0 0 0,-7-7 0,11 13 0,-1-1 0,0 1 0,1-1 0,-1 1 0,0-1 0,1 1 0,-1 0 0,0-1 0,1 1 0,-1 0 0,0 0 0,0-1 0,1 1 0,-1 0 0,0 0 0,0 0 0,0 0 0,1 0 0,-1 0 0,0 0 0,0 0 0,1 0 0,-1 0 0,0 1 0,0-1 0,-1 1 0,1 0 0,0 0 0,-1 0 0,1 0 0,0 0 0,0 1 0,-1-1 0,1 0 0,0 1 0,1-1 0,-1 1 0,-1 2 0,-1 3 0,0 1 0,0 0 0,1-1 0,-1 12 0,0 8 0,2 0 0,1 1 0,1-1 0,1 0 0,2 0 0,7 28 0,3 1 0,39 98 0,-41-127 0,0 0 0,22 33 0,-27-50 0,-1-1 0,1 0 0,1 0 0,-1-1 0,1 1 0,1-2 0,0 1 0,0-1 0,10 5 0,-17-10-36,1-1 0,-1-1 0,1 1 1,-1 0-1,1-1 0,-1 1 0,1-1 0,-1 1 0,1-1 0,-1 0 0,1 0 0,0-1 0,-1 1 0,1 0 0,-1-1 0,1 0 0,-1 1 1,1-1-1,-1 0 0,0 0 0,1-1 0,-1 1 0,0 0 0,0-1 0,0 1 0,0-1 0,0 0 0,0 1 0,0-1 0,0 0 0,-1 0 1,1 0-1,-1-1 0,0 1 0,1 0 0,-1 0 0,1-5 0,2-3-6790</inkml:trace>
</inkml:ink>
</file>

<file path=ppt/ink/ink10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8.202"/>
    </inkml:context>
    <inkml:brush xml:id="br0">
      <inkml:brushProperty name="width" value="0.05" units="cm"/>
      <inkml:brushProperty name="height" value="0.05" units="cm"/>
    </inkml:brush>
  </inkml:definitions>
  <inkml:trace contextRef="#ctx0" brushRef="#br0">1 97 24575,'7'-14'0,"3"-8"0,1 1 0,2 1 0,-1 7 0,-3 7 0,-4 10 0,-1 9 0,-5 7 0,-1 5 0,-4 5 0,0 5 0,0 1 0,2 2 0,1-1 0,2-5 0,0-7-8191</inkml:trace>
</inkml:ink>
</file>

<file path=ppt/ink/ink10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8.740"/>
    </inkml:context>
    <inkml:brush xml:id="br0">
      <inkml:brushProperty name="width" value="0.05" units="cm"/>
      <inkml:brushProperty name="height" value="0.05" units="cm"/>
    </inkml:brush>
  </inkml:definitions>
  <inkml:trace contextRef="#ctx0" brushRef="#br0">214 765 24575,'1'-5'0,"72"-259"0,-62 213 0,-2 0 0,-3-1 0,1-63 0,-7 99 0,-1 0 0,-1 0 0,0 0 0,-1 1 0,0-1 0,-1 0 0,-10-22 0,12 33 0,0 1 0,-1-1 0,1 0 0,-1 1 0,0-1 0,-1 1 0,1 0 0,-1 0 0,0 0 0,1 1 0,-2-1 0,1 1 0,0 0 0,-1 0 0,1 0 0,-1 1 0,0-1 0,0 1 0,0 1 0,0-1 0,0 1 0,-1-1 0,1 2 0,0-1 0,-11 0 0,8 1 0,0 1 0,1 0 0,-1 0 0,0 1 0,0 0 0,1 1 0,0-1 0,-1 1 0,1 0 0,0 1 0,0 0 0,1 0 0,-1 1 0,1-1 0,0 2 0,0-1 0,-5 7 0,6-7 0,1 1 0,-1-1 0,2 1 0,-1 0 0,1 0 0,0 1 0,0-1 0,0 1 0,1-1 0,0 1 0,0 0 0,1 0 0,0 0 0,0 0 0,1 0 0,0 0 0,0 0 0,0 0 0,3 10 0,1-1 0,1 0 0,1-1 0,1 1 0,0-2 0,0 1 0,2-1 0,0 0 0,15 18 0,12 10 0,46 41 0,14 6 0,-49-48 0,-1 3 0,-2 1 0,46 63 0,-84-100 0,-1 0 0,0 1 0,0-1 0,-1 1 0,-1 0 0,1 0 0,1 11 0,-4-17 0,0 0 0,-1 1 0,1-1 0,-1 0 0,0 0 0,0 1 0,0-1 0,-1 0 0,1 1 0,-1-1 0,0 0 0,0 0 0,0 0 0,0 0 0,0 0 0,-1 0 0,1 0 0,-1 0 0,0 0 0,0 0 0,0-1 0,0 1 0,0-1 0,-4 3 0,-1 0 0,-1 0 0,0 0 0,0-1 0,0 0 0,-1-1 0,1 1 0,-1-2 0,0 1 0,0-1 0,0-1 0,0 1 0,0-2 0,-13 1 0,8-2 0,-1 1 0,1-2 0,0 0 0,-1 0 0,1-2 0,0 0 0,-23-9 0,30 9 0,-1 1 0,1-1 0,0-1 0,1 1 0,-1-1 0,1-1 0,-1 1 0,2-1 0,-1 0 0,1 0 0,0-1 0,0 1 0,0-1 0,1 0 0,0-1 0,1 1 0,-1-1 0,2 1 0,-1-1 0,1 0 0,0 0 0,0 0 0,1 0 0,1 0 0,-1-1 0,1 1 0,1-9 0,0 33 0,0 0 0,7 30 0,0-27-1365,2-2-5461</inkml:trace>
</inkml:ink>
</file>

<file path=ppt/ink/ink10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39.406"/>
    </inkml:context>
    <inkml:brush xml:id="br0">
      <inkml:brushProperty name="width" value="0.05" units="cm"/>
      <inkml:brushProperty name="height" value="0.05" units="cm"/>
    </inkml:brush>
  </inkml:definitions>
  <inkml:trace contextRef="#ctx0" brushRef="#br0">225 469 24575,'-1'-4'0,"-1"-23"0,-11-42 0,12 62 0,-1 1 0,0-1 0,-1 0 0,0 1 0,0 0 0,0-1 0,0 1 0,-1 1 0,0-1 0,-1 0 0,-7-7 0,10 11 0,0 0 0,0 1 0,0-1 0,0 1 0,-1-1 0,1 1 0,-1 0 0,1 0 0,-1 0 0,1 0 0,-1 0 0,0 1 0,1-1 0,-1 1 0,0 0 0,1-1 0,-1 1 0,-3 1 0,2-1 0,1 1 0,-1 0 0,1 1 0,-1-1 0,1 1 0,-1-1 0,1 1 0,0 0 0,0 0 0,0 0 0,-5 5 0,1 1 0,0-1 0,1 1 0,0 0 0,1 0 0,0 0 0,0 1 0,0 0 0,1 0 0,-3 10 0,4-6 0,0-1 0,1 1 0,0 0 0,1 0 0,1 0 0,0 0 0,1 0 0,0 0 0,1 0 0,6 23 0,-6-29 0,1 0 0,-1 0 0,1-1 0,1 1 0,-1-1 0,1 0 0,0 0 0,1 0 0,5 6 0,-6-8 0,0-1 0,0 0 0,0 0 0,0 0 0,1 0 0,-1-1 0,1 0 0,-1 0 0,1 0 0,0 0 0,0-1 0,0 1 0,0-2 0,6 2 0,-7-2 0,-1 0 0,0 0 0,1 0 0,-1 0 0,1-1 0,-1 1 0,0-1 0,0 0 0,1 0 0,-1 0 0,0 0 0,0-1 0,0 1 0,0-1 0,4-3 0,-2 1 0,-1 1 0,0-1 0,-1-1 0,1 1 0,-1-1 0,0 1 0,0-1 0,4-9 0,0-2 0,-1 0 0,-1 0 0,-1-1 0,-1 0 0,2-20 0,-2 16 0,-2 0 0,-3-42 0,0 52 0,1 0 0,-1 0 0,-1 0 0,0 0 0,0 1 0,-1-1 0,-7-12 0,11 22 0,0 1 0,-1-1 0,1 0 0,0 0 0,0 1 0,-1-1 0,1 0 0,-1 1 0,1-1 0,-1 1 0,1-1 0,-1 1 0,1-1 0,-1 1 0,0-1 0,1 1 0,-1-1 0,1 1 0,-1-1 0,0 1 0,0 0 0,1 0 0,-1-1 0,0 1 0,0 0 0,0 0 0,0 1 0,1-1 0,-1 1 0,1-1 0,-1 1 0,1-1 0,-1 1 0,1 0 0,-1-1 0,1 1 0,-1 0 0,1-1 0,0 1 0,0 0 0,-1 0 0,1-1 0,0 1 0,0 0 0,0 1 0,-5 43 0,5-44 0,-1 28 0,2-1 0,1 0 0,6 31 0,-5-42 0,1-1 0,1 0 0,0-1 0,1 1 0,1-1 0,14 24 0,-19-36 0,0 0 0,0 0 0,0 0 0,0 0 0,1 0 0,-1-1 0,1 1 0,0-1 0,-1 0 0,1 0 0,0 0 0,1 0 0,-1 0 0,0-1 0,0 1 0,1-1 0,-1 0 0,6 1 0,-4-2 0,-1 0 0,1 0 0,-1 0 0,1-1 0,-1 0 0,0 0 0,1 0 0,-1 0 0,0-1 0,0 0 0,0 1 0,0-1 0,0-1 0,6-4 0,1 0 0,-1-1 0,0-1 0,-1 0 0,0 0 0,0-1 0,-1 0 0,-1-1 0,1 1 0,9-20 0,-10 13 0,0-1 0,0 1 0,-2-1 0,0 0 0,-1 0 0,2-24 0,-5 15 0,0 0 0,-1 0 0,-2 0 0,-1 1 0,-1-1 0,-1 0 0,-1 1 0,-1 0 0,-16-35 0,21 57 0,-12-25 0,13 28 0,0 0 0,0-1 0,1 1 0,-2 0 0,1 0 0,0-1 0,0 1 0,0 0 0,0 0 0,-1 0 0,1 0 0,0 1 0,-1-1 0,1 0 0,-4-1 0,5 2 0,-1 0 0,1 0 0,-1 0 0,1 1 0,-1-1 0,0 0 0,1 0 0,-1 0 0,1 0 0,-1 1 0,1-1 0,-1 0 0,1 0 0,-1 1 0,1-1 0,-1 0 0,1 1 0,0-1 0,-1 1 0,1-1 0,-1 0 0,1 1 0,0-1 0,-1 1 0,1-1 0,0 1 0,0-1 0,-1 1 0,1-1 0,0 1 0,0 0 0,0-1 0,0 1 0,0 0 0,-3 22 0,3-23 0,1 40 0,1-1 0,3 1 0,12 51 0,-7-39 0,19 83 342,-22-110-769,0 0 0,2-1 1,16 30-1,-13-33-6399</inkml:trace>
</inkml:ink>
</file>

<file path=ppt/ink/ink10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40.050"/>
    </inkml:context>
    <inkml:brush xml:id="br0">
      <inkml:brushProperty name="width" value="0.05" units="cm"/>
      <inkml:brushProperty name="height" value="0.05" units="cm"/>
    </inkml:brush>
  </inkml:definitions>
  <inkml:trace contextRef="#ctx0" brushRef="#br0">101 306 24575,'45'-36'0,"-35"29"0,0 0 0,-1-1 0,0 0 0,9-10 0,-14 13 0,0 0 0,-1 0 0,1-1 0,-1 1 0,0-1 0,0 0 0,-1 0 0,0 0 0,0 0 0,0 0 0,-1-1 0,0 1 0,0-1 0,-1-9 0,0 13 0,0-1 0,-1 0 0,1 1 0,-1-1 0,0 1 0,0-1 0,-1 1 0,1-1 0,-1 1 0,1 0 0,-1 0 0,0 0 0,0 0 0,0 0 0,-1 0 0,1 0 0,-1 1 0,0-1 0,1 1 0,-1 0 0,0 0 0,0 0 0,-1 0 0,1 0 0,0 1 0,-1 0 0,-3-2 0,2 2 0,1-1 0,-1 1 0,0 0 0,0 1 0,0-1 0,0 1 0,0 0 0,0 0 0,0 0 0,0 1 0,0 0 0,0 0 0,0 0 0,0 0 0,0 1 0,0 0 0,1 0 0,-1 0 0,1 1 0,0-1 0,0 1 0,0 0 0,0 1 0,0-1 0,0 0 0,1 1 0,-1 0 0,1 0 0,-4 6 0,2-2 0,1 0 0,-1 0 0,1 0 0,1 1 0,-1-1 0,1 1 0,1 0 0,0 0 0,0 0 0,1 0 0,0 0 0,0 0 0,1 1 0,0-1 0,3 13 0,-2-15 0,0-1 0,1 0 0,0 0 0,0 0 0,0-1 0,1 1 0,0 0 0,0-1 0,1 0 0,-1 0 0,1 0 0,0 0 0,1 0 0,-1-1 0,1 0 0,0 0 0,0 0 0,0 0 0,0-1 0,0 0 0,1 0 0,0-1 0,0 1 0,0-1 0,0 0 0,7 1 0,0-1 0,-1-1 0,1 0 0,0 0 0,-1-1 0,1-1 0,-1 0 0,1-1 0,-1-1 0,0 1 0,0-2 0,0 0 0,15-7 0,-12 4 0,0-1 0,-1-1 0,0 0 0,0-1 0,-1-1 0,0 0 0,-1 0 0,0-1 0,-1-1 0,12-17 0,-19 23 0,1 0 0,-2 0 0,1 0 0,-1 0 0,0-1 0,-1 0 0,0 1 0,0-1 0,0 0 0,0-10 0,-2 12 0,0-1 0,-1 1 0,0-1 0,0 1 0,0 0 0,-1-1 0,0 1 0,0 0 0,0 0 0,-1 1 0,0-1 0,0 0 0,-1 1 0,-4-7 0,5 9 0,1 1 0,-1 0 0,1-1 0,-1 1 0,0 0 0,0 0 0,0 0 0,0 1 0,-5-3 0,7 4 0,1 0 0,-1 0 0,0-1 0,1 1 0,-1 0 0,0 0 0,0 0 0,1 0 0,-1 0 0,0 0 0,0 0 0,0 0 0,1 0 0,-1 0 0,0 0 0,1 1 0,-1-1 0,0 0 0,-1 1 0,2 0 0,-1-1 0,1 1 0,-1 0 0,1-1 0,-1 1 0,1 0 0,0 0 0,-1 0 0,1-1 0,0 1 0,-1 0 0,1 0 0,0 0 0,0 0 0,0-1 0,0 1 0,0 0 0,0 0 0,0 0 0,0 0 0,1 1 0,2 10 0,0-1 0,1 0 0,1 0 0,0-1 0,0 1 0,1-1 0,1 0 0,8 11 0,6 10 0,3 7 0,-9-15 0,-1 0 0,18 38 0,-31-59 0,-1 0 0,1 0 0,0 0 0,-1 0 0,1 0 0,-1-1 0,0 1 0,0 0 0,0 0 0,0 0 0,0 0 0,0 0 0,0 0 0,-1 3 0,0-4 0,1 0 0,-1 0 0,1 0 0,-1 0 0,0 0 0,0 0 0,1 0 0,-1 0 0,0 0 0,0 0 0,0 0 0,0-1 0,0 1 0,0 0 0,0-1 0,0 1 0,-2 0 0,0 0 0,0 0 0,0 0 0,-1-1 0,1 1 0,0-1 0,0 0 0,0 0 0,-1 0 0,1-1 0,0 1 0,0-1 0,0 0 0,0 0 0,0 0 0,0 0 0,-4-2 0,-13-10-1365,1-1-5461</inkml:trace>
</inkml:ink>
</file>

<file path=ppt/ink/ink10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40.760"/>
    </inkml:context>
    <inkml:brush xml:id="br0">
      <inkml:brushProperty name="width" value="0.05" units="cm"/>
      <inkml:brushProperty name="height" value="0.05" units="cm"/>
    </inkml:brush>
  </inkml:definitions>
  <inkml:trace contextRef="#ctx0" brushRef="#br0">97 97 24575,'-7'7'0,"1"1"0,1 1 0,-9 15 0,3-2 0,0 1 0,2 0 0,0 0 0,-6 31 0,12-42 0,1 0 0,0 0 0,1 0 0,0 0 0,1 1 0,0-1 0,1 0 0,1 0 0,-1 0 0,7 21 0,-6-29 0,-1 0 0,1 0 0,0 0 0,0 0 0,1 0 0,-1-1 0,1 1 0,-1 0 0,1-1 0,0 0 0,1 0 0,-1 0 0,0 0 0,1 0 0,0-1 0,-1 1 0,1-1 0,0 0 0,0 0 0,0-1 0,1 1 0,-1-1 0,0 0 0,6 1 0,-3-2 0,-1 0 0,1 0 0,-1 0 0,1-1 0,-1 0 0,0 0 0,1-1 0,-1 1 0,0-1 0,0-1 0,0 1 0,0-1 0,0 0 0,-1-1 0,0 1 0,7-6 0,-5 3 0,0 0 0,0-1 0,0 0 0,-1 0 0,0 0 0,-1-1 0,1 0 0,-1 0 0,-1 0 0,0-1 0,0 1 0,0-1 0,-1 0 0,-1 0 0,0-1 0,0 1 0,0 0 0,-1-1 0,-1 1 0,0-1 0,0 1 0,0-1 0,-2 1 0,1 0 0,-1-1 0,0 1 0,-1 0 0,0 0 0,0 0 0,-1 1 0,0-1 0,-1 1 0,0 0 0,0 0 0,-8-8 0,-21-20 0,75 43 0,49 11 0,-68-15 0,0 1 0,0 1 0,-1 1 0,42 17 0,-48-15 0,-1 0 0,1 1 0,-2 1 0,25 21 0,-33-27 0,-1 0 0,0 0 0,0 0 0,-1 1 0,0 0 0,1-1 0,-1 1 0,-1 0 0,1 0 0,-1 1 0,0-1 0,0 1 0,0-1 0,-1 1 0,0-1 0,0 1 0,0 0 0,-1 5 0,0-9 0,0-1 0,0 1 0,0 0 0,0-1 0,0 1 0,-1-1 0,1 1 0,-1-1 0,1 1 0,-1-1 0,0 1 0,1-1 0,-1 0 0,0 1 0,0-1 0,0 0 0,0 1 0,0-1 0,0 0 0,0 0 0,0 0 0,-1 0 0,1 0 0,0 0 0,-1-1 0,1 1 0,-1 0 0,1-1 0,-1 1 0,1-1 0,-1 1 0,1-1 0,-1 0 0,1 1 0,-1-1 0,1 0 0,-1 0 0,0 0 0,1 0 0,-4-1 0,-1 0 0,0-1 0,0 0 0,0 0 0,0 0 0,0 0 0,0-1 0,0 0 0,1 0 0,-6-4 0,5 2 0,1 1 0,-1-1 0,1 0 0,0-1 0,0 1 0,1-1 0,-1 0 0,1 0 0,0 0 0,1-1 0,0 1 0,0-1 0,0 0 0,1 0 0,0 0 0,0 0 0,1 0 0,0 0 0,0-1 0,0-11 0,2 9 0,0-1 0,1 1 0,0 0 0,1 0 0,0 0 0,0 0 0,1 1 0,1-1 0,-1 1 0,1 0 0,1 0 0,0 0 0,13-14 0,-10 13 57,1 0 0,-1 1 0,1 1 0,1 0 0,15-10 0,-21 15-179,1 1 0,-1-1 0,1 1 0,-1 0 0,1 0 0,0 0 0,0 1 0,0 0 0,0 0 1,0 1-1,0-1 0,0 1 0,11 2 0,5 3-6704</inkml:trace>
</inkml:ink>
</file>

<file path=ppt/ink/ink10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41.224"/>
    </inkml:context>
    <inkml:brush xml:id="br0">
      <inkml:brushProperty name="width" value="0.05" units="cm"/>
      <inkml:brushProperty name="height" value="0.05" units="cm"/>
    </inkml:brush>
  </inkml:definitions>
  <inkml:trace contextRef="#ctx0" brushRef="#br0">257 438 24575,'0'-3'0,"-1"1"0,1 0 0,0 0 0,-1-1 0,1 1 0,-1 0 0,0 0 0,1 0 0,-1-1 0,0 1 0,0 0 0,-1 0 0,1 1 0,0-1 0,-1 0 0,-2-3 0,0 2 0,1 0 0,-1 1 0,1-1 0,-1 1 0,0 0 0,0 0 0,0 0 0,-7-1 0,5 1 0,0 0 0,0 1 0,0 0 0,0 0 0,0 1 0,-1 0 0,1 0 0,0 0 0,0 1 0,-1 0 0,1 0 0,-10 3 0,9 0 0,-1 1 0,1 0 0,0 0 0,0 1 0,0 0 0,1 0 0,0 0 0,0 1 0,1 0 0,-1 0 0,2 0 0,-1 1 0,1-1 0,0 1 0,1 0 0,-1 1 0,2-1 0,-1 1 0,-1 14 0,2-16 0,2 0 0,-1 1 0,1-1 0,0 0 0,0 0 0,1 0 0,0 0 0,1 0 0,-1 0 0,1 0 0,3 7 0,-3-9 0,1-1 0,0 1 0,-1-1 0,1 1 0,1-1 0,-1 0 0,0 0 0,1-1 0,0 1 0,0-1 0,0 0 0,1 0 0,-1 0 0,0 0 0,1-1 0,6 3 0,-7-4 0,0 1 0,0-1 0,0 0 0,0 0 0,0-1 0,1 1 0,-1-1 0,0 0 0,0 0 0,0 0 0,0 0 0,1-1 0,-1 0 0,0 0 0,6-2 0,-4 0 0,0 0 0,0 0 0,-1 0 0,1-1 0,-1 0 0,0 0 0,0-1 0,0 1 0,4-7 0,3-5 0,-1 0 0,0-1 0,-2 0 0,0 0 0,12-33 0,1-20 0,-4-1 0,-3 0 0,-3-1 0,4-88 0,-15 154 0,0-5 0,-1 0 0,-1-22 0,1 33 0,0 0 0,0 0 0,0 0 0,0 0 0,0 0 0,0 0 0,-1 0 0,1 0 0,0 0 0,0 0 0,0 0 0,0 0 0,0 0 0,0 0 0,0 0 0,0 0 0,0 0 0,0 0 0,-1 0 0,1 0 0,0 0 0,0 0 0,0 0 0,0 0 0,0 0 0,0 0 0,0 0 0,0 0 0,0 0 0,0 0 0,-1 0 0,1 0 0,0 0 0,0 0 0,0 0 0,0 0 0,0 0 0,0 0 0,0 0 0,0-1 0,0 1 0,0 0 0,0 0 0,0 0 0,0 0 0,0 0 0,0 0 0,0 0 0,0 0 0,0 0 0,0 0 0,0-1 0,0 1 0,0 0 0,0 0 0,0 0 0,0 0 0,0 0 0,0 0 0,0 0 0,0 0 0,0 0 0,0 0 0,0-1 0,0 1 0,0 0 0,-4 11 0,-3 16 0,-1 26 0,3 1 0,2 64 0,4-90 0,2 1 0,0 0 0,2-1 0,1 0 0,17 51 0,-3-36-1365,0-9-5461</inkml:trace>
</inkml:ink>
</file>

<file path=ppt/ink/ink10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41.575"/>
    </inkml:context>
    <inkml:brush xml:id="br0">
      <inkml:brushProperty name="width" value="0.05" units="cm"/>
      <inkml:brushProperty name="height" value="0.05" units="cm"/>
    </inkml:brush>
  </inkml:definitions>
  <inkml:trace contextRef="#ctx0" brushRef="#br0">83 193 24575,'-20'-30'0,"16"25"0,0-1 0,0 0 0,-6-13 0,10 19 0,0-1 0,-1 1 0,1 0 0,0 0 0,0-1 0,0 1 0,0 0 0,0-1 0,0 1 0,0 0 0,0 0 0,0-1 0,0 1 0,0 0 0,0 0 0,0-1 0,0 1 0,0 0 0,1-1 0,-1 1 0,0 0 0,0 0 0,0-1 0,0 1 0,0 0 0,1 0 0,-1 0 0,0-1 0,0 1 0,0 0 0,1 0 0,-1 0 0,0-1 0,0 1 0,0 0 0,1 0 0,-1 0 0,0 0 0,0 0 0,1 0 0,-1 0 0,0 0 0,1-1 0,-1 1 0,0 0 0,0 0 0,1 0 0,-1 0 0,0 0 0,1 1 0,-1-1 0,0 0 0,0 0 0,1 0 0,-1 0 0,0 0 0,0 0 0,1 0 0,-1 1 0,24 6 0,-17-5 0,2 0 0,0-1 0,0 1 0,0-1 0,0-1 0,0 0 0,0 0 0,10-2 0,-17 2 0,0 0 0,0-1 0,0 1 0,0 0 0,0-1 0,0 0 0,0 1 0,0-1 0,0 0 0,0 0 0,0 0 0,-1 0 0,1 0 0,-1-1 0,1 1 0,0 0 0,-1-1 0,0 1 0,1-1 0,-1 0 0,0 1 0,0-1 0,0 0 0,0 0 0,0 0 0,0 1 0,-1-1 0,1 0 0,-1 0 0,1 0 0,-1 0 0,0 0 0,0 0 0,0 0 0,0-1 0,0 1 0,0-3 0,-1 1 0,0 1 0,0-1 0,0 0 0,0 1 0,-1-1 0,0 1 0,1 0 0,-1-1 0,0 1 0,0 0 0,-1 0 0,1 0 0,-1 0 0,0 1 0,1-1 0,-1 1 0,0-1 0,0 1 0,-1 0 0,1 0 0,0 0 0,-1 1 0,1-1 0,-1 1 0,0 0 0,-3-1 0,2 1 0,1 0 0,0 0 0,-1 1 0,1 0 0,0 0 0,-1 0 0,1 0 0,-1 0 0,1 1 0,0 0 0,0 0 0,-1 0 0,1 1 0,0-1 0,0 1 0,0 0 0,0 0 0,0 0 0,1 1 0,-1-1 0,1 1 0,-4 4 0,2-2 0,1 1 0,0-1 0,0 1 0,1 0 0,0 1 0,0-1 0,0 1 0,1-1 0,0 1 0,0 0 0,0-1 0,1 1 0,0 0 0,1 0 0,0 0 0,0 0 0,0 0 0,1 0 0,2 10 0,-2-9 0,1-1 0,0 1 0,1-1 0,0 0 0,0 0 0,1 0 0,-1-1 0,1 1 0,1-1 0,-1 0 0,1 0 0,0 0 0,1-1 0,-1 1 0,1-1 0,0-1 0,11 7 0,17 5-1365,-1-5-5461</inkml:trace>
</inkml:ink>
</file>

<file path=ppt/ink/ink10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41.911"/>
    </inkml:context>
    <inkml:brush xml:id="br0">
      <inkml:brushProperty name="width" value="0.05" units="cm"/>
      <inkml:brushProperty name="height" value="0.05" units="cm"/>
    </inkml:brush>
  </inkml:definitions>
  <inkml:trace contextRef="#ctx0" brushRef="#br0">23 264 24575,'-10'-38'0,"6"28"0,2 0 0,-4-19 0,6 29 0,0 0 0,0 0 0,0 1 0,0-1 0,1 0 0,-1 0 0,0 0 0,0 0 0,0 1 0,0-1 0,1 0 0,-1 0 0,0 0 0,0 0 0,0 0 0,1 0 0,-1 1 0,0-1 0,0 0 0,0 0 0,1 0 0,-1 0 0,0 0 0,0 0 0,1 0 0,-1 0 0,0 0 0,0 0 0,1 0 0,-1 0 0,0 0 0,0 0 0,0-1 0,1 1 0,-1 0 0,0 0 0,0 0 0,0 0 0,1 0 0,-1 0 0,0 0 0,0-1 0,0 1 0,0 0 0,1 0 0,-1 0 0,0 0 0,0-1 0,0 1 0,0 0 0,0 0 0,0 0 0,1-1 0,-1 1 0,0 0 0,0 0 0,0-1 0,0 1 0,0 0 0,0 0 0,0-1 0,0 1 0,0 0 0,0 0 0,0 0 0,0-1 0,16 17 0,-15-15 0,30 34 0,-1 2 0,-1 1 0,-3 2 0,32 61 0,-55-95 0,-1-1 0,1 1 0,-1 0 0,-1-1 0,1 1 0,-1 0 0,0 0 0,0 8 0,-1-12 0,0-1 0,0 0 0,0 0 0,0 1 0,0-1 0,-1 0 0,1 0 0,-1 0 0,1 1 0,-1-1 0,1 0 0,-1 0 0,1 0 0,-1 0 0,0 0 0,0 0 0,0 0 0,-1 1 0,1-1 0,-1 0 0,0 0 0,1-1 0,-1 1 0,0 0 0,0-1 0,1 1 0,-1-1 0,0 0 0,0 1 0,0-1 0,0 0 0,0 0 0,0 0 0,-3-1 0,0 0 0,0 0 0,1 0 0,-1-1 0,1 1 0,-1-1 0,1 0 0,-1 0 0,1-1 0,0 1 0,0-1 0,0 0 0,1 0 0,-1 0 0,1-1 0,-1 1 0,1-1 0,0 0 0,0 0 0,1 0 0,-1 0 0,1 0 0,0 0 0,-3-9 0,2 3 0,0 0 0,0 0 0,1-1 0,0 1 0,1-1 0,0 1 0,1-1 0,0 1 0,1-1 0,2-10 0,1 1 0,1 1 0,1 0 0,1 0 0,0 1 0,2 0 0,0 0 0,1 1 0,21-27 0,-22 31 0,1 1 0,1 0 0,0 1 0,1 0 0,0 1 0,1 0 0,0 1 0,1 0 0,-1 1 0,2 1 0,18-8 0,-27 13 0,1 0 0,-1 1 0,0 0 0,1 0 0,-1 0 0,0 1 0,1 0 0,-1 0 0,1 0 0,8 2 0,-12-1 0,-1 0 0,1 0 0,0 0 0,0 0 0,0 0 0,-1 0 0,1 1 0,-1-1 0,1 1 0,-1 0 0,0 0 0,1 0 0,-1 0 0,0 0 0,0 0 0,0 1 0,-1-1 0,1 1 0,-1-1 0,1 1 0,-1 0 0,0-1 0,0 1 0,1 3 0,-1 1-273,0-1 0,0 0 0,0 1 0,-1 7 0,-3 27-6553</inkml:trace>
</inkml:ink>
</file>

<file path=ppt/ink/ink10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43.433"/>
    </inkml:context>
    <inkml:brush xml:id="br0">
      <inkml:brushProperty name="width" value="0.05" units="cm"/>
      <inkml:brushProperty name="height" value="0.05" units="cm"/>
    </inkml:brush>
  </inkml:definitions>
  <inkml:trace contextRef="#ctx0" brushRef="#br0">196 339 24575,'12'-8'0,"0"0"0,0-2 0,-1 1 0,-1-1 0,1-1 0,-2 1 0,1-2 0,-2 1 0,11-18 0,-15 22 0,0 0 0,0-1 0,-1 1 0,0-1 0,0 0 0,-1 0 0,0 0 0,0 0 0,-1 0 0,0 0 0,-1 0 0,1-1 0,-2 1 0,1 0 0,-1 0 0,0 0 0,-5-15 0,5 19 0,0 1 0,-1-1 0,0 1 0,0 0 0,0 0 0,0-1 0,0 2 0,-1-1 0,1 0 0,-1 0 0,0 1 0,1-1 0,-1 1 0,-1 0 0,-3-2 0,1 1 0,1 1 0,-1-1 0,0 2 0,0-1 0,0 1 0,-1 0 0,1 0 0,-10 0 0,2 1 0,0 1 0,1 1 0,-1 0 0,0 1 0,1 0 0,0 1 0,-23 10 0,28-11 0,0 1 0,1 0 0,-1 1 0,1 0 0,0 0 0,0 1 0,1 0 0,-1 0 0,-9 13 0,14-17 0,1 1 0,-1 0 0,1 0 0,-1-1 0,1 1 0,0 1 0,0-1 0,0 0 0,1 0 0,-1 0 0,1 0 0,-1 0 0,1 1 0,0-1 0,0 0 0,1 0 0,-1 1 0,1-1 0,-1 0 0,1 0 0,0 0 0,0 0 0,1 0 0,-1 0 0,0 0 0,1 0 0,0-1 0,0 1 0,3 4 0,6 5 0,0 0 0,1-1 0,0 0 0,1-1 0,19 12 0,77 39 0,-84-48 0,78 40 0,-36-21 0,-2 3 0,81 58 0,-135-85 0,-1 0 0,0 1 0,0 1 0,-1 0 0,0 0 0,14 21 0,-21-27 0,0-1 0,-1 0 0,1 0 0,-1 1 0,0-1 0,1 1 0,-1 0 0,-1-1 0,1 1 0,-1 0 0,1-1 0,-1 1 0,0 0 0,0 0 0,-1-1 0,1 1 0,-1 0 0,0-1 0,0 1 0,0-1 0,0 1 0,0-1 0,-1 1 0,0-1 0,0 0 0,0 0 0,0 0 0,0 0 0,-4 4 0,-3 2 0,-1-1 0,0-1 0,0 1 0,-1-2 0,1 1 0,-2-1 0,1-1 0,0 0 0,-1-1 0,0 0 0,0-1 0,-17 3 0,-2-1 0,1-2 0,-1 0 0,-58-5 0,76 2 0,0-2 0,1 0 0,-1 0 0,1-1 0,0-1 0,-1 0 0,2-1 0,-13-6 0,18 8 0,1 0 0,0-1 0,0 1 0,0-1 0,1 0 0,-1 0 0,1-1 0,0 1 0,0-1 0,1 0 0,0 0 0,-1 0 0,1-1 0,1 1 0,-1-1 0,1 0 0,0 1 0,-2-13 0,3 4 0,0 0 0,0 0 0,2-1 0,0 1 0,0 0 0,2 0 0,0 0 0,0 0 0,1 0 0,7-15 0,6-10 0,2 0 0,25-39 0,-15 32 0,2 1 0,2 2 0,2 1 0,2 2 0,70-61 0,-98 94 0,0 0 0,0 1 0,19-10 0,-27 15 0,1 0 0,0 0 0,-1 0 0,1 0 0,0 1 0,0-1 0,0 1 0,-1-1 0,1 1 0,0 0 0,0 0 0,0 0 0,0 0 0,0 0 0,0 0 0,0 0 0,0 1 0,-1-1 0,1 1 0,0-1 0,0 1 0,0 0 0,-1-1 0,1 1 0,0 0 0,-1 0 0,1 1 0,-1-1 0,1 0 0,1 2 0,7 13 0,0-1 0,-1 1 0,-1 1 0,10 27 0,-4-9 0,99 286 0,-44-114 0,-65-197 0,15 37 0,-18-44 0,0-1 0,0 0 0,1 1 0,-1-1 0,1 0 0,0 0 0,-1 0 0,1 0 0,0 0 0,0 0 0,0-1 0,0 1 0,1-1 0,3 3 0,-5-4 0,-1 0 0,1 0 0,0 0 0,-1 0 0,1 0 0,-1 0 0,1 0 0,-1 0 0,1 0 0,-1 0 0,1 0 0,0 0 0,-1-1 0,1 1 0,-1 0 0,1 0 0,-1-1 0,0 1 0,1 0 0,-1-1 0,1 1 0,-1 0 0,1-1 0,-1 1 0,0-1 0,1 1 0,-1-1 0,0 1 0,0-1 0,1 1 0,-1-1 0,0 1 0,0-1 0,0 1 0,1-1 0,-1 1 0,0-1 0,0 1 0,0-1 0,0 1 0,0-1 0,0 0 0,0 0 0,-1-27 0,-3 9 0,-2 1 0,0-1 0,-1 1 0,-1 0 0,0 1 0,-2 0 0,-11-17 0,2 2 0,19 31 0,-1 0 0,1 0 0,0 0 0,-1 0 0,1 0 0,0 0 0,0 0 0,0 0 0,0 0 0,0 0 0,0 0 0,0-1 0,0 1 0,0 0 0,0 0 0,1 0 0,-1 0 0,0 0 0,1 0 0,-1 0 0,1 0 0,-1 0 0,1 0 0,-1 1 0,1-1 0,0 0 0,-1 0 0,1 0 0,0 1 0,0-1 0,0 0 0,0 1 0,-1-1 0,2 0 0,6-4 0,0 0 0,0 1 0,11-5 0,-6 3 0,29-14 0,-28 14 0,1 0 0,-1-1 0,0-1 0,-1 0 0,0-1 0,0 0 0,18-19 0,-31 28 0,0 0 0,0 0 0,0 0 0,0 0 0,0-1 0,0 1 0,0 0 0,0 0 0,0 0 0,0 0 0,1 0 0,-1-1 0,0 1 0,0 0 0,0 0 0,0 0 0,0 0 0,1 0 0,-1 0 0,0 0 0,0 0 0,0 0 0,0 0 0,1-1 0,-1 1 0,0 0 0,0 0 0,0 0 0,0 0 0,1 0 0,-1 0 0,0 0 0,0 0 0,0 0 0,0 0 0,1 1 0,-1-1 0,0 0 0,0 0 0,0 0 0,0 0 0,1 0 0,-1 0 0,0 0 0,0 0 0,0 0 0,0 0 0,0 1 0,0-1 0,1 0 0,-1 0 0,0 0 0,3 15 0,-3 25 0,0-35 0,0 14 0,1 0 0,0 0 0,8 32 0,-6-40 0,0-1 0,0 1 0,1-1 0,0 0 0,1-1 0,0 1 0,0-1 0,8 10 0,-12-17 0,1 0 0,0 0 0,-1-1 0,1 1 0,0 0 0,0 0 0,0-1 0,0 1 0,0-1 0,0 0 0,1 0 0,-1 0 0,0 0 0,1 0 0,-1 0 0,1 0 0,-1-1 0,1 1 0,-1-1 0,1 0 0,-1 0 0,1 0 0,-1 0 0,1 0 0,-1 0 0,1-1 0,-1 1 0,1-1 0,-1 0 0,0 0 0,1 0 0,-1 0 0,0 0 0,1 0 0,-1-1 0,2-1 0,2-1 0,-1-1 0,1 0 0,-1 0 0,0 0 0,-1-1 0,1 1 0,-1-1 0,0 0 0,-1 0 0,1-1 0,3-10 0,-1-1 0,-1 1 0,0-1 0,-2 0 0,0-1 0,-1 1 0,-1-1 0,-1-21 0,0 39 0,0 1 0,0-1 0,0 0 0,0 0 0,0 0 0,0 0 0,0 0 0,0 0 0,-1 0 0,1 0 0,0 0 0,-1 0 0,1 0 0,-1 1 0,1-1 0,-1 0 0,1 0 0,-2-1 0,1 3 0,1-1 0,-1 0 0,1 0 0,-1 1 0,1-1 0,-1 1 0,1-1 0,-1 0 0,1 1 0,0-1 0,-1 1 0,1-1 0,0 1 0,-1-1 0,1 1 0,0 0 0,0-1 0,-1 1 0,1-1 0,0 1 0,0-1 0,0 1 0,0 0 0,0-1 0,0 1 0,0-1 0,0 1 0,0 0 0,0-1 0,0 1 0,0 12 43,0-1 0,0 1-1,1-1 1,0 1 0,1-1-1,1 1 1,5 15 0,-6-22-150,0 1 0,0-1 1,1 0-1,0-1 0,0 1 1,0 0-1,1-1 0,0 0 1,0 1-1,0-2 0,1 1 1,0 0-1,-1-1 0,2 0 1,9 7-1,1-5-6719</inkml:trace>
</inkml:ink>
</file>

<file path=ppt/ink/ink10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44.015"/>
    </inkml:context>
    <inkml:brush xml:id="br0">
      <inkml:brushProperty name="width" value="0.05" units="cm"/>
      <inkml:brushProperty name="height" value="0.05" units="cm"/>
    </inkml:brush>
  </inkml:definitions>
  <inkml:trace contextRef="#ctx0" brushRef="#br0">381 498 24575,'-24'-37'0,"-42"-46"0,57 73 0,0 0 0,-1 1 0,0 0 0,-1 0 0,0 1 0,0 1 0,-1 0 0,-23-10 0,31 15 0,-1 0 0,1 1 0,-1 0 0,1 0 0,-1 0 0,1 1 0,-1-1 0,0 1 0,1 0 0,-1 0 0,0 1 0,1-1 0,-1 1 0,1 0 0,-1 1 0,1-1 0,-5 3 0,4-1 0,0 0 0,0 0 0,0 1 0,1-1 0,0 1 0,0 0 0,0 1 0,0-1 0,1 1 0,-1-1 0,1 1 0,0 0 0,-3 8 0,1 0 0,0 1 0,0-1 0,2 1 0,0 0 0,0 0 0,1 1 0,1-1 0,0 18 0,1-23 0,1-1 0,-1 1 0,2-1 0,-1 0 0,1 1 0,0-1 0,0 0 0,1 0 0,1 0 0,-1-1 0,1 1 0,0-1 0,1 0 0,-1 0 0,9 8 0,-8-10 0,0-2 0,0 1 0,1 0 0,-1-1 0,1 0 0,0 0 0,0-1 0,0 1 0,0-2 0,0 1 0,0 0 0,1-1 0,-1 0 0,0-1 0,1 1 0,-1-1 0,1-1 0,9 0 0,-4-1 0,-1 0 0,1-1 0,-1 0 0,0-1 0,0 0 0,0-1 0,0 0 0,-1-1 0,13-9 0,-13 8 0,0-2 0,0 1 0,-1-1 0,0-1 0,-1 0 0,0 0 0,-1 0 0,0-1 0,-1 0 0,7-14 0,-6 8 0,-1-1 0,-1 0 0,0-1 0,-1 1 0,-1-1 0,1-22 0,-4-5 0,-2 1 0,-2 0 0,-1 0 0,-23-85 0,26 121 0,1 6 0,1 0 0,-1 0 0,0 0 0,0 1 0,0-1 0,0 0 0,0 1 0,-1-1 0,-2-3 0,4 6 0,0 0 0,0 0 0,-1 0 0,1 0 0,0 0 0,0 0 0,0 0 0,-1 0 0,1 1 0,0-1 0,0 0 0,0 0 0,-1 0 0,1 0 0,0 0 0,0 1 0,0-1 0,0 0 0,-1 0 0,1 0 0,0 1 0,0-1 0,0 0 0,0 0 0,0 0 0,0 1 0,0-1 0,0 0 0,0 0 0,0 1 0,0-1 0,0 0 0,0 0 0,0 1 0,0-1 0,0 0 0,0 0 0,0 1 0,0-1 0,-2 14 0,3 15 0,1 0 0,1 0 0,2-1 0,11 40 0,42 109 0,-45-144 171,20 39 0,-28-63-361,0 0 0,0 0 1,1 0-1,1-1 0,0 0 1,0 0-1,0-1 1,15 11-1,-1-5-6636</inkml:trace>
</inkml:ink>
</file>

<file path=ppt/ink/ink1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45.133"/>
    </inkml:context>
    <inkml:brush xml:id="br0">
      <inkml:brushProperty name="width" value="0.05" units="cm"/>
      <inkml:brushProperty name="height" value="0.05" units="cm"/>
    </inkml:brush>
  </inkml:definitions>
  <inkml:trace contextRef="#ctx0" brushRef="#br0">1 459 24575,'0'-1'0,"0"0"0,0 0 0,1 0 0,-1 0 0,0 0 0,1 0 0,-1 0 0,1 1 0,-1-1 0,1 0 0,0 0 0,-1 1 0,1-1 0,0 0 0,-1 1 0,1-1 0,0 0 0,0 1 0,0-1 0,-1 1 0,1-1 0,0 1 0,0 0 0,0-1 0,0 1 0,0 0 0,0 0 0,0 0 0,0 0 0,0 0 0,0 0 0,0 0 0,1 0 0,42 1 0,-31 0 0,-10 0 0,-1-1 0,0 0 0,1 0 0,-1 0 0,0-1 0,0 1 0,1 0 0,-1-1 0,0 0 0,0 1 0,0-1 0,1 0 0,-1 0 0,0 0 0,0 0 0,-1-1 0,1 1 0,0 0 0,0-1 0,2-3 0,-2 2 0,0 0 0,0 0 0,-1 0 0,0-1 0,0 1 0,0-1 0,0 1 0,0-1 0,-1 1 0,1-1 0,-1 1 0,0-1 0,0-3 0,-1-4 0,0 1 0,-1-1 0,0 1 0,0 0 0,-5-12 0,6 18 0,-1-1 0,0 1 0,0 0 0,0 0 0,0 0 0,-1 0 0,1 0 0,-1 0 0,0 1 0,0-1 0,0 1 0,-1 0 0,1 0 0,-5-3 0,7 6 0,0-1 0,0 1 0,0-1 0,0 1 0,0-1 0,-1 1 0,1 0 0,0 0 0,0-1 0,0 1 0,0 0 0,0 0 0,0 0 0,-1 0 0,1 1 0,0-1 0,0 0 0,0 0 0,0 1 0,0-1 0,0 0 0,0 1 0,0-1 0,-2 2 0,1-1 0,1 1 0,-1 0 0,0 0 0,0 0 0,1 0 0,-1 0 0,1 0 0,-1 1 0,1-1 0,-1 3 0,-3 6 0,2 0 0,0 0 0,-3 20 0,2-4 0,1 0 0,2 0 0,3 45 0,-1-60 0,0 0 0,1 0 0,1-1 0,0 1 0,0-1 0,1 1 0,1-1 0,0-1 0,0 1 0,14 18 0,-16-25 0,0 0 0,1 0 0,0 0 0,0-1 0,0 1 0,0-1 0,0 0 0,1 0 0,-1-1 0,1 0 0,0 1 0,0-1 0,-1-1 0,2 1 0,-1-1 0,0 0 0,0 0 0,0 0 0,0-1 0,1 0 0,-1 0 0,0 0 0,0-1 0,0 0 0,1 0 0,-1 0 0,9-4 0,-4 2 0,0-2 0,-1 1 0,0-1 0,0 0 0,-1-1 0,1 0 0,-1-1 0,0 1 0,-1-2 0,0 1 0,0-1 0,0 0 0,6-11 0,-5 5 0,0 1 0,-1-1 0,-1 0 0,0-1 0,-1 0 0,-1 0 0,0 0 0,-1 0 0,0 0 0,-2-1 0,0 1 0,-1-31 0,3 68 0,8 51 0,-9-64 0,1-1 0,-1 1 0,2-1 0,-1 1 0,1-1 0,6 10 0,-10-17 0,1 0 0,-1 0 0,1 0 0,0 0 0,0-1 0,-1 1 0,1 0 0,0 0 0,0 0 0,0-1 0,0 1 0,0 0 0,0-1 0,0 1 0,0-1 0,0 1 0,0-1 0,0 0 0,0 1 0,0-1 0,1 0 0,-1 0 0,0 1 0,0-1 0,2-1 0,-1 1 0,1-1 0,-1 0 0,0 0 0,0 0 0,0 0 0,0 0 0,-1 0 0,1 0 0,0-1 0,0 1 0,-1-1 0,3-2 0,4-6 0,0-1 0,-1 1 0,9-19 0,-16 28 0,30-66 0,-12 119 0,-16-45 0,19 70 0,-18-69 0,1 0 0,-1 0 0,1 0 0,1 0 0,-1 0 0,12 12 0,-15-19 0,1 1 0,-1 0 0,1-1 0,0 0 0,-1 1 0,1-1 0,0 0 0,0 0 0,0 0 0,0 0 0,0 0 0,0-1 0,1 1 0,-1-1 0,0 1 0,0-1 0,0 0 0,1 0 0,-1 0 0,0 0 0,0 0 0,0 0 0,1 0 0,-1-1 0,0 1 0,0-1 0,0 0 0,0 0 0,0 0 0,0 0 0,0 0 0,0 0 0,0 0 0,0 0 0,-1-1 0,3-1 0,4-4 0,0-1 0,-1 1 0,0-1 0,0-1 0,0 1 0,5-11 0,-1-1 0,-1-1 0,-1 0 0,0-1 0,-2 1 0,0-1 0,6-43 0,-9 31 0,-1-1 0,-2 0 0,-5-65 0,3 89 0,0 0 0,0 0 0,-1 0 0,-1 0 0,0 1 0,0-1 0,-1 1 0,-9-17 0,13 26 0,0 0 0,0 1 0,-1-1 0,1 1 0,0-1 0,0 1 0,-1-1 0,1 1 0,0 0 0,-1-1 0,1 1 0,0-1 0,-1 1 0,1 0 0,-1-1 0,1 1 0,-1 0 0,1-1 0,-1 1 0,1 0 0,-1 0 0,1-1 0,-1 1 0,1 0 0,-1 0 0,1 0 0,-1 0 0,1 0 0,-1 0 0,1 0 0,-1 0 0,0 0 0,1 0 0,-1 0 0,1 0 0,-1 0 0,1 0 0,-1 0 0,1 1 0,-1-1 0,1 0 0,-1 0 0,1 1 0,-1-1 0,1 0 0,-1 1 0,1-1 0,0 0 0,-1 1 0,1-1 0,-1 1 0,1-1 0,0 0 0,-1 1 0,1-1 0,0 1 0,0-1 0,0 1 0,-1 0 0,1-1 0,0 1 0,0 0 0,-2 5 0,0 0 0,0-1 0,1 1 0,-1 12 0,1 28 0,2-1 0,2 1 0,2-1 0,2 0 0,23 76 0,-20-90-1365,0-7-5461</inkml:trace>
</inkml:ink>
</file>

<file path=ppt/ink/ink1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45.289"/>
    </inkml:context>
    <inkml:brush xml:id="br0">
      <inkml:brushProperty name="width" value="0.05" units="cm"/>
      <inkml:brushProperty name="height" value="0.05" units="cm"/>
    </inkml:brush>
  </inkml:definitions>
  <inkml:trace contextRef="#ctx0" brushRef="#br0">4 44 24575,'-2'-5'0,"1"-3"0,6-2 0,7 2 0,6 2 0,4 3 0,7 0 0,4 2 0,2 1 0,-4 0-8191</inkml:trace>
</inkml:ink>
</file>

<file path=ppt/ink/ink1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46.656"/>
    </inkml:context>
    <inkml:brush xml:id="br0">
      <inkml:brushProperty name="width" value="0.05" units="cm"/>
      <inkml:brushProperty name="height" value="0.05" units="cm"/>
    </inkml:brush>
  </inkml:definitions>
  <inkml:trace contextRef="#ctx0" brushRef="#br0">95 1 24575,'-2'0'0,"-4"0"0,-2 0 0,-1 0 0,2 2 0,2 6 0,1 4 0,2 5 0,-1 6 0,-3 6 0,-4 7 0,-7 0 0,1-5-8191</inkml:trace>
</inkml:ink>
</file>

<file path=ppt/ink/ink1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49.495"/>
    </inkml:context>
    <inkml:brush xml:id="br0">
      <inkml:brushProperty name="width" value="0.05" units="cm"/>
      <inkml:brushProperty name="height" value="0.05" units="cm"/>
    </inkml:brush>
  </inkml:definitions>
  <inkml:trace contextRef="#ctx0" brushRef="#br0">360 421 24575,'34'-34'0,"46"-62"0,-65 75 0,0-2 0,-1 1 0,-2-2 0,14-34 0,-23 51 0,-1 0 0,0-1 0,0 1 0,-1 0 0,0-1 0,0 1 0,-1-1 0,0-12 0,-1 17 0,1 0 0,-1 0 0,1 1 0,-1-1 0,0 0 0,0 1 0,0-1 0,0 0 0,-1 1 0,1-1 0,-1 1 0,1 0 0,-1 0 0,0-1 0,0 1 0,0 0 0,0 1 0,0-1 0,-1 0 0,1 0 0,-1 1 0,1 0 0,-1-1 0,1 1 0,-6-1 0,0 0 0,0 0 0,0 1 0,0 0 0,0 1 0,-1 0 0,1 0 0,0 0 0,0 1 0,-17 4 0,-3 3 0,-39 16 0,36-12 0,2 1 0,0 2 0,0 1 0,2 1 0,0 1 0,1 1 0,0 1 0,-27 30 0,48-44 0,0 0 0,-1 1 0,2 0 0,-1 0 0,1 0 0,0 0 0,1 1 0,0-1 0,0 1 0,-2 9 0,4-13 0,1 0 0,-1 0 0,1 0 0,0 0 0,0 0 0,0 0 0,1 0 0,0 0 0,-1 0 0,1 0 0,1 0 0,-1 0 0,1 0 0,-1-1 0,1 1 0,0 0 0,0-1 0,1 0 0,-1 1 0,1-1 0,-1 0 0,5 4 0,5 3 0,1-1 0,-1 0 0,2 0 0,-1-2 0,1 1 0,25 8 0,97 25 0,-84-26 0,-11-4 0,102 34 0,-126-39 0,1 2 0,-1 0 0,-1 1 0,0 1 0,26 19 0,-39-27 0,-1 0 0,1 1 0,-1-1 0,0 0 0,1 1 0,-1 0 0,0-1 0,0 1 0,-1 0 0,1 0 0,-1 0 0,1 0 0,-1 0 0,0 0 0,0 0 0,0 1 0,-1-1 0,1 0 0,-1 0 0,0 1 0,0-1 0,0 0 0,0 1 0,0-1 0,-1 0 0,0 1 0,1-1 0,-1 0 0,0 0 0,-1 0 0,1 0 0,-1 0 0,1 0 0,-1 0 0,0 0 0,0 0 0,0-1 0,0 1 0,-5 3 0,-3 4 0,-1-1 0,0-1 0,0 0 0,-1 0 0,0-1 0,0 0 0,-1-1 0,-18 6 0,-7 0 0,-67 13 0,63-17 0,-71 4 0,97-12 0,1 0 0,0-1 0,-1 0 0,1-1 0,0-1 0,0-1 0,0 0 0,-15-7 0,27 11 0,1-1 0,0 0 0,-1 0 0,1 0 0,0-1 0,0 1 0,0 0 0,0-1 0,0 0 0,0 1 0,0-1 0,0 0 0,1 0 0,-1 0 0,1 0 0,0 0 0,-1 0 0,1-1 0,0 1 0,0 0 0,0-1 0,1 1 0,-2-4 0,2 3 0,1 0 0,-1 1 0,1-1 0,-1 0 0,1 0 0,0 1 0,0-1 0,0 1 0,0-1 0,1 0 0,-1 1 0,1 0 0,-1-1 0,1 1 0,0 0 0,0 0 0,0 0 0,0 0 0,0 0 0,4-2 0,0-1 29,1 1-1,0-1 1,0 1-1,0 1 0,0-1 1,0 1-1,1 0 1,-1 1-1,1 0 1,0 0-1,8 0 1,-9 1-151,-1 1 0,1 0 0,0 1 0,-1 0 0,1 0 0,-1 0 0,0 1 0,1 0 0,-1 0 1,0 0-1,0 1 0,0 0 0,9 6 0,-2 1-6704</inkml:trace>
</inkml:ink>
</file>

<file path=ppt/ink/ink1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50.827"/>
    </inkml:context>
    <inkml:brush xml:id="br0">
      <inkml:brushProperty name="width" value="0.05" units="cm"/>
      <inkml:brushProperty name="height" value="0.05" units="cm"/>
    </inkml:brush>
  </inkml:definitions>
  <inkml:trace contextRef="#ctx0" brushRef="#br0">25 517 24575,'12'-62'0,"-11"61"0,-1 0 0,1 0 0,0 1 0,-1-1 0,1 0 0,0 0 0,0 0 0,0 1 0,0-1 0,0 0 0,-1 1 0,1-1 0,0 1 0,0-1 0,0 1 0,0 0 0,1-1 0,-1 1 0,0 0 0,1 0 0,30-5 0,-14 3 0,-13 1 0,0 0 0,0-1 0,0 0 0,0 0 0,0 0 0,-1 0 0,1-1 0,-1 0 0,0 0 0,7-6 0,-10 8 0,0 0 0,0-1 0,0 1 0,0 0 0,0-1 0,0 1 0,0-1 0,-1 1 0,1-1 0,0 1 0,-1-1 0,1 1 0,-1-1 0,0 0 0,1 1 0,-1-1 0,0 0 0,0 1 0,0-1 0,0 0 0,0 1 0,-1-1 0,1 0 0,0 1 0,-1-1 0,1 1 0,-1-1 0,0 0 0,1 1 0,-1-1 0,0 1 0,0 0 0,0-1 0,0 1 0,0 0 0,-2-2 0,-1-1 0,-1 0 0,1 0 0,-1 0 0,0 1 0,-1 0 0,1 0 0,0 0 0,-1 0 0,0 1 0,0 0 0,1 0 0,-1 1 0,-10-2 0,13 3 0,0-1 0,0 1 0,0 0 0,0-1 0,1 1 0,-1 1 0,0-1 0,0 0 0,0 1 0,1-1 0,-1 1 0,0 0 0,0 0 0,1 0 0,-1 0 0,1 1 0,-1-1 0,1 1 0,-1-1 0,1 1 0,0 0 0,0 0 0,0 0 0,0 0 0,0 0 0,0 0 0,1 1 0,-1-1 0,1 1 0,-3 4 0,4-4 0,-1 1 0,0-1 0,1 1 0,0-1 0,0 1 0,0-1 0,0 1 0,0-1 0,1 1 0,0-1 0,0 1 0,0-1 0,0 1 0,0-1 0,0 0 0,1 0 0,0 0 0,0 0 0,0 0 0,0 0 0,0 0 0,0 0 0,1-1 0,-1 1 0,5 2 0,1 1 0,-1 0 0,1 0 0,0-1 0,0 0 0,1 0 0,0-1 0,0 0 0,12 3 0,-11-4 0,1 0 0,0-1 0,0-1 0,0 0 0,0 0 0,0-1 0,1 0 0,-1-1 0,13-3 0,-22 4 0,-1-1 0,0 1 0,1-1 0,-1 0 0,0 1 0,1-1 0,-1 0 0,0 0 0,0 0 0,0 0 0,0 0 0,0-1 0,0 1 0,0 0 0,0 0 0,0-1 0,0 1 0,-1 0 0,1-1 0,-1 1 0,1-1 0,-1 1 0,1 0 0,-1-1 0,0 0 0,0 1 0,0-1 0,0-1 0,0-6 0,-1 0 0,0 0 0,-4-16 0,1 7 0,3 10 0,0 0 0,1 0 0,0 0 0,0 0 0,0 0 0,1-1 0,1 2 0,-1-1 0,1 0 0,1 0 0,-1 0 0,1 1 0,0-1 0,6-7 0,-7 11 0,1 0 0,0 0 0,0 0 0,0 1 0,1-1 0,-1 1 0,1 0 0,0 0 0,0 0 0,0 0 0,0 1 0,0-1 0,1 1 0,-1 0 0,1 0 0,-1 1 0,1 0 0,0-1 0,0 2 0,-1-1 0,1 0 0,0 1 0,0 0 0,7 1 0,-1 0 0,-1 2 0,0-1 0,1 1 0,-1 1 0,0 0 0,-1 0 0,1 1 0,-1 0 0,0 1 0,0 0 0,14 13 0,-14-11 0,0 0 0,0 1 0,-1 0 0,0 1 0,-1-1 0,0 2 0,-1-1 0,0 1 0,9 22 0,-14-30 0,0-1 0,0 1 0,-1-1 0,1 0 0,-1 1 0,1 0 0,-1-1 0,0 1 0,0-1 0,-1 1 0,1-1 0,0 1 0,-1-1 0,1 1 0,-1-1 0,0 1 0,0-1 0,-1 3 0,1-3 0,-1-1 0,1 0 0,0 0 0,0 0 0,0 0 0,-1 0 0,1 0 0,-1 0 0,1-1 0,0 1 0,-1 0 0,1-1 0,-1 1 0,0-1 0,1 1 0,-1-1 0,1 0 0,-1 0 0,0 0 0,1 0 0,-1 0 0,1 0 0,-1 0 0,0 0 0,1-1 0,-1 1 0,1-1 0,-1 1 0,-2-2 0,-1 0 0,-1 0 0,1-1 0,-1 0 0,1 0 0,0 0 0,0 0 0,0-1 0,0 0 0,1 0 0,0 0 0,0 0 0,0-1 0,0 0 0,1 0 0,-1 0 0,1 0 0,0 0 0,1-1 0,0 1 0,-1-1 0,2 1 0,-1-1 0,1 0 0,0 0 0,0 0 0,0 0 0,1 0 0,0 0 0,0 0 0,1 0 0,-1 0 0,1 0 0,1 0 0,-1 0 0,1 1 0,0-1 0,0 0 0,1 1 0,-1 0 0,1-1 0,1 1 0,6-8 0,-2 4 0,1 0 0,0 1 0,0 0 0,1 0 0,0 1 0,0 0 0,0 1 0,1 1 0,0-1 0,1 2 0,-1-1 0,23-4 0,-11 4 0,1 1 0,0 2 0,1 0 0,-1 1 0,37 4 0,-60-3 0,1 0 0,0 1 0,0-1 0,-1 0 0,1 0 0,0 1 0,0-1 0,-1 1 0,1 0 0,0-1 0,-1 1 0,1 0 0,-1 0 0,1 0 0,-1 0 0,1 0 0,-1 0 0,0 1 0,1-1 0,-1 0 0,0 1 0,1 1 0,0 1 0,-1 0 0,0 0 0,0 0 0,0 0 0,-1 0 0,1 0 0,-1 8 0,2 17 0,-1-24 0,0 1 0,1 0 0,-1-1 0,1 0 0,0 1 0,1-1 0,-1 0 0,1 0 0,0 0 0,1 0 0,-1-1 0,1 1 0,4 4 0,-5-7 0,0 0 0,-1 0 0,1 0 0,0 0 0,0-1 0,0 1 0,1-1 0,-1 0 0,0 0 0,0 0 0,1 0 0,-1 0 0,1-1 0,-1 1 0,0-1 0,1 0 0,-1 0 0,1-1 0,-1 1 0,0-1 0,1 1 0,-1-1 0,4-2 0,2 0 0,0 0 0,-1-1 0,0 0 0,1 0 0,-2-1 0,1 0 0,0-1 0,-1 1 0,10-11 0,-14 12 0,0 1 0,0-1 0,0 0 0,0 0 0,-1 0 0,0-1 0,0 1 0,0 0 0,0-1 0,-1 1 0,0-1 0,1 0 0,-2 1 0,1-1 0,0 0 0,-1 1 0,0-1 0,0 0 0,-2-9 0,1 7 0,0 1 0,-1-1 0,0 0 0,0 1 0,0 0 0,-1-1 0,0 1 0,0 0 0,-1 0 0,1 1 0,-1-1 0,-1 1 0,-7-8 0,12 13 0,0 0 0,0 0 0,0-1 0,0 1 0,0 0 0,0 0 0,0 0 0,0 0 0,0 0 0,0 0 0,0 0 0,0 0 0,0-1 0,-1 1 0,1 0 0,0 0 0,0 0 0,0 0 0,0 0 0,0 0 0,0 0 0,0 0 0,0 0 0,-1 0 0,1 0 0,0 0 0,0 0 0,0 0 0,0 0 0,0 0 0,0 0 0,0 0 0,-1 0 0,1 0 0,0 0 0,0 0 0,0 0 0,0 0 0,0 0 0,0 0 0,0 0 0,-1 0 0,1 0 0,0 0 0,0 0 0,0 0 0,0 0 0,0 0 0,0 1 0,0-1 0,0 0 0,0 0 0,-1 0 0,1 0 0,0 0 0,0 0 0,0 0 0,0 1 0,3 9 0,7 13 0,6 7 0,38 52 0,-48-74 0,0-1 0,-1 0 0,2-1 0,-1 1 0,1-1 0,0-1 0,0 1 0,1-1 0,0 0 0,0-1 0,0 0 0,13 5 0,-18-8 0,0-1 0,1 1 0,-1-1 0,0 1 0,1-1 0,-1 0 0,0 0 0,1 0 0,-1 0 0,0-1 0,1 0 0,-1 1 0,0-1 0,0 0 0,0-1 0,1 1 0,-1 0 0,3-3 0,-2 1 0,-1 0 0,1-1 0,0 1 0,-1-1 0,0 1 0,0-1 0,0 0 0,0-1 0,-1 1 0,0 0 0,3-6 0,-1-1 0,-1 0 0,0 0 0,0 0 0,-1 0 0,0 0 0,-1 0 0,-1-1 0,0 1 0,0 0 0,-3-12 0,2 12 0,-2 0 0,1 1 0,-2-1 0,1 1 0,-2 0 0,-5-12 0,18 66 0,3-11 171,19 37 0,-24-59-385,-1-1 1,2 0 0,-1 0-1,1 0 1,1-1 0,0 0-1,11 10 1,-7-10-6613</inkml:trace>
</inkml:ink>
</file>

<file path=ppt/ink/ink1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50.995"/>
    </inkml:context>
    <inkml:brush xml:id="br0">
      <inkml:brushProperty name="width" value="0.05" units="cm"/>
      <inkml:brushProperty name="height" value="0.05" units="cm"/>
    </inkml:brush>
  </inkml:definitions>
  <inkml:trace contextRef="#ctx0" brushRef="#br0">87 44 24575,'-7'-10'0,"-5"-2"0,-3-1 0,-3 6 0,0 6 0,7 7 0,5 4-8191</inkml:trace>
</inkml:ink>
</file>

<file path=ppt/ink/ink1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51.281"/>
    </inkml:context>
    <inkml:brush xml:id="br0">
      <inkml:brushProperty name="width" value="0.05" units="cm"/>
      <inkml:brushProperty name="height" value="0.05" units="cm"/>
    </inkml:brush>
  </inkml:definitions>
  <inkml:trace contextRef="#ctx0" brushRef="#br0">106 1 24575,'1'0'0,"13"3"0,1-1 0,0 0 0,-1-1 0,31-2 0,-43 0 0,-10 1 0,-16 3 0,3 3 0,0 0 0,-30 14 0,44-17 0,0 1 0,0 0 0,0 0 0,1 1 0,0-1 0,0 1 0,0 1 0,0-1 0,1 1 0,-7 9 0,10-13 0,1 1 0,0-1 0,0 1 0,-1-1 0,1 1 0,1-1 0,-1 1 0,0 0 0,1-1 0,-1 1 0,1 0 0,0 0 0,0-1 0,0 1 0,0 0 0,1 0 0,-1-1 0,1 1 0,-1 0 0,1-1 0,0 1 0,0 0 0,0-1 0,1 1 0,-1-1 0,0 0 0,1 1 0,0-1 0,-1 0 0,1 0 0,0 0 0,0 0 0,0 0 0,3 1 0,4 4 0,0-1 0,0 0 0,0 0 0,1-1 0,0-1 0,0 1 0,16 3 0,-6-3-273,0-1 0,0-1 0,1-1 0,29-1 0,-11-3-6553</inkml:trace>
</inkml:ink>
</file>

<file path=ppt/ink/ink1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51.715"/>
    </inkml:context>
    <inkml:brush xml:id="br0">
      <inkml:brushProperty name="width" value="0.05" units="cm"/>
      <inkml:brushProperty name="height" value="0.05" units="cm"/>
    </inkml:brush>
  </inkml:definitions>
  <inkml:trace contextRef="#ctx0" brushRef="#br0">205 86 24575,'-12'10'0,"4"-4"0,0 0 0,1 1 0,-1-1 0,2 1 0,-1 1 0,1-1 0,0 1 0,-9 16 0,14-23 0,1 0 0,-1 0 0,1 0 0,0 0 0,-1 0 0,1 0 0,0 0 0,0 1 0,0-1 0,-1 0 0,1 0 0,0 0 0,1 0 0,-1 0 0,0 0 0,0 0 0,0 1 0,1-1 0,-1 0 0,1 0 0,-1 0 0,1 0 0,-1 0 0,1 0 0,-1 0 0,1 0 0,0-1 0,0 1 0,-1 0 0,1 0 0,0 0 0,0-1 0,0 1 0,0-1 0,0 1 0,0 0 0,0-1 0,0 0 0,0 1 0,0-1 0,0 1 0,0-1 0,0 0 0,0 0 0,2 0 0,7 2 0,0-1 0,0-1 0,0 1 0,11-2 0,-13 0 0,-3 1 0,1-1 0,0 0 0,-1-1 0,1 1 0,-1-1 0,1 0 0,-1 0 0,0-1 0,1 1 0,-1-1 0,-1-1 0,1 1 0,0-1 0,-1 1 0,0-1 0,0 0 0,0-1 0,0 1 0,-1-1 0,6-10 0,-7 12 0,0 0 0,0-1 0,-1 0 0,1 1 0,-1-1 0,0 0 0,0 0 0,0 0 0,-1 0 0,0 0 0,1 1 0,-1-1 0,0 0 0,-1 0 0,1 0 0,-1 0 0,0 0 0,0 0 0,0 0 0,0 1 0,-1-1 0,0 0 0,1 1 0,-1 0 0,0-1 0,-1 1 0,1 0 0,-1 0 0,1 0 0,-1 0 0,-4-3 0,2 3 0,1-1 0,-1 1 0,0 1 0,0-1 0,0 1 0,-1 0 0,1 0 0,0 0 0,-1 1 0,0 0 0,1 0 0,-1 1 0,1-1 0,-1 1 0,0 0 0,1 1 0,-1-1 0,0 1 0,1 0 0,-1 0 0,1 1 0,0 0 0,-1 0 0,-7 4 0,2 0 0,0 0 0,0 0 0,0 1 0,1 1 0,0-1 0,1 2 0,-1 0 0,2 0 0,-16 20 0,19-21 0,0 0 0,0 0 0,1 1 0,0 0 0,0 0 0,1 0 0,0 0 0,1 0 0,0 1 0,0-1 0,1 1 0,1 0 0,-1-1 0,1 1 0,3 17 0,-1-20 0,-1 0 0,2 0 0,-1 0 0,1 0 0,0 0 0,0-1 0,1 1 0,-1-1 0,2 0 0,-1 0 0,1 0 0,0 0 0,0-1 0,0 0 0,1 0 0,-1 0 0,1-1 0,1 0 0,-1 0 0,0-1 0,8 4 0,-2-3 38,0 0 0,0 0 0,0-2 0,1 1 0,-1-1 0,1-1 0,-1 0 0,22-2 0,-11-1-465,0-1 0,-1-1 1,40-12-1,-11-2-6399</inkml:trace>
</inkml:ink>
</file>

<file path=ppt/ink/ink1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52.091"/>
    </inkml:context>
    <inkml:brush xml:id="br0">
      <inkml:brushProperty name="width" value="0.05" units="cm"/>
      <inkml:brushProperty name="height" value="0.05" units="cm"/>
    </inkml:brush>
  </inkml:definitions>
  <inkml:trace contextRef="#ctx0" brushRef="#br0">352 461 24575,'0'-57'0,"2"-4"0,-3 0 0,-3 0 0,-17-86 0,20 139 0,-1 0 0,-1 1 0,1-1 0,-1 1 0,-6-10 0,9 16 0,-1-1 0,0 1 0,0 0 0,1 0 0,-1 0 0,0 0 0,0 0 0,0 0 0,0 0 0,0 0 0,0 0 0,-1 0 0,1 0 0,0 1 0,0-1 0,-1 1 0,1-1 0,0 1 0,-1-1 0,1 1 0,0 0 0,-1-1 0,1 1 0,-1 0 0,1 0 0,0 0 0,-1 0 0,1 0 0,-1 1 0,1-1 0,0 0 0,-1 0 0,1 1 0,0-1 0,-1 1 0,1 0 0,0-1 0,-2 2 0,-5 3 0,0 1 0,0 1 0,0-1 0,1 1 0,0 0 0,0 1 0,-7 11 0,-38 65 0,50-81 0,-20 36 0,1 1 0,2 1 0,3 0 0,0 1 0,3 1 0,-14 82 0,25-105 0,0 0 0,2 0 0,0 0 0,1 1 0,1-1 0,1 0 0,9 31 0,-8-37 0,1-1 0,1 1 0,0-1 0,1 0 0,1-1 0,0 0 0,0 0 0,1-1 0,1 0 0,0 0 0,18 15 0,-15-16 38,0-1 0,0-1 0,1 0 0,0 0 0,0-1 0,1-1 0,0-1 0,28 7 0,-22-8-323,1-1 1,-1-1-1,1 0 1,-1-2-1,42-5 1,-7-4-6542</inkml:trace>
</inkml:ink>
</file>

<file path=ppt/ink/ink1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52.959"/>
    </inkml:context>
    <inkml:brush xml:id="br0">
      <inkml:brushProperty name="width" value="0.05" units="cm"/>
      <inkml:brushProperty name="height" value="0.05" units="cm"/>
    </inkml:brush>
  </inkml:definitions>
  <inkml:trace contextRef="#ctx0" brushRef="#br0">158 656 24575,'0'-11'0,"-1"0"0,0 0 0,-1 0 0,0 1 0,-1-1 0,0 1 0,-7-15 0,9 21 0,-1 1 0,1-1 0,-1 1 0,0 0 0,0-1 0,-1 1 0,1 0 0,0 0 0,-1 0 0,0 1 0,0-1 0,0 0 0,0 1 0,0 0 0,0 0 0,0 0 0,-1 0 0,1 0 0,-1 1 0,0 0 0,1 0 0,-1 0 0,0 0 0,-4 0 0,6 1 0,0 0 0,0 0 0,1 1 0,-1-1 0,0 1 0,0-1 0,0 1 0,0 0 0,1 0 0,-1 0 0,0 0 0,1 0 0,-1 0 0,1 0 0,-1 0 0,1 1 0,-1-1 0,1 1 0,0-1 0,0 1 0,0-1 0,0 1 0,0 0 0,0 0 0,0-1 0,0 1 0,0 4 0,-2 4 0,0 1 0,0 0 0,0 18 0,2-25 0,-2 23 0,1 0 0,1-1 0,1 1 0,5 39 0,-4-63 0,-1-1 0,1 1 0,-1 0 0,1 0 0,0-1 0,0 1 0,1-1 0,-1 1 0,0-1 0,1 1 0,-1-1 0,1 0 0,0 1 0,0-1 0,0 0 0,3 2 0,-3-3 0,0 0 0,0 0 0,0 0 0,1 0 0,-1 0 0,0 0 0,1-1 0,-1 1 0,1-1 0,-1 0 0,0 0 0,1 0 0,-1 0 0,1 0 0,3-1 0,1 0 0,-1-1 0,1-1 0,0 1 0,0-1 0,-1 0 0,0 0 0,1-1 0,-1 0 0,-1 0 0,1-1 0,7-7 0,-5 4 0,-1 0 0,-1-1 0,0 0 0,0 0 0,0-1 0,-1 1 0,-1-1 0,4-11 0,-6 17 0,-1 1 0,0-1 0,0 0 0,0 0 0,0 0 0,0 0 0,-1 0 0,0 0 0,0 0 0,0 0 0,0 0 0,-1 0 0,0 0 0,0 0 0,0 0 0,0 0 0,0 0 0,-1 1 0,1-1 0,-1 0 0,0 1 0,0-1 0,-1 1 0,-4-6 0,6 8 0,0 0 0,0 0 0,-1 0 0,1 1 0,0-1 0,0 0 0,-1 0 0,1 1 0,-1-1 0,1 1 0,0-1 0,-1 1 0,1-1 0,-1 1 0,1 0 0,-1 0 0,1 0 0,-1 0 0,1 0 0,-1 0 0,1 0 0,-1 0 0,1 1 0,-4 0 0,10-3 0,1-1 0,-1 1 0,1 0 0,-1 1 0,1 0 0,0-1 0,10 1 0,44-1 0,-51 2 0,-1 1 0,1 0 0,-1 0 0,1 1 0,-1 0 0,0 1 0,0 0 0,0 0 0,0 0 0,0 1 0,-1 0 0,1 1 0,6 5 0,-9-6 0,-1 0 0,0 1 0,1-1 0,-2 1 0,1 0 0,0 0 0,-1 0 0,0 1 0,0-1 0,-1 1 0,0-1 0,0 1 0,0 0 0,0 0 0,-1 0 0,0 0 0,0 0 0,-1 11 0,4 10 0,-4-27 0,0 0 0,0 1 0,0-1 0,0 0 0,0 0 0,0 0 0,0 1 0,0-1 0,0 0 0,0 0 0,1 0 0,-1 1 0,0-1 0,0 0 0,0 0 0,0 0 0,0 0 0,1 1 0,-1-1 0,0 0 0,0 0 0,0 0 0,1 0 0,-1 0 0,0 0 0,0 0 0,0 0 0,1 1 0,-1-1 0,0 0 0,0 0 0,1 0 0,-1 0 0,0 0 0,10-12 0,7-30 0,-12 27 0,1 1 0,10-19 0,-15 30 0,1 0 0,0 0 0,0 0 0,0 0 0,1 1 0,-1-1 0,1 1 0,-1-1 0,1 1 0,0 0 0,0 0 0,0 0 0,0 0 0,0 1 0,6-3 0,-8 4 0,1 0 0,0 0 0,0 0 0,-1 0 0,1 0 0,0 0 0,0 0 0,-1 0 0,1 0 0,0 1 0,0-1 0,-1 1 0,1 0 0,0-1 0,-1 1 0,1 0 0,-1 0 0,1 0 0,-1 0 0,0 0 0,1 0 0,-1 0 0,0 1 0,0-1 0,1 0 0,-1 1 0,0-1 0,-1 1 0,1-1 0,0 1 0,0 0 0,0 2 0,4 8 0,0 1 0,-1-1 0,3 20 0,-3-13 0,-2-13 0,-1-1 0,1 1 0,0 0 0,1-1 0,-1 0 0,1 1 0,0-1 0,0 0 0,8 8 0,-9-11 0,0 0 0,1 0 0,-1 0 0,1-1 0,0 1 0,-1-1 0,1 1 0,0-1 0,0 0 0,0 0 0,0-1 0,0 1 0,0-1 0,0 1 0,0-1 0,0 0 0,0 0 0,0 0 0,0-1 0,0 1 0,4-2 0,2 0 0,1-1 0,-1 0 0,0-1 0,0 0 0,0 0 0,-1-1 0,0 0 0,0-1 0,0 0 0,0 0 0,-1 0 0,0-1 0,0 0 0,-1-1 0,9-12 0,-4 3 0,0-1 0,-2 0 0,0 0 0,0-1 0,-2 0 0,7-30 0,-4 7 0,-3-1 0,-1 1 0,-1-68 0,-5 77 0,-2 1 0,-1 0 0,-2 0 0,-1 0 0,-14-43 0,18 69 0,-1-1 0,1 1 0,-1 0 0,-1 1 0,-4-9 0,7 14 0,1-1 0,-1 0 0,1 0 0,-1 1 0,1-1 0,-1 0 0,0 1 0,1-1 0,-1 1 0,0-1 0,1 0 0,-1 1 0,0 0 0,0-1 0,0 1 0,1-1 0,-1 1 0,0 0 0,0 0 0,0 0 0,0-1 0,0 1 0,0 0 0,1 0 0,-1 0 0,0 0 0,0 0 0,0 0 0,0 1 0,0-1 0,0 0 0,0 0 0,1 1 0,-1-1 0,0 0 0,0 1 0,0-1 0,1 1 0,-1-1 0,0 1 0,1 0 0,-1-1 0,0 1 0,1-1 0,-1 1 0,1 0 0,-1 0 0,0 0 0,-2 5 0,-1 0 0,1-1 0,0 1 0,1 1 0,-1-1 0,1 0 0,1 1 0,-1-1 0,1 1 0,-1 9 0,1 71 0,1-85 0,2 38-136,1-1-1,2 0 1,2 0-1,2-1 1,1 0-1,2 0 1,2-1-1,1-1 0,39 68 1,-27-62-6690</inkml:trace>
</inkml:ink>
</file>

<file path=ppt/ink/ink1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54.148"/>
    </inkml:context>
    <inkml:brush xml:id="br0">
      <inkml:brushProperty name="width" value="0.05" units="cm"/>
      <inkml:brushProperty name="height" value="0.05" units="cm"/>
    </inkml:brush>
  </inkml:definitions>
  <inkml:trace contextRef="#ctx0" brushRef="#br0">20 711 24575,'-3'-3'0,"1"0"0,0 0 0,0 0 0,1 0 0,-1 0 0,1 0 0,-1 0 0,1-1 0,0 1 0,0 0 0,1-1 0,-1 1 0,1-1 0,0 1 0,-1-1 0,2 1 0,-1-1 0,0 1 0,1-1 0,-1 1 0,1-1 0,0 1 0,0 0 0,0-1 0,1 1 0,-1 0 0,1 0 0,0 0 0,0 0 0,0 0 0,0 0 0,5-4 0,-1 1 0,0 1 0,0 0 0,0 0 0,1 1 0,0-1 0,0 2 0,0-1 0,0 1 0,0 0 0,1 0 0,0 1 0,-1 0 0,15-2 0,-11 4 0,0 0 0,0 0 0,0 1 0,0 0 0,-1 1 0,1 1 0,0-1 0,-1 2 0,19 7 0,-22-8 0,-1 0 0,0 1 0,0 0 0,0 0 0,0 0 0,0 0 0,-1 1 0,0 0 0,0 0 0,0 1 0,-1-1 0,0 1 0,0 0 0,0 0 0,5 13 0,-8-17 0,0 0 0,-1 0 0,1-1 0,-1 1 0,0 0 0,0 0 0,1 0 0,-1 0 0,-1 0 0,1 0 0,0 0 0,0 0 0,-1 0 0,1 0 0,-1 0 0,1 0 0,-1 0 0,0 0 0,0-1 0,0 1 0,0 0 0,0-1 0,0 1 0,-1-1 0,1 1 0,0-1 0,-1 1 0,1-1 0,-1 0 0,0 0 0,-2 2 0,1-1 0,0-1 0,0 1 0,0-1 0,-1 0 0,1 0 0,0 0 0,-1 0 0,1 0 0,-1-1 0,1 0 0,-1 1 0,1-1 0,-1-1 0,0 1 0,1 0 0,-7-2 0,10 1 0,-1 1 0,0 0 0,1 0 0,-1 0 0,1 0 0,-1-1 0,1 1 0,-1 0 0,1-1 0,-1 1 0,1 0 0,-1-1 0,1 1 0,0-1 0,-1 1 0,1 0 0,-1-1 0,1 1 0,0-1 0,0 1 0,-1-1 0,1 0 0,0 1 0,0-1 0,0 1 0,-1-1 0,1 1 0,0-1 0,0 1 0,0-1 0,0 0 0,0 1 0,0-1 0,0 1 0,0-1 0,0 0 0,1 1 0,-1-1 0,0 1 0,0-1 0,0 1 0,1-1 0,-1 1 0,0-1 0,1 0 0,19-23 0,27-16 0,3 2 0,1 3 0,71-38 0,-34 21 0,-76 46 0,-22 15 0,-3 3 0,-5 5 0,1 2 0,0 0 0,2 1 0,0 0 0,-21 41 0,35-59 0,0 0 0,0-1 0,1 1 0,-1 0 0,0 0 0,1 0 0,-1-1 0,1 1 0,0 0 0,0 0 0,0 0 0,0 0 0,0 0 0,0 0 0,0 0 0,0 0 0,1 0 0,-1-1 0,2 4 0,-1-3 0,0-1 0,0 0 0,0 0 0,0 1 0,1-1 0,-1 0 0,0 0 0,0 0 0,1 0 0,-1 0 0,1 0 0,-1-1 0,1 1 0,-1 0 0,1-1 0,0 1 0,-1-1 0,3 1 0,0-1 0,1 1 0,-1-1 0,1 0 0,0 0 0,-1-1 0,1 1 0,-1-1 0,1 0 0,-1 0 0,1 0 0,-1-1 0,0 0 0,0 0 0,0 0 0,6-4 0,-6 3 0,0 0 0,-1-1 0,1 0 0,-1 0 0,0 0 0,0 0 0,0 0 0,-1-1 0,0 1 0,3-8 0,1-5 0,5-29 0,2-7 0,-10 57 0,-2 12 0,1 20 0,-2-27 0,0 1 0,0-1 0,1 1 0,1-1 0,0 0 0,0 0 0,1 1 0,4 9 0,-6-15 0,1-1 0,0 0 0,0 0 0,0 0 0,0 0 0,0-1 0,1 1 0,-1-1 0,1 1 0,0-1 0,0 0 0,-1 0 0,2 0 0,-1 0 0,0 0 0,0-1 0,0 1 0,1-1 0,-1 0 0,1 0 0,-1 0 0,1-1 0,-1 1 0,7-1 0,-4 0 0,1 0 0,-1 0 0,1-1 0,-1 0 0,1 0 0,-1 0 0,0-1 0,0 0 0,0 0 0,0-1 0,0 0 0,0 0 0,0 0 0,-1-1 0,0 1 0,0-1 0,0-1 0,0 1 0,7-9 0,-6 5 0,-1 0 0,1-1 0,-1 0 0,-1 0 0,0 0 0,0-1 0,-1 1 0,0-1 0,0 0 0,-1 0 0,1-19 0,-3 23 0,3-18 0,-2 0 0,0-1 0,-2 1 0,-5-36 0,6 59 0,0 0 0,0 0 0,0 0 0,0 0 0,-1-1 0,1 1 0,0 0 0,-1 0 0,1 0 0,-1 0 0,0 0 0,1 0 0,-1 0 0,0 0 0,1 0 0,-1 0 0,0 0 0,0 1 0,0-1 0,0 0 0,0 0 0,0 1 0,0-1 0,0 1 0,0-1 0,-1 0 0,0 1 0,0 0 0,1 1 0,-1-1 0,1 0 0,-1 1 0,0-1 0,1 1 0,-1-1 0,1 1 0,-1 0 0,1-1 0,0 1 0,-1 0 0,1 0 0,0 0 0,-2 2 0,-5 4 0,1 1 0,0 0 0,0 0 0,-8 15 0,-2 5 0,-20 50 0,33-71 0,1 1 0,0 0 0,1 1 0,0-1 0,0 0 0,1 1 0,0-1 0,1 1 0,0-1 0,0 1 0,2 14 0,-1-19 0,0 0 0,1-1 0,-1 1 0,1-1 0,0 0 0,-1 1 0,1-1 0,1 0 0,-1 0 0,0 0 0,1 0 0,0-1 0,-1 1 0,5 2 0,-1-1 0,-1-1 0,1 0 0,0 0 0,0-1 0,0 1 0,0-1 0,12 2 0,-5-2 0,0-1 0,1 0 0,-1-1 0,0 0 0,0-1 0,0-1 0,22-4 0,-21 2 0,-1-1 0,1 0 0,-1-1 0,0 0 0,0-1 0,-1 0 0,0-1 0,0 0 0,-1-1 0,13-13 0,-12 9 0,0-1 0,-1 0 0,-1 0 0,0-1 0,-1-1 0,0 0 0,9-25 0,-9 13 0,-1 0 0,-1 0 0,-1 0 0,-2-1 0,-1 0 0,-1 0 0,-1 0 0,-2 0 0,-1 0 0,-6-29 0,8 54 0,-1-3 0,0 0 0,0 0 0,-1 1 0,1-1 0,-1 1 0,-1-1 0,1 1 0,-1 0 0,-1 0 0,-6-11 0,9 16 0,1 1 0,0 0 0,-1-1 0,1 1 0,0 0 0,-1-1 0,1 1 0,-1 0 0,1-1 0,0 1 0,-1 0 0,1 0 0,-1 0 0,1-1 0,-1 1 0,1 0 0,-1 0 0,1 0 0,-1 0 0,1 0 0,-1 0 0,1 0 0,-1 0 0,1 0 0,-1 0 0,1 0 0,-1 0 0,1 0 0,-1 1 0,1-1 0,0 0 0,-1 0 0,0 1 0,0 0 0,-1 0 0,1 1 0,0-1 0,-1 1 0,1-1 0,0 1 0,0-1 0,0 1 0,-1 2 0,-11 40 0,3 16 0,3 1 0,3-1 0,2 1 0,7 67 0,-2-89 114,1-1 0,14 57 0,-15-82-270,1 0 1,0-1 0,1 1 0,0-1 0,1 1 0,0-2 0,1 1-1,1-1 1,0 0 0,15 17 0,-7-15-6671</inkml:trace>
</inkml:ink>
</file>

<file path=ppt/ink/ink1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54.297"/>
    </inkml:context>
    <inkml:brush xml:id="br0">
      <inkml:brushProperty name="width" value="0.05" units="cm"/>
      <inkml:brushProperty name="height" value="0.05" units="cm"/>
    </inkml:brush>
  </inkml:definitions>
  <inkml:trace contextRef="#ctx0" brushRef="#br0">0 293 24575,'0'-7'0,"0"-10"0,0-8 0,0-6 0,0-4 0,3-1 0,2 1 0,6 1 0,6 5 0,4 6 0,7 8 0,2 9 0,1 7 0,3 12 0,-4 7 0,-8 1-8191</inkml:trace>
</inkml:ink>
</file>

<file path=ppt/ink/ink1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57.891"/>
    </inkml:context>
    <inkml:brush xml:id="br0">
      <inkml:brushProperty name="width" value="0.05" units="cm"/>
      <inkml:brushProperty name="height" value="0.05" units="cm"/>
    </inkml:brush>
  </inkml:definitions>
  <inkml:trace contextRef="#ctx0" brushRef="#br0">1 68 24575,'0'-5'0,"1"0"0,0 1 0,1-1 0,-1 1 0,1-1 0,-1 1 0,1 0 0,1 0 0,-1 0 0,1 0 0,-1 0 0,1 0 0,0 1 0,4-4 0,-7 7 0,1-1 0,-1 1 0,1 0 0,-1 0 0,1 0 0,-1-1 0,1 1 0,-1 0 0,1 0 0,-1 0 0,1 0 0,-1 0 0,1 0 0,-1 0 0,1 0 0,0 0 0,-1 0 0,1 0 0,-1 1 0,1-1 0,-1 0 0,1 0 0,-1 0 0,0 1 0,1-1 0,-1 0 0,1 1 0,-1-1 0,1 0 0,-1 1 0,0-1 0,1 0 0,-1 1 0,0-1 0,1 1 0,-1-1 0,0 1 0,0-1 0,1 1 0,-1-1 0,0 0 0,0 1 0,0 0 0,0-1 0,0 1 0,1 0 0,6 27 0,-6-27 0,32 305 0,-23-169 0,-8-98 0,-1-26 0,-1 1 0,2 0 0,0-1 0,0 1 0,7 19 0,-8-31 0,0 0 0,0-1 0,0 1 0,0-1 0,0 1 0,0 0 0,1-1 0,-1 0 0,1 1 0,-1-1 0,1 0 0,-1 0 0,1 0 0,0 0 0,0 0 0,-1 0 0,1 0 0,0-1 0,0 1 0,0 0 0,0-1 0,0 0 0,0 1 0,0-1 0,0 0 0,0 0 0,0 0 0,2-1 0,7 0 0,1-1 0,-1 0 0,20-7 0,-16 4 0,414-114-1365,-416 116-5461</inkml:trace>
</inkml:ink>
</file>

<file path=ppt/ink/ink1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58.993"/>
    </inkml:context>
    <inkml:brush xml:id="br0">
      <inkml:brushProperty name="width" value="0.05" units="cm"/>
      <inkml:brushProperty name="height" value="0.05" units="cm"/>
    </inkml:brush>
  </inkml:definitions>
  <inkml:trace contextRef="#ctx0" brushRef="#br0">125 557 24575,'-5'-19'0,"-5"-17"0,9 34 0,0 1 0,1 0 0,-1-1 0,0 1 0,0 0 0,1-1 0,-1 1 0,0 0 0,0 0 0,0 0 0,-1 0 0,1 0 0,0 0 0,0 0 0,-1 0 0,1 0 0,0 1 0,-1-1 0,-2 0 0,-2 2 0,9 5 0,11 7 0,-8-11 0,1 0 0,-1 0 0,0 0 0,1-1 0,-1 0 0,1 0 0,-1-1 0,1 0 0,10 0 0,-16 0 0,1 0 0,-1 0 0,1-1 0,0 1 0,-1 0 0,1-1 0,0 1 0,-1 0 0,1-1 0,-1 0 0,1 1 0,-1-1 0,1 0 0,-1 0 0,0 0 0,1 0 0,-1 0 0,0 0 0,0 0 0,0 0 0,0-1 0,0 1 0,0 0 0,0-1 0,0 1 0,0-1 0,-1 1 0,1-1 0,0 1 0,-1-1 0,0 1 0,1-1 0,-1 0 0,0 1 0,0-1 0,0 0 0,0 1 0,0-1 0,0 1 0,0-1 0,0 0 0,-2-2 0,1 0 0,0 0 0,-1 1 0,0-1 0,0 1 0,0 0 0,0-1 0,0 1 0,-1 0 0,1 0 0,-1 0 0,0 1 0,0-1 0,0 1 0,0-1 0,0 1 0,-1 0 0,1 0 0,-1 1 0,1-1 0,-5-1 0,4 2 0,0 0 0,0-1 0,0 1 0,-1 0 0,1 1 0,0-1 0,0 1 0,0 0 0,-1 0 0,1 0 0,0 1 0,0-1 0,0 1 0,0 0 0,0 0 0,0 1 0,0-1 0,-6 4 0,5-2 0,0 1 0,0 0 0,0 1 0,1-1 0,-1 1 0,1 0 0,0 0 0,1 0 0,-1 0 0,1 1 0,0-1 0,0 1 0,1 0 0,0 0 0,0 0 0,0 0 0,1 0 0,0 0 0,0 1 0,0-1 0,1 0 0,0 1 0,1 10 0,0-10 0,0 1 0,1-1 0,0 0 0,0 0 0,0 0 0,1 0 0,0-1 0,0 1 0,1-1 0,0 0 0,0 0 0,0 0 0,1 0 0,0-1 0,0 1 0,0-1 0,1-1 0,0 1 0,0-1 0,8 5 0,1-2 0,0-1 0,1-1 0,-1 0 0,1-1 0,0 0 0,0-2 0,1 0 0,-1 0 0,0-2 0,1 0 0,28-4 0,-23 1 0,0-2 0,0 0 0,0-1 0,0-1 0,-1-1 0,0-1 0,37-23 0,-49 26 0,0 0 0,-1-1 0,1 0 0,-2 0 0,1-1 0,-1 1 0,0-2 0,-1 1 0,0-1 0,6-11 0,-10 16 0,0 0 0,0-1 0,0 1 0,-1 0 0,0-1 0,0 1 0,0-1 0,0 1 0,-1-1 0,0 0 0,0 1 0,0-1 0,0 1 0,-1-1 0,0 0 0,0 1 0,0 0 0,0-1 0,-1 1 0,0 0 0,0-1 0,0 1 0,0 0 0,-1 0 0,-5-6 0,5 6 0,0 0 0,0 1 0,-1-1 0,0 1 0,0 0 0,0 0 0,0 0 0,0 1 0,-1-1 0,1 1 0,-1 0 0,1 0 0,-1 1 0,0-1 0,0 1 0,0 0 0,0 0 0,1 1 0,-1 0 0,0-1 0,0 2 0,0-1 0,0 1 0,0-1 0,0 1 0,-6 2 0,6-1 0,-1 0 0,1 1 0,0-1 0,-1 1 0,2 0 0,-1 1 0,0-1 0,1 1 0,-1 0 0,1 0 0,0 0 0,0 1 0,1 0 0,-1-1 0,1 1 0,0 0 0,0 0 0,1 1 0,-1-1 0,1 1 0,1-1 0,-2 7 0,1-5 0,1-1 0,1 0 0,-1 1 0,1-1 0,0 0 0,1 1 0,-1-1 0,1 0 0,0 1 0,1-1 0,0 0 0,0 0 0,4 8 0,-4-10 0,0 0 0,0 0 0,1-1 0,0 1 0,-1-1 0,2 1 0,-1-1 0,0 0 0,0 0 0,1-1 0,0 1 0,-1-1 0,1 0 0,0 0 0,0 0 0,0 0 0,1 0 0,-1-1 0,9 2 0,-3-2 0,1 0 0,0 0 0,0-1 0,0 0 0,0-1 0,-1 0 0,1-1 0,0 0 0,-1-1 0,1 0 0,-1 0 0,0-1 0,0-1 0,0 0 0,-1 0 0,1-1 0,10-8 0,-11 6 0,1 0 0,-2-1 0,1 0 0,-1 0 0,-1 0 0,0-1 0,0-1 0,-1 1 0,0-1 0,0 0 0,-2 0 0,1-1 0,-1 1 0,-1-1 0,2-14 0,-2-3 0,-1-1 0,-1 0 0,-2 0 0,-1 0 0,-2 0 0,0 1 0,-2 0 0,-1 0 0,-2 0 0,-13-31 0,19 54 0,1 1 0,-1-1 0,0 1 0,0 0 0,-1 0 0,1 0 0,-6-5 0,8 9 0,0 1 0,1-1 0,-1 0 0,0 1 0,0-1 0,1 1 0,-1 0 0,0-1 0,0 1 0,0 0 0,1-1 0,-1 1 0,0 0 0,0 0 0,0 0 0,0-1 0,0 1 0,0 0 0,1 0 0,-1 0 0,-2 1 0,2 0 0,0-1 0,-1 1 0,1 0 0,0 0 0,0 0 0,-1 0 0,1 0 0,0 0 0,0 1 0,0-1 0,0 0 0,1 0 0,-1 1 0,0-1 0,0 1 0,1-1 0,-1 2 0,-3 9 0,0 0 0,1 1 0,0-1 0,1 0 0,1 1 0,0-1 0,0 1 0,2 0 0,-1-1 0,1 1 0,1-1 0,1 1 0,0-1 0,4 13 0,0-5 0,1-1 0,0 0 0,1 0 0,1-1 0,1-1 0,1 1 0,26 28 0,-29-35 0,2-1 0,-1-1 0,1 0 0,1 0 0,-1-1 0,2 0 0,-1-1 0,1-1 0,0 0 0,0-1 0,20 6 0,-24-9 0,1-1 0,-1 1 0,1-2 0,0 1 0,-1-1 0,1-1 0,0 0 0,-1 0 0,1-1 0,-1 0 0,1 0 0,-1-1 0,0-1 0,0 1 0,0-1 0,-1-1 0,15-9 0,-17 9 0,0 0 0,0 0 0,0-1 0,-1 0 0,0 0 0,0 0 0,0-1 0,-1 0 0,0 1 0,0-2 0,0 1 0,-1 0 0,-1-1 0,3-8 0,-3 11 0,-1 0 0,0 0 0,-1 0 0,1 0 0,-1 0 0,0-1 0,0 1 0,-1 0 0,1 0 0,-1 0 0,0 0 0,-1 0 0,1 0 0,-1 0 0,0 0 0,0 1 0,-1-1 0,1 1 0,-1-1 0,0 1 0,0 0 0,-7-7 0,8 9 0,0 1 0,0-1 0,0 1 0,0-1 0,-1 1 0,1 0 0,0 0 0,-1 0 0,1 0 0,-1 0 0,1 1 0,-1-1 0,1 1 0,-1 0 0,1 0 0,-1 0 0,0 0 0,1 0 0,-1 0 0,1 0 0,-1 1 0,1 0 0,-1-1 0,1 1 0,-1 0 0,1 0 0,-3 2 0,1-1 0,0 0 0,1 1 0,-1-1 0,1 1 0,-1-1 0,1 1 0,0 0 0,1 1 0,-1-1 0,0 0 0,1 1 0,0-1 0,-1 1 0,2 0 0,-1 0 0,-1 4 0,2-6 0,1 0 0,0 0 0,0 0 0,0 0 0,0 0 0,1 0 0,-1 0 0,1 0 0,-1-1 0,1 1 0,-1 0 0,1 0 0,0 0 0,0-1 0,0 1 0,0 0 0,0-1 0,0 1 0,2 1 0,31 30 0,-23-23 0,18 19 0,-1 2 0,-2 0 0,36 56 0,-49-67 0,-1 1 0,-2 1 0,0-1 0,-1 2 0,-1-1 0,-1 1 0,6 37 0,-12-53 0,-1-1 0,0 1 0,0-1 0,0 1 0,-1 0 0,0-1 0,0 1 0,-1-1 0,1 0 0,-1 1 0,-4 7 0,5-12 0,0 0 0,-1 0 0,1 0 0,0 0 0,0-1 0,-1 1 0,1 0 0,-1-1 0,1 1 0,-1-1 0,0 0 0,0 1 0,1-1 0,-1 0 0,0 0 0,0 0 0,0 0 0,0 0 0,0-1 0,0 1 0,-1-1 0,1 1 0,0-1 0,0 0 0,0 0 0,-1 0 0,1 0 0,0 0 0,0 0 0,0-1 0,0 1 0,-1-1 0,1 1 0,0-1 0,0 0 0,-3-2 0,-1 0-170,1 0-1,0 0 0,-1-1 1,1 0-1,1 0 0,-1 0 1,-8-10-1,-6-11-6655</inkml:trace>
</inkml:ink>
</file>

<file path=ppt/ink/ink1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59.704"/>
    </inkml:context>
    <inkml:brush xml:id="br0">
      <inkml:brushProperty name="width" value="0.05" units="cm"/>
      <inkml:brushProperty name="height" value="0.05" units="cm"/>
    </inkml:brush>
  </inkml:definitions>
  <inkml:trace contextRef="#ctx0" brushRef="#br0">0 441 24575,'17'-7'0,"79"-27"0,-85 31 0,1 0 0,-1 1 0,0 1 0,1 0 0,-1 0 0,23 3 0,-29-2 0,7 2 0,1-1 0,22 0 0,-32-1 0,-1 0 0,1-1 0,-1 1 0,1 0 0,-1-1 0,1 1 0,-1-1 0,1 0 0,-1 0 0,0 0 0,1 0 0,-1-1 0,0 1 0,0 0 0,0-1 0,0 0 0,0 1 0,0-1 0,-1 0 0,4-3 0,-5 3 0,1 1 0,-1 0 0,1 0 0,-1 0 0,1-1 0,-1 1 0,0 0 0,1 0 0,-1-1 0,0 1 0,0 0 0,0-1 0,0 1 0,0 0 0,-1-1 0,1 1 0,0 0 0,-1 0 0,1-1 0,0 1 0,-2-2 0,1 1 0,-1-1 0,0 0 0,0 1 0,0-1 0,0 1 0,0 0 0,-1 0 0,-4-4 0,1 2 0,0 1 0,0-1 0,0 1 0,0 0 0,-1 1 0,1 0 0,-12-3 0,15 4 0,0 1 0,1 0 0,-1-1 0,0 1 0,0 0 0,0 0 0,1 1 0,-1-1 0,0 1 0,1-1 0,-1 1 0,0 0 0,1 0 0,-1 0 0,1 0 0,-1 1 0,1-1 0,-1 1 0,1-1 0,0 1 0,0 0 0,0 0 0,0 0 0,0 0 0,-2 3 0,3-2 0,-1 0 0,1 0 0,0-1 0,0 1 0,0 0 0,1 1 0,-1-1 0,1 0 0,0 0 0,0 0 0,0 0 0,0 0 0,0 0 0,1 0 0,-1 0 0,1 0 0,0 0 0,0 0 0,0 0 0,0 0 0,0 0 0,3 3 0,0-1 0,-1 0 0,1-1 0,0 0 0,0 0 0,0 0 0,1 0 0,0-1 0,-1 1 0,1-1 0,0 0 0,1-1 0,-1 1 0,0-1 0,1 0 0,-1-1 0,1 1 0,0-1 0,-1 0 0,1 0 0,0-1 0,0 0 0,0 0 0,7-1 0,-7 1 0,-1 0 0,1-1 0,-1 0 0,1 0 0,-1 0 0,1-1 0,-1 0 0,0 0 0,0 0 0,1 0 0,-2-1 0,1 0 0,0 0 0,0 0 0,-1-1 0,0 0 0,0 1 0,0-1 0,0-1 0,-1 1 0,1-1 0,-1 1 0,0-1 0,2-6 0,7-37 0,1-7 0,-11 52 0,-1-1 0,1 0 0,-1 1 0,1-1 0,0 1 0,0-1 0,1 1 0,-1 0 0,1 0 0,5-5 0,-7 7 0,1 0 0,-1 0 0,1 0 0,-1 1 0,1-1 0,0 0 0,-1 1 0,1-1 0,0 1 0,0 0 0,-1 0 0,1-1 0,0 1 0,0 0 0,0 1 0,-1-1 0,1 0 0,0 0 0,-1 1 0,1-1 0,0 1 0,0-1 0,-1 1 0,1 0 0,-1 0 0,1 0 0,-1 0 0,1 0 0,-1 0 0,2 1 0,6 6 0,-1-1 0,-1 1 0,12 15 0,-12-15 0,4 6 0,12 12 0,-1 2 0,-1 0 0,23 44 0,-63-98 0,13 15 0,2-1 0,-1-1 0,2 1 0,-1-1 0,2 1 0,0-1 0,0 0 0,1 0 0,1 0 0,0 0 0,1 0 0,0 0 0,1 1 0,0-1 0,1 0 0,1 1 0,0-1 0,0 1 0,1 0 0,1 1 0,0-1 0,1 1 0,0 0 0,0 1 0,1 0 0,1 0 0,0 0 0,0 1 0,1 1 0,0 0 0,0 0 0,1 0 0,0 2 0,0-1 0,1 1 0,-1 1 0,2 0 0,-1 1 0,0 0 0,22-3 0,-18 5 0,-1 2 0,0 0 0,0 0 0,1 1 0,-1 1 0,0 1 0,0 0 0,0 0 0,-1 2 0,1 0 0,-1 1 0,0 0 0,0 1 0,-1 0 0,0 2 0,-1-1 0,1 1 0,-2 1 0,22 21 0,-30-27-68,0 1 0,1-1-1,-1 0 1,-1 1 0,1 0 0,-1-1-1,0 1 1,0 0 0,0 0 0,-1 0-1,1 0 1,-1 1 0,0-1 0,-1 0-1,0 1 1,1-1 0,-2 0-1,1 0 1,-2 8 0,-6 16-6758</inkml:trace>
</inkml:ink>
</file>

<file path=ppt/ink/ink1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23.497"/>
    </inkml:context>
    <inkml:brush xml:id="br0">
      <inkml:brushProperty name="width" value="0.05" units="cm"/>
      <inkml:brushProperty name="height" value="0.05" units="cm"/>
    </inkml:brush>
  </inkml:definitions>
  <inkml:trace contextRef="#ctx0" brushRef="#br0">270 239 24575,'7'-34'0,"-1"10"0,-2-1 0,0 0 0,-1 0 0,-1 0 0,-3-37 0,1 61 0,0 0 0,0 0 0,0 0 0,-1 0 0,1 0 0,0 0 0,0 0 0,-1 1 0,1-1 0,0 0 0,-1 0 0,1 0 0,-1 1 0,1-1 0,-1 0 0,1 0 0,-1 1 0,1-1 0,-1 1 0,-1-2 0,2 2 0,-1 0 0,0 0 0,1 0 0,-1 0 0,1 0 0,-1 0 0,0 0 0,1 0 0,-1 0 0,0 0 0,1 0 0,-1 1 0,1-1 0,-1 0 0,0 0 0,1 1 0,-1-1 0,1 0 0,-1 1 0,1-1 0,-1 1 0,-4 3 0,1 0 0,0 1 0,0-1 0,-6 11 0,-18 30 0,3 2 0,1 1 0,-20 61 0,-34 159 0,62-191 0,3 1 0,3 1 0,4-1 0,4 107 0,3-163 0,1 1 0,1-1 0,1 0 0,1 0 0,1 0 0,16 38 0,-19-53 0,1 0 0,0-1 0,0 0 0,0 0 0,0 0 0,1-1 0,0 0 0,1 1 0,-1-2 0,10 8 0,-9-9 0,-1 0 0,1-1 0,-1 0 0,1 0 0,0 0 0,0 0 0,0-1 0,0 0 0,0 0 0,0-1 0,0 0 0,0 0 0,0 0 0,9-2 0,1-1 0,-1-1 0,0 0 0,0-2 0,0 1 0,-1-2 0,0 0 0,0-1 0,-1 0 0,18-14 0,-3-1 0,-1-1 0,47-54 0,-46 43 0,-1-1 0,-2-2 0,-1 0 0,-3-2 0,-1 0 0,-2-1 0,-1-1 0,-3-1 0,-1 0 0,8-55 0,-19 88 0,0 0 0,-1-1 0,-1 1 0,0-14 0,-3 16 0,-1 13 0,-1 17 0,2 2 0,2 0 0,1 0 0,0 0 0,2-1 0,1 1 0,0 0 0,2-1 0,1 0 0,1 0 0,1 0 0,15 31 0,-16-41 0,0-1 0,1-1 0,0 1 0,1-1 0,0-1 0,0 1 0,1-2 0,1 1 0,12 8 0,-13-12 0,0 0 0,0 0 0,1-1 0,-1-1 0,1 0 0,0 0 0,0-1 0,1-1 0,-1 0 0,1 0 0,-1-1 0,14 0 0,-6-3 0,-1 1 0,0-2 0,0-1 0,0 0 0,0-1 0,0-1 0,-1-1 0,0 0 0,0-1 0,-1-1 0,27-19 0,-21 11 0,0 0 0,-1-1 0,-2-2 0,0 0 0,-1-1 0,0 0 0,17-31 0,-23 30 0,-1 0 0,-1-1 0,0 0 0,-2 0 0,-1-1 0,-1 0 0,-1 0 0,-1 0 0,1-42 0,-5 46 0,0 1 0,-1-1 0,-1 1 0,-1-1 0,-1 1 0,0 0 0,-2 0 0,0 0 0,-1 1 0,-1 0 0,0 0 0,-18-26 0,21 37 29,-1 0-1,1 1 1,-1-1-1,-1 1 0,1 0 1,-1 1-1,0 0 1,0 0-1,0 0 1,-1 1-1,-12-6 1,16 9-107,-1-1 0,0 1 1,1 0-1,-1 0 1,0 1-1,0-1 1,0 1-1,0 0 0,1 0 1,-1 0-1,0 1 1,0 0-1,0 0 1,1 0-1,-1 1 0,1-1 1,-1 1-1,1 0 1,-1 0-1,1 1 1,-7 4-1,-10 12-6748</inkml:trace>
</inkml:ink>
</file>

<file path=ppt/ink/ink1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23.889"/>
    </inkml:context>
    <inkml:brush xml:id="br0">
      <inkml:brushProperty name="width" value="0.05" units="cm"/>
      <inkml:brushProperty name="height" value="0.05" units="cm"/>
    </inkml:brush>
  </inkml:definitions>
  <inkml:trace contextRef="#ctx0" brushRef="#br0">308 34 24575,'-9'1'0,"0"0"0,-1 0 0,1 1 0,0 0 0,0 1 0,1-1 0,-1 2 0,-8 4 0,-2 2 0,0 0 0,-22 18 0,27-17 0,1 0 0,0 1 0,1 0 0,1 1 0,0 0 0,0 1 0,2 0 0,-10 19 0,14-24 0,1 0 0,1 0 0,-1 1 0,1-1 0,1 1 0,-3 17 0,5-21 0,0 0 0,0 0 0,0 0 0,1 1 0,-1-1 0,1 0 0,1 0 0,-1 0 0,1-1 0,1 1 0,4 9 0,-5-10 0,1 0 0,0-1 0,1 0 0,-1 0 0,1 0 0,-1 0 0,1-1 0,0 1 0,1-1 0,-1 0 0,1 0 0,5 2 0,-2-1 0,0-1 0,0 0 0,0-1 0,1 0 0,-1 0 0,17 1 0,-5-3 0,-1 0 0,0-1 0,1-2 0,-1 0 0,37-11 0,-37 9 0,-1-2 0,0-1 0,0 0 0,0-1 0,-1-1 0,-1 0 0,0-1 0,16-15 0,-26 21 0,-1-1 0,1 0 0,-1 0 0,-1-1 0,1 1 0,-1-1 0,0 0 0,-1 0 0,6-14 0,-8 15 0,1 0 0,-1 0 0,-1 0 0,1 0 0,-1 0 0,0 0 0,0 0 0,-1 0 0,1 0 0,-1 0 0,-1 0 0,1 0 0,-1 0 0,-3-7 0,0 2 29,-1 0-1,-1 1 1,0-1-1,0 1 0,-1 0 1,0 1-1,-1 0 1,0 0-1,0 1 1,-1 0-1,-16-10 1,12 9-219,1 2 0,-2-1 1,1 2-1,-1 0 0,0 0 1,0 2-1,-1 0 1,-24-4-1,19 7-6636</inkml:trace>
</inkml:ink>
</file>

<file path=ppt/ink/ink1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24.255"/>
    </inkml:context>
    <inkml:brush xml:id="br0">
      <inkml:brushProperty name="width" value="0.05" units="cm"/>
      <inkml:brushProperty name="height" value="0.05" units="cm"/>
    </inkml:brush>
  </inkml:definitions>
  <inkml:trace contextRef="#ctx0" brushRef="#br0">1 127 24575,'17'1'0,"0"1"0,-1 0 0,1 1 0,-1 1 0,1 1 0,-1 0 0,0 1 0,-1 1 0,30 17 0,-24-12 0,-1 2 0,-1 0 0,0 2 0,-1 0 0,-1 1 0,22 26 0,-34-37 0,-1 0 0,1 1 0,-1 0 0,0 0 0,0 0 0,-1 0 0,0 0 0,-1 1 0,1 0 0,1 13 0,-4-17 0,1 0 0,-1-1 0,-1 1 0,1-1 0,0 1 0,-1 0 0,0-1 0,0 1 0,0-1 0,0 0 0,-1 1 0,1-1 0,-1 0 0,0 0 0,0 0 0,0 0 0,0 0 0,0 0 0,-1-1 0,1 1 0,-1-1 0,0 1 0,0-1 0,0 0 0,-6 3 0,0-1 0,0 0 0,0 0 0,0-1 0,0-1 0,0 1 0,-1-2 0,1 1 0,-1-1 0,0-1 0,1 1 0,-1-2 0,0 1 0,1-1 0,-1-1 0,1 0 0,-1 0 0,-10-5 0,16 6 0,-1-1 0,1 0 0,0 0 0,-1 0 0,1 0 0,0-1 0,0 0 0,1 0 0,-1 0 0,0 0 0,1 0 0,0-1 0,0 1 0,0-1 0,0 0 0,1 0 0,-1 0 0,1-1 0,0 1 0,0 0 0,1-1 0,-1 1 0,1-1 0,0 0 0,0 1 0,1-1 0,-1 0 0,1 0 0,0 0 0,0 1 0,1-1 0,0 0 0,-1 1 0,1-1 0,1 0 0,1-4 0,2-5 0,1 0 0,1 0 0,0 1 0,1 0 0,0 0 0,1 0 0,1 2 0,0-1 0,0 1 0,16-13 0,4-1 0,1 2 0,64-37 0,73-20-1365,-126 63-5461</inkml:trace>
</inkml:ink>
</file>

<file path=ppt/ink/ink1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24.468"/>
    </inkml:context>
    <inkml:brush xml:id="br0">
      <inkml:brushProperty name="width" value="0.05" units="cm"/>
      <inkml:brushProperty name="height" value="0.05" units="cm"/>
    </inkml:brush>
  </inkml:definitions>
  <inkml:trace contextRef="#ctx0" brushRef="#br0">1 0 24575,'0'5'0,"0"9"0,0 8 0,0 9 0,0 8 0,2 7 0,1 8 0,0 4 0,0 1 0,-1-1 0,-1-4 0,-1-4 0,1-6 0,-1-10-8191</inkml:trace>
</inkml:ink>
</file>

<file path=ppt/ink/ink1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24.769"/>
    </inkml:context>
    <inkml:brush xml:id="br0">
      <inkml:brushProperty name="width" value="0.05" units="cm"/>
      <inkml:brushProperty name="height" value="0.05" units="cm"/>
    </inkml:brush>
  </inkml:definitions>
  <inkml:trace contextRef="#ctx0" brushRef="#br0">203 150 24575,'11'-24'0,"2"1"0,0 0 0,1 1 0,24-27 0,-28 41 0,-13 15 0,-14 18 0,-13 6 0,-1-2 0,-2-1 0,0-2 0,-50 30 0,35-24 0,46-30 0,-1-1 0,1 1 0,0-1 0,0 1 0,1 0 0,-1-1 0,0 1 0,0 0 0,1 0 0,-3 4 0,4-5 0,0-1 0,0 1 0,0-1 0,-1 1 0,1-1 0,0 1 0,0-1 0,0 1 0,0-1 0,0 0 0,0 1 0,1-1 0,-1 1 0,0-1 0,0 1 0,0-1 0,0 1 0,0-1 0,1 0 0,-1 1 0,0-1 0,1 1 0,15 9 0,117 26 0,9 3 0,-74-12-682,67 37-1,-100-45-6143</inkml:trace>
</inkml:ink>
</file>

<file path=ppt/ink/ink1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25.040"/>
    </inkml:context>
    <inkml:brush xml:id="br0">
      <inkml:brushProperty name="width" value="0.05" units="cm"/>
      <inkml:brushProperty name="height" value="0.05" units="cm"/>
    </inkml:brush>
  </inkml:definitions>
  <inkml:trace contextRef="#ctx0" brushRef="#br0">44 3 24575,'0'0'0,"0"0"0,0-1 0,0 1 0,0 0 0,0 0 0,0 0 0,0 0 0,0 0 0,0 0 0,0 0 0,0 0 0,0 0 0,0 0 0,0-1 0,0 1 0,0 0 0,0 0 0,0 0 0,-1 0 0,1 0 0,0 0 0,0 0 0,0 0 0,0 0 0,0 0 0,0 0 0,0 0 0,0 0 0,0-1 0,0 1 0,0 0 0,0 0 0,0 0 0,0 0 0,-1 0 0,1 0 0,0 0 0,0 0 0,0 0 0,0 0 0,0 0 0,0 0 0,0 0 0,0 0 0,0 0 0,0 0 0,-1 0 0,1 0 0,0 0 0,0 0 0,0 0 0,0 0 0,0 0 0,0 0 0,0 0 0,0 0 0,0 1 0,0-1 0,-7 5 0,-5 10 0,8-4 0,0-1 0,1 1 0,0-1 0,0 1 0,2 0 0,-1 0 0,1 20 0,8 80 0,56 274 0,-58-360 0,-5-22 4,13 49 333,-11-48-469,-1-1 1,0 0 0,1 0 0,0 0 0,0 0-1,0 0 1,0 0 0,0 0 0,1 0 0,-1-1-1,1 0 1,4 4 0,7 2-6695</inkml:trace>
</inkml:ink>
</file>

<file path=ppt/ink/ink1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25.240"/>
    </inkml:context>
    <inkml:brush xml:id="br0">
      <inkml:brushProperty name="width" value="0.05" units="cm"/>
      <inkml:brushProperty name="height" value="0.05" units="cm"/>
    </inkml:brush>
  </inkml:definitions>
  <inkml:trace contextRef="#ctx0" brushRef="#br0">71 29 24575,'3'-4'0,"0"-5"0,-2 0 0,-4 3 0,-4 6 0,-3 7 0,0 5 0,-1 8 0,2 5 0,3 5 0,-1 3 0,1 2 0,2 3 0,1 0 0,2-3 0,0-4 0,1-5 0,0-7-8191</inkml:trace>
</inkml:ink>
</file>

<file path=ppt/ink/ink1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25.384"/>
    </inkml:context>
    <inkml:brush xml:id="br0">
      <inkml:brushProperty name="width" value="0.05" units="cm"/>
      <inkml:brushProperty name="height" value="0.05" units="cm"/>
    </inkml:brush>
  </inkml:definitions>
  <inkml:trace contextRef="#ctx0" brushRef="#br0">6 9 24575,'0'-3'0,"-5"-2"0</inkml:trace>
</inkml:ink>
</file>

<file path=ppt/ink/ink1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25.790"/>
    </inkml:context>
    <inkml:brush xml:id="br0">
      <inkml:brushProperty name="width" value="0.05" units="cm"/>
      <inkml:brushProperty name="height" value="0.05" units="cm"/>
    </inkml:brush>
  </inkml:definitions>
  <inkml:trace contextRef="#ctx0" brushRef="#br0">250 70 24575,'1'-1'0,"1"-1"0,-1 1 0,0 0 0,0 0 0,0-1 0,0 1 0,0 0 0,0-1 0,-1 1 0,1-1 0,0 1 0,-1-1 0,1 1 0,-1-1 0,0 0 0,1-2 0,-1 2 0,0 1 0,-1 0 0,1 0 0,0-1 0,-1 1 0,1 0 0,-1 0 0,1 0 0,-1 0 0,1 0 0,-1 0 0,0 0 0,0 0 0,1 0 0,-1 0 0,0 0 0,-2-1 0,-1-1 0,0 1 0,0-1 0,0 1 0,-1 0 0,1 0 0,0 1 0,-1 0 0,0-1 0,1 1 0,-8 0 0,-2 0 0,0 1 0,0 0 0,0 1 0,0 1 0,0 0 0,-14 4 0,24-5 0,-1 0 0,0 1 0,0-1 0,1 1 0,-1 0 0,1 1 0,0-1 0,-1 1 0,1 0 0,0 0 0,1 0 0,-1 0 0,0 0 0,1 1 0,0 0 0,0 0 0,0 0 0,0 0 0,1 0 0,-4 7 0,6-7 0,-1 0 0,0 0 0,1-1 0,0 1 0,0 0 0,0 0 0,1 0 0,-1-1 0,1 1 0,0 0 0,0 0 0,0-1 0,0 1 0,1-1 0,0 1 0,-1-1 0,1 1 0,0-1 0,1 0 0,-1 0 0,1 0 0,2 3 0,8 7 0,0-1 0,1-1 0,19 14 0,62 36 0,-64-43 0,0 2 0,-1 1 0,-2 1 0,31 30 0,-56-50 0,-1 0 0,0 1 0,0-1 0,0 1 0,-1-1 0,1 1 0,0 0 0,-1 0 0,0-1 0,0 1 0,0 0 0,0 0 0,0 0 0,0 0 0,0 5 0,-2-6 0,1 0 0,0-1 0,-1 1 0,0-1 0,1 1 0,-1-1 0,0 1 0,0-1 0,0 1 0,0-1 0,0 0 0,0 1 0,0-1 0,0 0 0,0 0 0,-1 0 0,1 0 0,0 0 0,-1 0 0,1 0 0,-1 0 0,1-1 0,-1 1 0,0 0 0,1-1 0,-1 1 0,0-1 0,1 0 0,-4 0 0,-6 2 0,-1-1 0,1 0 0,0-1 0,-1-1 0,1 0 0,0 0 0,0-1 0,-17-5 0,12 3 0,-1-2 0,1 0 0,0-1 0,-28-17 0,38 19-52,0 1-1,0-1 1,1 0-1,-1 0 1,1 0-1,0-1 1,1 1-1,-1-1 1,1-1-1,0 1 1,1-1-1,-1 1 1,1-1-1,1 0 1,-1 0-1,1 0 1,0 0-1,1-1 1,0 1-1,0 0 0,1-1 1,-1 1-1,2-1 1,-1 1-1,2-8 1,6-22-6774</inkml:trace>
</inkml:ink>
</file>

<file path=ppt/ink/ink1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26.023"/>
    </inkml:context>
    <inkml:brush xml:id="br0">
      <inkml:brushProperty name="width" value="0.05" units="cm"/>
      <inkml:brushProperty name="height" value="0.05" units="cm"/>
    </inkml:brush>
  </inkml:definitions>
  <inkml:trace contextRef="#ctx0" brushRef="#br0">0 160 24575,'77'-61'0,"41"-30"0,-117 91 0,0-1 0,0 0 0,0 0 0,0 1 0,0-1 0,0 1 0,0-1 0,1 1 0,-1-1 0,0 1 0,0 0 0,0-1 0,1 1 0,-1 0 0,0 0 0,0 0 0,0 0 0,1 0 0,-1 0 0,0 0 0,0 0 0,0 1 0,1-1 0,-1 0 0,0 1 0,0-1 0,0 1 0,0-1 0,0 1 0,0 0 0,0-1 0,0 1 0,0 0 0,0 0 0,0 0 0,0 0 0,-1-1 0,1 1 0,0 0 0,0 0 0,-1 1 0,1-1 0,-1 0 0,1 0 0,-1 0 0,1 1 0,2 9 0,1-1 0,-2 0 0,1 1 0,0 13 0,-1-12 0,23 183-682,1 299-1,-26-463-6143</inkml:trace>
</inkml:ink>
</file>

<file path=ppt/ink/ink1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8:26.188"/>
    </inkml:context>
    <inkml:brush xml:id="br0">
      <inkml:brushProperty name="width" value="0.05" units="cm"/>
      <inkml:brushProperty name="height" value="0.05" units="cm"/>
    </inkml:brush>
  </inkml:definitions>
  <inkml:trace contextRef="#ctx0" brushRef="#br0">18 123 24575,'-2'-12'0,"-4"-8"0,0-4 0,3 2 0,4 5 0,5 6 0,6 4 0,8 4 0,19-1 0,4 2-8191</inkml:trace>
</inkml:ink>
</file>

<file path=ppt/ink/ink1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06.133"/>
    </inkml:context>
    <inkml:brush xml:id="br0">
      <inkml:brushProperty name="width" value="0.05" units="cm"/>
      <inkml:brushProperty name="height" value="0.05" units="cm"/>
    </inkml:brush>
  </inkml:definitions>
  <inkml:trace contextRef="#ctx0" brushRef="#br0">123 26 24575,'-3'-3'0,"0"0"0,-1 0 0,1 0 0,-1 1 0,1-1 0,-1 1 0,0 0 0,-4-2 0,7 4 0,-1 0 0,1-1 0,0 1 0,0 0 0,0 0 0,-1 0 0,1 0 0,0 0 0,0 0 0,0 1 0,-1-1 0,1 0 0,0 1 0,0-1 0,0 1 0,0-1 0,0 1 0,0-1 0,0 1 0,0 0 0,0-1 0,0 1 0,0 0 0,0 0 0,0 0 0,0 0 0,1 0 0,-1 0 0,0 0 0,1 0 0,-1 0 0,1 0 0,-1 2 0,-5 9 0,1 0 0,0 1 0,1 0 0,-4 25 0,-5 58 0,11-76 0,-4 50 0,2 0 0,10 111 0,-3-148 0,2 1 0,1-1 0,2 0 0,1-1 0,1 0 0,2 0 0,24 45 0,-27-62-85,0 0 0,2-1-1,0 0 1,0-1 0,1 0-1,1-1 1,0 0 0,1-1-1,0 0 1,1-1 0,0-1-1,0 0 1,1-1 0,0-1-1,24 8 1,24 1-6741</inkml:trace>
</inkml:ink>
</file>

<file path=ppt/ink/ink1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06.607"/>
    </inkml:context>
    <inkml:brush xml:id="br0">
      <inkml:brushProperty name="width" value="0.05" units="cm"/>
      <inkml:brushProperty name="height" value="0.05" units="cm"/>
    </inkml:brush>
  </inkml:definitions>
  <inkml:trace contextRef="#ctx0" brushRef="#br0">444 423 24575,'-7'-3'0,"-1"0"0,0 0 0,-1 1 0,1 0 0,0 0 0,-1 1 0,1 0 0,-1 0 0,-13 1 0,19 0 0,-1 1 0,0-1 0,0 0 0,0 1 0,1 0 0,-1 0 0,0 0 0,1 0 0,-1 1 0,1 0 0,-1-1 0,1 1 0,0 0 0,0 1 0,0-1 0,0 0 0,0 1 0,0 0 0,1 0 0,-1-1 0,1 1 0,0 1 0,-3 4 0,2 1 0,0 0 0,1 0 0,0 1 0,1-1 0,0 1 0,0 0 0,1-1 0,1 1 0,-1-1 0,1 1 0,4 14 0,4 11 0,21 58 0,15 13 0,70 120 0,-64-133 0,-222-433 0,87 175 0,-113-234 0,190 383 0,-4-7 0,1 0 0,1-1 0,1 0 0,-5-31 0,12 53 0,1-1 0,-1 1 0,1-1 0,0 0 0,0 1 0,0-1 0,0 1 0,0-1 0,1 0 0,-1 1 0,1-1 0,0 1 0,-1-1 0,1 1 0,1 0 0,-1-1 0,0 1 0,2-3 0,-1 3 0,0 1 0,0 0 0,-1-1 0,1 1 0,0 0 0,0 0 0,0 0 0,1 0 0,-1 0 0,0 1 0,0-1 0,0 1 0,1-1 0,-1 1 0,0 0 0,0 0 0,1 0 0,-1 0 0,0 0 0,0 1 0,3 0 0,8 1 0,0 2 0,0 0 0,0 0 0,-1 1 0,1 1 0,-1 0 0,20 14 0,-10-4 0,1 1 0,33 35 0,-44-40 0,0 1 0,-1 0 0,-1 1 0,-1 0 0,0 1 0,0 0 0,-2 0 0,0 0 0,9 29 0,-13-33 0,-1 0 0,0 0 0,-1 0 0,0 0 0,-1 0 0,0 1 0,0-1 0,-2 0 0,1 0 0,-1 0 0,-1 0 0,0 0 0,0 0 0,-1-1 0,-9 17 0,3-10-136,0-2-1,-1 0 1,-1 0-1,0-1 1,-1 0-1,0-1 1,-1-1-1,-1 0 0,-22 15 1,2-6-6690</inkml:trace>
</inkml:ink>
</file>

<file path=ppt/ink/ink1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07.300"/>
    </inkml:context>
    <inkml:brush xml:id="br0">
      <inkml:brushProperty name="width" value="0.05" units="cm"/>
      <inkml:brushProperty name="height" value="0.05" units="cm"/>
    </inkml:brush>
  </inkml:definitions>
  <inkml:trace contextRef="#ctx0" brushRef="#br0">139 676 24575,'16'-9'0,"-1"-1"0,23-20 0,-34 27 0,0 0 0,-1-1 0,0 1 0,0-1 0,0 0 0,0 1 0,-1-1 0,1-1 0,-1 1 0,0 0 0,0 0 0,-1-1 0,1 1 0,-1-1 0,1-7 0,-2 9 0,-1-1 0,1 1 0,-1 0 0,0-1 0,0 1 0,0 0 0,0-1 0,0 1 0,-1 0 0,0 0 0,1 0 0,-1 0 0,0 0 0,-1 1 0,1-1 0,0 0 0,-1 1 0,0 0 0,1 0 0,-1 0 0,0 0 0,0 0 0,-3-1 0,2 0 0,0 1 0,0 0 0,0 0 0,0 1 0,-1-1 0,1 1 0,-1 0 0,1 0 0,0 0 0,-1 1 0,1-1 0,-1 1 0,1 0 0,-1 1 0,1-1 0,-1 1 0,-5 1 0,5 1 0,0-1 0,0 1 0,1 1 0,0-1 0,-1 1 0,1-1 0,0 1 0,1 0 0,-1 1 0,1-1 0,0 1 0,0-1 0,0 1 0,-4 10 0,-2 7 0,1 0 0,-5 24 0,12-45 0,-6 27 0,1 1 0,2-1 0,-3 57 0,7-71 0,0 0 0,1 0 0,1 0 0,0-1 0,1 1 0,0 0 0,2-1 0,-1 0 0,1 0 0,9 16 0,-12-25 0,1 0 0,0 0 0,0 0 0,0 0 0,0-1 0,1 1 0,-1-1 0,1 0 0,0 0 0,0 0 0,0-1 0,0 1 0,0-1 0,1 0 0,-1 0 0,1 0 0,-1-1 0,1 0 0,9 2 0,-8-3 0,0 0 0,0 0 0,0-1 0,0 1 0,-1-1 0,1-1 0,0 1 0,0-1 0,-1 0 0,1 0 0,-1-1 0,1 1 0,-1-1 0,0 0 0,8-8 0,2-2 0,-1 0 0,-1-1 0,0-1 0,-1 0 0,-1-1 0,0-1 0,-1 1 0,-1-2 0,0 1 0,5-19 0,-4 9 0,-2 1 0,-1-1 0,-1-1 0,-2 1 0,0-1 0,-1-37 0,-3 91 0,-1 1 0,1-1 0,1 1 0,2-1 0,9 44 0,-8-58 0,0 0 0,1 0 0,0-1 0,1 0 0,1 0 0,-1 0 0,9 10 0,-12-18 0,-1 0 0,1-1 0,-1 1 0,1 0 0,0-1 0,0 1 0,0-1 0,0 0 0,0 0 0,1 0 0,-1-1 0,1 1 0,-1-1 0,1 0 0,0 0 0,-1 0 0,1 0 0,0-1 0,0 1 0,-1-1 0,1 0 0,0 0 0,0-1 0,0 1 0,-1-1 0,1 1 0,5-3 0,-1 0 0,0-1 0,-1 0 0,1-1 0,-1 0 0,0 0 0,0 0 0,-1-1 0,1 0 0,-1 0 0,-1 0 0,8-11 0,0-1 0,-1-1 0,-1-1 0,10-24 0,-11 17 0,0 0 0,-2-1 0,-2 0 0,0 0 0,-2 0 0,0 0 0,-3-1 0,-2-44 0,-3 22 0,-2 0 0,-3 0 0,-28-91 0,33 125 0,-2-1 0,0 1 0,-1 0 0,-1 1 0,-1-1 0,-11-16 0,8 24 0,12 8 0,0 1 0,0 0 0,-1 0 0,1 0 0,0 0 0,-1 0 0,1 0 0,0 0 0,0 0 0,-1 0 0,1 0 0,0 1 0,0-1 0,-1 0 0,1 0 0,0 0 0,0 0 0,-1 0 0,1 0 0,0 0 0,0 1 0,-1-1 0,1 0 0,0 0 0,0 0 0,0 1 0,0-1 0,-1 0 0,1 1 0,-1 1 0,0 0 0,1 0 0,-1 0 0,1 0 0,-1 0 0,1 0 0,0 0 0,-1 0 0,1 1 0,1 1 0,0 21 0,2-1 0,1 1 0,1-1 0,10 27 0,39 94 0,-27-84 0,52 87 0,-59-116 0,2-1 0,0-1 0,2 0 0,34 30 0,-53-55-80,0 0 0,1 0-1,-1 0 1,1-1 0,0 0-1,1 0 1,-1 0 0,1-1-1,-1 0 1,1 0 0,0-1 0,0 0-1,0 0 1,0-1 0,0 0-1,10 1 1,14-6-6746</inkml:trace>
</inkml:ink>
</file>

<file path=ppt/ink/ink1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07.483"/>
    </inkml:context>
    <inkml:brush xml:id="br0">
      <inkml:brushProperty name="width" value="0.05" units="cm"/>
      <inkml:brushProperty name="height" value="0.05" units="cm"/>
    </inkml:brush>
  </inkml:definitions>
  <inkml:trace contextRef="#ctx0" brushRef="#br0">36 62 24575,'-7'-19'0,"-3"-4"0,1 6 0,2 14 0,4 17 0,8 15 0,5 13 0,6 8 0,4 8 0,7 4 0,3 0 0,2 0 0,-1-4 0,-2-5 0,-5-3 0,-5-7 0,-7-5 0,-5-9-8191</inkml:trace>
</inkml:ink>
</file>

<file path=ppt/ink/ink1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07.839"/>
    </inkml:context>
    <inkml:brush xml:id="br0">
      <inkml:brushProperty name="width" value="0.05" units="cm"/>
      <inkml:brushProperty name="height" value="0.05" units="cm"/>
    </inkml:brush>
  </inkml:definitions>
  <inkml:trace contextRef="#ctx0" brushRef="#br0">105 390 24575,'-98'-33'0,"91"28"0,12 2 0,17 0 0,-19 3 0,406-56 0,-305 33 0,189-67 0,-284 87 0,10-5 0,33-16 0,-48 22 0,0-1 0,0 1 0,-1-1 0,1 0 0,0 1 0,-1-2 0,0 1 0,0 0 0,0-1 0,0 1 0,-1-1 0,1 0 0,-1 0 0,2-4 0,-3 5 0,-1 1 0,1 0 0,-1-1 0,0 1 0,0-1 0,0 1 0,0-1 0,-1 1 0,1 0 0,-1-1 0,1 1 0,-1-1 0,0 1 0,0 0 0,0 0 0,0-1 0,0 1 0,-1 0 0,1 0 0,0 0 0,-1 0 0,0 1 0,1-1 0,-1 0 0,0 1 0,0-1 0,0 1 0,0-1 0,0 1 0,-3-1 0,-1-2 0,0 1 0,0 0 0,-1 0 0,1 1 0,-1 0 0,1 0 0,-1 0 0,0 1 0,-12-1 0,14 2 0,1 0 0,-1 1 0,0-1 0,1 1 0,-1 0 0,1 1 0,-1-1 0,1 1 0,0-1 0,0 1 0,-1 1 0,1-1 0,1 0 0,-1 1 0,-7 6 0,7-4 0,-1 1 0,1-1 0,0 1 0,0 0 0,1 0 0,-1 0 0,2 0 0,-1 0 0,-3 14 0,3-7 0,0 0 0,1 0 0,1 0 0,0 1 0,1-1 0,0 0 0,1 1 0,0-1 0,1 0 0,7 23 0,-4-22-91,1-1 0,1 0 0,0 0 0,0-1 0,1 0 0,1 0 0,0-1 0,1 0 0,0 0 0,0-1 0,1-1 0,1 0 0,-1 0 0,23 12 0,16 3-6735</inkml:trace>
</inkml:ink>
</file>

<file path=ppt/ink/ink1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08.160"/>
    </inkml:context>
    <inkml:brush xml:id="br0">
      <inkml:brushProperty name="width" value="0.05" units="cm"/>
      <inkml:brushProperty name="height" value="0.05" units="cm"/>
    </inkml:brush>
  </inkml:definitions>
  <inkml:trace contextRef="#ctx0" brushRef="#br0">123 131 24575,'-7'-2'0,"-17"-7"0,0 2 0,-34-6 0,57 13 0,1 0 0,0 0 0,0 0 0,-1 0 0,1 0 0,0 0 0,-1 0 0,1 0 0,0-1 0,-1 1 0,1 0 0,0 0 0,-1 1 0,1-1 0,0 0 0,-1 0 0,1 0 0,0 0 0,0 0 0,-1 0 0,1 0 0,0 0 0,-1 1 0,1-1 0,0 0 0,0 0 0,-1 0 0,1 0 0,0 1 0,5 6 0,20 11 0,-22-16 0,42 26 0,83 58 0,-108-72 0,-2 2 0,0 0 0,0 1 0,18 25 0,-34-40 0,0 0 0,0 1 0,-1-1 0,1 1 0,-1 0 0,0-1 0,1 1 0,-1 0 0,-1 0 0,1 0 0,0 3 0,-1-5 0,0-1 0,0 1 0,0 0 0,0-1 0,0 1 0,0 0 0,0-1 0,0 1 0,-1 0 0,1-1 0,0 1 0,0-1 0,-1 1 0,1-1 0,-1 1 0,1 0 0,0-1 0,-1 1 0,1-1 0,-1 1 0,-1 0 0,1 0 0,0-1 0,-1 1 0,1-1 0,-1 1 0,1-1 0,-1 1 0,1-1 0,-1 0 0,1 0 0,-1 0 0,-1 0 0,-1 0 0,0 0 0,1 0 0,-1 0 0,1-1 0,-1 0 0,1 0 0,-1 0 0,1 0 0,0 0 0,-1 0 0,1-1 0,0 0 0,0 0 0,0 0 0,0 0 0,-3-3 0,3 1 0,-1 0 0,1 0 0,-1-1 0,1 1 0,1-1 0,-1 0 0,1 0 0,-1 0 0,-1-9 0,0 0 0,1 0 0,1 0 0,0 0 0,1-1 0,1 1 0,0-1 0,3-16 0,-1 16-124,0 1 0,2-1 0,0 1 0,0-1 0,2 1 0,-1 0-1,2 1 1,0 0 0,0 0 0,17-21 0,-7 16-6702</inkml:trace>
</inkml:ink>
</file>

<file path=ppt/ink/ink1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08.580"/>
    </inkml:context>
    <inkml:brush xml:id="br0">
      <inkml:brushProperty name="width" value="0.05" units="cm"/>
      <inkml:brushProperty name="height" value="0.05" units="cm"/>
    </inkml:brush>
  </inkml:definitions>
  <inkml:trace contextRef="#ctx0" brushRef="#br0">1 104 24575,'4'-2'0,"-4"1"0,0 1 0,1-1 0,-1 1 0,0 0 0,1-1 0,-1 1 0,1 0 0,-1-1 0,0 1 0,1 0 0,-1 0 0,1 0 0,-1-1 0,1 1 0,-1 0 0,1 0 0,-1 0 0,1 0 0,-1 0 0,1 0 0,-1 0 0,1 0 0,-1 0 0,1 0 0,-1 0 0,1 0 0,0 0 0,2 2 0,1-1 0,-1 1 0,0 0 0,1 0 0,-1 0 0,0 0 0,0 1 0,-1-1 0,1 1 0,3 4 0,24 35 0,-20-26 0,11 16 0,-1 0 0,-2 2 0,27 69 0,-42-91 0,-8-20 0,-8-22 0,9 12 0,0-1 0,1 1 0,1 0 0,1-1 0,1 0 0,0 1 0,5-29 0,-3 35 0,0 1 0,1-1 0,0 1 0,1 0 0,0 0 0,1 0 0,0 0 0,0 1 0,1 0 0,1 0 0,0 1 0,0 0 0,9-9 0,-14 15 0,1 1 0,-1 0 0,1 0 0,0-1 0,0 2 0,0-1 0,0 0 0,0 1 0,0-1 0,1 1 0,-1 0 0,0 0 0,1 0 0,-1 0 0,1 1 0,-1-1 0,0 1 0,1 0 0,-1 0 0,1 0 0,-1 1 0,1-1 0,-1 1 0,1 0 0,-1 0 0,0 0 0,1 0 0,-1 1 0,0-1 0,0 1 0,0 0 0,0 0 0,0 0 0,-1 0 0,4 3 0,3 3 0,0 2 0,-1-1 0,0 1 0,0 0 0,-1 1 0,0-1 0,-1 2 0,7 17 0,-4-5-136,-1 0-1,-1 0 1,-1 1-1,-2 0 1,0 0-1,-2 0 1,-1 0-1,-1 1 0,-3 28 1,-1-28-6690</inkml:trace>
</inkml:ink>
</file>

<file path=ppt/ink/ink1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08.750"/>
    </inkml:context>
    <inkml:brush xml:id="br0">
      <inkml:brushProperty name="width" value="0.05" units="cm"/>
      <inkml:brushProperty name="height" value="0.05" units="cm"/>
    </inkml:brush>
  </inkml:definitions>
  <inkml:trace contextRef="#ctx0" brushRef="#br0">1 206 24575,'3'-18'0,"1"0"0,2 0 0,-1 0 0,2 0 0,1 1 0,0 0 0,1 1 0,18-26 0,-25 40 0,-1 0 0,0 0 0,0 1 0,1-1 0,-1 1 0,1-1 0,0 1 0,-1 0 0,1 0 0,0 0 0,0-1 0,0 2 0,0-1 0,0 0 0,0 0 0,0 1 0,0-1 0,0 1 0,0-1 0,0 1 0,0 0 0,0 0 0,0 0 0,0 0 0,1 0 0,-1 1 0,0-1 0,0 1 0,0-1 0,0 1 0,0 0 0,0-1 0,0 1 0,0 0 0,-1 0 0,1 1 0,0-1 0,2 3 0,6 5 0,-1 0 0,-1 1 0,1 0 0,-2 0 0,8 14 0,-13-21 0,67 115 0,77 182 0,-125-253 171,24 82 0,-40-112-361,-1 1 0,-1-1 1,-1 0-1,0 1 0,-1 0 1,-1-1-1,-1 1 1,-4 26-1,-13 19-6636</inkml:trace>
</inkml:ink>
</file>

<file path=ppt/ink/ink1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10.106"/>
    </inkml:context>
    <inkml:brush xml:id="br0">
      <inkml:brushProperty name="width" value="0.05" units="cm"/>
      <inkml:brushProperty name="height" value="0.05" units="cm"/>
    </inkml:brush>
  </inkml:definitions>
  <inkml:trace contextRef="#ctx0" brushRef="#br0">114 49 24575,'0'-10'0,"0"-5"0,-3 0 0,-4 7 0,-5 10 0,-2 11 0,-1 12 0,2 7 0,0 9 0,1 7 0,2 4 0,3 1 0,2-2 0,2-4 0,5-6 0,1-5 0,0-8-8191</inkml:trace>
</inkml:ink>
</file>

<file path=ppt/ink/ink1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10.593"/>
    </inkml:context>
    <inkml:brush xml:id="br0">
      <inkml:brushProperty name="width" value="0.05" units="cm"/>
      <inkml:brushProperty name="height" value="0.05" units="cm"/>
    </inkml:brush>
  </inkml:definitions>
  <inkml:trace contextRef="#ctx0" brushRef="#br0">16 395 24575,'0'-1'0,"-4"-9"0,1 1 0,1-1 0,-1 0 0,-1-17 0,4 24 0,0 0 0,0 1 0,1-1 0,-1 0 0,0 1 0,1-1 0,0 0 0,-1 1 0,1-1 0,0 1 0,0-1 0,1 1 0,-1 0 0,0-1 0,1 1 0,0 0 0,-1 0 0,1 0 0,0 0 0,0 0 0,0 1 0,0-1 0,4-2 0,6-2 0,1 0 0,1 1 0,-1 1 0,1 0 0,0 0 0,24-2 0,501-42-1355,-443 43 991,1216-53-3477,-320 18 2623,-3-22 282,-905 54 1226,111-5 3823,-194 13-4083,-1 0 0,0 0 0,1-1 0,-1 1 0,1 0 1,-1 0-1,1 0 0,-1 0 0,1 0 0,-1 0 0,0 0 0,1 0 0,-1 0 1,1 0-1,-1 0 0,1 0 0,-1 1 0,1-1 0,-1 0 0,0 0 1,1 0-1,-1 1 0,0-1 0,1 0 0,-1 0 0,1 1 0,-1-1 1,0 0-1,0 1 0,1 0 0,-12 7 1062,-22 6 193,26-12-1285,0 0 0,0 1 0,0 0 0,1 0 0,-10 6 0,14-7 0,0-1 0,0 1 0,1-1 0,-1 1 0,1-1 0,-1 1 0,1 0 0,-1 0 0,1 0 0,0 0 0,0 0 0,0 0 0,0 0 0,1 0 0,-1 1 0,0-1 0,1 0 0,-1 5 0,0 49 0,3 1 0,2-1 0,18 89 0,4 51 0,-25-187-195,-1 0 0,0 0 0,-1 0 0,0 0 0,0 0 0,-5 14 0,1-7-6631</inkml:trace>
</inkml:ink>
</file>

<file path=ppt/ink/ink1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11.071"/>
    </inkml:context>
    <inkml:brush xml:id="br0">
      <inkml:brushProperty name="width" value="0.05" units="cm"/>
      <inkml:brushProperty name="height" value="0.05" units="cm"/>
    </inkml:brush>
  </inkml:definitions>
  <inkml:trace contextRef="#ctx0" brushRef="#br0">210 50 24575,'0'-2'0,"-1"0"0,0 0 0,1 1 0,-1-1 0,0 0 0,0 0 0,0 0 0,0 1 0,0-1 0,0 1 0,0-1 0,-1 1 0,1-1 0,0 1 0,-1 0 0,1-1 0,-3 0 0,0-1 0,0 0 0,0 1 0,0-1 0,-1 1 0,-8-3 0,8 4 0,1 1 0,-1-1 0,0 1 0,0 0 0,1 1 0,-1-1 0,0 1 0,1 0 0,-1 0 0,1 1 0,-1-1 0,1 1 0,-1 0 0,1 0 0,0 0 0,0 1 0,0-1 0,0 1 0,-6 7 0,4-5 0,1 0 0,-1 0 0,1 1 0,0 0 0,1 0 0,-1 0 0,1 1 0,1 0 0,-1 0 0,1 0 0,-4 12 0,6-17 0,1 1 0,-1-1 0,1 1 0,0-1 0,0 1 0,0-1 0,0 1 0,0-1 0,0 1 0,1-1 0,-1 0 0,1 1 0,0-1 0,0 0 0,0 1 0,0-1 0,0 0 0,0 0 0,0 1 0,3 1 0,-1-1 0,0 0 0,0-1 0,0 1 0,0-1 0,1 0 0,-1 0 0,1 0 0,-1 0 0,1-1 0,0 0 0,7 2 0,-2-1 0,0 0 0,0-1 0,0-1 0,0 1 0,0-1 0,1-1 0,-1 0 0,0 0 0,0-1 0,13-4 0,-19 5 0,-1 0 0,1 0 0,0 0 0,-1 0 0,1 0 0,-1-1 0,0 0 0,0 1 0,1-1 0,-1 0 0,0 0 0,0 0 0,-1 0 0,1 0 0,0-1 0,-1 1 0,1 0 0,-1-1 0,0 1 0,0-1 0,0 0 0,0 1 0,0-1 0,0 0 0,0-3 0,-1 0 0,-1 0 0,1 0 0,-1 0 0,0 0 0,-1 0 0,1 0 0,-1 1 0,0-1 0,-1 1 0,-5-10 0,1 1-1365,1 2-5461</inkml:trace>
</inkml:ink>
</file>

<file path=ppt/ink/ink1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11.238"/>
    </inkml:context>
    <inkml:brush xml:id="br0">
      <inkml:brushProperty name="width" value="0.05" units="cm"/>
      <inkml:brushProperty name="height" value="0.05" units="cm"/>
    </inkml:brush>
  </inkml:definitions>
  <inkml:trace contextRef="#ctx0" brushRef="#br0">1 0 24575,'0'3'0,"2"2"0,8 6 0,8 6 0,7 4 0,7 7 0,5 7 0,3 5 0,2 3 0,-1 4 0,-7-6-8191</inkml:trace>
</inkml:ink>
</file>

<file path=ppt/ink/ink1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16.453"/>
    </inkml:context>
    <inkml:brush xml:id="br0">
      <inkml:brushProperty name="width" value="0.05" units="cm"/>
      <inkml:brushProperty name="height" value="0.05" units="cm"/>
    </inkml:brush>
  </inkml:definitions>
  <inkml:trace contextRef="#ctx0" brushRef="#br0">282 379 24575,'0'-6'0,"1"-10"0,-2 0 0,0 0 0,-1 0 0,-4-19 0,6 32 0,-1 0 0,0 0 0,0 0 0,0 0 0,0 0 0,-1 0 0,1 0 0,-1 0 0,0 1 0,1-1 0,-1 1 0,0-1 0,-1 1 0,1 0 0,0 0 0,-1 0 0,1 0 0,-1 0 0,0 0 0,1 1 0,-1-1 0,0 1 0,0 0 0,0 0 0,0 0 0,0 0 0,-7-1 0,2 2 0,-1 1 0,1 0 0,-1 0 0,1 0 0,0 1 0,0 1 0,0-1 0,0 1 0,0 1 0,0-1 0,1 1 0,-1 1 0,1-1 0,0 1 0,1 0 0,-1 1 0,1 0 0,0 0 0,-8 11 0,8-11 0,1 1 0,0 0 0,1 0 0,-1 0 0,1 0 0,1 1 0,-1-1 0,1 1 0,1 0 0,-1 0 0,2 0 0,-1 1 0,1-1 0,0 0 0,0 0 0,1 1 0,0-1 0,1 1 0,3 15 0,-3-20 0,0-1 0,1 1 0,-1 0 0,1-1 0,0 1 0,0-1 0,0 1 0,0-1 0,1 0 0,-1 0 0,1 0 0,0 0 0,0-1 0,0 1 0,0-1 0,6 4 0,-5-4 0,1 0 0,0 0 0,0-1 0,0 1 0,1-1 0,-1 0 0,0-1 0,0 1 0,1-1 0,-1 0 0,7-1 0,-1 0 0,-1-1 0,1 0 0,0-1 0,-1 0 0,0-1 0,1 0 0,-1-1 0,-1 0 0,1 0 0,-1-1 0,12-10 0,-11 7 0,-1-1 0,0 0 0,0-1 0,-1 0 0,-1 0 0,1-1 0,-2 0 0,0 0 0,0 0 0,-1-1 0,-1 0 0,0 0 0,-1 0 0,2-18 0,-2 8 0,-1 0 0,-1-1 0,-2 1 0,0-1 0,-1 1 0,-2 0 0,-9-35 0,11 50 0,-1-1 0,-1 1 0,-6-13 0,9 20 0,1 0 0,-1 0 0,0-1 0,1 1 0,-1 1 0,0-1 0,0 0 0,0 0 0,0 0 0,0 0 0,0 0 0,0 1 0,0-1 0,-2 0 0,2 1 0,0 0 0,1 0 0,-1 0 0,0 0 0,1 0 0,-1 0 0,0 0 0,1 1 0,-1-1 0,0 0 0,1 0 0,-1 1 0,1-1 0,-1 1 0,1-1 0,-1 0 0,0 1 0,1-1 0,0 1 0,-1-1 0,1 1 0,-1 0 0,1-1 0,0 1 0,-1-1 0,1 1 0,0 0 0,-1-1 0,1 2 0,-4 7 0,1-1 0,1 1 0,-1 0 0,1 1 0,1-1 0,0 0 0,0 0 0,1 1 0,1 15 0,2 7 0,11 47 0,-8-52-170,1 1-1,1-1 0,2-1 1,1 0-1,0 0 0,2-1 1,28 40-1,-17-35-6655</inkml:trace>
</inkml:ink>
</file>

<file path=ppt/ink/ink1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16.856"/>
    </inkml:context>
    <inkml:brush xml:id="br0">
      <inkml:brushProperty name="width" value="0.05" units="cm"/>
      <inkml:brushProperty name="height" value="0.05" units="cm"/>
    </inkml:brush>
  </inkml:definitions>
  <inkml:trace contextRef="#ctx0" brushRef="#br0">11 156 24575,'-4'-18'0,"1"1"0,0-20 0,2 32 0,1 1 0,0 0 0,1 0 0,-1-1 0,1 1 0,0 0 0,0 0 0,0 0 0,0 0 0,1 0 0,-1 0 0,1 0 0,0 0 0,4-5 0,-4 8 0,0-1 0,0 1 0,0-1 0,0 1 0,0-1 0,0 1 0,0 0 0,1 0 0,-1 0 0,0 0 0,1 1 0,-1-1 0,0 1 0,1-1 0,-1 1 0,1 0 0,-1 0 0,1 0 0,-1 0 0,1 0 0,-1 1 0,0-1 0,1 1 0,-1-1 0,1 1 0,2 2 0,5 1 0,-1 0 0,0 0 0,0 1 0,0 1 0,9 7 0,1 2 0,-1 2 0,0 0 0,23 30 0,-31-35 0,-2 1 0,1 0 0,-2 0 0,0 0 0,0 1 0,8 29 0,-14-41 0,0-1 0,-1 1 0,1 0 0,-1 0 0,0 0 0,1 0 0,-1 0 0,0 0 0,0-1 0,0 1 0,-1 0 0,1 0 0,0 0 0,-1 0 0,1 0 0,-1 0 0,0-1 0,1 1 0,-1 0 0,0 0 0,0-1 0,0 1 0,-2 1 0,1-1 0,1-1 0,-1 0 0,0 0 0,0 0 0,0 0 0,-1-1 0,1 1 0,0 0 0,0-1 0,0 0 0,0 1 0,-1-1 0,1 0 0,0 0 0,0 0 0,0 0 0,-1-1 0,1 1 0,0 0 0,-2-2 0,0 2 0,0-1 0,0 0 0,0-1 0,0 1 0,1-1 0,-1 1 0,0-1 0,1 0 0,0-1 0,-1 1 0,1 0 0,0-1 0,0 0 0,0 0 0,1 0 0,-1 0 0,1 0 0,-1 0 0,1-1 0,0 1 0,0-1 0,1 1 0,-1-1 0,1 0 0,0 0 0,0 0 0,0 0 0,0 0 0,1 0 0,-1 0 0,1 0 0,1-4 0,-1 1 0,1 0 0,0 0 0,0 0 0,1 0 0,0 0 0,0 0 0,1 0 0,0 0 0,0 1 0,0-1 0,1 1 0,0 0 0,0 0 0,1 1 0,-1-1 0,1 1 0,7-6 0,-3 4 0,1 1 0,1 0 0,-1 0 0,1 1 0,0 0 0,0 1 0,0 0 0,1 1 0,20-4 0,-27 6 0,1 1 0,-1-1 0,1 1 0,-1 0 0,1 0 0,-1 0 0,1 1 0,-1 0 0,0 0 0,1 0 0,-1 1 0,0-1 0,0 1 0,0 1 0,0-1 0,0 1 0,0 0 0,-1 0 0,1 0 0,-1 0 0,0 1 0,0 0 0,4 5 0,-3 0 0,-1 0 0,0 0 0,0 0 0,-1 1 0,0-1 0,-1 1 0,0 0 0,-1 0 0,1 10 0,8 39 0,-6-47-341,0 0 0,1 0-1,12 21 1,-6-16-6485</inkml:trace>
</inkml:ink>
</file>

<file path=ppt/ink/ink1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17.028"/>
    </inkml:context>
    <inkml:brush xml:id="br0">
      <inkml:brushProperty name="width" value="0.05" units="cm"/>
      <inkml:brushProperty name="height" value="0.05" units="cm"/>
    </inkml:brush>
  </inkml:definitions>
  <inkml:trace contextRef="#ctx0" brushRef="#br0">49 106 24575,'-3'-5'0,"-2"-6"0,-6-11 0,-1-4 0,2 3 0,3 4-8191</inkml:trace>
</inkml:ink>
</file>

<file path=ppt/ink/ink1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17.403"/>
    </inkml:context>
    <inkml:brush xml:id="br0">
      <inkml:brushProperty name="width" value="0.05" units="cm"/>
      <inkml:brushProperty name="height" value="0.05" units="cm"/>
    </inkml:brush>
  </inkml:definitions>
  <inkml:trace contextRef="#ctx0" brushRef="#br0">1 7 24575,'0'0'0,"0"0"0,0 0 0,0-1 0,0 1 0,0 0 0,0 0 0,0-1 0,0 1 0,0 0 0,0 0 0,0 0 0,0-1 0,0 1 0,0 0 0,0 0 0,0 0 0,0-1 0,0 1 0,0 0 0,0 0 0,1 0 0,-1 0 0,0-1 0,0 1 0,0 0 0,0 0 0,0 0 0,1 0 0,-1 0 0,0-1 0,0 1 0,0 0 0,1 0 0,-1 0 0,0 0 0,0 0 0,0 0 0,1 0 0,-1 0 0,0 0 0,0 0 0,0 0 0,1 0 0,11 6 0,7 12 0,-10 0 0,-1 0 0,11 36 0,-11-30 0,12 27 0,12 19-682,38 120-1,-66-174-6143</inkml:trace>
</inkml:ink>
</file>

<file path=ppt/ink/ink1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17.694"/>
    </inkml:context>
    <inkml:brush xml:id="br0">
      <inkml:brushProperty name="width" value="0.05" units="cm"/>
      <inkml:brushProperty name="height" value="0.05" units="cm"/>
    </inkml:brush>
  </inkml:definitions>
  <inkml:trace contextRef="#ctx0" brushRef="#br0">10 4 24575,'-5'-3'0,"1"3"0,4 2 0,3 7 0,5 13 0,3 10 0,4 9 0,2 5 0,0 4 0,1 1 0,-2 1 0,0-3 0,-1-3 0,-3-10-8191</inkml:trace>
</inkml:ink>
</file>

<file path=ppt/ink/ink1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18.393"/>
    </inkml:context>
    <inkml:brush xml:id="br0">
      <inkml:brushProperty name="width" value="0.05" units="cm"/>
      <inkml:brushProperty name="height" value="0.05" units="cm"/>
    </inkml:brush>
  </inkml:definitions>
  <inkml:trace contextRef="#ctx0" brushRef="#br0">321 345 24575,'-8'-1'0,"1"0"0,-1 0 0,1-1 0,-1 0 0,1 0 0,0-1 0,-8-4 0,-31-9 0,39 14 0,0 1 0,0 0 0,-1 0 0,1 1 0,0 0 0,-1 0 0,1 0 0,0 1 0,0 1 0,0-1 0,0 1 0,0 0 0,0 1 0,0-1 0,0 1 0,1 1 0,0-1 0,-1 1 0,1 0 0,1 1 0,-1-1 0,1 1 0,-1 0 0,1 1 0,1-1 0,-1 1 0,1 0 0,0 0 0,0 0 0,1 1 0,0-1 0,0 1 0,1 0 0,-1 0 0,-1 10 0,3-12 0,0 0 0,1 0 0,0 0 0,-1 0 0,1 0 0,1 0 0,-1 0 0,1 0 0,0 0 0,0-1 0,1 1 0,-1 0 0,1 0 0,0-1 0,0 1 0,1-1 0,-1 1 0,1-1 0,0 0 0,0 0 0,0-1 0,1 1 0,-1 0 0,1-1 0,0 0 0,0 0 0,0 0 0,0-1 0,1 1 0,-1-1 0,1 0 0,-1 0 0,1 0 0,0-1 0,0 0 0,0 0 0,0 0 0,0 0 0,0-1 0,0 0 0,0 0 0,0 0 0,0-1 0,0 0 0,0 1 0,5-3 0,0 0 0,-1 0 0,0 0 0,0-1 0,0 0 0,0 0 0,-1-1 0,0 0 0,1-1 0,-2 1 0,1-2 0,-1 1 0,7-9 0,-6 6 0,-1-1 0,-1 1 0,0-1 0,0-1 0,-1 1 0,0-1 0,-1 0 0,0 0 0,2-12 0,-2-1 0,-1 1 0,-1-1 0,-1 0 0,0-1 0,-2 1 0,-2 0 0,0 1 0,-1-1 0,-9-28 0,9 34 0,1 7 0,0 0 0,0 0 0,-1 0 0,0 0 0,-1 0 0,0 1 0,-11-16 0,16 26 0,0-1 0,-1 1 0,1 0 0,0 0 0,0 0 0,0-1 0,-1 1 0,1 0 0,0 0 0,0 0 0,0 0 0,-1-1 0,1 1 0,0 0 0,0 0 0,-1 0 0,1 0 0,0 0 0,0 0 0,-1 0 0,1 0 0,0 0 0,0 0 0,-1 0 0,1 0 0,0 0 0,0 0 0,-1 0 0,1 0 0,0 0 0,0 0 0,-1 0 0,1 0 0,0 0 0,0 1 0,-1-1 0,1 0 0,0 0 0,0 0 0,0 0 0,-1 0 0,1 1 0,0-1 0,0 0 0,0 0 0,0 0 0,-1 1 0,1-1 0,0 0 0,0 0 0,0 1 0,0-1 0,0 0 0,0 0 0,0 1 0,0-1 0,0 0 0,0 0 0,0 1 0,0-1 0,0 0 0,0 0 0,0 1 0,-3 20 0,3-19 0,-1 30 0,3 0 0,0 1 0,2-1 0,1 0 0,2 0 0,1-1 0,2 0 0,0 0 0,24 45 0,-27-63-341,0-1 0,1-1-1,17 21 1,-3-9-6485</inkml:trace>
</inkml:ink>
</file>

<file path=ppt/ink/ink1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19.208"/>
    </inkml:context>
    <inkml:brush xml:id="br0">
      <inkml:brushProperty name="width" value="0.05" units="cm"/>
      <inkml:brushProperty name="height" value="0.05" units="cm"/>
    </inkml:brush>
  </inkml:definitions>
  <inkml:trace contextRef="#ctx0" brushRef="#br0">88 155 24575,'-1'-1'0,"0"0"0,0-1 0,0 1 0,0 0 0,0 0 0,-1 0 0,1 0 0,0 0 0,0 0 0,-1 0 0,1 0 0,-1 1 0,1-1 0,-1 1 0,1-1 0,-1 1 0,1-1 0,-1 1 0,1 0 0,-1-1 0,0 1 0,1 0 0,-1 0 0,1 0 0,-1 1 0,0-1 0,1 0 0,-1 1 0,1-1 0,-1 1 0,1-1 0,-1 1 0,1 0 0,-1-1 0,1 1 0,0 0 0,0 0 0,-1 0 0,1 0 0,0 0 0,0 0 0,0 0 0,0 1 0,0-1 0,0 0 0,0 1 0,-1 2 0,-1 1 0,0 1 0,0 0 0,0 0 0,1 1 0,0-1 0,0 0 0,1 1 0,0-1 0,0 1 0,0 9 0,1-10 0,1 0 0,0-1 0,0 1 0,0-1 0,1 1 0,0-1 0,0 0 0,0 1 0,1-1 0,0 0 0,0-1 0,0 1 0,7 8 0,-8-11 0,0 0 0,0-1 0,0 1 0,0 0 0,0-1 0,0 1 0,1-1 0,-1 0 0,1 1 0,-1-1 0,1 0 0,-1-1 0,1 1 0,-1 0 0,1-1 0,0 1 0,-1-1 0,1 0 0,0 0 0,0 0 0,-1 0 0,1-1 0,0 1 0,-1-1 0,1 1 0,-1-1 0,1 0 0,-1 0 0,1 0 0,-1 0 0,3-2 0,-3 2 0,0-1 0,0 1 0,0-1 0,0 0 0,0 1 0,0-1 0,0 0 0,-1 0 0,1 0 0,-1 0 0,1 0 0,-1-1 0,0 1 0,0 0 0,0-1 0,1-4 0,-1 2 0,0 0 0,-1 0 0,1 0 0,-1 0 0,-1 0 0,1 0 0,0 0 0,-2-5 0,-1-3 0,-1 1 0,0 0 0,-1 0 0,0 0 0,-13-21 0,11 24 0,0 1 0,0-1 0,-1 2 0,-12-12 0,15 16 0,12 7 0,-1 0 0,1 0 0,0 0 0,-1-1 0,2-1 0,-1 1 0,0-1 0,0 0 0,1 0 0,14 0 0,0 0 0,-1-1 0,36-4 0,-32-5 0,-11 3 0,-13 6 0,0 1 0,-1 0 0,1 0 0,0 0 0,0 0 0,-1 0 0,1 0 0,-1 0 0,0 0 0,0 0 0,0 0 0,0 0 0,0 3 0,1 3 0,0 1 0,1 0 0,0 0 0,0-1 0,1 1 0,0-1 0,1 0 0,4 9 0,-7-15 0,0-1 0,1 1 0,-1 0 0,0 0 0,1-1 0,-1 1 0,1-1 0,0 1 0,-1-1 0,1 0 0,0 0 0,0 0 0,0 0 0,0 0 0,0 0 0,0 0 0,0-1 0,0 1 0,0-1 0,0 1 0,1-1 0,-1 0 0,0 0 0,0 0 0,0 0 0,1 0 0,-1-1 0,0 1 0,0-1 0,0 1 0,0-1 0,0 0 0,0 1 0,2-3 0,3 0 0,-1-1 0,0 0 0,1 0 0,-2 0 0,1-1 0,0 0 0,-1 0 0,0-1 0,6-8 0,6-6 0,-16 20 0,-1-1 0,0 1 0,1-1 0,-1 1 0,0-1 0,1 1 0,-1 0 0,0-1 0,1 1 0,-1 0 0,1-1 0,-1 1 0,1 0 0,-1 0 0,1-1 0,-1 1 0,1 0 0,-1 0 0,1 0 0,-1 0 0,1 0 0,-1 0 0,1 0 0,-1 0 0,1 0 0,-1 0 0,1 0 0,-1 0 0,1 0 0,0 0 0,-1 0 0,1 0 0,-1 1 0,1-1 0,-1 0 0,0 0 0,1 1 0,-1-1 0,1 0 0,-1 1 0,1-1 0,-1 0 0,0 1 0,1-1 0,-1 0 0,0 1 0,1 0 0,13 30 0,-9-18 0,-3-8 0,1-1 0,0 1 0,0-1 0,1 0 0,-1 0 0,1 0 0,0-1 0,0 1 0,0-1 0,0 0 0,1 0 0,-1 0 0,9 3 0,-11-6 0,0 1 0,0 0 0,0-1 0,0 1 0,0-1 0,0 0 0,0 0 0,0 0 0,0 0 0,0 0 0,0 0 0,0 0 0,0-1 0,0 1 0,0-1 0,0 1 0,0-1 0,0 0 0,0 0 0,-1 0 0,1 0 0,0 0 0,-1 0 0,1 0 0,0-1 0,-1 1 0,1-1 0,-1 1 0,0-1 0,0 1 0,1-1 0,-1 0 0,0 0 0,0 1 0,-1-1 0,1 0 0,1-2 0,0-4 25,1-1-1,-1 1 0,-1 0 1,1 0-1,-1-1 1,-1 1-1,0-1 0,0 1 1,0 0-1,-1-1 0,-1 1 1,1 0-1,-5-14 1,3 14-139,1 1 0,-1-1 0,0 1 0,-1 0 1,1 0-1,-2 1 0,1-1 0,-1 1 1,1 0-1,-2 0 0,1 0 0,-1 1 1,0 0-1,-11-8 0,4 7-6712</inkml:trace>
</inkml:ink>
</file>

<file path=ppt/ink/ink1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19.502"/>
    </inkml:context>
    <inkml:brush xml:id="br0">
      <inkml:brushProperty name="width" value="0.05" units="cm"/>
      <inkml:brushProperty name="height" value="0.05" units="cm"/>
    </inkml:brush>
  </inkml:definitions>
  <inkml:trace contextRef="#ctx0" brushRef="#br0">228 66 24575,'0'-2'0,"0"-1"0,1 0 0,-1 1 0,1-1 0,0 1 0,-1-1 0,1 1 0,0-1 0,0 1 0,1-1 0,-1 1 0,0 0 0,1-1 0,-1 1 0,1 0 0,0 0 0,0 0 0,0 1 0,0-1 0,0 0 0,0 1 0,0-1 0,1 1 0,-1 0 0,1-1 0,-1 1 0,0 0 0,5 0 0,0-1 0,0 0 0,-1 1 0,2 0 0,-1 0 0,0 0 0,0 1 0,0 0 0,0 1 0,11 2 0,-5 0 0,0 1 0,-1 1 0,0 0 0,0 0 0,0 2 0,0-1 0,-1 1 0,0 1 0,-1 0 0,0 1 0,12 12 0,-14-13 0,0 1 0,-1 0 0,0 1 0,0-1 0,-1 2 0,0-1 0,-1 0 0,0 1 0,-1 0 0,0 0 0,-1 1 0,4 21 0,-6-27 0,-1-1 0,0 1 0,0 0 0,0-1 0,-1 1 0,1-1 0,-2 1 0,1-1 0,0 1 0,-1-1 0,0 0 0,0 1 0,-1-1 0,0 0 0,-3 4 0,2-3 0,-1-1 0,0 1 0,0-1 0,0-1 0,-1 1 0,0-1 0,0 0 0,0 0 0,0 0 0,-11 3 0,1-1 0,0-1 0,-1-1 0,1 0 0,-1-1 0,0-1 0,0 0 0,0-2 0,0 0 0,-21-3 0,12 0 69,1-2-1,-1-1 0,1-1 0,-33-13 1,46 15-225,0 0 1,1-1 0,-1-1 0,1 0 0,0 0 0,1-1 0,0 0-1,0-1 1,0 0 0,-11-16 0,9 6-6671</inkml:trace>
</inkml:ink>
</file>

<file path=ppt/ink/ink1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21.403"/>
    </inkml:context>
    <inkml:brush xml:id="br0">
      <inkml:brushProperty name="width" value="0.05" units="cm"/>
      <inkml:brushProperty name="height" value="0.05" units="cm"/>
    </inkml:brush>
  </inkml:definitions>
  <inkml:trace contextRef="#ctx0" brushRef="#br0">414 443 24575,'61'-138'0,"-54"119"0,-1-1 0,-1 0 0,-1 0 0,0 0 0,0-27 0,-4 41 0,0 0 0,0 0 0,-1 0 0,0 0 0,0 0 0,0 0 0,-1 0 0,0 0 0,0 0 0,-1 1 0,1-1 0,-1 1 0,0 0 0,-1 0 0,1 0 0,-1 0 0,0 0 0,0 1 0,0 0 0,-1 0 0,0 0 0,0 0 0,0 1 0,0 0 0,0 0 0,-1 0 0,1 0 0,-12-2 0,2 0 0,0 1 0,-1 1 0,0 1 0,0 0 0,0 1 0,1 1 0,-1 0 0,0 1 0,0 1 0,-16 3 0,15-1 0,-1 0 0,1 2 0,0 0 0,0 1 0,1 0 0,-26 16 0,37-20 0,0 1 0,0-1 0,1 1 0,-1 0 0,1 0 0,-1 1 0,1-1 0,1 1 0,-1 0 0,1 0 0,0 0 0,0 1 0,0-1 0,0 1 0,1-1 0,0 1 0,1 0 0,-1 0 0,1 0 0,0 0 0,0 0 0,1 0 0,0 7 0,2-2 0,0 0 0,1 0 0,0 0 0,1 0 0,0-1 0,0 1 0,1-1 0,1 0 0,0-1 0,0 1 0,1-1 0,12 13 0,10 8 0,0-2 0,37 26 0,48 29 0,-66-50 0,0 3 0,44 44 0,-87-75 0,0 0 0,0 0 0,-1 1 0,1 0 0,-1 0 0,0 0 0,-1 1 0,4 9 0,-6-14 0,0 0 0,-1 1 0,1-1 0,-1 1 0,0-1 0,0 1 0,0-1 0,0 1 0,0-1 0,0 1 0,-1-1 0,1 1 0,-1-1 0,1 1 0,-1-1 0,0 0 0,0 0 0,0 1 0,-1-1 0,1 0 0,0 0 0,-1 0 0,0 0 0,1 0 0,-1 0 0,0-1 0,-2 3 0,-6 3 0,-1 0 0,1-1 0,-1 0 0,-1 0 0,1-1 0,-1-1 0,1 0 0,-1 0 0,-20 2 0,-10 0 0,-61 2 0,74-8 171,-54-4 0,70 2-415,1 0 0,-1-1 0,1-1 0,-1 0 1,1 0-1,-18-10 0,4-3-6582</inkml:trace>
</inkml:ink>
</file>

<file path=ppt/ink/ink1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21.821"/>
    </inkml:context>
    <inkml:brush xml:id="br0">
      <inkml:brushProperty name="width" value="0.05" units="cm"/>
      <inkml:brushProperty name="height" value="0.05" units="cm"/>
    </inkml:brush>
  </inkml:definitions>
  <inkml:trace contextRef="#ctx0" brushRef="#br0">6 19 24575,'9'12'-8265,"-1"1"4032,0 4 2926,2 11 4025,3 6 1824,-2-14-5067,-8-15 745,1 0 1,0 0 0,0-1-1,1 0 1,0 0-1,-1 0 1,1 0 0,0-1-1,1 1 1,-1-1-1,1-1 1,-1 1-1,1-1 1,0 0 0,0 0-1,7 1 1,-8-2-88,-1-1 0,0 1-1,0-1 1,1 0 0,-1 0 0,0 0 0,1-1-1,-1 1 1,0-1 0,0 0 0,0 0 0,0-1-1,0 1 1,0-1 0,0 0 0,0 0 0,0 0 0,-1 0-1,1-1 1,-1 0 0,0 0 0,0 1 0,0-2-1,3-3 1,-3 4-133,-1-1 0,0 0 0,-1 1 0,1-1 0,0 0 0,-1 0 0,0 0 0,0 0 0,0 0 0,-1-1 0,0 1 0,1 0 0,-1 0 0,-1 0 0,1 0 0,0-1 0,-1 1 0,0 0 0,0 0 0,0 0 0,-1 0 0,1 0 0,-1 1 0,0-1 0,0 0 0,0 1 0,-4-5 0,3 4 0,0 0 0,0 0 0,0 1 0,-1-1 0,1 1 0,-1 0 0,0 0 0,0 0 0,0 0 0,0 1 0,0-1 0,-1 1 0,1 0 0,-1 0 0,0 1 0,1 0 0,-1-1 0,0 2 0,0-1 0,0 0 0,0 1 0,-9 1 0,7 0 0,-1 1 0,1 0 0,0 1 0,0 0 0,0 0 0,0 1 0,1-1 0,-1 1 0,1 1 0,0-1 0,0 1 0,1 0 0,0 1 0,-1-1 0,2 1 0,-1 0 0,1 0 0,0 1 0,0-1 0,0 1 0,1 0 0,-3 7 0,3-5 0,0 0 0,1-1 0,-1 1 0,2 0 0,-1 0 0,1 0 0,1 0 0,-1 0 0,2 1 0,-1-1 0,1 0 0,0 0 0,1 0 0,0 0 0,1-1 0,0 1 0,8 16 0,-7-18 25,1 0-1,0 0 0,1 0 1,-1 0-1,1-1 1,1 0-1,-1-1 0,1 1 1,0-1-1,0 0 0,1-1 1,-1 0-1,15 6 1,-5-4-310,0-1 1,1-1-1,0 0 1,0-1-1,27 0 1,0-1-6542</inkml:trace>
</inkml:ink>
</file>

<file path=ppt/ink/ink1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23.048"/>
    </inkml:context>
    <inkml:brush xml:id="br0">
      <inkml:brushProperty name="width" value="0.05" units="cm"/>
      <inkml:brushProperty name="height" value="0.05" units="cm"/>
    </inkml:brush>
  </inkml:definitions>
  <inkml:trace contextRef="#ctx0" brushRef="#br0">190 421 24575,'3'-9'0,"0"0"0,-1 0 0,0 0 0,-1-1 0,0 1 0,0 0 0,-1-1 0,0 1 0,-1-1 0,0 1 0,0-1 0,-4-10 0,2 11 0,0-1 0,-1 1 0,0 0 0,0 0 0,-7-9 0,10 15 0,-1 0 0,0 0 0,0 1 0,0-1 0,-1 1 0,1-1 0,0 1 0,-1 0 0,0-1 0,1 2 0,-1-1 0,0 0 0,0 0 0,0 1 0,0-1 0,-1 1 0,1 0 0,-6-1 0,7 2 0,-1 1 0,1-1 0,-1 1 0,1-1 0,0 1 0,-1 0 0,1 0 0,0 0 0,-1 0 0,1 1 0,0-1 0,0 1 0,0-1 0,0 1 0,1 0 0,-1-1 0,0 1 0,1 0 0,-1 0 0,1 0 0,-2 3 0,-5 8 0,2-1 0,-8 19 0,11-26 0,-3 10 0,0 1 0,1-1 0,1 1 0,0 0 0,1 0 0,0 0 0,2 1 0,0 18 0,1-30 0,0 1 0,1 0 0,0 0 0,0-1 0,0 1 0,1-1 0,0 1 0,0-1 0,0 1 0,1-1 0,-1 0 0,1 0 0,1 0 0,-1-1 0,1 1 0,-1-1 0,1 0 0,1 0 0,-1 0 0,0 0 0,1-1 0,0 0 0,0 0 0,0 0 0,0 0 0,8 2 0,-4-3 0,0 1 0,1-1 0,-1-1 0,1 0 0,-1 0 0,1-1 0,-1 0 0,1-1 0,0 0 0,-1-1 0,0 1 0,1-2 0,-1 1 0,0-1 0,0-1 0,0 0 0,-1 0 0,1-1 0,-1 0 0,0 0 0,13-12 0,-14 12 0,0-1 0,0-1 0,-1 1 0,1-1 0,-2 0 0,1-1 0,-1 0 0,0 1 0,0-1 0,-1-1 0,0 1 0,-1-1 0,0 0 0,0 1 0,-1-1 0,0 0 0,0-1 0,-1 1 0,0 0 0,-1 0 0,0-1 0,-2-13 0,1 20 0,1 0 0,-1 1 0,0-1 0,1 1 0,-1 0 0,0-1 0,0 1 0,-1 0 0,1 0 0,0-1 0,-1 1 0,0 0 0,1 0 0,-1 1 0,0-1 0,0 0 0,0 0 0,0 1 0,0 0 0,0-1 0,0 1 0,-4-2 0,4 3 0,0 0 0,0-1 0,0 1 0,-1 0 0,1 0 0,0 0 0,0 0 0,0 0 0,0 1 0,0-1 0,0 1 0,0-1 0,0 1 0,0 0 0,0 0 0,0 0 0,0 0 0,0 0 0,1 0 0,-1 1 0,0-1 0,1 0 0,-1 1 0,1-1 0,-1 1 0,1 0 0,-2 2 0,0 2 0,-1 0 0,1 0 0,1 0 0,-1 1 0,1-1 0,0 1 0,1-1 0,-1 1 0,1 0 0,0 11 0,0 5 0,5 41 0,-4-62 0,0 0 0,0 1 0,1-1 0,-1 0 0,1 0 0,0 0 0,-1 0 0,1 0 0,0 1 0,1-1 0,-1-1 0,0 1 0,2 3 0,-2-5 0,-1 0 0,0 1 0,1-1 0,-1 0 0,1 0 0,-1 1 0,1-1 0,-1 0 0,0 0 0,1 0 0,-1 1 0,1-1 0,-1 0 0,1 0 0,-1 0 0,1 0 0,-1 0 0,1 0 0,-1 0 0,1 0 0,-1 0 0,1 0 0,-1 0 0,1-1 0,0 1 0,1-1 0,-1 0 0,0 0 0,0 0 0,0 1 0,0-1 0,0 0 0,0 0 0,0-1 0,0 1 0,-1 0 0,2-2 0,7-13 0,-2 0 0,9-27 0,-9 25 0,0-1 0,12-21 0,-16 35 0,0 0 0,0 0 0,0 1 0,1 0 0,0-1 0,-1 1 0,2 1 0,-1-1 0,0 0 0,1 1 0,0 0 0,6-3 0,-8 4 0,0 1 0,0 0 0,-1 0 0,1 0 0,0 1 0,0-1 0,0 1 0,0 0 0,0 0 0,0-1 0,0 2 0,0-1 0,0 0 0,0 1 0,0-1 0,-1 1 0,6 2 0,-3-1 0,0 1 0,0 0 0,-1 0 0,0 0 0,1 1 0,-1-1 0,0 1 0,-1 0 0,4 5 0,5 8 0,0 0 0,-2 1 0,16 37 0,-22-45 0,17 43 0,-20-50 0,0 1 0,0 0 0,0-1 0,0 1 0,-1 0 0,0 0 0,0-1 0,0 1 0,0 0 0,0 0 0,-2 6 0,2-10 0,0 0 0,0 0 0,0 0 0,0-1 0,0 1 0,0 0 0,0 0 0,0 0 0,0 0 0,0 0 0,0 0 0,0 0 0,0 0 0,0 0 0,0 0 0,0 0 0,0 0 0,0 0 0,0 0 0,0 0 0,0-1 0,0 1 0,-1 0 0,1 0 0,0 0 0,0 0 0,0 0 0,0 0 0,0 0 0,0 0 0,0 0 0,0 0 0,0 0 0,0 0 0,0 0 0,0 0 0,0 0 0,0 0 0,-1 0 0,1 0 0,0 0 0,0 0 0,0 0 0,0 0 0,0 0 0,0 0 0,0 0 0,0 0 0,0 0 0,0 0 0,0 0 0,0 0 0,0 1 0,0-1 0,0 0 0,0 0 0,-1 0 0,1 0 0,0 0 0,0 0 0,0 0 0,0 0 0,0 0 0,0 0 0,0 0 0,0 0 0,0 0 0,-3-9 0,-2-13 0,4 8 0,1 0 0,0-1 0,1 1 0,4-22 0,-4 31 0,0 0 0,0 1 0,0-1 0,1 1 0,-1-1 0,1 1 0,0 0 0,0 0 0,1 0 0,-1 0 0,1 0 0,0 0 0,0 1 0,0-1 0,1 1 0,-1 0 0,7-5 0,-9 8 0,1-1 0,-1 1 0,0-1 0,0 1 0,1-1 0,-1 1 0,0 0 0,0-1 0,1 1 0,-1 0 0,0 0 0,1 0 0,-1 0 0,0 0 0,1 1 0,-1-1 0,0 0 0,1 0 0,-1 1 0,0-1 0,0 1 0,0-1 0,1 1 0,-1 0 0,0 0 0,0-1 0,0 1 0,0 0 0,0 0 0,0 0 0,0 0 0,0 0 0,-1 0 0,1 0 0,0 0 0,-1 0 0,1 0 0,0 3 0,3 5 0,0 0 0,-1 0 0,0 0 0,2 12 0,-3-12 0,-1-5 0,2 10 0,1-1 0,0 1 0,11 22 0,-13-33 0,0 1 0,0-1 0,0 1 0,1-1 0,-1 0 0,1 0 0,0 0 0,0 0 0,0 0 0,1-1 0,-1 0 0,0 1 0,1-1 0,0 0 0,-1-1 0,1 1 0,6 1 0,6 1 0,0-2 0,0 0 0,1 0 0,-1-2 0,0 0 0,0-1 0,19-3 0,-7-1 0,-1-1 0,1-2 0,31-12 0,-53 17 0,0 1 0,0-1 0,0 0 0,0 0 0,-1-1 0,1 0 0,-1 0 0,0 0 0,0-1 0,-1 1 0,6-7 0,-8 8 0,-1 0 0,1 0 0,0-1 0,-1 1 0,1 0 0,-1-1 0,0 1 0,0-1 0,-1 0 0,1 1 0,-1-1 0,0 1 0,0-1 0,0 0 0,0 1 0,0-1 0,-1 0 0,0 1 0,1-1 0,-2 1 0,-1-6 0,-1 1 0,0-1 0,0 1 0,-1 0 0,0 1 0,-11-13 0,13 15 0,-2 1 0,1 0 0,0 0 0,-1 0 0,0 0 0,0 1 0,0 0 0,0 0 0,-10-5 0,13 8 0,1 0 0,-1 0 0,1-1 0,-1 1 0,0 0 0,1 0 0,-1 0 0,0 1 0,1-1 0,-1 0 0,1 1 0,-1-1 0,1 1 0,-1-1 0,0 1 0,1 0 0,0-1 0,-1 1 0,1 0 0,0 0 0,-1 0 0,1 0 0,0 0 0,0 1 0,0-1 0,0 0 0,0 0 0,0 1 0,0-1 0,0 1 0,0-1 0,1 1 0,-2 2 0,-2 6 0,0 0 0,1 0 0,-4 18 0,7-26 0,-5 24 0,-2 29 0,6-48 0,1 0 0,-1 0 0,2-1 0,-1 1 0,1 0 0,0 0 0,0-1 0,1 1 0,0-1 0,3 7 0,-4-11 0,-1-1 0,1 1 0,0-1 0,0 0 0,0 1 0,0-1 0,0 0 0,1 0 0,-1 0 0,0 0 0,0 0 0,1 0 0,-1 0 0,1-1 0,-1 1 0,1 0 0,-1-1 0,1 1 0,-1-1 0,1 1 0,-1-1 0,1 0 0,0 0 0,-1 0 0,1 0 0,0 0 0,-1 0 0,1 0 0,-1 0 0,1-1 0,0 1 0,-1-1 0,1 1 0,-1-1 0,1 1 0,-1-1 0,0 0 0,1 0 0,1-1 0,4-3 0,1 0 0,-1 0 0,-1-1 0,1 1 0,-1-1 0,6-8 0,1-3 0,-1 0 0,-1-1 0,-1-1 0,0 0 0,-2 0 0,0 0 0,-1-1 0,7-34 0,-3-3 0,6-108 0,-16 155 0,0-21 0,0 30 0,-1-1 0,0 1 0,-1-1 0,1 1 0,0 0 0,0-1 0,0 1 0,-1-1 0,1 1 0,-1 0 0,1-1 0,-1 1 0,0 0 0,1-1 0,-2 0 0,2 2 0,-1 0 0,1-1 0,0 1 0,0 0 0,-1 0 0,1 0 0,0 1 0,0-1 0,-1 0 0,1 0 0,0 0 0,0 0 0,-1 0 0,1 0 0,0 0 0,0 0 0,0 0 0,-1 0 0,1 1 0,0-1 0,0 0 0,0 0 0,-1 0 0,1 0 0,0 1 0,0-1 0,0 0 0,0 0 0,0 1 0,-1-1 0,1 0 0,0 0 0,0 0 0,0 1 0,0-1 0,0 0 0,0 0 0,0 1 0,0-1 0,-4 12 0,1 2 0,1-1 0,0 1 0,1 0 0,1-1 0,2 27 0,15 69 0,-14-94 0,11 45-273,2-1 0,3 0 0,2-2 0,42 82 0,-41-99-6553</inkml:trace>
</inkml:ink>
</file>

<file path=ppt/ink/ink1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23.348"/>
    </inkml:context>
    <inkml:brush xml:id="br0">
      <inkml:brushProperty name="width" value="0.05" units="cm"/>
      <inkml:brushProperty name="height" value="0.05" units="cm"/>
    </inkml:brush>
  </inkml:definitions>
  <inkml:trace contextRef="#ctx0" brushRef="#br0">224 0 24575,'0'0'0,"0"5"0,0 6 0,0 11 0,0 9 0,5 32 0,3 18 0,2 5 0,-2-4 0,-7-5 0,-8-9 0,-13-11 0,-15-11 0,-17-10 0,-20-12 0,2-10-8191</inkml:trace>
</inkml:ink>
</file>

<file path=ppt/ink/ink1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23.672"/>
    </inkml:context>
    <inkml:brush xml:id="br0">
      <inkml:brushProperty name="width" value="0.05" units="cm"/>
      <inkml:brushProperty name="height" value="0.05" units="cm"/>
    </inkml:brush>
  </inkml:definitions>
  <inkml:trace contextRef="#ctx0" brushRef="#br0">104 0 24575,'-14'12'0,"-7"11"0,-3 9 0,3 9 0,5 8 0,8 9 0,12 6 0,13 4 0,12 1 0,17-3 0,16-3 0,15-4 0,13-9 0,-8-12-8191</inkml:trace>
</inkml:ink>
</file>

<file path=ppt/ink/ink1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25.514"/>
    </inkml:context>
    <inkml:brush xml:id="br0">
      <inkml:brushProperty name="width" value="0.05" units="cm"/>
      <inkml:brushProperty name="height" value="0.05" units="cm"/>
    </inkml:brush>
  </inkml:definitions>
  <inkml:trace contextRef="#ctx0" brushRef="#br0">50 11 24575,'-45'-8'0,"40"6"0,32 6 0,684 112-817,7-28-1000,-613-76 1525,1707 169-5984,-1518-166 5911,-222-18 1229,-70 3-795,1 0 0,-1 0 0,1-1 1,-1 1-1,0-1 0,1 0 1,-1 1-1,0-1 0,2-1 0,-3 1-43,-1 1-1,0 0 0,0 0 0,0 0 0,0 0 1,0 0-1,0 0 0,0-1 0,0 1 1,0 0-1,0 0 0,1 0 0,-1 0 0,0 0 1,0-1-1,0 1 0,0 0 0,0 0 0,0 0 1,0 0-1,0 0 0,0-1 0,0 1 1,0 0-1,0 0 0,0 0 0,-1 0 0,1 0 1,0-1-1,0 1 0,0 0 0,0 0 1,0 0-1,0 0 0,0 0 0,0-1 0,0 1 1,0 0-1,-1 0 0,-11-7 1553,-15-3-420,-1 1 0,-44-7-1,-64-5-103,88 15-1731,-45-7-5940</inkml:trace>
</inkml:ink>
</file>

<file path=ppt/ink/ink1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26.257"/>
    </inkml:context>
    <inkml:brush xml:id="br0">
      <inkml:brushProperty name="width" value="0.05" units="cm"/>
      <inkml:brushProperty name="height" value="0.05" units="cm"/>
    </inkml:brush>
  </inkml:definitions>
  <inkml:trace contextRef="#ctx0" brushRef="#br0">404 430 24575,'0'-5'0,"-1"0"0,1-1 0,-1 1 0,0 0 0,0 0 0,0 0 0,-1-1 0,0 1 0,0 1 0,0-1 0,0 0 0,-1 0 0,0 1 0,0 0 0,0-1 0,-1 1 0,1 0 0,-1 1 0,0-1 0,0 0 0,0 1 0,-1 0 0,1 0 0,-1 1 0,0-1 0,0 1 0,1 0 0,-1 0 0,-1 1 0,1-1 0,0 1 0,0 0 0,0 0 0,-1 1 0,1 0 0,-7 0 0,-3 1 0,1 2 0,0-1 0,-1 2 0,1-1 0,0 2 0,1 0 0,-1 1 0,1 0 0,0 1 0,0 0 0,1 1 0,0 1 0,1 0 0,0 0 0,0 1 0,1 1 0,0 0 0,-16 23 0,24-31 0,0 1 0,0-1 0,0 1 0,0 0 0,1 0 0,0 0 0,0 0 0,0 0 0,0 0 0,0 0 0,1 0 0,0 0 0,0 0 0,0 1 0,0-1 0,1 0 0,0 0 0,-1 0 0,3 6 0,-1-6 0,1 0 0,-1 0 0,0 0 0,1-1 0,0 1 0,0-1 0,0 1 0,1-1 0,-1 0 0,1 0 0,-1 0 0,1-1 0,0 1 0,0-1 0,0 0 0,0 0 0,7 2 0,2-1 0,-1 1 0,1-2 0,0 1 0,0-2 0,0 0 0,0 0 0,0-1 0,0-1 0,1 0 0,-2-1 0,1-1 0,0 1 0,0-2 0,-1 0 0,0-1 0,1 0 0,-2 0 0,1-1 0,-1-1 0,0 0 0,0-1 0,-1 0 0,0 0 0,0-1 0,-1-1 0,0 1 0,-1-1 0,0-1 0,-1 0 0,0 0 0,0 0 0,9-24 0,-9 12 0,0 0 0,-1-1 0,-2 0 0,0 1 0,-2-1 0,0-32 0,-3 23 0,-2 0 0,0 0 0,-17-64 0,20 95 0,-1 1 0,1-1 0,0 1 0,-1-1 0,1 1 0,-1 0 0,1-1 0,-1 1 0,0-1 0,1 1 0,-1 0 0,0 0 0,0-1 0,0 1 0,0 0 0,0 0 0,-1 0 0,1 0 0,-2-1 0,3 2 0,0 0 0,-1 0 0,1 0 0,-1 0 0,1 0 0,0 0 0,-1 0 0,1 0 0,-1 1 0,1-1 0,0 0 0,-1 0 0,1 0 0,-1 1 0,1-1 0,0 0 0,-1 0 0,1 1 0,0-1 0,0 0 0,-1 0 0,1 1 0,0-1 0,-1 1 0,-8 18 0,2 9 0,1 0 0,1 1 0,1-1 0,1 1 0,2 41 0,3-24 0,3 0 0,16 77 0,-13-93-455,1 1 0,19 38 0,-4-18-6371</inkml:trace>
</inkml:ink>
</file>

<file path=ppt/ink/ink1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26.825"/>
    </inkml:context>
    <inkml:brush xml:id="br0">
      <inkml:brushProperty name="width" value="0.05" units="cm"/>
      <inkml:brushProperty name="height" value="0.05" units="cm"/>
    </inkml:brush>
  </inkml:definitions>
  <inkml:trace contextRef="#ctx0" brushRef="#br0">8 346 24575,'0'0'0,"0"0"0,0 0 0,0 0 0,0-1 0,0 1 0,0 0 0,0 0 0,0 0 0,0 0 0,0 0 0,0 0 0,0-1 0,0 1 0,0 0 0,0 0 0,0 0 0,0 0 0,0 0 0,0-1 0,0 1 0,0 0 0,0 0 0,-1 0 0,1 0 0,0 0 0,0 0 0,0 0 0,0-1 0,0 1 0,0 0 0,0 0 0,0 0 0,-1 0 0,1 0 0,0 0 0,0 0 0,0 0 0,0 0 0,0 0 0,0 0 0,-1 0 0,1 0 0,0 0 0,0 0 0,0 0 0,0 0 0,0 0 0,-1 0 0,1 0 0,0 0 0,0 0 0,0 0 0,0 0 0,0 0 0,0 0 0,-1 0 0,1 0 0,0 0 0,0 0 0,0 0 0,0 0 0,0 1 0,0-1 0,0 0 0,-1 0 0,1 0 0,0 0 0,0 0 0,0 1 0,0-1 0,-1 1 0,1-1 0,0 1 0,0-1 0,0 0 0,0 1 0,0-1 0,0 1 0,-1-1 0,1 1 0,0-1 0,0 1 0,1-1 0,-1 1 0,0-1 0,0 1 0,0-1 0,0 1 0,0-1 0,0 1 0,1-1 0,-1 0 0,0 1 0,0-1 0,1 1 0,-1-1 0,0 1 0,0-1 0,1 1 0,3 2 0,0 0 0,0 1 0,0-2 0,1 1 0,-1 0 0,1-1 0,-1 0 0,1 0 0,0 0 0,0 0 0,0-1 0,0 0 0,0 0 0,0 0 0,9-1 0,-9 1 0,1-1 0,0 0 0,0 0 0,0-1 0,0 0 0,0 0 0,-1 0 0,1 0 0,0-1 0,-1 0 0,1-1 0,-1 1 0,8-5 0,-12 6 0,1-1 0,-1 1 0,0 0 0,1-1 0,-1 1 0,0 0 0,0-1 0,0 0 0,0 1 0,0-1 0,0 0 0,-1 1 0,1-1 0,0 0 0,-1 0 0,0 0 0,1 1 0,-1-1 0,0 0 0,0 0 0,0-3 0,0 2 0,-1-1 0,0 0 0,0 1 0,0-1 0,0 1 0,-1-1 0,1 1 0,-1 0 0,0 0 0,-4-5 0,3 3 0,0 1 0,0 0 0,-1 1 0,1-1 0,-1 0 0,0 1 0,0 0 0,0 0 0,-1 0 0,1 1 0,-1-1 0,0 1 0,1 0 0,-1 0 0,0 1 0,-6-2 0,8 3 0,0 1 0,0-1 0,0 0 0,0 1 0,0 0 0,0 0 0,1 0 0,-1 0 0,0 0 0,1 0 0,-1 1 0,1-1 0,-1 1 0,1 0 0,0 0 0,-1 0 0,1 0 0,0 0 0,0 0 0,1 1 0,-1-1 0,0 0 0,1 1 0,-1 0 0,1-1 0,0 1 0,0 0 0,0 0 0,-1 4 0,0 2 0,0 0 0,0 0 0,1 0 0,0 0 0,1 0 0,0 0 0,0 1 0,3 12 0,-1-15 0,-1-1 0,1 1 0,0-1 0,1 0 0,-1 0 0,1 0 0,1 0 0,-1 0 0,1-1 0,0 1 0,0-1 0,1 0 0,-1 0 0,1-1 0,0 1 0,0-1 0,1 0 0,-1-1 0,1 1 0,0-1 0,11 4 0,-8-4 0,-1 0 0,1-1 0,0 0 0,0-1 0,0 0 0,0 0 0,0-1 0,0 0 0,0-1 0,0 0 0,0 0 0,0-1 0,-1 0 0,1-1 0,15-6 0,-18 6 0,1 0 0,-1-1 0,0 0 0,0 0 0,-1 0 0,1-1 0,-1 0 0,0 0 0,0 0 0,-1 0 0,8-12 0,-7 8 0,0-1 0,-1 0 0,0 0 0,0 0 0,-1 0 0,0-1 0,1-11 0,-1-14 0,-1 0 0,-2 0 0,-7-59 0,5 69 0,0 2 0,3 15 0,-2-1 0,1 1 0,-2 0 0,1 0 0,-1-1 0,0 1 0,-7-15 0,9 24 0,-1 1 0,1-1 0,-1 1 0,1-1 0,-1 1 0,1 0 0,0-1 0,-1 1 0,1-1 0,0 1 0,0 0 0,0 0 0,-1-1 0,1 1 0,0 0 0,0-1 0,0 1 0,0 0 0,0 1 0,-1 46 0,11 92 0,-6-96 0,6 53-455,5 0 0,30 108 0,-33-163-6371</inkml:trace>
</inkml:ink>
</file>

<file path=ppt/ink/ink1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27.520"/>
    </inkml:context>
    <inkml:brush xml:id="br0">
      <inkml:brushProperty name="width" value="0.05" units="cm"/>
      <inkml:brushProperty name="height" value="0.05" units="cm"/>
    </inkml:brush>
  </inkml:definitions>
  <inkml:trace contextRef="#ctx0" brushRef="#br0">36 281 24575,'-8'-16'0,"4"9"0,0 0 0,0 0 0,1-1 0,0 1 0,1-1 0,-1 0 0,2 1 0,-2-11 0,3 17 0,0 0 0,0 1 0,0-1 0,0 0 0,0 0 0,0 0 0,1 1 0,-1-1 0,0 0 0,1 0 0,-1 1 0,0-1 0,1 0 0,-1 1 0,1-1 0,-1 0 0,1 1 0,-1-1 0,1 1 0,-1-1 0,1 1 0,1-1 0,20-7 0,36 1 0,88 0 0,-53 4 0,-43 2 0,-20 0 0,1-1 0,55-10 0,-84 12 0,0 0 0,0-1 0,-1 1 0,1-1 0,0 1 0,0-1 0,0 0 0,0 0 0,-1 0 0,1 0 0,0 0 0,-1 0 0,1 0 0,-1 0 0,1-1 0,-1 1 0,0-1 0,1 1 0,-1-1 0,0 0 0,0 1 0,1-3 0,-2 2 0,0 0 0,0 0 0,0 0 0,0 0 0,0 0 0,-1 0 0,1 0 0,-1 0 0,1 0 0,-1 0 0,0 0 0,0 0 0,0 0 0,0 1 0,0-1 0,0 0 0,0 1 0,-1-1 0,1 1 0,0-1 0,-4-1 0,-1-4 0,-2 1 0,1 0 0,-1 0 0,0 1 0,0 0 0,0 1 0,-1 0 0,1 0 0,-1 0 0,0 1 0,-12-2 0,17 4 0,0 0 0,0 1 0,0-1 0,-1 1 0,1 0 0,0 0 0,0 0 0,-1 1 0,1 0 0,0-1 0,0 2 0,0-1 0,0 0 0,0 1 0,0 0 0,0-1 0,0 2 0,1-1 0,-1 0 0,1 1 0,-1 0 0,1-1 0,0 1 0,0 0 0,0 1 0,-4 6 0,3-3 0,0 0 0,1 1 0,0 0 0,0 0 0,1 0 0,0 0 0,0 0 0,1 0 0,0 0 0,1 1 0,-1-1 0,2 0 0,-1 1 0,1-1 0,0 0 0,1 0 0,5 16 0,-6-18 0,1 0 0,1-1 0,-1 1 0,1 0 0,0-1 0,1 0 0,-1 0 0,1 0 0,0 0 0,0 0 0,0-1 0,1 0 0,0 0 0,0 0 0,0 0 0,0-1 0,0 0 0,1 0 0,-1 0 0,1-1 0,0 1 0,0-1 0,0-1 0,9 2 0,-11-3 0,0 0 0,0 0 0,0 0 0,1-1 0,-1 1 0,0-1 0,0 0 0,0 0 0,0-1 0,0 1 0,0-1 0,-1 0 0,1 0 0,0 0 0,-1 0 0,0-1 0,1 0 0,-1 1 0,0-1 0,0 0 0,-1 0 0,1-1 0,-1 1 0,1-1 0,-1 1 0,3-9 0,1 1 0,-2 0 0,1 0 0,-2-1 0,1 0 0,-2 0 0,1 0 0,0-24 0,19 101 0,-18-55 0,0 0 0,0 0 0,1 0 0,0-1 0,1 0 0,0 0 0,1 0 0,-1-1 0,1 0 0,16 14 0,-17-18 0,-1 1 0,2-1 0,-1 0 0,0-1 0,1 1 0,-1-1 0,1 0 0,0-1 0,0 0 0,0 0 0,1 0 0,-1-1 0,0 0 0,1-1 0,-1 1 0,14-2 0,-18 0 0,1 1 0,-1-1 0,0 1 0,1-1 0,-1 0 0,1-1 0,-1 1 0,0-1 0,0 1 0,0-1 0,0 0 0,0 0 0,0 0 0,-1 0 0,1-1 0,3-4 0,-3 3 0,-1 0 0,1 0 0,-1 0 0,0 0 0,-1 0 0,1-1 0,-1 1 0,0-1 0,0 1 0,0-1 0,0-5 0,-1-5 0,0-1 0,-2 1 0,0 0 0,0 0 0,-1 0 0,-8-23 0,5 22 0,1-1 0,-2 1 0,0 0 0,-1 1 0,-18-27 0,26 41 0,-1 1 0,1-1 0,0 0 0,-1 1 0,1-1 0,-1 1 0,1-1 0,-1 0 0,1 1 0,-1-1 0,1 1 0,-1-1 0,1 1 0,-1 0 0,0-1 0,1 1 0,-1 0 0,0-1 0,1 1 0,-1 0 0,0 0 0,1-1 0,-1 1 0,0 0 0,0 0 0,1 0 0,-1 0 0,0 0 0,1 0 0,-1 0 0,0 0 0,-1 1 0,2 0 0,-1 0 0,1 0 0,-1 0 0,1 0 0,-1 0 0,1 0 0,0 0 0,-1 0 0,1 0 0,0 0 0,0 0 0,0 0 0,0 1 0,0-1 0,0 0 0,0 0 0,0 0 0,1 0 0,-1 0 0,1 2 0,5 17 0,2 0 0,0 0 0,1-1 0,1 0 0,1-1 0,23 31 0,-15-28-1365,-2-5-5461</inkml:trace>
</inkml:ink>
</file>

<file path=ppt/ink/ink1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27.751"/>
    </inkml:context>
    <inkml:brush xml:id="br0">
      <inkml:brushProperty name="width" value="0.05" units="cm"/>
      <inkml:brushProperty name="height" value="0.05" units="cm"/>
    </inkml:brush>
  </inkml:definitions>
  <inkml:trace contextRef="#ctx0" brushRef="#br0">86 170 24575,'-2'-12'0,"-4"-9"0,-3-5 0,-2-4 0,-1 0 0,-2 4 0,2 9 0,3 9 0,3 12 0,3 7 0,1 2-8191</inkml:trace>
</inkml:ink>
</file>

<file path=ppt/ink/ink1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27.913"/>
    </inkml:context>
    <inkml:brush xml:id="br0">
      <inkml:brushProperty name="width" value="0.05" units="cm"/>
      <inkml:brushProperty name="height" value="0.05" units="cm"/>
    </inkml:brush>
  </inkml:definitions>
  <inkml:trace contextRef="#ctx0" brushRef="#br0">15 33 24575,'-4'-5'0,"-3"-4"0,4 0 0,3 1 0,3 7 0,3 6 0,2 7 0,3 6 0,2 5 0,0 5 0,2 6 0,-1 1 0,1 2 0,0 0 0,-1-2 0,-2-7-8191</inkml:trace>
</inkml:ink>
</file>

<file path=ppt/ink/ink1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28.163"/>
    </inkml:context>
    <inkml:brush xml:id="br0">
      <inkml:brushProperty name="width" value="0.05" units="cm"/>
      <inkml:brushProperty name="height" value="0.05" units="cm"/>
    </inkml:brush>
  </inkml:definitions>
  <inkml:trace contextRef="#ctx0" brushRef="#br0">128 253 24575,'1'-23'0,"8"-42"0,0 3 0,-9 59 0,2-8 0,-2 0 0,0 1 0,0-1 0,-2-12 0,2 22 0,0-1 0,-1 1 0,1-1 0,0 1 0,-1 0 0,1-1 0,0 1 0,-1-1 0,0 1 0,1 0 0,-1-1 0,0 1 0,0 0 0,1 0 0,-1 0 0,0-1 0,0 1 0,-1 0 0,1 0 0,0 0 0,0 1 0,0-1 0,-1 0 0,1 0 0,0 1 0,-1-1 0,1 0 0,0 1 0,-1 0 0,1-1 0,-1 1 0,1 0 0,-1 0 0,1-1 0,-1 1 0,1 0 0,-1 1 0,-1-1 0,-3 1 0,0 1 0,1 0 0,-1 0 0,1 0 0,0 0 0,0 1 0,0 0 0,0 0 0,0 0 0,0 1 0,1 0 0,0 0 0,-1 0 0,2 0 0,-1 0 0,-6 10 0,8-10 0,-1 0 0,1 0 0,0 0 0,0 1 0,1-1 0,-1 0 0,1 1 0,0-1 0,0 1 0,1-1 0,-1 1 0,1-1 0,0 1 0,0 0 0,1-1 0,-1 1 0,1-1 0,0 1 0,0-1 0,1 0 0,3 8 0,1 0 0,1-1 0,1-1 0,0 1 0,0-1 0,1-1 0,0 1 0,1-2 0,0 1 0,13 8 0,16 7 0,52 26 0,-59-34 0,-10-5 0,-6-3 0,0 1 0,30 21 0,-46-30 0,1 1 0,0 0 0,0 0 0,0-1 0,0 1 0,-1 0 0,1 0 0,0 0 0,-1-1 0,1 1 0,-1 0 0,1 0 0,-1 0 0,1 0 0,-1 0 0,1 0 0,-1 2 0,0-3 0,0 1 0,0-1 0,0 1 0,0 0 0,-1-1 0,1 1 0,0-1 0,0 1 0,-1-1 0,1 1 0,0-1 0,-1 1 0,1-1 0,0 1 0,-1-1 0,1 1 0,-1-1 0,1 0 0,-1 1 0,1-1 0,-1 0 0,0 1 0,-3 1 0,-1 0 0,1 0 0,-1-1 0,1 0 0,-1 0 0,-7 1 0,-19 0-512,-45-2-1,71 0 173,-68-2-6486</inkml:trace>
</inkml:ink>
</file>

<file path=ppt/ink/ink1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29:28.490"/>
    </inkml:context>
    <inkml:brush xml:id="br0">
      <inkml:brushProperty name="width" value="0.05" units="cm"/>
      <inkml:brushProperty name="height" value="0.05" units="cm"/>
    </inkml:brush>
  </inkml:definitions>
  <inkml:trace contextRef="#ctx0" brushRef="#br0">8 1 24575,'-7'2'0,"42"13"0,47 9 0,50 4 0,51 6 0,48 3-3783,42 3 3783,35 4 0,22 2-2620,10 0 2620,-8-3 0,-21-4 0,-39-3 0,-48-7-2259,-62-7 2730</inkml:trace>
</inkml:ink>
</file>

<file path=ppt/ink/ink1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0.146"/>
    </inkml:context>
    <inkml:brush xml:id="br0">
      <inkml:brushProperty name="width" value="0.05" units="cm"/>
      <inkml:brushProperty name="height" value="0.05" units="cm"/>
    </inkml:brush>
  </inkml:definitions>
  <inkml:trace contextRef="#ctx0" brushRef="#br0">41 63 24575,'-24'1'0,"8"-1"0,36-4 0,89-9 0,175-25 0,-265 33-1365,-6 1-5461</inkml:trace>
</inkml:ink>
</file>

<file path=ppt/ink/ink1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1.077"/>
    </inkml:context>
    <inkml:brush xml:id="br0">
      <inkml:brushProperty name="width" value="0.05" units="cm"/>
      <inkml:brushProperty name="height" value="0.05" units="cm"/>
    </inkml:brush>
  </inkml:definitions>
  <inkml:trace contextRef="#ctx0" brushRef="#br0">363 238 24575,'36'-130'0,"-35"128"0,-1 0 0,1 0 0,-1-1 0,0 1 0,1 0 0,-1 0 0,0 0 0,0 0 0,-1 0 0,1-1 0,0 1 0,-1 0 0,1 0 0,-1 0 0,0 0 0,1 0 0,-1 0 0,0 0 0,-2-2 0,2 3 0,0 0 0,-1 0 0,1 0 0,-1 0 0,1 0 0,-1 0 0,1 0 0,-1 0 0,0 0 0,0 1 0,1-1 0,-1 1 0,0 0 0,0-1 0,0 1 0,1 0 0,-5 0 0,-1 0 0,-1 1 0,1 1 0,-1-1 0,0 1 0,1 0 0,0 1 0,0 0 0,0 0 0,-9 5 0,-9 9 0,0 0 0,2 2 0,0 0 0,1 2 0,-29 34 0,38-39 0,0 1 0,1 1 0,1 0 0,0 1 0,2 0 0,0 0 0,1 1 0,-8 31 0,14-42 0,0-1 0,1 0 0,0 1 0,1-1 0,0 0 0,0 1 0,1-1 0,0 0 0,0 1 0,5 13 0,-4-17 0,0 0 0,0 0 0,1-1 0,-1 1 0,1-1 0,0 1 0,1-1 0,-1 0 0,1 0 0,-1-1 0,1 1 0,0-1 0,1 1 0,-1-1 0,1-1 0,-1 1 0,1-1 0,5 3 0,4 0 0,0-1 0,0-1 0,0 0 0,0-1 0,1-1 0,-1 0 0,1-1 0,-1 0 0,1-1 0,18-4 0,-11 1 0,0-1 0,0-1 0,-1-1 0,0-1 0,39-21 0,-46 21 0,-1-1 0,0 0 0,0-1 0,-1 0 0,0-1 0,0 0 0,-2-1 0,1 0 0,-1-1 0,-1 0 0,11-21 0,-16 26 0,0-1 0,-1 0 0,0 0 0,0 0 0,-1 0 0,0-1 0,-1 1 0,0-1 0,0 1 0,-1-1 0,-1 1 0,1-1 0,-1 0 0,-1 1 0,0 0 0,0-1 0,-1 1 0,0 0 0,-1 0 0,-5-11 0,1 6 0,-1 1 0,0-1 0,-1 2 0,0-1 0,-1 1 0,0 1 0,-1 0 0,-24-17 0,27 22 0,0 0 0,0 0 0,-1 1 0,0 1 0,0-1 0,0 1 0,0 1 0,-1 0 0,0 1 0,1 0 0,-1 0 0,0 1 0,-20 1 0,15 5 0,15-5 0,1 0 0,0 0 0,0 0 0,-1 0 0,1 0 0,0 1 0,0-1 0,0 0 0,-1 0 0,1 1 0,0-1 0,0 0 0,0 0 0,0 1 0,0-1 0,0 0 0,-1 0 0,1 1 0,0-1 0,0 0 0,0 0 0,0 1 0,0-1 0,0 0 0,0 0 0,0 1 0,0-1 0,0 0 0,0 1 0,1 0 0,0 0 0,0 0 0,0 0 0,0 0 0,0 0 0,0 0 0,0 0 0,0 0 0,0-1 0,0 1 0,0 0 0,0-1 0,1 1 0,-1-1 0,0 1 0,0-1 0,1 1 0,1-1 0,27 5 0,1-1 0,0-2 0,0-1 0,41-4 0,-45 2 0,26-2 0,-27 0 0,-1 2 0,0 1 0,47 5 0,-65-4 0,0 1 0,0-1 0,-1 1 0,1 1 0,0-1 0,-1 1 0,0 0 0,0 1 0,0 0 0,0 0 0,0 0 0,-1 0 0,1 1 0,-1 0 0,0 0 0,-1 0 0,0 1 0,6 9 0,-2-2 0,-2 1 0,1 0 0,-2 0 0,0 0 0,4 22 0,-7-28 0,-1 0 0,0 0 0,0 1 0,0-1 0,-1 0 0,-1 0 0,1 1 0,-2-1 0,1 0 0,-1 0 0,-4 12 0,6-19 0,0 0 0,-1 0 0,1 0 0,0 0 0,-1 0 0,1 0 0,-1 0 0,1 0 0,-1 0 0,0 0 0,1 0 0,-1-1 0,0 1 0,0 0 0,0-1 0,1 1 0,-1 0 0,0-1 0,0 1 0,0-1 0,0 1 0,0-1 0,0 1 0,0-1 0,0 0 0,0 0 0,0 1 0,0-1 0,0 0 0,-2 0 0,2-1 0,0 1 0,0-1 0,-1 0 0,1 1 0,0-1 0,0 0 0,0 0 0,0 0 0,0 0 0,1 0 0,-1 0 0,0 0 0,0 0 0,1 0 0,-1-1 0,1 1 0,-1 0 0,1 0 0,-1-1 0,1 1 0,0 0 0,-1 0 0,1-1 0,0-1 0,-1-9 0,1 1 0,0 0 0,1 0 0,0 0 0,0-1 0,1 1 0,1 0 0,7-21 0,0 8 0,1 0 0,24-38 0,-27 49 0,1 0 0,0 1 0,19-19 0,-24 27 0,0 1 0,0-1 0,0 1 0,0 0 0,1 0 0,-1 1 0,1-1 0,0 1 0,-1 0 0,1 0 0,0 0 0,0 1 0,0 0 0,9-1 0,-11 2 0,0 1 0,0-1 0,0 1 0,0-1 0,0 1 0,0 0 0,-1 0 0,1 1 0,0-1 0,0 0 0,-1 1 0,1 0 0,-1-1 0,1 1 0,-1 0 0,0 0 0,0 1 0,0-1 0,0 0 0,0 1 0,-1-1 0,1 1 0,0 0 0,0 3 0,4 6 0,-1 1 0,0 0 0,5 26 0,-3 0 80,-2 0 1,0 72-1,-1-6-1686,-1-81-5220</inkml:trace>
</inkml:ink>
</file>

<file path=ppt/ink/ink1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1.464"/>
    </inkml:context>
    <inkml:brush xml:id="br0">
      <inkml:brushProperty name="width" value="0.05" units="cm"/>
      <inkml:brushProperty name="height" value="0.05" units="cm"/>
    </inkml:brush>
  </inkml:definitions>
  <inkml:trace contextRef="#ctx0" brushRef="#br0">193 183 24575,'-19'6'0,"1"1"0,-1 1 0,-24 14 0,43-22 0,0 0 0,0 0 0,1 0 0,-1 0 0,0 0 0,0 0 0,1 0 0,-1 1 0,0-1 0,0 0 0,1 0 0,-1 0 0,0 0 0,0 0 0,0 1 0,1-1 0,-1 0 0,0 0 0,0 0 0,0 1 0,1-1 0,-1 0 0,0 0 0,0 1 0,0-1 0,0 0 0,0 0 0,0 1 0,0-1 0,0 0 0,0 0 0,0 1 0,0-1 0,0 0 0,0 1 0,0-1 0,0 0 0,0 0 0,0 1 0,0-1 0,0 0 0,0 0 0,0 1 0,0-1 0,0 0 0,0 0 0,-1 1 0,1-1 0,0 0 0,0 0 0,0 0 0,0 1 0,-1-1 0,1 0 0,0 0 0,0 0 0,0 1 0,-1-1 0,1 0 0,0 0 0,0 0 0,-1 0 0,1 0 0,26 3 0,-24-3 0,25 0 0,0-1 0,37-5 0,-50 3 0,1 0 0,-1 0 0,0-2 0,0 1 0,0-2 0,13-7 0,-23 11 0,-1 0 0,0 0 0,1-1 0,-1 1 0,0-1 0,0 0 0,0 0 0,-1 0 0,1 0 0,-1 0 0,1-1 0,-1 1 0,0-1 0,-1 1 0,1-1 0,-1 0 0,1 0 0,-1 0 0,0 0 0,0 0 0,-1 0 0,1 0 0,-1 0 0,0 0 0,-1-7 0,1 6 0,-1 0 0,-1 1 0,1-1 0,-1 1 0,1-1 0,-1 1 0,0 0 0,-1 0 0,1 0 0,-1 0 0,0 0 0,0 0 0,0 1 0,0-1 0,-1 1 0,1 0 0,-1 0 0,0 0 0,0 0 0,0 1 0,-8-4 0,4 3 0,0 0 0,0 0 0,0 1 0,0 1 0,0-1 0,-1 1 0,1 0 0,0 1 0,-1 0 0,1 0 0,-1 1 0,1 0 0,0 1 0,0-1 0,-13 6 0,10-3 0,0 1 0,0 1 0,1 0 0,0 0 0,0 1 0,0 0 0,1 1 0,0 0 0,1 1 0,-11 12 0,10-9 0,1 0 0,0 0 0,0 1 0,1 0 0,1 0 0,0 1 0,1 0 0,-4 19 0,6-22 0,1-1 0,1 0 0,0 0 0,1 1 0,0-1 0,0 0 0,1 1 0,0-1 0,1 0 0,0 0 0,1 0 0,4 10 0,-4-13 23,0 0 0,1 0 0,0 0-1,1-1 1,-1 0 0,1 0 0,0 0-1,1-1 1,-1 1 0,1-1 0,0-1-1,1 1 1,-1-1 0,11 5 0,-3-2-267,0-2 0,0 0 0,0-1 0,0 0 1,1-1-1,22 2 0,20-2-6582</inkml:trace>
</inkml:ink>
</file>

<file path=ppt/ink/ink1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2.296"/>
    </inkml:context>
    <inkml:brush xml:id="br0">
      <inkml:brushProperty name="width" value="0.05" units="cm"/>
      <inkml:brushProperty name="height" value="0.05" units="cm"/>
    </inkml:brush>
  </inkml:definitions>
  <inkml:trace contextRef="#ctx0" brushRef="#br0">344 555 24575,'0'-4'0,"-1"0"0,1 0 0,-1 0 0,0 1 0,0-1 0,-1 0 0,1 0 0,-1 1 0,0-1 0,0 1 0,0 0 0,0-1 0,-1 1 0,1 0 0,-1 0 0,0 1 0,0-1 0,-4-3 0,-3-1 0,1 1 0,-1 0 0,0 0 0,0 1 0,-12-4 0,16 6 0,-1 1 0,0 0 0,0 0 0,0 1 0,0-1 0,0 1 0,0 1 0,0 0 0,0 0 0,0 0 0,0 1 0,0 0 0,0 0 0,-10 4 0,11-3 0,0 1 0,0 0 0,0 1 0,0-1 0,1 1 0,-1 0 0,1 1 0,0-1 0,1 1 0,-1 0 0,1 0 0,0 0 0,0 1 0,0 0 0,-3 8 0,0 1 0,1 0 0,0 0 0,2 0 0,-1 0 0,2 1 0,0 0 0,1-1 0,1 1 0,0 0 0,3 24 0,-2-33 0,1 1 0,1-1 0,0 1 0,0-1 0,0 0 0,1 0 0,0 0 0,0 0 0,1 0 0,6 9 0,-6-12 0,0 0 0,0 0 0,0 0 0,0 0 0,0-1 0,1 0 0,-1 0 0,1 0 0,0 0 0,0-1 0,0 0 0,0 0 0,1 0 0,-1-1 0,11 2 0,-6-2 0,0-1 0,0 0 0,0 0 0,0-1 0,0-1 0,0 0 0,0 0 0,-1-1 0,1 0 0,-1 0 0,1-1 0,-1-1 0,0 1 0,-1-1 0,1-1 0,-1 0 0,0 0 0,7-8 0,-2 2 0,-1 0 0,0-1 0,-1-1 0,0 0 0,-1 0 0,-1-1 0,-1 0 0,0 0 0,10-28 0,-15 36 0,-1-1 0,0 0 0,-1 0 0,1 0 0,-1 0 0,-1 0 0,0 0 0,0 0 0,-1-10 0,0 16 0,1-1 0,-1 1 0,0-1 0,0 1 0,0-1 0,0 1 0,0 0 0,0 0 0,-1 0 0,1-1 0,-1 1 0,1 0 0,-1 1 0,0-1 0,0 0 0,0 0 0,0 1 0,0-1 0,0 1 0,0 0 0,0 0 0,-1 0 0,1 0 0,-1 0 0,1 0 0,0 0 0,-1 1 0,1-1 0,-1 1 0,0 0 0,1 0 0,-4 0 0,0 0 0,1 0 0,-1 1 0,1-1 0,-1 1 0,-7 3 0,11-4 0,-1 1 0,1 0 0,0 0 0,0 0 0,0 0 0,0 0 0,0 0 0,0 0 0,1 1 0,-1-1 0,0 1 0,1-1 0,-1 1 0,1 0 0,-1 0 0,0 1 0,2-2 0,-1 0 0,1-1 0,0 1 0,0-1 0,0 1 0,0-1 0,0 1 0,0 0 0,0-1 0,0 1 0,0 0 0,0-1 0,0 1 0,0-1 0,0 1 0,0 0 0,0-1 0,1 1 0,-1-1 0,0 1 0,0-1 0,1 1 0,-1-1 0,0 1 0,1-1 0,-1 1 0,1-1 0,-1 1 0,1-1 0,-1 0 0,1 1 0,-1-1 0,1 0 0,-1 1 0,1-1 0,-1 0 0,1 0 0,-1 1 0,2-1 0,25 7 0,-27-7 0,24 3 0,-1-2 0,1 0 0,-1-1 0,1-2 0,-1 0 0,39-10 0,-31 4 0,1-1 0,-2-2 0,1-1 0,35-20 0,-57 27 0,1 0 0,-1-1 0,-1-1 0,1 0 0,-1 0 0,0 0 0,0-1 0,-1 0 0,9-13 0,-12 14 0,0 0 0,0-1 0,-1 1 0,0-1 0,-1 1 0,0-1 0,0 0 0,0 0 0,-1 0 0,0 0 0,-1 0 0,1 0 0,-3-11 0,0-3 0,-2 0 0,-1 0 0,0 1 0,-2 0 0,0 0 0,-1 0 0,-1 1 0,-23-36 0,12 33 0,19 23 0,1-1 0,-1 1 0,1 0 0,0-1 0,-1 1 0,1 0 0,-1 0 0,0-1 0,1 1 0,-1 0 0,1 0 0,-1 0 0,1 0 0,-1 0 0,1-1 0,-1 1 0,0 0 0,1 0 0,-1 1 0,1-1 0,-1 0 0,1 0 0,-1 0 0,1 0 0,-1 0 0,0 1 0,1-1 0,-1 0 0,1 0 0,-1 1 0,1-1 0,0 0 0,-1 1 0,1-1 0,-1 0 0,1 1 0,0-1 0,-1 1 0,1-1 0,0 1 0,-1-1 0,1 1 0,0-1 0,-1 1 0,1-1 0,0 1 0,0-1 0,0 2 0,-3 9 0,0-1 0,2 1 0,-1 1 0,1-1 0,1 0 0,0 0 0,0 0 0,4 20 0,-1-6 0,59 397 0,-12-122 0,-39-206 0,-1 114 0,-10-180 0,-2 1 0,0 0 0,-2-1 0,-1 1 0,-15 47 0,17-67 0,-1 0 0,0-1 0,-1 1 0,1-1 0,-2 0 0,1 0 0,-1 0 0,-14 13 0,15-16 0,-1-1 0,1 0 0,-1 0 0,0-1 0,0 0 0,0 0 0,-1 0 0,1-1 0,-1 0 0,0 0 0,1 0 0,-1-1 0,-13 1 0,8-2 0,0-1 0,0 0 0,0-1 0,1 0 0,-1-1 0,1 0 0,-1-1 0,1 0 0,0-1 0,0 0 0,1 0 0,0-2 0,0 1 0,0-1 0,0-1 0,1 1 0,1-1 0,-1-1 0,1 0 0,-7-11 0,6 8 0,0 0 0,2 0 0,-1 0 0,2-1 0,-1 0 0,2 0 0,0-1 0,0 0 0,2 1 0,0-1 0,0-1 0,1 1 0,1 0 0,0-1 0,1 1 0,2-21 0,1 21 16,0 0-1,1 1 1,0 0-1,1 0 1,0 0-1,1 1 1,1 0-1,0 0 1,0 0-1,11-12 1,-5 10 8,0 0 1,1 2-1,0-1 0,1 2 1,1 0-1,26-15 1,-8 9-139,1 1 0,52-16 0,72-11-1251,-115 32-5461</inkml:trace>
</inkml:ink>
</file>

<file path=ppt/ink/ink1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2.610"/>
    </inkml:context>
    <inkml:brush xml:id="br0">
      <inkml:brushProperty name="width" value="0.05" units="cm"/>
      <inkml:brushProperty name="height" value="0.05" units="cm"/>
    </inkml:brush>
  </inkml:definitions>
  <inkml:trace contextRef="#ctx0" brushRef="#br0">70 64 24575,'-6'-9'0,"0"2"0,1 0 0,-1 0 0,0 0 0,-1 1 0,-14-11 0,21 17 0,0-1 0,-1 1 0,1 0 0,0 0 0,0 0 0,0-1 0,-1 1 0,1 0 0,0 0 0,0 0 0,-1 0 0,1-1 0,0 1 0,0 0 0,-1 0 0,1 0 0,0 0 0,-1 0 0,1 0 0,0 0 0,-1 0 0,1 0 0,0 0 0,0 0 0,-1 0 0,1 0 0,0 0 0,-1 0 0,1 0 0,0 0 0,-1 0 0,1 0 0,0 1 0,0-1 0,-1 0 0,1 0 0,0 0 0,0 0 0,-1 1 0,1-1 0,0 0 0,0 0 0,0 0 0,-1 1 0,1-1 0,0 0 0,0 0 0,0 1 0,0-1 0,0 0 0,0 1 0,-1-1 0,1 0 0,0 0 0,0 1 0,0-1 0,0 0 0,0 1 0,0-1 0,0 0 0,0 1 0,3 21 0,-3-21 0,35 143 0,28 160 0,-57-258-455,-2 0 0,-3 62 0,-4-77-6371</inkml:trace>
</inkml:ink>
</file>

<file path=ppt/ink/ink1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3.287"/>
    </inkml:context>
    <inkml:brush xml:id="br0">
      <inkml:brushProperty name="width" value="0.05" units="cm"/>
      <inkml:brushProperty name="height" value="0.05" units="cm"/>
    </inkml:brush>
  </inkml:definitions>
  <inkml:trace contextRef="#ctx0" brushRef="#br0">1 332 24575,'0'-3'0,"0"1"0,1-1 0,-1 1 0,0-1 0,1 1 0,0-1 0,0 1 0,0-1 0,0 1 0,0 0 0,0-1 0,0 1 0,1 0 0,-1 0 0,1 0 0,0 0 0,0 0 0,0 0 0,-1 1 0,1-1 0,1 1 0,-1-1 0,0 1 0,0 0 0,1-1 0,3 0 0,7-3 0,1 1 0,-1 1 0,28-4 0,-11 3 0,0-2 0,72-17 0,-92 20 0,-1-1 0,1 1 0,-1-1 0,0-1 0,0 0 0,0 0 0,14-13 0,-20 16 0,-1-1 0,1 0 0,-1-1 0,0 1 0,0 0 0,-1-1 0,1 1 0,-1-1 0,1 1 0,-1-1 0,0 1 0,-1-1 0,1 0 0,0 0 0,-1 0 0,0 1 0,0-1 0,0 0 0,-1 0 0,1 0 0,-3-7 0,0-3 0,-1 1 0,-1-1 0,0 0 0,-10-17 0,10 25 0,3 11 0,2 13 0,43 257 0,-16-134 0,-19-83 0,-4-26 0,13 53 0,-17-85 0,0-1 0,0 1 0,1 0 0,-1 0 0,0 0 0,0-1 0,0 1 0,0 0 0,0 0 0,1 0 0,-1-1 0,0 1 0,0 0 0,1 0 0,-1 0 0,0 0 0,0 0 0,0-1 0,1 1 0,-1 0 0,0 0 0,0 0 0,1 0 0,-1 0 0,0 0 0,0 0 0,1 0 0,-1 0 0,0 0 0,1 0 0,-1 0 0,0 0 0,0 0 0,1 0 0,-1 0 0,0 0 0,0 1 0,1-1 0,-1 0 0,0 0 0,0 0 0,0 0 0,1 0 0,-1 1 0,0-1 0,0 0 0,0 0 0,1 0 0,-1 1 0,0-1 0,0 0 0,0 0 0,0 0 0,0 1 0,0-1 0,0 0 0,1 0 0,-1 1 0,0-1 0,0 0 0,0 0 0,0 1 0,9-26 0,-8 22 0,9-27 0,37-101 0,-41 117 0,1 1 0,0-1 0,1 1 0,0 1 0,1-1 0,21-21 0,-28 32 0,0 1 0,0-1 0,0 0 0,0 0 0,0 1 0,0-1 0,1 1 0,-1 0 0,0 0 0,1 0 0,-1 0 0,1 0 0,0 0 0,-1 1 0,1-1 0,0 1 0,-1 0 0,1 0 0,3 0 0,-3 1 0,0 0 0,0 0 0,0 0 0,0 0 0,0 1 0,-1-1 0,1 1 0,0 0 0,-1 0 0,1 0 0,-1 0 0,0 0 0,0 0 0,0 1 0,0-1 0,3 6 0,7 12 0,13 29 0,-19-35 0,0 0 0,1-1 0,1 0 0,0 0 0,1 0 0,14 14 0,-21-24 0,1-1 0,0 1 0,0-1 0,0 0 0,0 0 0,0 0 0,0 0 0,1 0 0,-1-1 0,0 0 0,1 1 0,0-1 0,-1-1 0,1 1 0,-1 0 0,1-1 0,0 0 0,0 0 0,-1 0 0,1 0 0,0-1 0,-1 1 0,1-1 0,-1 0 0,1 0 0,-1 0 0,1 0 0,-1-1 0,1 0 0,-1 1 0,0-1 0,0 0 0,4-4 0,-1 1 0,0 0 0,-1-1 0,0 1 0,0-1 0,0 0 0,-1 0 0,0-1 0,0 1 0,-1-1 0,1 0 0,-2 0 0,1 0 0,-1 0 0,0 0 0,2-14 0,-4 9 0,0 1 0,0 0 0,-1-1 0,-1 1 0,0 0 0,-1 0 0,0 0 0,0 0 0,-1 0 0,-1 1 0,0-1 0,0 1 0,-1 1 0,0-1 0,-1 1 0,-8-10 0,14 17 0,-1 1 0,0-1 0,1 1 0,-1-1 0,0 1 0,0-1 0,0 1 0,0 0 0,0 0 0,0 0 0,0 0 0,0 1 0,0-1 0,0 0 0,-1 1 0,1 0 0,-4-1 0,5 1 0,-1 1 0,0-1 0,1 1 0,-1-1 0,0 1 0,1 0 0,-1-1 0,1 1 0,-1 0 0,1 0 0,-1 0 0,1 0 0,0 0 0,-1 1 0,1-1 0,0 0 0,-2 3 0,-1 3 0,1-1 0,0 1 0,0-1 0,0 1 0,1 0 0,-1 0 0,2 0 0,-1 1 0,0 8 0,1-5-47,0-1 0,1 1 0,0-1 0,1 0 0,0 1 0,1-1 0,0 0 0,0 1 0,1-1-1,0-1 1,1 1 0,0 0 0,1-1 0,0 0 0,0 0 0,1 0 0,0-1 0,1 1 0,0-2 0,0 1 0,0-1 0,1 0-1,0 0 1,1-1 0,-1 0 0,1-1 0,1 0 0,15 7 0,18 2-6779</inkml:trace>
</inkml:ink>
</file>

<file path=ppt/ink/ink1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4.168"/>
    </inkml:context>
    <inkml:brush xml:id="br0">
      <inkml:brushProperty name="width" value="0.05" units="cm"/>
      <inkml:brushProperty name="height" value="0.05" units="cm"/>
    </inkml:brush>
  </inkml:definitions>
  <inkml:trace contextRef="#ctx0" brushRef="#br0">40 7 24575,'-1'-1'0,"1"1"0,0 0 0,0-1 0,0 1 0,-1-1 0,1 1 0,0 0 0,0-1 0,-1 1 0,1 0 0,0 0 0,-1-1 0,1 1 0,0 0 0,-1 0 0,1-1 0,0 1 0,-1 0 0,1 0 0,-1 0 0,1 0 0,0-1 0,-1 1 0,1 0 0,-1 0 0,1 0 0,-1 0 0,1 0 0,0 0 0,-1 0 0,1 0 0,-1 0 0,1 0 0,0 1 0,-1-1 0,1 0 0,-1 0 0,1 0 0,0 0 0,-1 1 0,1-1 0,-1 0 0,1 0 0,0 1 0,-1-1 0,1 0 0,0 1 0,0-1 0,-1 1 0,-6 25 0,3 4 0,1-1 0,2 1 0,2 33 0,15 94 0,-10-102 0,0 0 0,1 15 0,2 0 0,27 95 0,-20-123 0,-2-24 0,-13-18 0,-1 1 0,1-1 0,-1 1 0,1-1 0,-1 0 0,1 1 0,0-1 0,-1 0 0,1 0 0,0 1 0,-1-1 0,1 0 0,0 0 0,-1 0 0,1 0 0,0 0 0,0 0 0,-1 0 0,1 0 0,0 0 0,-1 0 0,1-1 0,0 1 0,0 0 0,0-1 0,1 0 0,-1 0 0,0 0 0,0 0 0,0-1 0,0 1 0,0 0 0,0 0 0,0-1 0,-1 1 0,1 0 0,0-1 0,-1 1 0,1-1 0,-1 1 0,1-1 0,-1 1 0,0-1 0,1 1 0,-1-1 0,0 0 0,0 1 0,-1-3 0,-3-39 0,-3 15 0,0 0 0,-23-52 0,-33-50 0,26 57 0,37 73 0,0 0 0,0-1 0,-1 1 0,1 0 0,0 0 0,0-1 0,0 1 0,0 0 0,0 0 0,-1-1 0,1 1 0,0 0 0,0-1 0,0 1 0,0 0 0,0-1 0,0 1 0,0 0 0,0-1 0,0 1 0,0 0 0,0 0 0,0-1 0,1 1 0,-1 0 0,0-1 0,0 1 0,0 0 0,0 0 0,0-1 0,1 1 0,-1-1 0,12 1 0,20 11 0,-26-9 0,22 8 0,-1-2 0,1 0 0,37 3 0,-54-9 0,0-1 0,0 0 0,0-1 0,0-1 0,0 0 0,0 0 0,0-1 0,0 0 0,-1-1 0,1 0 0,17-9 0,-25 11 0,0-1 0,-1 1 0,1-1 0,0 0 0,-1 0 0,0 0 0,1 0 0,-1 0 0,0 0 0,0-1 0,0 1 0,-1-1 0,1 1 0,0-1 0,-1 0 0,0 0 0,0 1 0,0-1 0,0 0 0,0 0 0,0-5 0,-4 8 0,-3 9 0,-5 11 0,8-12 0,0 0 0,0 1 0,1-1 0,0 1 0,0-1 0,1 1 0,1 0 0,-1 11 0,2-17 0,-1 0 0,0 0 0,1 0 0,0 0 0,0 0 0,0 1 0,0-1 0,0-1 0,0 1 0,1 0 0,-1 0 0,1 0 0,0-1 0,0 1 0,0-1 0,0 0 0,1 1 0,-1-1 0,0 0 0,1 0 0,0 0 0,-1-1 0,1 1 0,0-1 0,6 3 0,-1-1 0,1-1 0,0 0 0,0 0 0,0-1 0,0 0 0,0 0 0,0-1 0,0-1 0,0 1 0,0-1 0,0-1 0,0 0 0,0 0 0,0 0 0,-1-1 0,1-1 0,-1 0 0,0 0 0,0 0 0,0-1 0,0 0 0,-1 0 0,0-1 0,0 0 0,-1-1 0,0 1 0,0-1 0,0 0 0,-1-1 0,0 1 0,0-1 0,-1 0 0,6-14 0,-7 16 0,-1-1 0,0 1 0,0-1 0,-1 0 0,0 0 0,0 0 0,0 1 0,-1-15 0,0 21 0,0 0 0,0 0 0,0 0 0,0 0 0,0 0 0,0 0 0,0 0 0,0 0 0,0 0 0,0 0 0,0-1 0,0 1 0,0 0 0,0 0 0,0 0 0,0 0 0,0 0 0,0 0 0,0 0 0,0 0 0,0 0 0,0 0 0,0-1 0,0 1 0,0 0 0,0 0 0,0 0 0,0 0 0,0 0 0,0 0 0,0 0 0,-1 0 0,1 0 0,0 0 0,0 0 0,0 0 0,0 0 0,0 0 0,0 0 0,0-1 0,0 1 0,0 0 0,0 0 0,0 0 0,-1 0 0,1 0 0,0 0 0,0 0 0,0 0 0,0 0 0,0 0 0,0 0 0,0 0 0,0 0 0,0 0 0,0 0 0,-1 0 0,1 1 0,0-1 0,0 0 0,0 0 0,0 0 0,0 0 0,0 0 0,0 0 0,0 0 0,0 0 0,-5 9 0,-1 14 0,4 6 0,2 0 0,0 0 0,2 0 0,8 39 0,32 116 0,-34-154 0,21 75 0,17 69 0,-38-137 0,-2 0 0,2 65 0,-8-98 0,0 0 0,0 0 0,0 0 0,-1 0 0,1 0 0,-1 0 0,0 0 0,0-1 0,-1 1 0,1 0 0,-1 0 0,0-1 0,-2 5 0,2-7 0,1 1 0,-1-1 0,1 0 0,-1 1 0,0-1 0,1 0 0,-1 0 0,0 0 0,0-1 0,0 1 0,0 0 0,0-1 0,0 1 0,0-1 0,0 0 0,0 1 0,0-1 0,0 0 0,0 0 0,0-1 0,0 1 0,0 0 0,0-1 0,0 1 0,0-1 0,-4-1 0,-7-3 0,1 0 0,-1-2 0,1 1 0,0-1 0,1-1 0,-1 0 0,2-1 0,-16-15 0,0-2 0,2-2 0,-21-31 0,34 44 0,1 0 0,0-1 0,1-1 0,1 1 0,1-1 0,0-1 0,1 1 0,-4-25 0,8 34 0,1 0 0,0 0 0,1 0 0,0 0 0,0-1 0,1 1 0,0 0 0,0 1 0,1-1 0,0 0 0,1 0 0,-1 1 0,1-1 0,1 1 0,0 0 0,0 0 0,0 0 0,0 0 0,1 1 0,1 0 0,8-9 0,-1 5-151,0 0-1,0 2 0,1 0 0,0 0 1,0 1-1,1 1 0,0 0 1,16-3-1,18-6-6674</inkml:trace>
</inkml:ink>
</file>

<file path=ppt/ink/ink1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4.708"/>
    </inkml:context>
    <inkml:brush xml:id="br0">
      <inkml:brushProperty name="width" value="0.05" units="cm"/>
      <inkml:brushProperty name="height" value="0.05" units="cm"/>
    </inkml:brush>
  </inkml:definitions>
  <inkml:trace contextRef="#ctx0" brushRef="#br0">95 313 24575,'-2'-5'0,"0"1"0,1 0 0,-1 0 0,1-1 0,0 1 0,0-1 0,0 1 0,1-1 0,0 0 0,0 1 0,0-1 0,0 1 0,1-1 0,1-7 0,-2 12 0,0 0 0,0 0 0,0 0 0,0 0 0,0 0 0,0 0 0,0 0 0,0 0 0,0-1 0,0 1 0,0 0 0,0 0 0,0 0 0,1 0 0,-1 0 0,0 0 0,0 0 0,0 0 0,0 0 0,0 0 0,0 0 0,0 0 0,0 0 0,0 0 0,1 0 0,-1 0 0,0 0 0,0 0 0,0 0 0,0 0 0,0 0 0,0 0 0,0 0 0,0 0 0,1 0 0,-1 0 0,0 0 0,0 0 0,0 0 0,0 0 0,0 0 0,0 0 0,0 0 0,0 0 0,0 0 0,1 0 0,-1 0 0,0 0 0,0 0 0,0 0 0,0 0 0,0 0 0,0 1 0,0-1 0,0 0 0,0 0 0,0 0 0,0 0 0,0 0 0,0 0 0,6 11 0,4 12 0,2 22 0,-2 0 0,6 77 0,-14-110 0,4 93 0,-27-153 0,-49-202 0,48 160 0,10 48 0,6 22 0,0 0 0,1 0 0,1-1 0,1 1 0,0-25 0,3 44 0,0 0 0,0-1 0,0 1 0,0 0 0,0 0 0,0 0 0,1 0 0,-1-1 0,0 1 0,1 0 0,-1 0 0,1 0 0,-1 0 0,1 0 0,-1 0 0,1 0 0,0 0 0,0 0 0,1-1 0,-2 2 0,1-1 0,0 1 0,0 0 0,-1 0 0,1 0 0,0 0 0,0 0 0,-1-1 0,1 2 0,0-1 0,0 0 0,-1 0 0,1 0 0,0 0 0,-1 0 0,1 1 0,0-1 0,0 0 0,-1 0 0,1 1 0,0-1 0,0 1 0,3 2 0,0 0 0,-1 0 0,1 0 0,-1 1 0,1-1 0,-1 1 0,5 7 0,-3-1 0,0 1 0,0 0 0,-1-1 0,0 2 0,-1-1 0,0 0 0,-1 1 0,0-1 0,-1 1 0,0-1 0,-1 1 0,0 0 0,-1-1 0,0 1 0,-1-1 0,0 1 0,-6 16 0,1 0-1365,7-20-5461</inkml:trace>
</inkml:ink>
</file>

<file path=ppt/ink/ink1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5.133"/>
    </inkml:context>
    <inkml:brush xml:id="br0">
      <inkml:brushProperty name="width" value="0.05" units="cm"/>
      <inkml:brushProperty name="height" value="0.05" units="cm"/>
    </inkml:brush>
  </inkml:definitions>
  <inkml:trace contextRef="#ctx0" brushRef="#br0">119 200 24575,'1'0'0,"0"0"0,0 0 0,0 0 0,0 1 0,0-1 0,0 0 0,0 1 0,0-1 0,0 1 0,0-1 0,0 1 0,-1-1 0,1 1 0,0 0 0,0-1 0,-1 1 0,1 0 0,0 0 0,-1-1 0,1 1 0,-1 0 0,1 0 0,-1 0 0,1 0 0,-1 0 0,0 0 0,0 0 0,1 0 0,-1 0 0,0 0 0,0 0 0,0 1 0,1 2 0,-1-1 0,0 1 0,0-1 0,0 1 0,-1-1 0,1 0 0,-1 1 0,-1 4 0,-20 51 0,21-59 0,1 0 0,0 0 0,0 1 0,0-1 0,0 0 0,0 0 0,0 0 0,0 0 0,-1 1 0,1-1 0,0 0 0,0 0 0,0 1 0,0-1 0,0 0 0,0 0 0,0 0 0,0 1 0,0-1 0,0 0 0,0 0 0,0 1 0,0-1 0,0 0 0,0 0 0,0 0 0,1 1 0,-1-1 0,0 0 0,0 0 0,0 0 0,0 1 0,0-1 0,0 0 0,1 0 0,-1 0 0,0 1 0,10-3 0,10-9 0,-6 2 0,-1 0 0,0-2 0,0 1 0,-2-2 0,1 1 0,17-25 0,-23 28 0,0 0 0,-1-1 0,0 1 0,-1-1 0,0 0 0,0 0 0,-1 0 0,0-1 0,-1 1 0,0-1 0,0 1 0,0-18 0,-2 24 0,0 0 0,0-1 0,0 1 0,-1 0 0,0-1 0,1 1 0,-1 0 0,0 0 0,-1 0 0,1 0 0,0 0 0,-1 0 0,0 0 0,1 0 0,-1 0 0,-1 1 0,1-1 0,0 1 0,0 0 0,-1-1 0,1 1 0,-1 0 0,0 0 0,0 1 0,0-1 0,-5-2 0,3 3 0,-1-1 0,1 1 0,0 0 0,-1 1 0,1-1 0,-1 1 0,1 0 0,-1 1 0,1-1 0,-1 1 0,1 0 0,0 1 0,0-1 0,-1 1 0,-7 3 0,3 0 0,0 1 0,0 0 0,0 0 0,1 1 0,0 0 0,0 1 0,1-1 0,0 2 0,0-1 0,1 1 0,0 0 0,1 1 0,0 0 0,0 0 0,1 0 0,0 1 0,1-1 0,0 1 0,1 0 0,0 0 0,-2 13 0,4-12 0,0 1 0,1-1 0,0 1 0,0-1 0,2 0 0,-1 1 0,2-1 0,-1 0 0,2 0 0,0 0 0,0-1 0,1 1 0,0-1 0,1 0 0,0-1 0,1 1 0,0-1 0,1 0 0,13 13 0,-4-8-195,0-1 0,1-1 0,0 0 0,1-2 0,0 0 0,33 13 0,0-4-6631</inkml:trace>
</inkml:ink>
</file>

<file path=ppt/ink/ink1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6.278"/>
    </inkml:context>
    <inkml:brush xml:id="br0">
      <inkml:brushProperty name="width" value="0.05" units="cm"/>
      <inkml:brushProperty name="height" value="0.05" units="cm"/>
    </inkml:brush>
  </inkml:definitions>
  <inkml:trace contextRef="#ctx0" brushRef="#br0">272 466 24575,'0'-5'0,"0"0"0,0 0 0,-1 0 0,0 0 0,0 1 0,0-1 0,-1 0 0,1 0 0,-1 1 0,0-1 0,-1 1 0,1 0 0,-1 0 0,0 0 0,0 0 0,0 0 0,-5-4 0,5 6 0,1-1 0,-1 1 0,0 0 0,-1 1 0,1-1 0,0 0 0,0 1 0,-1 0 0,1-1 0,-1 1 0,1 1 0,-1-1 0,0 0 0,1 1 0,-1 0 0,1 0 0,-1 0 0,0 0 0,1 1 0,-1-1 0,0 1 0,1 0 0,-7 3 0,0 1 0,-1 0 0,1 1 0,1 0 0,-1 1 0,1 0 0,0 1 0,0 0 0,1 0 0,1 1 0,-1 0 0,1 0 0,1 1 0,-1-1 0,2 2 0,-1-1 0,-4 14 0,9-21 0,0 0 0,0 1 0,0-1 0,0 0 0,0 1 0,1-1 0,-1 1 0,1-1 0,0 1 0,0-1 0,1 1 0,-1-1 0,1 0 0,-1 1 0,1-1 0,0 0 0,0 1 0,3 4 0,-2-5 0,0 0 0,1 0 0,0 0 0,-1 0 0,1 0 0,0-1 0,0 1 0,0-1 0,1 0 0,-1 0 0,0 0 0,1 0 0,0 0 0,-1-1 0,1 0 0,5 1 0,3 1 0,1-1 0,0-1 0,0 0 0,0-1 0,0 0 0,0-1 0,-1 0 0,1-1 0,0-1 0,-1 0 0,1-1 0,21-9 0,-26 9 0,0 0 0,0 0 0,0-1 0,-1 0 0,1-1 0,-1 0 0,-1 0 0,10-10 0,-13 11 0,1 1 0,-1-1 0,0 0 0,0 0 0,0-1 0,-1 1 0,0-1 0,0 1 0,0-1 0,-1 0 0,0 0 0,0 1 0,0-12 0,-1 14 0,-1-1 0,1 1 0,-1-1 0,0 1 0,0 0 0,-1-1 0,1 1 0,-1 0 0,0 0 0,1 0 0,-1 0 0,0 0 0,-1 0 0,1 1 0,-1-1 0,1 1 0,-1-1 0,0 1 0,-5-4 0,6 5 0,0 0 0,1 0 0,-1 0 0,0 0 0,0 0 0,0 0 0,0 0 0,0 1 0,0-1 0,0 1 0,0-1 0,0 1 0,0 0 0,0 0 0,0 0 0,0 0 0,0 0 0,0 0 0,0 1 0,0-1 0,0 1 0,0-1 0,0 1 0,0 0 0,0 0 0,0 0 0,0 0 0,1 0 0,-1 0 0,0 0 0,1 1 0,-1-1 0,1 0 0,-3 4 0,3-4 0,0-1 0,1 1 0,-1 0 0,1-1 0,-1 1 0,1 0 0,-1-1 0,1 1 0,-1 0 0,1 0 0,0 0 0,-1-1 0,1 1 0,0 0 0,0 0 0,0 0 0,0 0 0,-1 0 0,1-1 0,0 1 0,1 0 0,-1 0 0,0 0 0,0 0 0,0 0 0,0-1 0,1 1 0,-1 0 0,0 0 0,1 0 0,-1-1 0,1 1 0,-1 0 0,1 0 0,-1-1 0,1 1 0,-1 0 0,1-1 0,0 1 0,-1-1 0,1 1 0,0-1 0,-1 1 0,1-1 0,0 1 0,0-1 0,1 1 0,2 0 0,0 1 0,1-1 0,-1 0 0,0-1 0,0 1 0,1-1 0,-1 0 0,7 0 0,-1-2 0,0 1 0,0-2 0,0 1 0,0-1 0,0-1 0,-1 0 0,0 0 0,0-1 0,0 0 0,0-1 0,-1 0 0,0 0 0,0-1 0,0 0 0,-1 0 0,0 0 0,-1-1 0,1 0 0,-2-1 0,1 0 0,-1 1 0,0-2 0,-1 1 0,0 0 0,-1-1 0,0 0 0,0 0 0,2-19 0,-3 9 0,-1 0 0,-1-1 0,-4-37 0,3 49 0,0-1 0,-1 1 0,-1 0 0,0-1 0,0 1 0,0 0 0,-1 1 0,-1-1 0,1 1 0,-8-10 0,11 17 0,0 0 0,1 0 0,-1 0 0,0 0 0,0 0 0,0 0 0,0 0 0,0 0 0,0 0 0,0 1 0,0-1 0,0 0 0,0 1 0,-1-1 0,1 1 0,0-1 0,0 1 0,-1 0 0,1-1 0,0 1 0,-1 0 0,1 0 0,0 0 0,-1 0 0,-2 0 0,3 1 0,-1 0 0,0 0 0,0 0 0,0 0 0,0 1 0,1-1 0,-1 0 0,1 1 0,-1 0 0,1-1 0,0 1 0,-1 0 0,1-1 0,-1 4 0,-4 7 0,0 1 0,1-1 0,1 1 0,-4 13 0,1 13 0,1 0 0,1 0 0,3 0 0,1 1 0,7 69 0,45 193 0,-50-297 0,44 193-253,32 194-450,-74-374 703,-1 0 0,-1 1 0,0-1 0,-3 23 0,2-39 5,-1 0 1,1-1-1,0 1 0,-1 0 1,1 0-1,-1-1 0,1 1 1,-1 0-1,0-1 0,0 1 1,0 0-1,0-1 0,0 0 0,-2 3 1,3-4 2,-1 1 0,0-1 1,1 0-1,-1 1 0,0-1 1,0 0-1,1 1 0,-1-1 0,0 0 1,0 0-1,1 0 0,-1 0 1,0 0-1,0 0 0,1 0 1,-1 0-1,0 0 0,0 0 0,0 0 1,1 0-1,-1 0 0,0-1 1,0 1-1,-3-2 35,1 0 0,-1-1 0,1 1 1,0-1-1,0 1 0,0-1 0,0 0 0,0 0 0,0 0 1,1 0-1,-3-5 0,-4-8-27,1 0 1,0-1 0,1-1-1,1 1 1,0-1-1,2 0 1,0 0 0,1-1-1,1 1 1,0-1-1,2-21 1,1 14-22,1-1 0,1 1 0,1-1 0,2 1 0,1 1 0,0-1 0,15-29 0,-15 40 36,0 0 0,1 1 0,1 0 0,0 0 0,1 1 0,1 1 0,0-1 0,0 2 1,1-1-1,15-9 0,-16 13-174,2 1 1,-1 0 0,1 0 0,-1 1-1,2 1 1,-1 0 0,1 1 0,-1 1 0,1 0-1,0 0 1,27 0 0,-8 3-6684</inkml:trace>
</inkml:ink>
</file>

<file path=ppt/ink/ink1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6.856"/>
    </inkml:context>
    <inkml:brush xml:id="br0">
      <inkml:brushProperty name="width" value="0.05" units="cm"/>
      <inkml:brushProperty name="height" value="0.05" units="cm"/>
    </inkml:brush>
  </inkml:definitions>
  <inkml:trace contextRef="#ctx0" brushRef="#br0">152 305 24575,'15'-6'0,"-1"-2"0,-1 0 0,1-1 0,-1 0 0,21-20 0,-30 25 0,0-1 0,0 1 0,-1-1 0,0 0 0,0 0 0,0 0 0,0 0 0,-1 0 0,0-1 0,0 1 0,0-1 0,-1 1 0,0-1 0,0 0 0,0 0 0,-1 1 0,0-1 0,0 0 0,-1-7 0,0 5 0,0 1 0,-1-1 0,0 0 0,-1 1 0,1-1 0,-1 1 0,-1 0 0,1 0 0,-1 0 0,-9-11 0,11 16 0,0-1 0,-1 1 0,1-1 0,-1 1 0,1 0 0,-1 0 0,0 0 0,0 0 0,0 0 0,0 1 0,0-1 0,0 1 0,-1 0 0,1 0 0,0 0 0,-1 1 0,1-1 0,0 1 0,-1-1 0,1 1 0,-1 0 0,1 1 0,-1-1 0,1 0 0,0 1 0,-6 1 0,-1 2 0,1 1 0,0-1 0,0 1 0,0 1 0,0-1 0,1 2 0,0-1 0,0 1 0,1 0 0,-10 12 0,9-9 0,0 0 0,1 0 0,1 1 0,-1-1 0,2 2 0,0-1 0,0 0 0,-4 17 0,8-24 0,0-1 0,1 0 0,-1 1 0,1-1 0,-1 0 0,1 1 0,1-1 0,-1 1 0,0-1 0,1 0 0,-1 1 0,1-1 0,0 0 0,0 1 0,1-1 0,-1 0 0,1 0 0,-1 0 0,3 3 0,-1-3 0,0 0 0,0 0 0,0-1 0,0 1 0,1-1 0,-1 0 0,1 0 0,-1 0 0,1 0 0,0 0 0,0-1 0,0 0 0,0 0 0,0 0 0,6 1 0,1-1 0,0 0 0,0-1 0,0 0 0,0 0 0,0-1 0,0-1 0,0 0 0,0 0 0,-1-1 0,13-5 0,-18 6 0,1-1 0,-1 1 0,0-1 0,0 0 0,0 0 0,-1-1 0,1 1 0,-1-1 0,0 0 0,0 0 0,0-1 0,-1 1 0,1-1 0,-1 1 0,0-1 0,0 0 0,-1-1 0,1 1 0,-1 0 0,-1-1 0,2-5 0,0-4 0,-2 0 0,0 0 0,-1 0 0,0 0 0,-3-17 0,6 78 0,-1-35-68,2 1 0,-1-1-1,2 0 1,-1-1 0,1 1 0,1-1-1,0 0 1,1 0 0,0-1 0,0 0-1,1 0 1,0-1 0,0 0 0,1 0-1,0-1 1,0 0 0,1 0-1,0-1 1,21 9 0,13 2-6758</inkml:trace>
</inkml:ink>
</file>

<file path=ppt/ink/ink1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7.376"/>
    </inkml:context>
    <inkml:brush xml:id="br0">
      <inkml:brushProperty name="width" value="0.05" units="cm"/>
      <inkml:brushProperty name="height" value="0.05" units="cm"/>
    </inkml:brush>
  </inkml:definitions>
  <inkml:trace contextRef="#ctx0" brushRef="#br0">1 36 24575,'0'-2'0,"0"-4"0,0-2 0,0-3 0,2 3 0,1 7 0,0 10 0,2 7 0,2 8 0,0 7 0,2 4 0,-2 2 0,2 3 0,-2-2 0,-2-1 0,1-6 0,0-5 0,-2-7-8191</inkml:trace>
</inkml:ink>
</file>

<file path=ppt/ink/ink1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7.591"/>
    </inkml:context>
    <inkml:brush xml:id="br0">
      <inkml:brushProperty name="width" value="0.05" units="cm"/>
      <inkml:brushProperty name="height" value="0.05" units="cm"/>
    </inkml:brush>
  </inkml:definitions>
  <inkml:trace contextRef="#ctx0" brushRef="#br0">10 399 24575,'-2'-22'0,"-3"-22"0,3-71 0,2 103 0,1 1 0,0 0 0,1-1 0,1 1 0,-1 0 0,2 0 0,0 0 0,0 1 0,1-1 0,0 1 0,10-14 0,-11 18 0,1 1 0,0-1 0,0 1 0,1 1 0,0-1 0,0 1 0,0 0 0,0 0 0,0 0 0,11-3 0,-5 3 0,0 0 0,0 1 0,1 0 0,-1 1 0,20-1 0,2 3 0,-1 2 0,0 1 0,56 12 0,-53-7 0,1 1 0,-1 2 0,0 1 0,-1 2 0,-1 2 0,43 25 0,-68-35 57,-1 0 0,0 0 0,0 0 0,-1 1 0,9 11 0,-13-14-200,1 0 1,-2 1 0,1-1 0,0 1-1,-1 0 1,0-1 0,0 1 0,0 0 0,-1 1-1,0-1 1,1 8 0,-2 22-6684</inkml:trace>
</inkml:ink>
</file>

<file path=ppt/ink/ink1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7.772"/>
    </inkml:context>
    <inkml:brush xml:id="br0">
      <inkml:brushProperty name="width" value="0.05" units="cm"/>
      <inkml:brushProperty name="height" value="0.05" units="cm"/>
    </inkml:brush>
  </inkml:definitions>
  <inkml:trace contextRef="#ctx0" brushRef="#br0">186 29 24575,'-30'10'0,"-16"2"0,-2 1 0,9-4 0,17-2 0,28-5 0,23-3 0,18-3 0,16-4 0,8 0 0,5-2 0,-1 1 0,-2 1 0,-5 0 0,-6 0 0,-8-1 0,-13 0-8191</inkml:trace>
</inkml:ink>
</file>

<file path=ppt/ink/ink1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8.001"/>
    </inkml:context>
    <inkml:brush xml:id="br0">
      <inkml:brushProperty name="width" value="0.05" units="cm"/>
      <inkml:brushProperty name="height" value="0.05" units="cm"/>
    </inkml:brush>
  </inkml:definitions>
  <inkml:trace contextRef="#ctx0" brushRef="#br0">0 48 24575,'0'-2'0,"1"-25"0,-1 26 0,0 0 0,0 0 0,0 0 0,0 0 0,0 0 0,1 1 0,-1-1 0,0 0 0,0 0 0,1 0 0,-1 0 0,1 0 0,-1 0 0,0 0 0,1 1 0,0-1 0,-1 0 0,1 0 0,-1 1 0,2-2 0,-1 2 0,-1 1 0,1-1 0,-1 0 0,1 1 0,0-1 0,-1 0 0,1 1 0,-1-1 0,0 1 0,1-1 0,-1 1 0,1-1 0,-1 1 0,0-1 0,1 1 0,-1-1 0,0 1 0,0 0 0,1-1 0,-1 1 0,0-1 0,0 1 0,0 0 0,0-1 0,0 2 0,4 19 0,-4-20 0,13 117 200,6 35-152,-15-127-371,2-1 1,1-1-1,1 1 0,11 23 1,-7-26-6504</inkml:trace>
</inkml:ink>
</file>

<file path=ppt/ink/ink1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8.334"/>
    </inkml:context>
    <inkml:brush xml:id="br0">
      <inkml:brushProperty name="width" value="0.05" units="cm"/>
      <inkml:brushProperty name="height" value="0.05" units="cm"/>
    </inkml:brush>
  </inkml:definitions>
  <inkml:trace contextRef="#ctx0" brushRef="#br0">109 99 24575,'1'-3'0,"0"1"0,0-1 0,0 0 0,-1 0 0,1 0 0,-1 0 0,0 0 0,0 1 0,0-1 0,0 0 0,-1 0 0,1 0 0,-2-5 0,1 7 0,0 0 0,1 0 0,-1 0 0,0 0 0,0 1 0,1-1 0,-1 0 0,0 0 0,0 0 0,0 1 0,0-1 0,0 0 0,0 1 0,0-1 0,-1 1 0,1 0 0,0-1 0,0 1 0,0 0 0,0-1 0,-1 1 0,1 0 0,0 0 0,0 0 0,0 0 0,-1 0 0,1 1 0,0-1 0,0 0 0,0 0 0,0 1 0,-1-1 0,1 1 0,0-1 0,-1 2 0,-3-1 0,1 1 0,-1 1 0,1-1 0,0 1 0,0 0 0,0 0 0,0 0 0,1 0 0,-1 0 0,1 1 0,0 0 0,0 0 0,0 0 0,0 0 0,1 0 0,0 0 0,0 1 0,0-1 0,-2 7 0,3-8 0,0 0 0,1 0 0,-1 0 0,1 0 0,-1 0 0,1 0 0,0 0 0,0 0 0,0 0 0,1 0 0,-1 0 0,1 0 0,0 0 0,0 0 0,0 0 0,0 0 0,0 0 0,0 0 0,1-1 0,0 1 0,-1-1 0,1 1 0,0-1 0,0 0 0,0 1 0,1-1 0,-1 0 0,0 0 0,1-1 0,-1 1 0,5 2 0,4 0 0,-1 0 0,0 0 0,1-1 0,0-1 0,0 0 0,0 0 0,0-1 0,0 0 0,21-2 0,-10-1 0,1-1 0,0-1 0,38-12 0,-52 13 0,-1 0 0,1-1 0,-1 0 0,0 0 0,0-1 0,-1 0 0,1 0 0,10-11 0,-16 15 0,-1-1 0,1 1 0,-1-1 0,0 0 0,1 0 0,-1 1 0,0-1 0,0 0 0,0 0 0,0 0 0,-1 0 0,1 0 0,0 0 0,-1 0 0,0-1 0,1 1 0,-1 0 0,0 0 0,0 0 0,0 0 0,0 0 0,0-1 0,-1 1 0,1 0 0,-1 0 0,0 0 0,1 0 0,-1 0 0,0 0 0,0 0 0,0 0 0,0 0 0,0 1 0,-1-1 0,1 0 0,-1 1 0,1-1 0,-1 1 0,1-1 0,-1 1 0,-2-2 0,-5-4 49,-1 1 0,0-1 0,0 2-1,0-1 1,-1 2 0,-19-7 0,1 2-903,-41-5 1,46 10-5973</inkml:trace>
</inkml:ink>
</file>

<file path=ppt/ink/ink1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8.691"/>
    </inkml:context>
    <inkml:brush xml:id="br0">
      <inkml:brushProperty name="width" value="0.05" units="cm"/>
      <inkml:brushProperty name="height" value="0.05" units="cm"/>
    </inkml:brush>
  </inkml:definitions>
  <inkml:trace contextRef="#ctx0" brushRef="#br0">102 29 24575,'-14'0'0,"7"-1"0,0 1 0,-1 0 0,1 1 0,0-1 0,-11 4 0,16-3 0,1-1 0,-1 1 0,0 0 0,0 0 0,1 0 0,-1 0 0,0 0 0,1 0 0,-1 1 0,1-1 0,0 0 0,-1 1 0,1-1 0,0 1 0,0-1 0,0 1 0,0 0 0,0-1 0,0 1 0,1 0 0,-1 0 0,0 0 0,1 0 0,0 0 0,-1 2 0,0 2 0,0 0 0,1 0 0,-1 0 0,1 0 0,1 0 0,-1 0 0,1 0 0,0 0 0,0 0 0,1 0 0,0 0 0,0 0 0,0-1 0,1 1 0,0-1 0,0 0 0,0 0 0,1 0 0,-1 0 0,1 0 0,0-1 0,1 1 0,-1-1 0,1 0 0,0-1 0,0 1 0,0-1 0,0 0 0,0 0 0,1-1 0,-1 1 0,1-1 0,0 0 0,0-1 0,0 0 0,0 0 0,0 0 0,0 0 0,0-1 0,0 0 0,0 0 0,0-1 0,10-2 0,-8 2 0,-1-2 0,1 1 0,-1-1 0,0 0 0,0-1 0,0 1 0,0-1 0,-1-1 0,1 1 0,-1-1 0,0 0 0,0-1 0,6-7 0,-10 10 0,0 1 0,-1-1 0,1 0 0,0 1 0,-1-1 0,0 0 0,1 0 0,-1 0 0,0 0 0,-1 0 0,1 0 0,0 0 0,-1-1 0,0 1 0,0 0 0,0 0 0,0 0 0,0-1 0,-1 1 0,1 0 0,-1 0 0,0 0 0,0 0 0,0 0 0,0 0 0,-1 0 0,1 0 0,-1 1 0,0-1 0,1 0 0,-1 1 0,-1 0 0,1-1 0,-5-3 0,-3-2-85,0 1 0,0 0-1,-1 0 1,0 1 0,0 0-1,-1 1 1,0 1 0,0 0-1,0 0 1,0 1 0,0 1-1,-1 0 1,1 0 0,-1 2-1,-18 0 1,15 3-6741</inkml:trace>
</inkml:ink>
</file>

<file path=ppt/ink/ink1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9.040"/>
    </inkml:context>
    <inkml:brush xml:id="br0">
      <inkml:brushProperty name="width" value="0.05" units="cm"/>
      <inkml:brushProperty name="height" value="0.05" units="cm"/>
    </inkml:brush>
  </inkml:definitions>
  <inkml:trace contextRef="#ctx0" brushRef="#br0">7 51 24575,'-1'0'0,"1"0"0,0 0 0,-1-1 0,1 1 0,-1 0 0,1-1 0,0 1 0,-1 0 0,1-1 0,0 1 0,-1-1 0,1 1 0,0 0 0,-1-1 0,1 1 0,0-1 0,0 1 0,0-1 0,0 1 0,-1-1 0,1 1 0,0-1 0,0 1 0,0-1 0,0 1 0,0-1 0,0 1 0,0-1 0,0 1 0,0-1 0,1 1 0,-1-1 0,0 1 0,0-1 0,0 1 0,0-1 0,1 1 0,-1-1 0,0 1 0,1 0 0,-1-1 0,0 1 0,1-1 0,-1 1 0,0 0 0,1-1 0,-1 1 0,1 0 0,-1-1 0,0 1 0,1 0 0,-1 0 0,1 0 0,-1-1 0,1 1 0,-1 0 0,1 0 0,2-1 0,1 0 0,-1 1 0,0-1 0,0 1 0,0-1 0,1 1 0,5 1 0,2 1 0,0 1 0,1 0 0,-1 1 0,0 0 0,-1 1 0,1 0 0,17 13 0,-1 1 0,36 33 0,-56-46 0,0 1 0,-1-1 0,0 1 0,-1 0 0,7 10 0,-12-16 0,1 0 0,0 1 0,-1-1 0,1 0 0,-1 1 0,1-1 0,-1 0 0,0 1 0,1-1 0,-1 1 0,0-1 0,0 1 0,0-1 0,0 1 0,0-1 0,-1 3 0,0-3 0,1 0 0,-1 1 0,0-1 0,0 0 0,0 0 0,0 0 0,0 0 0,0 0 0,0-1 0,0 1 0,0 0 0,0 0 0,-1-1 0,1 1 0,0 0 0,0-1 0,-1 0 0,1 1 0,0-1 0,-1 0 0,-1 1 0,-6 0 0,1 0 0,-1-1 0,1 0 0,-1 0 0,1-1 0,-1 0 0,1 0 0,-15-5 0,19 5 0,-1-1 0,1 1 0,-1-1 0,1 0 0,0 0 0,0 0 0,0-1 0,0 0 0,0 1 0,0-1 0,1-1 0,-1 1 0,1 0 0,0-1 0,0 0 0,0 0 0,-2-4 0,4 6 0,0 0 0,1 0 0,-1 0 0,1-1 0,-1 1 0,1 0 0,0 0 0,-1 0 0,1 0 0,0-1 0,1 1 0,-1 0 0,0 0 0,1 0 0,-1-1 0,1 1 0,1-2 0,-1 0 0,1 0 0,1 1 0,-1-1 0,0 1 0,1 0 0,0-1 0,0 1 0,4-4 0,5-1 0,-1 0 0,1 0 0,1 1 0,16-7 0,3 1-682,61-17-1,-55 20-6143</inkml:trace>
</inkml:ink>
</file>

<file path=ppt/ink/ink1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9.511"/>
    </inkml:context>
    <inkml:brush xml:id="br0">
      <inkml:brushProperty name="width" value="0.05" units="cm"/>
      <inkml:brushProperty name="height" value="0.05" units="cm"/>
    </inkml:brush>
  </inkml:definitions>
  <inkml:trace contextRef="#ctx0" brushRef="#br0">26 140 24575,'1'21'0,"1"0"0,0 0 0,2 0 0,9 29 0,33 81 0,-30-91 0,-8-19 0,-2 0 0,2-1 0,0-1 0,2 1 0,0-1 0,17 23 0,-58-82 0,3 0 0,1-2 0,-23-49 0,41 71 0,0-1 0,2 0 0,0 0 0,2 0 0,0-1 0,2 0 0,-2-26 0,5 37 0,0 0 0,1 0 0,0 0 0,1 0 0,0 0 0,1 1 0,4-13 0,-4 16 0,0 0 0,0 1 0,1-1 0,0 1 0,1 0 0,-1 0 0,1 0 0,0 1 0,0-1 0,1 1 0,8-6 0,-11 9 0,1-1 0,-1 1 0,1 0 0,-1 0 0,1 1 0,0-1 0,0 1 0,0-1 0,0 1 0,0 0 0,0 1 0,0-1 0,0 1 0,0 0 0,0 0 0,1 0 0,-1 0 0,0 1 0,0 0 0,0 0 0,0 0 0,0 0 0,0 0 0,-1 1 0,1 0 0,0 0 0,-1 0 0,1 0 0,-1 0 0,0 1 0,1 0 0,3 4 0,-2-1 0,0-1 0,0 1 0,-1 0 0,1 1 0,-1-1 0,-1 1 0,1 0 0,-1 0 0,-1 0 0,1 0 0,-1 0 0,0 1 0,-1-1 0,0 1 0,0-1 0,-1 1 0,0 8 0,-1-7-54,-1 0-1,0 0 0,0-1 1,-1 1-1,0 0 1,-1-1-1,1 0 0,-2 0 1,1 0-1,-1 0 1,-1-1-1,1 0 0,-1 0 1,0 0-1,-1-1 0,1 0 1,-1 0-1,-1-1 1,1 0-1,-1 0 0,0 0 1,0-1-1,0 0 1,-11 3-1,4-4-6771</inkml:trace>
</inkml:ink>
</file>

<file path=ppt/ink/ink1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09.999"/>
    </inkml:context>
    <inkml:brush xml:id="br0">
      <inkml:brushProperty name="width" value="0.05" units="cm"/>
      <inkml:brushProperty name="height" value="0.05" units="cm"/>
    </inkml:brush>
  </inkml:definitions>
  <inkml:trace contextRef="#ctx0" brushRef="#br0">12 101 24575,'-6'-29'0,"5"27"0,0-1 0,0 0 0,0 0 0,0 0 0,1 0 0,0 0 0,-1 0 0,1 0 0,0-1 0,0 1 0,1-3 0,0 4 0,-1-1 0,1 1 0,0 0 0,0 0 0,0 0 0,1-1 0,-1 1 0,0 1 0,1-1 0,-1 0 0,1 0 0,1-1 0,-2 2 0,-1 1 0,1-1 0,-1 1 0,1 0 0,0-1 0,-1 1 0,1 0 0,-1 0 0,1-1 0,0 1 0,-1 0 0,1 0 0,0 0 0,-1 0 0,1 0 0,0 0 0,-1 0 0,1 0 0,0 0 0,-1 0 0,1 0 0,0 0 0,-1 0 0,1 1 0,-1-1 0,1 0 0,0 0 0,-1 1 0,1-1 0,-1 1 0,1-1 0,-1 0 0,1 1 0,-1-1 0,1 1 0,-1-1 0,1 1 0,-1-1 0,0 1 0,1-1 0,-1 1 0,0 0 0,1-1 0,-1 1 0,0-1 0,0 1 0,0 0 0,1 0 0,2 10 0,0 0 0,0 1 0,-1-1 0,-1 1 0,0-1 0,-1 1 0,0 16 0,0 5 0,0-20 6,12 158 328,-9-151-578,0 0 1,2 0-1,0-1 1,2 0-1,0 0 1,14 26-1,-4-17-6582</inkml:trace>
</inkml:ink>
</file>

<file path=ppt/ink/ink1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10.494"/>
    </inkml:context>
    <inkml:brush xml:id="br0">
      <inkml:brushProperty name="width" value="0.05" units="cm"/>
      <inkml:brushProperty name="height" value="0.05" units="cm"/>
    </inkml:brush>
  </inkml:definitions>
  <inkml:trace contextRef="#ctx0" brushRef="#br0">213 255 24575,'0'0'0,"1"0"0,0-1 0,-1 1 0,1 0 0,-1-1 0,1 1 0,0 0 0,-1-1 0,1 1 0,-1-1 0,1 1 0,-1-1 0,0 1 0,1-1 0,-1 1 0,1-1 0,-1 0 0,0 1 0,0-1 0,1 0 0,-1 1 0,0-1 0,0 0 0,0 1 0,0-1 0,1 0 0,-1 0 0,2-24 0,-2 22 0,1-24 0,-4-43 0,2 61 0,0 0 0,-1 1 0,0-1 0,0 1 0,-1-1 0,0 1 0,-1 0 0,-8-15 0,12 22 0,-2-1 0,1 0 0,0 1 0,0-1 0,0 1 0,-1-1 0,1 1 0,-1 0 0,1-1 0,-1 1 0,1 0 0,-1 0 0,0 0 0,0 0 0,1 1 0,-1-1 0,0 0 0,0 1 0,0-1 0,0 1 0,0 0 0,-2-1 0,1 2 0,0-1 0,0 1 0,0 0 0,0 0 0,0 0 0,0 0 0,1 0 0,-1 1 0,0-1 0,1 1 0,-1-1 0,-3 5 0,-5 3 0,2 2 0,0-1 0,0 1 0,-14 23 0,14-20 0,1 1 0,1 0 0,1 1 0,0-1 0,1 1 0,-6 28 0,10-37 0,0 0 0,1-1 0,0 1 0,0 0 0,1 0 0,-1 0 0,1-1 0,3 11 0,-2-13 0,-1 0 0,1 0 0,0 0 0,0-1 0,0 1 0,0-1 0,1 0 0,0 1 0,-1-1 0,1 0 0,0 0 0,0-1 0,1 1 0,-1-1 0,4 3 0,-3-3 0,0 0 0,0 0 0,0 0 0,1-1 0,-1 1 0,0-1 0,1 0 0,-1-1 0,0 1 0,1-1 0,-1 0 0,1 0 0,-1 0 0,1 0 0,-1-1 0,0 0 0,1 0 0,-1 0 0,0 0 0,0-1 0,0 1 0,0-1 0,0 0 0,0-1 0,0 1 0,0-1 0,5-5 0,-1 1 0,0-1 0,-1 0 0,0 0 0,0 0 0,-1-1 0,-1 0 0,1 0 0,-1-1 0,-1 0 0,6-14 0,-2-4 0,-5 16 0,0 0 0,1 0 0,10-20 0,-14 32 0,0 0 0,0 0 0,1-1 0,-1 1 0,0 0 0,0-1 0,0 1 0,0 0 0,1 0 0,-1-1 0,0 1 0,0 0 0,0 0 0,1 0 0,-1-1 0,0 1 0,0 0 0,1 0 0,-1 0 0,0 0 0,1 0 0,-1-1 0,0 1 0,0 0 0,1 0 0,-1 0 0,0 0 0,1 0 0,-1 0 0,0 0 0,1 0 0,-1 0 0,0 0 0,1 0 0,-1 0 0,1 1 0,8 10 0,5 27 0,-11-31 0,3 12-170,2 0-1,0 0 0,2-1 1,0-1-1,0 1 0,2-2 1,16 20-1,-5-12-6655</inkml:trace>
</inkml:ink>
</file>

<file path=ppt/ink/ink1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1T02:30:10.914"/>
    </inkml:context>
    <inkml:brush xml:id="br0">
      <inkml:brushProperty name="width" value="0.05" units="cm"/>
      <inkml:brushProperty name="height" value="0.05" units="cm"/>
    </inkml:brush>
  </inkml:definitions>
  <inkml:trace contextRef="#ctx0" brushRef="#br0">18 189 24575,'-6'-22'0,"3"14"0,1 1 0,0-1 0,-1-13 0,3 21 0,0 0 0,-1 0 0,1 0 0,0-1 0,0 1 0,0 0 0,0 0 0,0 0 0,0 0 0,0-1 0,0 1 0,0 0 0,0 0 0,0 0 0,0-1 0,0 1 0,0 0 0,0 0 0,0 0 0,0-1 0,0 1 0,0 0 0,0 0 0,0 0 0,0 0 0,0-1 0,1 1 0,-1 0 0,0 0 0,0 0 0,0 0 0,0 0 0,0-1 0,0 1 0,1 0 0,-1 0 0,0 0 0,0 0 0,0 0 0,0 0 0,1 0 0,-1 0 0,0 0 0,0-1 0,0 1 0,1 0 0,-1 0 0,0 0 0,0 0 0,0 0 0,0 0 0,1 0 0,-1 0 0,12 10 0,10 19 0,-11-12 0,0 0 0,0 1 0,-2 0 0,0 1 0,-1-1 0,8 31 0,-15-33 0,-1-15 0,1-1 0,-1 0 0,0 1 0,0-1 0,0 1 0,0-1 0,0 1 0,0-1 0,0 1 0,0-1 0,0 1 0,0-1 0,-1 1 0,1-1 0,0 0 0,0 1 0,0-1 0,0 1 0,-1-1 0,1 0 0,0 1 0,-1-1 0,1 1 0,0-1 0,0 0 0,-1 1 0,1-1 0,-1 1 0,0-2 0,0 0 0,1-1 0,-1 1 0,1 0 0,-1 0 0,1 0 0,-1 0 0,1 0 0,0-1 0,0 1 0,-1 0 0,1 0 0,0 0 0,0-1 0,1-1 0,-2 0 0,0-14 0,1 0 0,1-1 0,0 1 0,1 0 0,1-1 0,0 1 0,11-28 0,-10 34 0,0 0 0,1 1 0,0-1 0,0 1 0,1 0 0,1 1 0,0-1 0,0 1 0,1 1 0,0-1 0,0 1 0,16-11 0,-22 17 0,1 1 0,0-1 0,0 1 0,-1-1 0,1 1 0,0 0 0,0 0 0,1 0 0,-1 0 0,0 0 0,0 1 0,0 0 0,0-1 0,1 1 0,-1 0 0,0 1 0,0-1 0,6 2 0,-5-1 0,0 1 0,0 0 0,-1 0 0,1 0 0,0 0 0,-1 1 0,1 0 0,-1-1 0,0 1 0,0 1 0,0-1 0,3 5 0,3 5 0,-1 1 0,0 1 0,-1-1 0,0 1 0,-1 1 0,4 17 0,8 43 0,-17-68 0,1 1 0,-2-1 0,1 0 0,-1 1 0,-1-1 0,1 1 0,-3 8 0,-2-4-1365</inkml:trace>
</inkml:ink>
</file>

<file path=ppt/ink/ink1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0:56.361"/>
    </inkml:context>
    <inkml:brush xml:id="br0">
      <inkml:brushProperty name="width" value="0.05" units="cm"/>
      <inkml:brushProperty name="height" value="0.05" units="cm"/>
    </inkml:brush>
  </inkml:definitions>
  <inkml:trace contextRef="#ctx0" brushRef="#br0">1549 1674 24575,'-2'-1'0,"1"1"0,-1-1 0,1 1 0,0-1 0,0 1 0,-1-1 0,1 0 0,0 1 0,0-1 0,0 0 0,0 0 0,0 0 0,0 0 0,0 0 0,-1-1 0,-14-11 0,11 12 0,1 0 0,0 1 0,0-1 0,-1 1 0,1 0 0,0 0 0,-1 0 0,1 0 0,0 1 0,-1 0 0,-4 1 0,-49 20 0,26-9 0,-41 12 0,-2-4 0,0-3 0,-1-3 0,0-3 0,-1-4 0,0-3 0,-120-8 0,161 0 0,1-2 0,0-1 0,0-2 0,1-1 0,0-2 0,1-1 0,-49-25 0,61 26 0,1-2 0,0 0 0,0-1 0,1-1 0,1-1 0,1 0 0,0-1 0,1-1 0,1-1 0,0 0 0,-22-42 0,23 29 0,0 0 0,3 0 0,0-1 0,3-1 0,0 0 0,3 0 0,-4-54 0,8 19 0,3 0 0,19-124 0,-13 146 0,1 1 0,3 0 0,20-50 0,-24 75 0,2 0 0,0 1 0,1 0 0,1 0 0,1 2 0,1-1 0,0 2 0,28-27 0,-13 20 0,2 1 0,0 2 0,1 1 0,51-24 0,147-49 0,-61 27 0,-121 47 0,1 2 0,1 3 0,93-16 0,-118 29 298,-20 1-575,0 0 0,0-1-1,0 1 1,0-1 0,9-2 0</inkml:trace>
</inkml:ink>
</file>

<file path=ppt/ink/ink1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0:56.888"/>
    </inkml:context>
    <inkml:brush xml:id="br0">
      <inkml:brushProperty name="width" value="0.05" units="cm"/>
      <inkml:brushProperty name="height" value="0.05" units="cm"/>
    </inkml:brush>
  </inkml:definitions>
  <inkml:trace contextRef="#ctx0" brushRef="#br0">63 0 24575,'-56'21'0,"55"-21"0,1 0 0,0 0 0,0 0 0,-1 0 0,1 0 0,0 1 0,-1-1 0,1 0 0,0 0 0,0 0 0,-1 0 0,1 0 0,0 1 0,0-1 0,-1 0 0,1 0 0,0 0 0,0 1 0,0-1 0,-1 0 0,1 0 0,0 1 0,0-1 0,0 0 0,0 0 0,0 1 0,0-1 0,0 0 0,-1 1 0,1-1 0,0 0 0,0 1 0,9 5 0,15 0 0,12-1 0,51 4 0,138 35 0,-213-40 0,0 0 0,20 10 0,-28-12 0,-1-1 0,0 1 0,0 0 0,0 0 0,0 0 0,0 0 0,-1 1 0,1-1 0,-1 1 0,1 0 0,-1 0 0,0-1 0,0 1 0,2 6 0,-3-7 0,-1 0 0,0 0 0,0 0 0,0 0 0,0 0 0,0 0 0,-1 0 0,1 0 0,-1 0 0,1 0 0,-1 0 0,0 0 0,1-1 0,-1 1 0,0 0 0,0 0 0,0-1 0,-3 4 0,-27 30 0,22-26 0,-30 33 123,-118 118-1611,132-138-5338</inkml:trace>
</inkml:ink>
</file>

<file path=ppt/ink/ink1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0:59.593"/>
    </inkml:context>
    <inkml:brush xml:id="br0">
      <inkml:brushProperty name="width" value="0.05" units="cm"/>
      <inkml:brushProperty name="height" value="0.05" units="cm"/>
    </inkml:brush>
  </inkml:definitions>
  <inkml:trace contextRef="#ctx0" brushRef="#br0">252 1419 24575,'4'10'0,"0"0"0,-5-9 0,1-1 0,0 0 0,0 0 0,-1 0 0,1 0 0,0 1 0,-1-1 0,1 0 0,0 0 0,0 0 0,-1 0 0,1 0 0,0 0 0,-1 0 0,1 0 0,0 0 0,-1 0 0,1 0 0,0 0 0,-1 0 0,1 0 0,0 0 0,-1 0 0,1-1 0,0 1 0,-1 0 0,1 0 0,0 0 0,0 0 0,-1 0 0,1-1 0,0 1 0,0 0 0,-1 0 0,1-1 0,-95-39 0,86 37 0,1-1 0,0 0 0,0-1 0,1 0 0,0-1 0,-1 1 0,2-1 0,-1 0 0,1-1 0,-9-10 0,8 6 0,-1-1 0,2 1 0,0-1 0,0 0 0,1-1 0,-6-21 0,6 17 0,2-1 0,0 0 0,1 0 0,0 0 0,2 0 0,0 0 0,1 0 0,1 0 0,1 0 0,8-31 0,-3 28 0,1-1 0,1 2 0,1-1 0,1 2 0,0-1 0,2 1 0,0 1 0,1 1 0,23-22 0,19-11 0,95-63 0,-92 70 0,37-22 0,2 5 0,3 3 0,2 5 0,202-69 0,-31 33 0,-184 63 0,100-12 0,468-22 0,4 49 0,-476 13 0,235 35 0,-239-4 0,191 63 0,-351-90 0,-1 1 0,34 16 0,-45-19 0,-1 2 0,0-1 0,0 1 0,0 1 0,-1 0 0,15 15 0,24 41 0,-34-45 0,1 1 0,34 33 0,-49-53 4,0 0-1,0 0 0,0 0 0,0 0 1,-1 0-1,1 0 0,0 0 1,0 0-1,0 0 0,0 0 0,0 0 1,0 1-1,0-1 0,0 0 0,0 0 1,0 0-1,0 0 0,0 0 1,0 0-1,0 0 0,0 0 0,0 0 1,0 0-1,0 0 0,0 0 1,0 0-1,0 0 0,0 0 0,0 0 1,0 0-1,0 0 0,0 0 1,0 0-1,0 0 0,0 0 0,0 0 1,0 1-1,0-1 0,0 0 0,0 0 1,0 0-1,0 0 0,0 0 1,0 0-1,0 0 0,0 0 0,0 0 1,0 0-1,0 0 0,0 0 1,0 0-1,-10-2 168,-10-5-1878,9 1-5119</inkml:trace>
</inkml:ink>
</file>

<file path=ppt/ink/ink1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00.189"/>
    </inkml:context>
    <inkml:brush xml:id="br0">
      <inkml:brushProperty name="width" value="0.05" units="cm"/>
      <inkml:brushProperty name="height" value="0.05" units="cm"/>
    </inkml:brush>
  </inkml:definitions>
  <inkml:trace contextRef="#ctx0" brushRef="#br0">1 225 24575,'0'1'0,"0"-1"0,-1 1 0,1-1 0,0 1 0,0-1 0,0 1 0,0-1 0,0 1 0,0-1 0,0 1 0,0-1 0,0 1 0,1-1 0,-1 1 0,0-1 0,0 1 0,0-1 0,1 1 0,-1-1 0,0 1 0,0-1 0,1 0 0,-1 1 0,0-1 0,1 1 0,-1-1 0,0 0 0,1 1 0,-1-1 0,1 0 0,-1 0 0,0 1 0,1-1 0,-1 0 0,1 0 0,-1 0 0,1 0 0,-1 1 0,1-1 0,-1 0 0,1 0 0,0 0 0,3 1 0,286 99 0,-284-98 0,1 0 0,-1 0 0,1-1 0,0 0 0,-1 0 0,1 0 0,0-1 0,10-1 0,-14 1 0,0-1 0,-1 0 0,1 1 0,0-1 0,0-1 0,-1 1 0,1 0 0,0 0 0,-1-1 0,1 0 0,-1 1 0,0-1 0,0 0 0,1 0 0,-1 0 0,-1-1 0,1 1 0,0 0 0,0-1 0,-1 1 0,3-5 0,68-134 0,-66 128 0,0 0 0,-1 0 0,8-28 0,-12 35 0,0 0 0,0 0 0,-1-1 0,1 1 0,-1 0 0,0 0 0,-1 0 0,0 0 0,0 0 0,0 0 0,-4-11 0,5 17-23,0 0 0,0 0 0,0-1 0,0 1 0,0 0-1,0 0 1,0 0 0,0-1 0,0 1 0,0 0 0,0 0 0,-1 0-1,1 0 1,0-1 0,0 1 0,0 0 0,0 0 0,0 0 0,0 0-1,0-1 1,-1 1 0,1 0 0,0 0 0,0 0 0,0 0 0,0 0-1,-1 0 1,1-1 0,0 1 0,0 0 0,0 0 0,-1 0 0,1 0-1,0 0 1,0 0 0,0 0 0,-1 0 0,1 0 0,0 0 0,0 0 0,0 0-1,-1 0 1,1 0 0,0 0 0,0 0 0,0 0 0,-1 0 0,1 0-1,0 0 1,0 1 0,0-1 0,0 0 0,-1 0 0,1 0 0,0 0-1,0 0 1,0 0 0,-1 1 0</inkml:trace>
</inkml:ink>
</file>

<file path=ppt/ink/ink1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03.521"/>
    </inkml:context>
    <inkml:brush xml:id="br0">
      <inkml:brushProperty name="width" value="0.05" units="cm"/>
      <inkml:brushProperty name="height" value="0.05" units="cm"/>
    </inkml:brush>
  </inkml:definitions>
  <inkml:trace contextRef="#ctx0" brushRef="#br0">1 10 24575,'2'0'0,"2"-3"0,-1 0 0,2 0 0</inkml:trace>
</inkml:ink>
</file>

<file path=ppt/ink/ink1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04.472"/>
    </inkml:context>
    <inkml:brush xml:id="br0">
      <inkml:brushProperty name="width" value="0.05" units="cm"/>
      <inkml:brushProperty name="height" value="0.05" units="cm"/>
    </inkml:brush>
  </inkml:definitions>
  <inkml:trace contextRef="#ctx0" brushRef="#br0">339 24 24575,'-1'0'0,"1"0"0,-1 0 0,0 0 0,1 0 0,-1 0 0,1 0 0,-1 0 0,1 0 0,-1 0 0,1-1 0,-1 1 0,1 0 0,-1 0 0,1-1 0,-1 1 0,1 0 0,0-1 0,-1 1 0,1 0 0,-1-1 0,1 1 0,0-1 0,-1 1 0,1 0 0,0-1 0,0 1 0,-1-1 0,1 1 0,0-1 0,0 1 0,0-1 0,-1 1 0,1-1 0,0 1 0,0-1 0,0 1 0,0-1 0,0 0 0,0 1 0,0-1 0,0 1 0,0-1 0,1 1 0,-1-1 0,0 1 0,0-1 0,0 1 0,0-1 0,1 1 0,-1-1 0,0 1 0,1-1 0,-1 1 0,0 0 0,1-1 0,-1 1 0,0-1 0,1 1 0,-1 0 0,1 0 0,-1-1 0,1 1 0,-1 0 0,2-1 0,-7 3 0,0 0 0,0 0 0,1 1 0,-1-1 0,1 1 0,-1 0 0,1 0 0,-5 6 0,-32 34 0,29-30 0,-17 19 0,2 1 0,2 1 0,1 1 0,-35 69 0,46-76 0,1 0 0,2 1 0,1 0 0,1 1 0,2 0 0,1 0 0,-2 44 0,6-50 0,2 0 0,0 0 0,2 0 0,1 0 0,1-1 0,1 1 0,0-1 0,11 22 0,-10-28 0,1-1 0,1-1 0,0 1 0,1-1 0,0-1 0,1 0 0,1-1 0,0 0 0,1 0 0,1-2 0,21 16 0,-23-20 0,1 0 0,-1-1 0,1-1 0,0 0 0,1-1 0,16 4 0,86 9 0,-91-14 0,241 14 0,-182-14 0,-29-1 0,114 10 0,-167-12 12,-1 1 1,1-1-1,-1 0 0,0 0 0,1 0 0,-1 0 0,1 0 0,-1 0 1,1-1-1,-1 1 0,1 0 0,-1-1 0,2 0 0,-2 1-6,-1-1-1,0 1 1,0 0-1,1 0 1,-1-1 0,0 1-1,0 0 1,1-1-1,-1 1 1,0-1-1,0 1 1,0 0-1,0-1 1,0 1-1,0 0 1,0-1-1,1 1 1,-1-1-1,0 1 1,0 0-1,0-1 1,-1 1-1,1-1 1,0 1-1,0 0 1,0-1-1,0 1 1,0-1 0,0 1-1,-1-1 1,-1-4-288,-1 1 0,0-1 0,-1 0 1,1 1-1,-5-5 0,8 9 266,-12-13-6810</inkml:trace>
</inkml:ink>
</file>

<file path=ppt/ink/ink1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04.880"/>
    </inkml:context>
    <inkml:brush xml:id="br0">
      <inkml:brushProperty name="width" value="0.05" units="cm"/>
      <inkml:brushProperty name="height" value="0.05" units="cm"/>
    </inkml:brush>
  </inkml:definitions>
  <inkml:trace contextRef="#ctx0" brushRef="#br0">49 10 24575,'-12'-3'0,"-11"-3"0,23 6 0,0 0 0,-1 0 0,1 0 0,-1-1 0,1 1 0,-1 0 0,1 0 0,-1 0 0,1 0 0,0 0 0,-1 0 0,1 1 0,-1-1 0,1 0 0,-1 0 0,1 0 0,0 0 0,-1 0 0,1 1 0,-1-1 0,1 0 0,0 0 0,-1 1 0,1-1 0,0 0 0,-1 1 0,1-1 0,0 0 0,-1 1 0,1-1 0,0 0 0,0 1 0,-1-1 0,1 0 0,0 2 0,0-2 0,0 1 0,0 0 0,1 0 0,-1 0 0,0 0 0,1 0 0,-1 0 0,1-1 0,-1 1 0,1 0 0,-1 0 0,1 0 0,0-1 0,-1 1 0,1 0 0,0-1 0,-1 1 0,1-1 0,0 1 0,0-1 0,0 1 0,1 0 0,21 10 0,-21-10 0,87 36 0,-26-12 0,75 42 0,-137-66 0,1-1 0,-1 1 0,0 0 0,1 0 0,-1 0 0,0 0 0,1 0 0,-1 1 0,0-1 0,0 0 0,0 0 0,0 1 0,0-1 0,0 1 0,-1-1 0,1 1 0,0-1 0,-1 1 0,1-1 0,-1 1 0,1 0 0,-1-1 0,0 1 0,0 0 0,0-1 0,0 1 0,0 0 0,0-1 0,0 1 0,0 0 0,-1-1 0,1 1 0,-1 0 0,1-1 0,-1 1 0,0-1 0,-1 3 0,-4 5 0,0 0 0,0 0 0,0-1 0,-15 14 0,17-19 0,-114 102 260,48-45-1885,60-52-5201</inkml:trace>
</inkml:ink>
</file>

<file path=ppt/ink/ink1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06.841"/>
    </inkml:context>
    <inkml:brush xml:id="br0">
      <inkml:brushProperty name="width" value="0.05" units="cm"/>
      <inkml:brushProperty name="height" value="0.05" units="cm"/>
    </inkml:brush>
  </inkml:definitions>
  <inkml:trace contextRef="#ctx0" brushRef="#br0">970 49 24575,'-16'-11'0,"-1"-1"0,11 8 0,0 0 0,0 1 0,0-1 0,0 1 0,-7-2 0,10 4 0,0 0 0,0 1 0,0 0 0,0-1 0,0 1 0,0 0 0,0 1 0,0-1 0,0 0 0,0 1 0,0 0 0,0-1 0,0 1 0,0 0 0,-3 2 0,-52 27 0,-94 65 0,91-55 0,20-12 0,2 1 0,1 2 0,1 2 0,-36 42 0,31-26 0,3 2 0,-56 94 0,64-92 0,3 1 0,2 1 0,-28 86 0,46-116 0,2 1 0,1-1 0,1 1 0,1 0 0,1 1 0,1-1 0,2 0 0,0 1 0,2-1 0,10 43 0,1-24 0,2-1 0,2-1 0,2 0 0,2-2 0,1 0 0,2-1 0,2-2 0,33 36 0,13 8 0,5-4 0,111 88 0,-106-99-73,3-3-1,3-5 0,2-3 0,3-5 1,1-3-1,3-5 0,131 39 0,-97-46 74,2-7 0,1-4 0,0-7 0,267 1 0,-392-19 124,-7 0-93,0 0 0,1 0 0,-1 0 0,0 0 0,1 0 1,-1 0-1,0-1 0,1 0 0,-1 1 0,0-1 0,0-1 0,0 1 0,0 0 0,5-4 0,-7 5-31,-1-1 0,0 0 0,0 1 0,0-1 0,0 0 0,0 1 0,0-1 0,0 0 0,0 1 0,0-1 0,0 0 0,0 1 0,0-1 0,-1 0 0,1 1 0,0-1 0,0 0 0,-1 1 0,1-1 0,0 1 0,-1-1 0,1 1 0,0-1 0,-1 1 0,1-1 0,-1 1 0,1-1 0,-2 0 0,-15-15 0,15 15 0,-14-14 0,0 0 0,0-1 0,1 0 0,-22-33 0,31 39 0,-1-1 0,2 1 0,0-1 0,0 0 0,1-1 0,0 1 0,1-1 0,0 0 0,1 0 0,-1-17 0,3 28 0,0 0 0,0 0 0,0-1 0,0 1 0,0 0 0,0 0 0,1 0 0,-1 0 0,0 0 0,1 0 0,-1 0 0,1 0 0,-1 0 0,1 0 0,-1 1 0,1-1 0,0 0 0,-1 0 0,1 0 0,0 1 0,0-1 0,-1 0 0,1 1 0,0-1 0,0 1 0,0-1 0,0 1 0,0-1 0,0 1 0,0-1 0,0 1 0,0 0 0,0 0 0,0 0 0,0-1 0,0 1 0,0 0 0,0 0 0,1 0 0,-1 1 0,0-1 0,1 0 0,8 1 0,-1 1 0,1 0 0,15 6 0,-14-5 0,4 2 0,73 23 0,-80-24 0,0-1 0,-1 1 0,1 0 0,-1 1 0,1 0 0,-1 0 0,-1 1 0,8 7 0,-12-11 0,0 0 0,-1 1 0,1-1 0,-1 1 0,0-1 0,1 1 0,-1 0 0,0-1 0,-1 1 0,1 0 0,0 0 0,-1 0 0,0 0 0,0-1 0,0 1 0,0 0 0,0 0 0,0 0 0,-1 0 0,1 0 0,-1-1 0,0 1 0,0 0 0,0-1 0,0 1 0,0 0 0,-1-1 0,1 1 0,-1-1 0,-2 3 0,-4 6 0,0-1 0,-1-1 0,0 0 0,0 0 0,-17 11 0,-3 0-455,0-2 0,-57 26 0,35-22-6371</inkml:trace>
</inkml:ink>
</file>

<file path=ppt/ink/ink1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13.609"/>
    </inkml:context>
    <inkml:brush xml:id="br0">
      <inkml:brushProperty name="width" value="0.05" units="cm"/>
      <inkml:brushProperty name="height" value="0.05" units="cm"/>
    </inkml:brush>
  </inkml:definitions>
  <inkml:trace contextRef="#ctx0" brushRef="#br0">12 116 24575,'0'0'0,"-1"0"0,1 0 0,-1-1 0,1 1 0,-1 0 0,1 0 0,-1 0 0,1-1 0,-1 1 0,1 0 0,-1 0 0,1-1 0,-1 1 0,1 0 0,-1-1 0,1 1 0,0-1 0,-1 1 0,1 0 0,0-1 0,-1 1 0,1-1 0,0 1 0,-1-1 0,1 1 0,0-1 0,0 1 0,0-1 0,0 0 0,-1 1 0,1-1 0,0 1 0,0-1 0,0 1 0,0-1 0,0 0 0,0 1 0,1-1 0,-1 1 0,0-1 0,0 1 0,0-1 0,0 1 0,1-1 0,-1 1 0,1-2 0,11-23 0,-5 19 0,0-1 0,0 1 0,1 1 0,0-1 0,0 2 0,1-1 0,-1 1 0,1 0 0,0 1 0,0 0 0,12-3 0,-10 4 0,0 0 0,0 0 0,0 1 0,0 0 0,0 1 0,0 1 0,0-1 0,1 2 0,13 3 0,-19-4 0,-1 1 0,1 1 0,-1-1 0,0 1 0,0 0 0,0 0 0,0 0 0,-1 1 0,1-1 0,-1 1 0,0 0 0,0 1 0,0-1 0,0 1 0,-1-1 0,0 1 0,0 0 0,0 0 0,-1 1 0,0-1 0,0 0 0,0 1 0,0 0 0,-1-1 0,1 8 0,-1-3 0,0 0 0,-1 0 0,0 1 0,0-1 0,-1 0 0,-1 0 0,0 0 0,0 0 0,-1 0 0,0 0 0,0 0 0,-1-1 0,-8 14 0,3-9 0,0-1 0,-1 1 0,-1-2 0,0 1 0,-15 12 0,21-21 0,0 1 0,-1-1 0,1 0 0,-1-1 0,0 1 0,0-1 0,0 0 0,0-1 0,-1 0 0,1 0 0,-1 0 0,1 0 0,-1-1 0,0 0 0,-9 0 0,12-2 0,1 0 0,-1 1 0,1-1 0,0 0 0,0-1 0,-1 1 0,1 0 0,0-1 0,0 0 0,1 0 0,-1 0 0,0 0 0,0 0 0,1 0 0,-1-1 0,1 1 0,0-1 0,0 0 0,0 0 0,0 0 0,1 0 0,-1 0 0,1 0 0,-1 0 0,1 0 0,0-1 0,-1-3 0,-1-6 0,1 1 0,-1-1 0,2 0 0,0 0 0,1-25 0,2 21 0,0 0 0,1 0 0,1 0 0,0 1 0,1-1 0,1 1 0,10-20 0,-13 30 0,0 0 0,0 0 0,1 0 0,0 1 0,0-1 0,0 1 0,0 0 0,1 0 0,0 1 0,0-1 0,0 1 0,1 0 0,-1 1 0,1-1 0,0 1 0,0 0 0,0 1 0,0-1 0,1 1 0,-1 1 0,12-3 0,-14 4-227,1 0-1,0 0 1,0 1-1,-1 0 1,7 1-1,2 2-6598</inkml:trace>
</inkml:ink>
</file>

<file path=ppt/ink/ink1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14.174"/>
    </inkml:context>
    <inkml:brush xml:id="br0">
      <inkml:brushProperty name="width" value="0.05" units="cm"/>
      <inkml:brushProperty name="height" value="0.05" units="cm"/>
    </inkml:brush>
  </inkml:definitions>
  <inkml:trace contextRef="#ctx0" brushRef="#br0">96 246 24575,'-1'-28'0,"-2"54"0,-1 23 0,2-36 0,-5 34 0,-3-1 0,-1 0 0,-26 68 0,36-112 0,0 0 0,0 1 0,0-1 0,0 0 0,0-1 0,-1 1 0,1 0 0,-1 0 0,-2 2 0,4-4 0,0 0 0,0 0 0,0 0 0,0 0 0,0 0 0,-1 0 0,1 0 0,0 0 0,0 0 0,0 0 0,0 0 0,0 0 0,0 0 0,-1 0 0,1 0 0,0 0 0,0 0 0,0 0 0,0 0 0,0 0 0,-1 0 0,1 0 0,0 0 0,0 0 0,0 0 0,0 0 0,0 0 0,-1 0 0,1 0 0,0 0 0,0 0 0,0 0 0,0 0 0,0-1 0,0 1 0,0 0 0,0 0 0,-1 0 0,1 0 0,0 0 0,0 0 0,0-1 0,0 1 0,-1-15 0,7-25 0,2 0 0,12-38 0,-3 16 0,0-11 0,-9 31 0,2 1 0,2 0 0,29-68 0,-39 106 0,-1 0 0,1 0 0,0 0 0,0 0 0,0 0 0,0 1 0,1-1 0,-1 1 0,1-1 0,-1 1 0,5-3 0,-6 5 0,0-1 0,1 1 0,-1-1 0,0 1 0,1 0 0,-1-1 0,0 1 0,1 0 0,-1 0 0,1 0 0,-1 0 0,0 0 0,1 0 0,-1 1 0,0-1 0,1 0 0,-1 1 0,0-1 0,1 1 0,-1-1 0,0 1 0,0 0 0,0-1 0,1 1 0,-1 0 0,0 0 0,0 0 0,0 0 0,0 0 0,0 1 0,8 7 0,-2 1 0,1 0 0,-1 0 0,-1 1 0,9 19 0,21 64 0,-22-56 0,94 277-1365,-99-280-5461</inkml:trace>
</inkml:ink>
</file>

<file path=ppt/ink/ink1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14.330"/>
    </inkml:context>
    <inkml:brush xml:id="br0">
      <inkml:brushProperty name="width" value="0.05" units="cm"/>
      <inkml:brushProperty name="height" value="0.05" units="cm"/>
    </inkml:brush>
  </inkml:definitions>
  <inkml:trace contextRef="#ctx0" brushRef="#br0">0 90 24575,'0'-5'0,"3"-3"0,2-2 0,16-5 0,10-3 0,8 0 0,-3 2-8191</inkml:trace>
</inkml:ink>
</file>

<file path=ppt/ink/ink1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15.037"/>
    </inkml:context>
    <inkml:brush xml:id="br0">
      <inkml:brushProperty name="width" value="0.05" units="cm"/>
      <inkml:brushProperty name="height" value="0.05" units="cm"/>
    </inkml:brush>
  </inkml:definitions>
  <inkml:trace contextRef="#ctx0" brushRef="#br0">1 195 24575,'42'-3'0,"75"-14"0,-43 4 0,529-55 0,5 23 0,-171 15 0,-391 27 0,-27 3 0,0-1 0,0-1 0,33-8 0,-47 8-1365</inkml:trace>
</inkml:ink>
</file>

<file path=ppt/ink/ink1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15.738"/>
    </inkml:context>
    <inkml:brush xml:id="br0">
      <inkml:brushProperty name="width" value="0.05" units="cm"/>
      <inkml:brushProperty name="height" value="0.05" units="cm"/>
    </inkml:brush>
  </inkml:definitions>
  <inkml:trace contextRef="#ctx0" brushRef="#br0">320 43 24575,'-4'-4'0,"-1"0"0,1 0 0,-1 0 0,0 1 0,0 0 0,0 0 0,-1 0 0,1 0 0,-1 1 0,0 0 0,0 0 0,1 1 0,-1-1 0,0 1 0,0 0 0,0 1 0,0 0 0,0 0 0,-11 1 0,7 1 0,1 0 0,-1 1 0,1 0 0,0 0 0,0 1 0,0 0 0,1 1 0,-1 0 0,1 0 0,0 1 0,-13 11 0,13-9 0,0 0 0,1 0 0,0 1 0,0 0 0,1 0 0,0 0 0,0 1 0,1 0 0,1 0 0,-5 15 0,7-18 0,0-1 0,1 1 0,0-1 0,0 1 0,0 0 0,1-1 0,0 1 0,1 0 0,-1-1 0,1 1 0,1-1 0,-1 1 0,1-1 0,0 1 0,1-1 0,-1 0 0,7 10 0,-6-11 0,0-1 0,1 1 0,0 0 0,0-1 0,0 0 0,0 0 0,1 0 0,-1-1 0,1 0 0,0 1 0,0-2 0,0 1 0,11 4 0,-8-5 0,-1 0 0,1-1 0,0 0 0,0 0 0,0 0 0,0-1 0,0 0 0,0-1 0,11-2 0,-7 1 0,0-1 0,0-1 0,0 0 0,-1 0 0,0-2 0,0 1 0,0-1 0,0-1 0,-1 0 0,0 0 0,-1-1 0,0 0 0,9-11 0,-13 14 0,-1-1 0,-1 0 0,1 0 0,-1 0 0,0 0 0,0-1 0,-1 1 0,0-1 0,0 1 0,-1-1 0,0 0 0,0 0 0,0 0 0,-1 0 0,0 0 0,0 0 0,-2-7 0,1 4 0,-1 0 0,-1 1 0,1-1 0,-2 0 0,1 1 0,-1 0 0,-1 0 0,0 0 0,0 0 0,-1 1 0,-6-9 0,10 15-136,-1-1-1,1 1 1,0 0-1,0 0 1,-1 0-1,1 0 1,-1 0-1,0 1 0,-5-3 1,-5 0-6690</inkml:trace>
</inkml:ink>
</file>

<file path=ppt/ink/ink1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16.486"/>
    </inkml:context>
    <inkml:brush xml:id="br0">
      <inkml:brushProperty name="width" value="0.05" units="cm"/>
      <inkml:brushProperty name="height" value="0.05" units="cm"/>
    </inkml:brush>
  </inkml:definitions>
  <inkml:trace contextRef="#ctx0" brushRef="#br0">44 294 24575,'0'0'0,"0"0"0,0 0 0,0-1 0,0 1 0,0 0 0,0-1 0,0 1 0,0 0 0,0-1 0,0 1 0,0 0 0,0-1 0,0 1 0,-1 0 0,1 0 0,0-1 0,0 1 0,0 0 0,-1 0 0,1-1 0,0 1 0,0 0 0,0 0 0,-1 0 0,1-1 0,0 1 0,-1 0 0,1 0 0,0 0 0,0 0 0,-1 0 0,1-1 0,0 1 0,-1 0 0,1 0 0,0 0 0,-1 0 0,1 0 0,0 0 0,-1 0 0,1 0 0,0 0 0,0 0 0,-1 0 0,1 1 0,0-1 0,-1 0 0,0 0 0,0 0 0,1 1 0,-1-1 0,0 0 0,0 1 0,1-1 0,-1 1 0,0-1 0,1 1 0,-1-1 0,1 1 0,-1-1 0,1 1 0,-1-1 0,1 1 0,-1 0 0,1-1 0,-1 1 0,0 1 0,1 3 0,-1-1 0,1 1 0,0 0 0,1-1 0,-1 1 0,1 0 0,-1-1 0,1 1 0,1-1 0,2 9 0,23 44 0,-25-52 0,5 11 0,-1-2 0,-9-24 0,-16-45 0,-13-58 0,26 85 0,2-1 0,0 1 0,2-1 0,2-32 0,0 57 0,0 0 0,1 0 0,0 0 0,-1 0 0,1 0 0,1 1 0,-1-1 0,0 0 0,1 1 0,0-1 0,0 1 0,0-1 0,0 1 0,1 0 0,-1 0 0,1 0 0,-1 0 0,5-3 0,-2 3 0,0 0 0,0 0 0,0 0 0,0 1 0,1 0 0,-1 0 0,1 0 0,-1 0 0,1 1 0,-1 0 0,11 0 0,-8 0 0,-1 1 0,1 0 0,-1 1 0,0-1 0,0 2 0,1-1 0,-1 1 0,0 0 0,0 0 0,0 1 0,0 0 0,-1 0 0,1 1 0,-1-1 0,0 1 0,0 1 0,0-1 0,-1 1 0,1 0 0,4 7 0,-8-10 0,-1 1 0,1-1 0,-1 1 0,0-1 0,0 1 0,0-1 0,0 1 0,0 0 0,-1 0 0,1-1 0,-1 1 0,0 0 0,0 0 0,0-1 0,0 1 0,0 0 0,-1 0 0,1-1 0,-1 1 0,0 0 0,-1 4 0,-3 2 0,0 0 0,0 0 0,-1 0 0,-10 11 0,-7 12 0,22-32 0,1 1 0,-1-1 0,1 1 0,-1 0 0,1-1 0,0 1 0,-1-1 0,1 1 0,0 0 0,-1-1 0,1 1 0,0 0 0,0-1 0,0 1 0,0 0 0,0 0 0,-1-1 0,1 1 0,0 0 0,1-1 0,-1 1 0,0 0 0,0-1 0,0 1 0,0 0 0,0 0 0,1-1 0,-1 1 0,0 0 0,1-1 0,-1 1 0,0-1 0,1 1 0,-1-1 0,1 1 0,-1 0 0,1-1 0,-1 1 0,1-1 0,-1 0 0,1 1 0,0-1 0,-1 0 0,1 1 0,-1-1 0,1 0 0,0 1 0,-1-1 0,1 0 0,0 0 0,0 0 0,-1 0 0,2 0 0,6 1 0,-1 0 0,1 0 0,0-1 0,8-1 0,-6 0 0,15 0 0,-8 0 0,-1 1 0,21 1 0,-33 0 0,0-1 0,0 1 0,-1 0 0,1 0 0,0 0 0,0 0 0,0 1 0,-1 0 0,1-1 0,-1 1 0,1 1 0,-1-1 0,0 0 0,4 5 0,-6-6 0,0 0 0,0 0 0,0 1 0,0-1 0,0 0 0,0 1 0,-1-1 0,1 1 0,0-1 0,-1 1 0,1-1 0,-1 1 0,0-1 0,1 1 0,-1-1 0,0 1 0,0 0 0,0-1 0,0 1 0,-1 2 0,0-1 0,0 0 0,0 0 0,0 0 0,-1 0 0,1 0 0,-1 0 0,0 0 0,0-1 0,-4 5 0,-3 2 0,-1 0 0,-1 0 0,-21 12 0,4-4-170,0-1-1,-2-2 0,0-1 1,0-1-1,-1-2 0,0-1 1,-65 10-1,62-16-6655</inkml:trace>
</inkml:ink>
</file>

<file path=ppt/ink/ink1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20.856"/>
    </inkml:context>
    <inkml:brush xml:id="br0">
      <inkml:brushProperty name="width" value="0.05" units="cm"/>
      <inkml:brushProperty name="height" value="0.05" units="cm"/>
    </inkml:brush>
  </inkml:definitions>
  <inkml:trace contextRef="#ctx0" brushRef="#br0">8 14 24575,'-8'0'0,"9"-1"0,20-4 0,34-1 0,-34 5 69,0 1-1,0 0 0,0 2 0,21 5 1,-34-6-191,0 1 0,-1 0 0,1 1 0,-1-1 0,1 2 0,-1-1 0,0 1 0,0 0 0,0 0 1,-1 1-1,0 0 0,0 0 0,10 11 0</inkml:trace>
</inkml:ink>
</file>

<file path=ppt/ink/ink1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21.157"/>
    </inkml:context>
    <inkml:brush xml:id="br0">
      <inkml:brushProperty name="width" value="0.05" units="cm"/>
      <inkml:brushProperty name="height" value="0.05" units="cm"/>
    </inkml:brush>
  </inkml:definitions>
  <inkml:trace contextRef="#ctx0" brushRef="#br0">193 6 24575,'0'0'0,"0"0"0,1-1 0,-1 1 0,0 0 0,0 0 0,0 0 0,0 0 0,0 0 0,0-1 0,0 1 0,0 0 0,0 0 0,0 0 0,0 0 0,0 0 0,0 0 0,0-1 0,0 1 0,0 0 0,0 0 0,0 0 0,0 0 0,0 0 0,0-1 0,0 1 0,0 0 0,0 0 0,-1 0 0,1 0 0,0 0 0,0 0 0,0-1 0,0 1 0,0 0 0,0 0 0,0 0 0,0 0 0,-1 0 0,1 0 0,0 0 0,0 0 0,0 0 0,0 0 0,0 0 0,-1 0 0,1-1 0,0 1 0,0 0 0,0 0 0,-6 8 0,-4 12 0,-26 100 173,10-30-942,-73 167 0,85-229-6057</inkml:trace>
</inkml:ink>
</file>

<file path=ppt/ink/ink1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33.647"/>
    </inkml:context>
    <inkml:brush xml:id="br0">
      <inkml:brushProperty name="width" value="0.05" units="cm"/>
      <inkml:brushProperty name="height" value="0.05" units="cm"/>
    </inkml:brush>
  </inkml:definitions>
  <inkml:trace contextRef="#ctx0" brushRef="#br0">0 0 24515,'927'421'0</inkml:trace>
</inkml:ink>
</file>

<file path=ppt/ink/ink1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24.687"/>
    </inkml:context>
    <inkml:brush xml:id="br0">
      <inkml:brushProperty name="width" value="0.05" units="cm"/>
      <inkml:brushProperty name="height" value="0.05" units="cm"/>
    </inkml:brush>
  </inkml:definitions>
  <inkml:trace contextRef="#ctx0" brushRef="#br0">86 191 24575,'-1'0'0,"0"0"0,0 0 0,-1 0 0,1 0 0,0 1 0,0-1 0,0 0 0,0 1 0,0-1 0,0 1 0,0 0 0,0-1 0,0 1 0,0 0 0,0-1 0,0 1 0,0 0 0,1 0 0,-1 0 0,0 0 0,0 0 0,1 0 0,-1 0 0,1 0 0,-1 0 0,1 0 0,-1 0 0,1 0 0,0 0 0,-1 0 0,1 0 0,0 1 0,0-1 0,0 0 0,0 2 0,0 6 0,0 0 0,0 0 0,4 15 0,-3-12 0,3 26 0,-1 0 0,-3 48 0,0-85 0,0 0 0,0 0 0,0 0 0,0 0 0,0 0 0,0 0 0,-1 0 0,1 0 0,0 0 0,-1-1 0,1 1 0,0 0 0,-1 0 0,1 0 0,-1 0 0,-1 1 0,2-2 0,0 0 0,-1 0 0,1 0 0,0 0 0,-1 0 0,1 0 0,0 0 0,-1 0 0,1 0 0,-1 0 0,1 0 0,0 0 0,-1-1 0,1 1 0,0 0 0,0 0 0,-1 0 0,1-1 0,0 1 0,-1 0 0,1 0 0,0 0 0,0-1 0,-1 1 0,1 0 0,0-1 0,0 1 0,-1-1 0,-15-30 0,6 1 0,2-1 0,1 0 0,-6-57 0,11 71 0,2 0 0,0 0 0,1-1 0,0 1 0,2 0 0,0 0 0,1 1 0,9-28 0,-11 40 0,0 0 0,0 0 0,1 0 0,-1 0 0,1 0 0,0 1 0,0-1 0,0 1 0,1 0 0,-1-1 0,1 2 0,-1-1 0,1 0 0,0 1 0,0 0 0,0-1 0,1 2 0,-1-1 0,0 0 0,1 1 0,-1 0 0,1 0 0,0 0 0,-1 1 0,1 0 0,-1-1 0,1 1 0,0 1 0,-1-1 0,1 1 0,0 0 0,4 1 0,-2 0 0,0 0 0,0 0 0,0 1 0,-1 0 0,1 0 0,-1 0 0,1 1 0,-1 0 0,-1 0 0,1 0 0,0 1 0,-1 0 0,0 0 0,0 0 0,-1 1 0,1 0 0,-1-1 0,0 2 0,-1-1 0,5 9 0,-7-12 0,0 0 0,-1 0 0,1-1 0,0 1 0,-1 0 0,0 0 0,1 0 0,-1 0 0,0 0 0,-1 0 0,1 0 0,0 0 0,-1-1 0,0 1 0,1 0 0,-1 0 0,0-1 0,-1 1 0,1 0 0,0-1 0,-4 5 0,0-1 0,-1 0 0,0 0 0,-1-1 0,1 1 0,-14 7 0,-9 6 0,29-19 0,0 1 0,0-1 0,-1 0 0,1 0 0,0 0 0,0 0 0,-1 1 0,1-1 0,0 0 0,0 0 0,-1 0 0,1 1 0,0-1 0,0 0 0,0 0 0,0 1 0,-1-1 0,1 0 0,0 0 0,0 1 0,0-1 0,0 0 0,0 1 0,0-1 0,0 0 0,0 1 0,0-1 0,0 0 0,0 1 0,0-1 0,0 0 0,0 0 0,0 1 0,0-1 0,0 0 0,0 1 0,0-1 0,0 0 0,1 0 0,-1 1 0,0-1 0,0 0 0,0 0 0,0 1 0,1-1 0,-1 0 0,0 0 0,0 1 0,1-1 0,-1 0 0,0 0 0,0 0 0,1 0 0,-1 0 0,0 1 0,1-1 0,-1 0 0,0 0 0,0 0 0,1 0 0,-1 0 0,0 0 0,1 0 0,-1 0 0,0 0 0,1 0 0,-1 0 0,1 0 0,27 3 0,-24-3 0,-2 0 0,1 0 0,-1 0 0,1 1 0,-1-1 0,0 1 0,1-1 0,-1 1 0,1 0 0,-1 0 0,0 0 0,0 0 0,0 0 0,1 0 0,-1 1 0,0-1 0,-1 1 0,1-1 0,0 1 0,0 0 0,-1 0 0,1 0 0,-1 0 0,1 0 0,-1 0 0,0 0 0,0 0 0,0 1 0,0-1 0,0 0 0,-1 1 0,1-1 0,-1 1 0,1-1 0,-1 1 0,0-1 0,0 0 0,0 1 0,0-1 0,0 1 0,-1-1 0,1 1 0,-1-1 0,0 0 0,1 1 0,-3 3 0,1-1 14,0 0 0,-1 0-1,1 0 1,-1-1 0,0 1-1,0-1 1,-1 0-1,1 0 1,-1 0 0,0-1-1,0 1 1,0-1 0,0 0-1,-1 0 1,1 0 0,-1 0-1,1-1 1,-1 0 0,0 0-1,0 0 1,0-1 0,-1 0-1,1 0 1,-7 1 0,1-1-170,0-1 1,0 0 0,0 0 0,0-1 0,0 0 0,1-1 0,-1-1-1,0 1 1,1-2 0,-18-7 0,0-3-6671</inkml:trace>
</inkml:ink>
</file>

<file path=ppt/ink/ink1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25.515"/>
    </inkml:context>
    <inkml:brush xml:id="br0">
      <inkml:brushProperty name="width" value="0.05" units="cm"/>
      <inkml:brushProperty name="height" value="0.05" units="cm"/>
    </inkml:brush>
  </inkml:definitions>
  <inkml:trace contextRef="#ctx0" brushRef="#br0">69 47 24575,'-3'1'0,"1"-1"0,-1 1 0,0-1 0,1 1 0,-1 0 0,0 0 0,1 0 0,-1 1 0,1-1 0,0 0 0,-1 1 0,1 0 0,0-1 0,0 1 0,0 0 0,0 0 0,0 0 0,1 1 0,-1-1 0,1 0 0,-1 1 0,1-1 0,0 1 0,-1 2 0,-1 2 0,0-1 0,1 1 0,0 0 0,0 0 0,1 0 0,0 0 0,0 0 0,0 10 0,1-12 0,1 0 0,-1 0 0,1-1 0,0 1 0,1 0 0,-1 0 0,1-1 0,0 1 0,0 0 0,0-1 0,1 0 0,-1 0 0,1 0 0,0 0 0,0 0 0,1 0 0,-1-1 0,1 1 0,0-1 0,0 0 0,0 0 0,0-1 0,0 1 0,1-1 0,-1 0 0,1 0 0,-1 0 0,1-1 0,0 1 0,0-1 0,0 0 0,-1-1 0,1 1 0,10-1 0,-9 0 0,0 0 0,0-1 0,1 1 0,-1-1 0,0 0 0,0-1 0,0 0 0,-1 0 0,1 0 0,0 0 0,-1-1 0,1 0 0,-1 0 0,0-1 0,0 1 0,0-1 0,0 0 0,-1 0 0,0-1 0,0 1 0,0-1 0,0 0 0,-1 0 0,1 0 0,-1-1 0,-1 1 0,1-1 0,1-6 0,-2 7 0,-1-1 0,0 1 0,0-1 0,0 1 0,-1-1 0,0 1 0,0-1 0,0 1 0,0-1 0,-1 1 0,0-1 0,0 1 0,-1 0 0,0-1 0,0 1 0,0 0 0,0 0 0,-1 0 0,0 0 0,0 1 0,0-1 0,0 1 0,-1 0 0,0 0 0,0 0 0,0 0 0,0 0 0,0 1 0,-1 0 0,0 0 0,0 0 0,0 1 0,0-1 0,-10-2 0,-20-2-1365,2 3-5461</inkml:trace>
</inkml:ink>
</file>

<file path=ppt/ink/ink1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22.865"/>
    </inkml:context>
    <inkml:brush xml:id="br0">
      <inkml:brushProperty name="width" value="0.05" units="cm"/>
      <inkml:brushProperty name="height" value="0.05" units="cm"/>
    </inkml:brush>
  </inkml:definitions>
  <inkml:trace contextRef="#ctx0" brushRef="#br0">78 92 24575,'-2'-1'0,"0"0"0,0-1 0,0 1 0,0 0 0,0 0 0,-1 0 0,1 0 0,0 0 0,-1 1 0,1-1 0,-1 1 0,1-1 0,0 1 0,-5 0 0,4 0 0,1 0 0,-1 0 0,1 0 0,0 0 0,-1-1 0,1 1 0,0-1 0,-1 0 0,1 0 0,0 0 0,0 0 0,-1 0 0,-2-2 0,5 2 0,-1 1 0,1-1 0,0 1 0,-1-1 0,1 1 0,0-1 0,0 1 0,0-1 0,-1 1 0,1-1 0,0 1 0,0-1 0,0 1 0,0-1 0,0 0 0,0 1 0,0-1 0,0 1 0,0-1 0,0 1 0,0-1 0,0 1 0,1-1 0,-1 1 0,0-1 0,0 1 0,1-1 0,-1 1 0,0-1 0,0 1 0,1-1 0,-1 1 0,1-1 0,-1 1 0,0 0 0,1-1 0,-1 1 0,1 0 0,-1-1 0,1 1 0,-1 0 0,1 0 0,-1-1 0,2 1 0,26-14 0,-26 13 0,8-4 0,0 2 0,-1-1 0,1 2 0,1-1 0,-1 1 0,0 1 0,1 0 0,-1 0 0,12 1 0,-17 0 0,0 1 0,0 0 0,0 0 0,0 0 0,0 1 0,-1 0 0,1 0 0,0 0 0,-1 0 0,0 1 0,1-1 0,-1 1 0,0 0 0,0 0 0,-1 1 0,1-1 0,-1 1 0,1 0 0,-1 0 0,5 8 0,-4-4 0,-1 0 0,1 0 0,-2 0 0,1 1 0,-1-1 0,0 1 0,-1-1 0,1 1 0,-2 0 0,1 0 0,-2-1 0,1 1 0,-1 0 0,0 0 0,-1-1 0,0 1 0,-5 13 0,3-10 0,-1 0 0,-1 0 0,0 0 0,0 0 0,-1-1 0,-1 0 0,0-1 0,0 0 0,-1 0 0,-1-1 0,-11 10 0,18-16 0,-1 0 0,-1 0 0,1-1 0,0 0 0,0 1 0,-1-1 0,0-1 0,1 1 0,-1-1 0,-8 2 0,11-3 0,0 0 0,0 0 0,0 0 0,0 0 0,1 0 0,-1-1 0,0 1 0,0-1 0,0 1 0,1-1 0,-1 0 0,0 0 0,1 1 0,-1-1 0,1 0 0,-1-1 0,1 1 0,-1 0 0,1 0 0,0-1 0,-1 1 0,1 0 0,0-1 0,0 1 0,0-1 0,0 0 0,1 1 0,-1-1 0,0 0 0,0-3 0,-2-6 0,0 0 0,1 0 0,1 0 0,0 0 0,0 0 0,1-1 0,1 1 0,0 0 0,0 0 0,1 0 0,5-16 0,1 1 0,1 1 0,0 0 0,24-40 0,-26 52 0,16-26 0,-22 36 0,1 1 0,-1 0 0,1-1 0,0 1 0,0 0 0,0 0 0,0 0 0,0 1 0,1-1 0,-1 0 0,0 1 0,4-2 0,-6 3-28,0 0-1,0 0 1,1 0-1,-1 0 1,0 0 0,0 0-1,1 0 1,-1 0-1,0 0 1,1 0-1,-1 0 1,0 0-1,0 0 1,1 0 0,-1 0-1,0 0 1,0 0-1,1 0 1,-1 0-1,0 0 1,0 0-1,1 1 1,-1-1 0,0 0-1,0 0 1,0 0-1,1 0 1,-1 1-1,0-1 1,0 0-1,0 0 1,1 0 0,-1 1-1,0-1 1,0 0-1,0 0 1,0 1-1,0-1 1,0 0-1,0 0 1,0 1 0,0-1-1,0 0 1,0 1-1,0-1 1,0 0-1,0 1 1,0 7-6798</inkml:trace>
</inkml:ink>
</file>

<file path=ppt/ink/ink1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23.474"/>
    </inkml:context>
    <inkml:brush xml:id="br0">
      <inkml:brushProperty name="width" value="0.05" units="cm"/>
      <inkml:brushProperty name="height" value="0.05" units="cm"/>
    </inkml:brush>
  </inkml:definitions>
  <inkml:trace contextRef="#ctx0" brushRef="#br0">1 228 24575,'-1'-1'0,"1"-1"0,0 1 0,0 0 0,1-1 0,-1 1 0,0 0 0,0 0 0,1-1 0,-1 1 0,0 0 0,1-1 0,-1 1 0,1 0 0,0 0 0,-1 0 0,1 0 0,0 0 0,0 0 0,0 0 0,0 0 0,0 0 0,0 0 0,1-1 0,-2 2 0,1 0 0,-1 0 0,1 0 0,-1 0 0,1-1 0,-1 1 0,1 0 0,-1 0 0,1 0 0,-1 0 0,1 0 0,-1 1 0,1-1 0,-1 0 0,1 0 0,-1 0 0,0 0 0,1 0 0,-1 1 0,1-1 0,-1 0 0,1 0 0,0 1 0,0 0 0,0 0 0,0 0 0,0 1 0,0-1 0,-1 0 0,1 0 0,0 1 0,0-1 0,-1 1 0,1-1 0,0 2 0,2 10 0,0 1 0,-1-1 0,-1 0 0,0 1 0,-1-1 0,0 1 0,-1-1 0,0 1 0,-1-1 0,-7 26 0,1-25 0,8-14 0,0 0 0,0 0 0,0 0 0,0 0 0,-1 0 0,1 0 0,0 0 0,0 0 0,0 0 0,0 0 0,0 0 0,0 0 0,-1 0 0,1 0 0,0 0 0,0 0 0,0 0 0,0 0 0,0 0 0,0 0 0,-1 0 0,1 0 0,0 0 0,0-1 0,0 1 0,0 0 0,0 0 0,0 0 0,0 0 0,0 0 0,0 0 0,0 0 0,-1-1 0,1 1 0,0 0 0,0 0 0,0 0 0,0 0 0,0 0 0,0 0 0,0-1 0,0 1 0,0 0 0,0 0 0,0 0 0,0 0 0,0 0 0,0-1 0,0 1 0,2-31 0,4 0 0,7-35 0,3 0 0,26-71 0,-39 130 0,0-1 0,1 1 0,0-1 0,1 1 0,8-11 0,-12 17 0,-1 0 0,1 0 0,0 0 0,0 0 0,0 0 0,0 0 0,0 0 0,0 0 0,1 1 0,-1-1 0,0 0 0,0 1 0,1-1 0,-1 1 0,0-1 0,0 1 0,1 0 0,-1-1 0,1 1 0,-1 0 0,0 0 0,1 0 0,-1 0 0,1 0 0,-1 0 0,0 0 0,1 1 0,-1-1 0,0 0 0,1 1 0,-1-1 0,0 1 0,0 0 0,1-1 0,-1 1 0,0 0 0,0 0 0,0-1 0,0 1 0,0 0 0,2 2 0,2 4 0,1-1 0,-1 1 0,-1 1 0,1-1 0,-1 1 0,0-1 0,3 13 0,17 63 0,-15-48 0,-7-28 7,33 147-1379,-32-135-5454</inkml:trace>
</inkml:ink>
</file>

<file path=ppt/ink/ink1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23.631"/>
    </inkml:context>
    <inkml:brush xml:id="br0">
      <inkml:brushProperty name="width" value="0.05" units="cm"/>
      <inkml:brushProperty name="height" value="0.05" units="cm"/>
    </inkml:brush>
  </inkml:definitions>
  <inkml:trace contextRef="#ctx0" brushRef="#br0">53 292 24575,'-7'-9'0,"-3"-9"0,-1-5 0,1-4 0,1-2 0,4 2 0,13-5 0,11 1 0,16 4 0,10 6 0,3 4 0,5 3 0,1 4 0,-7 3-8191</inkml:trace>
</inkml:ink>
</file>

<file path=ppt/ink/ink1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27.183"/>
    </inkml:context>
    <inkml:brush xml:id="br0">
      <inkml:brushProperty name="width" value="0.05" units="cm"/>
      <inkml:brushProperty name="height" value="0.05" units="cm"/>
    </inkml:brush>
  </inkml:definitions>
  <inkml:trace contextRef="#ctx0" brushRef="#br0">0 504 24575,'36'-33'0,"2"1"0,1 1 0,62-36 0,137-61 0,-176 96 0,4-2 0,213-101 0,-279 135 0,30-10 342,-29 10-391,0-1 0,-1 1 0,1 0 1,0 0-1,0 0 0,0-1 0,0 1 0,-1 0 1,1 0-1,0 0 0,0 0 0,0 0 1,-1 0-1,1 0 0,0 1 0,0-1 1,0 0-1,-1 0 0,1 1 0,0-1 1,0 0-1,-1 1 0,1-1 0,0 1 1,0-1-1,-1 1 0,1-1 0,-1 1 1,1 0-1,-1-1 0,1 1 0,-1-1 0,1 1 1,0 1-1</inkml:trace>
</inkml:ink>
</file>

<file path=ppt/ink/ink1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28.024"/>
    </inkml:context>
    <inkml:brush xml:id="br0">
      <inkml:brushProperty name="width" value="0.05" units="cm"/>
      <inkml:brushProperty name="height" value="0.05" units="cm"/>
    </inkml:brush>
  </inkml:definitions>
  <inkml:trace contextRef="#ctx0" brushRef="#br0">86 45 24575,'0'0'0,"1"-1"0,-1 1 0,1-1 0,-1 0 0,0 1 0,1-1 0,-1 0 0,1 1 0,-1-1 0,0 0 0,0 1 0,1-1 0,-1 0 0,0 1 0,0-1 0,0 0 0,0 0 0,0 0 0,0 1 0,0-1 0,0 0 0,0 0 0,0 1 0,0-1 0,-1 0 0,1 1 0,0-1 0,0 0 0,-1 0 0,1 1 0,-1-1 0,1 1 0,0-1 0,-1 0 0,1 1 0,-1-1 0,1 1 0,-1-1 0,0 1 0,0-1 0,0 0 0,0 0 0,-1 0 0,1 0 0,0 1 0,0-1 0,-1 1 0,1-1 0,0 1 0,-1-1 0,1 1 0,0 0 0,-1-1 0,1 1 0,-1 0 0,1 0 0,-1 0 0,1 0 0,0 1 0,-1-1 0,1 0 0,-3 1 0,1 1 0,0 0 0,0 1 0,0-1 0,0 0 0,0 1 0,1 0 0,-1 0 0,1 0 0,0 0 0,0 0 0,0 0 0,0 0 0,1 1 0,-1-1 0,1 1 0,-2 6 0,0 1 0,1 1 0,0-1 0,0 1 0,1 14 0,1-20 0,0 0 0,0 0 0,1 1 0,0-1 0,0 0 0,1 0 0,-1 0 0,1 0 0,1 0 0,-1 0 0,1-1 0,0 1 0,0-1 0,1 0 0,0 1 0,-1-2 0,2 1 0,6 6 0,-7-7 0,1-1 0,0 0 0,-1-1 0,1 1 0,0-1 0,0 1 0,1-2 0,-1 1 0,0 0 0,1-1 0,-1 0 0,1-1 0,-1 1 0,1-1 0,-1 0 0,1 0 0,0 0 0,-1-1 0,1 0 0,-1 0 0,6-3 0,-1 1 0,-1-1 0,1-1 0,-1 1 0,0-2 0,-1 1 0,1-1 0,-1 0 0,0-1 0,-1 0 0,0 0 0,0-1 0,11-14 0,-15 17 0,0 0 0,-1 0 0,1 0 0,-1 0 0,0 0 0,0 0 0,-1 0 0,1-1 0,-1 1 0,-1-1 0,1-6 0,-1 8 0,0 0 0,-1 0 0,1 0 0,-1-1 0,0 1 0,0 0 0,-1 0 0,1 1 0,-1-1 0,0 0 0,0 0 0,0 1 0,-1-1 0,1 1 0,-1 0 0,-3-4 0,0 2 25,0 0-1,0 0 0,-1 1 1,1 0-1,-1 0 1,0 1-1,0 0 0,0 0 1,-1 1-1,1 0 0,0 0 1,-1 0-1,-11 0 1,2 1-367,-1 0 1,0 1 0,0 1-1,-29 6 1,15-1-6485</inkml:trace>
</inkml:ink>
</file>

<file path=ppt/ink/ink1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29.265"/>
    </inkml:context>
    <inkml:brush xml:id="br0">
      <inkml:brushProperty name="width" value="0.05" units="cm"/>
      <inkml:brushProperty name="height" value="0.05" units="cm"/>
    </inkml:brush>
  </inkml:definitions>
  <inkml:trace contextRef="#ctx0" brushRef="#br0">212 26 24575,'0'-1'0,"0"0"0,-1-1 0,1 1 0,0 0 0,-1 0 0,1 0 0,-1 0 0,1 0 0,-1 0 0,0 0 0,1 0 0,-1 0 0,0 0 0,0 0 0,0 0 0,1 0 0,-1 0 0,0 1 0,0-1 0,0 0 0,0 1 0,-1-1 0,1 1 0,0-1 0,0 1 0,0 0 0,0-1 0,0 1 0,-1 0 0,1 0 0,-2 0 0,-1-1 0,1 1 0,-1-1 0,1 1 0,-1 0 0,1 1 0,-1-1 0,1 1 0,0-1 0,-7 3 0,-2 3 0,0 0 0,0 1 0,1 1 0,0 0 0,0 0 0,1 1 0,0 0 0,0 1 0,1 0 0,1 1 0,-9 13 0,16-22 0,0-1 0,0 1 0,0 0 0,0 0 0,0 0 0,0-1 0,1 1 0,-1 0 0,1 0 0,-1 0 0,1 0 0,0 0 0,0 0 0,0 0 0,0 0 0,0 1 0,0-1 0,1 0 0,-1 0 0,1-1 0,-1 1 0,1 0 0,0 0 0,-1 0 0,1 0 0,0 0 0,1-1 0,-1 1 0,0 0 0,0-1 0,1 1 0,-1-1 0,1 1 0,-1-1 0,1 0 0,-1 0 0,1 0 0,0 0 0,0 0 0,-1 0 0,1 0 0,2 0 0,5 2 0,-1 0 0,1-1 0,0 0 0,-1 0 0,1-1 0,0 0 0,0-1 0,14 0 0,-5-3-682,33-7-1,-21 1-6143</inkml:trace>
</inkml:ink>
</file>

<file path=ppt/ink/ink1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30.707"/>
    </inkml:context>
    <inkml:brush xml:id="br0">
      <inkml:brushProperty name="width" value="0.05" units="cm"/>
      <inkml:brushProperty name="height" value="0.05" units="cm"/>
    </inkml:brush>
  </inkml:definitions>
  <inkml:trace contextRef="#ctx0" brushRef="#br0">1 85 24575,'13'-1'0,"1"0"0,-1-2 0,19-4 0,16-3 0,190-21 0,349 0 0,-576 31 342,-8 0-684,-6 0-1023</inkml:trace>
</inkml:ink>
</file>

<file path=ppt/ink/ink1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31.353"/>
    </inkml:context>
    <inkml:brush xml:id="br0">
      <inkml:brushProperty name="width" value="0.05" units="cm"/>
      <inkml:brushProperty name="height" value="0.05" units="cm"/>
    </inkml:brush>
  </inkml:definitions>
  <inkml:trace contextRef="#ctx0" brushRef="#br0">151 86 24575,'-17'0'0,"8"-1"0,0 1 0,1 1 0,-1-1 0,-16 4 0,22-3 0,0 0 0,0 1 0,0-1 0,1 0 0,-1 1 0,0 0 0,1-1 0,-1 1 0,1 0 0,-1 1 0,1-1 0,0 0 0,0 1 0,0-1 0,0 1 0,0-1 0,-1 5 0,-2 2 0,1 1 0,0 0 0,0-1 0,1 2 0,1-1 0,0 0 0,0 0 0,1 1 0,0-1 0,1 16 0,0-22 0,0-1 0,1 1 0,0 0 0,-1-1 0,1 1 0,0-1 0,1 1 0,-1-1 0,1 1 0,-1-1 0,1 0 0,0 0 0,0 0 0,1 0 0,-1 0 0,0 0 0,1-1 0,0 1 0,0-1 0,0 1 0,0-1 0,0 0 0,0 0 0,0-1 0,1 1 0,-1-1 0,0 1 0,1-1 0,0 0 0,-1-1 0,1 1 0,5 0 0,5 0 0,0-1 0,0 0 0,0-1 0,-1-1 0,1 0 0,0-1 0,-1 0 0,21-8 0,-24 7 0,0 0 0,0-1 0,-1 0 0,1-1 0,-1 0 0,0 0 0,-1-1 0,0 0 0,0 0 0,0-1 0,9-13 0,-14 17 0,0 0 0,-1-1 0,1 1 0,-1-1 0,0 0 0,-1 0 0,1 0 0,-1 0 0,0 0 0,0 0 0,0 0 0,-1 0 0,0 0 0,0 0 0,0-1 0,-1 1 0,0 0 0,0 0 0,0 0 0,0 0 0,-1 0 0,0 1 0,0-1 0,0 0 0,0 1 0,-1-1 0,0 1 0,0 0 0,0 0 0,-5-5 0,1 1 0,-1 1 0,1 0 0,-1 0 0,-1 1 0,1 0 0,-1 1 0,0 0 0,0 0 0,-1 1 0,1 0 0,-1 0 0,0 1 0,0 1 0,-13-3 0,11 5-455,1 0 0,-23 2 0,12 1-6371</inkml:trace>
</inkml:ink>
</file>

<file path=ppt/ink/ink1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31.776"/>
    </inkml:context>
    <inkml:brush xml:id="br0">
      <inkml:brushProperty name="width" value="0.05" units="cm"/>
      <inkml:brushProperty name="height" value="0.05" units="cm"/>
    </inkml:brush>
  </inkml:definitions>
  <inkml:trace contextRef="#ctx0" brushRef="#br0">22 7 24575,'-2'-3'0,"-4"0"0,0 3 0,1 3 0,3 4 0,2 5 0,4 4 0,1 3 0,2 3 0,-1 3 0,2-1 0,2 1 0,-1-2 0,-3-4-8191</inkml:trace>
</inkml:ink>
</file>

<file path=ppt/ink/ink1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32.053"/>
    </inkml:context>
    <inkml:brush xml:id="br0">
      <inkml:brushProperty name="width" value="0.05" units="cm"/>
      <inkml:brushProperty name="height" value="0.05" units="cm"/>
    </inkml:brush>
  </inkml:definitions>
  <inkml:trace contextRef="#ctx0" brushRef="#br0">16 98 24575,'-1'-1'0,"0"0"0,-1 0 0,1 0 0,0-1 0,0 1 0,0 0 0,0 0 0,0-1 0,0 1 0,1-1 0,-1 1 0,0-1 0,1 1 0,-1-1 0,1 1 0,-1-1 0,1 1 0,0-1 0,0 0 0,0 1 0,0-1 0,0 0 0,0 1 0,0-1 0,0 1 0,1-1 0,-1 0 0,0 1 0,1-1 0,0 1 0,-1-1 0,1 1 0,0-1 0,0 1 0,0 0 0,0-1 0,0 1 0,0 0 0,0 0 0,0 0 0,0 0 0,2-1 0,2-3 0,1 2 0,-1-1 0,1 0 0,0 1 0,0 0 0,0 1 0,0-1 0,1 1 0,6-1 0,-3 1 0,0 1 0,0 0 0,0 1 0,0 0 0,0 0 0,-1 1 0,1 1 0,0-1 0,15 6 0,-22-6 0,0 0 0,0 0 0,0 0 0,0 0 0,0 1 0,0-1 0,0 1 0,-1 0 0,1 0 0,-1 0 0,1 0 0,-1 0 0,0 1 0,0-1 0,0 1 0,0 0 0,0-1 0,-1 1 0,1 0 0,-1 0 0,1 0 0,-1 0 0,0 0 0,-1 0 0,1 0 0,0 0 0,-1 1 0,0-1 0,1 0 0,-1 0 0,-1 0 0,1 1 0,-1 2 0,-1 2 25,0 0-1,-1 0 0,0-1 1,0 1-1,0-1 1,-1 1-1,-1-1 0,1-1 1,-1 1-1,0 0 0,-1-1 1,1 0-1,-11 8 1,-2 1-452,-1-1 0,-1 0 1,-29 14-1,17-11-6399</inkml:trace>
</inkml:ink>
</file>

<file path=ppt/ink/ink1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2T01:41:35.350"/>
    </inkml:context>
    <inkml:brush xml:id="br0">
      <inkml:brushProperty name="width" value="0.05" units="cm"/>
      <inkml:brushProperty name="height" value="0.05" units="cm"/>
    </inkml:brush>
  </inkml:definitions>
  <inkml:trace contextRef="#ctx0" brushRef="#br0">0 198 24575,'4'0'0,"-3"0"0,1-1 0,0 1 0,0 0 0,0 0 0,-1 1 0,1-1 0,0 0 0,0 1 0,-1-1 0,1 1 0,2 0 0,-3 0 0,0 1 0,0-1 0,0 1 0,0-1 0,0 1 0,0 0 0,0-1 0,0 1 0,-1 0 0,1 0 0,-1-1 0,1 4 0,29 118 0,-18-188 0,-8-65 0,-3 41 0,-1 86 0,0 1 0,1-1 0,-1 0 0,1 1 0,-1-1 0,1 0 0,0 1 0,0-1 0,0 1 0,0-1 0,0 1 0,0-1 0,1 1 0,-1 0 0,1 0 0,0-1 0,0 1 0,0 0 0,0 1 0,0-1 0,0 0 0,0 1 0,0-1 0,1 1 0,-1 0 0,1-1 0,-1 1 0,1 0 0,-1 1 0,1-1 0,0 0 0,-1 1 0,1-1 0,0 1 0,-1 0 0,1 0 0,3 0 0,1 1 0,0-1 0,0 1 0,0 0 0,0 1 0,0 0 0,-1 0 0,1 0 0,-1 1 0,1 0 0,-1 0 0,0 0 0,0 1 0,10 8 0,-15-11 0,0 0 0,0 0 0,0 0 0,0 0 0,0 1 0,0-1 0,0 0 0,-1 0 0,1 1 0,0-1 0,-1 1 0,1-1 0,-1 1 0,1-1 0,-1 1 0,0-1 0,0 1 0,1-1 0,-1 1 0,0-1 0,0 1 0,-1 0 0,1-1 0,0 1 0,0-1 0,-1 1 0,1-1 0,-1 1 0,1-1 0,-3 3 0,-1 3 0,0 0 0,-1-1 0,0 0 0,-11 11 0,-2 2 0,18-18 0,-1-1 0,1 1 0,0 0 0,-1-1 0,1 1 0,0 0 0,0 0 0,-1-1 0,1 1 0,0 0 0,0-1 0,0 1 0,0 0 0,0 0 0,0-1 0,0 1 0,0 0 0,0 0 0,0-1 0,1 1 0,-1 0 0,0-1 0,0 1 0,1 0 0,-1-1 0,1 2 0,15 18 0,-13-17 0,-1-1 0,0 1 0,0-1 0,0 1 0,0-1 0,0 1 0,1 4 0,-2-5 14,-1 1 0,1-1-1,-1 1 1,0-1 0,0 1-1,0-1 1,0 1-1,-1-1 1,1 1 0,-1-1-1,1 1 1,-1-1 0,0 1-1,0-1 1,0 0 0,0 1-1,0-1 1,0 0 0,-1 0-1,1 0 1,-1 0 0,0 0-1,0 0 1,-2 2 0,-2 1-299,-1 1 1,0-1-1,-1 0 1,1-1-1,-14 7 1,-1-2-6542</inkml:trace>
</inkml:ink>
</file>

<file path=ppt/ink/ink1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8:56.577"/>
    </inkml:context>
    <inkml:brush xml:id="br0">
      <inkml:brushProperty name="width" value="0.05" units="cm"/>
      <inkml:brushProperty name="height" value="0.05" units="cm"/>
    </inkml:brush>
  </inkml:definitions>
  <inkml:trace contextRef="#ctx0" brushRef="#br0">86 8 24575,'-1'-1'0,"-1"1"0,0 1 0,1-1 0,-1 0 0,0 0 0,1 1 0,-1-1 0,1 1 0,-1-1 0,1 1 0,-1 0 0,1-1 0,-1 1 0,1 0 0,-1 0 0,1 0 0,0 0 0,0 0 0,-2 2 0,1 0 0,1-1 0,-1 1 0,1-1 0,0 1 0,0 0 0,0 0 0,0 0 0,0-1 0,0 1 0,0 4 0,1 8 0,-1 0 0,2-1 0,3 26 0,-2-25 0,37 551 0,-82 361 0,-1-55 0,46-256 0,-2-613 0,0-1 0,0 0 0,0 1 0,0-1 0,0 0 0,1 1 0,-1-1 0,1 0 0,-1 0 0,1 1 0,0-1 0,0 0 0,2 4 0,-2-5 0,1-1 0,-1 1 0,0 0 0,0 0 0,1-1 0,-1 1 0,1 0 0,-1-1 0,0 1 0,1-1 0,-1 0 0,1 0 0,-1 1 0,1-1 0,-1 0 0,1 0 0,-1 0 0,1-1 0,-1 1 0,1 0 0,-1 0 0,3-2 0,137-38 0,-25 5 0,61-4-208,334-29-1,186 37-265,-630 29 469,223-3 5,447-28 0,-716 31 31,67-10 460,-78 10-437,0-1-1,1 0 1,-2 0-1,1-1 0,0 0 1,10-7-1,-17 9-53,1-1 0,-1 0 0,0 0 0,-1 1 0,1-2 0,-1 1 0,1 0 0,-1 0 0,0-1 0,0 1 0,0-1 0,-1 0 0,1 0 0,-1 1 0,0-1 0,0 0 0,0 0 0,-1 0 0,1 0 0,-1-6 0,0-8 0,-1 0 0,0-1 0,-6-21 0,4 25 0,-20-126 0,-71-463 0,41-3 0,62 268 0,26 3 0,-12 120 0,-13 117 0,-4 1 0,-9-119 0,3 216 0,-1-1 0,1 1 0,0-1 0,-1 1 0,1-1 0,-1 1 0,1 0 0,-1-1 0,1 1 0,-1 0 0,0-1 0,0 1 0,0 0 0,0 0 0,0 0 0,0 0 0,0-1 0,0 2 0,0-1 0,0 0 0,-1 0 0,1 0 0,0 0 0,-1 1 0,1-1 0,-1 1 0,1-1 0,0 1 0,-1-1 0,1 1 0,-3 0 0,-6-1 0,1 1 0,-1 0 0,0 0 0,-10 3 0,-6-1 0,-163 3 0,-222 11 0,-300 45-246,-339 22-196,811-77 1016,238-6-634,-1 0 0,0 0 1,0 0-1,1 0 1,-1 0-1,0 0 1,0 1-1,1-1 1,-1 1-1,0-1 0,1 1 1,-1-1-1,0 1 1,1 0-1,-1 0 1,1 0-1,-1 0 1,1 0-1,0 0 1,-2 2-1</inkml:trace>
</inkml:ink>
</file>

<file path=ppt/ink/ink1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8:57.199"/>
    </inkml:context>
    <inkml:brush xml:id="br0">
      <inkml:brushProperty name="width" value="0.05" units="cm"/>
      <inkml:brushProperty name="height" value="0.05" units="cm"/>
    </inkml:brush>
  </inkml:definitions>
  <inkml:trace contextRef="#ctx0" brushRef="#br0">1 111 24575,'1'2'0,"0"0"0,0 0 0,1-1 0,-1 1 0,1-1 0,-1 1 0,1-1 0,0 1 0,-1-1 0,1 0 0,0 0 0,0 0 0,2 1 0,4 3 0,-1 1 0,0 0 0,0 0 0,0 1 0,-1 0 0,0 0 0,-1 1 0,7 11 0,29 63 0,-24-46 0,21 52 0,-19-42 0,29 49 0,-48-94 0,1 0 0,-1 0 0,1 0 0,-1 0 0,1 0 0,0 0 0,-1-1 0,1 1 0,0 0 0,0 0 0,0 0 0,0-1 0,0 1 0,-1-1 0,1 1 0,0 0 0,0-1 0,1 0 0,-1 1 0,0-1 0,0 0 0,0 1 0,0-1 0,1 0 0,0 0 0,-1-1 0,1 1 0,-1 0 0,1-1 0,-1 0 0,1 1 0,-1-1 0,0 0 0,1 0 0,-1 0 0,0 0 0,0 0 0,1 0 0,-1 0 0,1-2 0,5-6 0,-1 0 0,0-1 0,9-19 0,-14 26 0,31-71 0,-3-1 0,-4-2 0,27-143 0,-48 185-1365,-5 25-5461</inkml:trace>
</inkml:ink>
</file>

<file path=ppt/ink/ink1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8:57.435"/>
    </inkml:context>
    <inkml:brush xml:id="br0">
      <inkml:brushProperty name="width" value="0.05" units="cm"/>
      <inkml:brushProperty name="height" value="0.05" units="cm"/>
    </inkml:brush>
  </inkml:definitions>
  <inkml:trace contextRef="#ctx0" brushRef="#br0">1 0 24575,'1'0'0,"0"0"0,0 0 0,1 1 0,-1-1 0,0 0 0,0 1 0,0-1 0,0 1 0,0-1 0,0 1 0,0 0 0,0-1 0,0 1 0,0 0 0,0 0 0,0-1 0,0 1 0,-1 0 0,1 0 0,0 0 0,-1 0 0,1 0 0,-1 0 0,1 0 0,-1 1 0,1-1 0,-1 0 0,0 0 0,1 2 0,1 6 0,-1 0 0,0 0 0,0 10 0,0-3 0,15 133 191,20 258-1747,-35-377-5270</inkml:trace>
</inkml:ink>
</file>

<file path=ppt/ink/ink1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8:58.524"/>
    </inkml:context>
    <inkml:brush xml:id="br0">
      <inkml:brushProperty name="width" value="0.05" units="cm"/>
      <inkml:brushProperty name="height" value="0.05" units="cm"/>
    </inkml:brush>
  </inkml:definitions>
  <inkml:trace contextRef="#ctx0" brushRef="#br0">116 337 24575,'2'-4'0,"-1"-1"0,1 1 0,0 0 0,0-1 0,0 1 0,0 0 0,1 0 0,5-7 0,0-1 0,7-12 0,-2-1 0,17-40 0,-25 51 0,0 0 0,-1-1 0,-1 0 0,0 1 0,-1-1 0,0-22 0,-2 35 0,0 1 0,0-1 0,0 0 0,0 0 0,0 0 0,-1 0 0,1 1 0,-1-1 0,1 0 0,-1 0 0,0 1 0,1-1 0,-1 0 0,0 1 0,0-1 0,0 1 0,-1-1 0,1 1 0,0 0 0,0-1 0,-3-1 0,2 3 0,1-1 0,-1 0 0,1 1 0,-1 0 0,0-1 0,1 1 0,-1 0 0,1 0 0,-1 0 0,0 0 0,1 0 0,-1 0 0,0 0 0,1 1 0,-1-1 0,1 1 0,-1-1 0,1 1 0,-1 0 0,1-1 0,-1 1 0,1 0 0,-1 0 0,-1 1 0,-3 4 0,-1-1 0,1 1 0,1 0 0,-1 1 0,1-1 0,0 1 0,0 0 0,1 0 0,0 1 0,0 0 0,1-1 0,0 1 0,-4 13 0,-1 13 0,-8 68 0,14-85 0,-18 253 0,17-169 0,-5-1 0,-22 100 0,23-172-1365,0-9-5461</inkml:trace>
</inkml:ink>
</file>

<file path=ppt/ink/ink1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8:58.957"/>
    </inkml:context>
    <inkml:brush xml:id="br0">
      <inkml:brushProperty name="width" value="0.05" units="cm"/>
      <inkml:brushProperty name="height" value="0.05" units="cm"/>
    </inkml:brush>
  </inkml:definitions>
  <inkml:trace contextRef="#ctx0" brushRef="#br0">0 194 24575,'0'-9'0,"1"1"0,0-1 0,0 1 0,1-1 0,0 1 0,0 0 0,1 0 0,0 0 0,0 0 0,1 0 0,0 1 0,0-1 0,1 1 0,0 0 0,0 0 0,1 1 0,0 0 0,0 0 0,0 0 0,1 1 0,0 0 0,0 0 0,0 1 0,1-1 0,-1 2 0,1-1 0,0 1 0,16-4 0,-17 6 0,1 1 0,-1 0 0,0 0 0,1 0 0,-1 1 0,0 0 0,1 1 0,-1 0 0,0 0 0,0 0 0,0 1 0,-1 0 0,1 0 0,-1 1 0,1 0 0,-1 0 0,10 9 0,-9-7 0,0 1 0,0 0 0,0 0 0,0 1 0,-1-1 0,-1 1 0,1 1 0,-1-1 0,-1 1 0,0 0 0,0 0 0,5 18 0,-9-25 0,1 1 0,-1 0 0,0-1 0,0 1 0,0 0 0,-1-1 0,1 1 0,0 0 0,-1-1 0,0 1 0,0 0 0,0-1 0,0 1 0,0-1 0,0 0 0,-1 1 0,1-1 0,-1 0 0,1 0 0,-1 0 0,0 0 0,0 0 0,0 0 0,0 0 0,0-1 0,0 1 0,-4 1 0,2 0 0,0-1 0,-1 0 0,0 0 0,1 0 0,-1-1 0,0 1 0,1-1 0,-1 0 0,0-1 0,0 1 0,0-1 0,0 0 0,0 0 0,-7-1 0,10 0 0,1 1 0,0 0 0,-1 0 0,1-1 0,0 1 0,-1-1 0,1 1 0,0-1 0,0 0 0,-1 0 0,1 1 0,0-1 0,0 0 0,0 0 0,0 0 0,0 0 0,0 0 0,0 0 0,0 0 0,1-1 0,-1 1 0,0 0 0,0-2 0,0 1 0,1-1 0,0 1 0,-1-1 0,1 1 0,0-1 0,0 1 0,1 0 0,-1-1 0,0 1 0,1-1 0,-1 1 0,2-3 0,2-4 0,0 0 0,0 0 0,1 1 0,0 0 0,10-14 0,-2 7 0,1 1 0,0 0 0,1 1 0,1 0 0,0 2 0,1-1 0,31-14 0,-34 21-1365,-3 3-5461</inkml:trace>
</inkml:ink>
</file>

<file path=ppt/ink/ink1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8:59.207"/>
    </inkml:context>
    <inkml:brush xml:id="br0">
      <inkml:brushProperty name="width" value="0.05" units="cm"/>
      <inkml:brushProperty name="height" value="0.05" units="cm"/>
    </inkml:brush>
  </inkml:definitions>
  <inkml:trace contextRef="#ctx0" brushRef="#br0">4 0 24575,'-1'44'0,"-1"-24"0,2 0 0,0 0 0,1 1 0,1-1 0,1 0 0,6 23 0,-9-41-57,1 1 0,0-1 1,0 0-1,0 1 0,0-1 0,0 0 0,1 0 0,-1 0 0,0 0 0,1 0 0,0 0 1,-1 0-1,1-1 0,0 1 0,0 0 0,0-1 0,0 0 0,0 1 0,0-1 1,1 0-1,-1 0 0,0 0 0,5 1 0,5-2-6769</inkml:trace>
</inkml:ink>
</file>

<file path=ppt/ink/ink1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8:59.723"/>
    </inkml:context>
    <inkml:brush xml:id="br0">
      <inkml:brushProperty name="width" value="0.05" units="cm"/>
      <inkml:brushProperty name="height" value="0.05" units="cm"/>
    </inkml:brush>
  </inkml:definitions>
  <inkml:trace contextRef="#ctx0" brushRef="#br0">191 48 24575,'0'-48'0,"0"48"0,0 0 0,0 0 0,0 0 0,0 0 0,0 0 0,0 0 0,0 0 0,0 0 0,0 0 0,0 0 0,0 0 0,0 1 0,0-1 0,0 0 0,0 0 0,0 0 0,0 0 0,0 0 0,0 0 0,0 0 0,0 0 0,1 0 0,-1 0 0,0 0 0,0 0 0,0 0 0,0 0 0,0 0 0,0 0 0,0 0 0,0 0 0,0 0 0,0 0 0,0 0 0,0 0 0,0 0 0,0 0 0,0-1 0,0 1 0,0 0 0,0 0 0,0 0 0,0 0 0,0 0 0,1 0 0,-1 0 0,0 0 0,0 0 0,0 0 0,4 9 0,5 11 0,-7-14 0,0 1 0,0-1 0,0 1 0,-1-1 0,0 1 0,0-1 0,-1 1 0,0 0 0,0-1 0,-2 9 0,-1 2 0,-1-1 0,-11 27 0,8-25 0,5-10 0,0 0 0,1 0 0,0 0 0,0 0 0,1 12 0,0-12 0,0-1 0,-1 0 0,0 0 0,0 0 0,0 0 0,-4 11 0,4-16 0,-1 0 0,1-1 0,0 1 0,-1 0 0,0-1 0,1 1 0,-1-1 0,0 0 0,0 1 0,0-1 0,0 0 0,0 0 0,0 0 0,0-1 0,0 1 0,-1 0 0,1-1 0,0 1 0,0-1 0,0 0 0,-1 0 0,1 0 0,0 0 0,-4 0 0,-5-1 0,-1 0 0,1 0 0,-17-5 0,21 4-273,0 0 0,0-1 0,0 0 0,-10-6 0,7 3-6553</inkml:trace>
</inkml:ink>
</file>

<file path=ppt/ink/ink1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0.034"/>
    </inkml:context>
    <inkml:brush xml:id="br0">
      <inkml:brushProperty name="width" value="0.05" units="cm"/>
      <inkml:brushProperty name="height" value="0.05" units="cm"/>
    </inkml:brush>
  </inkml:definitions>
  <inkml:trace contextRef="#ctx0" brushRef="#br0">1 1 24575,'2'0'0,"4"2"0,0 3 0,0 6 0,-2 3 0,-1 5 0,-1 2 0,-1 4 0,-1 2 0,0 1 0,0-2 0,-1 0 0,1-3 0,-3-2 0,0-3 0,0-4-8191</inkml:trace>
</inkml:ink>
</file>

<file path=ppt/ink/ink1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0.189"/>
    </inkml:context>
    <inkml:brush xml:id="br0">
      <inkml:brushProperty name="width" value="0.05" units="cm"/>
      <inkml:brushProperty name="height" value="0.05" units="cm"/>
    </inkml:brush>
  </inkml:definitions>
  <inkml:trace contextRef="#ctx0" brushRef="#br0">27 9 24575,'-2'0'0,"-1"-2"0,-3-2 0,-2 1 0,0 3 0</inkml:trace>
</inkml:ink>
</file>

<file path=ppt/ink/ink1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0.407"/>
    </inkml:context>
    <inkml:brush xml:id="br0">
      <inkml:brushProperty name="width" value="0.05" units="cm"/>
      <inkml:brushProperty name="height" value="0.05" units="cm"/>
    </inkml:brush>
  </inkml:definitions>
  <inkml:trace contextRef="#ctx0" brushRef="#br0">0 1 24575,'1'0'0,"0"1"0,0-1 0,0 0 0,-1 1 0,1-1 0,0 1 0,-1 0 0,1-1 0,0 1 0,-1 0 0,1-1 0,-1 1 0,1 0 0,-1 0 0,1-1 0,-1 1 0,1 0 0,-1 0 0,0 0 0,0 0 0,1 0 0,-1 1 0,6 26 0,-5-24 0,47 325-165,-38-246-1035,-7-60-5626</inkml:trace>
</inkml:ink>
</file>

<file path=ppt/ink/ink1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0.861"/>
    </inkml:context>
    <inkml:brush xml:id="br0">
      <inkml:brushProperty name="width" value="0.05" units="cm"/>
      <inkml:brushProperty name="height" value="0.05" units="cm"/>
    </inkml:brush>
  </inkml:definitions>
  <inkml:trace contextRef="#ctx0" brushRef="#br0">1 257 24575,'0'-2'0,"0"1"0,1-1 0,-1 1 0,1 0 0,-1 0 0,1-1 0,0 1 0,0 0 0,-1 0 0,1 0 0,0-1 0,0 1 0,0 0 0,0 0 0,0 1 0,0-1 0,1 0 0,-1 0 0,0 0 0,0 1 0,1-1 0,-1 1 0,0-1 0,3 0 0,37-10 0,-36 10 0,29-5 0,110-26 0,-116 24 0,1-2 0,50-23 0,-68 27 0,-1 0 0,1-1 0,16-14 0,-25 19 0,1 0 0,0-1 0,-1 1 0,0-1 0,1 0 0,-1 1 0,0-1 0,0 0 0,-1 0 0,1-1 0,-1 1 0,1 0 0,-1 0 0,0-1 0,0 1 0,0-1 0,0-4 0,-2 6 0,1 1 0,0-1 0,-1 1 0,0-1 0,1 1 0,-1-1 0,0 1 0,1-1 0,-1 1 0,0 0 0,0 0 0,0-1 0,0 1 0,-1 0 0,1 0 0,0 0 0,0 0 0,-1 0 0,1 0 0,0 1 0,-1-1 0,1 0 0,-1 1 0,1-1 0,-1 1 0,1-1 0,-1 1 0,1 0 0,-1 0 0,0 0 0,-2 0 0,-5-1 0,0 1 0,0 0 0,-1 0 0,-9 3 0,12-2 0,0 0 0,0 1 0,1 0 0,-1 1 0,0 0 0,1 0 0,-1 0 0,1 1 0,0 0 0,0 0 0,1 0 0,-1 1 0,1 0 0,0 0 0,0 0 0,0 1 0,-6 10 0,8-11 0,0 0 0,1 0 0,0 0 0,0 0 0,0 0 0,0 1 0,1-1 0,0 1 0,0-1 0,1 1 0,-1-1 0,1 1 0,0 0 0,1-1 0,-1 1 0,1-1 0,0 1 0,1-1 0,-1 1 0,1-1 0,0 0 0,0 0 0,4 6 0,3 1 0,1 1 0,0-1 0,0-1 0,1 0 0,1-1 0,0 0 0,0 0 0,27 14 0,-16-9 0,30 26 0,-52-41 0,0 1 0,0 0 0,0 0 0,1 0 0,-1 0 0,0 0 0,0 0 0,0 0 0,-1 0 0,1 1 0,0-1 0,0 0 0,-1 0 0,1 1 0,-1-1 0,1 1 0,-1-1 0,1 0 0,-1 1 0,0-1 0,0 1 0,0-1 0,0 1 0,0-1 0,0 1 0,0 0 0,-1 0 0,-1 0 0,1 0 0,0 0 0,-1-1 0,1 1 0,-1-1 0,0 1 0,1-1 0,-1 0 0,0 0 0,0 1 0,0-1 0,0 0 0,0-1 0,0 1 0,0 0 0,-3 0 0,-38 11-357,-80 9 0,106-18-294,-37 4-6175</inkml:trace>
</inkml:ink>
</file>

<file path=ppt/ink/ink1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1.654"/>
    </inkml:context>
    <inkml:brush xml:id="br0">
      <inkml:brushProperty name="width" value="0.05" units="cm"/>
      <inkml:brushProperty name="height" value="0.05" units="cm"/>
    </inkml:brush>
  </inkml:definitions>
  <inkml:trace contextRef="#ctx0" brushRef="#br0">210 140 24575,'6'-6'0,"0"-1"0,-1 0 0,1 0 0,-1 0 0,-1-1 0,1 1 0,-1-1 0,4-12 0,-7 18 0,-1 0 0,1 0 0,-1 0 0,0 0 0,1 0 0,-1 0 0,0-1 0,0 1 0,0 0 0,-1 0 0,1 0 0,0 0 0,-1 0 0,1 0 0,-1 0 0,-1-3 0,0 3 0,1 0 0,-1 0 0,0 0 0,1 1 0,-1-1 0,0 1 0,0-1 0,0 1 0,0 0 0,0 0 0,0 0 0,-1 0 0,1 0 0,0 0 0,0 1 0,-1-1 0,1 1 0,-4-1 0,1 1 0,-1-1 0,1 1 0,0 0 0,0 0 0,-1 0 0,1 1 0,0 0 0,0 0 0,-1 0 0,1 1 0,0-1 0,0 1 0,-6 4 0,4-2 0,0 1 0,1 0 0,0 0 0,0 0 0,0 1 0,0 0 0,1 0 0,-5 7 0,0 3 0,0 0 0,2 0 0,0 1 0,1 0 0,0 0 0,2 1 0,-4 18 0,4-9 57,1 1 0,2 0 0,0 0 0,2 0 0,6 44 0,0-30-484,2-1 0,2 0 1,16 41-1,-19-62-6399</inkml:trace>
</inkml:ink>
</file>

<file path=ppt/ink/ink1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1.809"/>
    </inkml:context>
    <inkml:brush xml:id="br0">
      <inkml:brushProperty name="width" value="0.05" units="cm"/>
      <inkml:brushProperty name="height" value="0.05" units="cm"/>
    </inkml:brush>
  </inkml:definitions>
  <inkml:trace contextRef="#ctx0" brushRef="#br0">0 114 24575,'3'-2'0,"2"-2"0,4-1 0,4-3 0,6 0 0,5-1 0,5-1 0,4-2 0,4-1 0,2 2 0,2 1 0,-1-2 0,-8 3-8191</inkml:trace>
</inkml:ink>
</file>

<file path=ppt/ink/ink1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2.027"/>
    </inkml:context>
    <inkml:brush xml:id="br0">
      <inkml:brushProperty name="width" value="0.05" units="cm"/>
      <inkml:brushProperty name="height" value="0.05" units="cm"/>
    </inkml:brush>
  </inkml:definitions>
  <inkml:trace contextRef="#ctx0" brushRef="#br0">1 74 24575,'1'-6'0,"0"-1"0,0 1 0,1 0 0,5-12 0,-4 10 0,-3 6 0,0 1 0,1 0 0,-1 0 0,0 0 0,1 0 0,-1 0 0,0 0 0,1 0 0,-1 0 0,1 0 0,0 0 0,-1 0 0,1 0 0,0 0 0,0 1 0,-1-1 0,1 0 0,0 0 0,0 1 0,0-1 0,0 0 0,0 1 0,2-1 0,-3 1 0,1 0 0,0 1 0,0-1 0,0 1 0,0-1 0,-1 1 0,1 0 0,0-1 0,0 1 0,-1 0 0,1-1 0,0 1 0,-1 0 0,1 0 0,-1 0 0,1-1 0,-1 1 0,0 0 0,1 0 0,-1 1 0,5 10 0,-2-1 0,0 1 0,2 12 0,0 20-341,-2 1 0,-2 0-1,-5 57 1,0-65-6485</inkml:trace>
</inkml:ink>
</file>

<file path=ppt/ink/ink1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2.460"/>
    </inkml:context>
    <inkml:brush xml:id="br0">
      <inkml:brushProperty name="width" value="0.05" units="cm"/>
      <inkml:brushProperty name="height" value="0.05" units="cm"/>
    </inkml:brush>
  </inkml:definitions>
  <inkml:trace contextRef="#ctx0" brushRef="#br0">230 57 24575,'0'-3'0,"0"0"0,0 0 0,0 0 0,0 0 0,-1 0 0,1 0 0,-1 0 0,0 1 0,0-1 0,0 0 0,0 0 0,0 1 0,-3-4 0,3 4 0,-1 1 0,1 0 0,-1 0 0,1 0 0,-1 0 0,0 0 0,1 0 0,-1 0 0,0 0 0,0 1 0,1-1 0,-1 1 0,0-1 0,0 1 0,0 0 0,0 0 0,0 0 0,0 0 0,0 0 0,0 0 0,1 0 0,-4 1 0,-2 1 0,0-1 0,0 1 0,0 1 0,1-1 0,-1 1 0,1 0 0,0 1 0,-1-1 0,2 1 0,-1 1 0,0-1 0,1 1 0,0 0 0,0 0 0,0 0 0,1 1 0,-1 0 0,-5 10 0,5-7 0,0 0 0,1 1 0,0-1 0,0 1 0,1 0 0,1 0 0,-1 1 0,2-1 0,-1 0 0,2 1 0,-1-1 0,2 12 0,1-7 0,2 0 0,0 0 0,0 0 0,2-1 0,-1 1 0,2-2 0,14 25 0,-8-15 0,14 34 0,-26-56 9,-1 1-1,1-1 0,-1 0 1,1 1-1,-1-1 0,0 1 0,1 0 1,-1-1-1,0 1 0,0-1 1,0 1-1,0-1 0,0 1 1,0-1-1,-1 1 0,1-1 1,0 1-1,-1-1 0,1 1 1,-1-1-1,0 1 0,1-1 0,-1 0 1,0 1-1,0-1 0,0 0 1,0 0-1,0 0 0,0 1 1,0-1-1,-1 0 0,1-1 1,0 1-1,0 0 0,-1 0 1,1 0-1,-1-1 0,1 1 1,0-1-1,-3 1 0,-6 2-315,0-1-1,1 0 0,-1-1 1,-19 1-1,26-2 140,-22 1-6658</inkml:trace>
</inkml:ink>
</file>

<file path=ppt/ink/ink1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2.705"/>
    </inkml:context>
    <inkml:brush xml:id="br0">
      <inkml:brushProperty name="width" value="0.05" units="cm"/>
      <inkml:brushProperty name="height" value="0.05" units="cm"/>
    </inkml:brush>
  </inkml:definitions>
  <inkml:trace contextRef="#ctx0" brushRef="#br0">12 68 24575,'-2'0'0,"-3"-2"0,1-1 0,6-3 0,8 1 0,7 0 0,8-1 0,6 1 0,5-2 0,7 1 0,5-2 0,1 2 0,-2 1 0,-9 1-8191</inkml:trace>
</inkml:ink>
</file>

<file path=ppt/ink/ink1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3.048"/>
    </inkml:context>
    <inkml:brush xml:id="br0">
      <inkml:brushProperty name="width" value="0.05" units="cm"/>
      <inkml:brushProperty name="height" value="0.05" units="cm"/>
    </inkml:brush>
  </inkml:definitions>
  <inkml:trace contextRef="#ctx0" brushRef="#br0">1 85 24575,'0'-3'0,"1"0"0,-1 0 0,1 1 0,0-1 0,0 0 0,0 0 0,0 1 0,1-1 0,-1 1 0,1-1 0,0 1 0,-1-1 0,1 1 0,0 0 0,0 0 0,1 0 0,-1 0 0,0 0 0,1 1 0,-1-1 0,1 1 0,-1-1 0,1 1 0,4-1 0,6-4 0,0 2 0,0 0 0,24-4 0,-23 5 0,-1 1 0,0 1 0,0 1 0,1 0 0,13 1 0,-24 0 0,0-1 0,-1 1 0,1-1 0,0 1 0,-1 0 0,1 0 0,-1 0 0,1 0 0,-1 1 0,1-1 0,-1 1 0,0-1 0,4 4 0,-5-3 0,0 0 0,0-1 0,0 1 0,0 0 0,-1 0 0,1 0 0,0-1 0,-1 1 0,1 0 0,-1 0 0,0 0 0,0 0 0,1 0 0,-1 0 0,0 0 0,-1 0 0,1 0 0,0 0 0,-1 0 0,1 0 0,-2 3 0,0 3 0,-1-1 0,-1 1 0,1-1 0,-1 1 0,0-1 0,-1 0 0,0-1 0,-11 12 0,-4 3 0,-30 21 0,29-25 0,-21 22 0,40-37 0,0 0 0,1 0 0,-1-1 0,1 1 0,-1 1 0,1-1 0,0 0 0,0 0 0,0 0 0,0 1 0,-1 4 0,2-7 0,0 1 0,0 0 0,0 0 0,1 0 0,-1 0 0,0 0 0,1 0 0,-1-1 0,0 1 0,1 0 0,-1 0 0,1-1 0,-1 1 0,1 0 0,-1 0 0,1-1 0,0 1 0,-1-1 0,1 1 0,0 0 0,0-1 0,-1 0 0,1 1 0,0-1 0,0 1 0,0-1 0,0 0 0,-1 0 0,1 1 0,0-1 0,0 0 0,0 0 0,0 0 0,0 0 0,1 0 0,21 2-273,1 0 0,0-2 0,-1 0 0,47-8 0,-25 1-6553</inkml:trace>
</inkml:ink>
</file>

<file path=ppt/ink/ink1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4.689"/>
    </inkml:context>
    <inkml:brush xml:id="br0">
      <inkml:brushProperty name="width" value="0.05" units="cm"/>
      <inkml:brushProperty name="height" value="0.05" units="cm"/>
    </inkml:brush>
  </inkml:definitions>
  <inkml:trace contextRef="#ctx0" brushRef="#br0">70 115 24575,'-1'-1'0,"1"0"0,-1 0 0,1 0 0,-1 0 0,1 0 0,0 0 0,-1 0 0,1-1 0,0 1 0,0 0 0,0 0 0,0 0 0,0 0 0,0 0 0,0 0 0,0 0 0,0-1 0,1 1 0,-1-1 0,9-24 0,-8 21 0,0 3 0,0-1 0,0 1 0,0-1 0,0 1 0,0 0 0,1-1 0,-1 1 0,1 0 0,-1 0 0,1 0 0,0 0 0,0 0 0,0 1 0,0-1 0,0 1 0,0-1 0,1 1 0,-1 0 0,5-3 0,-6 4 0,1 0 0,0 0 0,0 0 0,-1 0 0,1 0 0,0 0 0,-1 0 0,1 1 0,-1-1 0,1 1 0,0-1 0,-1 1 0,1 0 0,-1-1 0,1 1 0,-1 0 0,1 0 0,-1 0 0,0 0 0,0 0 0,1 0 0,-1 0 0,0 1 0,0-1 0,0 0 0,0 1 0,0-1 0,0 1 0,-1-1 0,1 1 0,1 2 0,-1 1 0,1 0 0,-1 0 0,0 0 0,0 0 0,0 0 0,0 0 0,-1 0 0,0 0 0,0 0 0,-1 0 0,1 0 0,-1 0 0,0 0 0,0 0 0,-1 0 0,1 0 0,-1 0 0,0 0 0,-5 7 0,6-10 0,-1 1 0,0-1 0,1 0 0,-1 1 0,0-1 0,0 0 0,0 0 0,0 0 0,0-1 0,-1 1 0,1 0 0,-1-1 0,1 1 0,-1-1 0,1 0 0,-1 0 0,0 0 0,0 0 0,1 0 0,-1-1 0,0 1 0,0-1 0,0 0 0,0 0 0,0 0 0,1 0 0,-1-1 0,0 1 0,0-1 0,0 1 0,1-1 0,-1 0 0,0 0 0,0 0 0,-4-3 0,3 1 0,0 0 0,0-1 0,0 1 0,0-1 0,0 0 0,1 0 0,0-1 0,0 1 0,0 0 0,0-1 0,1 0 0,-1 0 0,1 0 0,0 0 0,1 0 0,-1 0 0,1 0 0,0 0 0,1-1 0,-1-6 0,1 9 0,-1 0 0,1 0 0,0 0 0,0 0 0,1 0 0,-1 1 0,1-1 0,-1 0 0,1 0 0,0 0 0,0 0 0,0 0 0,0 1 0,1-1 0,-1 1 0,1-1 0,0 1 0,-1-1 0,1 1 0,0 0 0,1 0 0,-1 0 0,0 0 0,0 0 0,1 0 0,-1 1 0,1-1 0,0 1 0,-1 0 0,1-1 0,0 1 0,0 0 0,0 1 0,0-1 0,-1 1 0,1-1 0,3 1 0,24 4-1365,-18-1-5461</inkml:trace>
</inkml:ink>
</file>

<file path=ppt/ink/ink1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5.765"/>
    </inkml:context>
    <inkml:brush xml:id="br0">
      <inkml:brushProperty name="width" value="0.05" units="cm"/>
      <inkml:brushProperty name="height" value="0.05" units="cm"/>
    </inkml:brush>
  </inkml:definitions>
  <inkml:trace contextRef="#ctx0" brushRef="#br0">3 156 24575,'0'0'0,"-1"0"0,1 0 0,0 0 0,0 0 0,0 0 0,0 0 0,0 0 0,0-1 0,0 1 0,-1 0 0,1 0 0,0 0 0,0 0 0,0 0 0,0-1 0,0 1 0,0 0 0,0 0 0,0 0 0,0 0 0,0 0 0,0-1 0,0 1 0,0 0 0,0 0 0,0 0 0,0 0 0,0-1 0,0 1 0,0 0 0,0 0 0,0 0 0,0 0 0,0 0 0,0-1 0,1 1 0,-1 0 0,0 0 0,0 0 0,0 0 0,0 0 0,0 0 0,0-1 0,10-2 0,17-1 0,-25 4 0,1323-71-2808,-1 55-1,-1208 15 2936,1034-19-799,-1113 18 1270,-6 2 355,-1-2 0,53-10 0,-68 5-92,-22 2 133,-21 0-232,-37 4-2039,48 1-5549</inkml:trace>
</inkml:ink>
</file>

<file path=ppt/ink/ink1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6.059"/>
    </inkml:context>
    <inkml:brush xml:id="br0">
      <inkml:brushProperty name="width" value="0.05" units="cm"/>
      <inkml:brushProperty name="height" value="0.05" units="cm"/>
    </inkml:brush>
  </inkml:definitions>
  <inkml:trace contextRef="#ctx0" brushRef="#br0">6 28 24575,'-3'-9'0,"3"9"0,0-1 0,0 1 0,-1 0 0,1-1 0,0 1 0,0 0 0,0-1 0,-1 1 0,1 0 0,0-1 0,0 1 0,0-1 0,0 1 0,0 0 0,0-1 0,0 1 0,0-1 0,0 1 0,0 0 0,0-1 0,0 1 0,0-1 0,0 1 0,0 0 0,1-1 0,-1 1 0,0 0 0,0-1 0,0 1 0,0 0 0,1-1 0,-1 1 0,0 0 0,0-1 0,1 1 0,-1 0 0,0 0 0,1-1 0,-1 1 0,0 0 0,1 0 0,-1 0 0,0-1 0,1 1 0,-1 0 0,1 0 0,-1 0 0,0 0 0,1 0 0,-1 0 0,0 0 0,1 0 0,0 0 0,5-1 0,1 0 0,0 0 0,-1 1 0,1-1 0,0 2 0,0-1 0,-1 1 0,1 0 0,0 0 0,-1 1 0,1 0 0,10 5 0,1 1 0,0 1 0,0 0 0,16 13 0,-21-14 0,-1 1 0,-1 1 0,0 0 0,0 0 0,19 24 0,-28-31 0,0 0 0,1 1 0,-1-1 0,0 0 0,0 1 0,-1-1 0,1 1 0,-1 0 0,0 0 0,0-1 0,0 1 0,0 0 0,-1 0 0,0 0 0,1 0 0,-1 0 0,-1 0 0,1 0 0,0-1 0,-1 1 0,0 0 0,0 0 0,0 0 0,-1-1 0,1 1 0,-1 0 0,-4 6 0,-1-2-114,0-1 1,-1 1-1,0-1 0,-1-1 0,1 1 1,-1-1-1,-1-1 0,1 0 0,-1 0 1,0-1-1,-12 4 0,-29 10-6712</inkml:trace>
</inkml:ink>
</file>

<file path=ppt/ink/ink1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7.287"/>
    </inkml:context>
    <inkml:brush xml:id="br0">
      <inkml:brushProperty name="width" value="0.05" units="cm"/>
      <inkml:brushProperty name="height" value="0.05" units="cm"/>
    </inkml:brush>
  </inkml:definitions>
  <inkml:trace contextRef="#ctx0" brushRef="#br0">57 33 24575,'-4'-4'0,"1"0"0,0 1 0,0 0 0,0 0 0,-1 0 0,1 0 0,-1 1 0,0-1 0,-5-2 0,8 5 0,0 0 0,1 1 0,-1-1 0,1 0 0,-1 0 0,0 1 0,1-1 0,-1 0 0,1 1 0,-1-1 0,1 1 0,-1-1 0,1 1 0,-1-1 0,1 1 0,-1-1 0,1 1 0,0-1 0,-1 1 0,1-1 0,0 1 0,0 0 0,-1-1 0,1 1 0,0 0 0,0-1 0,0 1 0,0-1 0,0 1 0,0 1 0,-3 25 0,2-23 0,1 64 0,15 132 0,-6-111 0,30 496 0,-47 2 0,-8-378 0,-9 284 0,38-325 0,-13-167 0,0 1 0,1 0 0,-1-1 0,0 1 0,1-1 0,0 1 0,-1-1 0,1 1 0,0-1 0,-1 1 0,1-1 0,0 1 0,0-1 0,0 0 0,0 0 0,1 1 0,-1-1 0,0 0 0,0 0 0,1 0 0,-1 0 0,1-1 0,-1 1 0,1 0 0,-1-1 0,1 1 0,-1 0 0,1-1 0,0 0 0,-1 1 0,1-1 0,-1 0 0,1 0 0,0 0 0,-1 0 0,4-1 0,7 0 0,0-1 0,-1-1 0,1 0 0,14-7 0,3 1 0,21-3 0,94-7 0,54 9 0,-138 8 0,2922-13-6188,-2854 19 6012,340 0 386,-431-5 416,71-11 0,-104 11-506,0 0 0,0 0 0,0 0 0,0-1 0,0 1 0,0-1 0,3-2 0,-6 3-71,-1 1 0,1 0-1,-1-1 1,1 1 0,-1-1-1,1 1 1,-1 0 0,0-1-1,1 1 1,-1-1 0,0 1-1,0-1 1,1 1 0,-1-1-1,0 1 1,0-1 0,0 0-1,0 1 1,1-1 0,-1 1-1,0-1 1,0 0 0,-1 0-3,1-1 0,0 1 0,-1 0 0,1 0 1,-1 0-1,0 0 0,1 0 0,-1 0 0,0 0 1,1 0-1,-1 0 0,0 1 0,0-1 0,0 0 1,-1-1-1,-31-19-138,-7-1-5924</inkml:trace>
</inkml:ink>
</file>

<file path=ppt/ink/ink1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8.162"/>
    </inkml:context>
    <inkml:brush xml:id="br0">
      <inkml:brushProperty name="width" value="0.05" units="cm"/>
      <inkml:brushProperty name="height" value="0.05" units="cm"/>
    </inkml:brush>
  </inkml:definitions>
  <inkml:trace contextRef="#ctx0" brushRef="#br0">15 142 24575,'-1'-1'0,"-1"-1"0,1 1 0,-1-1 0,1 0 0,0 1 0,0-1 0,-1 0 0,1 0 0,1 0 0,-2-3 0,2 4 0,0 0 0,0 0 0,0 0 0,0 0 0,0 0 0,1 0 0,-1 0 0,0 0 0,1 0 0,-1 0 0,0 1 0,1-1 0,0 0 0,-1 0 0,1 0 0,-1 0 0,1 1 0,0-1 0,0 0 0,-1 1 0,1-1 0,0 1 0,0-1 0,0 1 0,1-2 0,8-3 0,0 1 0,1 0 0,-1 0 0,1 1 0,0 1 0,0 0 0,0 0 0,17 0 0,-4-1 0,574-41-1001,4 36-500,-569 8 1450,819 0-1984,885-12 2427,-1717 11-197,-12 0 198,0 1 1,0 0-1,0 0 0,15 3 1,-22-3-365,-1 0-1,1 1 1,-1-1 0,1 0-1,-1 0 1,0 0 0,1 0-1,-1 0 1,1 1 0,-1-1-1,1 0 1,-1 0 0,0 1-1,1-1 1,-1 0 0,0 1-1,1-1 1,-1 0 0,0 1-1,1-1 1,-1 1 0,0-1-1,0 0 1,0 1 0,1-1-1,-1 1 1,0-1 0,0 1 0,0-1-1,0 1 1,0-1 0,0 1-1,0-1 1,0 0 0,0 1-1,0-1 1,0 1 0,0-1-1,0 1 1,0-1 0,0 1-1,-1-1 1,1 1 0,-14 20 659,11-16-759,-8 12 79,0 1 0,1 1-1,2-1 1,0 2 0,0-1 0,2 1 0,1 0 0,0 0 0,1 0-1,2 1 1,-1 32 0,3 22 22,20 138 0,-15-172-29,110 790-1,-77-595 0,34 269 0,-71-499 0,14 249 0,-15-222 0,-2 0 0,-1 0 0,-1-1 0,-2 1 0,-17 53 0,22-84 23,0 1 0,0-1 0,0 1-1,0-1 1,0 1 0,0-1 0,-1 1-1,1-1 1,-1 0 0,0 0 0,1 0-1,-1 0 1,0 0 0,-5 3 0,5-4-109,0-1 1,0 1 0,0-1-1,0 0 1,0 0 0,0 1-1,0-1 1,0-1 0,0 1-1,0 0 1,-1 0 0,1-1-1,0 1 1,0-1 0,0 0-1,0 0 1,1 1 0,-1-1-1,-3-2 1,-12-6-6741</inkml:trace>
</inkml:ink>
</file>

<file path=ppt/ink/ink1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8.953"/>
    </inkml:context>
    <inkml:brush xml:id="br0">
      <inkml:brushProperty name="width" value="0.05" units="cm"/>
      <inkml:brushProperty name="height" value="0.05" units="cm"/>
    </inkml:brush>
  </inkml:definitions>
  <inkml:trace contextRef="#ctx0" brushRef="#br0">183 225 24575,'1'-6'0,"0"0"0,1 0 0,0 0 0,0 0 0,0 0 0,0 0 0,1 1 0,0-1 0,5-5 0,7-18 0,-15 28 0,6-11 0,-2 0 0,1 0 0,-1-1 0,3-20 0,-7 32 0,1-1 0,-1 1 0,0-1 0,0 0 0,0 1 0,0-1 0,0 0 0,0 1 0,0-1 0,0 0 0,-1 1 0,1-1 0,-1 1 0,1-1 0,-1 1 0,1-1 0,-1 1 0,0-1 0,0 1 0,0-1 0,0 1 0,0 0 0,0 0 0,0-1 0,0 1 0,-1 0 0,1 0 0,0 0 0,-1 0 0,1 1 0,0-1 0,-1 0 0,1 0 0,-1 1 0,0-1 0,1 1 0,-1-1 0,1 1 0,-1 0 0,0 0 0,1 0 0,-1 0 0,0 0 0,1 0 0,-1 0 0,0 0 0,-2 1 0,-3 0 0,-1 0 0,1 1 0,0-1 0,-1 1 0,1 1 0,0-1 0,0 1 0,0 1 0,1-1 0,-1 1 0,1 0 0,0 0 0,0 1 0,-6 6 0,5-3 0,0 0 0,1 0 0,0 1 0,0 0 0,1 0 0,0 1 0,1 0 0,-7 19 0,3 7 0,1 0 0,2 0 0,1 1 0,2 59 0,4 67 0,-1 77 0,-1-236-170,0 1-1,0-1 0,-1 1 1,0-1-1,0 0 0,0 1 1,-2 4-1,-3 1-6655</inkml:trace>
</inkml:ink>
</file>

<file path=ppt/ink/ink1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9.122"/>
    </inkml:context>
    <inkml:brush xml:id="br0">
      <inkml:brushProperty name="width" value="0.05" units="cm"/>
      <inkml:brushProperty name="height" value="0.05" units="cm"/>
    </inkml:brush>
  </inkml:definitions>
  <inkml:trace contextRef="#ctx0" brushRef="#br0">0 92 24575,'0'-2'0,"0"-4"0,0-2 0,3-3 0,2-2 0,4 2 0,4 2 0,3 0 0,3 2 0,4 2 0,-1 2 0,2 2 0,1-2 0,-4 0-8191</inkml:trace>
</inkml:ink>
</file>

<file path=ppt/ink/ink1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09.501"/>
    </inkml:context>
    <inkml:brush xml:id="br0">
      <inkml:brushProperty name="width" value="0.05" units="cm"/>
      <inkml:brushProperty name="height" value="0.05" units="cm"/>
    </inkml:brush>
  </inkml:definitions>
  <inkml:trace contextRef="#ctx0" brushRef="#br0">9 140 24575,'0'-10'0,"0"-1"0,0 1 0,1 0 0,1 0 0,-1 0 0,5-11 0,-5 18 0,0-1 0,1 1 0,0 0 0,0 0 0,0 0 0,0 0 0,1 0 0,-1 0 0,1 1 0,-1-1 0,1 1 0,0 0 0,0-1 0,0 1 0,0 1 0,1-1 0,-1 0 0,0 1 0,1 0 0,4-2 0,-5 2 0,1 0 0,-1 0 0,1 0 0,-1 1 0,1-1 0,-1 1 0,1 0 0,0 0 0,-1 0 0,1 1 0,-1-1 0,1 1 0,0 0 0,-1 0 0,0 0 0,1 0 0,-1 0 0,0 1 0,1 0 0,-1-1 0,0 1 0,0 1 0,0-1 0,-1 0 0,1 1 0,-1-1 0,5 6 0,-4-3 0,0-1 0,-1 1 0,1 0 0,-1 0 0,0 0 0,-1 0 0,1 0 0,-1 0 0,0 0 0,0 0 0,-1 1 0,1-1 0,-1 0 0,0 1 0,-1-1 0,1 0 0,-1 0 0,-2 9 0,-1-3 0,0-1 0,-1 1 0,0-1 0,0 0 0,-1 0 0,0-1 0,-1 1 0,-15 15 0,4-7 0,-1-1 0,-40 27 0,57-42 0,-23 18 0,25-19 0,-1-1 0,1 0 0,0 1 0,-1-1 0,1 1 0,0-1 0,0 0 0,0 1 0,-1-1 0,1 1 0,0-1 0,0 0 0,0 1 0,0-1 0,0 1 0,0-1 0,0 1 0,0-1 0,0 1 0,0-1 0,0 0 0,0 1 0,0 0 0,1 0 0,-1-1 0,1 1 0,-1-1 0,1 1 0,0-1 0,-1 1 0,1-1 0,0 1 0,-1-1 0,1 0 0,0 1 0,0-1 0,-1 0 0,1 0 0,0 1 0,0-1 0,0 0 0,0 0 0,25 2 0,-1 0 0,0-2 0,0-1 0,29-4 0,1 0 0,50 0-1365,-60 3-5461</inkml:trace>
</inkml:ink>
</file>

<file path=ppt/ink/ink1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0.073"/>
    </inkml:context>
    <inkml:brush xml:id="br0">
      <inkml:brushProperty name="width" value="0.05" units="cm"/>
      <inkml:brushProperty name="height" value="0.05" units="cm"/>
    </inkml:brush>
  </inkml:definitions>
  <inkml:trace contextRef="#ctx0" brushRef="#br0">2 30 24575,'0'0'0,"1"0"0,-1 0 0,1 0 0,-1 0 0,0 0 0,1 0 0,-1 1 0,1-1 0,-1 0 0,0 0 0,1 1 0,-1-1 0,1 0 0,-1 1 0,0-1 0,0 0 0,1 1 0,-1-1 0,0 0 0,1 1 0,-1-1 0,0 1 0,0-1 0,0 1 0,0-1 0,1 0 0,-1 1 0,0-1 0,0 1 0,0-1 0,0 1 0,0-1 0,0 1 0,0-1 0,0 1 0,0-1 0,0 0 0,-1 1 0,1-1 0,0 1 0,0-1 0,0 1 0,0-1 0,-1 0 0,1 1 0,0-1 0,0 1 0,-1-1 0,1 0 0,0 1 0,-1-1 0,1 0 0,0 0 0,-1 1 0,1-1 0,-1 0 0,1 0 0,0 1 0,-1-1 0,1 0 0,-1 0 0,1 0 0,-1 0 0,1 0 0,0 1 0,-2-1 0,16 3 0,0-1 0,0 0 0,0-1 0,0 0 0,22-2 0,-11 0 0,543-12-949,149-2-908,83 13 1520,1095-19-715,-1680 15 5092,-349 15-5250,93-7-5616</inkml:trace>
</inkml:ink>
</file>

<file path=ppt/ink/ink1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22.770"/>
    </inkml:context>
    <inkml:brush xml:id="br0">
      <inkml:brushProperty name="width" value="0.05" units="cm"/>
      <inkml:brushProperty name="height" value="0.05" units="cm"/>
    </inkml:brush>
  </inkml:definitions>
  <inkml:trace contextRef="#ctx0" brushRef="#br0">0 120 24575,'711'-28'-507,"-509"17"305,-20 1 94,1352-56-1463,-1462 64 603,-19-1-3867</inkml:trace>
</inkml:ink>
</file>

<file path=ppt/ink/ink1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23.380"/>
    </inkml:context>
    <inkml:brush xml:id="br0">
      <inkml:brushProperty name="width" value="0.05" units="cm"/>
      <inkml:brushProperty name="height" value="0.05" units="cm"/>
    </inkml:brush>
  </inkml:definitions>
  <inkml:trace contextRef="#ctx0" brushRef="#br0">1 84 24575,'752'-25'-711,"-318"5"400,826-6 289,-969 14 188,-281 11-847</inkml:trace>
</inkml:ink>
</file>

<file path=ppt/ink/ink1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23.937"/>
    </inkml:context>
    <inkml:brush xml:id="br0">
      <inkml:brushProperty name="width" value="0.05" units="cm"/>
      <inkml:brushProperty name="height" value="0.05" units="cm"/>
    </inkml:brush>
  </inkml:definitions>
  <inkml:trace contextRef="#ctx0" brushRef="#br0">1 30 24575,'180'11'0,"799"-12"-473,0-38 219,-974 39-530</inkml:trace>
</inkml:ink>
</file>

<file path=ppt/ink/ink1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24.517"/>
    </inkml:context>
    <inkml:brush xml:id="br0">
      <inkml:brushProperty name="width" value="0.05" units="cm"/>
      <inkml:brushProperty name="height" value="0.05" units="cm"/>
    </inkml:brush>
  </inkml:definitions>
  <inkml:trace contextRef="#ctx0" brushRef="#br0">21 2 24575,'-10'-1'0,"0"1"0,18 3 0,8 1 0,1 1 0,-1 0 0,26 14 0,-37-16 0,-1-1 0,0 1 0,0-1 0,-1 1 0,1 1 0,-1-1 0,1 0 0,2 6 0,-4-7 0,-1 0 0,0 0 0,0 0 0,0 0 0,0 1 0,0-1 0,0 0 0,-1 1 0,1-1 0,-1 1 0,1-1 0,-1 1 0,0-1 0,0 1 0,0-1 0,-1 5 0,-1-2-84,0-1 0,1 0 1,-2 0-1,1 0 0,0 0 0,-1 0 0,1 0 0,-1-1 0,0 1 0,-4 2 1,5-3-360,-7 6-6383</inkml:trace>
</inkml:ink>
</file>

<file path=ppt/ink/ink1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24.948"/>
    </inkml:context>
    <inkml:brush xml:id="br0">
      <inkml:brushProperty name="width" value="0.05" units="cm"/>
      <inkml:brushProperty name="height" value="0.05" units="cm"/>
    </inkml:brush>
  </inkml:definitions>
  <inkml:trace contextRef="#ctx0" brushRef="#br0">4 1 24575,'0'2'0,"-3"1"0,3 0 0,2 0 0,4-1 0,6-1 0,3-1 0,3 3 0,2 0 0,0 2 0,-2 1 0,-1 0 0,-4 3 0,-3 2 0,-4 1 0,-6 2 0,-7 0 0,-2-2-8191</inkml:trace>
</inkml:ink>
</file>

<file path=ppt/ink/ink1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25.288"/>
    </inkml:context>
    <inkml:brush xml:id="br0">
      <inkml:brushProperty name="width" value="0.05" units="cm"/>
      <inkml:brushProperty name="height" value="0.05" units="cm"/>
    </inkml:brush>
  </inkml:definitions>
  <inkml:trace contextRef="#ctx0" brushRef="#br0">5 11 24575,'0'0'0,"0"0"0,0-1 0,0 1 0,0 0 0,0 0 0,0 0 0,1 0 0,-1 0 0,0 0 0,0-1 0,0 1 0,0 0 0,0 0 0,0 0 0,0 0 0,0 0 0,0-1 0,0 1 0,0 0 0,0 0 0,0 0 0,0 0 0,0 0 0,0 0 0,0-1 0,0 1 0,0 0 0,0 0 0,0 0 0,-1 0 0,1 0 0,0-1 0,0 1 0,0 0 0,0 0 0,0 0 0,0 0 0,0 0 0,0 0 0,0 0 0,-1 0 0,1 0 0,0-1 0,0 1 0,0 0 0,0 0 0,0 0 0,0 0 0,-1 0 0,1 0 0,0 0 0,0 0 0,0 0 0,0 0 0,0 0 0,-1 0 0,1 0 0,0 0 0,0 0 0,0 0 0,0 0 0,0 0 0,-1 0 0,1 0 0,0 0 0,0 1 0,0-1 0,0 0 0,10-5 0,-2 4 0,0 2 0,0-1 0,0 1 0,0 1 0,0-1 0,-1 1 0,1 1 0,-1-1 0,8 5 0,-3-2 0,0 2 0,0-1 0,-1 2 0,16 13 0,-25-20 14,0 0 1,-1 0-1,0 1 0,1-1 0,-1 0 1,0 1-1,1 0 0,-1-1 0,0 1 0,0-1 1,-1 1-1,1 0 0,0 0 0,0 0 1,-1 0-1,1-1 0,-1 1 0,0 0 0,1 0 1,-1 0-1,0 0 0,0 0 0,-1 3 1,0-2-137,0 0 0,0 0 0,0 0 0,-1 0 0,1-1 0,-1 1 0,0 0 0,0-1 0,0 1 1,0-1-1,0 0 0,-1 0 0,-3 3 0,-13 9-6704</inkml:trace>
</inkml:ink>
</file>

<file path=ppt/ink/ink1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26.690"/>
    </inkml:context>
    <inkml:brush xml:id="br0">
      <inkml:brushProperty name="width" value="0.05" units="cm"/>
      <inkml:brushProperty name="height" value="0.05" units="cm"/>
    </inkml:brush>
  </inkml:definitions>
  <inkml:trace contextRef="#ctx0" brushRef="#br0">30 43 24575,'3'-1'0,"0"1"0,0-1 0,1 0 0,-1 0 0,0 0 0,0 0 0,0 0 0,0-1 0,0 1 0,-1-1 0,1 0 0,0 0 0,2-3 0,-2 3 0,0-1 0,0 1 0,1 0 0,-1 0 0,1 0 0,-1 0 0,1 1 0,-1-1 0,8-1 0,-8 3 0,0 0 0,0 0 0,0 0 0,0 0 0,0 0 0,0 1 0,0-1 0,0 1 0,0 0 0,0 0 0,-1 0 0,1 0 0,0 0 0,-1 1 0,1-1 0,-1 1 0,1 0 0,-1 0 0,0 0 0,0 0 0,1 0 0,2 5 0,-4-6 0,-1 0 0,1 1 0,0-1 0,0 0 0,-1 1 0,1-1 0,-1 1 0,0-1 0,1 1 0,-1-1 0,0 1 0,0 0 0,0-1 0,0 1 0,0-1 0,0 1 0,0-1 0,-1 3 0,0-2 0,1-1 0,-1 1 0,0 0 0,-1 0 0,1 0 0,0-1 0,0 1 0,-1-1 0,1 1 0,-1-1 0,1 1 0,-1-1 0,0 0 0,1 0 0,-1 0 0,0 0 0,-2 1 0,-7 3 0,0 0 0,-1-2 0,1 1 0,-1-1 0,0-1 0,1 0 0,-1 0 0,0-2 0,-13 1 0,24-1 0,0 0 0,0 0 0,0 0 0,0 0 0,0-1 0,-1 1 0,1 0 0,0 0 0,0-1 0,0 1 0,0 0 0,0-1 0,0 1 0,0-1 0,0 0 0,0 1 0,0-1 0,0 0 0,0 1 0,1-1 0,-1 0 0,0 0 0,0 0 0,1 0 0,-1 0 0,1 0 0,-1 0 0,0 0 0,1 0 0,0 0 0,-1 0 0,1 0 0,0 0 0,0 0 0,-1 0 0,1 0 0,0 0 0,0-1 0,0 1 0,0 0 0,0 0 0,1 0 0,-1 0 0,1-2 0,0-1 0,0 0 0,0 0 0,1 0 0,0 0 0,0 0 0,0 0 0,0 1 0,1-1 0,-1 1 0,6-6 0,-4 6 0,0 0 0,0 0 0,0 0 0,1 1 0,-1-1 0,1 1 0,-1 0 0,9-2 0,-12 4 0,0-1 0,0 1 0,0 0 0,0 0 0,0 0 0,0 0 0,0 0 0,0 0 0,0 0 0,0 0 0,0 0 0,0 1 0,0-1 0,0 0 0,0 0 0,0 1 0,0-1 0,0 1 0,1 0 0,-1 0 0,-1 0 0,1 0 0,-1 0 0,1 0 0,0 0 0,-1 1 0,0-1 0,1 0 0,-1 0 0,0 0 0,1 0 0,-1 1 0,0-1 0,0 0 0,0 0 0,0 1 0,0-1 0,0 0 0,-1 0 0,1 0 0,-1 2 0,-1 8-1365,-2-2-5461</inkml:trace>
</inkml:ink>
</file>

<file path=ppt/ink/ink1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27.483"/>
    </inkml:context>
    <inkml:brush xml:id="br0">
      <inkml:brushProperty name="width" value="0.05" units="cm"/>
      <inkml:brushProperty name="height" value="0.05" units="cm"/>
    </inkml:brush>
  </inkml:definitions>
  <inkml:trace contextRef="#ctx0" brushRef="#br0">102 27 24575,'0'0'0,"-1"-1"0,1 1 0,-1-1 0,1 1 0,0-1 0,-1 1 0,1-1 0,0 0 0,-1 1 0,1-1 0,0 1 0,0-1 0,0 0 0,0 1 0,0-1 0,-1 1 0,1-1 0,0 0 0,0 1 0,0-1 0,1 0 0,-1 1 0,0-1 0,0 0 0,0 1 0,0-1 0,1 1 0,-1-1 0,0 1 0,0-1 0,1 0 0,-1 1 0,0-1 0,1 1 0,-1-1 0,1 1 0,-1 0 0,1-1 0,-1 1 0,1-1 0,-1 1 0,1 0 0,-1-1 0,1 1 0,-1 0 0,1 0 0,0-1 0,-1 1 0,1 0 0,0 0 0,-1 0 0,1 0 0,1 0 0,-2-1 0,1 1 0,0 0 0,0 0 0,0 0 0,0 0 0,0 0 0,0 0 0,0 0 0,0 0 0,0 0 0,0 0 0,-1 0 0,1 0 0,0 1 0,0-1 0,0 0 0,0 1 0,0-1 0,-1 1 0,1-1 0,0 1 0,0-1 0,-1 1 0,1 0 0,0-1 0,-1 1 0,1 0 0,-1-1 0,1 1 0,0 0 0,-1 0 0,0-1 0,1 1 0,-1 0 0,0 0 0,1 0 0,-1 0 0,0 0 0,0 0 0,0 0 0,1-1 0,-1 3 0,-1-1 0,1 1 0,-1 0 0,1-1 0,-1 1 0,0-1 0,0 1 0,0-1 0,0 1 0,-1-1 0,1 0 0,0 1 0,-1-1 0,0 0 0,1 0 0,-1 0 0,0 0 0,0-1 0,0 1 0,-1 0 0,1-1 0,0 0 0,0 1 0,-1-1 0,1 0 0,-1 0 0,1 0 0,-1 0 0,-3 0 0,0 1 0,-1-1 0,0 1 0,1-1 0,-1 0 0,0-1 0,0 0 0,0 0 0,0 0 0,-13-3 0,20 3 0,0 0 0,-1 0 0,1 0 0,0 0 0,-1 0 0,1 0 0,0-1 0,-1 1 0,1 0 0,0 0 0,-1 0 0,1 0 0,0-1 0,-1 1 0,1 0 0,0 0 0,0-1 0,-1 1 0,1 0 0,0 0 0,0-1 0,-1 1 0,1 0 0,0-1 0,0 1 0,0 0 0,0-1 0,0 1 0,-1 0 0,1-1 0,0 1 0,0 0 0,0-1 0,8-11 0,17-6 0,-16 12 0,-3 2 0,1 0 0,0 0 0,0 0 0,0 1 0,0 0 0,0 0 0,1 0 0,8 0 0,-16 2-26,1 1 1,-1 0-1,1 0 0,-1 0 0,1 0 1,-1 1-1,1-1 0,-1 0 0,0 0 1,1 0-1,-1 0 0,1 0 0,-1 1 1,1-1-1,-1 0 0,1 0 0,-1 1 1,0-1-1,1 0 0,-1 1 0,0-1 1,1 0-1,-1 1 0,0-1 0,1 0 0,-1 1 1,0-1-1,0 1 0,1-1 0,-1 1 1,0-1-1,0 0 0,0 1 0,0-1 1,0 1-1,1-1 0,-1 1 0,0-1 1,0 1-1,0-1 0,0 1 0,-1-1 1,1 1-1,0-1 0,0 1 0,0-1 0,0 1 1,0-1-1,-1 1 0,1-1 0,0 0 1,-1 2-1,-3 8-6800</inkml:trace>
</inkml:ink>
</file>

<file path=ppt/ink/ink1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27.934"/>
    </inkml:context>
    <inkml:brush xml:id="br0">
      <inkml:brushProperty name="width" value="0.05" units="cm"/>
      <inkml:brushProperty name="height" value="0.05" units="cm"/>
    </inkml:brush>
  </inkml:definitions>
  <inkml:trace contextRef="#ctx0" brushRef="#br0">0 86 24575,'228'12'0,"860"-9"-2107,-594-4 1469,159-8 336,-3-32 0,-615 38 355,-18 2 64,1-1-1,-1 0 0,1-1 0,-1-1 0,20-7 0,-36 10-81,-1 1-1,1 0 0,0 0 1,-1 0-1,1-1 0,0 1 0,-1 0 1,1-1-1,0 1 0,-1 0 1,1-1-1,-1 1 0,1-1 1,-1 1-1,1-1 0,-1 1 0,1-1 1,-1 1-1,0-1 0,1 1 1,-1-2-1,0 1 7,0 1-1,0-1 1,0 1-1,-1 0 1,1-1 0,0 1-1,-1 0 1,1-1-1,0 1 1,-1 0 0,1-1-1,-1 1 1,1 0 0,-1-1-1,1 1 1,0 0-1,-1 0 1,1 0 0,-1 0-1,1-1 1,-2 1-1,-31-5 795,16 4-1013,1 0-1,-1 2 1,1 0-1,-1 1 1,1 0-1,-18 6 1,19-3-6648</inkml:trace>
</inkml:ink>
</file>

<file path=ppt/ink/ink1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28.199"/>
    </inkml:context>
    <inkml:brush xml:id="br0">
      <inkml:brushProperty name="width" value="0.05" units="cm"/>
      <inkml:brushProperty name="height" value="0.05" units="cm"/>
    </inkml:brush>
  </inkml:definitions>
  <inkml:trace contextRef="#ctx0" brushRef="#br0">7 9 24575,'-7'-8'0,"17"14"0,-1 0 0,23 14 0,33 24 0,-59-40 0,-1 0 0,0 1 0,0-1 0,0 1 0,-1 1 0,0-1 0,0 1 0,6 10 0,-9-14 11,-1-1 0,1 1 0,0 0 0,-1 0 0,1 0 0,-1 0 0,0 0 0,1 0 0,-1 0 0,0 0 0,0 0 0,0 0 0,-1 0 0,1 0 0,0 0 0,-1 0 0,1 0 0,-1 0 0,0-1 0,0 1 0,0 0 1,0 0-1,0 0 0,0-1 0,0 1 0,0-1 0,-1 1 0,1-1 0,0 1 0,-3 0 0,-2 3-296,-1 0 1,0-1-1,0 0 1,0 0-1,-14 5 1,-15 4-6542</inkml:trace>
</inkml:ink>
</file>

<file path=ppt/ink/ink1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29.425"/>
    </inkml:context>
    <inkml:brush xml:id="br0">
      <inkml:brushProperty name="width" value="0.05" units="cm"/>
      <inkml:brushProperty name="height" value="0.05" units="cm"/>
    </inkml:brush>
  </inkml:definitions>
  <inkml:trace contextRef="#ctx0" brushRef="#br0">190 1 24575,'-2'3'0,"-1"1"0,0 0 0,1 0 0,0 0 0,0 0 0,0 1 0,0-1 0,0 0 0,1 1 0,0 0 0,-1 7 0,-1 55 0,2-48 0,-1 174 0,-10 205 0,-83 413 0,87-757 0,-2 0 0,-20 63 0,29-115 0,0 0 0,0 1 0,1-1 0,-1 0 0,1 1 0,-1-1 0,1 0 0,0 1 0,0-1 0,1 4 0,-1-6 0,0 1 0,0-1 0,0 0 0,0 1 0,1-1 0,-1 0 0,0 1 0,0-1 0,1 1 0,-1-1 0,0 0 0,0 0 0,1 1 0,-1-1 0,0 0 0,1 1 0,-1-1 0,1 0 0,-1 0 0,0 0 0,1 1 0,0-1 0,16-2 0,1-4 0,2 1 0,-1 0 0,0 2 0,30-2 0,82 4 0,-66 3 0,2107-26-3938,-1415 11 3959,524-18-1319,-1218 29 1253,251-23 783,-304 23-619,-7 2 43,1 0 1,0 0-1,-1-1 1,1 0-1,-1 0 1,1 0-1,-1 0 1,0 0-1,0-1 1,1 1-1,-1-1 0,3-2 1,-5 3-181,-1 1 0,0 0 0,0 0 0,0 0 1,0-1-1,0 1 0,0 0 0,0-1 0,0 1 0,0 0 0,0 0 1,0-1-1,0 1 0,0 0 0,0 0 0,0-1 0,0 1 0,0 0 1,0 0-1,0-1 0,0 1 0,0 0 0,0 0 0,0-1 0,0 1 1,-1 0-1,1 0 0,0 0 0,0-1 0,0 1 0,0 0 0,-1 0 1,1 0-1,0-1 0,-1 1 0,-11-8-5239</inkml:trace>
</inkml:ink>
</file>

<file path=ppt/ink/ink1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30.866"/>
    </inkml:context>
    <inkml:brush xml:id="br0">
      <inkml:brushProperty name="width" value="0.05" units="cm"/>
      <inkml:brushProperty name="height" value="0.05" units="cm"/>
    </inkml:brush>
  </inkml:definitions>
  <inkml:trace contextRef="#ctx0" brushRef="#br0">78 99 24575,'-9'-1'0,"0"0"0,0 0 0,-11-4 0,-10-1 0,68 8 0,61-5 0,-48 1 0,2210-37-2505,-1370 30 1899,19 3-307,-883 6 876,7 0 495,0-2-1,44-7 0,-59 3 235,-19 6-674,0 0-1,0 0 1,0-1 0,0 1-1,0 0 1,0 0-1,0 0 1,0 0-1,0 0 1,0-1-1,0 1 1,0 0-1,0 0 1,0 0-1,0 0 1,0-1-1,0 1 1,0 0 0,0 0-1,0 0 1,0 0-1,0 0 1,0-1-1,0 1 1,0 0-1,0 0 1,0 0-1,0 0 1,0 0-1,-1 0 1,1-1-1,0 1 1,0 0 0,0 0-1,0 0 1,0 0-1,0 0 1,-1 0-1,1 0 1,0 0-1,0 0 1,0 0-1,0 0 1,0 0-1,-1 0 1,1-1-1,0 1 1,0 0 0,0 0-1,-1 1 1,-3-3 165,0 1 1,-1 0 0,1 0 0,-1 1-1,-6-1 1,8 1-184,1 0 0,0 0 0,-1 0 0,1 0 0,0 1 0,0-1 0,-1 1 0,1-1 0,0 1 0,0 0 0,0 0 0,0 0 0,0 0 0,0 0 0,0 0 0,0 1 0,0-1 0,1 0 0,-1 1 0,-2 3 0,3-4 0,0 1 0,0 0 0,1 0 0,-1 0 0,1 0 0,-1 0 0,1 1 0,0-1 0,0 0 0,0 0 0,0 0 0,0 0 0,1 0 0,-1 0 0,0 0 0,1 0 0,0 0 0,-1 0 0,1 0 0,0 0 0,0 0 0,2 3 0,2 3 0,0 0 0,1 0 0,0-1 0,0 0 0,1 0 0,0 0 0,0-1 0,16 11 0,-22-16 0,0-1 0,0 1 0,0-1 0,1 0 0,-1 1 0,0-1 0,1 0 0,-1 0 0,0 1 0,1-1 0,-1 0 0,0 0 0,0-1 0,1 1 0,-1 0 0,0 0 0,1-1 0,-1 1 0,0 0 0,0-1 0,1 0 0,-1 1 0,0-1 0,0 0 0,0 1 0,0-1 0,0 0 0,0 0 0,0 0 0,1-1 0,0 1 0,-1-1 0,1 1 0,0 0 0,-1 0 0,1 0 0,0 0 0,0 0 0,0 0 0,0 0 0,3 0 0,-4 1 0,-1 0 0,1 0 0,0 0 0,0 1 0,0-1 0,0 0 0,-1 1 0,1-1 0,0 1 0,-1-1 0,1 0 0,0 1 0,0 0 0,-1-1 0,1 1 0,-1-1 0,1 1 0,-1 0 0,1-1 0,-1 1 0,1 0 0,-1 0 0,0-1 0,1 1 0,-1 0 0,0 0 0,1 0 0,-1-1 0,0 1 0,0 0 0,0 0 0,0 0 0,0 0 0,0-1 0,0 2 0,0 32 0,-19 83 0,0-7 0,-19 340 0,-32 241 0,60-642 0,6-28 0,0-1 0,-2 31 0,9-36 342,0-13-684,1-8-1023,-2-2-5461</inkml:trace>
</inkml:ink>
</file>

<file path=ppt/ink/ink1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39.639"/>
    </inkml:context>
    <inkml:brush xml:id="br0">
      <inkml:brushProperty name="width" value="0.05" units="cm"/>
      <inkml:brushProperty name="height" value="0.05" units="cm"/>
    </inkml:brush>
  </inkml:definitions>
  <inkml:trace contextRef="#ctx0" brushRef="#br0">12 15 24575,'0'-2'0,"-2"-1"0,-4-1 0,2 2 0,4 0 0,5 1 0,3 0 0,5 1 0,8 0 0,5 0 0,3 0 0,1 1 0,1-1 0,-1 0 0,-3 0 0,-3 0 0,-7 0-8191</inkml:trace>
</inkml:ink>
</file>

<file path=ppt/ink/ink1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39.856"/>
    </inkml:context>
    <inkml:brush xml:id="br0">
      <inkml:brushProperty name="width" value="0.05" units="cm"/>
      <inkml:brushProperty name="height" value="0.05" units="cm"/>
    </inkml:brush>
  </inkml:definitions>
  <inkml:trace contextRef="#ctx0" brushRef="#br0">29 1 24575,'0'2'0,"0"4"0,0 2 0,-2 4 0,-4 3 0,0 4 0,1 2 0,0 1 0,3 2 0,0 2 0,4 2 0,1-3 0,2 0 0,3-2 0,0-5-8191</inkml:trace>
</inkml:ink>
</file>

<file path=ppt/ink/ink1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0.414"/>
    </inkml:context>
    <inkml:brush xml:id="br0">
      <inkml:brushProperty name="width" value="0.05" units="cm"/>
      <inkml:brushProperty name="height" value="0.05" units="cm"/>
    </inkml:brush>
  </inkml:definitions>
  <inkml:trace contextRef="#ctx0" brushRef="#br0">143 56 24575,'0'-3'0,"0"0"0,0 0 0,0 0 0,0 0 0,-1-1 0,1 1 0,-1 0 0,0 0 0,0 0 0,0 0 0,0 0 0,-4-5 0,4 7 0,0 0 0,0 0 0,-1 0 0,1 0 0,-1 0 0,1 1 0,-1-1 0,1 0 0,-1 1 0,1-1 0,-1 1 0,1-1 0,-1 1 0,0 0 0,1-1 0,-1 1 0,0 0 0,1 0 0,-1 0 0,0 0 0,1 1 0,-1-1 0,0 0 0,1 1 0,-1-1 0,-1 2 0,-3 0 0,0 1 0,0-1 0,1 1 0,0 0 0,-1 1 0,1-1 0,0 1 0,1 0 0,-1 1 0,-7 8 0,9-10 0,1-1 0,0 1 0,0 0 0,0 0 0,0 0 0,1 0 0,-1 0 0,1 0 0,0 0 0,-1 0 0,1 1 0,1-1 0,-1 0 0,0 1 0,1-1 0,0 1 0,0-1 0,0 1 0,0-1 0,1 1 0,0 3 0,-1-6 0,1 0 0,-1 0 0,1 0 0,-1 0 0,1 0 0,-1 0 0,1 0 0,0 0 0,-1 0 0,1 0 0,0-1 0,0 1 0,0 0 0,-1 0 0,1-1 0,0 1 0,0-1 0,0 1 0,0-1 0,0 1 0,0-1 0,3 1 0,-2-1 0,0 1 0,1-1 0,-1 0 0,1 0 0,-1-1 0,1 1 0,-1 0 0,1-1 0,-1 0 0,3 0 0,2-2 0,-1 0 0,1 0 0,-1-1 0,0 1 0,0-1 0,8-7 0,-11 8 0,1 0 0,-1-1 0,1 0 0,-1 1 0,0-1 0,0 0 0,-1 0 0,1 0 0,-1-1 0,0 1 0,0-1 0,0 1 0,-1-1 0,0 0 0,2-9 0,-4 22-124,1-1 0,0 0 0,0 1 0,1-1 0,0 0 0,0 0-1,1 0 1,0 0 0,0 0 0,7 13 0,-1-7-6702</inkml:trace>
</inkml:ink>
</file>

<file path=ppt/ink/ink1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0.663"/>
    </inkml:context>
    <inkml:brush xml:id="br0">
      <inkml:brushProperty name="width" value="0.05" units="cm"/>
      <inkml:brushProperty name="height" value="0.05" units="cm"/>
    </inkml:brush>
  </inkml:definitions>
  <inkml:trace contextRef="#ctx0" brushRef="#br0">0 0 24575,'0'2'0,"0"4"0,0 3 0,0 2 0,0 1 0,0 2 0,0 3 0,0 1 0,0 2 0,0 0 0,0-1 0,0-1 0,0-2 0,0 0 0,0-4-8191</inkml:trace>
</inkml:ink>
</file>

<file path=ppt/ink/ink1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1.157"/>
    </inkml:context>
    <inkml:brush xml:id="br0">
      <inkml:brushProperty name="width" value="0.05" units="cm"/>
      <inkml:brushProperty name="height" value="0.05" units="cm"/>
    </inkml:brush>
  </inkml:definitions>
  <inkml:trace contextRef="#ctx0" brushRef="#br0">13 55 24575,'0'15'0,"-1"126"0,-6-119 0,3-20 0,4-14 0,5-21 0,9-54 0,-12 78 0,1 1 0,0 0 0,0 0 0,0 0 0,1 0 0,0 1 0,1 0 0,5-8 0,-8 13 0,1-1 0,0 1 0,0 0 0,0 0 0,0 0 0,0 0 0,1 1 0,-1-1 0,1 1 0,-1 0 0,1 0 0,-1 0 0,1 0 0,-1 0 0,6 1 0,-8-1 0,1 1 0,-1 0 0,0 0 0,1 0 0,-1 0 0,1 0 0,-1 0 0,0 1 0,1-1 0,-1 0 0,0 1 0,1-1 0,-1 1 0,0-1 0,0 1 0,0 0 0,1 0 0,-1-1 0,0 1 0,0 0 0,0 0 0,0 0 0,0 0 0,0 0 0,-1 0 0,1 0 0,0 0 0,0 1 0,-1-1 0,1 0 0,-1 0 0,1 1 0,-1-1 0,1 0 0,-1 1 0,0-1 0,0 0 0,0 1 0,0-1 0,0 1 0,0-1 0,0 3 0,-1-2 14,1 1 1,-1-1-1,0 1 0,0-1 0,0 1 1,0-1-1,0 0 0,0 1 0,-1-1 0,1 0 1,-1 0-1,0 0 0,1 0 0,-1 0 1,0 0-1,0-1 0,0 1 0,-1 0 0,1-1 1,0 0-1,0 0 0,-1 1 0,-3 0 1,-2 1-259,0-1 0,-1 1 0,1-1 0,0-1 1,-1 0-1,-8 0 0,3 0-6582</inkml:trace>
</inkml:ink>
</file>

<file path=ppt/ink/ink1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1.661"/>
    </inkml:context>
    <inkml:brush xml:id="br0">
      <inkml:brushProperty name="width" value="0.05" units="cm"/>
      <inkml:brushProperty name="height" value="0.05" units="cm"/>
    </inkml:brush>
  </inkml:definitions>
  <inkml:trace contextRef="#ctx0" brushRef="#br0">101 43 24575,'9'-16'0,"0"-1"0,-10 17 0,1-1 0,0 1 0,0-1 0,-1 1 0,1-1 0,0 1 0,-1-1 0,1 1 0,0-1 0,-1 1 0,1-1 0,-1 1 0,1 0 0,-1-1 0,1 1 0,-1 0 0,1-1 0,-1 1 0,1 0 0,-1 0 0,1 0 0,-1-1 0,1 1 0,-1 0 0,1 0 0,-1 0 0,0 0 0,1 0 0,-1 0 0,1 0 0,-1 0 0,0 0 0,1 0 0,-1 1 0,-4-1 0,1 1 0,0-1 0,0 1 0,0 0 0,0 1 0,0-1 0,0 1 0,0 0 0,0-1 0,1 2 0,-1-1 0,1 0 0,-1 1 0,-3 3 0,3-3 0,1 1 0,-1-1 0,1 0 0,0 1 0,0 0 0,0 0 0,0 0 0,1 0 0,0 0 0,0 1 0,0-1 0,-2 7 0,4-9 0,-1-1 0,1 1 0,0 0 0,0-1 0,0 1 0,0 0 0,0 0 0,0-1 0,0 1 0,1 0 0,-1-1 0,0 1 0,1 0 0,0-1 0,-1 1 0,2 1 0,-1-2 0,-1-1 0,1 1 0,0 0 0,-1-1 0,1 1 0,0 0 0,0-1 0,0 1 0,0-1 0,0 1 0,0-1 0,-1 0 0,1 1 0,0-1 0,0 0 0,0 0 0,0 1 0,0-1 0,0 0 0,2 0 0,0-1 0,0 1 0,0-1 0,0 1 0,0-1 0,0 0 0,0 0 0,0 0 0,0-1 0,0 1 0,0-1 0,0 0 0,-1 1 0,1-1 0,-1 0 0,4-4 0,18-31 0,-22 32 0,2-1 0,-1 1 0,0-1 0,1 1 0,0 0 0,8-7 0,-12 11 0,1 1 0,0-1 0,-1 1 0,1 0 0,-1-1 0,1 1 0,0-1 0,0 1 0,-1 0 0,1 0 0,0 0 0,0-1 0,-1 1 0,1 0 0,0 0 0,0 0 0,-1 0 0,1 0 0,0 0 0,0 0 0,0 0 0,-1 1 0,1-1 0,0 0 0,0 0 0,0 1 0,1 0 0,0 0 0,-1 1 0,1-1 0,0 0 0,-1 1 0,0-1 0,1 1 0,-1 0 0,2 2 0,2 5 0,0-1 0,-1 1 0,3 11 0,24 70-1365,-23-71-5461</inkml:trace>
</inkml:ink>
</file>

<file path=ppt/ink/ink1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3.407"/>
    </inkml:context>
    <inkml:brush xml:id="br0">
      <inkml:brushProperty name="width" value="0.05" units="cm"/>
      <inkml:brushProperty name="height" value="0.05" units="cm"/>
    </inkml:brush>
  </inkml:definitions>
  <inkml:trace contextRef="#ctx0" brushRef="#br0">209 42 24575,'3'-1'0,"0"1"0,0-1 0,0 1 0,0-1 0,-1 0 0,1 0 0,0 0 0,3-2 0,-5 2 0,1 0 0,-1 1 0,0-1 0,0 0 0,1 0 0,-1 0 0,0 0 0,0 0 0,0 0 0,0 0 0,0 0 0,-1 0 0,1 0 0,0-1 0,0 1 0,-1 0 0,1 0 0,0-2 0,-1 2 0,0 1 0,0-1 0,-1 0 0,1 1 0,0-1 0,0 1 0,0-1 0,-1 1 0,1-1 0,0 1 0,-1 0 0,1-1 0,0 1 0,-1-1 0,1 1 0,-1 0 0,1-1 0,0 1 0,-1 0 0,1-1 0,-1 1 0,1 0 0,-1-1 0,1 1 0,-1 0 0,1 0 0,-1 0 0,1 0 0,-1 0 0,0 0 0,1-1 0,-1 1 0,1 0 0,-1 1 0,0-1 0,-22 0 0,23 0 0,-20 4 0,0 0 0,0 1 0,0 1 0,1 1 0,0 0 0,-32 19 0,49-25 0,-1 1 0,1-1 0,0 1 0,-1-1 0,1 1 0,0 0 0,0-1 0,1 1 0,-1 0 0,0 1 0,0-1 0,1 0 0,0 0 0,-3 5 0,4-6 0,0 0 0,0 0 0,0 1 0,0-1 0,0 0 0,0 0 0,1 1 0,-1-1 0,0 0 0,1 0 0,-1 0 0,1 1 0,-1-1 0,1 0 0,-1 0 0,1 0 0,0 0 0,0 0 0,-1 0 0,1 0 0,0 0 0,0-1 0,0 1 0,0 0 0,0 0 0,0-1 0,0 1 0,0-1 0,1 1 0,-1-1 0,0 1 0,2 0 0,13 5 0,0-1 0,32 7 0,12 4 0,-59-16 0,0 0 0,0 1 0,0-1 0,0 0 0,0 0 0,-1 1 0,1-1 0,0 0 0,0 1 0,0-1 0,-1 1 0,1-1 0,0 1 0,0 0 0,-1-1 0,1 1 0,-1 0 0,1-1 0,0 1 0,-1 0 0,1 0 0,-1 0 0,0-1 0,1 3 0,-1-2 0,0 0 0,0-1 0,-1 1 0,1 0 0,-1 0 0,1 0 0,0 0 0,-1 0 0,0-1 0,1 1 0,-1 0 0,1-1 0,-1 1 0,0 0 0,0-1 0,1 1 0,-1-1 0,0 1 0,-1 0 0,-5 3 0,-1 0 0,0 0 0,-16 5 0,6-5-273,-1-1 0,1 0 0,-1-2 0,-33 0 0,37-1-6553</inkml:trace>
</inkml:ink>
</file>

<file path=ppt/ink/ink1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3.841"/>
    </inkml:context>
    <inkml:brush xml:id="br0">
      <inkml:brushProperty name="width" value="0.05" units="cm"/>
      <inkml:brushProperty name="height" value="0.05" units="cm"/>
    </inkml:brush>
  </inkml:definitions>
  <inkml:trace contextRef="#ctx0" brushRef="#br0">82 56 24575,'3'0'0,"0"-1"0,0 0 0,0 0 0,0-1 0,0 1 0,0 0 0,0-1 0,-1 0 0,1 1 0,-1-1 0,5-4 0,-6 5 0,0 0 0,0 0 0,0 0 0,0-1 0,0 1 0,0 0 0,0 0 0,-1-1 0,1 1 0,0 0 0,0-3 0,-1 3 0,0 1 0,0-1 0,0 0 0,0 1 0,0-1 0,0 1 0,0-1 0,0 1 0,0-1 0,0 0 0,-1 1 0,1-1 0,0 1 0,0-1 0,-1 1 0,1-1 0,0 1 0,-1-1 0,1 1 0,0-1 0,-1 1 0,1 0 0,-1-1 0,1 1 0,-1 0 0,1-1 0,-1 1 0,1 0 0,-2-1 0,-1 0 0,0 0 0,0 1 0,0-1 0,0 1 0,0-1 0,0 1 0,0 0 0,0 1 0,0-1 0,0 0 0,0 1 0,0 0 0,0-1 0,0 1 0,0 0 0,0 1 0,0-1 0,0 0 0,-3 3 0,1-1 0,-1 1 0,1-1 0,0 1 0,0 0 0,0 0 0,1 1 0,-1-1 0,-6 10 0,11-13 0,-1 1 0,0-1 0,0 1 0,0-1 0,1 1 0,-1 0 0,0-1 0,1 1 0,0 0 0,-1-1 0,1 1 0,0 0 0,0-1 0,0 4 0,0-4 0,1 0 0,-1 0 0,0 0 0,1 0 0,-1 0 0,1 0 0,-1 0 0,1 0 0,0 0 0,-1 0 0,1-1 0,0 1 0,0 0 0,-1 0 0,1-1 0,0 1 0,0 0 0,1 0 0,1 0 0,0 0 0,0 0 0,0 0 0,1 0 0,-1 0 0,0-1 0,0 0 0,0 1 0,1-1 0,-1 0 0,0-1 0,1 1 0,-1-1 0,3 0 0,1-1 0,0-1 0,0 0 0,0 0 0,-1-1 0,10-6 0,2-1 0,-18 10 6,1 1 1,-1 0-1,1-1 0,-1 1 0,0 0 0,1-1 0,-1 1 1,1 0-1,-1 0 0,1 0 0,-1 0 0,1-1 1,-1 1-1,1 0 0,-1 0 0,1 0 0,-1 0 0,1 0 1,-1 0-1,1 0 0,-1 0 0,1 0 0,-1 1 0,1-1 1,-1 0-1,1 0 0,-1 0 0,0 0 0,1 1 1,-1-1-1,1 0 0,-1 0 0,1 1 0,-1-1 0,0 0 1,1 1-1,-1-1 0,0 1 0,1-1 0,-1 0 0,0 1 1,0-1-1,1 1 0,-1-1 0,0 1 0,0-1 1,0 2-1,4 28-377,-3-15-920,1-5-5535</inkml:trace>
</inkml:ink>
</file>

<file path=ppt/ink/ink1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4.277"/>
    </inkml:context>
    <inkml:brush xml:id="br0">
      <inkml:brushProperty name="width" value="0.05" units="cm"/>
      <inkml:brushProperty name="height" value="0.05" units="cm"/>
    </inkml:brush>
  </inkml:definitions>
  <inkml:trace contextRef="#ctx0" brushRef="#br0">17 78 24575,'1'0'0,"-1"-1"0,0 1 0,0-1 0,0 1 0,0-1 0,0 0 0,0 1 0,0-1 0,0 1 0,0-1 0,0 1 0,-1-1 0,1 1 0,0-1 0,0 0 0,0 1 0,-1-1 0,1 1 0,0-1 0,0 1 0,-1 0 0,1-1 0,-1 1 0,1-1 0,0 1 0,-1 0 0,0-1 0,1 1 0,-1 0 0,1 1 0,-1-1 0,1 1 0,-1-1 0,1 0 0,-1 1 0,1-1 0,0 1 0,-1-1 0,1 1 0,0-1 0,-1 1 0,1-1 0,0 1 0,0 0 0,0-1 0,-1 1 0,1-1 0,0 1 0,0 0 0,0-1 0,0 1 0,0-1 0,0 2 0,-2 8 0,1 1 0,0-1 0,1 1 0,0-1 0,1 1 0,0 0 0,0-1 0,1 0 0,6 21 0,-6-33 0,0 0 0,-1 1 0,1-1 0,-1 0 0,0 0 0,0 0 0,0 0 0,0 0 0,0 0 0,1-2 0,75-155 0,-77 158 0,1-1 0,-1 1 0,1 0 0,-1 0 0,1 0 0,-1 0 0,1 0 0,0 0 0,0 0 0,-1 0 0,1 0 0,0 1 0,0-1 0,0 0 0,0 0 0,0 1 0,0-1 0,0 1 0,0-1 0,0 1 0,0-1 0,1 1 0,-1 0 0,0-1 0,0 1 0,0 0 0,1 0 0,-1 0 0,0 0 0,0 0 0,2 0 0,-1 1 0,-1 0 0,1 0 0,-1 0 0,0 0 0,1 0 0,-1 0 0,0 1 0,0-1 0,0 0 0,0 1 0,0-1 0,0 0 0,0 1 0,-1 0 0,1-1 0,0 1 0,-1-1 0,1 1 0,-1 0 0,0-1 0,1 1 0,-1 1 0,1 4-68,-1-1 0,0 0-1,0 1 1,-1-1 0,1 0 0,-2 0-1,1 0 1,0 1 0,-1-1 0,0 0-1,-1-1 1,1 1 0,-1 0 0,0-1-1,0 1 1,-1-1 0,0 0-1,0 0 1,-8 7 0,-7 8-6758</inkml:trace>
</inkml:ink>
</file>

<file path=ppt/ink/ink1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4.805"/>
    </inkml:context>
    <inkml:brush xml:id="br0">
      <inkml:brushProperty name="width" value="0.05" units="cm"/>
      <inkml:brushProperty name="height" value="0.05" units="cm"/>
    </inkml:brush>
  </inkml:definitions>
  <inkml:trace contextRef="#ctx0" brushRef="#br0">0 12 24575,'0'-3'0,"0"-2"0,0 1 0,0 4 0,0 7 0,3 5 0,0 4 0,0 3 0,-1 2 0,0 3 0,-1 2 0,0-2 0,-1-1 0,0-3 0,0-3 0,0-3-8191</inkml:trace>
</inkml:ink>
</file>

<file path=ppt/ink/ink1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5.548"/>
    </inkml:context>
    <inkml:brush xml:id="br0">
      <inkml:brushProperty name="width" value="0.05" units="cm"/>
      <inkml:brushProperty name="height" value="0.05" units="cm"/>
    </inkml:brush>
  </inkml:definitions>
  <inkml:trace contextRef="#ctx0" brushRef="#br0">15 81 24575,'0'11'0,"1"4"0,-1 1 0,-1 0 0,-1-1 0,0 0 0,0 1 0,-6 15 0,20-67 0,-3 8 0,0 1 0,2 1 0,27-49 0,-37 73 0,0 1 0,-1-1 0,1 1 0,0-1 0,0 1 0,0 0 0,1-1 0,-1 1 0,0 0 0,0 0 0,1 0 0,-1 0 0,1 0 0,-1 0 0,1 0 0,-1 1 0,1-1 0,-1 0 0,1 1 0,0-1 0,-1 1 0,1 0 0,0-1 0,-1 1 0,1 0 0,0 0 0,-1 0 0,1 0 0,0 1 0,-1-1 0,4 1 0,-3 0 0,0 1 0,0-1 0,0 1 0,0 0 0,0-1 0,-1 1 0,1 0 0,0 0 0,-1 0 0,0 0 0,1 0 0,-1 0 0,0 1 0,0-1 0,0 0 0,0 1 0,-1-1 0,1 1 0,-1-1 0,1 0 0,-1 4 0,0-1 0,1-1 0,-1 1 0,0-1 0,0 1 0,-1 0 0,0-1 0,1 1 0,-3 5 0,2-8 0,0 1 0,0-1 0,0 0 0,0 0 0,-1 0 0,1-1 0,0 1 0,-1 0 0,1 0 0,-1-1 0,0 1 0,0-1 0,1 1 0,-1-1 0,0 0 0,0 0 0,0 0 0,-4 2 0,6-3 0,-1 0 0,1 0 0,0 1 0,-1-1 0,1 0 0,-1 0 0,1 0 0,-1 0 0,1 0 0,-1 1 0,1-1 0,-1 0 0,1 0 0,-1 0 0,1 0 0,-1 0 0,1-1 0,-1 1 0,1 0 0,-1 0 0,1 0 0,-1 0 0,1 0 0,-1-1 0,1 1 0,0 0 0,-1 0 0,1-1 0,-1 1 0,1 0 0,0-1 0,-1 1 0,1 0 0,0-1 0,-1 1 0,1-1 0,0 1 0,0 0 0,-1-1 0,1 1 0,0-1 0,0 1 0,0-1 0,0 1 0,0-1 0,-1 1 0,1-1 0,0 1 0,0-1 0,0 1 0,0-1 0,0 1 0,1-1 0,-1 1 0,0-2 0,0 1 0,0-1 0,1 0 0,-1 1 0,1-1 0,-1 0 0,1 1 0,-1-1 0,1 1 0,0-1 0,0 1 0,0-1 0,0 1 0,0 0 0,0-1 0,0 1 0,3-2 0,-1 1 0,0 1 0,1-1 0,-1 1 0,1 0 0,0 0 0,0 0 0,-1 1 0,1-1 0,0 1 0,0 0 0,-1 0 0,1 0 0,0 1 0,0-1 0,-1 1 0,7 2 0,-8-2 0,1-1 0,-1 1 0,0 0 0,0 0 0,0 0 0,0 0 0,0 1 0,0-1 0,0 0 0,0 1 0,-1-1 0,1 1 0,-1 0 0,1 0 0,-1-1 0,1 1 0,-1 0 0,0 0 0,0 0 0,0 0 0,0 1 0,0-1 0,-1 0 0,1 0 0,-1 0 0,1 1 0,-1-1 0,0 3 0,0-3 0,0 0 0,-1 0 0,0 0 0,1 0 0,-1 0 0,0 0 0,0 0 0,0 0 0,0 0 0,0 0 0,-1 0 0,1 0 0,-1-1 0,1 1 0,-1-1 0,1 1 0,-1-1 0,0 1 0,0-1 0,0 0 0,0 0 0,0 0 0,0 0 0,-3 1 0,-5 2 0,-1-1 0,1 0 0,-16 3 0,8-2 166,9-2-472,-1-1 0,1 1 0,0-1-1,-11-1 1,7-1-6520</inkml:trace>
</inkml:ink>
</file>

<file path=ppt/ink/ink1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6.110"/>
    </inkml:context>
    <inkml:brush xml:id="br0">
      <inkml:brushProperty name="width" value="0.05" units="cm"/>
      <inkml:brushProperty name="height" value="0.05" units="cm"/>
    </inkml:brush>
  </inkml:definitions>
  <inkml:trace contextRef="#ctx0" brushRef="#br0">11 25 24575,'1'13'0,"0"0"0,4 16 0,-2-17 0,-2-1 0,1 0 0,-1 12 0,-7 1 0,0-14 0,6-10 0,0 0 0,-1 0 0,1 0 0,0 0 0,0 0 0,0 1 0,-1-1 0,1 0 0,0 0 0,0 0 0,0 0 0,-1 0 0,1 0 0,0 0 0,0 0 0,-1 0 0,1 0 0,0 0 0,0 0 0,-1 0 0,1 0 0,0 0 0,0 0 0,0 0 0,-1 0 0,1 0 0,0 0 0,0-1 0,-1 1 0,1 0 0,0 0 0,0 0 0,0 0 0,0 0 0,-1-1 0,1 1 0,-1-1 0,1-1 0,-1 1 0,1 0 0,-1 0 0,1-1 0,-1 1 0,1 0 0,0-1 0,0 1 0,0-1 0,0 1 0,0 0 0,0-1 0,0 1 0,0 0 0,0-1 0,1 1 0,-1-1 0,0 1 0,1 0 0,-1 0 0,1-1 0,1-1 0,18-33 0,-18 33 0,3-5 0,29-40 0,-32 45 0,0 1 0,1-1 0,-1 1 0,1 0 0,-1-1 0,1 1 0,0 0 0,0 1 0,0-1 0,0 0 0,1 1 0,-1 0 0,6-2 0,-8 3 0,0-1 0,-1 1 0,1 0 0,-1 0 0,1 0 0,0 0 0,-1-1 0,1 1 0,0 0 0,-1 0 0,1 0 0,-1 0 0,1 1 0,0-1 0,-1 0 0,1 0 0,0 0 0,-1 0 0,1 1 0,-1-1 0,1 0 0,-1 0 0,1 1 0,0-1 0,-1 1 0,1-1 0,-1 0 0,0 1 0,1-1 0,-1 1 0,1-1 0,-1 1 0,0-1 0,1 1 0,-1-1 0,0 1 0,1 0 0,-1-1 0,0 1 0,0-1 0,0 1 0,0 0 0,0-1 0,1 1 0,-1 0 0,0-1 0,0 1 0,0 0 0,-1-1 0,1 1 0,0-1 0,0 1 0,0 0 0,-2 5 0,0 0 0,0 0 0,0-1 0,-5 8 0,3-5 0,6-9 0,7-8 0,1 1 0,-1-1 0,2 2 0,-1-1 0,1 1 0,0 1 0,0 0 0,13-4 0,-23 9 8,1 1 0,-1-1 0,0 1 0,1 0 0,-1 0 0,1 0 0,-1 0 0,0 0 0,1 0 0,-1 0 0,0 0-1,1 0 1,-1 1 0,0-1 0,1 0 0,-1 1 0,0-1 0,0 1 0,1 0 0,-1-1 0,0 1 0,0 0 0,0 0 0,0 0 0,0 0 0,0 0 0,0 0-1,0 0 1,0 0 0,-1 0 0,1 0 0,0 0 0,-1 0 0,1 1 0,0-1 0,-1 0 0,0 1 0,1-1 0,-1 0 0,0 1 0,0-1 0,1 3 0,-1 2-222,1 1 1,-1-1 0,-1 0-1,1 1 1,-1-1 0,0 0-1,-3 13 1,-3-1-6613</inkml:trace>
</inkml:ink>
</file>

<file path=ppt/ink/ink1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7.823"/>
    </inkml:context>
    <inkml:brush xml:id="br0">
      <inkml:brushProperty name="width" value="0.05" units="cm"/>
      <inkml:brushProperty name="height" value="0.05" units="cm"/>
    </inkml:brush>
  </inkml:definitions>
  <inkml:trace contextRef="#ctx0" brushRef="#br0">0 54 24575,'0'-2'0,"3"-4"0,5 0 0,6 1 0,5 1 0,7 1 0,7-1 0,6 0 0,4 1 0,0 1 0,-3 0 0,-4-1 0,-5-1 0,-10 1 0,-9 1-8191</inkml:trace>
</inkml:ink>
</file>

<file path=ppt/ink/ink1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7.991"/>
    </inkml:context>
    <inkml:brush xml:id="br0">
      <inkml:brushProperty name="width" value="0.05" units="cm"/>
      <inkml:brushProperty name="height" value="0.05" units="cm"/>
    </inkml:brush>
  </inkml:definitions>
  <inkml:trace contextRef="#ctx0" brushRef="#br0">112 1 24575,'-5'0'0,"0"0"0,1 1 0,-1 0 0,0 0 0,0 1 0,1-1 0,-1 1 0,1 0 0,-1 0 0,1 1 0,0-1 0,0 1 0,0 0 0,0 0 0,0 0 0,1 0 0,-1 1 0,1 0 0,0 0 0,0-1 0,-3 8 0,2 2 0,2 0 0,0 0 0,0 0 0,1 0 0,1 0 0,2 25 0,-1-16 0,-2 28 0,-7 20-1365,7-53-5461</inkml:trace>
</inkml:ink>
</file>

<file path=ppt/ink/ink1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8.615"/>
    </inkml:context>
    <inkml:brush xml:id="br0">
      <inkml:brushProperty name="width" value="0.05" units="cm"/>
      <inkml:brushProperty name="height" value="0.05" units="cm"/>
    </inkml:brush>
  </inkml:definitions>
  <inkml:trace contextRef="#ctx0" brushRef="#br0">62 175 24575,'28'-22'0,"4"-3"0,-30 23 0,0 0 0,-1 0 0,1 0 0,-1 0 0,1 0 0,-1 0 0,0 0 0,0 0 0,0 0 0,0-1 0,0 1 0,0 0 0,0-4 0,-1 5 0,0 1 0,0-1 0,0 0 0,0 1 0,0-1 0,0 0 0,0 1 0,-1-1 0,1 0 0,0 1 0,0-1 0,0 1 0,-1-1 0,1 0 0,0 1 0,-1-1 0,1 1 0,0-1 0,-1 1 0,1-1 0,-1 1 0,1-1 0,-1 1 0,1 0 0,-1-1 0,0 0 0,-22-4 0,17 4 0,-1 1 0,1 1 0,-1-1 0,1 1 0,-7 2 0,9-2 0,0 1 0,1 0 0,-1 0 0,0 0 0,1 1 0,0-1 0,-1 1 0,1-1 0,0 1 0,0 0 0,1 1 0,-1-1 0,1 0 0,-1 1 0,1-1 0,0 1 0,-2 5 0,3-5 0,-1-1 0,1 0 0,0 0 0,0 1 0,1-1 0,-1 1 0,1-1 0,-1 1 0,1-1 0,0 1 0,0-1 0,1 1 0,-1-1 0,1 1 0,0-1 0,0 1 0,0-1 0,0 0 0,0 1 0,1-1 0,2 4 0,-3-6 0,0 1 0,0-1 0,0 1 0,0-1 0,1 1 0,-1-1 0,1 0 0,-1 0 0,1 0 0,-1 0 0,1 0 0,-1 0 0,1 0 0,0 0 0,0-1 0,-1 1 0,1-1 0,0 1 0,0-1 0,0 1 0,0-1 0,0 0 0,-1 0 0,1 0 0,0 0 0,0-1 0,0 1 0,0 0 0,0-1 0,-1 1 0,1-1 0,0 0 0,0 1 0,-1-1 0,1 0 0,0 0 0,-1 0 0,1 0 0,1-2 0,3-2 0,0 0 0,-1 0 0,1-1 0,-1 0 0,0 0 0,0 0 0,-1 0 0,5-9 0,-8 12 0,14-21 0,-14 24 0,-1 0 0,0-1 0,1 1 0,-1 0 0,0 0 0,0 0 0,1-1 0,-1 1 0,0 0 0,1 0 0,-1 0 0,1 0 0,-1 0 0,0-1 0,1 1 0,-1 0 0,0 0 0,1 0 0,-1 0 0,1 0 0,-1 0 0,0 0 0,1 1 0,-1-1 0,1 0 0,0 0 0,-1 1 0,1 0 0,0-1 0,-1 1 0,1 0 0,0-1 0,-1 1 0,1 0 0,-1 0 0,1-1 0,-1 1 0,1 0 0,-1 0 0,1 2 0,0 0 0,1 0 0,-1 0 0,1 0 0,-1 0 0,1 0 0,0 0 0,1 0 0,-1 0 0,0-1 0,1 1 0,5 3 0,-6-4 0,0-1 0,0 0 0,1 0 0,-1 0 0,0-1 0,1 1 0,-1 0 0,1-1 0,-1 0 0,1 1 0,-1-1 0,1 0 0,-1 0 0,1-1 0,-1 1 0,0 0 0,1-1 0,3-1 0,-2 1 0,-1 0 0,1-1 0,0 0 0,0 0 0,-1 0 0,1 0 0,-1 0 0,1-1 0,-1 0 0,0 0 0,0 1 0,0-2 0,-1 1 0,1 0 0,-1-1 0,1 1 0,-1-1 0,0 1 0,-1-1 0,1 0 0,-1 0 0,1 0 0,0-8 0,1-5 0,-1 0 0,-1-1 0,0 1 0,-3-23 0,2 38 0,-14 78 0,13-69-97,1 1-1,0-1 1,0 0-1,1 1 1,0-1-1,0 0 1,1 0-1,0 0 1,0 0-1,1 0 1,-1 0-1,1 0 0,6 8 1,-2-5-6729</inkml:trace>
</inkml:ink>
</file>

<file path=ppt/ink/ink1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9.048"/>
    </inkml:context>
    <inkml:brush xml:id="br0">
      <inkml:brushProperty name="width" value="0.05" units="cm"/>
      <inkml:brushProperty name="height" value="0.05" units="cm"/>
    </inkml:brush>
  </inkml:definitions>
  <inkml:trace contextRef="#ctx0" brushRef="#br0">14 20 24575,'11'179'0,"-10"-175"0,1 28 0,-2-31 0,0-1 0,0 1 0,0 0 0,0 0 0,0-1 0,0 1 0,0 0 0,0 0 0,0-1 0,-1 1 0,1 0 0,0-1 0,0 1 0,-1 0 0,1-1 0,0 1 0,-1 0 0,1-1 0,0 1 0,-1-1 0,1 1 0,-1-1 0,1 1 0,-1-1 0,0 1 0,1-1 0,-1 1 0,1-1 0,-1 0 0,0 1 0,1-1 0,-1 0 0,0 1 0,0-1 0,0 0 0,0-1 0,0 1 0,0-1 0,1 1 0,-1-1 0,0 1 0,0-1 0,1 1 0,-1-1 0,0 0 0,1 1 0,-1-1 0,1 0 0,-1 1 0,1-1 0,-1 0 0,1 0 0,-1 0 0,1 0 0,0 1 0,-1-1 0,1 0 0,0 0 0,0 0 0,0 0 0,0 0 0,0 0 0,0 0 0,0 0 0,0 0 0,0-31 0,2 20 0,1-1 0,0 1 0,0 0 0,1 0 0,1 0 0,0 0 0,0 1 0,1-1 0,1 2 0,0-1 0,0 1 0,1 0 0,1 0 0,-1 1 0,2 0 0,9-7 0,-18 15 0,0 0 0,0 1 0,-1-1 0,1 1 0,0-1 0,0 1 0,0-1 0,0 1 0,0 0 0,0-1 0,0 1 0,0 0 0,0 0 0,0 0 0,0 0 0,2 0 0,-3 0 0,1 0 0,-1 0 0,1 1 0,-1-1 0,1 0 0,-1 0 0,1 1 0,-1-1 0,1 0 0,-1 1 0,0-1 0,1 1 0,-1-1 0,0 0 0,1 1 0,-1-1 0,0 1 0,0-1 0,1 1 0,-1-1 0,0 1 0,0 0 0,1 1 0,-1 0 0,1 1 0,-1-1 0,0 0 0,0 0 0,0 0 0,-1 1 0,1-1 0,0 0 0,-1 0 0,1 0 0,-1 0 0,-1 4 0,-2 0-72,0 1 1,0-1-1,-1 0 0,0 0 0,0 0 0,0-1 0,0 1 0,-1-1 1,0 0-1,0-1 0,-1 0 0,1 0 0,-1 0 0,0-1 0,0 0 1,0 0-1,0-1 0,-11 3 0,5-4-6754</inkml:trace>
</inkml:ink>
</file>

<file path=ppt/ink/ink1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49.547"/>
    </inkml:context>
    <inkml:brush xml:id="br0">
      <inkml:brushProperty name="width" value="0.05" units="cm"/>
      <inkml:brushProperty name="height" value="0.05" units="cm"/>
    </inkml:brush>
  </inkml:definitions>
  <inkml:trace contextRef="#ctx0" brushRef="#br0">0 42 24575,'33'1'0,"-19"0"0,0 0 0,0-2 0,0 1 0,0-2 0,0 0 0,0 0 0,21-8 0,-34 10 0,0 0 0,0-1 0,0 1 0,0 0 0,0-1 0,0 1 0,-1-1 0,1 1 0,0-1 0,0 0 0,-1 1 0,1-1 0,0 0 0,-1 1 0,1-1 0,-1 0 0,2-1 0,-2 2 0,0-1 0,0 1 0,0-1 0,-1 1 0,1-1 0,0 1 0,0 0 0,0-1 0,0 1 0,0 0 0,-1-1 0,1 1 0,0 0 0,0-1 0,0 1 0,-1 0 0,1-1 0,0 1 0,-1 0 0,1-1 0,0 1 0,-1 0 0,1 0 0,0 0 0,-1-1 0,1 1 0,-1 0 0,-2-2 0,-1 1 0,1 0 0,-1 0 0,1 0 0,-1 0 0,1 1 0,-7-1 0,3 1 0,-1 1 0,0-1 0,1 1 0,-1 1 0,1 0 0,-1 0 0,1 0 0,0 1 0,-13 6 0,18-8 0,0 1 0,0-1 0,1 0 0,-1 0 0,1 1 0,-1-1 0,1 1 0,0-1 0,0 1 0,-1 0 0,1 0 0,0-1 0,0 1 0,1 0 0,-1 0 0,-1 3 0,2-2 0,0 0 0,0-1 0,0 1 0,0-1 0,1 1 0,-1-1 0,1 1 0,-1-1 0,1 0 0,0 1 0,0-1 0,0 0 0,0 1 0,1-1 0,-1 0 0,0 0 0,3 2 0,-3-2 0,0 0 0,0 0 0,1-1 0,-1 1 0,1 0 0,-1-1 0,1 1 0,-1-1 0,1 0 0,0 1 0,0-1 0,0 0 0,-1 0 0,1 0 0,0 0 0,0 0 0,1-1 0,-1 1 0,0-1 0,0 1 0,0-1 0,0 0 0,0 0 0,1 0 0,-1 0 0,0 0 0,0 0 0,4-2 0,2-1 0,-1 0 0,0-1 0,0 0 0,0-1 0,-1 0 0,10-8 0,-11 8 0,0 0 0,0 1 0,1 0 0,-1 0 0,1 1 0,0-1 0,0 1 0,0 1 0,9-4 0,-14 6 0,0 0 0,0 0 0,1 0 0,-1 0 0,0 0 0,0 0 0,0 0 0,0 1 0,0-1 0,0 0 0,0 1 0,0-1 0,0 0 0,0 1 0,0-1 0,0 1 0,0 0 0,-1-1 0,1 1 0,0 0 0,0-1 0,0 1 0,-1 0 0,1 0 0,0 0 0,-1 0 0,1 0 0,0 1 0,11 37 0,-11-34 0,0 0 0,1 0 0,-1-1 0,1 1 0,3 6 0,4-1-1365,-1-3-5461</inkml:trace>
</inkml:ink>
</file>

<file path=ppt/ink/ink1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35.185"/>
    </inkml:context>
    <inkml:brush xml:id="br0">
      <inkml:brushProperty name="width" value="0.05" units="cm"/>
      <inkml:brushProperty name="height" value="0.05" units="cm"/>
    </inkml:brush>
  </inkml:definitions>
  <inkml:trace contextRef="#ctx0" brushRef="#br0">294 195 24575,'14'-13'0,"1"0"0,26-17 0,-29 22 0,0 0 0,-1-1 0,0-1 0,0 0 0,-1 0 0,11-14 0,-21 23 0,1 0 0,0 0 0,-1 0 0,1 0 0,0 0 0,-1 0 0,1 0 0,-1 0 0,1 0 0,-1-1 0,0 1 0,0 0 0,1 0 0,-1 0 0,0-1 0,0 1 0,0 0 0,0 0 0,-1-1 0,1 1 0,0 0 0,0 0 0,-1 0 0,1 0 0,0-1 0,-1 1 0,0 0 0,1 0 0,-1 0 0,1 0 0,-1 0 0,0 0 0,0 0 0,0 0 0,0 0 0,1 1 0,-1-1 0,0 0 0,0 1 0,-1-1 0,1 0 0,0 1 0,0-1 0,-2 0 0,-4-2 0,0 1 0,0 0 0,0 0 0,0 0 0,0 1 0,-10-1 0,4 3 0,0-1 0,0 1 0,0 1 0,0 0 0,1 1 0,-1 1 0,1 0 0,0 0 0,0 1 0,0 1 0,1 0 0,0 0 0,-19 15 0,27-19 0,1 0 0,-1 1 0,1-1 0,-1 0 0,1 1 0,0-1 0,0 1 0,0 0 0,0 0 0,1 0 0,-1 0 0,1 0 0,0 0 0,0 0 0,0 0 0,0 0 0,0 1 0,1-1 0,-1 0 0,1 1 0,0-1 0,0 0 0,0 1 0,0-1 0,1 0 0,0 0 0,-1 1 0,1-1 0,0 0 0,0 0 0,1 0 0,-1 0 0,1 0 0,2 4 0,6 8 0,1-1 0,0-1 0,1 0 0,1 0 0,15 12 0,-22-20 0,24 21 0,44 41 0,-68-60 0,0-1 0,0 2 0,-1-1 0,0 1 0,0-1 0,-1 2 0,0-1 0,5 12 0,-9-17 0,1 1 0,-1-1 0,1 1 0,-1-1 0,0 0 0,-1 1 0,1-1 0,0 0 0,-1 1 0,0-1 0,1 0 0,-2 1 0,1-1 0,0 0 0,0 0 0,-1 0 0,0 0 0,0 0 0,0-1 0,0 1 0,0 0 0,0-1 0,0 1 0,-1-1 0,0 0 0,1 0 0,-5 2 0,-6 5 0,0-1 0,-1 0 0,0-1 0,-23 8 0,16-7 0,0-1 0,-1-1 0,0 0 0,0-2 0,0 0 0,0-2 0,-42 0 0,61-3 0,-1 1 0,0 0 0,1-1 0,-1 0 0,1 0 0,-1 0 0,1 0 0,0-1 0,-1 1 0,1-1 0,0 0 0,0 0 0,0 0 0,0 0 0,1 0 0,-6-6 0,7 6 0,-1-1 0,1 0 0,0 1 0,0-1 0,0 0 0,0 1 0,0-1 0,0 0 0,1 0 0,0 0 0,-1 0 0,1 0 0,0 0 0,0 0 0,1 0 0,-1 1 0,0-1 0,1 0 0,0 0 0,2-5 0,-1 1-91,1 0 0,1 0 0,-1 0 0,1 1 0,0-1 0,0 1 0,1 0 0,0 0 0,0 1 0,1 0 0,-1-1 0,1 2 0,0-1 0,8-4 0,-2 2-6735</inkml:trace>
</inkml:ink>
</file>

<file path=ppt/ink/ink1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35.600"/>
    </inkml:context>
    <inkml:brush xml:id="br0">
      <inkml:brushProperty name="width" value="0.05" units="cm"/>
      <inkml:brushProperty name="height" value="0.05" units="cm"/>
    </inkml:brush>
  </inkml:definitions>
  <inkml:trace contextRef="#ctx0" brushRef="#br0">17 69 24575,'-4'-24'0,"-1"21"0,2 15 0,0 21 0,2 0 0,3 41 0,-2-71 0,0 0 0,1 0 0,-1 0 0,1 1 0,-1-1 0,1 0 0,0 0 0,0-1 0,0 1 0,0 0 0,1 0 0,-1 0 0,1-1 0,0 1 0,0-1 0,0 1 0,0-1 0,0 0 0,0 0 0,0 0 0,1 0 0,-1 0 0,1 0 0,0-1 0,-1 1 0,1-1 0,0 0 0,0 0 0,0 0 0,0 0 0,0 0 0,0-1 0,0 1 0,0-1 0,0 0 0,0 0 0,0 0 0,0 0 0,1 0 0,-1-1 0,0 1 0,0-1 0,0 0 0,5-3 0,2 0 0,0 0 0,0-1 0,-1 0 0,0-1 0,0 0 0,0-1 0,-1 0 0,0 0 0,0-1 0,-1 0 0,10-13 0,-12 14 0,-1 1 0,1-1 0,-1 0 0,-1 0 0,1-1 0,-2 1 0,1-1 0,-1 1 0,0-1 0,0 0 0,-1 0 0,0 0 0,0 0 0,-1 0 0,0 0 0,-1-10 0,0 15 43,0 1 0,0-1-1,0 0 1,0 0 0,0 1-1,0-1 1,-3-3 0,3 5-85,1 1 0,0-1 1,-1 0-1,1 1 0,0 0 1,-1-1-1,1 1 1,-1-1-1,1 1 0,-1-1 1,1 1-1,-1 0 0,1-1 1,-1 1-1,1 0 1,-1 0-1,1-1 0,-1 1 1,0 0-1,1 0 0,-1 0 1,0 0-1,1 0 1,-1 0-1,1 0 0,-1 0 1,0 0-1,1 0 0,-1 0 1,0 0-1,1 0 1,-1 0-1,1 1 0,-1-1 1,1 0-1,-1 0 0,0 1 1,1-1-1,-1 0 1,0 1-1</inkml:trace>
</inkml:ink>
</file>

<file path=ppt/ink/ink1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36.066"/>
    </inkml:context>
    <inkml:brush xml:id="br0">
      <inkml:brushProperty name="width" value="0.05" units="cm"/>
      <inkml:brushProperty name="height" value="0.05" units="cm"/>
    </inkml:brush>
  </inkml:definitions>
  <inkml:trace contextRef="#ctx0" brushRef="#br0">30 19 24575,'11'3'0,"-8"12"0,4 72 0,-2-42 0,-2-1 0,-6 81 0,-4-85 0,6-38 0,1-1 0,0 1 0,-1-1 0,1 1 0,-1-1 0,1 1 0,-1-1 0,0 0 0,0 1 0,1-1 0,-1 0 0,0 1 0,0-1 0,0 0 0,-1 0 0,1 0 0,0 0 0,0 0 0,-1 0 0,1-1 0,0 1 0,-1 0 0,-1 0 0,3-1 0,-1 0 0,0 0 0,1 0 0,-1 0 0,0 0 0,1 0 0,-1 0 0,0 0 0,1-1 0,-1 1 0,0 0 0,1 0 0,-1-1 0,1 1 0,-1 0 0,0-1 0,1 1 0,-1 0 0,1-1 0,-1 1 0,1-1 0,-1 1 0,1-1 0,0 1 0,-1-2 0,-7-20 0,7-24 0,3 26 0,1 0 0,1 0 0,0 0 0,2 1 0,0-1 0,2 1 0,0 1 0,1-1 0,0 1 0,2 1 0,0 0 0,1 0 0,21-22 0,-27 34 0,0-1 0,1 1 0,0 0 0,0 0 0,0 1 0,0 0 0,15-6 0,-20 10 0,1-1 0,-1 0 0,0 1 0,0-1 0,1 1 0,-1 0 0,0 0 0,1 0 0,-1 0 0,0 0 0,1 0 0,-1 1 0,0-1 0,3 1 0,-4 0 0,1 0 0,-1 0 0,1 0 0,-1 0 0,0 0 0,0 0 0,1 0 0,-1 0 0,0 1 0,0-1 0,0 0 0,0 1 0,-1-1 0,1 1 0,0-1 0,0 1 0,-1-1 0,1 1 0,-1 0 0,0-1 0,1 1 0,-1 2 0,0 1 0,0 0 0,0 1 0,-1-1 0,1 0 0,-1 1 0,0-1 0,-1 0 0,1 0 0,-1 0 0,0 0 0,0 0 0,-1 0 0,0-1 0,1 1 0,-1-1 0,-1 0 0,1 0 0,-7 6 0,0 1 0,-1-1 0,0-1 0,-1 0 0,0-1 0,-22 12 0,16-12-1365,2-2-5461</inkml:trace>
</inkml:ink>
</file>

<file path=ppt/ink/ink1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36.517"/>
    </inkml:context>
    <inkml:brush xml:id="br0">
      <inkml:brushProperty name="width" value="0.05" units="cm"/>
      <inkml:brushProperty name="height" value="0.05" units="cm"/>
    </inkml:brush>
  </inkml:definitions>
  <inkml:trace contextRef="#ctx0" brushRef="#br0">0 103 24575,'1'1'0,"1"-1"0,-1 0 0,0 0 0,0 1 0,0-1 0,1 1 0,-1-1 0,0 1 0,0-1 0,0 1 0,0 0 0,0 0 0,0-1 0,0 1 0,0 0 0,0 0 0,0 0 0,0 0 0,-1 0 0,1 0 0,0 0 0,-1 0 0,1 0 0,-1 1 0,1-1 0,0 2 0,9 40 0,-6-23 0,10 30 0,-7-29 0,-1-1 0,0 1 0,-2 1 0,-1-1 0,0 0 0,-1 25 0,-6-30 0,3-16 0,1 0 0,0 1 0,0-1 0,0 0 0,0 0 0,-1 0 0,1 0 0,0 0 0,0 0 0,0 0 0,-1 0 0,1 0 0,0 0 0,0 0 0,0 0 0,-1 0 0,1 0 0,0 0 0,0 0 0,0 0 0,-1 0 0,1 0 0,0 0 0,0 0 0,0 0 0,0 0 0,-1-1 0,1 1 0,0 0 0,0 0 0,0 0 0,0 0 0,0 0 0,-1 0 0,1-1 0,0 1 0,0 0 0,0 0 0,0 0 0,0-1 0,-2-1 0,0-1 0,1 0 0,-1 0 0,1 1 0,0-1 0,0 0 0,-1-6 0,-1-16 0,0 0 0,2 1 0,1-1 0,2 0 0,0 0 0,1 1 0,1-1 0,2 1 0,0 0 0,2 0 0,17-37 0,-23 56 0,1 0 0,0 0 0,0-1 0,1 2 0,-1-1 0,1 0 0,0 1 0,0 0 0,1 0 0,6-5 0,-9 8 0,0 0 0,0 0 0,0-1 0,0 2 0,1-1 0,-1 0 0,0 0 0,1 1 0,-1-1 0,0 1 0,1 0 0,-1 0 0,1 0 0,-1 0 0,1 0 0,-1 0 0,0 1 0,1-1 0,-1 1 0,0-1 0,1 1 0,-1 0 0,0 0 0,0 0 0,0 0 0,0 1 0,4 2 0,-2-2 0,-1 1 0,1 1 0,0-1 0,-1 0 0,1 1 0,-1 0 0,0 0 0,0 0 0,-1 0 0,1 0 0,-1 0 0,0 1 0,0-1 0,-1 1 0,1 0 0,-1-1 0,0 1 0,0 0 0,0 0 0,-1 0 0,0 8 0,-1-8 0,1 1 0,-2 0 0,1-1 0,-1 1 0,1-1 0,-2 1 0,1-1 0,0 0 0,-1 0 0,0 0 0,-1 0 0,1 0 0,-1-1 0,1 1 0,-1-1 0,-1 0 0,-8 7 0,2-4-227,0-1-1,0 1 1,-1-2-1,0 0 1,-15 5-1,10-5-6598</inkml:trace>
</inkml:ink>
</file>

<file path=ppt/ink/ink1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36.674"/>
    </inkml:context>
    <inkml:brush xml:id="br0">
      <inkml:brushProperty name="width" value="0.05" units="cm"/>
      <inkml:brushProperty name="height" value="0.05" units="cm"/>
    </inkml:brush>
  </inkml:definitions>
  <inkml:trace contextRef="#ctx0" brushRef="#br0">0 0 24575,'3'0'0,"2"0"0,-1 0 0,-4 3 0,-4 0 0</inkml:trace>
</inkml:ink>
</file>

<file path=ppt/ink/ink1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54.852"/>
    </inkml:context>
    <inkml:brush xml:id="br0">
      <inkml:brushProperty name="width" value="0.05" units="cm"/>
      <inkml:brushProperty name="height" value="0.05" units="cm"/>
    </inkml:brush>
  </inkml:definitions>
  <inkml:trace contextRef="#ctx0" brushRef="#br0">155 160 24575,'0'51'0,"-3"-1"0,-2 0 0,-2 0 0,-2 0 0,-3-1 0,-30 83 0,39-124 0,-1-1 0,0 1 0,0-1 0,-10 12 0,14-19 0,-1 1 0,0 0 0,1 0 0,-1 0 0,0-1 0,0 1 0,0 0 0,0-1 0,1 1 0,-1-1 0,0 1 0,0-1 0,0 0 0,0 1 0,0-1 0,0 0 0,0 1 0,-3-1 0,3 0 0,0-1 0,0 1 0,0-1 0,0 1 0,0-1 0,0 0 0,0 1 0,1-1 0,-1 0 0,0 0 0,0 1 0,0-1 0,1 0 0,-1 0 0,0 0 0,1 0 0,-1 0 0,1 0 0,-1 0 0,1 0 0,0 0 0,-1-2 0,-2-6 0,1 0 0,0 0 0,0 0 0,1 0 0,0 0 0,1-1 0,0 1 0,2-15 0,17-76 0,-14 79 0,9-35 0,26-70 0,-32 106 0,1 0 0,0 1 0,2 0 0,0 0 0,1 1 0,24-28 0,-28 39 0,-1 0 0,1 0 0,0 1 0,1 1 0,0-1 0,-1 1 0,2 1 0,-1 0 0,0 0 0,1 1 0,0 0 0,19-3 0,-24 5 0,0 0 0,0 1 0,0-1 0,0 1 0,0 1 0,0-1 0,-1 1 0,1 0 0,0 0 0,0 0 0,0 0 0,-1 1 0,1 0 0,-1 0 0,0 0 0,1 1 0,-1-1 0,0 1 0,0 0 0,0 0 0,-1 1 0,1-1 0,-1 1 0,0-1 0,0 1 0,0 0 0,0 0 0,3 8 0,-3-4 0,1 1 0,-1-1 0,-1 1 0,0 0 0,0-1 0,-1 1 0,0 0 0,0 0 0,-1 0 0,-2 18 0,0-14 0,0-1 0,-1 1 0,-1-1 0,0 0 0,-1 0 0,0 0 0,-8 12 0,2-6 0,-1-1 0,-1 0 0,-1 0 0,0-1 0,-1-1 0,0-1 0,-1 0 0,-1-1 0,-20 12 0,30-20 0,1-1 0,0 0 0,-1 0 0,0 0 0,0 0 0,0-1 0,0-1 0,-1 1 0,1-1 0,-1 0 0,-7 1 0,14-3 0,0 0 0,0 0 0,1 0 0,-1 0 0,0 0 0,1 0 0,-1 0 0,0 0 0,1 0 0,-1 0 0,0-1 0,1 1 0,-1 0 0,0 0 0,1-1 0,-1 1 0,0 0 0,1-1 0,-1 1 0,1 0 0,-1-1 0,1 1 0,-1-1 0,1 1 0,-1-1 0,1 0 0,-1 1 0,1-1 0,0 1 0,-1-1 0,1 0 0,0 1 0,-1-1 0,1 0 0,0 1 0,0-1 0,0 0 0,0 1 0,0-1 0,0 0 0,0 1 0,0-1 0,0 0 0,0 1 0,0-1 0,0 0 0,0 0 0,0 1 0,1-1 0,-1 1 0,0-1 0,1 0 0,-1 1 0,0-1 0,1 0 0,-1 1 0,1-2 0,2-2 0,0 0 0,-1 0 0,1 0 0,1 1 0,-1-1 0,8-6 0,-7 7 0,1 0 0,0 0 0,0 0 0,0 0 0,1 1 0,-1 0 0,0 0 0,1 0 0,0 1 0,-1 0 0,1 0 0,0 0 0,8 0 0,-10 2 0,1 0 0,-1 0 0,0 0 0,0 0 0,0 0 0,-1 1 0,1-1 0,0 1 0,-1 0 0,1 1 0,-1-1 0,1 0 0,-1 1 0,0 0 0,0 0 0,0 0 0,0 0 0,-1 0 0,4 7 0,1 2 0,-1 0 0,-1 1 0,0 0 0,-1 0 0,0 0 0,-1 0 0,0 1 0,-2 0 0,2 24 0,-3-36-124,0-1 0,0 1 0,0 0 0,1 0 0,-1 0 0,1-1-1,-1 1 1,1 0 0,0 0 0,2 2 0</inkml:trace>
</inkml:ink>
</file>

<file path=ppt/ink/ink1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55.504"/>
    </inkml:context>
    <inkml:brush xml:id="br0">
      <inkml:brushProperty name="width" value="0.05" units="cm"/>
      <inkml:brushProperty name="height" value="0.05" units="cm"/>
    </inkml:brush>
  </inkml:definitions>
  <inkml:trace contextRef="#ctx0" brushRef="#br0">68 220 24575,'0'-13'0,"1"1"0,0-1 0,1 1 0,4-15 0,-5 63 0,-13 44 0,-35 123 0,30-139 0,15-57 0,1-8 0,4-19 0,7-31 0,35-153 0,-35 166 0,3 0 0,1 1 0,23-44 0,-33 74 0,0 1 0,0-1 0,1 1 0,0 0 0,0 1 0,0-1 0,8-5 0,-12 10 0,1 0 0,-1 0 0,0 1 0,0-1 0,1 0 0,-1 0 0,1 1 0,-1-1 0,0 1 0,1 0 0,-1-1 0,1 1 0,-1 0 0,1 0 0,-1 0 0,1 0 0,2 0 0,-3 1 0,1 0 0,-1-1 0,1 1 0,-1 0 0,0 0 0,1 0 0,-1 0 0,0 0 0,0 0 0,0 0 0,0 1 0,0-1 0,0 0 0,0 1 0,0-1 0,-1 0 0,1 1 0,0-1 0,-1 1 0,1 2 0,4 16 0,-1 0 0,-1 1 0,-1-1 0,-1 1 0,-1-1 0,-3 26 0,2-27 0,-4 50 0,-20 105 0,38-219 0,2 1 0,2 1 0,1 0 0,36-58 0,-48 89 0,0 1 0,1 0 0,0 0 0,1 0 0,1 1 0,-1 0 0,2 1 0,16-14 0,-25 22 0,0 0 0,0 0 0,-1 1 0,1-1 0,0 1 0,0-1 0,0 1 0,0-1 0,0 1 0,0-1 0,1 1 0,-1 0 0,0 0 0,0-1 0,0 1 0,0 0 0,0 0 0,0 0 0,0 0 0,0 0 0,1 1 0,-1-1 0,0 0 0,0 0 0,0 1 0,0-1 0,0 1 0,0-1 0,0 1 0,0-1 0,0 1 0,0 0 0,0-1 0,-1 1 0,1 0 0,0 0 0,0-1 0,-1 1 0,1 0 0,0 0 0,-1 0 0,1 0 0,-1 0 0,1 0 0,-1 0 0,0 0 0,1 0 0,-1 2 0,2 4 0,-1 0 0,1 0 0,-2-1 0,1 1 0,-1 0 0,-1 11 0,-6 38 0,-3-1 0,-26 86 0,13-78-1365,18-49-5461</inkml:trace>
</inkml:ink>
</file>

<file path=ppt/ink/ink1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55.749"/>
    </inkml:context>
    <inkml:brush xml:id="br0">
      <inkml:brushProperty name="width" value="0.05" units="cm"/>
      <inkml:brushProperty name="height" value="0.05" units="cm"/>
    </inkml:brush>
  </inkml:definitions>
  <inkml:trace contextRef="#ctx0" brushRef="#br0">67 62 24575,'7'-41'0,"-2"21"0,-33 182 308,-18 93-1981,42-235-5153</inkml:trace>
</inkml:ink>
</file>

<file path=ppt/ink/ink1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56.107"/>
    </inkml:context>
    <inkml:brush xml:id="br0">
      <inkml:brushProperty name="width" value="0.05" units="cm"/>
      <inkml:brushProperty name="height" value="0.05" units="cm"/>
    </inkml:brush>
  </inkml:definitions>
  <inkml:trace contextRef="#ctx0" brushRef="#br0">1 223 24575,'13'-14'0,"-11"12"0,0-1 0,0 1 0,0 0 0,0 0 0,0 0 0,1 1 0,-1-1 0,0 0 0,1 1 0,0 0 0,-1-1 0,1 1 0,0 0 0,-1 0 0,1 1 0,0-1 0,5 0 0,19-2 0,-15 3 0,0-1 0,0-1 0,0 0 0,-1-1 0,14-4 0,-22 6 0,0-1 0,0 0 0,0 1 0,0-1 0,0 0 0,0-1 0,0 1 0,0 0 0,-1-1 0,0 1 0,1-1 0,-1 0 0,0 0 0,0 0 0,0 0 0,-1 0 0,1-1 0,-1 1 0,0 0 0,0-1 0,2-6 0,-3 5 0,1 1 0,-1-1 0,0 0 0,0 0 0,0 1 0,-1-1 0,1 0 0,-1 0 0,0 1 0,-1-1 0,1 1 0,-1-1 0,0 1 0,0 0 0,0 0 0,0-1 0,-1 2 0,0-1 0,0 0 0,-3-3 0,5 6 0,1 1 0,-1 0 0,1 0 0,0-1 0,-1 1 0,1 0 0,-1 0 0,1 0 0,-1-1 0,1 1 0,-1 0 0,1 0 0,-1 0 0,1 0 0,-1 0 0,1 0 0,-1 0 0,1 0 0,-1 0 0,1 0 0,-1 0 0,1 0 0,-1 1 0,1-1 0,-1 0 0,1 0 0,-1 0 0,1 1 0,0-1 0,-1 0 0,1 1 0,-1-1 0,1 0 0,0 1 0,-1-1 0,1 0 0,0 1 0,-1-1 0,1 1 0,0-1 0,0 1 0,-1-1 0,1 0 0,0 1 0,0-1 0,0 2 0,-8 27 0,7-24 0,-10 59 0,3 1 0,3 1 0,3 67 0,4-111-1365,1-6-5461</inkml:trace>
</inkml:ink>
</file>

<file path=ppt/ink/ink1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56.358"/>
    </inkml:context>
    <inkml:brush xml:id="br0">
      <inkml:brushProperty name="width" value="0.05" units="cm"/>
      <inkml:brushProperty name="height" value="0.05" units="cm"/>
    </inkml:brush>
  </inkml:definitions>
  <inkml:trace contextRef="#ctx0" brushRef="#br0">12 15 24575,'-3'0'0,"-2"0"0,1 0 0,4-2 0,5-1 0,3 0 0,5 0 0,4 2 0,0 0 0,2 0 0,1 1 0,-3 0-8191</inkml:trace>
</inkml:ink>
</file>

<file path=ppt/ink/ink1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58.300"/>
    </inkml:context>
    <inkml:brush xml:id="br0">
      <inkml:brushProperty name="width" value="0.05" units="cm"/>
      <inkml:brushProperty name="height" value="0.05" units="cm"/>
    </inkml:brush>
  </inkml:definitions>
  <inkml:trace contextRef="#ctx0" brushRef="#br0">1 126 24575,'0'-13'0,"0"0"0,2-1 0,3-16 0,-5 27 0,1 0 0,0 0 0,-1 0 0,2 0 0,-1 0 0,0 0 0,1 0 0,-1 0 0,1 0 0,0 0 0,0 1 0,0-1 0,0 1 0,0 0 0,0-1 0,1 1 0,-1 0 0,1 0 0,3-1 0,-4 2 0,0 1 0,0-1 0,-1 1 0,1 0 0,0 0 0,0 0 0,0 0 0,0 0 0,0 1 0,0-1 0,0 1 0,-1-1 0,1 1 0,0-1 0,0 1 0,-1 0 0,1 0 0,0 0 0,-1 0 0,1 0 0,-1 0 0,1 0 0,-1 1 0,0-1 0,1 1 0,-1-1 0,0 1 0,2 2 0,5 7 0,-1 0 0,12 23 0,-15-25 0,98 220 0,-17-34 0,-74-176-1365,-1-5-5461</inkml:trace>
</inkml:ink>
</file>

<file path=ppt/ink/ink1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58.536"/>
    </inkml:context>
    <inkml:brush xml:id="br0">
      <inkml:brushProperty name="width" value="0.05" units="cm"/>
      <inkml:brushProperty name="height" value="0.05" units="cm"/>
    </inkml:brush>
  </inkml:definitions>
  <inkml:trace contextRef="#ctx0" brushRef="#br0">262 100 24575,'6'-39'0,"-5"34"0,1 0 0,-1 0 0,-1-1 0,1 1 0,-1 0 0,0-1 0,-1-9 0,1 15 0,0 0 0,0-1 0,0 1 0,0 0 0,0-1 0,0 1 0,0 0 0,0-1 0,0 1 0,0 0 0,0 0 0,0-1 0,-1 1 0,1 0 0,0-1 0,0 1 0,0 0 0,-1 0 0,1-1 0,0 1 0,0 0 0,0 0 0,-1-1 0,1 1 0,0 0 0,-1 0 0,1 0 0,0 0 0,0-1 0,-1 1 0,1 0 0,0 0 0,-1 0 0,1 0 0,0 0 0,-1 0 0,-10 9 0,-7 19 0,-52 123 0,-51 160 0,113-290 0,-2 6 163,4-13-545,1 0 0,0 0 0,-4 28 0,8-29-6444</inkml:trace>
</inkml:ink>
</file>

<file path=ppt/ink/ink1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59.126"/>
    </inkml:context>
    <inkml:brush xml:id="br0">
      <inkml:brushProperty name="width" value="0.05" units="cm"/>
      <inkml:brushProperty name="height" value="0.05" units="cm"/>
    </inkml:brush>
  </inkml:definitions>
  <inkml:trace contextRef="#ctx0" brushRef="#br0">101 223 24575,'0'-15'0,"-1"-1"0,2 1 0,-1-1 0,2 1 0,3-17 0,-3 27 0,-1 0 0,1 0 0,1 0 0,-1 0 0,1 0 0,-1 0 0,1 1 0,1-1 0,-1 1 0,1 0 0,-1 0 0,1 0 0,0 1 0,1-1 0,5-3 0,-1 1 0,-1 1 0,1 1 0,0-1 0,1 1 0,-1 1 0,1 0 0,0 0 0,14-1 0,-20 3 0,0 0 0,0 1 0,0 0 0,0 0 0,0 0 0,1 1 0,-1-1 0,0 1 0,0 0 0,0 0 0,0 1 0,0-1 0,-1 1 0,1-1 0,0 1 0,-1 1 0,1-1 0,-1 0 0,1 1 0,-1 0 0,0-1 0,5 8 0,-6-7 0,-1 0 0,1 0 0,0 0 0,-1 1 0,0-1 0,0 1 0,0-1 0,0 1 0,-1-1 0,1 1 0,-1 0 0,0-1 0,0 1 0,0-1 0,-1 1 0,1 0 0,-1-1 0,0 1 0,0-1 0,0 0 0,0 1 0,-1-1 0,0 0 0,1 1 0,-4 3 0,-2 4 0,0-1 0,-1 0 0,0 0 0,0-1 0,-1 0 0,-11 8 0,4-5 0,-29 16 0,-5 3 0,50-31 0,0 0 0,0 0 0,0 0 0,0 0 0,-1 0 0,1 0 0,0 0 0,0 0 0,0 0 0,0 1 0,0-1 0,-1 0 0,1 0 0,0 0 0,0 0 0,0 0 0,0 0 0,0 0 0,-1 0 0,1 0 0,0 1 0,0-1 0,0 0 0,0 0 0,0 0 0,0 0 0,0 0 0,0 0 0,0 1 0,0-1 0,0 0 0,-1 0 0,1 0 0,0 0 0,0 0 0,0 1 0,0-1 0,0 0 0,0 0 0,0 0 0,0 0 0,0 1 0,0-1 0,0 0 0,1 0 0,-1 0 0,0 0 0,0 0 0,0 1 0,0-1 0,0 0 0,0 0 0,0 0 0,0 0 0,13 0 0,21-7 0,-31 7 0,5-2 0,-1 1 0,1 0 0,-1 0 0,1 0 0,0 1 0,-1 1 0,1-1 0,0 1 0,-1 1 0,14 3 0,-17-3 0,0-1 0,0 1 0,-1 0 0,1 0 0,-1 0 0,1 1 0,-1-1 0,0 1 0,0 0 0,0 0 0,0 0 0,-1 0 0,1 0 0,-1 1 0,0-1 0,0 1 0,0-1 0,0 1 0,-1 0 0,1 0 0,1 7 0,-3-7 0,1-1 0,-1 0 0,1 1 0,-1-1 0,0 0 0,0 1 0,0-1 0,-1 0 0,1 1 0,-1-1 0,0 0 0,0 0 0,0 0 0,0 0 0,0 1 0,-1-1 0,-1 3 0,-1-2 0,1 0 0,-1 0 0,1 0 0,-1 0 0,0-1 0,-1 0 0,1 1 0,-1-1 0,-7 3 0,-4 1 0,0-1 0,0 0 0,-1-1 0,0-1 0,-26 3 0,25-6 0,-1 0 0,1 0 0,-20-3 0,31 1 0,0 0 0,0 0 0,0 0 0,1-1 0,-1 0 0,0 0 0,1-1 0,-1 0 0,1 0 0,0-1 0,-6-4 0,2-3-1365,4 1-5461</inkml:trace>
</inkml:ink>
</file>

<file path=ppt/ink/ink1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03.616"/>
    </inkml:context>
    <inkml:brush xml:id="br0">
      <inkml:brushProperty name="width" value="0.05" units="cm"/>
      <inkml:brushProperty name="height" value="0.05" units="cm"/>
    </inkml:brush>
  </inkml:definitions>
  <inkml:trace contextRef="#ctx0" brushRef="#br0">1 93 24575,'6'0'0,"0"2"0,1-1 0,-1 1 0,0 0 0,0 0 0,0 1 0,0 0 0,0 0 0,0 0 0,-1 1 0,1-1 0,-1 1 0,0 1 0,-1-1 0,6 7 0,3 2 0,-2 1 0,1 0 0,-2 1 0,15 25 0,-22-33 0,1 0 0,-1 0 0,0 0 0,-1 0 0,0 1 0,0-1 0,-1 1 0,0-1 0,1 15 0,-2-19 0,-1 0 0,1-1 0,-1 1 0,1-1 0,-1 1 0,0-1 0,0 1 0,0-1 0,0 1 0,0-1 0,-1 0 0,1 1 0,-1-1 0,1 0 0,-1 0 0,0 0 0,0 0 0,0-1 0,0 1 0,0 0 0,0-1 0,0 0 0,-1 1 0,1-1 0,0 0 0,-1 0 0,1 0 0,-1 0 0,0-1 0,1 1 0,-5 0 0,6-1 0,-1 0 0,1 1 0,0-1 0,0 0 0,-1 1 0,1-1 0,0 0 0,0 0 0,-1 0 0,1 0 0,0 0 0,0-1 0,-1 1 0,1 0 0,0 0 0,0-1 0,0 1 0,-1-1 0,1 1 0,0-1 0,0 0 0,0 1 0,0-1 0,0 0 0,0 0 0,0 0 0,0 1 0,0-1 0,1 0 0,-1 0 0,0 0 0,0-1 0,1 1 0,-1 0 0,1 0 0,-1 0 0,1 0 0,-1-1 0,1 1 0,0 0 0,0 0 0,0 0 0,-1-1 0,1 1 0,0 0 0,1-1 0,-1-1 0,1-4 0,0-1 0,0 0 0,1 1 0,0 0 0,0-1 0,6-10 0,14-26 0,2 0 0,1 1 0,3 2 0,38-44 0,-48 65-1365,-4 6-5461</inkml:trace>
</inkml:ink>
</file>

<file path=ppt/ink/ink1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04.022"/>
    </inkml:context>
    <inkml:brush xml:id="br0">
      <inkml:brushProperty name="width" value="0.05" units="cm"/>
      <inkml:brushProperty name="height" value="0.05" units="cm"/>
    </inkml:brush>
  </inkml:definitions>
  <inkml:trace contextRef="#ctx0" brushRef="#br0">72 32 24575,'0'0'0,"0"-1"0,0 1 0,0 0 0,0 0 0,0-1 0,0 1 0,0 0 0,0-1 0,0 1 0,0 0 0,0-1 0,0 1 0,0 0 0,0-1 0,0 1 0,-1 0 0,1-1 0,0 1 0,0 0 0,0 0 0,0-1 0,-1 1 0,1 0 0,0 0 0,0-1 0,-1 1 0,1 0 0,0 0 0,-1 0 0,1-1 0,0 1 0,0 0 0,-1 0 0,1 0 0,-12 4 0,-9 15 0,15-7 0,1 1 0,0-1 0,1 1 0,0 0 0,1 1 0,0-1 0,2 1 0,-1-1 0,2 28 0,-1-39 0,1 1 0,0 0 0,1-1 0,-1 1 0,0 0 0,1-1 0,0 1 0,-1 0 0,1-1 0,0 1 0,0-1 0,1 1 0,-1-1 0,0 0 0,1 1 0,-1-1 0,1 0 0,0 0 0,0 0 0,0 0 0,0-1 0,0 1 0,0 0 0,0-1 0,1 1 0,-1-1 0,0 0 0,3 1 0,0-1 0,0 0 0,-1 0 0,1-1 0,0 0 0,-1 0 0,1 0 0,-1-1 0,1 1 0,0-1 0,-1 0 0,1 0 0,-1-1 0,1 1 0,-1-1 0,7-4 0,-4 2 0,-1 0 0,0 0 0,0-1 0,0 0 0,0 0 0,-1-1 0,0 1 0,0-1 0,0-1 0,-1 1 0,0 0 0,0-1 0,0 0 0,-1 0 0,0 0 0,2-10 0,-4 12 0,1 0 0,-1-1 0,0 1 0,-1 0 0,1-1 0,-1 1 0,0 0 0,-1-1 0,1 1 0,-1 0 0,0-1 0,0 1 0,-1 0 0,1 0 0,-1 0 0,0 0 0,-1 0 0,1 1 0,-1-1 0,0 0 0,0 1 0,0 0 0,-1 0 0,-5-5 0,7 7-170,-1 0-1,1 0 0,-1 1 1,0-1-1,0 1 0,1-1 1,-6 0-1,-5-2-6655</inkml:trace>
</inkml:ink>
</file>

<file path=ppt/ink/ink1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04.377"/>
    </inkml:context>
    <inkml:brush xml:id="br0">
      <inkml:brushProperty name="width" value="0.05" units="cm"/>
      <inkml:brushProperty name="height" value="0.05" units="cm"/>
    </inkml:brush>
  </inkml:definitions>
  <inkml:trace contextRef="#ctx0" brushRef="#br0">0 30 24575,'1'20'0,"0"1"0,2-1 0,6 29 0,-6-37 0,0-1 0,1 0 0,0 0 0,1 0 0,0 0 0,1-1 0,9 14 0,-14-22 0,0-1 0,1 1 0,-1 0 0,1-1 0,-1 1 0,1-1 0,0 1 0,-1-1 0,1 0 0,0 0 0,0 0 0,0 0 0,0 0 0,0 0 0,0 0 0,0 0 0,0-1 0,0 0 0,0 1 0,4-1 0,-3 0 0,-1-1 0,1 1 0,-1-1 0,1 0 0,-1 0 0,1 0 0,-1 0 0,0 0 0,0 0 0,1-1 0,-1 1 0,0-1 0,0 0 0,3-3 0,1-3 0,1 0 0,-1-1 0,-1 1 0,0-1 0,0 0 0,0-1 0,4-14 0,-6 15-91,-1 0 0,0 0 0,0 0 0,-1 0 0,0 0 0,-1 0 0,0 0 0,0 0 0,-1 0 0,-1 0 0,1 0 0,-1 0 0,0 0 0,-5-10 0,1 6-6735</inkml:trace>
</inkml:ink>
</file>

<file path=ppt/ink/ink1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04.611"/>
    </inkml:context>
    <inkml:brush xml:id="br0">
      <inkml:brushProperty name="width" value="0.05" units="cm"/>
      <inkml:brushProperty name="height" value="0.05" units="cm"/>
    </inkml:brush>
  </inkml:definitions>
  <inkml:trace contextRef="#ctx0" brushRef="#br0">14 26 24575,'-4'-21'0,"1"17"0,-1 14 0,2 23 0,1-1 0,2 0 0,9 63 0,-3-33 0,23 177-1365,-26-216-5461</inkml:trace>
</inkml:ink>
</file>

<file path=ppt/ink/ink1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05.014"/>
    </inkml:context>
    <inkml:brush xml:id="br0">
      <inkml:brushProperty name="width" value="0.05" units="cm"/>
      <inkml:brushProperty name="height" value="0.05" units="cm"/>
    </inkml:brush>
  </inkml:definitions>
  <inkml:trace contextRef="#ctx0" brushRef="#br0">2 180 24575,'0'0'0,"0"0"0,0 0 0,0 0 0,0 0 0,-1 0 0,1-1 0,0 1 0,0 0 0,0 0 0,0 0 0,0 0 0,0 0 0,0-1 0,-1 1 0,1 0 0,0 0 0,0 0 0,0-1 0,0 1 0,0 0 0,0 0 0,0 0 0,0-1 0,0 1 0,0 0 0,0 0 0,0 0 0,0 0 0,0-1 0,0 1 0,0 0 0,0 0 0,0 0 0,1-1 0,-1 1 0,0 0 0,0 0 0,0 0 0,0 0 0,0-1 0,0 1 0,0 0 0,1 0 0,-1 0 0,0 0 0,0 0 0,0 0 0,14-5 0,15 3 0,38 2 0,34 0 0,-89-1 0,0 0 0,1-1 0,-1-1 0,0 0 0,21-8 0,-29 9 0,0 0 0,0 0 0,0-1 0,-1 1 0,1-1 0,-1 0 0,1 0 0,-1 0 0,0 0 0,0 0 0,-1-1 0,1 0 0,-1 1 0,1-1 0,-1 0 0,0 0 0,-1 0 0,2-5 0,-2 6 0,-1 1 0,1-1 0,-1 1 0,0-1 0,0 0 0,0 1 0,0-1 0,0 0 0,-1 1 0,1-1 0,-1 1 0,0-1 0,1 1 0,-1-1 0,-1 1 0,1-1 0,0 1 0,0 0 0,-1 0 0,1-1 0,-1 1 0,0 0 0,0 0 0,0 1 0,0-1 0,0 0 0,0 1 0,0-1 0,0 1 0,-1 0 0,-2-2 0,1 2 0,0-1 0,0 1 0,0 0 0,0 0 0,1 1 0,-1-1 0,0 1 0,0 0 0,0 0 0,0 0 0,0 1 0,0-1 0,0 1 0,0 0 0,0 0 0,0 0 0,1 1 0,-1-1 0,0 1 0,1 0 0,-1 0 0,1 0 0,0 0 0,0 1 0,-6 5 0,1-1 0,0 1 0,1 0 0,0 0 0,0 1 0,1 0 0,0 0 0,0 1 0,-5 13 0,9-17 15,0 0 0,0 0 0,0 0 0,1 0-1,0 0 1,0 0 0,1 1 0,0-1 0,0 0 0,0 0-1,1 1 1,-1-1 0,2 0 0,-1 0 0,1 0 0,0 0 0,0 0-1,0 0 1,1-1 0,0 1 0,0-1 0,5 7 0,-3-6-110,0-1 0,0 1 0,1-1 0,0 0 1,0 0-1,0 0 0,1-1 0,-1 0 0,1 0 0,0-1 1,0 0-1,0 0 0,1-1 0,-1 1 0,1-2 1,-1 1-1,13 0 0,11-1-6731</inkml:trace>
</inkml:ink>
</file>

<file path=ppt/ink/ink1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2.281"/>
    </inkml:context>
    <inkml:brush xml:id="br0">
      <inkml:brushProperty name="width" value="0.05" units="cm"/>
      <inkml:brushProperty name="height" value="0.05" units="cm"/>
    </inkml:brush>
  </inkml:definitions>
  <inkml:trace contextRef="#ctx0" brushRef="#br0">9 1 24575,'-1'0'0,"1"0"0,0 0 0,0 1 0,0-1 0,-1 0 0,1 0 0,0 1 0,0-1 0,0 0 0,0 0 0,-1 1 0,1-1 0,0 0 0,0 1 0,0-1 0,0 0 0,0 1 0,0-1 0,0 0 0,0 0 0,0 1 0,0-1 0,0 0 0,0 1 0,0-1 0,0 0 0,0 1 0,0-1 0,0 0 0,1 1 0,-1-1 0,4 18 0,-2-11 0,11 52 171,10 114 0,-22-153-342,-1 1 0,-1-1 1,0 1-1,-2-1 0,0 0 1,-2 0-1,0-1 0,-1 1 1,-13 27-1,13-33-6655</inkml:trace>
</inkml:ink>
</file>

<file path=ppt/ink/ink1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2.904"/>
    </inkml:context>
    <inkml:brush xml:id="br0">
      <inkml:brushProperty name="width" value="0.05" units="cm"/>
      <inkml:brushProperty name="height" value="0.05" units="cm"/>
    </inkml:brush>
  </inkml:definitions>
  <inkml:trace contextRef="#ctx0" brushRef="#br0">1 309 24575,'0'-27'0,"1"0"0,1 0 0,2 1 0,8-34 0,-10 52 0,0 0 0,1 0 0,0 1 0,0-1 0,0 1 0,1-1 0,1 1 0,-1 0 0,1 1 0,0-1 0,0 1 0,1 0 0,0 0 0,0 1 0,1 0 0,-1 0 0,1 0 0,9-4 0,-10 6 0,0 1 0,0 0 0,0 0 0,1 1 0,-1-1 0,1 1 0,-1 1 0,1-1 0,-1 1 0,1 0 0,-1 1 0,1-1 0,-1 1 0,0 1 0,1-1 0,-1 1 0,0 0 0,0 0 0,0 1 0,0 0 0,0 0 0,-1 0 0,1 1 0,-1 0 0,0 0 0,0 0 0,-1 1 0,1-1 0,4 7 0,-3-4 0,-1 0 0,0 0 0,-1 1 0,1-1 0,-1 1 0,-1 0 0,0 0 0,0 1 0,0-1 0,-1 0 0,0 1 0,-1 0 0,0-1 0,0 1 0,-1 0 0,0-1 0,-1 1 0,1 0 0,-2 0 0,1-1 0,-5 13 0,2-12 0,0 0 0,-1-1 0,0 1 0,0-1 0,-1 0 0,0 0 0,0-1 0,-1 1 0,0-2 0,-1 1 0,1-1 0,-1 0 0,0 0 0,-11 5 0,6-5 0,0 0 0,0 0 0,-1-1 0,1 0 0,-1-2 0,0 1 0,-1-2 0,1 0 0,-16 0 0,1-6 0,16-2 0,13 6 0,-1 0 0,1 0 0,0-1 0,0 1 0,-1 0 0,1 0 0,0-1 0,0 1 0,0 0 0,0 0 0,-1-1 0,1 1 0,0 0 0,0-1 0,0 1 0,0 0 0,0-1 0,0 1 0,0 0 0,0 0 0,0-1 0,0 1 0,0 0 0,0-1 0,0 1 0,0 0 0,0-1 0,0 1 0,0 0 0,0-1 0,0 1 0,1-1 0,0 1 0,-1-1 0,1 0 0,0 0 0,0 0 0,0 1 0,0-1 0,0 1 0,0-1 0,0 1 0,0-1 0,0 1 0,0-1 0,0 1 0,0 0 0,0-1 0,0 1 0,0 0 0,0 0 0,1 0 0,-1 0 0,0 0 0,0 0 0,1 1 0,28 4 0,-14 0 43,-1 1 0,1 0-1,-1 2 1,0-1 0,-1 2-1,0 0 1,16 13 0,8 10-897,37 40 1,-63-60-5973</inkml:trace>
</inkml:ink>
</file>

<file path=ppt/ink/ink1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3.669"/>
    </inkml:context>
    <inkml:brush xml:id="br0">
      <inkml:brushProperty name="width" value="0.05" units="cm"/>
      <inkml:brushProperty name="height" value="0.05" units="cm"/>
    </inkml:brush>
  </inkml:definitions>
  <inkml:trace contextRef="#ctx0" brushRef="#br0">71 128 24575,'0'0'0,"0"0"0,0-1 0,0 1 0,0 0 0,0-1 0,0 1 0,0 0 0,0-1 0,0 1 0,0 0 0,0-1 0,-1 1 0,1 0 0,0-1 0,0 1 0,0 0 0,-1-1 0,1 1 0,0 0 0,0 0 0,-1-1 0,1 1 0,0 0 0,0 0 0,-1 0 0,1-1 0,0 1 0,-1 0 0,1 0 0,0 0 0,-1 0 0,1 0 0,0 0 0,-1 0 0,1 0 0,0 0 0,-1 0 0,1 0 0,-1 0 0,1 0 0,0 0 0,-1 0 0,1 0 0,0 0 0,-1 0 0,1 0 0,0 0 0,-1 1 0,1-1 0,-1 0 0,0 1 0,-1-1 0,1 1 0,0 0 0,-1-1 0,1 1 0,-1 0 0,1 0 0,0 0 0,0 0 0,-2 2 0,0 4 0,0 0 0,1 0 0,0 0 0,0 0 0,1 0 0,0 0 0,0 0 0,0 1 0,2 9 0,-3 10 0,-9 240 0,8-243 0,0-19 0,-1-17 0,2 1 0,1 0 0,1 0 0,0-1 0,1 1 0,3-20 0,16-57 0,-14 65 0,-1 6 0,31-110 0,-28 105 0,1 0 0,0 1 0,19-31 0,-25 48 0,-1 1 0,1-1 0,-1 1 0,1 0 0,0 0 0,0 0 0,1 1 0,-1-1 0,6-3 0,-8 6 0,0-1 0,0 1 0,0-1 0,1 1 0,-1-1 0,0 1 0,0 0 0,0 0 0,0 0 0,1 0 0,-1 0 0,0 0 0,0 0 0,0 0 0,0 0 0,1 0 0,-1 0 0,0 1 0,0-1 0,0 1 0,0-1 0,0 1 0,0-1 0,0 1 0,0-1 0,0 1 0,0 0 0,0 0 0,0 0 0,0-1 0,0 1 0,-1 0 0,1 0 0,0 0 0,-1 0 0,1 0 0,0 2 0,4 6 0,-1 1 0,-1-1 0,1 1 0,-1 0 0,-1 0 0,0 1 0,1 18 0,-3 77 0,0-94 0,-1 16 0,-2 0 0,0 0 0,-2 0 0,-1 0 0,-10 28 0,10-45 0,5-18 0,6-19 0,68-168 0,-54 152 0,1 1 0,39-57 0,-28 59 0,-29 37 0,0 1 0,-1-1 0,1 0 0,0 1 0,0-1 0,-1 1 0,1 0 0,0-1 0,1 1 0,-1 0 0,0 0 0,0 0 0,0 1 0,1-1 0,-1 1 0,0-1 0,5 0 0,-6 2 0,0-1 0,0 1 0,0-1 0,0 1 0,0-1 0,0 1 0,0 0 0,0-1 0,-1 1 0,1 0 0,0 0 0,0 0 0,-1-1 0,1 1 0,0 0 0,-1 0 0,1 0 0,-1 0 0,1 0 0,-1 0 0,0 0 0,1 0 0,-1 1 0,0-1 0,0 0 0,0 2 0,3 35 0,-3-32 0,-4 425-1365,4-412-5461</inkml:trace>
</inkml:ink>
</file>

<file path=ppt/ink/ink1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3.931"/>
    </inkml:context>
    <inkml:brush xml:id="br0">
      <inkml:brushProperty name="width" value="0.05" units="cm"/>
      <inkml:brushProperty name="height" value="0.05" units="cm"/>
    </inkml:brush>
  </inkml:definitions>
  <inkml:trace contextRef="#ctx0" brushRef="#br0">37 18 24575,'0'-17'0,"0"17"0,0 35 0,0 55-455,-4 1 0,-24 139 0,24-210-6371</inkml:trace>
</inkml:ink>
</file>

<file path=ppt/ink/ink1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4.349"/>
    </inkml:context>
    <inkml:brush xml:id="br0">
      <inkml:brushProperty name="width" value="0.05" units="cm"/>
      <inkml:brushProperty name="height" value="0.05" units="cm"/>
    </inkml:brush>
  </inkml:definitions>
  <inkml:trace contextRef="#ctx0" brushRef="#br0">1 242 24575,'0'-2'0,"0"1"0,1-1 0,-1 1 0,1-1 0,-1 1 0,1 0 0,0-1 0,0 1 0,-1 0 0,1 0 0,0-1 0,0 1 0,0 0 0,1 0 0,-1 0 0,0 0 0,0 0 0,0 0 0,1 1 0,-1-1 0,0 0 0,1 1 0,-1-1 0,1 1 0,-1-1 0,1 1 0,-1 0 0,3-1 0,8-2 0,1 1 0,17-1 0,-17 2 0,15-1 0,-6 0 0,36-6 0,-53 7 0,-1 0 0,0 0 0,1-1 0,-1 1 0,0-1 0,1 0 0,-1 0 0,0 0 0,-1-1 0,1 0 0,0 1 0,-1-1 0,7-7 0,-8 6 0,0 0 0,0-1 0,0 1 0,0-1 0,-1 0 0,1 0 0,-1 1 0,-1-1 0,1 0 0,-1 0 0,1-8 0,-7-57 0,5 64 0,-3-10 0,0 24 0,-2 27 0,-8 179 334,0 43-2033,13-238-5127</inkml:trace>
</inkml:ink>
</file>

<file path=ppt/ink/ink1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4.643"/>
    </inkml:context>
    <inkml:brush xml:id="br0">
      <inkml:brushProperty name="width" value="0.05" units="cm"/>
      <inkml:brushProperty name="height" value="0.05" units="cm"/>
    </inkml:brush>
  </inkml:definitions>
  <inkml:trace contextRef="#ctx0" brushRef="#br0">12 1 24575,'-2'0'0,"-3"0"0,1 0 0,6 0 0,6 0 0,6 0 0,5 0 0,4 0 0,1 0 0,1 0 0,-2 0 0,1 0 0,-2 0 0,-7 0 0,-8 0 0</inkml:trace>
</inkml:ink>
</file>

<file path=ppt/ink/ink1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5.857"/>
    </inkml:context>
    <inkml:brush xml:id="br0">
      <inkml:brushProperty name="width" value="0.05" units="cm"/>
      <inkml:brushProperty name="height" value="0.05" units="cm"/>
    </inkml:brush>
  </inkml:definitions>
  <inkml:trace contextRef="#ctx0" brushRef="#br0">1 0 24575,'20'82'0,"-14"-26"0,-2 1 0,-2 0 0,-4 0 0,-1-1 0,-21 106 0,66-296 0,-39 121 0,1 1 0,0 0 0,0 0 0,1 1 0,1-1 0,0 1 0,0 0 0,1 1 0,10-13 0,-16 22 0,0 0 0,0 0 0,0-1 0,1 1 0,-1 0 0,0 0 0,1 0 0,-1 0 0,0 0 0,1 0 0,-1 1 0,1-1 0,-1 0 0,1 1 0,0-1 0,-1 1 0,1 0 0,-1-1 0,1 1 0,0 0 0,-1 0 0,1 0 0,0 0 0,-1 0 0,1 1 0,0-1 0,-1 0 0,1 1 0,0-1 0,-1 1 0,1 0 0,-1-1 0,1 1 0,-1 0 0,0 0 0,1 0 0,-1 0 0,0 0 0,1 0 0,-1 0 0,0 1 0,0-1 0,1 3 0,3 2 0,-1 1 0,0 0 0,0 1 0,-1-1 0,0 0 0,0 1 0,2 14 0,-2-10-97,-1 1-1,0 0 1,-1 0-1,-1 0 1,0 0-1,-1 0 1,0 0-1,-1 0 1,0-1-1,-1 1 1,-1 0-1,0-1 0,-6 13 1,5-15-6729</inkml:trace>
</inkml:ink>
</file>

<file path=ppt/ink/ink1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6.326"/>
    </inkml:context>
    <inkml:brush xml:id="br0">
      <inkml:brushProperty name="width" value="0.05" units="cm"/>
      <inkml:brushProperty name="height" value="0.05" units="cm"/>
    </inkml:brush>
  </inkml:definitions>
  <inkml:trace contextRef="#ctx0" brushRef="#br0">62 83 24575,'-5'0'0,"0"0"0,0 0 0,0 1 0,0 0 0,-6 1 0,11-2 0,0 0 0,-1 0 0,1 1 0,-1-1 0,1 0 0,0 0 0,-1 0 0,1 0 0,0 1 0,0-1 0,-1 0 0,1 0 0,0 1 0,-1-1 0,1 0 0,0 0 0,0 1 0,-1-1 0,1 0 0,0 1 0,0-1 0,0 0 0,0 1 0,0-1 0,-1 0 0,1 1 0,0-1 0,0 1 0,0-1 0,1 1 0,-1 0 0,1 0 0,-1 0 0,1 0 0,-1 0 0,1 0 0,0 0 0,-1 0 0,1 0 0,0 0 0,0-1 0,0 1 0,0 0 0,0-1 0,1 2 0,4 1 0,-1 1 0,1-1 0,0-1 0,-1 1 0,1-1 0,1 0 0,-1 0 0,0 0 0,0-1 0,10 1 0,-14-2 0,-1 0 0,1 0 0,0 0 0,0-1 0,-1 1 0,1 0 0,0-1 0,0 1 0,-1-1 0,1 0 0,0 0 0,-1 1 0,1-1 0,-1 0 0,1 0 0,2-3 0,-3 3 0,0-1 0,0 0 0,1 0 0,-1 0 0,0 0 0,-1 0 0,1 0 0,0 0 0,-1 0 0,1 0 0,-1-1 0,1 1 0,-1 0 0,0 0 0,0 0 0,0-1 0,-1-1 0,1-1 0,-1 1 0,0 0 0,0 0 0,0 0 0,-1 0 0,0 0 0,1 0 0,-1 0 0,-1 1 0,1-1 0,0 0 0,-1 1 0,0 0 0,0 0 0,0 0 0,0 0 0,0 0 0,0 0 0,-1 1 0,0 0 0,1 0 0,-5-2 0,6 3 0,0 0 0,0 0 0,-1 0 0,1 1 0,0-1 0,0 1 0,-1 0 0,1-1 0,0 1 0,-1 0 0,1 0 0,0 0 0,-1 1 0,1-1 0,0 1 0,-1-1 0,1 1 0,0 0 0,0 0 0,0-1 0,0 2 0,0-1 0,0 0 0,0 0 0,0 1 0,0-1 0,0 1 0,1-1 0,-1 1 0,1 0 0,-1 0 0,1 0 0,-1 0 0,1 0 0,0 0 0,0 0 0,0 0 0,0 0 0,1 0 0,-2 4 0,-1 7 0,0 0 0,0 0 0,2 0 0,-1 0 0,2 0 0,-1 0 0,4 22 0,-2-27 0,0 0 0,0 1 0,1-1 0,0 0 0,1-1 0,0 1 0,0 0 0,1-1 0,-1 1 0,2-1 0,-1 0 0,1-1 0,7 9 0,-9-13-136,0 1-1,1 0 1,-1-1-1,1 0 1,0 0-1,0 0 1,-1 0-1,1 0 0,5 0 1,11 3-6690</inkml:trace>
</inkml:ink>
</file>

<file path=ppt/ink/ink1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6.701"/>
    </inkml:context>
    <inkml:brush xml:id="br0">
      <inkml:brushProperty name="width" value="0.05" units="cm"/>
      <inkml:brushProperty name="height" value="0.05" units="cm"/>
    </inkml:brush>
  </inkml:definitions>
  <inkml:trace contextRef="#ctx0" brushRef="#br0">1 50 24575,'-1'-3'0,"9"5"0,9 10 0,-11-5 0,-1 0 0,1 1 0,-2-1 0,1 1 0,-1 0 0,-1 0 0,1 1 0,-1-1 0,-1 1 0,0 0 0,0 0 0,-1 0 0,0-1 0,0 1 0,-1 0 0,0 1 0,0-1 0,-1-1 0,-1 1 0,1 0 0,-1 0 0,-1 0 0,-4 10 0,6-17 0,0-1 0,0 1 0,0 0 0,0-1 0,0 1 0,-1-1 0,1 0 0,0 1 0,-1-1 0,1 0 0,-1 0 0,1 0 0,-1 0 0,0 0 0,1 0 0,-3 0 0,3-1 0,1 0 0,0 0 0,-1 0 0,1 0 0,-1 0 0,1 0 0,-1 0 0,1 0 0,-1 0 0,1 0 0,0 0 0,-1 0 0,1 0 0,-1 0 0,1 0 0,-1 0 0,1-1 0,0 1 0,-1 0 0,1 0 0,-1-1 0,1 1 0,0 0 0,-1-1 0,1 1 0,-1-1 0,1 0 0,-1 0 0,1 0 0,-1-1 0,1 1 0,0 0 0,0 0 0,-1 0 0,1 0 0,0 0 0,0 0 0,0-1 0,0 1 0,1-2 0,3-14 0,0 0 0,1 1 0,1-1 0,1 1 0,0 0 0,16-24 0,-15 25 0,2-3 0,1-1 0,0 1 0,2 1 0,19-23 0,-31 39-62,-1 1 0,1-1 0,-1 0 0,1 1 0,0-1 0,0 1 0,-1-1 0,1 1 0,0-1 0,0 1 0,-1-1 0,1 1-1,0 0 1,0 0 0,0-1 0,0 1 0,-1 0 0,1 0 0,0 0 0,0 0 0,1 0 0</inkml:trace>
</inkml:ink>
</file>

<file path=ppt/ink/ink1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7.071"/>
    </inkml:context>
    <inkml:brush xml:id="br0">
      <inkml:brushProperty name="width" value="0.05" units="cm"/>
      <inkml:brushProperty name="height" value="0.05" units="cm"/>
    </inkml:brush>
  </inkml:definitions>
  <inkml:trace contextRef="#ctx0" brushRef="#br0">183 52 24575,'0'-2'0,"0"0"0,0-1 0,0 1 0,0 0 0,-1 0 0,1 0 0,0 0 0,-1 1 0,0-1 0,1 0 0,-1 0 0,0 0 0,0 0 0,0 0 0,0 1 0,0-1 0,0 1 0,-1-1 0,1 1 0,-1-1 0,1 1 0,-1-1 0,1 1 0,-1 0 0,0 0 0,0 0 0,1 0 0,-1 0 0,0 1 0,0-1 0,0 0 0,0 1 0,0-1 0,0 1 0,-2 0 0,-1-1 0,1 1 0,-1 0 0,1 1 0,-1-1 0,1 1 0,0 0 0,-1 0 0,1 0 0,0 1 0,0-1 0,0 1 0,0 0 0,0 0 0,0 1 0,-3 2 0,1 0 0,0 1 0,0 0 0,0 0 0,1 0 0,0 1 0,1 0 0,0 0 0,0 0 0,0 0 0,1 1 0,0-1 0,0 1 0,1 0 0,0 0 0,-2 10 0,4-13 0,-1 1 0,1-1 0,0 0 0,1 0 0,-1 0 0,1 0 0,0 0 0,0 0 0,0 0 0,1 0 0,0 0 0,0 0 0,0-1 0,1 1 0,-1-1 0,1 1 0,0-1 0,0 0 0,1 0 0,-1 0 0,1-1 0,0 1 0,0-1 0,0 0 0,5 3 0,-3-2-59,0-1 0,1 0-1,0 0 1,-1-1-1,1 1 1,0-1 0,0-1-1,0 1 1,1-1 0,-1-1-1,0 1 1,0-1 0,0-1-1,1 1 1,-1-1-1,0 0 1,0-1 0,0 0-1,0 0 1,0 0 0,0-1-1,9-5 1,3-3-6767</inkml:trace>
</inkml:ink>
</file>

<file path=ppt/ink/ink1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7.728"/>
    </inkml:context>
    <inkml:brush xml:id="br0">
      <inkml:brushProperty name="width" value="0.05" units="cm"/>
      <inkml:brushProperty name="height" value="0.05" units="cm"/>
    </inkml:brush>
  </inkml:definitions>
  <inkml:trace contextRef="#ctx0" brushRef="#br0">59 1 24575,'-2'0'0,"1"0"0,0 0 0,-1 0 0,1 1 0,0-1 0,-1 1 0,1-1 0,0 1 0,0 0 0,0-1 0,0 1 0,0 0 0,0 0 0,0 0 0,0 0 0,0-1 0,0 1 0,0 1 0,0-1 0,0 0 0,1 0 0,-1 0 0,0 0 0,1 0 0,-1 1 0,1-1 0,0 0 0,-1 1 0,1-1 0,0 0 0,0 1 0,0 1 0,-2 7 0,2 1 0,-1-1 0,2 13 0,0-11 0,-2 3 0,0-1 0,-1 1 0,-8 27 0,6-26 0,0 1 0,-1 27 0,4-31 0,0-2 0,1 0 0,0-1 0,0 1 0,1 0 0,3 12 0,-4-21 0,1 0 0,0 1 0,0-1 0,0 0 0,0 0 0,0 0 0,0 0 0,0 0 0,1 0 0,-1 0 0,1 0 0,0 0 0,-1 0 0,1-1 0,0 1 0,0-1 0,0 1 0,0-1 0,0 0 0,0 0 0,0 0 0,1 0 0,-1 0 0,0 0 0,1-1 0,-1 1 0,0-1 0,5 1 0,2-1 0,1 1 0,-1-1 0,1 0 0,-1-1 0,1 0 0,-1-1 0,1 1 0,17-8 0,-22 7 0,0 0 0,0-1 0,-1 0 0,1 0 0,-1 0 0,0 0 0,0-1 0,0 0 0,-1 1 0,1-2 0,-1 1 0,0 0 0,0-1 0,0 1 0,0-1 0,-1 0 0,3-8 0,-1 1 0,-1 0 0,0-1 0,-1 0 0,-1 0 0,0-19 0,-5-65 0,4 97 0,-9-27 0,2 17 0,6 10 0,1 0 0,0 0 0,0 0 0,-1 0 0,1 0 0,0 0 0,0 0 0,-1 0 0,1 0 0,0 0 0,0 0 0,-1 1 0,1-1 0,0 0 0,0 0 0,-1 0 0,1 0 0,0 0 0,0 0 0,0 1 0,-1-1 0,1 0 0,0 0 0,0 0 0,0 1 0,0-1 0,-1 0 0,1 0 0,0 0 0,0 1 0,0-1 0,0 0 0,0 0 0,0 1 0,0-1 0,0 0 0,0 0 0,0 1 0,0-1 0,0 1 0,-1 6-1365</inkml:trace>
</inkml:ink>
</file>

<file path=ppt/ink/ink1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8.040"/>
    </inkml:context>
    <inkml:brush xml:id="br0">
      <inkml:brushProperty name="width" value="0.05" units="cm"/>
      <inkml:brushProperty name="height" value="0.05" units="cm"/>
    </inkml:brush>
  </inkml:definitions>
  <inkml:trace contextRef="#ctx0" brushRef="#br0">44 35 24575,'0'-3'0,"-1"0"0,0 0 0,0 0 0,0 0 0,0 0 0,-1 1 0,1-1 0,-1 0 0,1 1 0,-4-4 0,5 62 0,0 10 145,-13 93-1,0-12-1798,12-132-5172</inkml:trace>
</inkml:ink>
</file>

<file path=ppt/ink/ink1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8.275"/>
    </inkml:context>
    <inkml:brush xml:id="br0">
      <inkml:brushProperty name="width" value="0.05" units="cm"/>
      <inkml:brushProperty name="height" value="0.05" units="cm"/>
    </inkml:brush>
  </inkml:definitions>
  <inkml:trace contextRef="#ctx0" brushRef="#br0">1 3 24575,'0'-2'0,"0"1"0,0 4 0,0 5 0,0 5 0,0 4 0,0 4 0,0 4 0,0 2 0,2 1 0,1-2 0,0 0 0,0-3 0,-1-2 0,-1-3 0,-1-4-8191</inkml:trace>
</inkml:ink>
</file>

<file path=ppt/ink/ink1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8.445"/>
    </inkml:context>
    <inkml:brush xml:id="br0">
      <inkml:brushProperty name="width" value="0.05" units="cm"/>
      <inkml:brushProperty name="height" value="0.05" units="cm"/>
    </inkml:brush>
  </inkml:definitions>
  <inkml:trace contextRef="#ctx0" brushRef="#br0">1 12 24575,'0'-2'0,"0"-4"0,0 2 0,0 4 0,0 5 0</inkml:trace>
</inkml:ink>
</file>

<file path=ppt/ink/ink1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09:18.897"/>
    </inkml:context>
    <inkml:brush xml:id="br0">
      <inkml:brushProperty name="width" value="0.05" units="cm"/>
      <inkml:brushProperty name="height" value="0.05" units="cm"/>
    </inkml:brush>
  </inkml:definitions>
  <inkml:trace contextRef="#ctx0" brushRef="#br0">185 67 24575,'4'-2'0,"-1"1"0,0 0 0,0-1 0,0 1 0,0-1 0,0 0 0,0 0 0,0 0 0,0-1 0,-1 1 0,1-1 0,-1 1 0,3-5 0,1 1 0,-5 5 0,0 0 0,0 0 0,0-1 0,0 1 0,0 0 0,-1 0 0,1-1 0,0 1 0,0 0 0,-1-1 0,1 1 0,0-3 0,-1 4 0,0-1 0,0 1 0,0 0 0,0-1 0,0 1 0,0 0 0,-1-1 0,1 1 0,0 0 0,0-1 0,0 1 0,0 0 0,0-1 0,-1 1 0,1 0 0,0-1 0,0 1 0,-1 0 0,1 0 0,0-1 0,0 1 0,-1 0 0,1 0 0,0 0 0,-1-1 0,1 1 0,0 0 0,-1 0 0,1 0 0,0 0 0,-1 0 0,-2-1 0,0 1 0,0 0 0,0 0 0,1 0 0,-1 0 0,0 0 0,0 1 0,0-1 0,0 1 0,1 0 0,-4 1 0,-4 2 0,0 0 0,1 0 0,-1 1 0,1 1 0,1 0 0,-11 8 0,17-13 0,1 0 0,-1 1 0,0 0 0,1-1 0,-1 1 0,1 0 0,0 0 0,-1 0 0,1 0 0,0 0 0,0 0 0,0 0 0,0 0 0,1 0 0,-1 1 0,1-1 0,-1 0 0,1 0 0,0 1 0,0-1 0,0 0 0,0 0 0,0 1 0,0-1 0,1 0 0,-1 1 0,1-1 0,-1 0 0,1 0 0,0 0 0,0 0 0,0 0 0,0 0 0,2 3 0,6 5 0,-1 0 0,2-1 0,-1 1 0,1-2 0,1 0 0,-1 0 0,22 12 0,16 10 0,-47-29 0,0 0 0,0 0 0,1 0 0,-1 0 0,0 0 0,0 0 0,0 0 0,0 0 0,0 0 0,0 1 0,0-1 0,0 0 0,0 0 0,-1 1 0,1-1 0,-1 1 0,1-1 0,-1 1 0,1-1 0,-1 1 0,0-1 0,0 1 0,1 1 0,-2-1 0,0 0 0,1 0 0,-1 0 0,0-1 0,0 1 0,0 0 0,0-1 0,0 1 0,0-1 0,0 1 0,-1-1 0,1 1 0,0-1 0,-1 0 0,-2 2 0,-4 2 0,0 0 0,-1-1 0,1 0 0,-1 0 0,0-1 0,-13 3 0,6-3-151,0 0-1,0-2 0,0 0 0,-1-1 1,1 0-1,0-1 0,0-1 1,-21-5-1,16 1-6674</inkml:trace>
</inkml:ink>
</file>

<file path=ppt/ink/ink1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09.084"/>
    </inkml:context>
    <inkml:brush xml:id="br0">
      <inkml:brushProperty name="width" value="0.05" units="cm"/>
      <inkml:brushProperty name="height" value="0.05" units="cm"/>
    </inkml:brush>
  </inkml:definitions>
  <inkml:trace contextRef="#ctx0" brushRef="#br0">1 111 24575,'0'-1'0,"0"0"0,0 1 0,0-1 0,0 1 0,0-1 0,0 0 0,0 1 0,1-1 0,-1 0 0,0 1 0,0-1 0,1 1 0,-1-1 0,1 0 0,-1 1 0,0-1 0,1 1 0,-1-1 0,1 1 0,-1 0 0,1-1 0,-1 1 0,1-1 0,0 1 0,-1 0 0,1 0 0,-1-1 0,1 1 0,0 0 0,-1 0 0,1 0 0,0-1 0,-1 1 0,1 0 0,0 0 0,-1 0 0,1 0 0,0 0 0,-1 0 0,1 1 0,0-1 0,-1 0 0,1 0 0,-1 0 0,1 1 0,0-1 0,-1 0 0,1 0 0,-1 1 0,1-1 0,-1 1 0,1-1 0,-1 1 0,1-1 0,-1 0 0,1 1 0,-1 0 0,1-1 0,-1 1 0,1 0 0,4 8 0,0 1 0,0 0 0,0 0 0,-2 1 0,1-1 0,2 14 0,4 11 0,21 66 0,-17-50 0,41 95 0,-54-145 0,-1 0 0,1 1 0,-1-1 0,1 0 0,-1 0 0,1 0 0,0 0 0,0 1 0,-1-1 0,1 0 0,0 0 0,0-1 0,0 1 0,0 0 0,0 0 0,0 0 0,1-1 0,-1 1 0,0 0 0,0-1 0,1 1 0,-1-1 0,2 1 0,-2-1 0,1-1 0,-1 1 0,0 0 0,1-1 0,-1 1 0,0-1 0,1 0 0,-1 1 0,0-1 0,0 0 0,0 0 0,0 0 0,0 0 0,0 0 0,0 0 0,0 0 0,0 0 0,1-1 0,5-9 0,-1 0 0,0 0 0,8-21 0,-13 28 0,14-36 0,-2-1 0,8-47 0,7-86 0,-12 67 0,-13 99 112,-2 12 70,1 20-523,-1-13-977,2 9-5508</inkml:trace>
</inkml:ink>
</file>

<file path=ppt/ink/ink1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09.439"/>
    </inkml:context>
    <inkml:brush xml:id="br0">
      <inkml:brushProperty name="width" value="0.05" units="cm"/>
      <inkml:brushProperty name="height" value="0.05" units="cm"/>
    </inkml:brush>
  </inkml:definitions>
  <inkml:trace contextRef="#ctx0" brushRef="#br0">60 100 24575,'0'-5'0,"1"1"0,0 0 0,0 0 0,0 0 0,0-1 0,0 1 0,1 0 0,0 0 0,0 1 0,0-1 0,0 0 0,1 1 0,0-1 0,-1 1 0,1 0 0,0 0 0,0 0 0,1 0 0,-1 1 0,1-1 0,-1 1 0,8-4 0,-6 4 0,-1-1 0,1 1 0,0 0 0,0 1 0,0-1 0,0 1 0,0 0 0,1 0 0,-1 1 0,0-1 0,0 1 0,1 0 0,-1 1 0,0-1 0,1 1 0,-1 0 0,0 0 0,7 3 0,-10-3 0,0 0 0,0 0 0,0 0 0,0 1 0,0-1 0,-1 0 0,1 1 0,0-1 0,-1 1 0,1 0 0,-1-1 0,0 1 0,0 0 0,1 0 0,-1 0 0,0 0 0,0 0 0,-1 0 0,2 3 0,-1-1 0,-1 1 0,1-1 0,-1 0 0,0 0 0,-1 1 0,1-1 0,-1 0 0,1 0 0,-3 7 0,-2 3 0,-1 0 0,0-1 0,-1 1 0,-16 21 0,-1-3 0,-3-1 0,-32 30 0,-24 28 0,82-89 0,1 1 0,-1 0 0,0 0 0,0 0 0,1 0 0,-1-1 0,1 1 0,-1 0 0,1 0 0,-1 0 0,1 0 0,0 0 0,-1 0 0,1 1 0,0-1 0,0 0 0,0 0 0,-1 0 0,2 2 0,-1-3 0,0 1 0,1-1 0,-1 1 0,0 0 0,1-1 0,-1 1 0,1-1 0,-1 1 0,1-1 0,-1 0 0,1 1 0,0-1 0,-1 1 0,1-1 0,-1 0 0,1 1 0,0-1 0,-1 0 0,1 0 0,0 0 0,-1 1 0,2-1 0,5 1 0,0-1 0,1 0 0,-1 0 0,10-1 0,-15 1 0,112-12 237,136-7-1839,-234 19-5224</inkml:trace>
</inkml:ink>
</file>

<file path=ppt/ink/ink1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0.156"/>
    </inkml:context>
    <inkml:brush xml:id="br0">
      <inkml:brushProperty name="width" value="0.05" units="cm"/>
      <inkml:brushProperty name="height" value="0.05" units="cm"/>
      <inkml:brushProperty name="color" value="#F6630D"/>
    </inkml:brush>
  </inkml:definitions>
  <inkml:trace contextRef="#ctx0" brushRef="#br0">13 5 24575,'-2'-4'0,"4"4"0,8 9 0,-7-2 0,1 0 0,-1 0 0,-1 1 0,1-1 0,-1 1 0,-1 0 0,1 0 0,-2 0 0,1 13 0,-5 73 0,4-92 0,-4 25 75,-1-1-1,-9 29 1,0 1-1664,11-43-5237</inkml:trace>
</inkml:ink>
</file>

<file path=ppt/ink/ink1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0.480"/>
    </inkml:context>
    <inkml:brush xml:id="br0">
      <inkml:brushProperty name="width" value="0.05" units="cm"/>
      <inkml:brushProperty name="height" value="0.05" units="cm"/>
      <inkml:brushProperty name="color" value="#F6630D"/>
    </inkml:brush>
  </inkml:definitions>
  <inkml:trace contextRef="#ctx0" brushRef="#br0">11 19 24575,'-1'-1'0,"0"0"0,0 0 0,0 0 0,0 0 0,0 0 0,1 0 0,-1 0 0,0 0 0,1-1 0,-1 1 0,1 0 0,-1 0 0,0-3 0,5 4 0,5 11 0,12 21 0,-2 2 0,-1 0 0,-2 1 0,-1 1 0,20 74 0,-33-99 0,1 0 0,-2 0 0,1 0 0,-1 0 0,-1 0 0,0 0 0,-1 0 0,-2 14 0,2-19 0,-1 0 0,0 0 0,0 0 0,0 0 0,-1 0 0,0 0 0,0-1 0,0 0 0,-1 1 0,0-1 0,0 0 0,0-1 0,-1 1 0,1-1 0,-10 7 0,-11 5-1365,1-4-5461</inkml:trace>
</inkml:ink>
</file>

<file path=ppt/ink/ink1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2.158"/>
    </inkml:context>
    <inkml:brush xml:id="br0">
      <inkml:brushProperty name="width" value="0.05" units="cm"/>
      <inkml:brushProperty name="height" value="0.05" units="cm"/>
      <inkml:brushProperty name="color" value="#F6630D"/>
    </inkml:brush>
  </inkml:definitions>
  <inkml:trace contextRef="#ctx0" brushRef="#br0">6 83 24575,'0'0'0,"-1"-1"0,1 1 0,0 0 0,-1 0 0,1 0 0,0 0 0,0 0 0,-1 0 0,1-1 0,0 1 0,0 0 0,-1 0 0,1 0 0,0-1 0,0 1 0,0 0 0,-1 0 0,1-1 0,0 1 0,0 0 0,0-1 0,0 1 0,0 0 0,-1 0 0,1-1 0,0 1 0,0 0 0,0-1 0,0 1 0,0 0 0,0-1 0,0 1 0,0 0 0,0 0 0,0-1 0,0 1 0,1 0 0,-1-1 0,0 1 0,0 0 0,0-1 0,0 1 0,0 0 0,0 0 0,1-1 0,-1 1 0,0 0 0,1-1 0,-1 1 0,0 0 0,0-1 0,1 1 0,-1-1 0,0 1 0,1 0 0,-1-1 0,0 1 0,1 0 0,-1-1 0,0 1 0,1 0 0,-1 0 0,1-1 0,-1 1 0,1 0 0,-1 0 0,1 0 0,-1 0 0,1-1 0,-1 1 0,1 0 0,-1 0 0,1 0 0,-1 0 0,1 0 0,-1 0 0,0 0 0,1 1 0,-1-1 0,1 0 0,-1 0 0,1 0 0,-1 0 0,1 1 0,-1-1 0,1 0 0,-1 0 0,0 1 0,1-1 0,0 1 0,3 4 0,0 0 0,0 0 0,0 0 0,0 1 0,-1 0 0,0 0 0,0 0 0,3 12 0,2 1 0,0-2 0,-1 0 0,0 1 0,-2 0 0,0 0 0,4 34 0,-8-69 0,0 0 0,1 0 0,0 0 0,1 1 0,1-1 0,1 1 0,1 0 0,0 0 0,0 0 0,2 1 0,0 0 0,1 0 0,0 1 0,22-25 0,-28 36 0,-1 1 0,1 0 0,-1 0 0,1-1 0,0 2 0,0-1 0,-1 0 0,1 1 0,1-1 0,-1 1 0,0 0 0,0 0 0,0 0 0,6-1 0,-7 2 0,-1 0 0,1 1 0,0-1 0,-1 0 0,1 1 0,0-1 0,-1 1 0,1-1 0,0 1 0,-1 0 0,1 0 0,-1 0 0,1 0 0,-1 0 0,0 0 0,1 0 0,-1 0 0,0 0 0,0 1 0,0-1 0,0 1 0,0-1 0,0 0 0,0 1 0,0 0 0,-1-1 0,1 1 0,-1-1 0,2 4 0,1 10 46,0 0 0,-1-1 0,0 1 0,-1 0 0,-1 0 0,-3 28 0,1-23-468,2-1 1,0 1-1,3 22 0,0-28-6404</inkml:trace>
</inkml:ink>
</file>

<file path=ppt/ink/ink1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2.564"/>
    </inkml:context>
    <inkml:brush xml:id="br0">
      <inkml:brushProperty name="width" value="0.05" units="cm"/>
      <inkml:brushProperty name="height" value="0.05" units="cm"/>
      <inkml:brushProperty name="color" value="#F6630D"/>
    </inkml:brush>
  </inkml:definitions>
  <inkml:trace contextRef="#ctx0" brushRef="#br0">15 128 24575,'34'2'0,"-24"-1"0,-1-1 0,0-1 0,1 1 0,13-4 0,-21 3 0,0 0 0,0 0 0,0 0 0,0 0 0,-1 0 0,1-1 0,0 1 0,-1 0 0,1-1 0,-1 1 0,1-1 0,-1 0 0,0 1 0,0-1 0,0 0 0,0 0 0,0 0 0,0 0 0,0 0 0,0 0 0,-1 0 0,1 0 0,-1 0 0,0 0 0,0 0 0,1 0 0,-1 0 0,0 0 0,-1 0 0,1-1 0,0 1 0,-1 0 0,0-2 0,0 0 0,0 1 0,0-1 0,0 1 0,0-1 0,-1 1 0,0 0 0,0-1 0,0 1 0,0 0 0,0 0 0,0 0 0,-1 1 0,0-1 0,1 1 0,-1-1 0,0 1 0,0 0 0,-4-2 0,5 3 0,0 0 0,0 0 0,0 0 0,0 1 0,0-1 0,-1 1 0,1-1 0,0 1 0,0 0 0,0 0 0,-1 0 0,1 0 0,0 0 0,0 1 0,0-1 0,0 1 0,0-1 0,-1 1 0,1 0 0,-2 1 0,1 0 0,1 0 0,-1 0 0,1 0 0,-1 0 0,1 1 0,0-1 0,0 1 0,0-1 0,0 1 0,0 0 0,1 0 0,-2 3 0,-1 5 0,0 0 0,1 0 0,0 0 0,1 0 0,0 0 0,0 22 0,2-28-45,0 1-1,1-1 1,-1 0-1,1 1 1,0-1-1,0 0 1,1 1-1,0-1 1,-1 0-1,2 0 1,-1 0-1,1 0 1,-1-1-1,2 1 1,-1-1-1,0 0 1,1 1-1,-1-2 1,1 1-1,0 0 1,1-1-1,-1 1 1,1-1-1,-1-1 0,1 1 1,0-1-1,0 1 1,0-1-1,11 2 1,2-1-6781</inkml:trace>
</inkml:ink>
</file>

<file path=ppt/ink/ink1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3.086"/>
    </inkml:context>
    <inkml:brush xml:id="br0">
      <inkml:brushProperty name="width" value="0.05" units="cm"/>
      <inkml:brushProperty name="height" value="0.05" units="cm"/>
      <inkml:brushProperty name="color" value="#F6630D"/>
    </inkml:brush>
  </inkml:definitions>
  <inkml:trace contextRef="#ctx0" brushRef="#br0">11 107 24575,'1'-10'0,"-2"0"0,1 1 0,-1-1 0,-1 1 0,1-1 0,-6-13 0,29 100 0,-15-48 0,13 36 0,-20-64 0,1-1 0,-1 1 0,0 0 0,0-1 0,1 1 0,-1-1 0,0 1 0,1-1 0,-1 1 0,1-1 0,-1 1 0,1-1 0,-1 0 0,1 1 0,-1-1 0,1 0 0,-1 1 0,1-1 0,-1 0 0,1 1 0,0-1 0,-1 0 0,1 0 0,-1 0 0,1 0 0,0 0 0,-1 0 0,1 0 0,-1 0 0,1 0 0,0 0 0,-1 0 0,1 0 0,0 0 0,-1 0 0,1 0 0,-1-1 0,1 1 0,0 0 0,-1 0 0,1-1 0,-1 1 0,1 0 0,-1-1 0,1 1 0,-1-1 0,1 1 0,-1-1 0,0 1 0,1-1 0,0 0 0,30-35 0,-19 22 0,-11 12 0,0 0 0,1 1 0,-1-1 0,1 1 0,-1 0 0,1-1 0,0 1 0,0 0 0,-1 0 0,1 0 0,0 0 0,0 0 0,0 0 0,0 1 0,0-1 0,0 1 0,0-1 0,0 1 0,3 0 0,-3 0 0,0 1 0,-1 0 0,1 0 0,0 0 0,-1-1 0,1 1 0,-1 1 0,1-1 0,-1 0 0,1 0 0,-1 1 0,0-1 0,1 0 0,-1 1 0,0-1 0,0 1 0,0 0 0,0-1 0,-1 1 0,1 0 0,1 2 0,1 4 0,-2-4 0,1 0 0,0 0 0,0 0 0,0 0 0,1 0 0,3 5 0,-5-9 0,-1 1 0,1-1 0,-1 1 0,1-1 0,-1 0 0,1 1 0,0-1 0,-1 0 0,1 1 0,-1-1 0,1 0 0,0 0 0,-1 0 0,1 1 0,0-1 0,-1 0 0,1 0 0,0 0 0,-1 0 0,2 0 0,-1-1 0,0 1 0,0-1 0,1 1 0,-1-1 0,0 0 0,0 1 0,0-1 0,0 0 0,0 0 0,0 0 0,0 1 0,0-1 0,2-3 0,-1 1 0,1-1 0,0 1 0,-1-1 0,0 0 0,0 0 0,0 0 0,0 0 0,-1 0 0,0-1 0,1 1 0,-2 0 0,1-1 0,0 1 0,-1-1 0,0 1 0,0-1 0,0 1 0,-2-8 0,-1-2 0,-1 1 0,-1 0 0,0 1 0,-11-22 0,10 22-1365,3 3-5461</inkml:trace>
</inkml:ink>
</file>

<file path=ppt/ink/ink1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3.536"/>
    </inkml:context>
    <inkml:brush xml:id="br0">
      <inkml:brushProperty name="width" value="0.05" units="cm"/>
      <inkml:brushProperty name="height" value="0.05" units="cm"/>
      <inkml:brushProperty name="color" value="#F6630D"/>
    </inkml:brush>
  </inkml:definitions>
  <inkml:trace contextRef="#ctx0" brushRef="#br0">13 80 24575,'-3'-3'0,"-7"-6"0,13 16 0,13 22 0,0 2 0,17 48 0,14 28 0,-46-106 0,-1 0 0,0 0 0,1 0 0,-1 0 0,1-1 0,-1 1 0,1 0 0,0 0 0,-1 0 0,1-1 0,0 1 0,-1 0 0,1-1 0,0 1 0,0-1 0,0 1 0,0-1 0,0 1 0,-1-1 0,1 0 0,0 1 0,1-1 0,-1 0 0,0 0 0,0 0 0,0 0 0,0-1 0,0 1 0,0-1 0,0 1 0,0 0 0,0-1 0,-1 1 0,1-1 0,0 0 0,0 1 0,-1-1 0,1 0 0,0 1 0,-1-1 0,2-1 0,3-6 0,-1 0 0,1 0 0,5-16 0,-7 17 0,14-38 0,17-77 0,-14 42 0,-15 67-1365,0 3-5461</inkml:trace>
</inkml:ink>
</file>

<file path=ppt/ink/ink1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4.003"/>
    </inkml:context>
    <inkml:brush xml:id="br0">
      <inkml:brushProperty name="width" value="0.05" units="cm"/>
      <inkml:brushProperty name="height" value="0.05" units="cm"/>
      <inkml:brushProperty name="color" value="#F6630D"/>
    </inkml:brush>
  </inkml:definitions>
  <inkml:trace contextRef="#ctx0" brushRef="#br0">90 70 24575,'-3'-10'0,"3"9"0,-1 0 0,1 0 0,0 1 0,-1-1 0,1 0 0,0 0 0,0 1 0,0-1 0,0 0 0,0 0 0,0 1 0,0-1 0,0 0 0,0 0 0,0 0 0,0 1 0,0-1 0,0 0 0,1 0 0,-1 1 0,1-2 0,1-1 0,-1 0 0,1 0 0,0 0 0,1 1 0,-1-1 0,0 1 0,1-1 0,-1 1 0,1 0 0,0 0 0,-1 0 0,1 1 0,0-1 0,0 1 0,1-1 0,-1 1 0,0 0 0,0 0 0,1 0 0,-1 1 0,0-1 0,1 1 0,-1 0 0,0 0 0,5 0 0,-5 0 0,0 1 0,0-1 0,0 0 0,0 1 0,0 0 0,-1 0 0,1 0 0,0 0 0,0 0 0,-1 1 0,1-1 0,-1 1 0,1 0 0,-1-1 0,1 1 0,-1 0 0,0 1 0,0-1 0,0 0 0,0 0 0,-1 1 0,1-1 0,-1 1 0,1 0 0,-1-1 0,0 1 0,0 0 0,1 4 0,-1-4 0,-1 0 0,1 0 0,-1 1 0,1-1 0,-1 0 0,0 0 0,-1 0 0,1 0 0,0 0 0,-1 0 0,0 0 0,0 0 0,1 0 0,-2 0 0,1 0 0,0 0 0,-1 0 0,1-1 0,-4 6 0,-1-2 0,-1 0 0,0-1 0,1 1 0,-2-1 0,-12 7 0,19-12 0,1 0 0,-1 0 0,1 1 0,-1-1 0,0 0 0,1 0 0,0 1 0,-1-1 0,1 0 0,-1 1 0,1-1 0,-1 0 0,1 1 0,0-1 0,-1 1 0,1-1 0,0 1 0,-1-1 0,1 1 0,0-1 0,0 1 0,-1-1 0,1 1 0,0-1 0,0 1 0,0-1 0,0 1 0,0 0 0,0-1 0,0 1 0,0-1 0,0 1 0,0-1 0,0 1 0,0-1 0,0 1 0,0 0 0,1-1 0,-1 1 0,0-1 0,0 1 0,0-1 0,1 1 0,-1-1 0,0 1 0,1-1 0,-1 0 0,1 1 0,-1-1 0,0 1 0,1-1 0,-1 0 0,1 1 0,0-1 0,6 5 0,-1-1 0,1-1 0,11 5 0,-3 0 0,-13-7 0,0 0 0,0 0 0,0 0 0,0 1 0,0-1 0,0 1 0,-1-1 0,1 1 0,0 0 0,-1 0 0,0-1 0,1 1 0,-1 0 0,0 0 0,0 0 0,0 1 0,0-1 0,-1 0 0,1 0 0,0 0 0,-1 1 0,0-1 0,1 5 0,-2-5 0,1 1 0,-1-1 0,1 1 0,-1 0 0,0-1 0,0 0 0,0 1 0,-1-1 0,1 0 0,0 1 0,-1-1 0,0 0 0,1 0 0,-1 0 0,0 0 0,0 0 0,0-1 0,0 1 0,0-1 0,-5 3 0,-3 1-105,-2-1 0,1 1 0,0-2 0,-1 0 0,0 0 0,0-1 0,1-1 0,-1 0 0,0 0 0,0-1 0,0-1 0,-15-2 0,-15-2-6721</inkml:trace>
</inkml:ink>
</file>

<file path=ppt/ink/ink1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5.066"/>
    </inkml:context>
    <inkml:brush xml:id="br0">
      <inkml:brushProperty name="width" value="0.05" units="cm"/>
      <inkml:brushProperty name="height" value="0.05" units="cm"/>
      <inkml:brushProperty name="color" value="#F6630D"/>
    </inkml:brush>
  </inkml:definitions>
  <inkml:trace contextRef="#ctx0" brushRef="#br0">38 97 24575,'-1'0'0,"-1"-1"0,1 1 0,0 0 0,0 0 0,0-1 0,0 1 0,0-1 0,0 1 0,0-1 0,0 1 0,0-1 0,0 0 0,0 1 0,0-1 0,0 0 0,0 0 0,0 0 0,0 0 0,1 0 0,-1 0 0,0 0 0,1 0 0,-1 0 0,1 0 0,-1 0 0,1 0 0,0 0 0,-1 0 0,1 0 0,0-1 0,0 1 0,0 0 0,0 0 0,0-2 0,0 0 0,0 1 0,0-1 0,0 1 0,0-1 0,0 1 0,1-1 0,-1 1 0,1-1 0,0 1 0,0 0 0,-1-1 0,2 1 0,-1 0 0,0 0 0,3-4 0,0 3 0,0 0 0,0 1 0,0-1 0,0 1 0,0 0 0,0 0 0,1 1 0,-1-1 0,1 1 0,-1 0 0,1 0 0,0 1 0,-1-1 0,1 1 0,0 0 0,-1 0 0,1 0 0,0 1 0,-1 0 0,1 0 0,8 3 0,-11-3 0,1-1 0,-1 1 0,0 0 0,1 1 0,-1-1 0,0 0 0,0 1 0,0-1 0,0 1 0,0-1 0,0 1 0,-1 0 0,1 0 0,0 0 0,-1 0 0,1 0 0,-1 0 0,0 1 0,0-1 0,0 0 0,0 1 0,0-1 0,0 0 0,-1 1 0,1-1 0,-1 1 0,0-1 0,0 1 0,0 0 0,0-1 0,0 1 0,0-1 0,-1 1 0,1-1 0,-1 1 0,1-1 0,-1 0 0,0 1 0,0-1 0,-3 4 0,0 3 0,-1-1 0,0 1 0,-1-1 0,0-1 0,0 1 0,-1-1 0,0 0 0,-12 10 0,1-5 0,1 0 0,-37 17 0,45-21 0,17-5 0,25-2 0,-26-1 0,47-1 120,163-6-1605,-188 4-5341</inkml:trace>
</inkml:ink>
</file>

<file path=ppt/ink/ink1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5.317"/>
    </inkml:context>
    <inkml:brush xml:id="br0">
      <inkml:brushProperty name="width" value="0.05" units="cm"/>
      <inkml:brushProperty name="height" value="0.05" units="cm"/>
      <inkml:brushProperty name="color" value="#F6630D"/>
    </inkml:brush>
  </inkml:definitions>
  <inkml:trace contextRef="#ctx0" brushRef="#br0">0 21 24575,'2'-2'0,"0"0"0,0 0 0,0 0 0,0 1 0,0-1 0,0 1 0,0 0 0,1 0 0,-1 0 0,0 0 0,1 0 0,-1 0 0,1 0 0,-1 1 0,1-1 0,-1 1 0,1 0 0,-1 0 0,4 0 0,-2 1 0,0 0 0,0 0 0,0 0 0,-1 0 0,1 1 0,0-1 0,-1 1 0,1 0 0,-1 0 0,0 1 0,4 3 0,3 2 0,-1 2 0,-1-1 0,0 1 0,0 0 0,-1 1 0,11 20 0,-16-26 0,1-1 0,-1 1 0,0 0 0,0 0 0,-1 0 0,1 0 0,-1 0 0,0 0 0,-1 1 0,1-1 0,-1 0 0,0 0 0,0 1 0,0-1 0,-1 0 0,0 0 0,0 0 0,-1 0 0,1 0 0,-1 0 0,0 0 0,0 0 0,-1 0 0,1-1 0,-1 1 0,0-1 0,0 0 0,-1 0 0,1 0 0,-1 0 0,0-1 0,-6 6 0,-12 6-1365,2-3-5461</inkml:trace>
</inkml:ink>
</file>

<file path=ppt/ink/ink1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6.301"/>
    </inkml:context>
    <inkml:brush xml:id="br0">
      <inkml:brushProperty name="width" value="0.05" units="cm"/>
      <inkml:brushProperty name="height" value="0.05" units="cm"/>
      <inkml:brushProperty name="color" value="#F6630D"/>
    </inkml:brush>
  </inkml:definitions>
  <inkml:trace contextRef="#ctx0" brushRef="#br0">30 224 24575,'-1'0'0,"1"0"0,-1 0 0,1 0 0,-1 1 0,1-1 0,-1 0 0,1 1 0,-1-1 0,1 0 0,-1 1 0,1-1 0,-1 1 0,1-1 0,-1 1 0,1-1 0,0 1 0,-1-1 0,1 1 0,0-1 0,0 1 0,-1-1 0,1 1 0,0 0 0,0-1 0,0 1 0,0-1 0,-1 1 0,1 0 0,0-1 0,0 1 0,0-1 0,0 1 0,1 1 0,1 24 0,-2-23 0,6 58 0,-4 67 0,-15-178 0,7 15 0,1 0 0,0-65 0,5 80 0,1 0 0,1 1 0,1-1 0,1 1 0,1-1 0,10-28 0,-12 42 0,0 0 0,0 0 0,1 0 0,-1 1 0,1-1 0,1 1 0,-1 0 0,1 0 0,6-5 0,-9 9 0,-1-1 0,1 1 0,0 0 0,0 0 0,-1 0 0,1 0 0,0 0 0,0 0 0,0 1 0,0-1 0,0 0 0,0 1 0,0 0 0,0-1 0,0 1 0,0 0 0,0 0 0,0 0 0,1 1 0,-1-1 0,0 0 0,0 1 0,0-1 0,0 1 0,0 0 0,0 0 0,-1-1 0,1 1 0,0 1 0,0-1 0,-1 0 0,1 0 0,2 2 0,0 3 0,1-1 0,-1 1 0,0 0 0,0 0 0,0 0 0,-1 0 0,0 1 0,0-1 0,-1 1 0,0 0 0,0-1 0,-1 1 0,1 0 0,-2 0 0,1 0 0,-1 13 0,0-9 0,-1 0 0,0 0 0,-1 0 0,0 0 0,0-1 0,-1 1 0,-1-1 0,0 0 0,0 1 0,-7 10 0,3-10 0,-1 0 0,0 0 0,0-1 0,-1-1 0,0 0 0,-22 15 0,7-5 0,25-19 0,0 0 0,-1 0 0,1 0 0,0 0 0,0 0 0,0 1 0,-1-1 0,1 0 0,0 0 0,0 0 0,0 1 0,-1-1 0,1 0 0,0 0 0,0 1 0,0-1 0,0 0 0,0 0 0,-1 1 0,1-1 0,0 0 0,0 0 0,0 1 0,0-1 0,0 0 0,0 0 0,0 1 0,0-1 0,0 0 0,0 1 0,0-1 0,0 0 0,0 0 0,0 1 0,1-1 0,-1 0 0,0 0 0,0 1 0,0-1 0,0 0 0,0 0 0,1 1 0,-1-1 0,0 0 0,0 0 0,0 0 0,1 1 0,-1-1 0,0 0 0,0 0 0,0 0 0,1 0 0,-1 0 0,0 1 0,0-1 0,1 0 0,-1 0 0,0 0 0,1 0 0,-1 0 0,0 0 0,0 0 0,1 0 0,26 6 0,-14-4 0,-1 3 68,-1-1 0,1 2 0,-1 0 0,13 9 0,-15-9-352,1 0 0,-1 0 0,1-1-1,1-1 1,14 6 0,-13-8-6542</inkml:trace>
</inkml:ink>
</file>

<file path=ppt/ink/ink1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6.685"/>
    </inkml:context>
    <inkml:brush xml:id="br0">
      <inkml:brushProperty name="width" value="0.05" units="cm"/>
      <inkml:brushProperty name="height" value="0.05" units="cm"/>
      <inkml:brushProperty name="color" value="#F6630D"/>
    </inkml:brush>
  </inkml:definitions>
  <inkml:trace contextRef="#ctx0" brushRef="#br0">72 57 24575,'0'-1'0,"0"-1"0,-1 1 0,1-1 0,0 1 0,-1 0 0,1-1 0,-1 1 0,0 0 0,1-1 0,-1 1 0,0 0 0,0 0 0,0 0 0,0-1 0,0 1 0,0 0 0,0 1 0,0-1 0,-1 0 0,-1-1 0,2 1 0,0 1 0,0-1 0,1 1 0,-1-1 0,0 1 0,0-1 0,0 1 0,0 0 0,0 0 0,0-1 0,0 1 0,0 0 0,0 0 0,0 0 0,0 0 0,0 0 0,0 0 0,0 1 0,0-1 0,0 0 0,0 0 0,0 1 0,0-1 0,0 1 0,0-1 0,0 1 0,0-1 0,0 1 0,-1 0 0,-1 3 0,1 0 0,-1 0 0,1 0 0,-1 0 0,1 1 0,1-1 0,-1 1 0,0-1 0,1 1 0,0-1 0,0 1 0,1 0 0,-1 0 0,1-1 0,0 1 0,0 0 0,1 0 0,0 5 0,0-7 0,-1-1 0,1 0 0,-1 1 0,1-1 0,0 0 0,0 0 0,0 0 0,0 1 0,0-1 0,0 0 0,1-1 0,-1 1 0,0 0 0,1 0 0,0 0 0,-1-1 0,1 1 0,0-1 0,0 0 0,0 1 0,0-1 0,0 0 0,0 0 0,0 0 0,1 0 0,-1-1 0,0 1 0,0 0 0,1-1 0,-1 0 0,0 0 0,1 1 0,-1-1 0,0-1 0,1 1 0,-1 0 0,5-2 0,-4 2 0,0-2 0,1 1 0,-1 0 0,0-1 0,0 1 0,0-1 0,0 0 0,-1 0 0,1 0 0,0 0 0,-1-1 0,1 1 0,-1-1 0,0 0 0,0 1 0,0-1 0,0 0 0,-1 0 0,1 0 0,-1 0 0,0 0 0,1-1 0,-1 1 0,-1 0 0,1-1 0,0 1 0,-1 0 0,0-1 0,0-5 0,0 6 0,0-1 0,0 0 0,0 1 0,0-1 0,-1 0 0,0 1 0,0-1 0,0 1 0,0-1 0,0 1 0,-1 0 0,1-1 0,-1 1 0,0 0 0,0 0 0,0 0 0,-1 0 0,1 0 0,-1 1 0,1-1 0,-1 1 0,0 0 0,0-1 0,0 1 0,0 1 0,0-1 0,-6-2 0,8 4-24,1-1-1,-1 1 1,0 0 0,1 0-1,-1-1 1,0 1 0,0 0-1,1 0 1,-1 0-1,0 0 1,0 0 0,1 0-1,-1 0 1,0 0 0,1 0-1,-1 1 1,0-1-1,0 0 1,1 0 0,-1 1-1,0-1 1,1 0 0,-1 1-1,0-1 1,1 0-1,-1 1 1,1-1 0,-1 1-1,1-1 1,-1 1-1,1 0 1,-1-1 0,1 1-1,-1-1 1,1 1 0,0 0-1,0-1 1,-1 1-1,1 0 1,0-1 0,0 1-1,-1 0 1,1 0 0,0-1-1,0 1 1,0 0-1,0 0 1,0-1 0,0 1-1,0 0 1,1 0-1,-1-1 1,0 1 0,0 0-1,1 0 1,3 10-6802</inkml:trace>
</inkml:ink>
</file>

<file path=ppt/ink/ink1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7.060"/>
    </inkml:context>
    <inkml:brush xml:id="br0">
      <inkml:brushProperty name="width" value="0.05" units="cm"/>
      <inkml:brushProperty name="height" value="0.05" units="cm"/>
      <inkml:brushProperty name="color" value="#F6630D"/>
    </inkml:brush>
  </inkml:definitions>
  <inkml:trace contextRef="#ctx0" brushRef="#br0">0 95 24575,'3'-3'0,"0"-1"0,-1 0 0,0 0 0,0 0 0,0-1 0,0 1 0,-1 0 0,3-9 0,1-5 0,-2 20 0,1 9 0,1 12 0,-3-6 0,0 3 0,2 0 0,5 22 0,-8-38 0,0 0 0,1 0 0,0 1 0,-1-1 0,1 0 0,0-1 0,1 1 0,-1 0 0,1 0 0,0-1 0,0 0 0,0 1 0,0-1 0,0 0 0,7 3 0,-8-5 0,1 0 0,-1 0 0,1 0 0,-1-1 0,1 1 0,-1-1 0,1 0 0,-1 0 0,1 0 0,0 0 0,-1 0 0,1 0 0,-1-1 0,1 1 0,-1-1 0,1 0 0,-1 0 0,1 0 0,-1 0 0,0 0 0,1 0 0,-1-1 0,0 1 0,0-1 0,0 1 0,0-1 0,0 0 0,-1 0 0,3-3 0,2-2 0,0 0 0,0 0 0,-1 0 0,-1-1 0,1 0 0,-1 0 0,4-11 0,-6 11 0,0 0 0,0 0 0,-1 0 0,0 0 0,0 0 0,-1-15 0,0 19 0,-1 1 0,1-1 0,-1 1 0,1-1 0,-1 1 0,0-1 0,-1 1 0,1-1 0,0 1 0,-1 0 0,0-1 0,0 1 0,0 0 0,0 0 0,0 1 0,-1-1 0,-3-3 0,5 5-24,1 1 0,-1-1 0,1 1 0,-1 0 0,1-1 1,-1 1-1,1 0 0,-1 0 0,1 0 0,-1-1 0,1 1 0,-1 0 0,0 0 0,1 0 0,-1 0 0,1 0 0,-1 0 0,0 0 0,1 0 0,-1 0 0,1 0 0,-1 0 0,0 0 0,1 1 0,-1-1 0,1 0 1,-1 0-1,1 1 0,-1-1 0,1 0 0,-1 1 0,1-1 0,-1 0 0,1 1 0,-1-1 0,1 1 0,0-1 0,-1 1 0,1-1 0,0 1 0,-1-1 0,1 1 0,0-1 0,0 1 0,-1-1 0,1 1 0,0-1 1,0 1-1,0 0 0,0-1 0,0 1 0,0-1 0,0 1 0,0 0 0,0-1 0,0 2 0,1 6-6802</inkml:trace>
</inkml:ink>
</file>

<file path=ppt/ink/ink1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7.277"/>
    </inkml:context>
    <inkml:brush xml:id="br0">
      <inkml:brushProperty name="width" value="0.05" units="cm"/>
      <inkml:brushProperty name="height" value="0.05" units="cm"/>
      <inkml:brushProperty name="color" value="#F6630D"/>
    </inkml:brush>
  </inkml:definitions>
  <inkml:trace contextRef="#ctx0" brushRef="#br0">0 44 24575,'1'-4'0,"-1"1"0,1 0 0,0-1 0,0 1 0,0 0 0,0-1 0,1 1 0,0 0 0,-1 0 0,1 0 0,4-4 0,-6 7 0,0 0 0,1 0 0,-1 0 0,0 0 0,1 0 0,-1 0 0,0 0 0,1 0 0,-1 0 0,0 0 0,1 0 0,-1 0 0,0 0 0,1 0 0,-1 0 0,0 1 0,1-1 0,-1 0 0,0 0 0,0 0 0,1 1 0,-1-1 0,0 0 0,0 0 0,1 1 0,-1-1 0,0 0 0,0 0 0,0 1 0,1-1 0,-1 0 0,0 1 0,0-1 0,0 0 0,0 1 0,0-1 0,0 0 0,0 1 0,5 14 0,2 19 0,-2 0 0,2 43 0,3 31 0,-4-71-1365,-4-24-5461</inkml:trace>
</inkml:ink>
</file>

<file path=ppt/ink/ink1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7.572"/>
    </inkml:context>
    <inkml:brush xml:id="br0">
      <inkml:brushProperty name="width" value="0.05" units="cm"/>
      <inkml:brushProperty name="height" value="0.05" units="cm"/>
      <inkml:brushProperty name="color" value="#F6630D"/>
    </inkml:brush>
  </inkml:definitions>
  <inkml:trace contextRef="#ctx0" brushRef="#br0">8 104 24575,'-4'-20'0,"4"18"0,-1 1 0,1 0 0,-1 0 0,1 0 0,0-1 0,-1 1 0,1 0 0,0-1 0,0 1 0,0 0 0,0 0 0,0-1 0,0 1 0,0 0 0,1-1 0,-1 1 0,0 0 0,1 0 0,-1-1 0,1 1 0,-1 0 0,1 0 0,-1 0 0,1 0 0,0 0 0,0 0 0,0 0 0,-1 0 0,3-1 0,0-1 0,0 0 0,1 1 0,-1-1 0,1 1 0,0 0 0,0 0 0,0 0 0,0 1 0,0-1 0,0 1 0,6-1 0,52-4 0,-23 3 0,41-10 0,-80 13 0,1 0 0,0 0 0,-1 0 0,1 0 0,0 0 0,-1 0 0,1 0 0,0 0 0,0 0 0,-1 1 0,1-1 0,0 0 0,-1 0 0,1 1 0,-1-1 0,1 0 0,0 1 0,-1-1 0,1 0 0,-1 1 0,1-1 0,-1 1 0,1-1 0,-1 1 0,1-1 0,-1 1 0,1 0 0,-1-1 0,0 1 0,1-1 0,-1 1 0,0 0 0,0-1 0,0 1 0,1 0 0,-1 0 0,0-1 0,0 1 0,0 0 0,0 0 0,0 36 0,-1-28 0,1 2 71,-1-2-310,1 1-1,0-1 1,1 0 0,0 0-1,2 12 1,0-11-6587</inkml:trace>
</inkml:ink>
</file>

<file path=ppt/ink/ink1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7.742"/>
    </inkml:context>
    <inkml:brush xml:id="br0">
      <inkml:brushProperty name="width" value="0.05" units="cm"/>
      <inkml:brushProperty name="height" value="0.05" units="cm"/>
      <inkml:brushProperty name="color" value="#F6630D"/>
    </inkml:brush>
  </inkml:definitions>
  <inkml:trace contextRef="#ctx0" brushRef="#br0">12 18 24575,'0'-3'0,"-2"-2"0,-4-1 0,2 2 0</inkml:trace>
</inkml:ink>
</file>

<file path=ppt/ink/ink1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8.520"/>
    </inkml:context>
    <inkml:brush xml:id="br0">
      <inkml:brushProperty name="width" value="0.05" units="cm"/>
      <inkml:brushProperty name="height" value="0.05" units="cm"/>
      <inkml:brushProperty name="color" value="#F6630D"/>
    </inkml:brush>
  </inkml:definitions>
  <inkml:trace contextRef="#ctx0" brushRef="#br0">0 19 24575,'3'2'0,"0"1"0,0 0 0,0 0 0,-1 0 0,5 7 0,-1-2 0,3 2 0,2 4 0,0 1 0,10 17 0,-21-32 0,0 1 0,1-1 0,-1 1 0,0-1 0,1 0 0,-1 1 0,1-1 0,-1 1 0,0-1 0,1 0 0,-1 1 0,1-1 0,-1 0 0,1 0 0,-1 0 0,1 1 0,-1-1 0,1 0 0,-1 0 0,1 0 0,-1 0 0,1 0 0,-1 0 0,1 0 0,0 0 0,-1 0 0,1 0 0,-1 0 0,1 0 0,-1 0 0,1 0 0,-1-1 0,1 1 0,-1 0 0,1 0 0,-1 0 0,1-1 0,-1 1 0,1 0 0,-1-1 0,0 1 0,1-1 0,-1 1 0,0 0 0,1-1 0,-1 1 0,1-1 0,21-25 0,-19 21 0,6-7 0,-1 1 0,0 0 0,1 1 0,0 0 0,13-10 0,-22 19 0,0 1 0,1 0 0,-1-1 0,1 1 0,-1 0 0,0 0 0,1-1 0,-1 1 0,1 0 0,-1 0 0,1-1 0,-1 1 0,0 0 0,1 0 0,-1 0 0,1 0 0,-1 0 0,1 0 0,-1 0 0,1 0 0,-1 0 0,1 0 0,-1 0 0,1 0 0,-1 0 0,1 0 0,-1 1 0,1-1 0,-1 0 0,0 0 0,1 0 0,-1 1 0,1-1 0,-1 0 0,0 1 0,1-1 0,-1 0 0,0 1 0,1-1 0,-1 0 0,0 1 0,1-1 0,-1 1 0,0-1 0,0 0 0,0 1 0,1-1 0,-1 1 0,0-1 0,0 1 0,0 0 0,6 33 0,-4-19 0,-1-11 0,0-1 0,1 1 0,-1-1 0,1 1 0,-1-1 0,1 0 0,0 1 0,0-1 0,1 0 0,-1 0 0,1 0 0,-1-1 0,1 1 0,0-1 0,6 5 0,-3-4 0,-1 0 0,1-1 0,-1 0 0,1 0 0,0 0 0,0-1 0,0 0 0,0 0 0,8 1 0,-2-2 0,-1 0 0,1-1 0,-1-1 0,0 1 0,1-2 0,-1 1 0,0-1 0,0-1 0,0 0 0,11-7 0,-16 7 0,0 0 0,0-1 0,0 0 0,-1 0 0,0 0 0,7-10 0,-10 13 0,0-1 0,0 0 0,-1 0 0,1 0 0,-1 0 0,0 0 0,0 0 0,1-3 0,-2 5 0,1-1 0,-1 1 0,0 0 0,0-1 0,0 1 0,0 0 0,-1-1 0,1 1 0,0 0 0,0 0 0,-1-1 0,1 1 0,-1 0 0,1 0 0,-1 0 0,1-1 0,-1 1 0,0 0 0,0 0 0,0-1 0,-2 0 0,1 1 0,-1-1 0,0 1 0,1-1 0,-1 1 0,0 0 0,0 0 0,0 0 0,1 0 0,-1 1 0,0-1 0,0 1 0,0 0 0,0 0 0,-4 0 0,2 0 0,1 0 0,-1 1 0,1-1 0,-1 1 0,0 0 0,1 0 0,-1 1 0,1-1 0,-5 3 0,7-3 0,1 0 0,-1 0 0,0 1 0,1-1 0,0 1 0,-1-1 0,1 1 0,0-1 0,-1 1 0,1-1 0,0 1 0,0 0 0,0 0 0,1 0 0,-1 0 0,0 0 0,1-1 0,-1 1 0,1 0 0,0 0 0,0 0 0,-1 0 0,1 0 0,1 0 0,-1 0 0,0 0 0,0 0 0,2 4 0,1 4 0,0 0 0,1-1 0,0 1 0,9 12 0,-5-6 0,6 10 0,-2 1 0,17 55 0,-27-73 0,0 0 0,0 0 0,0 0 0,-1 0 0,-1 0 0,0 1 0,0-1 0,0 0 0,-1 0 0,-1 0 0,0 0 0,0 0 0,-6 14 0,7-19 0,0-1 0,-1 0 0,0 0 0,0-1 0,0 1 0,0 0 0,0-1 0,0 1 0,-1-1 0,1 0 0,-1 1 0,0-1 0,0-1 0,0 1 0,0 0 0,0-1 0,0 1 0,0-1 0,0 0 0,0 0 0,-1 0 0,1 0 0,0-1 0,-1 0 0,1 1 0,-1-1 0,1 0 0,0 0 0,-1-1 0,1 1 0,0-1 0,-1 0 0,1 0 0,0 0 0,0 0 0,-1 0 0,1-1 0,0 0 0,0 1 0,1-1 0,-1 0 0,0 0 0,1-1 0,-1 1 0,1 0 0,0-1 0,-1 0 0,1 1 0,1-1 0,-1 0 0,0 0 0,-1-5 0,0 3 16,1-1-1,1 0 1,-1 1-1,1-1 1,0 0-1,0 0 1,1 0-1,0 0 1,0 0-1,0 0 1,1 0-1,0 1 1,0-1-1,0 0 1,1 0-1,0 1 1,0-1 0,0 0-1,1 1 1,-1 0-1,8-10 1,-3 7-172,0-1 1,0 1 0,1 1 0,0-1 0,1 1 0,-1 1 0,1-1-1,1 1 1,-1 1 0,21-9 0,-15 9-6671</inkml:trace>
</inkml:ink>
</file>

<file path=ppt/ink/ink1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9.035"/>
    </inkml:context>
    <inkml:brush xml:id="br0">
      <inkml:brushProperty name="width" value="0.05" units="cm"/>
      <inkml:brushProperty name="height" value="0.05" units="cm"/>
      <inkml:brushProperty name="color" value="#F6630D"/>
    </inkml:brush>
  </inkml:definitions>
  <inkml:trace contextRef="#ctx0" brushRef="#br0">180 117 24575,'-1'-98'0,"1"98"0,0-1 0,1 0 0,-1 1 0,0-1 0,0 0 0,-1 1 0,1-1 0,0 0 0,0 1 0,0-1 0,0 0 0,0 1 0,-1-1 0,1 0 0,0 1 0,-1-1 0,1 1 0,0-1 0,-1 1 0,1-1 0,-1 1 0,1-1 0,-1 1 0,1-1 0,-1 1 0,1-1 0,-1 1 0,0 0 0,1-1 0,-1 1 0,1 0 0,-1 0 0,0-1 0,1 1 0,-1 0 0,0 0 0,1 0 0,-1 0 0,0 0 0,1 0 0,-1 0 0,0 0 0,1 0 0,-1 0 0,0 0 0,1 0 0,-1 1 0,0-1 0,1 0 0,-1 0 0,0 1 0,1-1 0,-1 0 0,0 1 0,-5 3 0,-1 0 0,1 0 0,-11 10 0,13-10 0,-12 10 0,0 1 0,1 0 0,-13 18 0,24-27 0,0 0 0,-1 0 0,2 0 0,-1 0 0,1 1 0,0-1 0,1 1 0,-1 0 0,1 0 0,0 0 0,1 0 0,-1 13 0,2-17 0,0 0 0,0 0 0,1-1 0,-1 1 0,1 0 0,0 0 0,0 0 0,0-1 0,0 1 0,0 0 0,1-1 0,-1 1 0,1-1 0,-1 1 0,1-1 0,3 3 0,-2-2 0,1 0 0,0 0 0,0 0 0,1-1 0,-1 1 0,0-1 0,1 0 0,8 3 0,1-2 0,0 0 0,0 0 0,1-2 0,-1 0 0,24-1 0,3-3-1365,-4-2-5461</inkml:trace>
</inkml:ink>
</file>

<file path=ppt/ink/ink1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9.409"/>
    </inkml:context>
    <inkml:brush xml:id="br0">
      <inkml:brushProperty name="width" value="0.05" units="cm"/>
      <inkml:brushProperty name="height" value="0.05" units="cm"/>
      <inkml:brushProperty name="color" value="#F6630D"/>
    </inkml:brush>
  </inkml:definitions>
  <inkml:trace contextRef="#ctx0" brushRef="#br0">115 34 24575,'-1'-2'0,"-1"0"0,0 1 0,0-1 0,0 0 0,0 1 0,0-1 0,0 1 0,0 0 0,0 0 0,0 0 0,-1 0 0,1 0 0,0 0 0,-1 1 0,1-1 0,-1 1 0,1-1 0,-1 1 0,1 0 0,-1 0 0,1 0 0,-1 0 0,1 1 0,0-1 0,-1 1 0,-2 0 0,2 1 0,0 0 0,0-1 0,0 1 0,0 0 0,1 1 0,-1-1 0,1 0 0,-1 1 0,1-1 0,0 1 0,0 0 0,0 0 0,0 0 0,1 0 0,-1 0 0,1 0 0,0 0 0,-1 5 0,-1 0 0,1 1 0,0 0 0,1-1 0,0 1 0,0 0 0,1 0 0,2 17 0,-2-23 0,1 1 0,0-1 0,-1 0 0,1 0 0,0 1 0,1-1 0,-1 0 0,1 0 0,-1 0 0,1 0 0,0 0 0,0-1 0,0 1 0,1-1 0,-1 1 0,0-1 0,1 0 0,0 1 0,-1-1 0,1-1 0,0 1 0,0 0 0,4 1 0,0-1 0,0 0 0,0 0 0,0-1 0,0 0 0,0 0 0,0-1 0,1 0 0,-1 0 0,0-1 0,0 0 0,0 0 0,0 0 0,0-1 0,0 0 0,-1-1 0,1 1 0,0-1 0,11-8 0,-14 9 0,0-1 0,-1 0 0,1 1 0,-1-2 0,0 1 0,0 0 0,0-1 0,0 1 0,-1-1 0,1 0 0,-1 0 0,0 0 0,0 0 0,0 0 0,-1 0 0,1-1 0,-1 1 0,0-1 0,0 1 0,-1-1 0,1 1 0,-1-1 0,0 1 0,0-1 0,-1 1 0,1-1 0,-1 1 0,0-1 0,0 1 0,-3-7 0,2 6 0,-1 0 0,1 0 0,-1 0 0,0 0 0,-1 1 0,1-1 0,-1 1 0,0 0 0,0 0 0,0 0 0,0 0 0,-6-3 0,8 6 0,0-1 0,0 1 0,-1 0 0,1 0 0,0-1 0,-1 2 0,1-1 0,-1 0 0,1 0 0,-1 1 0,0-1 0,1 1 0,-1 0 0,1 0 0,-1 0 0,0 0 0,1 0 0,-1 1 0,1-1 0,-1 1 0,1 0 0,-1 0 0,1 0 0,-1 0 0,1 0 0,0 0 0,0 0 0,-4 3 0,5-3 9,1-1-1,-1 1 0,0 0 1,1-1-1,-1 1 0,0 0 1,1-1-1,-1 1 0,1 0 1,-1 0-1,1-1 0,-1 1 0,1 0 1,0 0-1,-1 0 0,1 0 1,0 0-1,0-1 0,0 1 1,-1 0-1,1 0 0,0 0 1,0 0-1,0 0 0,1 0 1,-1 0-1,0 0 0,0 0 1,0-1-1,1 1 0,-1 0 1,0 0-1,1 0 0,-1 0 1,1-1-1,-1 1 0,1 0 1,-1 0-1,1-1 0,1 2 1,0 1-199,1-1 0,0 1 1,0-1-1,0 0 0,0 0 1,1 0-1,-1 0 1,6 2-1,7 1-6636</inkml:trace>
</inkml:ink>
</file>

<file path=ppt/ink/ink1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29.818"/>
    </inkml:context>
    <inkml:brush xml:id="br0">
      <inkml:brushProperty name="width" value="0.05" units="cm"/>
      <inkml:brushProperty name="height" value="0.05" units="cm"/>
      <inkml:brushProperty name="color" value="#F6630D"/>
    </inkml:brush>
  </inkml:definitions>
  <inkml:trace contextRef="#ctx0" brushRef="#br0">1 56 24575,'0'-3'0,"0"0"0,0 1 0,0-1 0,1 1 0,-1-1 0,1 1 0,-1-1 0,1 1 0,0 0 0,0-1 0,0 1 0,0 0 0,1 0 0,-1 0 0,1-1 0,-1 2 0,1-1 0,2-2 0,-2 2 0,-1 1 0,1 0 0,0 0 0,-1 1 0,1-1 0,0 0 0,0 1 0,0-1 0,0 1 0,0-1 0,0 1 0,0 0 0,-1 0 0,1 0 0,0 0 0,0 0 0,0 0 0,0 0 0,0 1 0,0-1 0,0 1 0,0-1 0,0 1 0,2 1 0,0 1 0,0-1 0,-1 1 0,1-1 0,-1 1 0,1 0 0,-1 1 0,0-1 0,0 0 0,-1 1 0,1 0 0,-1-1 0,1 1 0,-1 0 0,0 0 0,2 9 0,2 5 0,-1 1 0,3 24 0,-8-41 0,1 2 0,-1 0 0,0-1 0,0 1 0,-1 0 0,1 0 0,-1-1 0,1 1 0,-1 0 0,-2 4 0,2-7 0,1 0 0,0 0 0,0 0 0,-1-1 0,1 1 0,0 0 0,-1 0 0,1-1 0,-1 1 0,1 0 0,-1-1 0,0 1 0,1-1 0,-1 1 0,1-1 0,-1 1 0,0-1 0,0 1 0,1-1 0,-1 1 0,0-1 0,0 0 0,1 1 0,-1-1 0,0 0 0,0 0 0,0 0 0,1 0 0,-1 0 0,0 0 0,0 0 0,0 0 0,0 0 0,0 0 0,1 0 0,-1 0 0,0-1 0,0 1 0,0 0 0,1 0 0,-1-1 0,0 1 0,1-1 0,-1 1 0,0-1 0,1 1 0,-1-1 0,0 0 0,-1-1 0,0 1 0,1-1 0,0 0 0,-1 0 0,1 0 0,0 0 0,0 0 0,0 0 0,0 0 0,0 0 0,0 0 0,1 0 0,-1 0 0,1-1 0,0 1 0,-1 0 0,1 0 0,0-1 0,0 1 0,1 0 0,0-5 0,0 1 0,0 0 0,0 0 0,1 0 0,0-1 0,0 2 0,6-11 0,-3 8 0,0 1 0,1-1 0,0 1 0,1 0 0,-1 0 0,16-11 0,-19 16 0,0 0 0,-1 0 0,1 0 0,0 0 0,0 0 0,1 1 0,-1-1 0,0 1 0,0 0 0,1 0 0,-1 0 0,1 1 0,-1-1 0,1 1 0,-1 0 0,1-1 0,-1 2 0,1-1 0,-1 0 0,1 1 0,5 1 0,-7-1 0,0 0 0,0 0 0,0 0 0,0 1 0,-1-1 0,1 0 0,0 1 0,-1-1 0,1 1 0,-1 0 0,0-1 0,1 1 0,-1 0 0,0 0 0,0 0 0,0 0 0,0 0 0,-1 0 0,2 3 0,-1 4 0,1-1 0,-2 1 0,1 15 0,-2-18 0,1 0 0,0-1 0,0 1 0,1-1 0,0 1 0,0 0 0,0-1 0,4 10 0,-4-14-85,0 1 0,-1-1-1,1 0 1,0 0 0,0 0-1,0 0 1,1 0 0,-1 0-1,0 0 1,0 0 0,0 0-1,1-1 1,-1 1 0,1 0-1,1 0 1,11 3-6741</inkml:trace>
</inkml:ink>
</file>

<file path=ppt/ink/ink1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30.333"/>
    </inkml:context>
    <inkml:brush xml:id="br0">
      <inkml:brushProperty name="width" value="0.05" units="cm"/>
      <inkml:brushProperty name="height" value="0.05" units="cm"/>
      <inkml:brushProperty name="color" value="#F6630D"/>
    </inkml:brush>
  </inkml:definitions>
  <inkml:trace contextRef="#ctx0" brushRef="#br0">69 186 24575,'7'-7'0,"0"0"0,-1-1 0,0 0 0,0-1 0,0 1 0,-1-1 0,0 0 0,-1-1 0,0 1 0,-1-1 0,0 0 0,0 1 0,-1-1 0,0 0 0,0-12 0,-2 20 0,0 1 0,0 0 0,0 0 0,0 0 0,0-1 0,-1 1 0,1 0 0,0 0 0,-1 0 0,1-1 0,-1 1 0,1 0 0,-1 0 0,1 0 0,-1 0 0,0 0 0,0 0 0,1 0 0,-1 0 0,0 0 0,0 1 0,0-1 0,0 0 0,0 0 0,-1 0 0,-1 0 0,1 1 0,0-1 0,0 1 0,0 0 0,-1-1 0,1 1 0,0 0 0,-1 0 0,1 1 0,0-1 0,0 0 0,-4 2 0,-1 0 0,0 0 0,0 1 0,1-1 0,-1 2 0,1-1 0,0 1 0,-11 8 0,14-10 0,1 1 0,-1 0 0,1-1 0,0 1 0,0 0 0,0 0 0,0 0 0,0 1 0,1-1 0,-1 0 0,1 0 0,0 1 0,0-1 0,0 1 0,1-1 0,-1 7 0,1-8 0,0 1 0,1-1 0,-1 0 0,1 0 0,-1 1 0,1-1 0,0 0 0,0 0 0,0 0 0,0 0 0,0 0 0,0 0 0,1 0 0,-1 0 0,1 0 0,-1-1 0,1 1 0,0-1 0,-1 1 0,1-1 0,0 0 0,0 1 0,0-1 0,0 0 0,0 0 0,4 1 0,-1-1 0,0 2 0,0-1 0,0 0 0,0 1 0,0 0 0,5 5 0,-8-6 0,0 0 0,0 0 0,-1 0 0,1 0 0,-1 0 0,0 0 0,0 0 0,1 1 0,-2-1 0,1 1 0,0-1 0,0 1 0,-1-1 0,1 1 0,-1-1 0,0 3 0,3 54 0,-7 67 0,0-106 0,0-19 0,-2-10 0,3 3 48,2 1 0,-1-1 0,0 0 0,1 0 0,0 0 0,0-10 0,1 11-203,0 0 1,0 0-1,-1 1 1,0-1-1,0 0 0,0 0 1,-1 0-1,0 1 0,0-1 1,-2-4-1</inkml:trace>
</inkml:ink>
</file>

<file path=ppt/ink/ink1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30.911"/>
    </inkml:context>
    <inkml:brush xml:id="br0">
      <inkml:brushProperty name="width" value="0.05" units="cm"/>
      <inkml:brushProperty name="height" value="0.05" units="cm"/>
      <inkml:brushProperty name="color" value="#F6630D"/>
    </inkml:brush>
  </inkml:definitions>
  <inkml:trace contextRef="#ctx0" brushRef="#br0">91 105 24575,'-13'-20'0,"12"18"0,1 1 0,-1-1 0,0 0 0,0 0 0,0 1 0,0-1 0,-1 0 0,1 1 0,0-1 0,-1 1 0,1 0 0,-3-3 0,3 4 0,1 0 0,0 0 0,0 0 0,0 0 0,-1 0 0,1 0 0,0 0 0,0 0 0,0 0 0,-1 0 0,1 0 0,0 0 0,0 0 0,0 0 0,-1 0 0,1 0 0,0 0 0,0 0 0,0 0 0,-1 0 0,1 0 0,0 0 0,0 0 0,0 1 0,-1-1 0,1 0 0,0 0 0,0 0 0,0 0 0,0 0 0,0 1 0,-1-1 0,1 0 0,0 0 0,0 0 0,0 0 0,0 1 0,-4 11 0,2 14 0,2-24 0,0 124 0,0 21 0,-1-121 0,-2 0 0,-1 0 0,-11 39 0,13-60 0,2-3 0,0 1 0,-1-1 0,0 1 0,0-1 0,0 1 0,0-1 0,0 0 0,0 1 0,-1-1 0,1 0 0,-1 0 0,1 0 0,-1 0 0,-2 2 0,4-5 0,0 1 0,-1 0 0,1-1 0,0 1 0,-1-1 0,1 1 0,0 0 0,0-1 0,-1 1 0,1-1 0,0 1 0,0-1 0,0 1 0,-1-1 0,1 1 0,0-1 0,0 0 0,0 1 0,0-1 0,0 1 0,0-1 0,0 1 0,1-1 0,-1 1 0,0-1 0,0 1 0,0-1 0,3-19 0,98-444 0,-99 457 0,0 0 0,1 0 0,0 0 0,0 0 0,8-11 0,-10 17 0,-1 0 0,1 1 0,0-1 0,-1 0 0,1 1 0,0-1 0,-1 0 0,1 1 0,0-1 0,0 1 0,-1-1 0,1 1 0,0-1 0,0 1 0,0 0 0,0 0 0,0-1 0,-1 1 0,1 0 0,0 0 0,0 0 0,1 0 0,0 0 0,-1 1 0,0 0 0,1-1 0,-1 1 0,0 0 0,0 0 0,0 0 0,1 0 0,-1 0 0,0 0 0,0 0 0,0 0 0,-1 0 0,1 1 0,0-1 0,0 0 0,-1 1 0,2 2 0,4 9 57,-1 0 0,0 0 0,-1 1 0,-1 0 0,3 17 0,0 72-1764,-5-80-5119</inkml:trace>
</inkml:ink>
</file>

<file path=ppt/ink/ink1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31.099"/>
    </inkml:context>
    <inkml:brush xml:id="br0">
      <inkml:brushProperty name="width" value="0.05" units="cm"/>
      <inkml:brushProperty name="height" value="0.05" units="cm"/>
      <inkml:brushProperty name="color" value="#F6630D"/>
    </inkml:brush>
  </inkml:definitions>
  <inkml:trace contextRef="#ctx0" brushRef="#br0">12 15 24575,'-2'0'0,"-4"0"0,3 0 0,3 0 0,6 0 0,6-3 0,4 0 0,8 0 0,3 1 0,3 0 0,1 1 0,-5 1-8191</inkml:trace>
</inkml:ink>
</file>

<file path=ppt/ink/ink1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31.298"/>
    </inkml:context>
    <inkml:brush xml:id="br0">
      <inkml:brushProperty name="width" value="0.05" units="cm"/>
      <inkml:brushProperty name="height" value="0.05" units="cm"/>
      <inkml:brushProperty name="color" value="#F6630D"/>
    </inkml:brush>
  </inkml:definitions>
  <inkml:trace contextRef="#ctx0" brushRef="#br0">0 1 24575,'0'2'0,"0"4"0,0 2 0,0 3 0,0 2 0,0 1 0,0 0 0,0 1 0,0 2 0,0 1 0,3-1 0,0 0 0,0-1 0,0-1 0,-2-3-8191</inkml:trace>
</inkml:ink>
</file>

<file path=ppt/ink/ink1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31.438"/>
    </inkml:context>
    <inkml:brush xml:id="br0">
      <inkml:brushProperty name="width" value="0.05" units="cm"/>
      <inkml:brushProperty name="height" value="0.05" units="cm"/>
      <inkml:brushProperty name="color" value="#F6630D"/>
    </inkml:brush>
  </inkml:definitions>
  <inkml:trace contextRef="#ctx0" brushRef="#br0">1 67 24575,'0'-3'0,"0"-2"0,0-4 0,0-2 0,0-1 0,0-2 0,0 2-8191</inkml:trace>
</inkml:ink>
</file>

<file path=ppt/ink/ink1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31.998"/>
    </inkml:context>
    <inkml:brush xml:id="br0">
      <inkml:brushProperty name="width" value="0.05" units="cm"/>
      <inkml:brushProperty name="height" value="0.05" units="cm"/>
      <inkml:brushProperty name="color" value="#F6630D"/>
    </inkml:brush>
  </inkml:definitions>
  <inkml:trace contextRef="#ctx0" brushRef="#br0">68 29 24575,'26'-3'0,"-25"3"0,0 0 0,0 0 0,0-1 0,0 1 0,0 0 0,0 0 0,0-1 0,0 1 0,0-1 0,0 1 0,0-1 0,0 0 0,0 1 0,-1-1 0,1 0 0,0 1 0,0-1 0,-1 0 0,1 0 0,-1 0 0,1 1 0,0-3 0,-1 3 0,0-1 0,0 1 0,0-1 0,-1 1 0,1-1 0,0 1 0,0-1 0,0 1 0,-1 0 0,1-1 0,0 1 0,-1-1 0,1 1 0,0 0 0,-1-1 0,1 1 0,-1 0 0,1-1 0,0 1 0,-1 0 0,1 0 0,-1-1 0,1 1 0,-1 0 0,1 0 0,-1 0 0,1-1 0,-1 1 0,1 0 0,-1 0 0,1 0 0,-1 0 0,1 0 0,-2 0 0,-18-1 0,12 1 0,1 1 0,0 0 0,-1 1 0,-11 3 0,18-5 0,-1 1 0,1-1 0,-1 0 0,1 1 0,-1-1 0,1 1 0,0 0 0,-1 0 0,1-1 0,0 1 0,-1 0 0,1 0 0,0 0 0,0 0 0,0 0 0,0 1 0,0-1 0,0 0 0,0 0 0,0 1 0,1-1 0,-1 0 0,0 1 0,1-1 0,-1 1 0,1-1 0,-1 1 0,1 2 0,0-3 0,0-1 0,1 1 0,-1 0 0,1 0 0,-1 0 0,1 0 0,-1-1 0,1 1 0,-1 0 0,1-1 0,0 1 0,-1 0 0,1-1 0,0 1 0,-1-1 0,1 1 0,0-1 0,0 1 0,0-1 0,-1 1 0,1-1 0,0 0 0,0 0 0,0 1 0,0-1 0,0 0 0,1 0 0,32 2 0,-24-2 0,-6 1 0,-1-1 0,1 1 0,-1 0 0,1-1 0,-1 2 0,0-1 0,0 0 0,1 1 0,-1-1 0,0 1 0,0 0 0,-1 0 0,1 0 0,0 0 0,0 1 0,-1-1 0,0 1 0,1 0 0,-1-1 0,0 1 0,0 0 0,-1 0 0,3 5 0,2 6 0,-1 1 0,0 0 0,-1 0 0,2 16 0,-2-11 0,9 38 0,40 222 0,-52-276 0,-1 0 0,0 0 0,0 0 0,0 0 0,0 0 0,-1 0 0,0 0 0,1 0 0,-4 6 0,4-9 0,0-1 0,-1 1 0,1 0 0,0-1 0,-1 1 0,1-1 0,-1 1 0,1 0 0,-1-1 0,1 1 0,-1-1 0,0 1 0,1-1 0,-1 0 0,0 1 0,1-1 0,-1 1 0,0-1 0,1 0 0,-1 0 0,-1 1 0,1-1 0,-1 0 0,1-1 0,-1 1 0,1 0 0,-1 0 0,1-1 0,-1 1 0,1-1 0,-1 1 0,1-1 0,0 0 0,-1 1 0,1-1 0,0 0 0,-2-1 0,-4-4 0,0-1 0,0 0 0,1 0 0,0 0 0,0-1 0,0 0 0,1 0 0,0 0 0,1-1 0,0 1 0,0-1 0,1 0 0,0-1 0,1 1 0,0 0 0,0-1 0,1 1 0,0-1 0,1 1 0,0-16 0,1 13 0,0 0 0,0 0 0,1 0 0,1 0 0,0 0 0,1 0 0,0 1 0,0-1 0,2 1 0,-1 0 0,1 1 0,1-1 0,0 1 0,0 1 0,16-17 0,-15 19 0,0 1 0,1-1 0,0 2 0,13-8 0,-17 11 0,0 0 0,0 0 0,0 0 0,0 1 0,1-1 0,-1 1 0,0 1 0,1-1 0,-1 1 0,8 0 0,-13 0-40,1 0 0,-1 0 0,1 0 0,-1 0-1,1 0 1,-1 0 0,1 0 0,-1 0 0,1 0 0,-1 0 0,1 0-1,-1 1 1,1-1 0,-1 0 0,1 0 0,-1 0 0,1 1-1,-1-1 1,0 0 0,1 1 0,-1-1 0,1 0 0,-1 1 0,0-1-1,0 1 1,1-1 0,-1 0 0,0 1 0,1-1 0,-1 1-1,0-1 1,0 1 0,0 0 0</inkml:trace>
</inkml:ink>
</file>

<file path=ppt/ink/ink1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34.554"/>
    </inkml:context>
    <inkml:brush xml:id="br0">
      <inkml:brushProperty name="width" value="0.05" units="cm"/>
      <inkml:brushProperty name="height" value="0.05" units="cm"/>
      <inkml:brushProperty name="color" value="#F6630D"/>
    </inkml:brush>
  </inkml:definitions>
  <inkml:trace contextRef="#ctx0" brushRef="#br0">65 88 24575,'-1'-2'0,"0"1"0,0-1 0,-1 0 0,1 0 0,0 1 0,0-1 0,0 0 0,1 0 0,-1 0 0,0 0 0,1 0 0,-1 0 0,1 0 0,0 0 0,0-1 0,0 1 0,0 0 0,0 0 0,0 0 0,0 0 0,1 0 0,-1 0 0,1 0 0,-1 0 0,1 0 0,0 0 0,0 0 0,0 0 0,0 0 0,0 0 0,0 1 0,1-1 0,-1 1 0,0-1 0,1 1 0,0-1 0,-1 1 0,1 0 0,0-1 0,-1 1 0,1 0 0,0 0 0,0 0 0,0 1 0,0-1 0,3 0 0,7-2 0,-1 1 0,1 1 0,0 0 0,-1 0 0,1 1 0,0 1 0,-1 0 0,1 0 0,-1 1 0,1 1 0,18 6 0,-29-9 0,0 0 0,-1 1 0,1-1 0,0 0 0,0 0 0,0 1 0,0-1 0,-1 1 0,1-1 0,0 1 0,0-1 0,-1 1 0,1-1 0,0 1 0,-1-1 0,1 1 0,-1 0 0,1-1 0,0 1 0,-1 0 0,0 0 0,1 0 0,-1-1 0,1 1 0,-1 0 0,0 0 0,0 0 0,1 0 0,-1 0 0,0-1 0,0 1 0,0 0 0,0 0 0,0 0 0,0 0 0,0 0 0,-1 0 0,1-1 0,0 1 0,0 0 0,-1 0 0,1 0 0,0 0 0,-1-1 0,1 1 0,-1 0 0,1 0 0,-1-1 0,1 1 0,-1 0 0,0-1 0,1 1 0,-1 0 0,0-1 0,1 1 0,-2 0 0,-6 5 0,1-1 0,-1 0 0,1 0 0,-12 4 0,-32 14 0,23-12 0,-31 19 0,58-29 0,1-1 0,-1 0 0,1 0 0,-1 0 0,1 1 0,-1-1 0,1 0 0,-1 1 0,1-1 0,0 0 0,-1 1 0,1-1 0,0 0 0,-1 1 0,1-1 0,0 1 0,-1-1 0,1 1 0,0-1 0,0 1 0,-1-1 0,1 1 0,0-1 0,0 1 0,0-1 0,0 1 0,0-1 0,0 2 0,0-1 0,1-1 0,-1 1 0,1 0 0,-1 0 0,1-1 0,0 1 0,-1-1 0,1 1 0,0-1 0,-1 1 0,1-1 0,0 1 0,0-1 0,-1 1 0,3 0 0,42 10 0,-35-9 0,0 1 0,0 0 0,0 1 0,-1-1 0,0 2 0,14 8 0,-21-12 0,0 0 0,0 0 0,0 1 0,-1-1 0,1 1 0,-1-1 0,1 1 0,-1 0 0,0 0 0,0-1 0,0 1 0,0 0 0,0 0 0,1 3 0,-2-4 0,0 1 0,1-1 0,-1 1 0,-1 0 0,1-1 0,0 1 0,0-1 0,0 1 0,-1-1 0,1 1 0,-1-1 0,0 1 0,1-1 0,-1 1 0,0-1 0,0 0 0,1 1 0,-1-1 0,0 0 0,-1 0 0,1 0 0,-2 2 0,-2 1 23,0 0 0,0-1 0,0 1-1,-1-1 1,0 0 0,1-1 0,-1 1-1,0-1 1,0-1 0,-1 1 0,1-1-1,0 0 1,0 0 0,-11 0 0,11-1-145,-1 0 0,0 0 0,1-1 0,-1 0 0,1 0 0,-1 0 0,1-1 0,0 0 0,0 0 1,0-1-1,0 0 0,0 0 0,-10-7 0,5 0-6704</inkml:trace>
</inkml:ink>
</file>

<file path=ppt/ink/ink1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34.818"/>
    </inkml:context>
    <inkml:brush xml:id="br0">
      <inkml:brushProperty name="width" value="0.05" units="cm"/>
      <inkml:brushProperty name="height" value="0.05" units="cm"/>
      <inkml:brushProperty name="color" value="#F6630D"/>
    </inkml:brush>
  </inkml:definitions>
  <inkml:trace contextRef="#ctx0" brushRef="#br0">37 44 24575,'0'-3'0,"0"0"0,0 1 0,0-1 0,1 0 0,-1 0 0,1 0 0,0 1 0,0-1 0,0 0 0,2-4 0,-2 6 0,0 0 0,-1 1 0,1-1 0,0 0 0,-1 1 0,1-1 0,0 1 0,-1-1 0,1 1 0,0-1 0,0 1 0,0 0 0,0-1 0,-1 1 0,1 0 0,0 0 0,0-1 0,0 1 0,0 0 0,0 0 0,0 0 0,0 0 0,0 0 0,-1 0 0,1 1 0,0-1 0,0 0 0,0 0 0,0 1 0,0-1 0,0 0 0,-1 1 0,1-1 0,0 1 0,0-1 0,-1 1 0,1-1 0,1 2 0,5 3 0,-1 1 0,1-1 0,-1 1 0,-1 1 0,1-1 0,-1 1 0,7 11 0,1 4 0,12 29 0,-20-38 0,0 0 0,0 0 0,-1 0 0,-1 1 0,0-1 0,-1 1 0,-1 0 0,0 0 0,-1-1 0,-1 18 0,0-22 0,-1 0 0,0 0 0,0 0 0,-1-1 0,0 1 0,0-1 0,-1 1 0,-1-1 0,1-1 0,-1 1 0,0 0 0,-1-1 0,1 0 0,-2-1 0,1 1 0,-12 8 0,8-7-273,-1-1 0,0-1 0,0 0 0,-23 9 0,-5-2-6553</inkml:trace>
</inkml:ink>
</file>

<file path=ppt/ink/ink1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36.949"/>
    </inkml:context>
    <inkml:brush xml:id="br0">
      <inkml:brushProperty name="width" value="0.05" units="cm"/>
      <inkml:brushProperty name="height" value="0.05" units="cm"/>
      <inkml:brushProperty name="color" value="#F6630D"/>
    </inkml:brush>
  </inkml:definitions>
  <inkml:trace contextRef="#ctx0" brushRef="#br0">2 153 24575,'-2'73'0,"4"80"0,-2-152 0,0 0 0,0 0 0,0-1 0,0 1 0,0 0 0,0 0 0,0 0 0,0 0 0,0-1 0,1 1 0,-1 0 0,0 0 0,0-1 0,1 1 0,-1 0 0,1 0 0,-1-1 0,1 1 0,-1 0 0,1-1 0,-1 1 0,1 0 0,-1-1 0,1 1 0,0-1 0,-1 1 0,1-1 0,0 0 0,0 1 0,1 0 0,-1-2 0,0 1 0,-1 0 0,1-1 0,0 1 0,0-1 0,0 0 0,-1 1 0,1-1 0,0 1 0,-1-1 0,1 0 0,-1 0 0,1 1 0,0-1 0,-1 0 0,0 0 0,1 0 0,-1 0 0,1 1 0,-1-1 0,0 0 0,0 0 0,0 0 0,1 0 0,-1 0 0,0 0 0,0-1 0,1-12 0,-1 0 0,0 0 0,-1 0 0,-4-21 0,-1-15 0,5 30 0,-1-1 0,1 0 0,1 0 0,1 0 0,5-35 0,-5 51 0,1 0 0,-1 1 0,1-1 0,0 1 0,0-1 0,0 1 0,0 0 0,1 0 0,0 0 0,0 0 0,4-4 0,-4 6 0,0-1 0,0 1 0,0 0 0,0 0 0,0 1 0,1-1 0,-1 0 0,1 1 0,-1 0 0,1 0 0,0 0 0,-1 1 0,1-1 0,0 1 0,-1-1 0,6 2 0,-1-1 0,0 1 0,-1 1 0,1 0 0,0 0 0,0 0 0,-1 1 0,0 0 0,1 0 0,-1 1 0,-1 0 0,1 0 0,12 10 0,-15-11 0,-1 1 0,1-1 0,0 1 0,-1-1 0,0 1 0,0 0 0,0 0 0,0 1 0,0-1 0,-1 0 0,0 1 0,0 0 0,0-1 0,-1 1 0,1 0 0,-1 0 0,0 0 0,-1 0 0,1 0 0,-1 0 0,0 7 0,-1-9 0,0 1 0,0-1 0,-1 1 0,1 0 0,-1-1 0,1 0 0,-1 1 0,0-1 0,-1 0 0,1 0 0,0 0 0,-1-1 0,0 1 0,1 0 0,-1-1 0,0 0 0,0 1 0,-1-1 0,-2 1 0,-10 5 0,0-1 0,-32 10 0,13-5 0,34-11 0,-1-1 0,0 0 0,1 1 0,-1 0 0,1-1 0,-1 1 0,1 0 0,-1 0 0,1 0 0,0 0 0,0 0 0,-1 0 0,1 0 0,0 1 0,0-1 0,0 0 0,0 1 0,0-1 0,0 1 0,1-1 0,-2 3 0,2-2 0,0 0 0,0 0 0,1-1 0,-1 1 0,1-1 0,-1 1 0,1 0 0,-1-1 0,1 1 0,0-1 0,0 1 0,0-1 0,0 0 0,0 1 0,0-1 0,0 0 0,0 0 0,1 0 0,-1 1 0,0-1 0,2 1 0,33 25 0,69 39 0,-99-63-195,0 0 0,1-1 0,-1 1 0,1-1 0,0 0 0,8 0 0,0 0-6631</inkml:trace>
</inkml:ink>
</file>

<file path=ppt/ink/ink1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37.587"/>
    </inkml:context>
    <inkml:brush xml:id="br0">
      <inkml:brushProperty name="width" value="0.05" units="cm"/>
      <inkml:brushProperty name="height" value="0.05" units="cm"/>
      <inkml:brushProperty name="color" value="#F6630D"/>
    </inkml:brush>
  </inkml:definitions>
  <inkml:trace contextRef="#ctx0" brushRef="#br0">25 186 24575,'0'-100'0,"-2"140"0,-10 57 0,1-17 0,37-137 0,-11 23 0,33-72 0,-38 88 0,0 0 0,1 1 0,20-25 0,-30 42 0,-1-1 0,1 0 0,-1 0 0,1 1 0,0-1 0,-1 0 0,1 1 0,0-1 0,0 0 0,-1 1 0,1-1 0,0 1 0,0-1 0,0 1 0,0 0 0,-1-1 0,1 1 0,0 0 0,0 0 0,0-1 0,0 1 0,1 0 0,-1 1 0,0-1 0,-1 0 0,1 1 0,-1-1 0,1 1 0,0-1 0,-1 1 0,1 0 0,-1-1 0,0 1 0,1-1 0,-1 1 0,1 0 0,-1-1 0,0 1 0,1 0 0,-1 0 0,0-1 0,0 1 0,1 1 0,0 8 0,0-1 0,0 0 0,-1 13 0,-1-17 0,-1 57 0,2 50 0,0-110 0,0-1 0,0 0 0,0 0 0,0 1 0,0-1 0,0 0 0,1 0 0,-1 0 0,1 1 0,-1-1 0,1 0 0,-1 0 0,1 0 0,-1 0 0,1 0 0,1 1 0,-2-1 0,1-1 0,-1 0 0,1 0 0,-1 0 0,1 0 0,-1 1 0,0-1 0,1 0 0,-1 0 0,1 0 0,-1 0 0,1 0 0,-1 0 0,1 0 0,-1 0 0,1-1 0,-1 1 0,1 0 0,-1 0 0,0 0 0,1 0 0,-1-1 0,1 1 0,-1 0 0,1 0 0,-1-1 0,1 1 0,2-3 0,-1 1 0,1-1 0,0 0 0,-1 0 0,0 0 0,0 0 0,0 0 0,3-7 0,15-50 0,-16 46 0,0 0 0,1 1 0,0-1 0,1 1 0,0 0 0,2 1 0,10-17 0,-17 28 0,-1 1 0,1-1 0,-1 0 0,1 1 0,-1-1 0,1 1 0,0-1 0,-1 0 0,1 1 0,0 0 0,0-1 0,-1 1 0,1-1 0,0 1 0,0 0 0,-1 0 0,1-1 0,0 1 0,0 0 0,0 0 0,0 0 0,0 0 0,0 0 0,0 0 0,-1 1 0,1-1 0,0 1 0,-1-1 0,1 0 0,0 1 0,-1 0 0,1-1 0,-1 1 0,1-1 0,-1 1 0,1 0 0,-1-1 0,1 1 0,-1 0 0,0-1 0,1 2 0,1 5 0,0 1 0,0-1 0,1 14 0,-2-15 0,6 69 287,-7-51-700,2-1 0,1 0 0,9 33 0,-7-43-6413</inkml:trace>
</inkml:ink>
</file>

<file path=ppt/ink/ink1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37.822"/>
    </inkml:context>
    <inkml:brush xml:id="br0">
      <inkml:brushProperty name="width" value="0.05" units="cm"/>
      <inkml:brushProperty name="height" value="0.05" units="cm"/>
      <inkml:brushProperty name="color" value="#F6630D"/>
    </inkml:brush>
  </inkml:definitions>
  <inkml:trace contextRef="#ctx0" brushRef="#br0">1 32 24575,'-1'-26'0,"1"21"0,3 20 0,-2-10 0,5 41-455,-2 0 0,-2 51 0,-2-82-6371</inkml:trace>
</inkml:ink>
</file>

<file path=ppt/ink/ink1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38.177"/>
    </inkml:context>
    <inkml:brush xml:id="br0">
      <inkml:brushProperty name="width" value="0.05" units="cm"/>
      <inkml:brushProperty name="height" value="0.05" units="cm"/>
      <inkml:brushProperty name="color" value="#F6630D"/>
    </inkml:brush>
  </inkml:definitions>
  <inkml:trace contextRef="#ctx0" brushRef="#br0">0 180 24575,'2'-2'0,"-1"0"0,1 0 0,-1 0 0,0 0 0,1 0 0,-1 0 0,0 0 0,0 0 0,-1 0 0,2-4 0,-2 5 0,1-1 0,-1 1 0,0-1 0,1 1 0,-1-1 0,1 1 0,0 0 0,-1-1 0,1 1 0,0 0 0,0 0 0,0-1 0,0 1 0,0 0 0,0 0 0,0 0 0,0 0 0,1 0 0,-1 0 0,0 1 0,1-1 0,-1 0 0,0 1 0,1-1 0,-1 1 0,1-1 0,1 1 0,5-2 0,1 1 0,0 1 0,12 0 0,-13 1 0,-1-1 0,1 0 0,-1-1 0,1 0 0,10-2 0,-16 2 0,0 0 0,0 0 0,0 0 0,0 0 0,0 0 0,0 0 0,0-1 0,0 1 0,-1 0 0,1-1 0,-1 0 0,1 1 0,-1-1 0,1 0 0,-1 0 0,0 0 0,0 0 0,0 0 0,0 0 0,0 0 0,-1 0 0,2-4 0,0-6 0,-1 1 0,-1-20 0,-1 10 0,1 19 0,0 6 0,1 42-31,3 0-1,14 62 1,-9-52-1240,-4-28-5555</inkml:trace>
</inkml:ink>
</file>

<file path=ppt/ink/ink1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38.769"/>
    </inkml:context>
    <inkml:brush xml:id="br0">
      <inkml:brushProperty name="width" value="0.05" units="cm"/>
      <inkml:brushProperty name="height" value="0.05" units="cm"/>
      <inkml:brushProperty name="color" value="#F6630D"/>
    </inkml:brush>
  </inkml:definitions>
  <inkml:trace contextRef="#ctx0" brushRef="#br0">1 101 24575,'0'-1'0,"0"-1"0,0 0 0,0 0 0,0 0 0,1 0 0,-1 0 0,1 0 0,-1 1 0,1-1 0,0 0 0,-1 0 0,1 1 0,0-1 0,0 1 0,0-1 0,1 1 0,-1-1 0,0 1 0,2-2 0,-2 2 0,1 0 0,-1 1 0,0-1 0,1 1 0,-1-1 0,1 1 0,-1-1 0,1 1 0,-1 0 0,1-1 0,-1 1 0,1 0 0,-1 0 0,1 0 0,-1 1 0,1-1 0,-1 0 0,1 0 0,-1 1 0,0-1 0,1 1 0,-1-1 0,1 1 0,-1 0 0,2 1 0,2 1 0,0 1 0,-1-1 0,1 1 0,-1 1 0,0-1 0,0 0 0,0 1 0,-1 0 0,1 0 0,4 9 0,3 10 0,10 29 0,-7-17 0,-14-35 0,3 6 0,0-1 0,0 1 0,1-1 0,8 12 0,-12-18 0,1 1 0,-1 0 0,1 0 0,0-1 0,-1 1 0,1 0 0,0-1 0,0 1 0,-1-1 0,1 1 0,0-1 0,0 1 0,0-1 0,0 0 0,-1 1 0,1-1 0,0 0 0,0 0 0,0 0 0,0 0 0,0 0 0,0 0 0,0 0 0,0 0 0,0 0 0,0 0 0,0 0 0,0 0 0,-1-1 0,1 1 0,0 0 0,0-1 0,0 1 0,0-1 0,0 1 0,-1-1 0,1 1 0,0-1 0,0 1 0,-1-1 0,1 0 0,-1 1 0,1-1 0,0 0 0,-1 0 0,1 0 0,-1 1 0,1-2 0,5-8 0,-1 0 0,0 0 0,-1 0 0,1-1 0,-2 0 0,4-15 0,3-12 0,8-23 0,7-22 0,-21 76-1365</inkml:trace>
</inkml:ink>
</file>

<file path=ppt/ink/ink1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39.208"/>
    </inkml:context>
    <inkml:brush xml:id="br0">
      <inkml:brushProperty name="width" value="0.05" units="cm"/>
      <inkml:brushProperty name="height" value="0.05" units="cm"/>
      <inkml:brushProperty name="color" value="#F6630D"/>
    </inkml:brush>
  </inkml:definitions>
  <inkml:trace contextRef="#ctx0" brushRef="#br0">27 143 24575,'-1'-3'0,"1"0"0,-1 0 0,0 0 0,0 0 0,-1 0 0,1 0 0,0 0 0,-4-3 0,-6-18 0,10 22 0,1 0 0,-1-1 0,1 1 0,0-1 0,0 1 0,0 0 0,0-1 0,0 1 0,0-1 0,1 1 0,-1 0 0,1-1 0,0 1 0,0 0 0,0 0 0,0-1 0,0 1 0,0 0 0,3-3 0,-1 1 0,0 1 0,0 0 0,0 1 0,0-1 0,1 0 0,-1 1 0,1 0 0,0 0 0,0 0 0,7-2 0,-5 2 0,0 0 0,1 0 0,-1 1 0,1 0 0,0 0 0,-1 0 0,1 1 0,0 0 0,-1 1 0,1-1 0,-1 1 0,1 0 0,0 1 0,9 3 0,-14-4 0,-1-1 0,1 1 0,-1 0 0,1 0 0,-1-1 0,0 1 0,1 0 0,-1 0 0,0 0 0,0 0 0,0 1 0,0-1 0,0 0 0,0 0 0,0 1 0,0-1 0,0 0 0,-1 1 0,1-1 0,0 1 0,-1-1 0,0 1 0,1-1 0,-1 1 0,0 0 0,1-1 0,-1 1 0,0-1 0,0 1 0,-1-1 0,1 1 0,0 0 0,0-1 0,-1 1 0,1-1 0,-1 1 0,1-1 0,-1 1 0,0-1 0,1 1 0,-1-1 0,0 0 0,0 0 0,0 1 0,-2 1 0,-5 6 0,0 0 0,-1 0 0,-1 0 0,-14 10 0,20-16 0,-22 12 0,21-12 0,0-1 0,0 1 0,0 0 0,-6 6 0,10-9 0,1 1 0,0-1 0,0 1 0,-1-1 0,1 1 0,0-1 0,0 1 0,0-1 0,0 1 0,0-1 0,-1 0 0,1 1 0,0-1 0,0 1 0,0-1 0,1 1 0,-1-1 0,0 1 0,0-1 0,0 1 0,0-1 0,0 1 0,0-1 0,1 1 0,-1-1 0,0 1 0,0-1 0,1 0 0,-1 1 0,0-1 0,1 1 0,-1-1 0,0 0 0,1 1 0,-1-1 0,1 0 0,-1 0 0,1 1 0,-1-1 0,0 0 0,1 0 0,-1 0 0,1 1 0,-1-1 0,1 0 0,0 0 0,29 12 0,-25-10 0,9 4 0,0 0 0,14 10 0,-24-15 0,-1 1 0,0 0 0,0 1 0,0-1 0,-1 0 0,1 1 0,0 0 0,-1-1 0,0 1 0,1 0 0,-1 0 0,0 0 0,-1 1 0,3 4 0,-3-6 0,-1-1 0,0 0 0,0 0 0,0 1 0,0-1 0,0 0 0,0 0 0,0 1 0,-1-1 0,1 0 0,0 0 0,-1 1 0,1-1 0,-1 0 0,1 0 0,-1 0 0,1 0 0,-1 0 0,0 0 0,0 0 0,1 0 0,-1 0 0,0 0 0,0 0 0,0 0 0,0 0 0,0-1 0,0 1 0,0 0 0,-1-1 0,1 1 0,0-1 0,0 0 0,0 1 0,0-1 0,-2 1 0,-6 1 0,0 0 0,0 0 0,-16 0 0,23-2 0,-75 2-1365,38-2-5461</inkml:trace>
</inkml:ink>
</file>

<file path=ppt/ink/ink1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40.236"/>
    </inkml:context>
    <inkml:brush xml:id="br0">
      <inkml:brushProperty name="width" value="0.05" units="cm"/>
      <inkml:brushProperty name="height" value="0.05" units="cm"/>
      <inkml:brushProperty name="color" value="#F6630D"/>
    </inkml:brush>
  </inkml:definitions>
  <inkml:trace contextRef="#ctx0" brushRef="#br0">10 1 24575,'-2'0'0,"-4"0"0,4 0 0,6 0 0,3 0 0,6 0 0,8 0 0,5 0 0,3 0 0,1 0 0,0 0 0,-2 0 0,-4 0 0,-5 0-8191</inkml:trace>
</inkml:ink>
</file>

<file path=ppt/ink/ink1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41.031"/>
    </inkml:context>
    <inkml:brush xml:id="br0">
      <inkml:brushProperty name="width" value="0.05" units="cm"/>
      <inkml:brushProperty name="height" value="0.05" units="cm"/>
      <inkml:brushProperty name="color" value="#F6630D"/>
    </inkml:brush>
  </inkml:definitions>
  <inkml:trace contextRef="#ctx0" brushRef="#br0">17 107 24575,'-8'-35'0,"0"-2"0,8 35 0,0 0 0,0 1 0,0-1 0,0 0 0,0 1 0,0-1 0,1 0 0,-1 1 0,0-1 0,1 0 0,0 1 0,-1-1 0,1 1 0,0-1 0,0 1 0,-1-1 0,3-1 0,-3 3 0,1-1 0,-1 1 0,0 0 0,1-1 0,-1 1 0,0 0 0,1 0 0,-1-1 0,1 1 0,-1 0 0,0 0 0,1 0 0,-1 0 0,1-1 0,-1 1 0,1 0 0,-1 0 0,0 0 0,1 0 0,-1 0 0,1 0 0,-1 0 0,1 0 0,-1 0 0,1 0 0,-1 1 0,0-1 0,1 0 0,-1 0 0,1 0 0,-1 0 0,0 1 0,1-1 0,-1 0 0,1 0 0,-1 1 0,0-1 0,1 0 0,-1 1 0,0-1 0,0 0 0,1 1 0,-1-1 0,0 0 0,0 1 0,1 0 0,8 21 0,-4 2 0,-2 0 0,-1 0 0,-1 0 0,-2 37 0,0-16 0,1-16 0,-1 1 0,-1-1 0,-1 1 0,-15 55 0,9-69 0,7-15 0,5-10 0,4-2 0,1-1 0,0 1 0,0 1 0,1-1 0,0 1 0,1 1 0,0 0 0,1 0 0,-1 1 0,2 1 0,-1 0 0,1 0 0,0 1 0,0 0 0,1 1 0,18-5 0,-28 10 0,0-1 0,0 1 0,0 0 0,0 0 0,0 0 0,0 0 0,0 0 0,0 0 0,0 1 0,0 0 0,-1-1 0,1 1 0,0 0 0,0 1 0,-1-1 0,1 0 0,0 1 0,-1-1 0,0 1 0,1 0 0,-1 0 0,0 0 0,0 0 0,3 4 0,-4-4 0,0 0 0,1 0 0,-2 0 0,1 0 0,0 1 0,0-1 0,-1 0 0,1 1 0,-1-1 0,1 0 0,-1 1 0,0-1 0,0 0 0,0 1 0,-1-1 0,1 1 0,0-1 0,-1 0 0,0 1 0,1-1 0,-1 0 0,0 0 0,0 0 0,0 1 0,-1-1 0,1 0 0,0 0 0,-1-1 0,1 1 0,-4 3 0,0 0 29,0 0-1,-1-1 1,0 1-1,0-1 0,0 0 1,0-1-1,0 1 1,-1-1-1,0-1 1,1 1-1,-14 2 1,2-2-456,0 0 0,0-1 1,-27-1-1,26-2-6399</inkml:trace>
</inkml:ink>
</file>

<file path=ppt/ink/ink1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41.233"/>
    </inkml:context>
    <inkml:brush xml:id="br0">
      <inkml:brushProperty name="width" value="0.05" units="cm"/>
      <inkml:brushProperty name="height" value="0.05" units="cm"/>
      <inkml:brushProperty name="color" value="#F6630D"/>
    </inkml:brush>
  </inkml:definitions>
  <inkml:trace contextRef="#ctx0" brushRef="#br0">1 1 24575,'2'0'0,"4"0"0,0 2 0,2 4 0,-1 2 0,1 3 0,0 2 0,0 4 0,1 0 0,-1 1 0,-1-1 0,0 2 0,-2-1 0,0 0 0,-3-4-8191</inkml:trace>
</inkml:ink>
</file>

<file path=ppt/ink/ink1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41.389"/>
    </inkml:context>
    <inkml:brush xml:id="br0">
      <inkml:brushProperty name="width" value="0.05" units="cm"/>
      <inkml:brushProperty name="height" value="0.05" units="cm"/>
      <inkml:brushProperty name="color" value="#F6630D"/>
    </inkml:brush>
  </inkml:definitions>
  <inkml:trace contextRef="#ctx0" brushRef="#br0">23 6 24575,'0'-2'0,"-2"-1"0,-4 2 0,0 4 0,-2 4 0</inkml:trace>
</inkml:ink>
</file>

<file path=ppt/ink/ink1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41.764"/>
    </inkml:context>
    <inkml:brush xml:id="br0">
      <inkml:brushProperty name="width" value="0.05" units="cm"/>
      <inkml:brushProperty name="height" value="0.05" units="cm"/>
      <inkml:brushProperty name="color" value="#F6630D"/>
    </inkml:brush>
  </inkml:definitions>
  <inkml:trace contextRef="#ctx0" brushRef="#br0">1 0 24575,'13'8'0,"1"0"0,-10-4 0,-1 1 0,0 0 0,0-1 0,0 1 0,-1 0 0,0 0 0,0 1 0,0-1 0,0 0 0,-1 1 0,0-1 0,1 11 0,38-56 0,-37 37 0,1 1 0,-1-1 0,1 1 0,0 0 0,0 0 0,0 0 0,0 1 0,7-3 0,-10 4 0,0 0 0,0 0 0,0-1 0,0 1 0,0 0 0,0 0 0,0 0 0,0 0 0,0 1 0,1-1 0,-1 0 0,0 0 0,0 1 0,0-1 0,0 0 0,0 1 0,0-1 0,-1 1 0,1 0 0,0-1 0,0 1 0,0 0 0,0-1 0,-1 1 0,1 0 0,0 0 0,0-1 0,-1 1 0,1 0 0,-1 0 0,1 0 0,-1 0 0,1 0 0,-1 0 0,0 0 0,1 0 0,-1 0 0,0 0 0,0 2 0,1 6-134,0 1 1,-1-1-1,0 13 0,-1-15-696,1 5-5996</inkml:trace>
</inkml:ink>
</file>

<file path=ppt/ink/ink1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42.214"/>
    </inkml:context>
    <inkml:brush xml:id="br0">
      <inkml:brushProperty name="width" value="0.05" units="cm"/>
      <inkml:brushProperty name="height" value="0.05" units="cm"/>
      <inkml:brushProperty name="color" value="#F6630D"/>
    </inkml:brush>
  </inkml:definitions>
  <inkml:trace contextRef="#ctx0" brushRef="#br0">83 390 24575,'6'-55'0,"-3"40"0,-1-1 0,1-19 0,-3 31 0,0 0 0,0 0 0,-1 0 0,0 0 0,1 0 0,-1 1 0,0-1 0,-1 0 0,1 1 0,-1-1 0,0 1 0,0-1 0,-4-5 0,5 8 0,1 0 0,-1 0 0,1 1 0,-1-1 0,0 0 0,1 1 0,-1-1 0,0 1 0,0-1 0,0 1 0,1-1 0,-1 1 0,0 0 0,0-1 0,0 1 0,0 0 0,0 0 0,0-1 0,1 1 0,-1 0 0,0 0 0,0 0 0,0 0 0,-2 1 0,1-1 0,1 1 0,-1 0 0,0-1 0,1 1 0,-1 0 0,0 0 0,1 0 0,-1 1 0,1-1 0,0 0 0,-3 3 0,0 2 0,0-1 0,0 1 0,0 0 0,1 1 0,-5 10 0,7-12 0,-1 1 0,1-1 0,-1 1 0,2-1 0,-1 1 0,1-1 0,-1 1 0,2 0 0,-1-1 0,0 1 0,1 0 0,3 8 0,-4-12 0,1 0 0,0 0 0,0 0 0,0 0 0,0 0 0,1 0 0,-1-1 0,0 1 0,1-1 0,-1 1 0,1-1 0,-1 1 0,1-1 0,0 0 0,0 0 0,-1 0 0,1 0 0,0 0 0,0 0 0,0 0 0,0-1 0,0 1 0,0 0 0,0-1 0,0 0 0,1 0 0,-1 0 0,0 0 0,0 0 0,0 0 0,0 0 0,0 0 0,0-1 0,0 1 0,0-1 0,3-1 0,1 0 0,0-1 0,-1 1 0,1-1 0,-1-1 0,0 1 0,1-1 0,-2 1 0,1-2 0,0 1 0,-1 0 0,0-1 0,0 0 0,0 0 0,-1 0 0,1 0 0,-1-1 0,4-9 0,0-2 0,-1 0 0,0 0 0,-2 0 0,6-34 0,-10 50 0,9-85 0,-9 75 0,0 1 0,0-1 0,-1 1 0,0 0 0,-1-1 0,-3-10 0,5 21 0,0 0 0,0 0 0,0 0 0,0 1 0,0-1 0,0 0 0,0 0 0,-1 0 0,1 0 0,0 0 0,0 0 0,0 0 0,0 0 0,0 0 0,0 0 0,0 0 0,0 0 0,0 0 0,0 0 0,0 0 0,0 0 0,0 0 0,0 0 0,0 0 0,0 0 0,-1 0 0,1 0 0,0 0 0,0 0 0,0 0 0,0 0 0,0 0 0,0 0 0,0 0 0,0 0 0,0 0 0,0 0 0,0 0 0,0 0 0,0 0 0,-1 0 0,1 0 0,0 0 0,0 0 0,0 0 0,0 0 0,0 0 0,0 0 0,0 0 0,0 0 0,0 0 0,0 0 0,0 0 0,0 0 0,0-1 0,0 1 0,0 0 0,-3 12 0,0 17 0,5 161 0,0-169 0,0 1 0,2 0 0,1-1 0,1 0 0,0 0 0,16 33 0,-12-37-1365,0-5-5461</inkml:trace>
</inkml:ink>
</file>

<file path=ppt/ink/ink1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42.386"/>
    </inkml:context>
    <inkml:brush xml:id="br0">
      <inkml:brushProperty name="width" value="0.05" units="cm"/>
      <inkml:brushProperty name="height" value="0.05" units="cm"/>
      <inkml:brushProperty name="color" value="#F6630D"/>
    </inkml:brush>
  </inkml:definitions>
  <inkml:trace contextRef="#ctx0" brushRef="#br0">1 53 24575,'0'-2'0,"0"-4"0,2-2 0,1-4 0,0 0 0,-1 3 0,0 5 0,-1 7 0,0 4 0,-1 4 0,0 3 0,0 0 0,0 1 0,-1 1 0,1-1 0,0-1 0,0-1-8191</inkml:trace>
</inkml:ink>
</file>

<file path=ppt/ink/ink1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42.541"/>
    </inkml:context>
    <inkml:brush xml:id="br0">
      <inkml:brushProperty name="width" value="0.05" units="cm"/>
      <inkml:brushProperty name="height" value="0.05" units="cm"/>
      <inkml:brushProperty name="color" value="#F6630D"/>
    </inkml:brush>
  </inkml:definitions>
  <inkml:trace contextRef="#ctx0" brushRef="#br0">9 3 24575,'0'-2'0,"-2"1"0,-1 4 0,0 3 0</inkml:trace>
</inkml:ink>
</file>

<file path=ppt/ink/ink1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42.984"/>
    </inkml:context>
    <inkml:brush xml:id="br0">
      <inkml:brushProperty name="width" value="0.05" units="cm"/>
      <inkml:brushProperty name="height" value="0.05" units="cm"/>
      <inkml:brushProperty name="color" value="#F6630D"/>
    </inkml:brush>
  </inkml:definitions>
  <inkml:trace contextRef="#ctx0" brushRef="#br0">22 116 24575,'2'0'0,"0"1"0,0-1 0,0 1 0,0 0 0,0 0 0,0 0 0,-1 0 0,1 0 0,0 0 0,-1 0 0,3 2 0,17 10 0,-16-12 0,0-1 0,0 1 0,0-1 0,0 0 0,1-1 0,-1 1 0,0-1 0,0 0 0,0 0 0,0-1 0,0 1 0,0-1 0,0 0 0,-1-1 0,1 1 0,-1-1 0,1 0 0,-1 0 0,0 0 0,0 0 0,-1-1 0,1 0 0,0 0 0,-1 0 0,0 0 0,0 0 0,-1-1 0,1 1 0,-1-1 0,0 0 0,0 1 0,0-1 0,1-8 0,-3 11 0,1 1 0,-1-1 0,0 1 0,0-1 0,-1 1 0,1-1 0,0 1 0,0-1 0,-1 1 0,1-1 0,-1 1 0,1 0 0,-1-1 0,0 1 0,0 0 0,1-1 0,-1 1 0,0 0 0,0 0 0,0 0 0,-2-2 0,1 1 0,-1 1 0,1-1 0,0 1 0,-1 0 0,1-1 0,-1 1 0,0 1 0,1-1 0,-1 0 0,0 0 0,-4 1 0,5-1 0,-1 1 0,1-1 0,0 1 0,-1 0 0,1 0 0,-1 1 0,1-1 0,-1 0 0,1 1 0,0-1 0,-1 1 0,1 0 0,0 0 0,0 0 0,-1 0 0,1 0 0,0 0 0,0 1 0,0-1 0,0 1 0,1-1 0,-1 1 0,0 0 0,1 0 0,-1 0 0,1 0 0,-1 0 0,1 0 0,-1 2 0,0 6 0,0-1 0,1 0 0,0 0 0,1 1 0,0-1 0,0 0 0,4 18 0,19 67 0,-11-51 0,-9-30 0,0 0 0,0 0 0,-1-1 0,-1 1 0,0 0 0,-2 18 0,1-27 0,-1 0 0,1 0 0,-1-1 0,0 1 0,-1-1 0,1 1 0,-1-1 0,1 1 0,-1-1 0,0 0 0,0 0 0,-1 0 0,1 0 0,0 0 0,-1 0 0,0-1 0,0 1 0,0-1 0,0 0 0,0 0 0,0 0 0,0 0 0,-1-1 0,1 1 0,-1-1 0,-6 2 0,-26 5-1365,0-4-5461</inkml:trace>
</inkml:ink>
</file>

<file path=ppt/ink/ink1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48.025"/>
    </inkml:context>
    <inkml:brush xml:id="br0">
      <inkml:brushProperty name="width" value="0.05" units="cm"/>
      <inkml:brushProperty name="height" value="0.05" units="cm"/>
      <inkml:brushProperty name="color" value="#F6630D"/>
    </inkml:brush>
  </inkml:definitions>
  <inkml:trace contextRef="#ctx0" brushRef="#br0">1 24 24575,'0'-1'0,"0"-1"0,0 1 0,0 0 0,0 0 0,0 0 0,0 0 0,0 0 0,1 0 0,-1 0 0,0 0 0,1 0 0,-1 0 0,0 0 0,1 0 0,0 0 0,-1 0 0,1 0 0,-1 0 0,1 0 0,1-1 0,-1 2 0,-1 0 0,0 0 0,0 0 0,0 0 0,0 0 0,1 0 0,-1 0 0,0 0 0,0 0 0,0 0 0,0 0 0,0 0 0,1 0 0,-1 0 0,0 0 0,0 0 0,0 1 0,0-1 0,0 0 0,1 0 0,-1 0 0,0 0 0,0 0 0,0 0 0,0 0 0,0 1 0,0-1 0,0 0 0,0 0 0,1 0 0,-1 0 0,0 0 0,0 1 0,0-1 0,0 0 0,0 0 0,0 0 0,0 0 0,0 1 0,-1 15 0,-1-3 0,0 0 0,0 0 0,2 0 0,-1 0 0,2 0 0,2 21 0,-2-30 0,0 0 0,0-1 0,0 1 0,0 0 0,1-1 0,-1 1 0,1-1 0,0 0 0,0 0 0,0 1 0,0-1 0,1 0 0,-1-1 0,1 1 0,0 0 0,0-1 0,0 0 0,0 1 0,0-1 0,1 0 0,-1-1 0,0 1 0,1-1 0,0 1 0,-1-1 0,1 0 0,5 1 0,-6-2 0,0 1 0,0-1 0,0 0 0,0 0 0,1 0 0,-1 0 0,0 0 0,0-1 0,0 1 0,0-1 0,0 0 0,0 0 0,0 0 0,0-1 0,0 1 0,0 0 0,-1-1 0,1 0 0,0 0 0,-1 0 0,0 0 0,1 0 0,-1 0 0,0-1 0,0 1 0,0-1 0,0 1 0,-1-1 0,3-5 0,0-1 0,-1 1 0,0-1 0,0 0 0,-1 0 0,0 0 0,-1 0 0,0 0 0,0 0 0,-1-10 0,0 1 0,3 44 0,0 5 0,2 5-341,2 0 0,1 0-1,16 38 1,-18-58-6485</inkml:trace>
</inkml:ink>
</file>

<file path=ppt/ink/ink1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48.272"/>
    </inkml:context>
    <inkml:brush xml:id="br0">
      <inkml:brushProperty name="width" value="0.05" units="cm"/>
      <inkml:brushProperty name="height" value="0.05" units="cm"/>
      <inkml:brushProperty name="color" value="#F6630D"/>
    </inkml:brush>
  </inkml:definitions>
  <inkml:trace contextRef="#ctx0" brushRef="#br0">1 49 24575,'0'-4'0,"0"0"0,0 0 0,1 0 0,-1 0 0,1 0 0,0 1 0,0-1 0,3-5 0,-4 8 0,0 0 0,1 1 0,-1-1 0,0 1 0,1-1 0,-1 1 0,1-1 0,-1 1 0,1 0 0,-1-1 0,1 1 0,-1-1 0,1 1 0,-1 0 0,1-1 0,-1 1 0,1 0 0,-1 0 0,1 0 0,0-1 0,-1 1 0,2 0 0,-1 0 0,1 1 0,-1-1 0,1 0 0,-1 1 0,0-1 0,1 1 0,-1-1 0,0 1 0,0 0 0,0-1 0,1 1 0,-1 0 0,0 0 0,2 2 0,12 14 0,-1 0 0,0 1 0,-2 1 0,17 31 0,-20-34 0,3 4 0,-2 0 0,0 0 0,-2 1 0,0 0 0,-1 1 0,-1 0 0,4 27 0,-9-41 0,-1 0 0,1 0 0,-1 0 0,0 1 0,-1-1 0,0 0 0,0 0 0,-1 0 0,0 0 0,0 0 0,-1-1 0,0 1 0,-1-1 0,1 1 0,-1-1 0,-1 0 0,1-1 0,-1 1 0,0-1 0,-1 0 0,1 0 0,-1 0 0,-8 5 0,5-5-227,0-1-1,0 0 1,0 0-1,0-1 1,-10 3-1,-13 2-6598</inkml:trace>
</inkml:ink>
</file>

<file path=ppt/ink/ink1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49.359"/>
    </inkml:context>
    <inkml:brush xml:id="br0">
      <inkml:brushProperty name="width" value="0.05" units="cm"/>
      <inkml:brushProperty name="height" value="0.05" units="cm"/>
      <inkml:brushProperty name="color" value="#F6630D"/>
    </inkml:brush>
  </inkml:definitions>
  <inkml:trace contextRef="#ctx0" brushRef="#br0">252 116 24575,'7'-6'0,"-1"-1"0,0 1 0,-1-1 0,0 0 0,7-12 0,-11 17 0,0 1 0,-1 0 0,1-1 0,-1 1 0,1 0 0,-1-1 0,1 1 0,-1-1 0,0 1 0,0-1 0,1 1 0,-1-1 0,0 1 0,0 0 0,-1-1 0,1 1 0,0-1 0,0 1 0,-1-1 0,1 1 0,-1 0 0,1-1 0,-1 1 0,0 0 0,1-1 0,-1 1 0,0 0 0,0 0 0,0 0 0,0 0 0,0 0 0,0 0 0,0 0 0,0 0 0,-1 0 0,1 0 0,0 0 0,0 1 0,-1-1 0,1 1 0,-3-2 0,-2 0 0,0 0 0,0 0 0,0 1 0,0-1 0,0 1 0,-1 0 0,1 1 0,0 0 0,-1 0 0,1 0 0,0 1 0,-1 0 0,-8 2 0,7 0 0,0 0 0,0 0 0,0 1 0,0 0 0,1 0 0,0 1 0,0 0 0,0 0 0,-7 8 0,4-3 0,1 0 0,0 1 0,1 0 0,0 0 0,1 1 0,0 0 0,1 0 0,0 1 0,1 0 0,0 0 0,1 0 0,-3 16 0,6-18 0,-1 0 0,2 0 0,0 0 0,0 0 0,1 0 0,0 0 0,1 0 0,0 0 0,1-1 0,0 1 0,0-1 0,1 1 0,1-1 0,0-1 0,0 1 0,1-1 0,0 1 0,1-2 0,0 1 0,0-1 0,1 0 0,0 0 0,0-1 0,0 0 0,1-1 0,1 0 0,-1 0 0,1-1 0,0 0 0,0-1 0,20 6 0,7-1-1365,-3-4-5461</inkml:trace>
</inkml:ink>
</file>

<file path=ppt/ink/ink1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0.196"/>
    </inkml:context>
    <inkml:brush xml:id="br0">
      <inkml:brushProperty name="width" value="0.05" units="cm"/>
      <inkml:brushProperty name="height" value="0.05" units="cm"/>
      <inkml:brushProperty name="color" value="#F6630D"/>
    </inkml:brush>
  </inkml:definitions>
  <inkml:trace contextRef="#ctx0" brushRef="#br0">210 187 24575,'0'-3'0,"0"1"0,0 0 0,0 0 0,0-1 0,-1 1 0,1 0 0,-1 0 0,1 0 0,-1-1 0,0 1 0,0 0 0,0 0 0,0 0 0,0 0 0,0 1 0,-1-1 0,1 0 0,0 0 0,-1 1 0,0-1 0,-2-2 0,0 2 0,1 1 0,-1-1 0,1 1 0,-1 0 0,0 0 0,1 0 0,-1 0 0,0 0 0,0 1 0,0 0 0,1 0 0,-6 0 0,3 1 0,0 0 0,1 1 0,-1-1 0,0 1 0,1 0 0,-1 1 0,1-1 0,0 1 0,0 0 0,0 0 0,0 1 0,0-1 0,1 1 0,0 0 0,-1 0 0,2 1 0,-1-1 0,-6 10 0,6-7 0,-1 0 0,1 0 0,0 1 0,1-1 0,0 1 0,0 0 0,1 0 0,0 0 0,0 0 0,1 0 0,0 0 0,0 17 0,1-23 0,0 1 0,0-1 0,0 1 0,1-1 0,-1 0 0,1 0 0,0 1 0,0-1 0,0 0 0,0 0 0,0 0 0,0 0 0,0 0 0,1 0 0,-1 0 0,1 0 0,-1 0 0,1 0 0,0-1 0,0 1 0,0-1 0,-1 0 0,2 1 0,-1-1 0,0 0 0,0 0 0,0 0 0,0 0 0,3 0 0,-1-1 0,-1 1 0,0-1 0,1 0 0,-1 0 0,1 0 0,-1-1 0,1 1 0,-1-1 0,0 0 0,1 0 0,-1 0 0,0-1 0,0 1 0,0-1 0,0 1 0,0-1 0,0 0 0,0 0 0,3-4 0,0-1 0,0 1 0,0-2 0,-1 1 0,0-1 0,-1 1 0,1-1 0,-1-1 0,-1 1 0,0-1 0,0 1 0,-1-1 0,0 0 0,0 0 0,0-17 0,-2 29 0,-1 18 0,0 0 0,2 0 0,0 0 0,5 21 0,-5-36 0,1 0 0,0 0 0,0 0 0,0 0 0,1 0 0,0-1 0,0 1 0,5 6 0,-6-9 0,1 0 0,0-1 0,-1 1 0,1-1 0,0 1 0,0-1 0,0 0 0,0 0 0,1-1 0,-1 1 0,1-1 0,-1 1 0,1-1 0,-1 0 0,6 1 0,-6-2 0,0 0 0,0 1 0,0-1 0,0 0 0,0-1 0,0 1 0,0 0 0,0-1 0,0 0 0,0 1 0,-1-1 0,1 0 0,0-1 0,0 1 0,-1 0 0,5-4 0,-3 2 0,0-1 0,0 1 0,-1-1 0,1 0 0,-1 0 0,0-1 0,0 1 0,3-9 0,2-5 0,-1 0 0,-1-1 0,7-35 0,-13 54 0,6-26 0,-2 1 0,0-1 0,-2 0 0,-1 0 0,-1 0 0,-3-27 0,3 52 0,0-1 0,0 1 0,-1 0 0,1-1 0,0 1 0,-1-1 0,1 1 0,0 0 0,-1-1 0,0 1 0,1 0 0,-1 0 0,0-1 0,0 1 0,1 0 0,-1 0 0,0 0 0,-1-1 0,1 2 0,0 0 0,1 0 0,-1 0 0,1 0 0,-1 0 0,0 0 0,1 1 0,-1-1 0,1 0 0,-1 0 0,0 0 0,1 1 0,-1-1 0,1 0 0,-1 1 0,1-1 0,-1 1 0,1-1 0,0 0 0,-1 1 0,1-1 0,-1 1 0,1-1 0,0 1 0,-1-1 0,1 2 0,-4 5 0,0-1 0,1 2 0,0-1 0,-4 14 0,0 4 0,2 1 0,1 0 0,-1 41 0,5-57 0,0 0 0,1 0 0,0 0 0,0-1 0,1 1 0,1 0 0,-1-1 0,1 1 0,1-1 0,0 0 0,0 0 0,10 14 0,-12-20 0,0 0 0,1-1 0,-1 1 0,0-1 0,1 1 0,0-1 0,-1 0 0,1 0 0,0-1 0,0 1 0,0 0 0,0-1 0,0 0 0,1 1 0,-1-1 0,0-1 0,5 2 0,-4-2 0,1 0 0,-1 0 0,1-1 0,-1 1 0,1-1 0,-1 0 0,1 0 0,-1 0 0,0-1 0,0 0 0,7-3 0,-2 0 0,1-1 0,-2-1 0,1 1 0,-1-2 0,0 1 0,0-1 0,-1 0 0,0 0 0,-1-1 0,6-9 0,-2-2 0,-2 0 0,-1 0 0,0-1 0,-1 0 0,-1 0 0,-1 0 0,-1 0 0,-1-1 0,-1 0 0,-4-41 0,3 62 0,0-1 0,0 0 0,0 0 0,0 0 0,-1 0 0,1 1 0,-1-1 0,0 0 0,1 1 0,-2-3 0,2 4 0,0 0 0,-1 0 0,1-1 0,0 1 0,0 0 0,0 0 0,-1 0 0,1-1 0,0 1 0,0 0 0,-1 0 0,1 0 0,0 0 0,0 0 0,-1 0 0,1 0 0,0 0 0,0 0 0,-1-1 0,1 1 0,0 0 0,0 0 0,-1 0 0,1 0 0,0 1 0,-1-1 0,1 0 0,0 0 0,0 0 0,-1 0 0,1 0 0,0 0 0,0 0 0,-1 0 0,1 0 0,0 1 0,0-1 0,-2 2 0,0 0 0,0 0 0,0 0 0,1 1 0,-1-1 0,1 0 0,0 1 0,0-1 0,-1 1 0,2 0 0,-2 4 0,-4 15 0,2 1 0,1 0 0,1 1 0,1-1 0,1 0 0,1 1 0,1-1 0,0 0 0,13 44 0,-13-60-136,0 0-1,1-1 1,0 1-1,0-1 1,0 0-1,1 0 1,0 0-1,0 0 0,8 8 1,3-1-6690</inkml:trace>
</inkml:ink>
</file>

<file path=ppt/ink/ink1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1.334"/>
    </inkml:context>
    <inkml:brush xml:id="br0">
      <inkml:brushProperty name="width" value="0.05" units="cm"/>
      <inkml:brushProperty name="height" value="0.05" units="cm"/>
      <inkml:brushProperty name="color" value="#F6630D"/>
    </inkml:brush>
  </inkml:definitions>
  <inkml:trace contextRef="#ctx0" brushRef="#br0">11 63 24575,'-1'-1'0,"1"0"0,-1 1 0,0-1 0,0 0 0,1 0 0,-1 0 0,0 1 0,1-1 0,-1 0 0,1 0 0,-1 0 0,1 0 0,-1 0 0,1 0 0,0 0 0,-1 0 0,1 0 0,0-1 0,0 1 0,0 0 0,0 0 0,0 0 0,0 0 0,0 0 0,0 0 0,0 0 0,1 0 0,-1 0 0,0 0 0,1 0 0,-1 0 0,1 0 0,-1 0 0,1 0 0,1-2 0,-1 2 0,0 0 0,0-1 0,1 1 0,-1 0 0,1 0 0,-1 0 0,1 0 0,0 0 0,-1 1 0,1-1 0,0 0 0,-1 1 0,1-1 0,0 1 0,0 0 0,0-1 0,0 1 0,-1 0 0,1 0 0,3 1 0,0 0 0,1 1 0,-1 0 0,0 0 0,0 0 0,0 1 0,0 0 0,0 0 0,-1 0 0,1 0 0,-1 1 0,0 0 0,0 0 0,6 7 0,1 2 0,-1 1 0,0 1 0,8 16 0,-8-13 0,-1 1 0,6 21 0,-13-36 0,0 1 0,-1-1 0,0 1 0,0 0 0,0 0 0,0 0 0,-1-1 0,0 1 0,0 0 0,0 0 0,-1 0 0,1 0 0,-1-1 0,-3 10 0,3-12 0,-1 0 0,1 0 0,-1 0 0,1 0 0,-1 0 0,0 0 0,0-1 0,0 1 0,1 0 0,-2-1 0,1 0 0,0 1 0,0-1 0,0 0 0,-1 0 0,1 0 0,0-1 0,-1 1 0,1 0 0,-1-1 0,1 0 0,0 1 0,-1-1 0,1 0 0,-1 0 0,1-1 0,-1 1 0,1 0 0,-1-1 0,1 0 0,-1 1 0,1-1 0,0 0 0,0 0 0,-1 0 0,1-1 0,0 1 0,0 0 0,0-1 0,0 1 0,0-1 0,1 0 0,-1 0 0,0 0 0,1 0 0,-1 0 0,1 0 0,0 0 0,0 0 0,-1 0 0,1-1 0,1 1 0,-1 0 0,0-1 0,0-3 0,1-1 0,1 1 0,-1 0 0,1 0 0,1 1 0,-1-1 0,1 0 0,0 0 0,0 1 0,1-1 0,-1 1 0,1-1 0,5-6 0,5-6 0,31-32 0,-24 30-273,1 1 0,1 0 0,1 2 0,31-19 0,-39 27-6553</inkml:trace>
</inkml:ink>
</file>

<file path=ppt/ink/ink1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1.705"/>
    </inkml:context>
    <inkml:brush xml:id="br0">
      <inkml:brushProperty name="width" value="0.05" units="cm"/>
      <inkml:brushProperty name="height" value="0.05" units="cm"/>
      <inkml:brushProperty name="color" value="#F6630D"/>
    </inkml:brush>
  </inkml:definitions>
  <inkml:trace contextRef="#ctx0" brushRef="#br0">55 14 24575,'0'-1'0,"0"1"0,0 0 0,0 0 0,0 0 0,1 0 0,-1-1 0,0 1 0,0 0 0,0 0 0,0 0 0,0 0 0,0-1 0,-1 1 0,1 0 0,0 0 0,0 0 0,0 0 0,0-1 0,0 1 0,0 0 0,0 0 0,0 0 0,0 0 0,0 0 0,0-1 0,-1 1 0,1 0 0,0 0 0,0 0 0,0 0 0,0 0 0,0 0 0,-1 0 0,1-1 0,0 1 0,0 0 0,0 0 0,0 0 0,-1 0 0,1 0 0,0 0 0,-8 5 0,-5 10 0,9-7 0,0 0 0,0 1 0,0-1 0,1 1 0,0-1 0,1 1 0,0 0 0,0 0 0,0 15 0,2-20 0,0 1 0,0-1 0,0 0 0,1 0 0,-1 0 0,1 0 0,0 0 0,1 0 0,-1 0 0,4 6 0,-4-8 0,0 0 0,1 0 0,0 0 0,-1 0 0,1 0 0,0 0 0,0 0 0,0-1 0,0 1 0,0-1 0,1 1 0,-1-1 0,0 0 0,1 0 0,-1 0 0,0 0 0,1-1 0,3 2 0,-3-2 0,1 0 0,0 0 0,0 0 0,-1 0 0,1 0 0,0-1 0,-1 1 0,1-1 0,0 0 0,-1 0 0,1-1 0,-1 1 0,0-1 0,1 0 0,-1 0 0,0 0 0,0 0 0,0 0 0,0 0 0,0-1 0,-1 0 0,1 1 0,-1-1 0,3-4 0,-2 3 0,-1 0 0,1 0 0,0 0 0,-1-1 0,0 1 0,0-1 0,0 0 0,-1 1 0,0-1 0,0 0 0,0 0 0,0 0 0,-1 0 0,1 0 0,-1 0 0,-1 0 0,0-6 0,-1 4-151,0 0-1,-1 0 0,0 0 0,0 1 1,0 0-1,-1-1 0,0 1 1,-7-8-1,0 1-6674</inkml:trace>
</inkml:ink>
</file>

<file path=ppt/ink/ink1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2.111"/>
    </inkml:context>
    <inkml:brush xml:id="br0">
      <inkml:brushProperty name="width" value="0.05" units="cm"/>
      <inkml:brushProperty name="height" value="0.05" units="cm"/>
      <inkml:brushProperty name="color" value="#F6630D"/>
    </inkml:brush>
  </inkml:definitions>
  <inkml:trace contextRef="#ctx0" brushRef="#br0">27 35 24575,'0'1'0,"0"-1"0,0 0 0,0 0 0,0 0 0,0 0 0,0 0 0,0 0 0,0 0 0,0 0 0,1 0 0,-1 0 0,0 0 0,0 0 0,0 0 0,0 0 0,0 0 0,0 0 0,0 0 0,0 0 0,1 0 0,-1 0 0,0 0 0,0 0 0,0 0 0,0 0 0,0 0 0,0 0 0,0 0 0,0 0 0,1 0 0,-1 0 0,0 0 0,0-1 0,0 1 0,0 0 0,0 0 0,0 0 0,0 0 0,0 0 0,0 0 0,0 0 0,0 0 0,0 0 0,0-1 0,0 1 0,0 0 0,0 0 0,1 0 0,-1 0 0,0 0 0,0 0 0,0 0 0,0 0 0,0-1 0,0 1 0,-1 0 0,1 0 0,0 0 0,0 0 0,0 0 0,0 0 0,0 0 0,0-1 0,0 1 0,-1 1 0,1-1 0,-1 0 0,1 0 0,-1 0 0,1 0 0,0 0 0,-1 1 0,1-1 0,-1 0 0,1 0 0,0 1 0,-1-1 0,1 0 0,0 0 0,-1 1 0,1-1 0,0 0 0,-1 1 0,1-1 0,0 1 0,0-1 0,0 0 0,-1 1 0,1-1 0,0 1 0,-3 5 0,0 1 0,0 0 0,0-1 0,1 1 0,0 0 0,1 0 0,0 0 0,0 1 0,0-1 0,1 0 0,0 0 0,0 0 0,1 1 0,0-1 0,0 0 0,1 0 0,-1 0 0,2 0 0,-1-1 0,1 1 0,0 0 0,0-1 0,1 0 0,0 0 0,0 0 0,9 10 0,-9-11 0,0 0 0,1 0 0,0-1 0,-1 0 0,1 0 0,0 0 0,1 0 0,-1-1 0,1 0 0,0 0 0,0 0 0,0-1 0,0 0 0,0 0 0,0 0 0,0-1 0,1 0 0,-1 0 0,1-1 0,-1 0 0,0 0 0,1 0 0,-1-1 0,1 0 0,-1 0 0,0-1 0,0 1 0,0-1 0,1-1 0,5-3 0,-8 4 0,-1 0 0,1 0 0,-1-1 0,0 1 0,0-1 0,0 0 0,0 0 0,-1 0 0,1 0 0,-1 0 0,1-1 0,-1 1 0,-1-1 0,1 1 0,2-6 0,-3 3 0,1 0 0,-1-1 0,0 1 0,0-1 0,-1 1 0,1-1 0,-2 1 0,-1-12 0,0 4 0,-1 1 0,-1 0 0,0 0 0,-1 0 0,0 0 0,-1 1 0,0 0 0,-13-17 0,4 13 0,6 12 0,8 4 0,1 0 0,0 0 0,0 0 0,0 0 0,0 0 0,-1 0 0,1 0 0,0 0 0,0 1 0,0-1 0,0 0 0,-1 0 0,1 0 0,0 0 0,0 0 0,0 0 0,0 1 0,0-1 0,0 0 0,0 0 0,-1 0 0,1 0 0,0 1 0,0-1 0,0 0 0,0 0 0,0 0 0,0 0 0,0 1 0,0-1 0,0 0 0,0 0 0,0 0 0,0 1 0,0-1 0,0 0 0,0 0 0,0 0 0,0 1 0,0-1 0,0 0 0,1 0 0,-1 2-101,1-1-1,-1 1 1,1-1-1,-1 1 1,1-1-1,0 0 0,0 1 1,0-1-1,0 0 1,1 2-1,-1-2-146,7 8-6578</inkml:trace>
</inkml:ink>
</file>

<file path=ppt/ink/ink1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2.344"/>
    </inkml:context>
    <inkml:brush xml:id="br0">
      <inkml:brushProperty name="width" value="0.05" units="cm"/>
      <inkml:brushProperty name="height" value="0.05" units="cm"/>
      <inkml:brushProperty name="color" value="#F6630D"/>
    </inkml:brush>
  </inkml:definitions>
  <inkml:trace contextRef="#ctx0" brushRef="#br0">2 35 24575,'-1'-13'0,"1"-7"0,0 18 0,1 13 0,19 137 333,2 31-2031,-21-160-5128</inkml:trace>
</inkml:ink>
</file>

<file path=ppt/ink/ink1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2.700"/>
    </inkml:context>
    <inkml:brush xml:id="br0">
      <inkml:brushProperty name="width" value="0.05" units="cm"/>
      <inkml:brushProperty name="height" value="0.05" units="cm"/>
      <inkml:brushProperty name="color" value="#F6630D"/>
    </inkml:brush>
  </inkml:definitions>
  <inkml:trace contextRef="#ctx0" brushRef="#br0">8 98 24575,'-3'-13'0,"-1"-13"0,9 19 0,8 9 0,34 19 0,-34-14 0,0-1 0,0-1 0,0 0 0,1-1 0,0 0 0,18 2 0,-24-6 0,0 0 0,0 0 0,0-1 0,0 0 0,0-1 0,0 1 0,0-2 0,0 1 0,11-6 0,-16 7 0,0 0 0,-1-1 0,1 0 0,-1 1 0,1-1 0,-1 0 0,1 0 0,-1-1 0,0 1 0,0 0 0,0-1 0,2-3 0,-3 4 0,-1 0 0,1 0 0,0 0 0,-1 0 0,0 0 0,1 0 0,-1-1 0,0 1 0,0 0 0,0 0 0,0 0 0,0 0 0,-1 0 0,1-1 0,0 1 0,-1 0 0,0 0 0,0 0 0,-1-3 0,1 4 0,1 0 0,0 0 0,-1 0 0,1 0 0,-1 0 0,0 0 0,1 0 0,-1 0 0,0 0 0,1 0 0,-1 0 0,0 0 0,0 1 0,0-1 0,0 0 0,0 1 0,0-1 0,0 1 0,0-1 0,0 1 0,0-1 0,0 1 0,0 0 0,0-1 0,-1 1 0,1 0 0,0 0 0,0 0 0,0 0 0,0 0 0,0 0 0,-1 0 0,1 0 0,0 1 0,0-1 0,-2 1 0,1 0 0,0 0 0,0 0 0,0 0 0,0 1 0,1-1 0,-1 1 0,0-1 0,1 1 0,-1 0 0,1-1 0,-1 1 0,1 0 0,0 0 0,0 0 0,0 0 0,0 0 0,0 0 0,0 3 0,-1 2 20,1 1 0,0-1 0,1 0 1,-1 1-1,1-1 0,1 1 0,-1-1 0,2 0 0,-1 1 0,1-1 0,0 0 0,0 0 0,0 0 0,1 0 0,1 0 0,5 9 1,-6-10-103,1-1 1,0-1 0,0 1 0,0 0-1,0-1 1,1 0 0,-1 0-1,1 0 1,0-1 0,1 0 0,-1 1-1,0-2 1,1 1 0,0-1 0,-1 0-1,1 0 1,0 0 0,0-1 0,0 0-1,9 0 1,4-1-6745</inkml:trace>
</inkml:ink>
</file>

<file path=ppt/ink/ink1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3.012"/>
    </inkml:context>
    <inkml:brush xml:id="br0">
      <inkml:brushProperty name="width" value="0.05" units="cm"/>
      <inkml:brushProperty name="height" value="0.05" units="cm"/>
      <inkml:brushProperty name="color" value="#F6630D"/>
    </inkml:brush>
  </inkml:definitions>
  <inkml:trace contextRef="#ctx0" brushRef="#br0">18 103 24575,'-2'-5'0,"0"1"0,-1-1 0,1 0 0,0 0 0,0 0 0,1 0 0,0 0 0,-1-6 0,1 11 0,1 0 0,0 0 0,0-1 0,0 1 0,0 0 0,0 0 0,0 0 0,0-1 0,0 1 0,0 0 0,0 0 0,0-1 0,0 1 0,0 0 0,0 0 0,0 0 0,0-1 0,0 1 0,1 0 0,-1 0 0,0 0 0,0 0 0,0-1 0,0 1 0,0 0 0,0 0 0,0 0 0,1 0 0,-1-1 0,0 1 0,0 0 0,0 0 0,0 0 0,1 0 0,-1 0 0,0 0 0,0 0 0,1-1 0,6 7 0,7 12 0,-7-6 0,0 0 0,-1 1 0,0 0 0,-1 1 0,0-1 0,-1 1 0,-1 0 0,0 0 0,1 19 0,-6-18 0,1-14 0,1-1 0,0 0 0,0 0 0,0 0 0,0 0 0,-1 0 0,1 1 0,0-1 0,0 0 0,0 0 0,0 0 0,-1 0 0,1 0 0,0 0 0,0 0 0,0 0 0,-1 0 0,1 0 0,0 0 0,0 0 0,0 0 0,-1 0 0,1 0 0,0 0 0,0 0 0,0 0 0,-1 0 0,1 0 0,0 0 0,0 0 0,0 0 0,0 0 0,-1 0 0,1-1 0,0 1 0,0 0 0,-2-1 0,1 0 0,0-1 0,0 1 0,0-1 0,0 1 0,0-1 0,0 1 0,0-1 0,0 1 0,0-1 0,1 0 0,-1 1 0,0-3 0,0-4 0,1 0 0,-1 0 0,1 0 0,1 0 0,-1 0 0,1 0 0,1 0 0,-1 0 0,1 0 0,1 0 0,0 1 0,0-1 0,0 1 0,1-1 0,7-10 0,-7 12 0,-1 1 0,2-1 0,-1 1 0,1-1 0,0 1 0,0 0 0,0 1 0,0-1 0,1 1 0,0 0 0,0 1 0,0-1 0,0 1 0,1 1 0,-1-1 0,1 1 0,0 0 0,9-1 0,-15 2 13,0 1 1,0 0-1,0 0 0,0 0 0,0 0 0,0 0 0,0 0 0,0 0 0,0 0 1,0 1-1,0-1 0,0 0 0,-1 0 0,1 1 0,0-1 0,0 1 0,0-1 1,0 1-1,0-1 0,-1 1 0,1 0 0,0-1 0,0 1 0,-1 0 0,2 1 1,-1-1-109,-1 1 0,0-1 0,1 0 0,-1 1 1,0-1-1,0 1 0,0-1 0,0 0 0,0 1 0,0-1 1,0 1-1,0-1 0,0 0 0,-1 1 0,1-1 1,-1 1-1,0 0 0,-7 16-6731</inkml:trace>
</inkml:ink>
</file>

<file path=ppt/ink/ink1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3.607"/>
    </inkml:context>
    <inkml:brush xml:id="br0">
      <inkml:brushProperty name="width" value="0.05" units="cm"/>
      <inkml:brushProperty name="height" value="0.05" units="cm"/>
      <inkml:brushProperty name="color" value="#F6630D"/>
    </inkml:brush>
  </inkml:definitions>
  <inkml:trace contextRef="#ctx0" brushRef="#br0">12 23 24575,'-7'-17'0,"3"11"0,3 14 0,19 85 201,-3-17-984,6 89 0,-20-143-6043</inkml:trace>
</inkml:ink>
</file>

<file path=ppt/ink/ink1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4.090"/>
    </inkml:context>
    <inkml:brush xml:id="br0">
      <inkml:brushProperty name="width" value="0.05" units="cm"/>
      <inkml:brushProperty name="height" value="0.05" units="cm"/>
      <inkml:brushProperty name="color" value="#F6630D"/>
    </inkml:brush>
  </inkml:definitions>
  <inkml:trace contextRef="#ctx0" brushRef="#br0">9 87 24575,'0'1'0,"0"-1"0,-1 0 0,1 0 0,0 0 0,-1 0 0,1 0 0,0 0 0,-1 0 0,1 0 0,0-1 0,0 1 0,-1 0 0,1 0 0,0 0 0,0 0 0,-1 0 0,1 0 0,0 0 0,-1-1 0,1 1 0,0 0 0,0 0 0,0 0 0,-1-1 0,1 1 0,0 0 0,0 0 0,0-1 0,0 1 0,-1 0 0,1 0 0,0-1 0,0 1 0,0 0 0,0-1 0,0 1 0,0 0 0,0 0 0,0-1 0,0 1 0,0 0 0,0-1 0,0 1 0,0 0 0,0 0 0,0-1 0,0 1 0,0 0 0,0-1 0,0 1 0,0 0 0,1 0 0,-1-1 0,11-12 0,-3 9 0,1 1 0,-1 0 0,1 0 0,0 1 0,0 0 0,0 0 0,10 1 0,69 0 0,-48 2 0,98 0 0,-143 4 0,0 0 0,0 1 0,1-1 0,-1 1 0,-4 9 0,7-11 0,1 0 0,0 0 0,0 0 0,0 0 0,1 1 0,-1-1 0,1 0 0,0 0 0,0 0 0,0 0 0,1 1 0,-1-1 0,1 0 0,0 0 0,0 0 0,1 0 0,-1 0 0,1 0 0,0-1 0,0 1 0,0 0 0,0-1 0,1 1 0,0-1 0,-1 0 0,1 0 0,0 0 0,0 0 0,5 2 0,-2 0 0,0-1 0,0 0 0,1 0 0,-1-1 0,1 0 0,0 0 0,0-1 0,0 0 0,0 0 0,1 0 0,-1-1 0,0 0 0,1-1 0,-1 1 0,15-3 0,-17 1 0,1 0 0,0 0 0,-1-1 0,1 0 0,-1 0 0,0-1 0,0 1 0,0-1 0,0 0 0,0-1 0,0 1 0,-1-1 0,0 0 0,0 0 0,0 0 0,0-1 0,0 1 0,3-7 0,-5 7 0,0 0 0,-1 1 0,1-1 0,-1 0 0,1 0 0,-1 0 0,-1 0 0,1-1 0,0 1 0,-1 0 0,0 0 0,0 0 0,0 0 0,-1-1 0,1 1 0,-1 0 0,0 0 0,0 0 0,0 0 0,-1 0 0,0 0 0,1 1 0,-1-1 0,-1 0 0,-4-5 0,2 3 27,0 0-1,0 1 0,-1 0 0,0 0 1,0 0-1,0 1 0,-1 0 0,0 0 1,1 0-1,-1 1 0,-1 0 0,-13-3 1,17 5-105,-1 0 0,0 0 1,1 0-1,-1 0 1,0 1-1,0 0 1,1 0-1,-1 0 0,0 1 1,0 0-1,1-1 1,-1 2-1,0-1 1,1 0-1,-1 1 0,1 0 1,0 0-1,-1 1 1,1-1-1,0 1 1,-5 4-1,-1 4-6748</inkml:trace>
</inkml:ink>
</file>

<file path=ppt/ink/ink1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4.590"/>
    </inkml:context>
    <inkml:brush xml:id="br0">
      <inkml:brushProperty name="width" value="0.05" units="cm"/>
      <inkml:brushProperty name="height" value="0.05" units="cm"/>
      <inkml:brushProperty name="color" value="#F6630D"/>
    </inkml:brush>
  </inkml:definitions>
  <inkml:trace contextRef="#ctx0" brushRef="#br0">8 356 24575,'-1'0'0,"1"1"0,-1-1 0,1 1 0,-1-1 0,1 1 0,-1-1 0,1 1 0,-1-1 0,1 1 0,0-1 0,-1 1 0,1 0 0,0-1 0,0 1 0,-1-1 0,1 1 0,0 0 0,0-1 0,0 1 0,0 0 0,0-1 0,0 1 0,0 0 0,0-1 0,0 1 0,0 0 0,0-1 0,0 2 0,1-1 0,0 0 0,0 0 0,-1 0 0,1 0 0,0 0 0,0 0 0,0 0 0,0-1 0,0 1 0,0 0 0,0-1 0,1 1 0,1 0 0,2 2 0,2-1 0,-1 0 0,0 0 0,11 1 0,-1-1 0,1-1 0,0 0 0,-1-1 0,33-5 0,-45 4 0,0 0 0,0 0 0,0 0 0,0 0 0,0-1 0,0 0 0,0 0 0,-1 0 0,1 0 0,0-1 0,-1 1 0,0-1 0,0 0 0,0 0 0,0 0 0,0 0 0,0-1 0,-1 1 0,0-1 0,1 0 0,-1 1 0,-1-1 0,1 0 0,1-6 0,0-1 0,-1-1 0,-1 0 0,1 0 0,-2 0 0,0 0 0,0 0 0,-1 0 0,-1 0 0,-4-16 0,-6-16 0,-18-47 0,19 61 0,10 28 0,0 0 0,1 0 0,-1 1 0,0-1 0,0 0 0,0 1 0,0-1 0,0 1 0,0-1 0,0 1 0,-1-1 0,1 1 0,-3-3 0,4 4 0,-1 0 0,1 0 0,0 0 0,0 0 0,-1 0 0,1 0 0,0 0 0,-1 0 0,1 0 0,0 0 0,-1 0 0,1 0 0,0 0 0,-1 0 0,1 0 0,0 0 0,-1 0 0,1 0 0,0 0 0,-1 0 0,1 1 0,0-1 0,-1 0 0,1 0 0,0 0 0,0 1 0,-1-1 0,1 0 0,-8 17 0,3 4 0,1 0 0,1 1 0,1-1 0,1 1 0,2 31 0,-1-42 0,1-1 0,1 0 0,0 0 0,0 0 0,1 0 0,0-1 0,1 1 0,0-1 0,0 1 0,1-1 0,0-1 0,1 1 0,11 13 0,-14-19-170,1 0-1,0 0 0,-1 0 1,1 0-1,0-1 0,0 1 1,6 2-1,8 1-6655</inkml:trace>
</inkml:ink>
</file>

<file path=ppt/ink/ink1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5.838"/>
    </inkml:context>
    <inkml:brush xml:id="br0">
      <inkml:brushProperty name="width" value="0.05" units="cm"/>
      <inkml:brushProperty name="height" value="0.05" units="cm"/>
      <inkml:brushProperty name="color" value="#F6630D"/>
    </inkml:brush>
  </inkml:definitions>
  <inkml:trace contextRef="#ctx0" brushRef="#br0">82 237 24575,'0'-4'0,"0"0"0,0 0 0,0 0 0,-1 0 0,0 0 0,0 1 0,0-1 0,0 0 0,-3-4 0,4 7 0,0 1 0,-1-1 0,1 0 0,-1 1 0,1-1 0,-1 1 0,1-1 0,-1 1 0,1-1 0,-1 1 0,1-1 0,-1 1 0,0 0 0,1-1 0,-1 1 0,0 0 0,1 0 0,-1-1 0,0 1 0,1 0 0,-2 0 0,0 0 0,1 0 0,-1 0 0,1 1 0,-1-1 0,1 1 0,0-1 0,-1 1 0,1 0 0,0-1 0,-1 1 0,1 0 0,0 0 0,0 0 0,0 0 0,-1 1 0,-2 2 0,0 0 0,1 0 0,0 1 0,0-1 0,0 1 0,0-1 0,1 1 0,-1 0 0,2 0 0,-1 0 0,0 1 0,1-1 0,0 0 0,0 0 0,0 10 0,1-12 0,0 0 0,0-1 0,0 1 0,0 0 0,1-1 0,-1 1 0,1 0 0,0-1 0,0 1 0,0 0 0,0-1 0,0 0 0,0 1 0,1-1 0,-1 0 0,1 1 0,0-1 0,-1 0 0,1 0 0,0 0 0,0-1 0,0 1 0,1 0 0,-1-1 0,0 1 0,1-1 0,-1 0 0,1 0 0,-1 0 0,1 0 0,-1 0 0,4 0 0,-3 0 0,-1-1 0,1 1 0,-1-1 0,1 0 0,-1 0 0,1 0 0,0 0 0,-1 0 0,1 0 0,-1-1 0,1 1 0,-1-1 0,1 0 0,-1 0 0,1 0 0,-1 0 0,1 0 0,-1 0 0,0-1 0,4-2 0,-5 2 0,1 0 0,-1 0 0,0 0 0,0 0 0,0 0 0,0 0 0,0 0 0,0 0 0,-1 0 0,1 0 0,-1 0 0,1-1 0,-1 1 0,0 0 0,0-1 0,0 1 0,0 0 0,0 0 0,-1-1 0,1 1 0,-1 0 0,1 0 0,-1 0 0,-1-3 0,0 0 0,0 0 0,-1 1 0,0-1 0,0 1 0,0-1 0,0 1 0,-4-4 0,-13-17 0,20 24 0,0 1 0,0 0 0,0-1 0,0 1 0,0 0 0,0-1 0,1 1 0,-1-1 0,0 1 0,0 0 0,0 0 0,0-1 0,1 1 0,-1 0 0,0-1 0,0 1 0,1 0 0,-1 0 0,0-1 0,0 1 0,1 0 0,-1 0 0,0 0 0,1-1 0,-1 1 0,0 0 0,1 0 0,-1 0 0,0 0 0,1 0 0,-1 0 0,0 0 0,1 0 0,-1 0 0,1 0 0,-1 0 0,0 0 0,1 0 0,-1 0 0,0 0 0,1 0 0,-1 0 0,22-1 0,-20 1 0,69 3 0,-40-1 0,1-1 0,-1-2 0,53-7 0,-51-5 0,-22 2 0,-11 10 0,0 1 0,0-1 0,0 1 0,0-1 0,0 1 0,0-1 0,0 1 0,0-1 0,0 1 0,0-1 0,0 1 0,0-1 0,-1 1 0,1-1 0,0 1 0,0-1 0,-1 1 0,1-1 0,0 1 0,0 0 0,-1-1 0,1 1 0,0-1 0,-1 1 0,1 0 0,-1-1 0,1 1 0,0 0 0,-1-1 0,-1 1 0,0-1 0,0 0 0,0 1 0,1-1 0,-1 1 0,0-1 0,0 1 0,0 0 0,0 0 0,0 0 0,0 0 0,0 0 0,0 0 0,1 1 0,-1-1 0,0 1 0,0-1 0,0 1 0,0 0 0,1-1 0,-4 3 0,-2 1 0,0 0 0,0 0 0,-11 10 0,12-8 0,0-1 0,0 1 0,0 1 0,1-1 0,0 1 0,1 0 0,-6 10 0,9-15 0,1-1 0,-1 1 0,1-1 0,-1 1 0,1-1 0,-1 1 0,1 0 0,0-1 0,0 1 0,0 0 0,0-1 0,0 1 0,0 0 0,0-1 0,1 1 0,-1-1 0,2 4 0,-1-4 0,0 1 0,0-1 0,0 0 0,0 1 0,1-1 0,-1 0 0,1 0 0,-1 0 0,1 0 0,-1 0 0,1 0 0,0 0 0,-1 0 0,1-1 0,0 1 0,0-1 0,0 1 0,-1-1 0,4 1 0,1 0 0,0 0 0,0-1 0,-1 1 0,1-1 0,0 0 0,0-1 0,-1 1 0,1-1 0,0 0 0,-1-1 0,9-2 0,-11 3 0,-1-1 0,1 1 0,-1-1 0,1 0 0,-1 0 0,0 1 0,0-2 0,0 1 0,0 0 0,0 0 0,-1 0 0,1-1 0,-1 1 0,1-1 0,-1 0 0,0 1 0,0-1 0,0 0 0,0 1 0,0-1 0,-1 0 0,1 0 0,-1 0 0,0-4 0,0-6 0,-1 11 0,1-1 0,0 1 0,0-1 0,0 1 0,0-1 0,0 1 0,1-1 0,-1 1 0,1-1 0,0 1 0,1-5 0,-1 9 0,0 0 0,0 0 0,0 0 0,0 1 0,0-1 0,-1 0 0,1 0 0,-1 1 0,0-1 0,0 3 0,1 9 0,-1-8 0,0 0 0,0 0 0,1 0 0,0-1 0,0 1 0,3 7 0,-3-12 0,-1 1 0,1 0 0,0-1 0,1 1 0,-1 0 0,0-1 0,0 0 0,1 1 0,-1-1 0,1 0 0,-1 1 0,1-1 0,-1 0 0,1 0 0,0 0 0,-1-1 0,1 1 0,0 0 0,0-1 0,0 1 0,0-1 0,0 1 0,2-1 0,12 1 0,-1-1 0,0-1 0,1 0 0,-1-1 0,0-1 0,0 0 0,0-2 0,-1 1 0,1-1 0,-1-1 0,0-1 0,16-10 0,-28 16 0,0-1 0,0 1 0,0-1 0,-1 0 0,1 0 0,0 0 0,-1 0 0,1 0 0,-1 0 0,2-5 0,-2 7 0,-1-1 0,0 1 0,0-1 0,0 1 0,0-1 0,1 1 0,-1-1 0,0 1 0,0-1 0,0 1 0,0-1 0,0 0 0,0 1 0,0-1 0,0 1 0,-1-1 0,1 1 0,0-1 0,0 1 0,0-1 0,0 1 0,-1-1 0,1 1 0,0-1 0,-1 1 0,1 0 0,0-1 0,-1 1 0,1-1 0,0 1 0,-1 0 0,1-1 0,-1 1 0,1 0 0,-1-1 0,1 1 0,-1 0 0,1 0 0,-1 0 0,1-1 0,-1 1 0,1 0 0,-1 0 0,1 0 0,-1 0 0,1 0 0,-1 0 0,1 0 0,-1 0 0,0 0 0,1 0 0,-1 0 0,1 1 0,-1-1 0,0 0 0,-3 1 0,0 0 0,1 0 0,-1 0 0,0 0 0,0 1 0,1-1 0,-1 1 0,1 0 0,0 0 0,-1 0 0,1 1 0,0-1 0,0 1 0,1 0 0,-5 5 0,1-2 0,1 1 0,1-1 0,-1 1 0,1 0 0,0 1 0,-4 11 0,7-18 0,1 0 0,-1 0 0,1 0 0,-1 0 0,1 1 0,0-1 0,-1 0 0,1 0 0,0 0 0,0 0 0,0 1 0,0-1 0,0 0 0,0 0 0,0 0 0,0 0 0,0 1 0,1-1 0,-1 0 0,0 0 0,1 0 0,-1 0 0,1 0 0,0 0 0,-1 0 0,1 0 0,0 0 0,-1 0 0,1 0 0,0 0 0,0 0 0,0 0 0,0-1 0,0 1 0,0 0 0,0-1 0,0 1 0,0-1 0,0 1 0,0-1 0,0 1 0,0-1 0,1 0 0,-1 0 0,0 1 0,0-1 0,0 0 0,0 0 0,2 0 0,4 0 0,0-1 0,0 1 0,-1-1 0,1 0 0,0-1 0,-1 1 0,10-5 0,-6 2 0,-1-1 0,0-1 0,0 0 0,0 0 0,-1 0 0,1-1 0,-2-1 0,1 1 0,-1-1 0,0-1 0,-1 1 0,0-1 0,0 0 0,-1 0 0,0-1 0,-1 0 0,0 0 0,0 0 0,-1 0 0,-1 0 0,1-1 0,-2 1 0,1-1 0,-2 1 0,1-1 0,-1 0 0,-1 1 0,-2-15 0,1 19 0,1 0 0,-1 0 0,0 0 0,-1 0 0,0 0 0,-5-9 0,7 14 0,0 0 0,1-1 0,-1 1 0,0 0 0,0 0 0,0 0 0,1 0 0,-1 0 0,0 0 0,-1 0 0,1 0 0,0 0 0,0 0 0,0 1 0,0-1 0,-1 0 0,1 1 0,0-1 0,0 1 0,-1-1 0,1 1 0,-1 0 0,1 0 0,0 0 0,-1-1 0,1 1 0,-1 0 0,1 1 0,0-1 0,-1 0 0,1 0 0,0 0 0,-1 1 0,1-1 0,0 1 0,-2 0 0,1 1 0,1-1 0,-1 1 0,1-1 0,-1 1 0,1-1 0,0 1 0,0 0 0,0 0 0,0 0 0,0 0 0,0 0 0,0 0 0,1 0 0,-1 0 0,1 0 0,-1 4 0,-1 37 0,2-40 0,1 20 69,1 0-1,1 0 0,1 0 0,13 42 1,-3-25-923,33 66 1,-26-67-5973</inkml:trace>
</inkml:ink>
</file>

<file path=ppt/ink/ink1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6.429"/>
    </inkml:context>
    <inkml:brush xml:id="br0">
      <inkml:brushProperty name="width" value="0.05" units="cm"/>
      <inkml:brushProperty name="height" value="0.05" units="cm"/>
      <inkml:brushProperty name="color" value="#F6630D"/>
    </inkml:brush>
  </inkml:definitions>
  <inkml:trace contextRef="#ctx0" brushRef="#br0">1 27 24575,'2'25'0,"1"0"0,2 0 0,0 0 0,2 0 0,13 32 0,-6-16 0,-10-27 0,1 0 0,1 0 0,0-1 0,1 1 0,12 16 0,-18-28 0,2 1 0,-1 0 0,0-1 0,1 0 0,-1 1 0,1-1 0,-1 0 0,1 0 0,0-1 0,0 1 0,0 0 0,6 1 0,-6-2 0,-1-1 0,1 0 0,-1 0 0,1 0 0,-1 0 0,1 0 0,-1 0 0,1-1 0,-1 1 0,1-1 0,-1 0 0,0 0 0,1 1 0,-1-2 0,0 1 0,1 0 0,-1 0 0,0-1 0,3-2 0,0-1 0,0 1 0,-1-1 0,1-1 0,-1 1 0,0-1 0,-1 1 0,1-1 0,-1 0 0,4-11 0,2-9 0,6-26 0,-14 50 0,10-43-455,-3-2 0,6-79 0</inkml:trace>
</inkml:ink>
</file>

<file path=ppt/ink/ink1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6.880"/>
    </inkml:context>
    <inkml:brush xml:id="br0">
      <inkml:brushProperty name="width" value="0.05" units="cm"/>
      <inkml:brushProperty name="height" value="0.05" units="cm"/>
      <inkml:brushProperty name="color" value="#F6630D"/>
    </inkml:brush>
  </inkml:definitions>
  <inkml:trace contextRef="#ctx0" brushRef="#br0">94 87 24575,'0'-4'0,"1"1"0,-1 0 0,1-1 0,0 1 0,0 0 0,0 0 0,0 0 0,0 0 0,1 0 0,0 0 0,-1 0 0,1 0 0,0 0 0,0 1 0,0-1 0,1 1 0,-1 0 0,1 0 0,-1-1 0,1 2 0,0-1 0,0 0 0,0 0 0,0 1 0,3-2 0,3 0 0,-1 0 0,1 0 0,-1 1 0,1 0 0,0 0 0,0 1 0,0 0 0,10 1 0,-14 0 0,1 1 0,0 0 0,-1 1 0,1-1 0,0 1 0,-1 0 0,0 1 0,1-1 0,-1 1 0,0 0 0,8 7 0,-11-9 0,-1 0 0,0 0 0,0 0 0,1 0 0,-1 0 0,0 0 0,0 0 0,0 1 0,0-1 0,0 0 0,-1 1 0,1-1 0,0 1 0,-1-1 0,1 1 0,-1-1 0,1 1 0,-1 0 0,0-1 0,1 1 0,-1-1 0,0 1 0,0 0 0,0-1 0,0 1 0,-1-1 0,1 1 0,0 0 0,-1-1 0,1 1 0,-1-1 0,1 1 0,-1-1 0,0 1 0,0-1 0,0 0 0,0 1 0,0-1 0,0 0 0,0 0 0,0 0 0,0 1 0,0-1 0,-1 0 0,-1 1 0,-6 4 0,0-1 0,0 0 0,0-1 0,-1 1 0,0-2 0,0 1 0,-11 1 0,-3 2 0,11 1 0,13-8 0,0 0 0,0 0 0,0 1 0,0-1 0,0 0 0,0 0 0,0 1 0,0-1 0,0 0 0,0 0 0,0 1 0,0-1 0,0 0 0,1 0 0,-1 1 0,0-1 0,0 0 0,0 0 0,0 1 0,0-1 0,1 0 0,-1 0 0,0 0 0,0 0 0,0 1 0,1-1 0,-1 0 0,0 0 0,0 0 0,1 0 0,-1 0 0,31 12 0,-17-8 0,-7-1 0,0 1 0,0 0 0,0 1 0,0-1 0,-1 1 0,9 9 0,-13-12 0,0 0 0,0 0 0,-1 0 0,1 0 0,-1 0 0,1 0 0,-1 1 0,0-1 0,0 1 0,1 4 0,-1-6 0,-1 0 0,0 1 0,0-1 0,0 0 0,0 1 0,0-1 0,-1 0 0,1 1 0,0-1 0,-1 0 0,1 1 0,-1-1 0,1 0 0,-1 0 0,1 1 0,-1-1 0,0 0 0,0 0 0,1 0 0,-1 0 0,0 0 0,-1 1 0,-1 0 0,1 0 0,-1 0 0,0-1 0,0 1 0,0-1 0,0 1 0,0-1 0,0 0 0,0 0 0,0-1 0,-6 2 0,-40 0 0,36-2 0,-132-3-1365,100 0-5461</inkml:trace>
</inkml:ink>
</file>

<file path=ppt/ink/ink1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8.540"/>
    </inkml:context>
    <inkml:brush xml:id="br0">
      <inkml:brushProperty name="width" value="0.05" units="cm"/>
      <inkml:brushProperty name="height" value="0.05" units="cm"/>
      <inkml:brushProperty name="color" value="#F6630D"/>
    </inkml:brush>
  </inkml:definitions>
  <inkml:trace contextRef="#ctx0" brushRef="#br0">101 165 24575,'4'-1'0,"-1"1"0,1-1 0,-1 0 0,0 0 0,1-1 0,-1 1 0,0-1 0,0 1 0,0-1 0,0 0 0,0 0 0,0-1 0,0 1 0,-1 0 0,1-1 0,-1 0 0,0 1 0,1-1 0,-1 0 0,-1 0 0,1 0 0,2-7 0,-1 4 0,0-1 0,0 0 0,-1 1 0,1-1 0,-2 0 0,1 0 0,-1-1 0,0 1 0,-1 0 0,0-11 0,0 17 0,0 0 0,0-1 0,0 1 0,0 0 0,-1 0 0,1 0 0,0 0 0,-1 0 0,1 0 0,-1 0 0,1 0 0,-1 0 0,1 0 0,-1 1 0,0-1 0,1 0 0,-1 0 0,0 0 0,0 1 0,1-1 0,-1 0 0,0 1 0,0-1 0,-2 0 0,2 0 0,-1 1 0,0 0 0,0 0 0,1 0 0,-1 0 0,0 0 0,0 0 0,1 0 0,-1 0 0,0 1 0,0-1 0,1 1 0,-4 1 0,-2 1 0,-1 1 0,1 0 0,0 1 0,0-1 0,-7 8 0,2-1 0,0 0 0,2 0 0,-19 25 0,25-30 0,1 0 0,-1 0 0,1 0 0,0 1 0,0-1 0,1 1 0,0-1 0,0 1 0,1 0 0,0 0 0,-1 10 0,2-16 0,0 1 0,0 0 0,0 0 0,0-1 0,0 1 0,1 0 0,-1 0 0,1-1 0,-1 1 0,1 0 0,-1-1 0,1 1 0,0 0 0,0-1 0,0 1 0,0-1 0,0 0 0,0 1 0,0-1 0,0 0 0,3 2 0,-2-2 0,0 0 0,0 0 0,1 0 0,-1 0 0,0 0 0,1-1 0,-1 1 0,1-1 0,-1 0 0,1 0 0,-1 1 0,1-2 0,3 1 0,3-2 0,0 0 0,-1 0 0,1-1 0,-1 0 0,1 0 0,-1-1 0,10-6 0,-6 2 0,-1-1 0,1 0 0,-2-1 0,1 0 0,-2-1 0,1 0 0,-1-1 0,-1 0 0,0 0 0,10-23 0,-6 17 0,-6 18 0,-3 13 0,-3 106 168,-1-71-1701</inkml:trace>
</inkml:ink>
</file>

<file path=ppt/ink/ink1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0:58.927"/>
    </inkml:context>
    <inkml:brush xml:id="br0">
      <inkml:brushProperty name="width" value="0.05" units="cm"/>
      <inkml:brushProperty name="height" value="0.05" units="cm"/>
      <inkml:brushProperty name="color" value="#F6630D"/>
    </inkml:brush>
  </inkml:definitions>
  <inkml:trace contextRef="#ctx0" brushRef="#br0">0 32 24575,'0'-1'0,"0"-1"0,0 1 0,0-1 0,1 1 0,-1-1 0,0 1 0,1-1 0,-1 1 0,1-1 0,0 1 0,-1 0 0,1-1 0,0 1 0,0 0 0,0 0 0,-1 0 0,2 0 0,-1-1 0,0 1 0,0 0 0,1 0 0,-1 0 0,-1 1 0,1 0 0,-1 0 0,1-1 0,-1 1 0,1 0 0,-1 0 0,1 0 0,-1 0 0,1 0 0,-1 0 0,1 0 0,0 0 0,-1 0 0,1 0 0,-1 0 0,1 0 0,-1 0 0,1 1 0,-1-1 0,1 0 0,-1 0 0,1 1 0,0-1 0,0 1 0,0 0 0,0 0 0,-1 0 0,1 0 0,0 0 0,-1 0 0,1 0 0,0 0 0,-1 0 0,0 0 0,1 0 0,-1 0 0,1 3 0,2 10 0,-1 1 0,0 0 0,-1 0 0,-1 23 0,-9 61 0,-26 110-1365,33-194-5461</inkml:trace>
</inkml:ink>
</file>

<file path=ppt/ink/ink1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1:00.232"/>
    </inkml:context>
    <inkml:brush xml:id="br0">
      <inkml:brushProperty name="width" value="0.05" units="cm"/>
      <inkml:brushProperty name="height" value="0.05" units="cm"/>
      <inkml:brushProperty name="color" value="#F6630D"/>
    </inkml:brush>
  </inkml:definitions>
  <inkml:trace contextRef="#ctx0" brushRef="#br0">139 165 24575,'3'-26'0,"-2"21"0,0 0 0,0 1 0,0-1 0,-1 0 0,0 0 0,-1-8 0,1 12 0,-1 0 0,1 0 0,0 0 0,-1 0 0,1 0 0,-1 0 0,1 0 0,-1 0 0,0 1 0,1-1 0,-1 0 0,0 0 0,0 1 0,1-1 0,-1 0 0,0 1 0,0-1 0,0 1 0,0-1 0,0 1 0,0 0 0,0-1 0,0 1 0,0 0 0,0-1 0,0 1 0,0 0 0,0 0 0,0 0 0,0 0 0,0 0 0,0 0 0,0 0 0,0 1 0,0-1 0,-2 1 0,-1 0 0,-1 0 0,1 0 0,-1 1 0,1 0 0,-1 0 0,1 0 0,0 0 0,0 1 0,0 0 0,1-1 0,-1 2 0,0-1 0,1 0 0,0 1 0,0-1 0,0 1 0,0 0 0,1 0 0,-3 5 0,-2 4 0,1-1 0,1 1 0,0 1 0,1-1 0,-4 18 0,8-29 0,-1 0 0,1 0 0,0 0 0,0 0 0,0 0 0,0 0 0,0 0 0,0 0 0,1 4 0,0-6 0,-1 1 0,0 0 0,0-1 0,1 1 0,-1-1 0,1 1 0,-1 0 0,0-1 0,1 1 0,-1-1 0,1 1 0,-1-1 0,1 1 0,0-1 0,-1 0 0,1 1 0,-1-1 0,1 0 0,1 1 0,0 0 0,1-1 0,0 0 0,-1 0 0,1 0 0,-1 0 0,1 0 0,0-1 0,-1 1 0,1-1 0,-1 0 0,1 0 0,-1 0 0,5-2 0,3-2 0,0-1 0,-1 0 0,1 0 0,-1-1 0,-1 0 0,1-1 0,-1 0 0,-1 0 0,1-1 0,-1 0 0,11-19 0,-15 75 0,-4-32 0,-1 22 0,2-35 0,0-1 0,0 1 0,0 0 0,1-1 0,-1 1 0,0 0 0,1 0 0,-1-1 0,1 1 0,0-1 0,-1 1 0,1 0 0,0-1 0,0 0 0,2 3 0,-2-3 0,0-1 0,0 1 0,1-1 0,-1 0 0,0 1 0,0-1 0,1 0 0,-1 0 0,0 0 0,1 0 0,-1 0 0,0 0 0,0 0 0,1 0 0,-1 0 0,0-1 0,1 1 0,-1-1 0,0 1 0,0-1 0,0 1 0,0-1 0,2 0 0,26-19 0,-17 10 0,-1-1 0,0 0 0,-1 0 0,17-26 0,-23 31 0,0-1 0,0 0 0,-1 1 0,0-2 0,0 1 0,-1 0 0,0-1 0,0 1 0,-1-1 0,0 1 0,1-15 0,-4 9 0,0 12 0,3 3 0,-1 0 0,0 0 0,0-1 0,1 1 0,-1 0 0,1 0 0,-1 0 0,1-1 0,0 1 0,2 3 0,27 35 0,-24-34 0,0 0 0,-1 1 0,0 0 0,0 0 0,-1 0 0,0 1 0,3 7 0,-7-14 0,1 0 0,-1 0 0,0 0 0,0 0 0,0 0 0,0 0 0,1 0 0,-1 0 0,-1 0 0,1 0 0,0-1 0,0 1 0,0 0 0,0 0 0,-1 0 0,1 0 0,0 0 0,-1 0 0,1 0 0,-1-1 0,1 1 0,-1 0 0,1 0 0,-1-1 0,0 2 0,-2 0 0,1-1 0,0 1 0,0-1 0,-1 1 0,1-1 0,0 0 0,-1 0 0,1 0 0,-4 0 0,-3 1 0,1 0 0,-1-1 0,0 0 0,-15-1 0,23 0 0,0 0 0,0 0 0,0 0 0,1 0 0,-1 0 0,0 0 0,0 0 0,0 0 0,1 0 0,-1-1 0,0 1 0,0 0 0,0 0 0,1-1 0,-1 1 0,0-1 0,1 1 0,-1-1 0,0 1 0,1-1 0,-1 1 0,0-2 0,1 2 0,0-1 0,0 0 0,0 1 0,0-1 0,0 1 0,1-1 0,-1 0 0,0 1 0,1-1 0,-1 1 0,0-1 0,1 1 0,-1-1 0,0 1 0,1-1 0,-1 1 0,1-1 0,-1 1 0,1 0 0,-1-1 0,1 1 0,35-21 0,-24 15 0,93-50 0,-90 46 0,-1 0 0,0 0 0,-1-1 0,23-25 0,-32 31 0,17-20 0,-21 24 0,1 0 0,-1 1 0,1-1 0,-1 0 0,1 0 0,-1 0 0,1 0 0,-1 0 0,0 0 0,1 0 0,-1 0 0,0 0 0,0 0 0,0 0 0,0 0 0,0 0 0,0 0 0,0 0 0,0 0 0,0 0 0,0 0 0,0 0 0,-1 1 0,1-1 0,-1-2 0,1 3 0,-1 0 0,1 0 0,0 0 0,-1-1 0,1 1 0,-1 0 0,1 0 0,0 0 0,-1 0 0,1 0 0,-1 0 0,1 0 0,0 0 0,-1 0 0,1 0 0,-1 0 0,1 0 0,0 0 0,-1 0 0,1 0 0,-1 0 0,1 0 0,0 1 0,-1-1 0,1 0 0,-1 0 0,1 0 0,0 1 0,-1-1 0,1 0 0,0 0 0,0 1 0,-1-1 0,1 0 0,0 1 0,0-1 0,-1 0 0,1 1 0,0 0 0,-11 14 0,9-10 0,0-1 0,0 1 0,1 0 0,-1 0 0,1 0 0,1 0 0,-1 0 0,1 0 0,-1 0 0,1 0 0,2 9 0,1 8 0,10 30 0,-6-26 0,-5-17 0,0-1 0,0 1 0,0-1 0,-1 1 0,0 15 0,-1-22 0,0-1 0,0 1 0,0 0 0,-1 0 0,1 0 0,-1 0 0,1 0 0,-1 0 0,0 0 0,0-1 0,0 1 0,0 0 0,0-1 0,0 1 0,0 0 0,0-1 0,-1 1 0,1-1 0,0 0 0,-1 0 0,0 1 0,1-1 0,-1 0 0,0 0 0,1 0 0,-4 1 0,-3 0-273,0 0 0,0-1 0,0 1 0,-13-1 0,-8 0-6553</inkml:trace>
</inkml:ink>
</file>

<file path=ppt/ink/ink1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1:01.261"/>
    </inkml:context>
    <inkml:brush xml:id="br0">
      <inkml:brushProperty name="width" value="0.05" units="cm"/>
      <inkml:brushProperty name="height" value="0.05" units="cm"/>
      <inkml:brushProperty name="color" value="#F6630D"/>
    </inkml:brush>
  </inkml:definitions>
  <inkml:trace contextRef="#ctx0" brushRef="#br0">0 29 24575,'1'-1'0,"-1"0"0,0 0 0,1-1 0,-1 1 0,1 0 0,0 0 0,-1 0 0,1 0 0,0 0 0,0 1 0,0-1 0,0 0 0,-1 0 0,1 0 0,0 1 0,0-1 0,0 1 0,1-1 0,-1 0 0,0 1 0,0 0 0,0-1 0,0 1 0,2-1 0,28-6 0,-27 7 0,-1-1 0,1 1 0,-1 0 0,1 0 0,-1 0 0,1 0 0,-1 1 0,1-1 0,-1 1 0,5 1 0,-7-1 0,0 0 0,0 0 0,0-1 0,0 1 0,0 0 0,0 0 0,0 0 0,0 0 0,0 0 0,0 0 0,0 0 0,-1 0 0,1 0 0,0 1 0,-1-1 0,1 0 0,-1 0 0,0 1 0,1-1 0,-1 0 0,0 1 0,0-1 0,0 0 0,1 1 0,-1-1 0,-1 0 0,1 1 0,0-1 0,-1 3 0,-12 56 0,9-50 0,1 1 0,1-1 0,0 1 0,0 0 0,1 0 0,0 0 0,1 0 0,2 22 0,-1-31 15,0 1 0,0 0 0,0 0 0,0 0-1,0-1 1,0 1 0,1-1 0,0 1 0,-1-1 0,1 1-1,0-1 1,0 0 0,0 0 0,0 0 0,1 0 0,-1 0 0,0-1-1,1 1 1,0-1 0,-1 1 0,1-1 0,3 1 0,1 0-205,0 0 0,0-1 1,0 1-1,0-1 0,0-1 1,0 0-1,0 0 1,8-1-1,6-1-6636</inkml:trace>
</inkml:ink>
</file>

<file path=ppt/ink/ink1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1:01.434"/>
    </inkml:context>
    <inkml:brush xml:id="br0">
      <inkml:brushProperty name="width" value="0.05" units="cm"/>
      <inkml:brushProperty name="height" value="0.05" units="cm"/>
      <inkml:brushProperty name="color" value="#F6630D"/>
    </inkml:brush>
  </inkml:definitions>
  <inkml:trace contextRef="#ctx0" brushRef="#br0">80 57 24575,'-5'-5'0,"-4"-1"0,-3-3 0,-1-1 0,-2 0 0,3 0 0,2 4 0,7 5 0,2 6 0,5 1 0</inkml:trace>
</inkml:ink>
</file>

<file path=ppt/ink/ink1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1:01.990"/>
    </inkml:context>
    <inkml:brush xml:id="br0">
      <inkml:brushProperty name="width" value="0.05" units="cm"/>
      <inkml:brushProperty name="height" value="0.05" units="cm"/>
      <inkml:brushProperty name="color" value="#F6630D"/>
    </inkml:brush>
  </inkml:definitions>
  <inkml:trace contextRef="#ctx0" brushRef="#br0">174 288 24575,'2'-1'0,"-1"1"0,0-1 0,0 1 0,1-1 0,-1 0 0,0 1 0,0-1 0,0 0 0,0 0 0,0 0 0,0 0 0,0 0 0,0 0 0,0 0 0,0 0 0,0 0 0,0-2 0,12-21 0,-12 23 0,0 0 0,0-1 0,-1 1 0,1 0 0,-1-1 0,1 1 0,-1-1 0,0 1 0,1-1 0,-1 1 0,0 0 0,0-1 0,0 1 0,0-1 0,0 1 0,-1-1 0,1 1 0,0-1 0,-1 1 0,1 0 0,0-1 0,-1 1 0,0 0 0,1-1 0,-1 1 0,0 0 0,0 0 0,0-1 0,0 1 0,0 0 0,0 0 0,0 0 0,0 0 0,0 0 0,0 1 0,0-1 0,-1 0 0,1 0 0,0 1 0,-1-1 0,1 1 0,-3-1 0,-1-1 0,-1 1 0,1 0 0,-1 1 0,1-1 0,-1 1 0,0 0 0,1 1 0,-1-1 0,1 1 0,-7 1 0,4 1 0,-1 0 0,1 0 0,0 1 0,0 0 0,0 1 0,1-1 0,0 2 0,-1-1 0,2 1 0,-9 8 0,12-11 0,1-1 0,-1 1 0,1-1 0,0 1 0,0 0 0,0 0 0,1 0 0,-1 0 0,1 0 0,0 0 0,0 1 0,0-1 0,0 0 0,0 1 0,1-1 0,-1 1 0,1-1 0,0 1 0,0-1 0,0 0 0,1 1 0,-1-1 0,1 1 0,0-1 0,0 0 0,0 1 0,0-1 0,0 0 0,3 5 0,0-4 0,0 1 0,0-1 0,0 0 0,0 0 0,1-1 0,0 1 0,0-1 0,0 0 0,0 0 0,0-1 0,0 1 0,1-1 0,-1 0 0,1-1 0,-1 1 0,1-1 0,0 0 0,0-1 0,6 1 0,0 0 0,-1-1 0,0 0 0,0-1 0,1 0 0,-1-1 0,0 0 0,0-1 0,0 0 0,11-5 0,-17 5 0,0 1 0,0-1 0,-1 0 0,1 0 0,-1-1 0,0 1 0,0-1 0,0 0 0,-1 0 0,1 0 0,-1 0 0,0-1 0,0 0 0,3-6 0,-3 3 0,0 0 0,0 0 0,-1-1 0,-1 1 0,1 0 0,-1-1 0,-1 1 0,0-14 0,-2 0 0,-1 0 0,-1 0 0,-1 0 0,-1 0 0,-1 1 0,-11-24 0,14 34 0,2 6 0,0 1 0,0-1 0,0 1 0,0-1 0,-1 1 0,0 0 0,0 0 0,-5-6 0,8 10 0,-1 0 0,1 0 0,0-1 0,0 1 0,0 0 0,0 0 0,0 0 0,-1 0 0,1 0 0,0 0 0,0-1 0,0 1 0,-1 0 0,1 0 0,0 0 0,0 0 0,0 0 0,-1 0 0,1 0 0,0 0 0,0 0 0,0 0 0,-1 0 0,1 0 0,0 0 0,0 0 0,0 0 0,-1 0 0,1 0 0,0 0 0,0 0 0,0 0 0,-1 1 0,1-1 0,0 0 0,0 0 0,0 0 0,0 0 0,-1 0 0,1 0 0,0 1 0,0-1 0,0 0 0,0 0 0,0 1 0,-4 13 0,4 15 0,7 13 114,1 0 0,19 58 0,-19-76-399,2 1 1,1-1-1,0 0 1,2-1-1,18 24 1,-19-31-6542</inkml:trace>
</inkml:ink>
</file>

<file path=ppt/ink/ink1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11:02.129"/>
    </inkml:context>
    <inkml:brush xml:id="br0">
      <inkml:brushProperty name="width" value="0.05" units="cm"/>
      <inkml:brushProperty name="height" value="0.05" units="cm"/>
      <inkml:brushProperty name="color" value="#F6630D"/>
    </inkml:brush>
  </inkml:definitions>
  <inkml:trace contextRef="#ctx0" brushRef="#br0">6 22 24575,'0'-2'0,"0"-3"0,-3-2 0,0 0 0</inkml:trace>
</inkml:ink>
</file>

<file path=ppt/ink/ink1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4T02:33:12.933"/>
    </inkml:context>
    <inkml:brush xml:id="br0">
      <inkml:brushProperty name="width" value="0.05" units="cm"/>
      <inkml:brushProperty name="height" value="0.05" units="cm"/>
      <inkml:brushProperty name="color" value="#F6630D"/>
    </inkml:brush>
  </inkml:definitions>
  <inkml:trace contextRef="#ctx0" brushRef="#br0">92 0 24575,'-2'0'0,"-3"0"0,-6 0 0,-1 3 0,-1 0 0,2 2 0,3 3 0,0 0 0,2 1 0,-1-1 0,-1-4 0</inkml:trace>
</inkml:ink>
</file>

<file path=ppt/ink/ink1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42.049"/>
    </inkml:context>
    <inkml:brush xml:id="br0">
      <inkml:brushProperty name="width" value="0.05" units="cm"/>
      <inkml:brushProperty name="height" value="0.05" units="cm"/>
    </inkml:brush>
  </inkml:definitions>
  <inkml:trace contextRef="#ctx0" brushRef="#br0">1 1 24153,'0'3120'0,"6246"-3120"0,-6246-3120 0,-6246 3120 0</inkml:trace>
</inkml:ink>
</file>

<file path=ppt/ink/ink1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51.244"/>
    </inkml:context>
    <inkml:brush xml:id="br0">
      <inkml:brushProperty name="width" value="0.05" units="cm"/>
      <inkml:brushProperty name="height" value="0.05" units="cm"/>
    </inkml:brush>
  </inkml:definitions>
  <inkml:trace contextRef="#ctx0" brushRef="#br0">0 1 23898,'0'1808'0,"5534"-1808"0,-5534-1808 0,-5534 1808 0</inkml:trace>
</inkml:ink>
</file>

<file path=ppt/ink/ink1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52.067"/>
    </inkml:context>
    <inkml:brush xml:id="br0">
      <inkml:brushProperty name="width" value="0.05" units="cm"/>
      <inkml:brushProperty name="height" value="0.05" units="cm"/>
    </inkml:brush>
  </inkml:definitions>
  <inkml:trace contextRef="#ctx0" brushRef="#br0">13 169 24575,'-6'-49'0,"4"41"0,0 1 0,1-1 0,0 1 0,1-1 0,0 0 0,0 1 0,2-11 0,-2 17 0,0 0 0,0 0 0,0 1 0,0-1 0,0 0 0,0 1 0,1-1 0,-1 0 0,0 1 0,0-1 0,1 1 0,-1-1 0,0 0 0,1 1 0,-1-1 0,1 1 0,-1-1 0,1 1 0,-1-1 0,1 1 0,-1 0 0,1-1 0,0 1 0,-1 0 0,1-1 0,1 1 0,-1 0 0,-1 0 0,1 0 0,0 0 0,0 0 0,0 1 0,0-1 0,0 0 0,0 1 0,0-1 0,0 1 0,0-1 0,-1 1 0,1-1 0,0 1 0,0 0 0,0 0 0,4 4 0,0 1 0,0 0 0,7 11 0,25 49 0,31 76 0,21 77 0,-76-184 0,10 25 0,30 73 0,-51-129 0,0-1 0,0 1 0,0-1 0,1 1 0,-1-1 0,1 0 0,6 6 0,-8-8 0,-1 0 0,1-1 0,0 1 0,0-1 0,1 1 0,-1-1 0,0 1 0,0-1 0,0 0 0,0 1 0,0-1 0,0 0 0,0 0 0,1 0 0,-1 0 0,0 0 0,0 0 0,0 0 0,0 0 0,0-1 0,1 1 0,-1 0 0,0-1 0,0 1 0,0-1 0,0 1 0,0-1 0,0 1 0,0-1 0,0 0 0,0 1 0,1-2 0,3-3 0,0 0 0,-1-1 0,1 1 0,-1-1 0,0 0 0,-1 0 0,6-11 0,18-50 0,-25 59 0,22-68 0,15-85 0,3-80 0,-36 195 0,10-48 0,-12 83 161,-2 11 18,3 15-1581,-5-14 1099,4 18-6523</inkml:trace>
</inkml:ink>
</file>

<file path=ppt/ink/ink1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52.271"/>
    </inkml:context>
    <inkml:brush xml:id="br0">
      <inkml:brushProperty name="width" value="0.05" units="cm"/>
      <inkml:brushProperty name="height" value="0.05" units="cm"/>
    </inkml:brush>
  </inkml:definitions>
  <inkml:trace contextRef="#ctx0" brushRef="#br0">0 0 24575,'1'0'0,"0"1"0,-1-1 0,1 0 0,0 1 0,-1-1 0,1 0 0,-1 1 0,1-1 0,-1 1 0,1-1 0,0 1 0,-1 0 0,0-1 0,1 1 0,-1-1 0,1 1 0,-1 0 0,0-1 0,1 1 0,-1 0 0,0-1 0,0 1 0,1 0 0,-1-1 0,0 1 0,0 0 0,0 0 0,0 0 0,2 27 0,-2-24 0,0 135 0,1 20 0,1-143-1365,1-5-5461</inkml:trace>
</inkml:ink>
</file>

<file path=ppt/ink/ink1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52.442"/>
    </inkml:context>
    <inkml:brush xml:id="br0">
      <inkml:brushProperty name="width" value="0.05" units="cm"/>
      <inkml:brushProperty name="height" value="0.05" units="cm"/>
    </inkml:brush>
  </inkml:definitions>
  <inkml:trace contextRef="#ctx0" brushRef="#br0">1 109 24575,'0'-7'0,"0"-8"0,0-5 0,0-2 0,0 0 0,0 7 0,0 8 0,2 9 0,2 8 0,-1 2-8191</inkml:trace>
</inkml:ink>
</file>

<file path=ppt/ink/ink1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53.311"/>
    </inkml:context>
    <inkml:brush xml:id="br0">
      <inkml:brushProperty name="width" value="0.05" units="cm"/>
      <inkml:brushProperty name="height" value="0.05" units="cm"/>
    </inkml:brush>
  </inkml:definitions>
  <inkml:trace contextRef="#ctx0" brushRef="#br0">63 259 24575,'0'0'0,"-1"1"0,1 0 0,0-1 0,0 1 0,0 0 0,0 0 0,0-1 0,1 1 0,-1 0 0,0-1 0,0 1 0,0 0 0,1-1 0,-1 1 0,0-1 0,0 1 0,1 0 0,-1-1 0,1 1 0,-1-1 0,1 1 0,-1-1 0,1 1 0,-1-1 0,1 1 0,-1-1 0,1 1 0,-1-1 0,1 0 0,0 1 0,-1-1 0,1 0 0,0 0 0,-1 1 0,1-1 0,0 0 0,-1 0 0,2 0 0,2 1 0,0 1 0,0-1 0,0 0 0,0-1 0,1 1 0,-1-1 0,0 0 0,0 0 0,0 0 0,0 0 0,1-1 0,-1 1 0,0-1 0,0 0 0,0-1 0,5-1 0,-3 0 0,0-1 0,-1 1 0,1-1 0,-1 0 0,0 0 0,0-1 0,-1 1 0,1-1 0,6-10 0,-5 6 0,0 0 0,-1 0 0,0-1 0,0 1 0,-1-1 0,-1-1 0,1 1 0,-2 0 0,1-1 0,-2 1 0,1-1 0,-1-18 0,-1 25 0,-1 0 0,1 1 0,-1-1 0,0 0 0,0 0 0,0 0 0,0 1 0,-1-1 0,1 1 0,-1-1 0,0 1 0,0 0 0,-1-1 0,1 1 0,0 0 0,-6-4 0,6 5 0,0 1 0,-1-1 0,1 1 0,0 0 0,-1 0 0,1 0 0,0 0 0,-1 1 0,1-1 0,-1 1 0,0-1 0,1 1 0,-1 0 0,1 0 0,-1 0 0,1 0 0,-1 0 0,0 1 0,1-1 0,-1 1 0,1 0 0,-1 0 0,1 0 0,0 0 0,-1 0 0,-1 2 0,-6 3 0,0 1 0,1 0 0,0 0 0,1 1 0,-1 0 0,2 1 0,-1-1 0,1 2 0,0-1 0,-8 18 0,4-7 0,2 0 0,0 1 0,1 0 0,-7 35 0,12-42 0,0-1 0,2 1 0,0 0 0,0 0 0,1 0 0,1 0 0,0 0 0,1-1 0,6 23 0,-6-29 0,1 0 0,-1 0 0,2 0 0,-1 0 0,1-1 0,0 0 0,0 1 0,0-1 0,1-1 0,0 1 0,0-1 0,1 0 0,-1 0 0,1 0 0,0-1 0,0 0 0,1 0 0,-1-1 0,12 5 0,-8-5 0,1 1 0,-1-2 0,1 0 0,0 0 0,0-1 0,0 0 0,0-1 0,0 0 0,-1-1 0,1 0 0,0 0 0,0-2 0,0 1 0,-1-1 0,1-1 0,-1 0 0,0 0 0,0-1 0,13-9 0,-11 6 0,0-1 0,0 0 0,-1-1 0,0 0 0,0-1 0,-2 0 0,1-1 0,-1 0 0,-1 0 0,0-1 0,-1 0 0,0 0 0,8-26 0,-7 13 0,-1-1 0,-1 0 0,-1 0 0,-2-1 0,-1 0 0,-2-53 0,0 81 0,0 0 0,1 0 0,-1 0 0,0 0 0,0-1 0,0 1 0,0 0 0,0 0 0,0 0 0,0-1 0,0 1 0,0 0 0,0 0 0,0 0 0,0 0 0,0-1 0,0 1 0,0 0 0,0 0 0,0 0 0,0-1 0,0 1 0,0 0 0,0 0 0,0 0 0,0 0 0,-1-1 0,1 1 0,0 0 0,0 0 0,0 0 0,0 0 0,0-1 0,0 1 0,-1 0 0,1 0 0,0 0 0,0 0 0,0 0 0,0 0 0,-1 0 0,1 0 0,0 0 0,0-1 0,0 1 0,-1 0 0,-3 11 0,-2 20 0,-1 92 0,7-102 0,2 1 0,0-1 0,8 37 0,-9-55 0,0 1 0,0-1 0,0 1 0,0-1 0,1 0 0,-1 1 0,1-1 0,0 0 0,0 0 0,1 0 0,-1 0 0,0-1 0,1 1 0,4 3 0,-4-4 0,-1-1 0,0 0 0,1 0 0,-1 0 0,0-1 0,1 1 0,-1 0 0,1-1 0,-1 0 0,1 0 0,0 0 0,-1 0 0,1 0 0,-1 0 0,1 0 0,-1-1 0,1 1 0,-1-1 0,1 0 0,-1 0 0,4-2 0,3-1 0,0-1 0,0-1 0,-1 0 0,1 0 0,-2 0 0,1-1 0,0 0 0,-1-1 0,7-10 0,8-12 0,21-40 0,-22 35 0,-19 33 0,-1-1 0,0 1 0,1 0 0,-1 0 0,1 0 0,0 0 0,0 0 0,0 0 0,0 0 0,0 1 0,0-1 0,5-2 0,-6 4 0,0 0 0,0 0 0,0 0 0,0 0 0,0 0 0,0 1 0,1-1 0,-1 0 0,0 0 0,0 1 0,0-1 0,0 1 0,0-1 0,0 1 0,0-1 0,0 1 0,0-1 0,0 1 0,0 0 0,-1 0 0,1 0 0,0-1 0,0 1 0,-1 0 0,1 0 0,-1 0 0,1 0 0,0 0 0,-1 0 0,0 0 0,1 2 0,24 44 0,-13-23 0,0-1 0,32 43 0,-39-59 0,1-1 0,0 0 0,0 0 0,1 0 0,-1-1 0,1 0 0,0 0 0,1-1 0,-1 0 0,1 0 0,0 0 0,0-1 0,12 3 0,-15-5 0,0 0 0,0 0 0,0-1 0,-1 1 0,1-1 0,0 0 0,0 0 0,0-1 0,0 0 0,0 1 0,-1-2 0,1 1 0,0 0 0,-1-1 0,1 0 0,-1 0 0,1-1 0,-1 1 0,0-1 0,0 0 0,0 0 0,-1 0 0,1 0 0,-1-1 0,1 1 0,3-8 0,-2 5 0,-1-1 0,-1 0 0,1 0 0,-1-1 0,0 1 0,-1-1 0,0 1 0,0-1 0,-1 0 0,0 0 0,0 0 0,-1 0 0,0 1 0,0-1 0,-3-15 0,-1 4 0,-1 0 0,-1 1 0,0 0 0,-18-34 0,18 41 0,0 1 0,-1-1 0,0 1 0,0 1 0,-1-1 0,0 1 0,-1 1 0,-19-15 0,26 21 29,0 1-1,0 0 1,0 0-1,-1 0 0,1 0 1,0 0-1,-1 0 1,1 1-1,-1-1 1,1 1-1,-3-1 1,4 1-101,0 0 1,-1 0 0,1 1 0,0-1 0,0 0 0,0 0 0,0 1 0,0-1 0,-1 1-1,1-1 1,0 1 0,0-1 0,0 1 0,0 0 0,0-1 0,1 1 0,-1 0 0,0 0 0,0 0-1,0 0 1,1-1 0,-1 1 0,-1 3 0,-3 9-6755</inkml:trace>
</inkml:ink>
</file>

<file path=ppt/ink/ink1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53.560"/>
    </inkml:context>
    <inkml:brush xml:id="br0">
      <inkml:brushProperty name="width" value="0.05" units="cm"/>
      <inkml:brushProperty name="height" value="0.05" units="cm"/>
    </inkml:brush>
  </inkml:definitions>
  <inkml:trace contextRef="#ctx0" brushRef="#br0">34 133 24575,'-1'-15'0,"-1"-1"0,0 1 0,-1-1 0,0 1 0,-2 0 0,-5-15 0,3 20 0,6 19 0,4 21 0,70 454 0,-70-455-682,0 54-1,-6-40-6143</inkml:trace>
</inkml:ink>
</file>

<file path=ppt/ink/ink1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57.001"/>
    </inkml:context>
    <inkml:brush xml:id="br0">
      <inkml:brushProperty name="width" value="0.05" units="cm"/>
      <inkml:brushProperty name="height" value="0.05" units="cm"/>
    </inkml:brush>
  </inkml:definitions>
  <inkml:trace contextRef="#ctx0" brushRef="#br0">0 0 23801,'0'1911'0,"5811"-1911"0,-5811-1911 0,-5811 1911 0</inkml:trace>
</inkml:ink>
</file>

<file path=ppt/ink/ink1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58.112"/>
    </inkml:context>
    <inkml:brush xml:id="br0">
      <inkml:brushProperty name="width" value="0.05" units="cm"/>
      <inkml:brushProperty name="height" value="0.05" units="cm"/>
    </inkml:brush>
  </inkml:definitions>
  <inkml:trace contextRef="#ctx0" brushRef="#br0">54 341 24575,'-8'-15'0,"0"1"0,1-1 0,0 1 0,1-1 0,1 0 0,-8-31 0,14 32 0,6 18 0,9 23 0,220 562 0,-217-528 0,-14-39 0,2-1 0,0 0 0,16 30 0,-23-51 0,0 1 0,0 0 0,1-1 0,-1 1 0,0-1 0,1 1 0,-1 0 0,1-1 0,-1 1 0,1-1 0,-1 1 0,1-1 0,-1 1 0,1-1 0,-1 1 0,1-1 0,-1 0 0,1 1 0,0-1 0,-1 0 0,1 0 0,0 1 0,-1-1 0,1 0 0,0 0 0,-1 0 0,1 0 0,0 0 0,-1 0 0,2 0 0,-1 0 0,1-1 0,-1 0 0,0 0 0,0 0 0,0 1 0,0-1 0,1 0 0,-1-1 0,-1 1 0,1 0 0,0 0 0,0 0 0,1-3 0,4-7 0,-1-1 0,6-19 0,-9 26 0,27-102 0,27-181 0,-40 193 0,0 0 0,35-185 0,-49 271 0,-1 2 0,0 1 0,1 0 0,0 0 0,0-1 0,5-9 0,-7 16 0,0-1 0,0 1 0,0 0 0,1 0 0,-1 0 0,0 0 0,0 0 0,0 0 0,0 0 0,0 0 0,0 0 0,0 0 0,0-1 0,0 1 0,0 0 0,0 0 0,0 0 0,0 0 0,1 0 0,-1 0 0,0 0 0,0 0 0,0 0 0,0 0 0,0 0 0,0 0 0,0 0 0,0 0 0,1 0 0,-1 0 0,0 0 0,0 0 0,0 0 0,0 0 0,0 0 0,0 0 0,0 0 0,0 0 0,1 0 0,-1 0 0,0 0 0,0 0 0,0 0 0,0 0 0,0 0 0,0 0 0,0 1 0,0-1 0,0 0 0,0 0 0,1 0 0,-1 0 0,0 0 0,0 0 0,0 0 0,0 0 0,0 0 0,0 0 0,0 1 0,0-1 0,0 0 0,0 0 0,3 12 0,0 14 0,-11 97-1365,5-81-5461</inkml:trace>
</inkml:ink>
</file>

<file path=ppt/ink/ink1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58.466"/>
    </inkml:context>
    <inkml:brush xml:id="br0">
      <inkml:brushProperty name="width" value="0.05" units="cm"/>
      <inkml:brushProperty name="height" value="0.05" units="cm"/>
    </inkml:brush>
  </inkml:definitions>
  <inkml:trace contextRef="#ctx0" brushRef="#br0">0 424 24575,'23'-7'0,"-22"7"0,1-1 0,-1 1 0,0-1 0,0 1 0,1-1 0,-1 1 0,0 0 0,0-1 0,1 1 0,-1 0 0,0 0 0,1 0 0,0 0 0,-1 1 0,0 0 0,0-1 0,0 1 0,0 0 0,0 0 0,-1-1 0,1 1 0,0 0 0,-1 0 0,1 0 0,0 0 0,-1 0 0,1 0 0,-1 0 0,0 0 0,1 0 0,-1 0 0,0 0 0,0 1 0,1-1 0,-1 0 0,0 1 0,7 56 0,0 84 0,-6-98 0,0 60 0,18-174 0,108-608 0,-125 651 342,-3 18-684,-1 17-1023,0 6-5461</inkml:trace>
</inkml:ink>
</file>

<file path=ppt/ink/ink1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58.676"/>
    </inkml:context>
    <inkml:brush xml:id="br0">
      <inkml:brushProperty name="width" value="0.05" units="cm"/>
      <inkml:brushProperty name="height" value="0.05" units="cm"/>
    </inkml:brush>
  </inkml:definitions>
  <inkml:trace contextRef="#ctx0" brushRef="#br0">0 1 24575,'0'2'0,"0"3"0,0-1 0,3-2 0,2-1 0,4 0 0,2-1 0,-1 2 0</inkml:trace>
</inkml:ink>
</file>

<file path=ppt/ink/ink1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59.597"/>
    </inkml:context>
    <inkml:brush xml:id="br0">
      <inkml:brushProperty name="width" value="0.05" units="cm"/>
      <inkml:brushProperty name="height" value="0.05" units="cm"/>
    </inkml:brush>
  </inkml:definitions>
  <inkml:trace contextRef="#ctx0" brushRef="#br0">0 231 24575,'1'2'0,"0"0"0,-1 1 0,1-1 0,0 0 0,0 0 0,0 0 0,0 0 0,1 0 0,-1-1 0,1 1 0,-1 0 0,1 0 0,-1-1 0,1 1 0,0-1 0,3 2 0,-3-1 0,0 0 0,1-1 0,0 1 0,-1-1 0,1 1 0,0-1 0,0 0 0,0 0 0,-1 0 0,1 0 0,0-1 0,0 1 0,0-1 0,4 0 0,-3-1 0,0 0 0,0 0 0,0-1 0,0 1 0,-1-1 0,1 0 0,0 0 0,-1-1 0,1 1 0,-1-1 0,0 0 0,1 0 0,4-6 0,0 0 0,-1 0 0,0-1 0,9-18 0,-9 16 0,-2-1 0,1-1 0,4-21 0,-8 28 0,-1 1 0,1-1 0,-2 0 0,1 1 0,-1-1 0,0 0 0,-1 0 0,1 1 0,-4-12 0,4 16 0,0 1 0,-1-1 0,1 1 0,-1-1 0,1 1 0,-1-1 0,0 1 0,1-1 0,-1 1 0,0 0 0,0-1 0,0 1 0,0 0 0,0 0 0,-1 0 0,1 0 0,0 0 0,0 0 0,-1 0 0,1 0 0,0 1 0,-3-2 0,2 2 0,0 0 0,0 0 0,0 0 0,0 0 0,0 0 0,1 0 0,-1 0 0,0 1 0,0-1 0,0 1 0,0-1 0,0 1 0,1 0 0,-1 0 0,-2 1 0,-3 3 0,0 0 0,1 0 0,0 1 0,0-1 0,0 1 0,0 1 0,-5 8 0,1 2 0,0 0 0,1 1 0,1 1 0,1-1 0,1 1 0,0 0 0,-4 33 0,8-42 0,1 0 0,0 0 0,0 0 0,1 1 0,1-1 0,0 0 0,0 0 0,1 0 0,0 0 0,1-1 0,0 1 0,0 0 0,1-1 0,1 0 0,-1 0 0,12 15 0,-10-18 0,0 0 0,1 0 0,0-1 0,0 0 0,0 0 0,1-1 0,-1 0 0,1 0 0,0-1 0,0 0 0,0 0 0,1-1 0,-1 0 0,1 0 0,-1-1 0,1-1 0,0 1 0,11-2 0,-4 1 0,1-1 0,-1-1 0,1-1 0,-1 0 0,0-1 0,0-1 0,0-1 0,24-12 0,-30 13 0,-1-1 0,0 0 0,0 0 0,0-1 0,-1-1 0,0 1 0,0-1 0,-1-1 0,0 1 0,-1-1 0,0 0 0,0-1 0,4-10 0,-4 6 0,-1 0 0,0-1 0,-1 0 0,-1 0 0,-1 0 0,0 0 0,0-1 0,-2-27 0,-1 28 0,0-1 0,-1 1 0,0 0 0,-1-1 0,-1 1 0,0 0 0,-1 1 0,-7-15 0,11 28 0,1 0 0,-1 0 0,1 0 0,-1 0 0,1 0 0,-1 0 0,1 0 0,-1 0 0,0 0 0,0 1 0,1-1 0,-1 0 0,0 0 0,0 1 0,0-1 0,0 1 0,0-1 0,0 1 0,0-1 0,0 1 0,-1-1 0,1 1 0,0 0 0,1 1 0,-1-1 0,0 0 0,1 1 0,-1-1 0,0 0 0,1 1 0,-1-1 0,1 1 0,-1-1 0,1 1 0,-1-1 0,1 1 0,-1 0 0,1-1 0,-1 1 0,1 0 0,0-1 0,-1 1 0,1 0 0,0 0 0,-3 7 0,1-1 0,0 0 0,0 1 0,-1 11 0,1 8 0,1 1 0,2-1 0,5 41 0,-4-54 0,0-1 0,1 1 0,1-1 0,0 0 0,1 0 0,0 0 0,1-1 0,15 23 0,-18-31 0,0 1 0,0-1 0,1-1 0,0 1 0,0 0 0,0-1 0,0 0 0,0 0 0,1 0 0,-1-1 0,1 1 0,5 1 0,-7-3 0,1 0 0,-1 0 0,1-1 0,0 1 0,-1-1 0,1 0 0,0 0 0,-1 0 0,1-1 0,-1 1 0,1-1 0,-1 0 0,1 0 0,-1 0 0,1-1 0,-1 1 0,7-4 0,-1-1 0,-4 3 0,0 0 0,0 0 0,0 1 0,0-1 0,1 1 0,8-2 0,-12 4 0,-1 0 0,1 0 0,0 0 0,0 0 0,-1 0 0,1 0 0,0 1 0,-1-1 0,1 0 0,0 1 0,-1 0 0,1-1 0,0 1 0,-1 0 0,1 0 0,-1 0 0,0 0 0,1 0 0,-1 0 0,0 0 0,1 0 0,-1 1 0,0-1 0,0 1 0,0-1 0,1 3 0,1 0 0,2 5 0,1 0 0,0-1 0,1 0 0,-1 0 0,14 11 0,-18-18 0,1 1 0,0 0 0,-1-1 0,1 0 0,0 1 0,-1-1 0,1 0 0,0 0 0,0-1 0,0 1 0,0-1 0,0 1 0,0-1 0,0 0 0,0 0 0,0 0 0,0-1 0,0 1 0,0-1 0,0 1 0,0-1 0,0 0 0,-1 0 0,5-2 0,2-2 0,-1 0 0,1 0 0,-1-1 0,0 0 0,-1-1 0,1 0 0,-1 0 0,0 0 0,-1-1 0,0 0 0,0 0 0,7-16 0,-4 7 0,-1 0 0,-1-1 0,-1 0 0,0 0 0,5-35 0,-9 42 0,0-1 0,-1 1 0,-1-1 0,0 0 0,0 1 0,-1-1 0,-1 1 0,0-1 0,-1 1 0,0-1 0,-6-15 0,8 26 0,1 0 0,-1 0 0,1 0 0,-1-1 0,1 1 0,-1 0 0,0 0 0,0 0 0,0 0 0,1 0 0,-1 0 0,0 1 0,0-1 0,0 0 0,0 0 0,0 1 0,-1-1 0,1 0 0,0 1 0,0-1 0,0 1 0,0 0 0,-2-1 0,1 1 0,1 1 0,0-1 0,-1 0 0,1 1 0,0-1 0,0 1 0,-1-1 0,1 1 0,0 0 0,0-1 0,0 1 0,0 0 0,0 0 0,0 0 0,0 0 0,0 0 0,-1 2 0,-3 3 0,1 0 0,1 1 0,-1-1 0,1 1 0,0 0 0,-3 12 0,2 3-1365,2-3-5461</inkml:trace>
</inkml:ink>
</file>

<file path=ppt/ink/ink1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00.094"/>
    </inkml:context>
    <inkml:brush xml:id="br0">
      <inkml:brushProperty name="width" value="0.05" units="cm"/>
      <inkml:brushProperty name="height" value="0.05" units="cm"/>
    </inkml:brush>
  </inkml:definitions>
  <inkml:trace contextRef="#ctx0" brushRef="#br0">68 305 24575,'-10'-17'0,"0"-1"0,2 0 0,0 0 0,1 0 0,1-1 0,1 0 0,0 0 0,-2-33 0,6 46 0,0-1 0,1 1 0,0 0 0,1-1 0,0 1 0,0 0 0,0-1 0,0 1 0,4-8 0,-4 12 0,0-1 0,0 1 0,0 0 0,0 0 0,1 0 0,-1 0 0,1 0 0,-1 1 0,1-1 0,0 0 0,-1 1 0,1-1 0,0 1 0,0 0 0,0-1 0,0 1 0,1 0 0,-1 0 0,0 0 0,0 1 0,1-1 0,-1 0 0,0 1 0,1 0 0,-1-1 0,0 1 0,6 1 0,0 0 0,1 0 0,0 1 0,-1 1 0,1-1 0,-1 1 0,1 1 0,-1 0 0,0 0 0,-1 0 0,1 1 0,-1 0 0,0 1 0,12 11 0,-7-5 0,-1 0 0,0 1 0,-1 0 0,0 0 0,-1 1 0,11 25 0,-15-28 0,-1 0 0,0 1 0,-1 0 0,0-1 0,-1 1 0,-1 0 0,1 0 0,-2 0 0,0 0 0,0 0 0,-1 0 0,-1 0 0,0 0 0,0 0 0,-2 0 0,1-1 0,-8 16 0,1-6 0,-1 0 0,-1 0 0,-1-1 0,-1-1 0,-1 0 0,0-1 0,-34 29 0,25-26 0,16-15 0,0 0 0,1 1 0,0 0 0,0 0 0,-11 16 0,18-23 0,-1 0 0,1 1 0,0-1 0,0 0 0,0 1 0,0-1 0,-1 0 0,1 1 0,0-1 0,0 1 0,0-1 0,0 0 0,0 1 0,0-1 0,0 0 0,0 1 0,0-1 0,0 1 0,0-1 0,0 0 0,0 1 0,0-1 0,1 0 0,-1 1 0,0-1 0,0 1 0,0-1 0,1 0 0,-1 1 0,0-1 0,14 7 0,22-4 0,-30-3 0,214 9 0,269 24 0,-487-32 0,12 0 0,0 2 0,21 5 0,-36-8 0,1 0 0,0 0 0,0 0 0,0 0 0,-1 0 0,1 1 0,0-1 0,0 0 0,0 0 0,0 0 0,-1 0 0,1 0 0,0 0 0,0 0 0,0 1 0,0-1 0,-1 0 0,1 0 0,0 0 0,0 1 0,0-1 0,0 0 0,0 0 0,0 0 0,0 0 0,0 1 0,0-1 0,-1 0 0,1 0 0,0 1 0,0-1 0,0 0 0,0 0 0,0 0 0,0 1 0,1-1 0,-1 0 0,0 0 0,0 0 0,0 1 0,0-1 0,0 0 0,0 0 0,0 0 0,0 1 0,0-1 0,0 0 0,1 0 0,-1 0 0,0 0 0,0 1 0,0-1 0,0 0 0,1 0 0,-1 0 0,0 0 0,0 0 0,0 0 0,0 1 0,1-1 0,-20 5 0,-9 0 0,1-2 0,-1 0 0,0-2 0,-44-4 0,70 3-136,0-1-1,0 1 1,0-1-1,0 1 1,-1-1-1,1 0 1,0 0-1,0 0 0,-2-1 1,-4-4-6690</inkml:trace>
</inkml:ink>
</file>

<file path=ppt/ink/ink1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07.302"/>
    </inkml:context>
    <inkml:brush xml:id="br0">
      <inkml:brushProperty name="width" value="0.05" units="cm"/>
      <inkml:brushProperty name="height" value="0.05" units="cm"/>
    </inkml:brush>
  </inkml:definitions>
  <inkml:trace contextRef="#ctx0" brushRef="#br0">1 0 24518,'0'806'0,"2440"-806"0,-2440-806 0,-2440 806 0</inkml:trace>
</inkml:ink>
</file>

<file path=ppt/ink/ink1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42.922"/>
    </inkml:context>
    <inkml:brush xml:id="br0">
      <inkml:brushProperty name="width" value="0.05" units="cm"/>
      <inkml:brushProperty name="height" value="0.05" units="cm"/>
    </inkml:brush>
  </inkml:definitions>
  <inkml:trace contextRef="#ctx0" brushRef="#br0">245 442 24575,'23'-23'0,"-1"-2"0,-2 0 0,0-1 0,-2-1 0,-1-1 0,-1 0 0,-2-2 0,0 1 0,-2-2 0,-2 1 0,9-39 0,-18 63 0,0-1 0,0 1 0,0-1 0,-1 0 0,0 1 0,-1-9 0,1 14 0,0 0 0,0 0 0,-1 1 0,1-1 0,0 0 0,0 0 0,-1 0 0,1 1 0,-1-1 0,1 0 0,0 0 0,-1 1 0,0-1 0,1 0 0,-1 1 0,1-1 0,-1 1 0,0-1 0,1 1 0,-1-1 0,0 1 0,0-1 0,-1 0 0,1 1 0,-1 0 0,1 0 0,-1 0 0,1 1 0,-1-1 0,1 0 0,-1 0 0,1 1 0,-1-1 0,1 1 0,0-1 0,-1 1 0,1 0 0,0 0 0,0-1 0,-1 1 0,0 1 0,-7 6 0,-1-1 0,2 1 0,-1 1 0,1 0 0,1 0 0,-13 18 0,-33 69 0,16-16 0,3 1 0,4 2 0,-25 110 0,-26 267 0,55-238 0,3 263 0,22-470-1365,-2-24-5461</inkml:trace>
</inkml:ink>
</file>

<file path=ppt/ink/ink1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43.281"/>
    </inkml:context>
    <inkml:brush xml:id="br0">
      <inkml:brushProperty name="width" value="0.05" units="cm"/>
      <inkml:brushProperty name="height" value="0.05" units="cm"/>
    </inkml:brush>
  </inkml:definitions>
  <inkml:trace contextRef="#ctx0" brushRef="#br0">1 379 24575,'0'-19'0,"1"1"0,2 0 0,-1 0 0,2 0 0,1 0 0,0 0 0,1 1 0,1 0 0,0 0 0,1 1 0,1-1 0,1 2 0,0 0 0,1 0 0,19-20 0,-27 32 0,0 1 0,0-1 0,1 0 0,-1 1 0,1 0 0,0 0 0,0 0 0,-1 0 0,1 1 0,0-1 0,0 1 0,1 0 0,-1 0 0,0 1 0,8-1 0,-6 1 0,0 1 0,-1 0 0,1 0 0,-1 0 0,1 1 0,-1 0 0,1 0 0,-1 0 0,0 1 0,8 4 0,0 3 0,1 1 0,-1 0 0,-1 1 0,0 0 0,-1 1 0,19 26 0,-7-5 0,22 46 0,-38-67 0,-1 1 0,0-1 0,-2 1 0,1 1 0,-2-1 0,4 29 0,-7-41 0,1 0 0,-1 0 0,0 0 0,0 0 0,0 0 0,0 0 0,0 0 0,-1 0 0,1 0 0,0 0 0,-1 0 0,0 0 0,1 0 0,-1 0 0,0 0 0,0 0 0,0 0 0,0-1 0,0 1 0,-1 0 0,1-1 0,0 1 0,-1-1 0,0 1 0,1-1 0,-1 0 0,1 0 0,-1 0 0,0 0 0,0 0 0,0 0 0,0 0 0,0 0 0,0-1 0,0 1 0,0-1 0,0 0 0,0 1 0,0-1 0,-3 0 0,1 0 0,1-1 0,0 1 0,-1-1 0,1 0 0,0 0 0,0 0 0,0 0 0,0-1 0,0 1 0,0-1 0,0 1 0,0-1 0,0 0 0,1 0 0,-1-1 0,1 1 0,0 0 0,-1-1 0,1 0 0,0 1 0,0-1 0,1 0 0,-1 0 0,1 0 0,-2-4 0,1-1 0,0 0 0,1-1 0,0 1 0,1-1 0,0 1 0,0-1 0,1 1 0,0-1 0,0 1 0,1 0 0,0 0 0,0-1 0,5-7 0,3-8 0,1 0 0,27-43 0,-22 43 0,2 0 0,0 1 0,1 0 0,1 2 0,1 0 0,25-18 0,-43 36-72,-1 1 1,1 1-1,-1-1 0,1 0 0,0 1 0,-1-1 0,1 1 0,0 0 1,0 0-1,0 0 0,0 0 0,0 0 0,0 1 0,0-1 0,0 1 1,0 0-1,1 0 0,4 1 0,5 4-6754</inkml:trace>
</inkml:ink>
</file>

<file path=ppt/ink/ink1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44.228"/>
    </inkml:context>
    <inkml:brush xml:id="br0">
      <inkml:brushProperty name="width" value="0.05" units="cm"/>
      <inkml:brushProperty name="height" value="0.05" units="cm"/>
    </inkml:brush>
  </inkml:definitions>
  <inkml:trace contextRef="#ctx0" brushRef="#br0">237 339 24575,'9'-11'0,"-2"0"0,1-1 0,-2 0 0,1-1 0,6-20 0,-5 12 0,-1 0 0,8-40 0,-13 52 0,-1 0 0,0 0 0,-1 0 0,0 0 0,0 0 0,-1 1 0,0-1 0,0 0 0,-1 0 0,-3-8 0,4 15 0,1 1 0,-1-1 0,0 0 0,0 1 0,1-1 0,-1 1 0,0 0 0,-1-1 0,1 1 0,0 0 0,0-1 0,0 1 0,-1 0 0,1 0 0,-1 0 0,1 0 0,-1 0 0,1 0 0,-1 1 0,-2-2 0,2 2 0,-1-1 0,0 1 0,0 0 0,0 0 0,1 0 0,-1 0 0,0 1 0,0-1 0,1 1 0,-1-1 0,-4 3 0,-2 1 0,0 0 0,0 1 0,1 0 0,-1 0 0,1 1 0,-9 8 0,-1 4 0,0 1 0,1 1 0,1 0 0,0 1 0,2 1 0,1 0 0,0 1 0,2 0 0,0 1 0,2 1 0,-8 33 0,15-52 0,1 1 0,0-1 0,1 1 0,0-1 0,0 1 0,0-1 0,0 1 0,4 12 0,-4-17 0,1 0 0,0 1 0,0-1 0,0 1 0,1-1 0,-1 0 0,0 0 0,1 0 0,0 0 0,-1 0 0,1 0 0,0 0 0,0 0 0,0-1 0,0 1 0,0-1 0,0 1 0,1-1 0,-1 0 0,0 0 0,1 0 0,-1 0 0,1 0 0,-1-1 0,4 1 0,3 0 0,1 0 0,0-1 0,-1 0 0,1-1 0,-1 0 0,1 0 0,-1-1 0,1-1 0,-1 1 0,0-2 0,0 1 0,12-7 0,-7 3 0,0-2 0,-1 1 0,0-1 0,0-1 0,-1-1 0,19-19 0,-20 16 0,0 0 0,-1 0 0,-1-2 0,0 1 0,-1-1 0,0 0 0,-2-1 0,0 1 0,-1-1 0,0 0 0,3-34 0,-8 49 0,-4 11 0,-2 17 0,4-11 0,0 0 0,1 0 0,1 0 0,1 0 0,0 1 0,1-1 0,6 26 0,-7-37 0,0 1 0,1-1 0,0 0 0,0 0 0,0 0 0,0 0 0,0 0 0,1 0 0,-1 0 0,1-1 0,0 0 0,1 1 0,-1-1 0,0 0 0,1-1 0,0 1 0,-1 0 0,1-1 0,0 0 0,0 0 0,0 0 0,1-1 0,-1 1 0,0-1 0,1 0 0,-1 0 0,1-1 0,-1 1 0,1-1 0,4 0 0,5-1 0,0-1 0,0 0 0,0-1 0,0-1 0,-1 0 0,0-1 0,1 0 0,-2-1 0,1 0 0,-1-1 0,0-1 0,0 0 0,-1 0 0,20-20 0,-15 12 0,-1-1 0,0 0 0,-2-1 0,0 0 0,-1-1 0,0 0 0,-2-1 0,13-35 0,-20 48 0,-1 0 0,0-1 0,0 1 0,-1-1 0,0 1 0,0-14 0,-1 19 0,0 1 0,0 0 0,-1-1 0,1 1 0,0-1 0,0 1 0,-1 0 0,1-1 0,-1 1 0,1 0 0,-1 0 0,0-1 0,1 1 0,-1 0 0,0 0 0,0 0 0,0 0 0,0 0 0,0 0 0,0 0 0,0 0 0,0 0 0,0 0 0,-1 1 0,1-1 0,0 0 0,0 1 0,-1-1 0,1 1 0,0 0 0,-1-1 0,1 1 0,0 0 0,-1 0 0,1 0 0,-1 0 0,1 0 0,0 0 0,-1 0 0,1 0 0,-1 0 0,1 1 0,-2 0 0,-8 1 0,1 1 0,0 1 0,0 0 0,0 0 0,0 1 0,1 0 0,0 0 0,0 1 0,-15 14 0,13-11 0,1 1 0,0 0 0,0 1 0,2 0 0,-1 0 0,1 1 0,-6 13 0,12-22 0,1 0 0,-1 0 0,1 0 0,0 0 0,0 1 0,0-1 0,0 0 0,1 0 0,-1 1 0,1-1 0,0 1 0,0-1 0,0 0 0,1 1 0,-1-1 0,1 0 0,1 6 0,0-6 0,-1-1 0,0 0 0,1 0 0,-1 0 0,1 0 0,0 0 0,0-1 0,0 1 0,0 0 0,0-1 0,0 1 0,0-1 0,0 0 0,1 0 0,-1 0 0,0 0 0,1 0 0,-1 0 0,1-1 0,-1 1 0,1-1 0,-1 0 0,1 1 0,2-1 0,4-1 0,-1 0 0,0 0 0,0 0 0,0-1 0,0 0 0,0-1 0,0 1 0,0-2 0,12-6 0,16-6 0,-34 15 0,-1 1 0,0-1 0,1 1 0,-1 0 0,1-1 0,-1 1 0,1 0 0,-1 0 0,1 0 0,-1 0 0,0 0 0,1 0 0,-1 1 0,1-1 0,-1 0 0,1 1 0,-1-1 0,0 1 0,1 0 0,-1-1 0,0 1 0,0 0 0,1 0 0,-1 0 0,0-1 0,0 1 0,0 0 0,0 1 0,0-1 0,0 0 0,0 0 0,-1 0 0,1 1 0,0-1 0,-1 0 0,1 1 0,0-1 0,-1 0 0,1 3 0,2 7 0,0 0 0,-1 1 0,0 0 0,0 11 0,0-7 0,12 116 0,-3 176 0,-12-280 0,-8 53 0,8-74 0,0 0 0,-1 0 0,0 0 0,0-1 0,-1 1 0,0-1 0,0 1 0,-1-1 0,1 0 0,-1 0 0,0-1 0,-1 1 0,-6 5 0,10-9 0,-1-1 0,0 1 0,1-1 0,-1 0 0,0 1 0,0-1 0,0 0 0,0 0 0,0 0 0,0-1 0,0 1 0,0 0 0,0-1 0,0 0 0,-1 1 0,1-1 0,0 0 0,0 0 0,-1 0 0,1 0 0,0-1 0,0 1 0,0 0 0,0-1 0,0 0 0,-1 1 0,1-1 0,0 0 0,0 0 0,1 0 0,-1-1 0,0 1 0,0 0 0,0-1 0,1 1 0,-3-3 0,0-1 0,-1 0 0,1-1 0,1 1 0,-1-1 0,1 0 0,0 0 0,0 0 0,1 0 0,-1-1 0,-1-12 0,2 2 0,0 0 0,2 0 0,0 0 0,1 0 0,0 0 0,2 0 0,0 1 0,1-1 0,0 1 0,13-30 0,-2 12 0,1 2 0,2 0 0,1 1 0,24-30 0,-21 34-682,41-40-1,-25 33-6143</inkml:trace>
</inkml:ink>
</file>

<file path=ppt/ink/ink1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45.684"/>
    </inkml:context>
    <inkml:brush xml:id="br0">
      <inkml:brushProperty name="width" value="0.05" units="cm"/>
      <inkml:brushProperty name="height" value="0.05" units="cm"/>
    </inkml:brush>
  </inkml:definitions>
  <inkml:trace contextRef="#ctx0" brushRef="#br0">147 321 24575,'-7'-6'0,"0"1"0,0 0 0,0 1 0,0 0 0,-10-4 0,-15-9 0,20 10 0,8 4 0,-1 1 0,0-1 0,1 0 0,0 0 0,0-1 0,0 1 0,0-1 0,0 0 0,1 0 0,-4-5 0,7 9 0,-1 0 0,1 0 0,0 0 0,0 0 0,0 0 0,0 0 0,0 0 0,0 0 0,-1-1 0,1 1 0,0 0 0,0 0 0,0 0 0,0 0 0,0 0 0,0 0 0,0-1 0,0 1 0,0 0 0,0 0 0,0 0 0,0 0 0,0-1 0,0 1 0,0 0 0,0 0 0,0 0 0,0 0 0,0 0 0,0-1 0,0 1 0,0 0 0,0 0 0,0 0 0,0 0 0,0 0 0,0-1 0,0 1 0,0 0 0,0 0 0,0 0 0,0 0 0,1 0 0,-1 0 0,0-1 0,0 1 0,0 0 0,0 0 0,9 5 0,9 13 0,-5 1 0,0 0 0,-2 1 0,-1 0 0,0 1 0,-1 0 0,-2 0 0,7 29 0,-10-32 0,0-1 0,-2 1 0,0 0 0,-2 0 0,1 0 0,-2 0 0,-1-1 0,0 1 0,-8 31 0,9-45 0,-1 0 0,0-1 0,1 1 0,-1 0 0,0 0 0,-1-1 0,-4 6 0,7-8 0,0-1 0,0 0 0,0 0 0,-1 1 0,1-1 0,0 0 0,0 0 0,-1 1 0,1-1 0,0 0 0,0 0 0,-1 0 0,1 0 0,0 0 0,-1 1 0,1-1 0,0 0 0,0 0 0,-1 0 0,1 0 0,0 0 0,-1 0 0,1 0 0,0 0 0,-1 0 0,1 0 0,0 0 0,-1 0 0,1 0 0,0 0 0,0-1 0,-1 1 0,1 0 0,0 0 0,-1 0 0,0-2 0,0 1 0,1-1 0,-1 1 0,0-1 0,1 1 0,-1-1 0,1 1 0,0-1 0,-1 1 0,1-1 0,0 1 0,0-4 0,0-18 0,1 0 0,1-1 0,1 1 0,1 0 0,10-34 0,45-110 0,-56 160 0,4-11 0,0 0 0,1 0 0,1 1 0,0 0 0,2 0 0,17-21 0,-27 37 0,0-1 0,0 1 0,0 0 0,0 0 0,0 0 0,1 0 0,-1 0 0,0 0 0,1 0 0,-1 0 0,1 0 0,-1 1 0,1-1 0,-1 1 0,1-1 0,0 1 0,-1 0 0,1-1 0,0 1 0,-1 0 0,1 0 0,-1 0 0,3 0 0,-2 1 0,0 0 0,0 0 0,0 0 0,0 0 0,-1 1 0,1-1 0,0 0 0,-1 1 0,1-1 0,-1 1 0,1-1 0,-1 1 0,0 0 0,0 0 0,2 2 0,2 7 0,0 1 0,0-1 0,-1 1 0,4 23 0,-3 2 0,-1 0 0,-2 52 0,-1-24 0,-1-64 0,0 0 0,0 0 0,0 0 0,0 0 0,0 0 0,0 0 0,0 0 0,1 0 0,-1 0 0,0 0 0,1 0 0,-1 0 0,1 0 0,-1 0 0,1 0 0,0 1 0,0-2 0,-1 0 0,0 1 0,1-1 0,-1 0 0,0 0 0,1 0 0,-1 0 0,1 0 0,-1 0 0,0 0 0,1 0 0,-1 0 0,1 0 0,-1 0 0,0 0 0,1 0 0,-1-1 0,1 1 0,-1 0 0,0 0 0,1 0 0,-1 0 0,0-1 0,1 1 0,-1 0 0,0 0 0,0-1 0,1 1 0,23-29 0,-23 26 0,54-88 0,-41 65 0,1 0 0,1 1 0,33-38 0,-48 61 0,1 0 0,-1 1 0,1-1 0,0 0 0,0 1 0,0-1 0,-1 1 0,2 0 0,-1 0 0,0 0 0,0 0 0,0 0 0,0 0 0,1 0 0,-1 1 0,0-1 0,1 1 0,-1 0 0,3-1 0,-3 2 0,0 0 0,0-1 0,-1 1 0,1 0 0,0 0 0,0 0 0,-1 0 0,1 0 0,-1 0 0,1 0 0,-1 1 0,0-1 0,1 0 0,-1 1 0,0-1 0,0 1 0,0 0 0,0-1 0,0 1 0,0 0 0,0 0 0,-1-1 0,1 1 0,0 2 0,4 17 0,0 1 0,-1-1 0,1 33 0,-4-38 0,0-1 0,0 1 0,2 0 0,0-1 0,1 0 0,0 0 0,2 0 0,8 20 0,-12-33 0,0 1 0,0 0 0,0-1 0,0 0 0,0 0 0,0 1 0,1-1 0,-1-1 0,1 1 0,-1 0 0,1 0 0,0-1 0,-1 0 0,1 1 0,0-1 0,0 0 0,0-1 0,0 1 0,0 0 0,0-1 0,0 0 0,0 1 0,0-1 0,1 0 0,-1-1 0,0 1 0,0-1 0,0 1 0,0-1 0,5-2 0,4-1 0,-1-1 0,0 0 0,-1 0 0,1-1 0,-1-1 0,16-12 0,-12 7 0,-1-1 0,0 0 0,-1-1 0,0 0 0,-1-1 0,-1 0 0,9-17 0,-13 20 0,0-1 0,0 1 0,-2-2 0,1 1 0,-2 0 0,0-1 0,0 0 0,-2 1 0,1-27 0,-2 35 0,0 0 0,-1 1 0,0-1 0,0 0 0,0 0 0,0 0 0,-1 1 0,-3-9 0,4 12 0,0 0 0,0-1 0,0 1 0,0 0 0,0 0 0,0-1 0,0 1 0,0 0 0,0 0 0,-1 0 0,1 0 0,0 0 0,-1 1 0,1-1 0,0 0 0,-1 0 0,1 1 0,-1-1 0,1 1 0,-1 0 0,0-1 0,1 1 0,-1 0 0,1 0 0,-1 0 0,0 0 0,1 0 0,-1 0 0,1 1 0,-3-1 0,-1 2 0,0 0 0,-1 1 0,1-1 0,0 1 0,0 0 0,0 0 0,1 1 0,-1 0 0,1-1 0,0 1 0,0 1 0,0-1 0,0 1 0,1-1 0,-4 8 0,-1 0 0,1 2 0,1-1 0,0 1 0,-8 26 0,11-27 0,1-1 0,-1 1 0,2-1 0,0 1 0,1 0 0,0 0 0,0-1 0,2 1 0,-1 0 0,6 16 0,-5-22 0,0 0 0,1 0 0,0-1 0,0 1 0,1-1 0,-1 0 0,2 0 0,-1 0 0,0 0 0,1-1 0,0 1 0,1-1 0,-1 0 0,1-1 0,0 0 0,0 0 0,0 0 0,1 0 0,9 3 0,-5-3 0,0-1 0,0 0 0,0-1 0,1 0 0,-1 0 0,1-1 0,0-1 0,-1 0 0,1-1 0,19-3 0,-16 1 0,0-1 0,-1 0 0,1-1 0,-1-1 0,0 0 0,0-1 0,24-17 0,-27 16 0,0-1 0,0 0 0,-1 0 0,0-1 0,-1-1 0,0 0 0,-1 0 0,12-22 0,-15 24 0,0 0 0,-1-1 0,-1 0 0,0 0 0,0 0 0,-1 0 0,0 0 0,-1-1 0,0 1 0,-1 0 0,0-1 0,-2-13 0,2 20 0,-1-1 0,0 0 0,0 1 0,0-1 0,0 1 0,-1 0 0,0-1 0,0 1 0,0 0 0,-1 0 0,1 0 0,-1 0 0,0 1 0,0-1 0,0 1 0,-1 0 0,1 0 0,-1 0 0,1 0 0,-1 0 0,-4-1 0,7 3 0,0 1 0,1-1 0,-1 1 0,0 0 0,0 0 0,1 0 0,-1-1 0,0 1 0,0 0 0,0 0 0,1 0 0,-1 0 0,0 0 0,0 0 0,0 0 0,1 0 0,-1 1 0,0-1 0,0 0 0,1 0 0,-1 1 0,0-1 0,0 0 0,1 1 0,-1-1 0,0 1 0,0 0 0,0 0 0,0 1 0,0-1 0,1 1 0,-1-1 0,0 1 0,1-1 0,-1 1 0,1-1 0,0 1 0,-1-1 0,1 1 0,0 2 0,0 7 0,0-1 0,1 0 0,3 13 0,-3-20 0,3 23 0,8 38 0,6 96 0,-18-148 0,-1-9 0,1 1 0,0-1 0,0 0 0,0 0 0,0 0 0,0 0 0,1 0 0,0 0 0,-1 0 0,1 0 0,0 0 0,0 0 0,1 0 0,1 3 0,-3-6 0,1 0 0,-1 1 0,1-1 0,0 0 0,-1 0 0,1 0 0,-1 0 0,1 0 0,-1 0 0,1 0 0,0 0 0,-1 0 0,1 0 0,-1 0 0,1-1 0,-1 1 0,1 0 0,0 0 0,-1 0 0,1-1 0,-1 1 0,1 0 0,-1-1 0,0 1 0,1 0 0,-1-1 0,1 1 0,-1-1 0,0 1 0,1-1 0,-1 1 0,0-1 0,1 0 0,14-19 0,-13 17 0,52-87 0,-35 56 0,2 0 0,1 1 0,45-52 0,-64 83 0,-1-1 0,0 1 0,1 0 0,0 0 0,-1 0 0,1 0 0,0 1 0,0-1 0,4-1 0,-6 3 0,0 0 0,0 0 0,-1 0 0,1 0 0,0 0 0,0 0 0,0 0 0,-1 0 0,1 0 0,0 0 0,0 1 0,0-1 0,-1 0 0,1 0 0,0 1 0,0-1 0,-1 1 0,1-1 0,0 1 0,-1-1 0,1 1 0,-1-1 0,1 1 0,0-1 0,-1 1 0,0 0 0,1-1 0,-1 1 0,1 0 0,-1-1 0,0 1 0,1 0 0,-1 0 0,0 0 0,0-1 0,1 1 0,-1 0 0,0 0 0,0 0 0,0 1 0,3 17 0,-2 1 0,0 0 0,0-1 0,-4 28 0,1-30 0,1 1 0,0 0 0,2 0 0,0-1 0,7 33 0,-8-48 0,0 0 0,1 0 0,-1 0 0,1 0 0,0 0 0,0 0 0,0 0 0,-1-1 0,2 1 0,-1 0 0,0 0 0,0-1 0,0 1 0,1-1 0,-1 1 0,1-1 0,-1 0 0,1 0 0,0 1 0,0-1 0,-1 0 0,1 0 0,0-1 0,0 1 0,0 0 0,0-1 0,0 1 0,0-1 0,0 1 0,0-1 0,2 0 0,0 0 0,0-1 0,0 0 0,0 0 0,-1 0 0,1-1 0,0 1 0,-1-1 0,0 0 0,1 0 0,-1 0 0,0 0 0,0 0 0,0-1 0,0 1 0,4-6 0,17-21 0,-1-1 0,-1 0 0,18-37 0,42-106 0,-73 151 0,0-1 0,-2 0 0,0-1 0,-2 0 0,4-31 0,-9 52 0,0 1 0,0-1 0,0 0 0,-1 0 0,1 0 0,-1 1 0,1-1 0,-1 0 0,0 0 0,-1-3 0,1 6 0,1-1 0,0 1 0,-1-1 0,1 1 0,0-1 0,-1 1 0,1 0 0,0-1 0,-1 1 0,1 0 0,-1-1 0,1 1 0,-1 0 0,1-1 0,-1 1 0,1 0 0,-1 0 0,1 0 0,-1 0 0,1-1 0,-2 1 0,1 0 0,0 1 0,0-1 0,-1 0 0,1 0 0,0 1 0,0-1 0,0 1 0,0-1 0,0 1 0,0-1 0,0 1 0,0 0 0,0-1 0,-1 3 0,-7 5 0,1 1 0,0-1 0,0 2 0,1-1 0,0 1 0,1 0 0,0 1 0,0 0 0,1-1 0,-3 13 0,3-7 0,1-1 0,1 1 0,1 0 0,0 0 0,1 0 0,2 29 0,2-15 0,2 0 0,1-1 0,1 0 0,2 0 0,1 0 0,1-1 0,23 42 0,-11-34 342,-21-34-456,-1 0 0,1 0 0,0 0 0,-1-1 1,1 1-1,0 0 0,0-1 0,0 0 1,1 1-1,-1-1 0,0 0 0,0 0 1,1 0-1,3 1 0,6-2-6712</inkml:trace>
</inkml:ink>
</file>

<file path=ppt/ink/ink1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3:45.794"/>
    </inkml:context>
    <inkml:brush xml:id="br0">
      <inkml:brushProperty name="width" value="0.05" units="cm"/>
      <inkml:brushProperty name="height" value="0.05" units="cm"/>
    </inkml:brush>
  </inkml:definitions>
  <inkml:trace contextRef="#ctx0" brushRef="#br0">9 194 24575,'-2'-2'0,"-2"-6"0,1-4 0,3-5 0,7-1 0,6-3 0,8 0 0,8 1 0,8-1 0,8 1 0,4 1 0,-8 4-8191</inkml:trace>
</inkml:ink>
</file>

<file path=ppt/ink/ink1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08.182"/>
    </inkml:context>
    <inkml:brush xml:id="br0">
      <inkml:brushProperty name="width" value="0.05" units="cm"/>
      <inkml:brushProperty name="height" value="0.05" units="cm"/>
    </inkml:brush>
  </inkml:definitions>
  <inkml:trace contextRef="#ctx0" brushRef="#br0">16 1 24575,'-2'0'0,"-8"2"0,8 11 0,0 163 0,3-93 0,-1-75 0,0 4 0,-1-1 0,2 1 0,-1-1 0,2 1 0,-1-1 0,2 0 0,0 0 0,7 21 0,-8-30 0,-1-1 0,0 1 0,1-1 0,0 1 0,-1-1 0,1 1 0,0-1 0,0 0 0,-1 0 0,1 0 0,0 0 0,0 0 0,0 0 0,0-1 0,0 1 0,1-1 0,-1 1 0,0-1 0,0 0 0,3 0 0,51-2 0,-33 0 0,6 2-1365,-16-1-5461</inkml:trace>
</inkml:ink>
</file>

<file path=ppt/ink/ink1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08.619"/>
    </inkml:context>
    <inkml:brush xml:id="br0">
      <inkml:brushProperty name="width" value="0.05" units="cm"/>
      <inkml:brushProperty name="height" value="0.05" units="cm"/>
    </inkml:brush>
  </inkml:definitions>
  <inkml:trace contextRef="#ctx0" brushRef="#br0">109 113 24575,'8'1'0,"0"-1"0,1 0 0,-1 0 0,12-3 0,-19 3 0,1 0 0,0 0 0,-1-1 0,1 1 0,0-1 0,-1 0 0,1 1 0,-1-1 0,1 0 0,-1 0 0,1 0 0,-1 0 0,1 0 0,-1 0 0,0 0 0,2-3 0,-2 3 0,-1-1 0,0 1 0,1-1 0,-1 1 0,0-1 0,0 1 0,0-1 0,0 1 0,0-1 0,0 1 0,0-1 0,-1 1 0,1-1 0,-1 1 0,1 0 0,-1-1 0,1 1 0,-1 0 0,0-1 0,1 1 0,-1 0 0,0 0 0,0-1 0,0 1 0,-1-1 0,-4-4 0,1 1 0,0 0 0,-1 0 0,0 0 0,0 0 0,-1 1 0,1 0 0,-1 0 0,0 1 0,-11-4 0,15 5 0,-1 1 0,0 1 0,1-1 0,-1 0 0,0 1 0,1 0 0,-1-1 0,0 2 0,0-1 0,-5 1 0,7 0 0,0-1 0,0 1 0,0 0 0,0 0 0,0 0 0,0 0 0,0 0 0,0 0 0,0 1 0,1-1 0,-1 1 0,0-1 0,1 1 0,-1 0 0,1 0 0,0-1 0,-1 1 0,0 3 0,-2 2 0,1-1 0,1 1 0,-1 0 0,1 0 0,0 0 0,1 0 0,-1 0 0,2 1 0,-1-1 0,1 0 0,0 1 0,0-1 0,1 0 0,0 1 0,0-1 0,1 0 0,0 0 0,0 0 0,1 0 0,-1-1 0,2 1 0,-1 0 0,1-1 0,0 0 0,0 0 0,0 0 0,1-1 0,0 1 0,0-1 0,1 0 0,-1-1 0,1 1 0,0-1 0,1 0 0,11 6 0,-4-5-195,0 0 0,0-1 0,1 0 0,-1-1 0,1-1 0,18 2 0,7-4-6631</inkml:trace>
</inkml:ink>
</file>

<file path=ppt/ink/ink1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08.838"/>
    </inkml:context>
    <inkml:brush xml:id="br0">
      <inkml:brushProperty name="width" value="0.05" units="cm"/>
      <inkml:brushProperty name="height" value="0.05" units="cm"/>
    </inkml:brush>
  </inkml:definitions>
  <inkml:trace contextRef="#ctx0" brushRef="#br0">69 88 24575,'-5'-10'0,"2"2"0,-1 0 0,1 1 0,-2-1 0,1 1 0,-1 0 0,0 1 0,0-1 0,-13-11 0,18 18 0,0 0 0,-1 0 0,1 0 0,0-1 0,-1 1 0,1 0 0,0 0 0,0 0 0,-1 0 0,1 0 0,0 0 0,-1 0 0,1 0 0,0 0 0,-1 0 0,1 0 0,0 0 0,-1 0 0,1 0 0,0 0 0,-1 0 0,1 0 0,0 1 0,-1-1 0,1 0 0,0 0 0,0 0 0,-1 0 0,1 1 0,0-1 0,0 0 0,-1 0 0,1 1 0,0-1 0,0 0 0,0 0 0,-1 1 0,1-1 0,0 0 0,0 0 0,0 1 0,0-1 0,0 0 0,0 1 0,-1-1 0,1 0 0,0 1 0,0-1 0,0 0 0,0 1 0,0-1 0,0 0 0,0 1 0,1-1 0,-1 0 0,0 1 0,0-1 0,0 1 0,2 23 0,-2-22 0,15 81 0,4-2 0,36 105 0,-38-148-1365,-10-27-5461</inkml:trace>
</inkml:ink>
</file>

<file path=ppt/ink/ink1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08.947"/>
    </inkml:context>
    <inkml:brush xml:id="br0">
      <inkml:brushProperty name="width" value="0.05" units="cm"/>
      <inkml:brushProperty name="height" value="0.05" units="cm"/>
    </inkml:brush>
  </inkml:definitions>
  <inkml:trace contextRef="#ctx0" brushRef="#br0">12 61 24575,'-3'-2'0,"0"-4"0,0-2 0,0-3 0,4-2 0,3 1 0,4 4 0</inkml:trace>
</inkml:ink>
</file>

<file path=ppt/ink/ink1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09.271"/>
    </inkml:context>
    <inkml:brush xml:id="br0">
      <inkml:brushProperty name="width" value="0.05" units="cm"/>
      <inkml:brushProperty name="height" value="0.05" units="cm"/>
    </inkml:brush>
  </inkml:definitions>
  <inkml:trace contextRef="#ctx0" brushRef="#br0">136 57 24575,'0'-3'0,"0"1"0,-1-1 0,1 1 0,-1-1 0,0 1 0,1 0 0,-1 0 0,0-1 0,-1 1 0,1 0 0,0 0 0,0 0 0,-1 0 0,0 0 0,1 0 0,-1 0 0,0 1 0,0-1 0,0 1 0,0-1 0,0 1 0,0 0 0,-4-2 0,4 2 0,-1-1 0,1 1 0,-1 0 0,0 1 0,1-1 0,-1 0 0,0 1 0,0 0 0,1-1 0,-1 1 0,0 0 0,0 0 0,0 1 0,1-1 0,-1 1 0,0-1 0,1 1 0,-1 0 0,0 0 0,-3 2 0,3-2 0,0 1 0,0 0 0,1 0 0,-1 0 0,1 0 0,-1 1 0,1-1 0,0 1 0,0-1 0,0 1 0,0 0 0,0 0 0,1 0 0,-1 0 0,1 0 0,0 0 0,-1 0 0,2 0 0,-1 0 0,0 1 0,0 5 0,2-4 0,-1-1 0,1 0 0,0 0 0,0 1 0,0-1 0,0 0 0,1 0 0,0 0 0,0-1 0,0 1 0,0 0 0,1-1 0,-1 1 0,1-1 0,0 0 0,5 5 0,32 21 0,-32-24 0,0 0 0,-1 0 0,0 1 0,12 12 0,-18-18 5,-1 0 0,1 1 0,-1-1 0,1 1 0,-1-1 0,0 0-1,1 1 1,-1-1 0,0 1 0,1-1 0,-1 1 0,0-1 0,0 1 0,0 0-1,1-1 1,-1 1 0,0-1 0,0 1 0,0-1 0,0 1 0,0 0 0,0-1-1,0 1 1,0-1 0,0 1 0,0-1 0,-1 1 0,1 0 0,0-1 0,0 1-1,0-1 1,-1 1 0,1-1 0,-1 1 0,0 0 9,0 0 0,-1 0 1,1 0-1,-1 0 0,1 0 0,-1-1 0,1 1 1,-1-1-1,1 1 0,-1-1 0,-3 1 1,-3 0-442,0 0 0,0-1 1,-16 0-1,5-3-6399</inkml:trace>
</inkml:ink>
</file>

<file path=ppt/ink/ink1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09.550"/>
    </inkml:context>
    <inkml:brush xml:id="br0">
      <inkml:brushProperty name="width" value="0.05" units="cm"/>
      <inkml:brushProperty name="height" value="0.05" units="cm"/>
    </inkml:brush>
  </inkml:definitions>
  <inkml:trace contextRef="#ctx0" brushRef="#br0">21 0 24575,'-1'1'0,"1"-1"0,0 1 0,0-1 0,0 0 0,0 1 0,0-1 0,-1 1 0,1-1 0,0 1 0,0-1 0,-1 0 0,1 1 0,0-1 0,-1 0 0,1 1 0,0-1 0,-1 0 0,1 1 0,0-1 0,-1 0 0,1 0 0,-1 1 0,1-1 0,0 0 0,-1 0 0,1 0 0,-1 0 0,1 0 0,-1 1 0,1-1 0,-1 0 0,1 0 0,-1 0 0,1 0 0,-1 0 0,1-1 0,-1 1 0,1 0 0,0 0 0,-1 0 0,1 0 0,-1 0 0,1-1 0,-1 1 0,1 0 0,0 0 0,-1-1 0,1 1 0,-1 0 0,1-1 0,0 1 0,0 0 0,-1-1 0,1 1 0,-1-1 0,30 129 0,-18-86 0,9 71 0,-16-35-1365,-4-62-5461</inkml:trace>
</inkml:ink>
</file>

<file path=ppt/ink/ink1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10.347"/>
    </inkml:context>
    <inkml:brush xml:id="br0">
      <inkml:brushProperty name="width" value="0.05" units="cm"/>
      <inkml:brushProperty name="height" value="0.05" units="cm"/>
    </inkml:brush>
  </inkml:definitions>
  <inkml:trace contextRef="#ctx0" brushRef="#br0">13 165 24575,'-1'-2'0,"-1"-1"0,1 1 0,-1 0 0,1-1 0,0 1 0,0-1 0,0 1 0,1-1 0,-1 0 0,0 1 0,1-1 0,0 0 0,-1 0 0,2-5 0,-1 2 0,0 0 0,1-1 0,0 1 0,0-1 0,3-7 0,-2 10 0,-1-1 0,1 1 0,1 0 0,-1 0 0,1 0 0,-1 0 0,1 0 0,1 0 0,-1 1 0,0-1 0,1 1 0,-1 0 0,1 0 0,0 0 0,0 1 0,1-1 0,-1 1 0,0 0 0,1 0 0,-1 0 0,1 1 0,-1 0 0,1 0 0,0 0 0,0 0 0,0 1 0,-1 0 0,1 0 0,0 0 0,7 1 0,-4 0 0,0 1 0,0 0 0,0 0 0,0 0 0,-1 1 0,1 0 0,-1 0 0,0 1 0,0 0 0,0 0 0,0 1 0,-1 0 0,1 0 0,-2 0 0,1 1 0,0 0 0,8 12 0,-13-15 0,0-1 0,1 1 0,-1 0 0,0 0 0,0 0 0,-1 0 0,1 0 0,0 0 0,-1 1 0,0-1 0,0 0 0,0 0 0,0 0 0,-1 0 0,1 0 0,-1 0 0,1 0 0,-1 0 0,0 0 0,0 0 0,-1 0 0,1 0 0,-1 0 0,-2 3 0,1-1 0,-1 0 0,1 0 0,-1-1 0,-1 1 0,1-1 0,-1 0 0,1 0 0,-1 0 0,0-1 0,-1 0 0,-9 5 0,15-8 0,-1 1 0,1-1 0,-1 0 0,1 1 0,-1-1 0,1 0 0,-1 0 0,0 1 0,1-1 0,-1 0 0,1 0 0,-1 0 0,1 0 0,-1 0 0,0 0 0,1 0 0,-1 0 0,1 0 0,-1 0 0,0 0 0,1 0 0,-1 0 0,1 0 0,-1-1 0,1 1 0,-1 0 0,0 0 0,1-1 0,-1 1 0,1 0 0,-1-1 0,0 0 0,1-1 0,0 1 0,0 0 0,0 0 0,0 0 0,0 0 0,0 0 0,1 0 0,-1-1 0,0 1 0,0 0 0,1 0 0,-1 0 0,2-2 0,20-37 0,-7 19 0,1 0 0,0 1 0,31-28 0,-47 47 0,1 0 0,0 0 0,0 0 0,0 0 0,0 0 0,0 1 0,0-1 0,0 0 0,0 1 0,0-1 0,0 1 0,1-1 0,-1 1 0,0 0 0,0-1 0,0 1 0,1 0 0,-1 0 0,0 0 0,0 0 0,1 0 0,-1 0 0,2 0 0,-2 1 0,0 0 0,0 0 0,0 0 0,0 0 0,0 0 0,-1 0 0,1 0 0,0 0 0,0 0 0,-1 1 0,1-1 0,-1 0 0,1 0 0,-1 1 0,0-1 0,1 0 0,-1 1 0,0-1 0,0 0 0,0 1 0,0-1 0,0 2 0,0 5 0,1 1 0,1 0 0,0-1 0,0 1 0,0-1 0,1 1 0,4 7 0,-6-13 0,0-1 0,0 0 0,1 0 0,-1 1 0,0-1 0,1 0 0,-1 0 0,1 0 0,-1 0 0,1-1 0,0 1 0,0 0 0,0-1 0,0 1 0,0-1 0,0 0 0,1 0 0,-1 1 0,0-1 0,1-1 0,-1 1 0,1 0 0,-1-1 0,1 1 0,-1-1 0,1 0 0,-1 0 0,5 0 0,-4-1 0,1 0 0,-1-1 0,0 1 0,0-1 0,-1 0 0,1 0 0,0 0 0,0 0 0,-1 0 0,0 0 0,1-1 0,-1 1 0,0-1 0,0 0 0,0 0 0,0 0 0,-1 0 0,1 0 0,1-4 0,1-4 0,0 0 0,0 0 0,-1-1 0,2-14 0,-3 5 0,-3 14 0,-3 15 0,-3 18 0,1 0 0,1 1 0,1 0 0,0 42 0,1-24 0,-1 64 0,3-56 0,-9 60 0,9-111 0,1 1 0,0-1 0,-1 0 0,1 1 0,-1-1 0,0 0 0,0 0 0,0 0 0,0 0 0,0 0 0,0 0 0,-1 0 0,1 0 0,-1 0 0,-2 2 0,3-3 0,0-1 0,0 1 0,-1-1 0,1 0 0,0 1 0,0-1 0,0 0 0,-1 0 0,1 0 0,0 0 0,0 0 0,-1 0 0,1 0 0,0 0 0,0-1 0,0 1 0,-1 0 0,1-1 0,0 1 0,0-1 0,0 1 0,0-1 0,0 0 0,0 1 0,0-1 0,0 0 0,0 0 0,0 0 0,0 0 0,-1-1 0,-5-6 0,0 0 0,1 0 0,0 0 0,0-1 0,1 0 0,0 0 0,1 0 0,0-1 0,0 1 0,1-1 0,-3-17 0,3 15 0,2 0 0,-1 0 0,1 0 0,1-1 0,1 1 0,-1 0 0,2 0 0,0 0 0,4-18 0,-1 19 25,-1 0-1,1 0 0,0 1 1,1-1-1,1 1 1,-1 0-1,2 1 0,-1 0 1,1 0-1,1 0 0,-1 1 1,1 1-1,20-14 1,-15 13-196,1 0 0,-1 1 1,2 1-1,-1 0 0,0 1 1,1 0-1,0 1 0,0 1 1,25-1-1,6 3-6655</inkml:trace>
</inkml:ink>
</file>

<file path=ppt/ink/ink1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20.243"/>
    </inkml:context>
    <inkml:brush xml:id="br0">
      <inkml:brushProperty name="width" value="0.05" units="cm"/>
      <inkml:brushProperty name="height" value="0.05" units="cm"/>
    </inkml:brush>
  </inkml:definitions>
  <inkml:trace contextRef="#ctx0" brushRef="#br0">4389 1726 24575,'11'3'0,"8"2"0,-19-5 0,1-1 0,-1 1 0,0 0 0,1 0 0,-1 0 0,1 0 0,-1-1 0,0 1 0,1 0 0,-1-1 0,0 1 0,1 0 0,-1-1 0,0 1 0,0 0 0,1-1 0,-1 1 0,0 0 0,0-1 0,0 1 0,1-1 0,-1 1 0,0 0 0,0-1 0,0 1 0,0-1 0,0 1 0,0-1 0,0 1 0,0 0 0,0-1 0,0 1 0,0-1 0,0 1 0,0-1 0,0 1 0,0 0 0,-1-1 0,1 1 0,0-1 0,0 1 0,-1-1 0,-1-5 0,0 0 0,-1 0 0,0 0 0,0 0 0,0 0 0,-1 1 0,1-1 0,-1 1 0,-1 0 0,-8-8 0,-5-3 0,-31-21 0,-3 3 0,-1 3 0,-70-31 0,-121-37 0,217 88 0,-985-346-399,-13 35-1,-204-40 400,720 197 799,490 155-799,22 7 0,11 3 0,-5-1 0,-1 0 0,1 0 0,-1-1 0,1 0 0,-1 0 0,0-1 0,0 0 0,0 0 0,-1-1 0,1 0 0,-1 0 0,14-11 0,-4 1 0,-1 0 0,0-1 0,26-33 0,-42 48 0,-1 0 0,1 0 0,0 0 0,0 0 0,0 0 0,0 0 0,0 0 0,0 0 0,0 0 0,0 0 0,0 0 0,0 0 0,0 0 0,0 0 0,0 0 0,0 0 0,0-1 0,-1 1 0,1 0 0,0 0 0,0 0 0,0 0 0,0 0 0,0 0 0,0 0 0,0 0 0,0 0 0,0 0 0,0 0 0,0 0 0,0 0 0,0 0 0,0 0 0,0-1 0,0 1 0,0 0 0,0 0 0,0 0 0,0 0 0,0 0 0,0 0 0,0 0 0,0 0 0,0 0 0,0 0 0,0 0 0,0 0 0,0 0 0,0-1 0,0 1 0,1 0 0,-14 6 0,-23 15 0,22-13 0,-12 5 0,-2-1 0,-55 16 0,64-22 0,18-6 0,0 0 0,0 1 0,-1-1 0,1 0 0,0 1 0,0-1 0,0 1 0,0-1 0,0 1 0,0 0 0,0-1 0,0 1 0,0 0 0,0 0 0,0-1 0,0 1 0,1 0 0,-1 0 0,0 0 0,0 0 0,1 0 0,-1 0 0,1 0 0,-1 0 0,1 1 0,-1-1 0,1 0 0,0 0 0,0 0 0,-1 0 0,1 1 0,0-1 0,0 0 0,0 0 0,0 0 0,1 1 0,-1-1 0,0 0 0,0 0 0,1 0 0,-1 1 0,1-1 0,-1 0 0,1 1 0,4 7 0,0-1 0,0-1 0,1 1 0,11 12 0,-7-8 0,29 32 0,58 51 0,-88-87-1365</inkml:trace>
</inkml:ink>
</file>

<file path=ppt/ink/ink1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22.284"/>
    </inkml:context>
    <inkml:brush xml:id="br0">
      <inkml:brushProperty name="width" value="0.05" units="cm"/>
      <inkml:brushProperty name="height" value="0.05" units="cm"/>
    </inkml:brush>
  </inkml:definitions>
  <inkml:trace contextRef="#ctx0" brushRef="#br0">4151 19 24575,'0'-8'0,"-2"-3"0,-14 19 0,-244 178 0,50-32 0,-351 191 0,-20-29 0,20-12 0,422-226 0,-613 343 0,740-415 0,-223 119 0,160-90 0,-95 31 0,-126 46 0,244-88 0,2 2 0,0 3 0,-69 52 0,119-81 0,0 1 0,0-1 0,0 0 0,0 0 0,-1 1 0,1-1 0,0 0 0,0 0 0,0 0 0,-1 1 0,1-1 0,0 0 0,0 0 0,-1 0 0,1 0 0,0 0 0,0 1 0,-1-1 0,1 0 0,0 0 0,-1 0 0,1 0 0,0 0 0,0 0 0,-1 0 0,1 0 0,0 0 0,-1 0 0,1 0 0,0 0 0,0 0 0,-1 0 0,1 0 0,0-1 0,0 1 0,-1 0 0,3-12 0,14-27 0,-11 29 0,36-85 0,54-94 0,-95 188 0,1 0 0,-1 0 0,1 0 0,-1 0 0,1 0 0,-1 0 0,1 0 0,0 0 0,0 0 0,-1 1 0,1-1 0,0 0 0,0 0 0,0 1 0,1-2 0,-1 14 0,-9 27 0,-16 41 0,-14 44 0,32-108 0,-1 0 0,-1 0 0,0-1 0,-1 0 0,-14 17 0,23-31 0,-1-1 0,1 0 0,0 1 0,-1-1 0,1 1 0,0-1 0,-1 0 0,1 1 0,0-1 0,-1 1 0,1-1 0,0 1 0,0-1 0,0 1 0,0-1 0,-1 1 0,1-1 0,0 1 0,0 0 0,0-1 0,0 1 0,0-1 0,0 1 0,0-1 0,1 1 0,-1-1 0,0 1 0,0-1 0,0 1 0,1 0 0,0 0 0,0 0 0,0 0 0,0-1 0,0 1 0,0 0 0,0-1 0,0 1 0,0-1 0,0 1 0,0-1 0,1 0 0,-1 1 0,2-1 0,44 2 0,-41-2 0,245-1-1365,-235 1-5461</inkml:trace>
</inkml:ink>
</file>

<file path=ppt/ink/ink1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29.072"/>
    </inkml:context>
    <inkml:brush xml:id="br0">
      <inkml:brushProperty name="width" value="0.05" units="cm"/>
      <inkml:brushProperty name="height" value="0.05" units="cm"/>
    </inkml:brush>
  </inkml:definitions>
  <inkml:trace contextRef="#ctx0" brushRef="#br0">245 1 24575,'1'0'0,"-1"0"0,0 1 0,0-1 0,0 0 0,0 0 0,0 1 0,1-1 0,-1 0 0,0 0 0,0 0 0,0 1 0,0-1 0,0 0 0,0 1 0,0-1 0,0 0 0,0 0 0,0 1 0,0-1 0,0 0 0,0 0 0,0 1 0,0-1 0,0 0 0,0 0 0,-1 1 0,1-1 0,0 0 0,0 0 0,0 1 0,0-1 0,0 0 0,-1 0 0,1 0 0,0 0 0,0 1 0,0-1 0,-1 0 0,-9 15 0,8-11 0,-21 29 0,-2-1 0,-2 0 0,-1-3 0,-1 0 0,-60 46 0,88-75 0,1 0 0,-1 1 0,0-1 0,1 1 0,-1-1 0,0 1 0,1-1 0,-1 1 0,1 0 0,-1-1 0,1 1 0,-1 0 0,1-1 0,-1 1 0,1 0 0,0-1 0,-1 1 0,1 0 0,0 0 0,0 0 0,0-1 0,-1 1 0,1 0 0,0 0 0,0 0 0,0-1 0,0 1 0,0 0 0,0 0 0,1 0 0,-1-1 0,0 1 0,0 0 0,1 0 0,-1-1 0,0 1 0,1 0 0,-1 0 0,1-1 0,-1 1 0,1 0 0,-1-1 0,1 1 0,-1-1 0,1 1 0,0-1 0,-1 1 0,2 0 0,5 4 0,0-1 0,0 0 0,0-1 0,10 4 0,-6-2 0,17 8-273,0 2 0,-1 1 0,-1 0 0,38 33 0,-55-41-6553</inkml:trace>
</inkml:ink>
</file>

<file path=ppt/ink/ink1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29.477"/>
    </inkml:context>
    <inkml:brush xml:id="br0">
      <inkml:brushProperty name="width" value="0.05" units="cm"/>
      <inkml:brushProperty name="height" value="0.05" units="cm"/>
    </inkml:brush>
  </inkml:definitions>
  <inkml:trace contextRef="#ctx0" brushRef="#br0">20 59 24575,'-18'0'0,"17"0"0,3 0 0,28 0 0,-7 0 0,711-45 0,-600 32-1365,-118 13-5461</inkml:trace>
</inkml:ink>
</file>

<file path=ppt/ink/ink1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34.174"/>
    </inkml:context>
    <inkml:brush xml:id="br0">
      <inkml:brushProperty name="width" value="0.05" units="cm"/>
      <inkml:brushProperty name="height" value="0.05" units="cm"/>
    </inkml:brush>
  </inkml:definitions>
  <inkml:trace contextRef="#ctx0" brushRef="#br0">170 215 24575,'-3'36'0,"-1"-1"0,-18 70 0,5-32 0,-67 426 0,44 7 0,43-349 0,-1-135 0,0 0 0,2 0 0,1 0 0,14 41 0,-17-60 0,-1 0 0,2 0 0,-1 0 0,0 0 0,0-1 0,1 1 0,0-1 0,-1 1 0,1-1 0,0 0 0,0 0 0,0 0 0,0-1 0,1 1 0,-1-1 0,0 1 0,1-1 0,-1 0 0,1-1 0,4 2 0,6 0 0,0 0 0,-1-1 0,28-2 0,182-19 0,-17 0 0,627-9-1522,1 34 0,-115 14 1336,164 2-271,-834-21 392,117-1-21,-131-1 146,0-2 1,53-12-1,-84 15 49,0 0 1,1 0-1,-1-1 0,0 1 1,0-1-1,0 0 0,-1 0 0,1 0 1,6-5-1,-10 6-58,1 0 1,-1 1 0,1-1-1,-1 0 1,1 0-1,-1 1 1,1-1 0,-1 0-1,1 0 1,-1 0-1,0 0 1,0 1-1,1-1 1,-1 0 0,0 0-1,0 0 1,0 0-1,0 0 1,0-1 0,-1 1 3,1-1 1,-1 1-1,1-1 1,-1 0-1,0 1 1,1-1-1,-1 1 1,0-1-1,0 1 1,0 0-1,0-1 1,-1 1-1,-1-1 1,-18-17 49,-1 2-1,-1 1 1,-33-18 0,-31-22 133,76 48-222,1 0 1,0-1-1,1-1 0,-1 1 1,-11-18-1,17 20-16,0-1 0,0 1 0,1-1 0,0 1 0,0-1 0,1 0 0,0 0 0,1 0 0,-1 0 0,2 0 0,-1-1 0,2-15 0,2-6 0,1-1 0,10-32 0,-9 37 0,23-96 0,41-216 0,-39 134 0,34-213 0,-61 400 0,0-2 0,0 1 0,0 0 0,-2-36 0,-1 52 0,0 1 0,-1 0 0,1-1 0,0 1 0,-1 0 0,1-1 0,-1 1 0,0 0 0,1 0 0,-1 0 0,0-1 0,0 1 0,0 0 0,0 0 0,0 0 0,0 0 0,0 1 0,0-1 0,0 0 0,0 0 0,0 1 0,-1-1 0,1 0 0,0 1 0,-1-1 0,1 1 0,0 0 0,-1-1 0,1 1 0,0 0 0,-1 0 0,1 0 0,0 0 0,-1 0 0,-2 1 0,-7-1 0,0 2 0,1-1 0,-18 6 0,19-5 0,-156 33-141,-1-7-1,-242 8 1,-340-32-283,237-18-123,-462-1-894,871 16 2387,1 5-1,-159 30 0,240-31-945,0 2 0,1 1 0,0 0 0,-30 18 0,-29 13 0,74-37 0,0-1 0,1 1 0,-1-1 0,0 0 0,0 0 0,0 0 0,0 0 0,0-1 0,0 1 0,0-1 0,0 0 0,0 0 0,0-1 0,0 1 0,0-1 0,0 0 0,1 0 0,-1 0 0,0-1 0,0 1 0,1-1 0,-1 0 0,-4-3 0,1 1 0,1 1 0,-1-1 0,0 1 0,0 1 0,-1-1 0,1 1 0,-1 1 0,1-1 0,-12 0 0,14 2 0,1 1 0,-1-1 0,0 1 0,0 0 0,1 0 0,-1 0 0,1 1 0,-1-1 0,1 1 0,-1 0 0,1 1 0,0-1 0,0 1 0,0 0 0,-6 6 0,2-3 0,0 0 0,0-1 0,0 0 0,-1-1 0,1 1 0,-1-2 0,-12 5 0,4-3 0,-1 0 0,-33 4 0,42-9 171,8-2 0,12-6-1878,1 2-5119</inkml:trace>
</inkml:ink>
</file>

<file path=ppt/ink/ink1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36.604"/>
    </inkml:context>
    <inkml:brush xml:id="br0">
      <inkml:brushProperty name="width" value="0.05" units="cm"/>
      <inkml:brushProperty name="height" value="0.05" units="cm"/>
    </inkml:brush>
  </inkml:definitions>
  <inkml:trace contextRef="#ctx0" brushRef="#br0">1 60 24575,'25'-3'0,"-24"2"0,1 0 0,0 1 0,0-1 0,-1 1 0,1-1 0,0 1 0,0 0 0,0 0 0,-1 0 0,1 0 0,0 0 0,0 0 0,0 0 0,0 1 0,-1-1 0,1 1 0,0-1 0,0 1 0,-1 0 0,1 0 0,0 0 0,-1 0 0,1 0 0,-1 0 0,1 0 0,1 2 0,7 10 0,-1 1 0,0 0 0,-1 0 0,0 1 0,-2 0 0,1 0 0,5 22 0,-5-15 0,147 410 0,-154-429 0,1-1 0,0 0 0,0 0 0,0 0 0,0 0 0,0 0 0,0 0 0,0 0 0,4 3 0,-5-5 0,0 0 0,0 0 0,1 1 0,-1-1 0,0 0 0,1 0 0,-1 0 0,0 0 0,1 0 0,-1 1 0,0-1 0,0 0 0,1 0 0,-1 0 0,0 0 0,1 0 0,-1 0 0,0 0 0,1 0 0,-1 0 0,0-1 0,1 1 0,-1 0 0,0 0 0,1 0 0,9-12 0,5-23 0,21-73 0,-18 51 0,125-407 0,-141 458 299,-4 17-692,1-5-878,-3 10-5555</inkml:trace>
</inkml:ink>
</file>

<file path=ppt/ink/ink1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36.819"/>
    </inkml:context>
    <inkml:brush xml:id="br0">
      <inkml:brushProperty name="width" value="0.05" units="cm"/>
      <inkml:brushProperty name="height" value="0.05" units="cm"/>
    </inkml:brush>
  </inkml:definitions>
  <inkml:trace contextRef="#ctx0" brushRef="#br0">28 1 24575,'0'2'0,"0"4"0,0 2 0,0 3 0,-2 5 0,-1 3 0,-1 6 0,2 4 0,-2 2 0,0-1 0,0 1 0,2-3 0,0-5 0,1-5-8191</inkml:trace>
</inkml:ink>
</file>

<file path=ppt/ink/ink1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36.990"/>
    </inkml:context>
    <inkml:brush xml:id="br0">
      <inkml:brushProperty name="width" value="0.05" units="cm"/>
      <inkml:brushProperty name="height" value="0.05" units="cm"/>
    </inkml:brush>
  </inkml:definitions>
  <inkml:trace contextRef="#ctx0" brushRef="#br0">98 41 24575,'0'-4'0,"-3"-5"0,-2 0 0,-4 1 0,-2 2 0,-2 2 0,2 4 0,-1 5 0,1 3 0,1 3 0,3 2 0,2-1-8191</inkml:trace>
</inkml:ink>
</file>

<file path=ppt/ink/ink1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37.865"/>
    </inkml:context>
    <inkml:brush xml:id="br0">
      <inkml:brushProperty name="width" value="0.05" units="cm"/>
      <inkml:brushProperty name="height" value="0.05" units="cm"/>
    </inkml:brush>
  </inkml:definitions>
  <inkml:trace contextRef="#ctx0" brushRef="#br0">1 141 24575,'0'2'0,"0"0"0,1 0 0,0-1 0,-1 1 0,1 0 0,0 0 0,0 0 0,0-1 0,0 1 0,0 0 0,1-1 0,-1 1 0,0-1 0,1 0 0,-1 1 0,1-1 0,0 0 0,-1 0 0,1 0 0,0 0 0,-1 0 0,1 0 0,3 0 0,5 4 0,1-2 0,19 5 0,-25-7 0,0 0 0,-1-1 0,1 0 0,0 0 0,0 0 0,0-1 0,0 1 0,-1-1 0,1 0 0,0-1 0,-1 1 0,1-1 0,-1 0 0,1 0 0,-1 0 0,0-1 0,0 0 0,0 1 0,0-1 0,0-1 0,-1 1 0,0 0 0,6-8 0,-6 7 0,0 0 0,0 0 0,0-1 0,-1 1 0,0-1 0,0 1 0,0-1 0,0 0 0,-1 1 0,1-1 0,-2 0 0,1 0 0,0 0 0,-1 0 0,0 0 0,0 0 0,0 0 0,-1 0 0,0 0 0,0 0 0,0 0 0,0 0 0,-3-5 0,4 9 0,-1-1 0,0 0 0,0 0 0,0 1 0,0-1 0,0 1 0,0-1 0,0 1 0,0-1 0,-1 1 0,1 0 0,-1 0 0,1-1 0,-1 1 0,1 0 0,-1 0 0,0 1 0,1-1 0,-1 0 0,0 0 0,0 1 0,0-1 0,1 1 0,-1 0 0,0-1 0,0 1 0,0 0 0,0 0 0,0 0 0,0 0 0,1 1 0,-1-1 0,0 0 0,0 1 0,0 0 0,0-1 0,1 1 0,-4 1 0,-1 1 0,1 0 0,-1 1 0,0 0 0,1 0 0,0 0 0,0 1 0,0-1 0,0 1 0,-6 9 0,5-3 0,-1 0 0,2 0 0,-1 0 0,1 1 0,1 0 0,0 0 0,1 0 0,0 1 0,1-1 0,1 1 0,-1-1 0,2 1 0,0-1 0,1 1 0,0 0 0,0-1 0,6 18 0,-6-25 0,1-1 0,0 0 0,0 1 0,1-1 0,-1 0 0,1 0 0,0-1 0,0 1 0,0 0 0,0-1 0,1 0 0,-1 0 0,1 0 0,0 0 0,0 0 0,0-1 0,7 3 0,-8-3 0,0-1 0,0 0 0,0-1 0,0 1 0,1-1 0,-1 1 0,0-1 0,0 0 0,0 0 0,1 0 0,-1-1 0,0 1 0,0-1 0,0 0 0,0 1 0,0-2 0,0 1 0,0 0 0,0 0 0,0-1 0,0 0 0,0 1 0,-1-1 0,1 0 0,-1-1 0,4-2 0,1-4 0,1-1 0,-2 1 0,1-1 0,-1 0 0,7-17 0,19-57 0,-26 66 0,9-31 0,-9 27 0,12-28 0,-10 39 0,-5 19 0,-5 21 0,-17 61 0,10-55 0,1 1 0,-4 64 0,12-97 0,0 1 0,0-1 0,0 1 0,0-1 0,1 1 0,0-1 0,0 1 0,0-1 0,3 7 0,-4-9 0,1 0 0,-1-1 0,1 1 0,0 0 0,-1 0 0,1-1 0,0 1 0,0 0 0,0-1 0,0 1 0,-1-1 0,1 1 0,0-1 0,0 1 0,0-1 0,0 0 0,0 1 0,0-1 0,0 0 0,0 0 0,0 0 0,0 0 0,0 0 0,0 0 0,1 0 0,-1 0 0,0 0 0,0 0 0,0 0 0,0-1 0,0 1 0,0 0 0,-1-1 0,1 1 0,0-1 0,2-1 0,7-3 0,-1-1 0,0 0 0,0-1 0,0 0 0,-1 0 0,14-16 0,40-59 0,-21 26 0,-40 55 0,0 0 0,0-1 0,0 1 0,0 0 0,0-1 0,0 1 0,1 0 0,-1 0 0,0 0 0,1 0 0,-1 0 0,1 0 0,-1 1 0,1-1 0,2-1 0,-3 2 0,-1 0 0,0 0 0,1 1 0,-1-1 0,0 0 0,1 0 0,-1 0 0,0 0 0,1 0 0,-1 1 0,0-1 0,1 0 0,-1 0 0,0 1 0,0-1 0,1 0 0,-1 0 0,0 1 0,0-1 0,1 0 0,-1 1 0,0-1 0,0 0 0,0 1 0,0-1 0,3 18 0,-3 1 0,-1-9 0,1 0 0,0 0 0,1 0 0,3 18 0,-3-27 0,-1 1 0,1-1 0,-1 1 0,1-1 0,-1 1 0,1-1 0,0 0 0,-1 1 0,1-1 0,0 0 0,0 1 0,0-1 0,0 0 0,0 0 0,1 0 0,-1 0 0,0 0 0,0 0 0,1 0 0,-1-1 0,0 1 0,1 0 0,-1-1 0,1 1 0,-1-1 0,1 1 0,-1-1 0,1 0 0,-1 0 0,1 0 0,-1 0 0,1 0 0,0 0 0,-1 0 0,1 0 0,-1 0 0,3-1 0,0-1 0,0 1 0,1-1 0,-1 0 0,0 0 0,0-1 0,0 1 0,-1-1 0,1 0 0,-1 0 0,1 0 0,-1 0 0,0-1 0,0 1 0,-1-1 0,1 0 0,-1 0 0,1 0 0,-1 0 0,2-8 0,0 4 0,-1-1 0,-1 0 0,1 1 0,-1-1 0,-1 0 0,0 0 0,0-1 0,-1 1 0,0-9 0,-1 13-44,1 1 0,-1 0 0,0 0 0,0 0 0,-1 0 0,1 0 0,-1 0 0,0 0 0,0 0 0,0 1 0,0-1 0,-1 1 0,1-1 0,-1 1 0,0 0 0,0 0 0,0 0 0,-1 0-1,1 1 1,-1 0 0,1-1 0,-1 1 0,0 0 0,0 1 0,0-1 0,0 1 0,0-1 0,0 1 0,0 1 0,-8-2 0,-3 1-6782</inkml:trace>
</inkml:ink>
</file>

<file path=ppt/ink/ink1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38.099"/>
    </inkml:context>
    <inkml:brush xml:id="br0">
      <inkml:brushProperty name="width" value="0.05" units="cm"/>
      <inkml:brushProperty name="height" value="0.05" units="cm"/>
    </inkml:brush>
  </inkml:definitions>
  <inkml:trace contextRef="#ctx0" brushRef="#br0">72 30 24575,'0'-1'0,"0"0"0,0 0 0,0 0 0,0-1 0,0 1 0,0 0 0,0 0 0,0-1 0,-1 1 0,1 0 0,0 0 0,-1 0 0,1 0 0,-1-1 0,1 1 0,-1 0 0,0 0 0,1 0 0,-1 0 0,0 0 0,0 0 0,0 0 0,0 1 0,1-1 0,-3-1 0,2 2 0,0 0 0,-1 0 0,1 0 0,0 1 0,0-1 0,0 0 0,0 1 0,0-1 0,0 1 0,0-1 0,0 1 0,0-1 0,0 1 0,0 0 0,0-1 0,1 1 0,-1 0 0,0 0 0,0 0 0,1 0 0,-1 0 0,0 0 0,1 0 0,-1 0 0,1 0 0,-1 0 0,1 0 0,-1 2 0,-5 12 0,1 0 0,0 0 0,1 1 0,0-1 0,-2 30 0,2 85 0,4-95 0,0 105-1365,1-104-5461</inkml:trace>
</inkml:ink>
</file>

<file path=ppt/ink/ink1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38.470"/>
    </inkml:context>
    <inkml:brush xml:id="br0">
      <inkml:brushProperty name="width" value="0.05" units="cm"/>
      <inkml:brushProperty name="height" value="0.05" units="cm"/>
    </inkml:brush>
  </inkml:definitions>
  <inkml:trace contextRef="#ctx0" brushRef="#br0">270 141 24575,'3'-10'0,"1"-1"0,-2 0 0,1 0 0,-2 0 0,1-1 0,-1 1 0,-1 0 0,0 0 0,-2-12 0,2 22 0,0 0 0,0 0 0,0 0 0,0 1 0,0-1 0,0 0 0,0 0 0,0 0 0,-1 0 0,1 1 0,0-1 0,-1 0 0,1 0 0,0 0 0,-1 1 0,1-1 0,-1 0 0,1 1 0,-1-1 0,0 0 0,0 0 0,0 0 0,0 1 0,1 0 0,-1 0 0,0 0 0,0 0 0,1 0 0,-1 0 0,0 1 0,1-1 0,-1 0 0,0 0 0,1 0 0,-1 1 0,1-1 0,-1 0 0,0 0 0,1 1 0,-1-1 0,1 1 0,-2 0 0,-4 4 0,0 1 0,1 0 0,-8 9 0,12-13 0,-30 40 0,2 2 0,1 0 0,-38 87 0,51-94 0,1 1 0,2 0 0,2 1 0,1 0 0,-5 64 0,12-90 0,2 1 0,0 0 0,1 0 0,0-1 0,1 1 0,0 0 0,1-1 0,6 14 0,-8-22 0,1-1 0,0 0 0,0 0 0,1 0 0,-1 0 0,1 0 0,0 0 0,0-1 0,0 1 0,0-1 0,1 0 0,-1 0 0,1 0 0,0 0 0,0-1 0,0 1 0,0-1 0,1 0 0,-1 0 0,0-1 0,1 1 0,-1-1 0,1 0 0,0 0 0,-1-1 0,10 1 0,21-4-1365,-1-2-5461</inkml:trace>
</inkml:ink>
</file>

<file path=ppt/ink/ink1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38.891"/>
    </inkml:context>
    <inkml:brush xml:id="br0">
      <inkml:brushProperty name="width" value="0.05" units="cm"/>
      <inkml:brushProperty name="height" value="0.05" units="cm"/>
    </inkml:brush>
  </inkml:definitions>
  <inkml:trace contextRef="#ctx0" brushRef="#br0">154 67 24575,'3'-21'0,"-2"19"0,0-1 0,-1 1 0,1 0 0,-1-1 0,0 1 0,0-1 0,0 1 0,0-3 0,0 4 0,-1 0 0,1-1 0,-1 1 0,1 0 0,-1 0 0,1 0 0,-1 0 0,0 1 0,1-1 0,-1 0 0,0 0 0,0 0 0,0 0 0,0 1 0,0-1 0,1 0 0,-1 1 0,-1-1 0,1 1 0,0-1 0,0 1 0,-1-1 0,-1 0 0,-1 1 0,1-1 0,0 1 0,0 0 0,-1 0 0,1 0 0,0 0 0,0 0 0,0 1 0,-1-1 0,1 1 0,0 0 0,0 0 0,0 0 0,0 1 0,0-1 0,0 1 0,1-1 0,-1 1 0,0 0 0,1 0 0,-4 3 0,0 1 0,0 0 0,0 0 0,0 1 0,1 0 0,0 0 0,0 0 0,-5 10 0,6-8 0,1 1 0,0-1 0,1 0 0,0 1 0,0 0 0,1 0 0,0-1 0,0 1 0,2 0 0,-1 0 0,3 12 0,-3-17 0,1-1 0,1 1 0,-1-1 0,1 1 0,0-1 0,0 1 0,0-1 0,0 0 0,1 0 0,0 0 0,3 4 0,-4-6 0,1 0 0,0 0 0,-1 1 0,1-1 0,0-1 0,0 1 0,0 0 0,1-1 0,-1 0 0,0 1 0,0-1 0,1-1 0,-1 1 0,1 0 0,-1-1 0,6 1 0,-3-2 0,0 1 0,0-1 0,0 0 0,0-1 0,0 1 0,-1-1 0,1 0 0,-1 0 0,1-1 0,-1 0 0,0 0 0,0 0 0,0-1 0,0 1 0,-1-1 0,1 0 0,-1 0 0,0-1 0,6-9 0,-6 10 0,-1-1 0,0 1 0,-1-1 0,1 0 0,-1 0 0,0 0 0,0 0 0,-1 0 0,1 0 0,-1-1 0,-1 1 0,1 0 0,-1-1 0,1 1 0,-1 0 0,-1-1 0,1 1 0,-1-1 0,0 1 0,0 0 0,-1 0 0,-2-6 0,1 3 0,-1-1 0,-1 1 0,0 1 0,0-1 0,0 1 0,-1 0 0,0 0 0,-13-12 0,18 19 8,1 0-1,0 0 1,0-1-1,-1 1 0,1 0 1,0 0-1,-1 0 1,1-1-1,0 1 0,-1 0 1,1 0-1,0 0 1,-1 0-1,1 0 1,0 0-1,-1 0 0,1-1 1,0 1-1,-1 0 1,1 0-1,0 0 0,-1 1 1,1-1-1,-1 0 1,1 0-1,0 0 1,-1 0-1,1 0 0,0 0 1,-1 0-1,1 1 1,0-1-1,0 0 1,-1 0-1,1 0 0,0 1 1,-1-1-1,1 0 1,0 0-1,0 1 0,0-1 1,-1 0-1,1 1 1,0-1-1,0 1 1,-2 15-1715,4-4-5119</inkml:trace>
</inkml:ink>
</file>

<file path=ppt/ink/ink1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39.331"/>
    </inkml:context>
    <inkml:brush xml:id="br0">
      <inkml:brushProperty name="width" value="0.05" units="cm"/>
      <inkml:brushProperty name="height" value="0.05" units="cm"/>
    </inkml:brush>
  </inkml:definitions>
  <inkml:trace contextRef="#ctx0" brushRef="#br0">0 41 24575,'2'-4'0,"-1"-1"0,1 1 0,-1 0 0,1 0 0,1 0 0,-1 1 0,0-1 0,5-5 0,-6 9 0,-1 0 0,0 0 0,1 1 0,-1-1 0,0 0 0,1 0 0,-1 0 0,0 0 0,0 0 0,1 1 0,-1-1 0,0 0 0,0 0 0,0 1 0,1-1 0,-1 0 0,0 0 0,0 1 0,0-1 0,1 0 0,-1 0 0,0 1 0,0-1 0,0 0 0,0 1 0,0-1 0,0 0 0,0 0 0,0 1 0,0-1 0,0 0 0,0 1 0,0-1 0,0 0 0,0 1 0,0-1 0,0 0 0,0 1 0,1 16 0,-2 248 0,3-282 0,0 0 0,1 0 0,1 1 0,0-1 0,1 1 0,1 0 0,1 0 0,0 0 0,1 1 0,19-28 0,-22 37 0,0 0 0,0 0 0,0 1 0,1 0 0,0 0 0,0 0 0,13-7 0,-18 11 0,0 0 0,1 0 0,-1 1 0,1-1 0,-1 0 0,1 1 0,-1 0 0,1-1 0,-1 1 0,1 0 0,-1 0 0,1-1 0,-1 1 0,1 1 0,0-1 0,-1 0 0,1 0 0,-1 1 0,1-1 0,-1 0 0,1 1 0,-1-1 0,0 1 0,1 0 0,-1 0 0,1-1 0,-1 1 0,0 0 0,0 0 0,0 0 0,1 0 0,-1 1 0,0-1 0,0 0 0,-1 0 0,1 1 0,0-1 0,0 0 0,-1 1 0,1-1 0,0 1 0,-1-1 0,0 1 0,1 2 0,4 15 67,-1 0 0,-1 0 0,-1 0 0,0 34 0,-2-37-280,0 0 1,1 0-1,1 0 1,0 0-1,1 0 1,1-1-1,9 25 1,-4-24-6614</inkml:trace>
</inkml:ink>
</file>

<file path=ppt/ink/ink1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39.563"/>
    </inkml:context>
    <inkml:brush xml:id="br0">
      <inkml:brushProperty name="width" value="0.05" units="cm"/>
      <inkml:brushProperty name="height" value="0.05" units="cm"/>
    </inkml:brush>
  </inkml:definitions>
  <inkml:trace contextRef="#ctx0" brushRef="#br0">58 151 24575,'0'-3'0,"-2"-70"0,1 66 0,0-1 0,0 1 0,-1 0 0,1-1 0,-2 1 0,1 0 0,-5-9 0,7 16 0,0-1 0,0 1 0,-1-1 0,1 1 0,0 0 0,0-1 0,0 1 0,-1 0 0,1-1 0,0 1 0,0 0 0,-1 0 0,1-1 0,0 1 0,-1 0 0,1 0 0,0-1 0,-1 1 0,1 0 0,0 0 0,-1 0 0,1-1 0,0 1 0,-1 0 0,1 0 0,0 0 0,-1 0 0,1 0 0,-1 0 0,1 0 0,0 0 0,-1 0 0,-7 11 0,0 20 0,1 28 0,3 0 0,4 91 0,1-120 0,15 269-1365,-12-269-5461</inkml:trace>
</inkml:ink>
</file>

<file path=ppt/ink/ink1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39.702"/>
    </inkml:context>
    <inkml:brush xml:id="br0">
      <inkml:brushProperty name="width" value="0.05" units="cm"/>
      <inkml:brushProperty name="height" value="0.05" units="cm"/>
    </inkml:brush>
  </inkml:definitions>
  <inkml:trace contextRef="#ctx0" brushRef="#br0">1 141 24575,'0'-5'0,"2"-8"0,4-7 0,2-3 0,6 0 0,6 3 0,6 3 0,5 6 0,1 4 0,4 5 0,-3 4 0,-6 1-8191</inkml:trace>
</inkml:ink>
</file>

<file path=ppt/ink/ink1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30.601"/>
    </inkml:context>
    <inkml:brush xml:id="br0">
      <inkml:brushProperty name="width" value="0.05" units="cm"/>
      <inkml:brushProperty name="height" value="0.05" units="cm"/>
    </inkml:brush>
  </inkml:definitions>
  <inkml:trace contextRef="#ctx0" brushRef="#br0">281 12 24575,'1'-1'0,"0"-1"0,1 1 0,-1 0 0,1 0 0,-1 0 0,1 0 0,-1 1 0,1-1 0,0 0 0,1 0 0,1 4 0,-7 9 0,-7 9 0,-2 0 0,-1-1 0,0 0 0,-22 23 0,4-9 0,-45 39 0,36-42 0,27-22 0,1 0 0,1 0 0,-20 21 0,31-30 0,0 1 0,0-1 0,-1 0 0,1 0 0,0 1 0,0-1 0,0 0 0,-1 0 0,1 1 0,0-1 0,0 0 0,0 1 0,0-1 0,0 0 0,0 0 0,0 1 0,-1-1 0,1 0 0,0 1 0,0-1 0,0 0 0,0 1 0,0-1 0,1 0 0,-1 1 0,0-1 0,0 0 0,0 1 0,0-1 0,0 0 0,0 1 0,0-1 0,1 0 0,-1 1 0,13 4 0,23-4 0,-31-2 0,56-1 112,73 2 75,-120 1-395,0 0 0,1 1 0,-1 1 0,-1 1 0,1 0 0,0 0 0,14 9 0,-19-9-6618</inkml:trace>
</inkml:ink>
</file>

<file path=ppt/ink/ink1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30.929"/>
    </inkml:context>
    <inkml:brush xml:id="br0">
      <inkml:brushProperty name="width" value="0.05" units="cm"/>
      <inkml:brushProperty name="height" value="0.05" units="cm"/>
    </inkml:brush>
  </inkml:definitions>
  <inkml:trace contextRef="#ctx0" brushRef="#br0">28 112 24575,'-13'-8'0,"-2"-2"0,18 5 0,10 1 0,101-12 0,134-1 0,-71 7 0,-121 6 0,-6 2 0,0-3 0,71-17 0,-118 22 47,-2 0-148,0-1 0,0 1 0,1 0 0,-1-1 1,0 1-1,0-1 0,0 1 0,1-1 0,-1 0 0,0 1 0,0-1 1,0 0-1,1-1 0</inkml:trace>
</inkml:ink>
</file>

<file path=ppt/ink/ink1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42.131"/>
    </inkml:context>
    <inkml:brush xml:id="br0">
      <inkml:brushProperty name="width" value="0.05" units="cm"/>
      <inkml:brushProperty name="height" value="0.05" units="cm"/>
    </inkml:brush>
  </inkml:definitions>
  <inkml:trace contextRef="#ctx0" brushRef="#br0">85 267 24575,'-5'-13'0,"0"0"0,-4-20 0,5 20 0,8 29 0,-2 1 0,0-1 0,-1 1 0,-1 30 0,-1-13 0,-23 793-453,9-458 319,0-123 91,0-5 575,14-240-523,1 1-1,0 0 0,0 0 0,0 0 0,0 0 0,0 0 1,1 0-1,-1 0 0,1 0 0,-1 0 0,1 0 0,-1 0 0,1-1 1,2 4-1,-2-4-9,0-1 0,0 1 0,0-1-1,0 1 1,1-1 0,-1 1 0,0-1 0,0 0 0,1 1 0,-1-1 0,0 0 0,0 0 0,1 0 0,-1 0 0,0 0 0,1 0 0,-1-1 0,0 1 0,0 0-1,1-1 1,-1 1 0,2-2 0,126-32 1,1 5 0,142-12 0,694-1-979,3 62-715,-227-2 1073,72-16-98,-752-2 802,99-15 1,-155 14 109,0 0 1,0 0 0,0-1 0,10-5 0,-15 7-144,0 0 0,-1-1 0,1 1 0,0-1 0,-1 1 0,1 0-1,-1-1 1,1 1 0,0-1 0,-1 0 0,0 1 0,1-1 0,-1 1 0,1-1 0,-1 0-1,0 1 1,1-1 0,-1 0 0,1 0 0,-2 0 1,1 0-1,0 0 1,0 0 0,0 1-1,-1-1 1,1 0 0,0 0-1,-1 1 1,1-1 0,0 0-1,-1 1 1,1-1 0,-1 0-1,1 1 1,-1-1-1,0 1 1,1-1 0,-1 0-1,0 1 1,1 0 0,-1-1-1,-1 0 1,-19-11 88,0 0 0,-39-14 1,41 19-91,0-1 1,1-1-1,1 0 0,0-2 1,-19-13-1,32 20-49,0-1 0,0 1 0,0-1 0,0 0 0,1 0 0,0-1 0,0 1 0,0-1 0,1 1 0,0-1 0,0 0 0,0 0 0,1 0 0,0 0 0,0 0 0,0-8 0,1-12 0,0-1 0,6-39 0,-2 28 0,12-248 0,10-91 0,10 138 0,4-42 0,-33 214 0,-4-1 0,-6-78 0,3 143 0,0-1 0,0 0 0,-1 0 0,1 1 0,-1-1 0,0 1 0,0-1 0,-1 1 0,1-1 0,-4-5 0,4 8 0,0 0 0,-1-1 0,1 1 0,0 0 0,-1 0 0,1 0 0,-1 1 0,0-1 0,1 0 0,-1 0 0,1 1 0,-1-1 0,0 1 0,0 0 0,1-1 0,-1 1 0,0 0 0,0 0 0,1 0 0,-1 0 0,0 0 0,0 1 0,1-1 0,-4 1 0,-151 28 0,-151 24 0,-268-3-843,-5-28-182,487-19 994,-1530 58-348,1353-43 2657,156-7-2278,-172 7 0,237-18 0,45 3 0,11 2 0,15 4 0,-16-7 0,5 4-1365,-1 0-5461</inkml:trace>
</inkml:ink>
</file>

<file path=ppt/ink/ink1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42.846"/>
    </inkml:context>
    <inkml:brush xml:id="br0">
      <inkml:brushProperty name="width" value="0.05" units="cm"/>
      <inkml:brushProperty name="height" value="0.05" units="cm"/>
    </inkml:brush>
  </inkml:definitions>
  <inkml:trace contextRef="#ctx0" brushRef="#br0">1 221 24575,'0'-10'0,"1"0"0,0 0 0,0 0 0,1 1 0,0-1 0,1 1 0,0-1 0,1 1 0,0 0 0,0 0 0,1 0 0,7-9 0,-11 17 0,-1 0 0,1-1 0,0 1 0,0 0 0,0 0 0,0 0 0,0 0 0,1 0 0,-1 0 0,0 1 0,0-1 0,1 0 0,-1 0 0,0 1 0,1-1 0,-1 1 0,0-1 0,1 1 0,-1 0 0,1 0 0,-1-1 0,1 1 0,-1 0 0,1 0 0,-1 0 0,1 1 0,-1-1 0,1 0 0,-1 0 0,1 1 0,-1-1 0,0 1 0,1-1 0,-1 1 0,0 0 0,1 0 0,-1-1 0,0 1 0,1 1 0,3 3 0,0 0 0,-1 0 0,0 1 0,0 0 0,0-1 0,-1 1 0,5 9 0,28 74 0,35 124 0,-29-75 0,78 200 0,-116-327 0,11 23 0,-15-32 0,1 0 0,0-1 0,0 1 0,0-1 0,0 1 0,0-1 0,1 1 0,-1-1 0,0 0 0,1 0 0,-1 1 0,0-1 0,1 0 0,0 0 0,2 1 0,-3-2 0,0 0 0,0 0 0,0 0 0,0 0 0,0-1 0,0 1 0,0 0 0,0 0 0,0-1 0,0 1 0,0 0 0,0-1 0,-1 1 0,1-1 0,0 1 0,0-1 0,0 0 0,-1 1 0,1-1 0,0 0 0,0 1 0,-1-1 0,1 0 0,-1 0 0,1 0 0,0-1 0,14-27 0,-13 24 0,16-38 0,-2-1 0,13-56 0,11-94 0,-37 178 0,65-457 0,-67 463 0,-1 6 0,1-1 0,-1 1 0,0-1 0,0 1 0,0-1 0,0 1 0,-1-1 0,0 1 0,-1-5 0,2 9 0,0 0 0,-1 0 0,1-1 0,0 1 0,0 0 0,0 0 0,0 0 0,0 0 0,0 0 0,0 0 0,-1 0 0,1-1 0,0 1 0,0 0 0,0 0 0,0 0 0,-1 0 0,1 0 0,0 0 0,0 0 0,0 0 0,0 0 0,-1 0 0,1 0 0,0 0 0,0 0 0,0 0 0,0 0 0,-1 0 0,1 0 0,0 0 0,0 0 0,0 0 0,0 0 0,-1 0 0,1 0 0,0 1 0,0-1 0,0 0 0,0 0 0,0 0 0,-1 0 0,1 0 0,0 0 0,0 0 0,0 1 0,0-1 0,0 0 0,0 0 0,0 0 0,0 0 0,0 1 0,-1-1 0,1 0 0,0 0 0,0 0 0,0 0 0,0 1 0,0-1 0,-5 12 0,-2 12-337,1 0-1,-5 36 0,11-55-14,-6 40-6474</inkml:trace>
</inkml:ink>
</file>

<file path=ppt/ink/ink1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43.031"/>
    </inkml:context>
    <inkml:brush xml:id="br0">
      <inkml:brushProperty name="width" value="0.05" units="cm"/>
      <inkml:brushProperty name="height" value="0.05" units="cm"/>
    </inkml:brush>
  </inkml:definitions>
  <inkml:trace contextRef="#ctx0" brushRef="#br0">81 1 24575,'2'0'0,"4"0"0,0 2 0,-1 4 0,-3 2 0,-5 6 0,-1 4 0,-3 7 0,-3 6 0,-1 5 0,-2 1 0,1 2 0,1-2 0,2-2 0,0-4 0,2-5 0,2-8-8191</inkml:trace>
</inkml:ink>
</file>

<file path=ppt/ink/ink1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43.156"/>
    </inkml:context>
    <inkml:brush xml:id="br0">
      <inkml:brushProperty name="width" value="0.05" units="cm"/>
      <inkml:brushProperty name="height" value="0.05" units="cm"/>
    </inkml:brush>
  </inkml:definitions>
  <inkml:trace contextRef="#ctx0" brushRef="#br0">15 150 24575,'0'-10'0,"0"-10"0,0-9 0,0-1 0,0 1 0,-3 8 0,-2 10 0,-1 12 0</inkml:trace>
</inkml:ink>
</file>

<file path=ppt/ink/ink1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43.994"/>
    </inkml:context>
    <inkml:brush xml:id="br0">
      <inkml:brushProperty name="width" value="0.05" units="cm"/>
      <inkml:brushProperty name="height" value="0.05" units="cm"/>
    </inkml:brush>
  </inkml:definitions>
  <inkml:trace contextRef="#ctx0" brushRef="#br0">0 189 24575,'11'10'0,"1"-2"0,20 13 0,-24-16 0,-5-4 0,-1 0 0,0 0 0,0 0 0,1 0 0,-1 0 0,1 0 0,-1 0 0,1-1 0,-1 0 0,1 1 0,-1-1 0,1 0 0,-1 0 0,1 0 0,-1 0 0,6-2 0,-4 1 0,0-1 0,0 1 0,0-1 0,0 0 0,-1 0 0,1-1 0,-1 1 0,1-1 0,4-4 0,-1 0 0,0-2 0,0 1 0,-1-1 0,0 0 0,0 0 0,-1 0 0,5-13 0,-6 11 0,0 0 0,0 0 0,2-20 0,-5 28 0,-1 0 0,1 0 0,-1 0 0,0 0 0,0-1 0,0 1 0,-1 0 0,1 0 0,-1 0 0,0 0 0,0 0 0,0 0 0,0 0 0,0 0 0,-1 0 0,1 0 0,-1 0 0,-2-2 0,3 4 0,0 0 0,0 0 0,0 0 0,0 1 0,0-1 0,0 0 0,0 1 0,-1-1 0,1 1 0,0 0 0,0-1 0,-1 1 0,1 0 0,0 0 0,0-1 0,-1 1 0,1 0 0,0 0 0,0 1 0,-1-1 0,1 0 0,0 0 0,-1 1 0,1-1 0,0 0 0,0 1 0,0-1 0,0 1 0,-1 0 0,1-1 0,0 1 0,0 0 0,-1 1 0,-5 3 0,0 1 0,1 0 0,-10 12 0,14-16 0,-10 13 0,0 0 0,2 1 0,-1 0 0,2 0 0,0 1 0,2 1 0,-1-1 0,2 1 0,1 0 0,0 1 0,1-1 0,-3 30 0,7-44 0,0-1 0,0 0 0,1 1 0,-1-1 0,1 0 0,-1 1 0,1-1 0,0 0 0,0 0 0,0 0 0,1 0 0,-1 0 0,1 0 0,0 0 0,0 0 0,0-1 0,0 1 0,0 0 0,0-1 0,6 4 0,-6-4 0,1-1 0,0 1 0,-1-1 0,1 0 0,0 0 0,0 0 0,0 0 0,-1-1 0,1 1 0,0-1 0,0 0 0,0 0 0,0 0 0,0 0 0,0 0 0,0-1 0,0 1 0,0-1 0,0 0 0,-1 0 0,1 0 0,0 0 0,0 0 0,2-2 0,3-3 0,1 1 0,-1-2 0,-1 1 0,1-1 0,-1 0 0,0 0 0,0-1 0,-1 0 0,0 0 0,-1-1 0,0 1 0,6-15 0,-1-1 0,0-1 0,-2 0 0,7-38 0,-15 192 0,-1-92 0,-1-24 0,2 0 0,0 1 0,0-1 0,1 1 0,4 16 0,-5-30 0,0 1 0,0-1 0,0 1 0,0-1 0,0 1 0,1-1 0,-1 1 0,0-1 0,0 1 0,1-1 0,-1 1 0,0-1 0,1 1 0,-1-1 0,1 0 0,-1 1 0,0-1 0,1 0 0,-1 1 0,1-1 0,-1 0 0,1 1 0,-1-1 0,1 0 0,-1 0 0,1 0 0,-1 0 0,1 1 0,15-7 0,12-20 0,-7-3 0,0 0 0,-2-1 0,25-53 0,0 0 0,-43 82 0,-1 0 0,0 0 0,1 1 0,-1-1 0,1 0 0,-1 0 0,1 0 0,-1 0 0,1 0 0,-1 1 0,1-1 0,0 0 0,0 1 0,-1-1 0,1 0 0,0 1 0,0-1 0,0 1 0,0 0 0,1-1 0,-1 1 0,-1 1 0,0-1 0,1 1 0,-1-1 0,1 1 0,-1 0 0,0-1 0,1 1 0,-1-1 0,0 1 0,0 0 0,0-1 0,0 1 0,1 0 0,-1 0 0,0-1 0,0 1 0,0 0 0,0-1 0,-1 2 0,1 4 0,0 0 0,-1 0 0,0 0 0,0 0 0,-4 10 0,5-15-32,0-1 1,0 0-1,-1 0 0,1 1 0,0-1 1,0 0-1,0 0 0,0 0 0,0 1 1,-1-1-1,1 0 0,0 0 0,0 0 1,-1 1-1,1-1 0,0 0 0,0 0 1,0 0-1,-1 0 0,1 0 0,0 0 1,-1 1-1,1-1 0,0 0 0,0 0 1,-1 0-1,1 0 0,0 0 0,0 0 1,-1 0-1,1 0 0,0 0 0,-1 0 1,1 0-1,0-1 0,0 1 0,-1 0 1,1 0-1,0 0 0,0 0 0,-1 0 1,1-1-1</inkml:trace>
</inkml:ink>
</file>

<file path=ppt/ink/ink1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46.894"/>
    </inkml:context>
    <inkml:brush xml:id="br0">
      <inkml:brushProperty name="width" value="0.05" units="cm"/>
      <inkml:brushProperty name="height" value="0.05" units="cm"/>
    </inkml:brush>
  </inkml:definitions>
  <inkml:trace contextRef="#ctx0" brushRef="#br0">167 279 24575,'7'-6'0,"0"0"0,0 0 0,0 0 0,1 1 0,0 1 0,11-6 0,-14 8 0,-1-1 0,1 2 0,0-1 0,-1 1 0,1-1 0,0 1 0,0 1 0,0-1 0,0 1 0,0-1 0,0 2 0,0-1 0,6 1 0,-11-1 0,1 1 0,0-1 0,0 0 0,0 0 0,-1 1 0,1-1 0,0 0 0,0 1 0,-1-1 0,1 1 0,0-1 0,-1 1 0,1-1 0,-1 1 0,1-1 0,-1 1 0,1 0 0,-1-1 0,1 1 0,-1 0 0,1-1 0,-1 1 0,0 0 0,1 0 0,-1-1 0,0 1 0,0 0 0,0 0 0,1 0 0,-1-1 0,0 1 0,0 0 0,0 0 0,0 0 0,-1 0 0,1-1 0,0 1 0,0 0 0,0 0 0,-1 0 0,1-1 0,0 1 0,-1 0 0,1 0 0,0-1 0,-1 1 0,1 0 0,-1-1 0,0 2 0,-1 1 0,0 0 0,-1-1 0,1 1 0,0 0 0,-1-1 0,0 1 0,0-1 0,0 0 0,0 0 0,-3 2 0,2-2 0,0-1 0,0 1 0,0-1 0,0 0 0,0 0 0,-1-1 0,1 1 0,0-1 0,0 0 0,-1 0 0,1 0 0,0-1 0,0 1 0,0-1 0,0 0 0,-1 0 0,1-1 0,0 1 0,1-1 0,-1 0 0,0 0 0,0 0 0,-3-3 0,3 1 0,0 0 0,1 1 0,-1-1 0,1-1 0,0 1 0,0 0 0,0-1 0,0 0 0,1 1 0,0-1 0,0 0 0,0 0 0,1 0 0,-1-1 0,1 1 0,0 0 0,0-10 0,2 5 0,-1 1 0,1-1 0,1 1 0,0 0 0,0 0 0,1 0 0,0 0 0,0 0 0,1 0 0,0 1 0,8-12 0,-9 16 0,-1-1 0,2 1 0,-1 0 0,0 0 0,1 0 0,0 0 0,-1 1 0,2-1 0,-1 1 0,0 0 0,1 0 0,-1 1 0,1-1 0,0 1 0,0 0 0,0 1 0,0-1 0,0 1 0,0 0 0,0 0 0,10 0 0,-12 1 0,0 1 0,0-1 0,0 1 0,0 0 0,0 0 0,0 0 0,0 1 0,0-1 0,-1 1 0,1-1 0,-1 1 0,1 0 0,-1 0 0,0 0 0,1 0 0,-1 1 0,0-1 0,0 1 0,-1-1 0,1 1 0,-1-1 0,1 1 0,0 3 0,3 4 0,-1 0 0,-1 0 0,0 0 0,0 1 0,1 13 0,-2-3 0,-1 0 0,-1 1 0,-1-1 0,-1 0 0,0-1 0,-2 1 0,0 0 0,-2-1 0,0 0 0,-12 25 0,12-31 0,-1 0 0,0 0 0,-1-1 0,0 0 0,-1-1 0,0 0 0,-1 0 0,-1-1 0,0 0 0,0-1 0,-1 0 0,0-1 0,-1 0 0,-25 13 0,29-19 0,-1 1 0,1-1 0,-1-1 0,0 0 0,0 0 0,1-1 0,-21 0 0,27-1 0,1 0 0,0 0 0,-1-1 0,1 1 0,0-1 0,-1 1 0,1-1 0,0 0 0,0 0 0,0 0 0,0 0 0,0 0 0,0-1 0,0 1 0,-4-4 0,5 3 0,0 0 0,0 0 0,0 0 0,0 0 0,0 0 0,1 0 0,-1 0 0,1 0 0,-1 0 0,1-1 0,0 1 0,-1 0 0,1 0 0,1 0 0,-1-1 0,0 1 0,0 0 0,1 0 0,-1 0 0,2-3 0,0-1 0,-1 0 0,2 0 0,-1 0 0,1 1 0,0-1 0,0 1 0,0 0 0,1 0 0,-1 0 0,1 0 0,0 1 0,1 0 0,-1 0 0,1 0 0,0 0 0,0 0 0,0 1 0,10-4 0,-12 5 0,1 1 0,0-1 0,0 1 0,0 0 0,1 1 0,-1-1 0,0 1 0,0 0 0,0 0 0,0 0 0,1 0 0,-1 1 0,0 0 0,0 0 0,0 0 0,0 0 0,0 0 0,0 1 0,0 0 0,-1 0 0,1 0 0,-1 0 0,1 0 0,-1 1 0,0 0 0,0 0 0,6 6 0,-2-1 0,-1 1 0,0-1 0,0 2 0,0-1 0,-1 1 0,-1 0 0,0 0 0,0 0 0,2 13 0,1 9 0,4 56 0,-4-24 0,-7-61-124,1 0 0,-1 0 0,1 0 0,-1 0 0,1 0 0,0-1-1,0 1 1,1 0 0,-1 0 0,2 2 0</inkml:trace>
</inkml:ink>
</file>

<file path=ppt/ink/ink1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47.415"/>
    </inkml:context>
    <inkml:brush xml:id="br0">
      <inkml:brushProperty name="width" value="0.05" units="cm"/>
      <inkml:brushProperty name="height" value="0.05" units="cm"/>
    </inkml:brush>
  </inkml:definitions>
  <inkml:trace contextRef="#ctx0" brushRef="#br0">211 593 24575,'1'-11'0,"0"0"0,1-1 0,1 1 0,0 1 0,5-13 0,2-9 0,89-382 0,-98 410 0,1-7 0,0 0 0,1-22 0,-6 23 0,-4 15 0,-7 17 0,-54 117 0,5 4 0,-83 285 0,131-371 0,-8 60 0,20-98 0,1 0 0,1 0 0,1 1 0,0-1 0,2 0 0,0 0 0,6 23 0,-6-37 0,-1 0 0,1 0 0,0 0 0,0 0 0,1 0 0,-1-1 0,1 1 0,0-1 0,0 1 0,1-1 0,-1 0 0,1-1 0,0 1 0,4 3 0,-4-5 0,-1 0 0,1 0 0,0-1 0,0 1 0,-1-1 0,1 1 0,0-1 0,0-1 0,0 1 0,0 0 0,0-1 0,0 0 0,0 0 0,1 0 0,-1-1 0,0 1 0,0-1 0,7-2 0,23-11-1365,-2-2-5461</inkml:trace>
</inkml:ink>
</file>

<file path=ppt/ink/ink1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48.223"/>
    </inkml:context>
    <inkml:brush xml:id="br0">
      <inkml:brushProperty name="width" value="0.05" units="cm"/>
      <inkml:brushProperty name="height" value="0.05" units="cm"/>
    </inkml:brush>
  </inkml:definitions>
  <inkml:trace contextRef="#ctx0" brushRef="#br0">112 27 24575,'0'-1'0,"0"-1"0,0 1 0,0 0 0,0-1 0,0 1 0,0 0 0,0-1 0,-1 1 0,1 0 0,0 0 0,-1-1 0,1 1 0,-1 0 0,1 0 0,-1-1 0,1 1 0,-1 0 0,0 0 0,-1-1 0,-6 4 0,-4 13 0,-3 11 0,1 0 0,1 2 0,1-1 0,-16 58 0,27-82 0,1 1 0,-1 0 0,1 0 0,0 0 0,0 0 0,0 0 0,1 0 0,-1-1 0,1 1 0,0 0 0,0 0 0,0-1 0,1 1 0,-1-1 0,1 1 0,0-1 0,4 7 0,-4-8 0,0 0 0,1 1 0,-1-1 0,0 0 0,1-1 0,-1 1 0,1 0 0,0-1 0,-1 1 0,1-1 0,0 0 0,0 0 0,0 0 0,0 0 0,0-1 0,0 1 0,0-1 0,0 0 0,0 0 0,0 0 0,0 0 0,0 0 0,4-1 0,-4 0 0,-1 1 0,1-1 0,0 0 0,0 0 0,-1 0 0,1 0 0,-1-1 0,1 1 0,-1-1 0,1 1 0,-1-1 0,0 0 0,0 0 0,0 0 0,0 0 0,3-4 0,-2 1 0,0 0 0,-1 0 0,1 0 0,-1 0 0,-1-1 0,1 1 0,0-1 0,0-5 0,0-5 0,-1 1 0,-1-1 0,0 0 0,-1 1 0,-3-21 0,2 26 0,-8-39 0,9 45 0,0 1 0,0 0 0,0 0 0,-1 0 0,1 0 0,-1 0 0,1 0 0,-1 0 0,0 0 0,0 1 0,-4-5 0,5 7 0,1 0 0,0-1 0,0 1 0,0 0 0,0 0 0,-1 0 0,1-1 0,0 1 0,0 0 0,-1 0 0,1 0 0,0 0 0,0 0 0,-1-1 0,1 1 0,0 0 0,0 0 0,-1 0 0,1 0 0,0 0 0,0 0 0,-1 0 0,1 0 0,0 0 0,-1 0 0,1 0 0,0 0 0,0 0 0,-1 0 0,1 0 0,0 1 0,0-1 0,-1 0 0,1 0 0,0 0 0,0 0 0,-1 0 0,1 0 0,0 1 0,0-1 0,0 0 0,-1 0 0,1 0 0,0 1 0,0-1 0,0 0 0,0 0 0,-1 1 0,1-1 0,0 0 0,0 0 0,0 1 0,0-1 0,0 0 0,0 0 0,0 1 0,0 0 0,-1 0 0,1 1 0,0-1 0,0 0 0,0 0 0,0 0 0,1 0 0,-1 1 0,0-1 0,0 0 0,1 0 0,0 2 0,0-1 0,0-1 0,0 1 0,0 0 0,1-1 0,-1 1 0,1-1 0,-1 0 0,1 1 0,0-1 0,-1 0 0,1 0 0,0 0 0,0 0 0,0 0 0,-1-1 0,1 1 0,0 0 0,0-1 0,0 1 0,0-1 0,0 0 0,1 0 0,-1 0 0,0 0 0,3 0 0,5-2 0,0 0 0,0 0 0,0-1 0,10-4 0,20-5 0,-38 12 0,0-1 0,0 1 0,0 0 0,0 0 0,0 0 0,0 0 0,0 1 0,0-1 0,0 1 0,0-1 0,0 1 0,-1-1 0,1 1 0,0 0 0,0 0 0,-1 0 0,1 0 0,0 0 0,-1 1 0,3 1 0,-1 0 0,-1 0 0,0 1 0,0-1 0,0 0 0,0 1 0,0 0 0,-1-1 0,1 1 0,1 7 0,-1 5 0,1 0 0,-2 0 0,0 32 0,-2-27 0,-5 32 0,5-46 0,0-1 0,-1 1 0,0-1 0,0 0 0,-1 1 0,1-1 0,-1 0 0,-8 10 0,3-9 0,6-12 0,6-16 0,10-11 0,2 2 0,1 0 0,1 1 0,1 0 0,29-31 0,-45 56 0,1 0 0,-1 1 0,1-1 0,0 1 0,0 0 0,1 0 0,6-3 0,-10 5 0,0 1 0,0 0 0,0-1 0,0 1 0,0 0 0,0 0 0,0-1 0,0 1 0,0 0 0,0 0 0,0 0 0,0 0 0,0 0 0,0 1 0,0-1 0,0 0 0,0 0 0,0 1 0,-1-1 0,1 0 0,0 1 0,0-1 0,0 1 0,0-1 0,0 1 0,-1 0 0,1-1 0,0 1 0,0 0 0,-1 0 0,1-1 0,0 1 0,-1 0 0,1 0 0,-1 0 0,1 0 0,-1 0 0,0 0 0,1 0 0,-1 0 0,0 0 0,0 0 0,0 0 0,1 1 0,1 8 0,-1 0 0,0 0 0,0 0 0,-1 12 0,-1-16 0,1 1 0,0 0 0,0 0 0,1 0 0,0-1 0,0 1 0,1 0 0,-1-1 0,1 1 0,1-1 0,3 8 0,-5-13 14,-1 0 1,1 1-1,0-1 0,0 0 0,0 0 1,0 0-1,0-1 0,0 1 0,0 0 0,0 0 1,0-1-1,0 1 0,0 0 0,0-1 1,1 1-1,-1-1 0,0 1 0,0-1 0,1 0 1,-1 0-1,0 1 0,1-1 0,1 0 1,0-1-171,0 1 1,-1-1 0,1 1 0,0-1 0,-1 0 0,1 0 0,-1 0-1,1-1 1,-1 1 0,3-3 0,10-7-6671</inkml:trace>
</inkml:ink>
</file>

<file path=ppt/ink/ink1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48.518"/>
    </inkml:context>
    <inkml:brush xml:id="br0">
      <inkml:brushProperty name="width" value="0.05" units="cm"/>
      <inkml:brushProperty name="height" value="0.05" units="cm"/>
    </inkml:brush>
  </inkml:definitions>
  <inkml:trace contextRef="#ctx0" brushRef="#br0">56 302 24575,'1'-68'0,"1"15"0,-10-87 0,7 136 0,1-1 0,-1 0 0,0 1 0,-1-1 0,1 1 0,-4-7 0,5 11 0,0-1 0,0 1 0,0 0 0,0 0 0,0 0 0,0 0 0,0 0 0,0 0 0,0-1 0,0 1 0,0 0 0,-1 0 0,1 0 0,0 0 0,0 0 0,0 0 0,0 0 0,0 0 0,0-1 0,-1 1 0,1 0 0,0 0 0,0 0 0,0 0 0,0 0 0,0 0 0,0 0 0,-1 0 0,1 0 0,0 0 0,0 0 0,0 0 0,0 0 0,-1 0 0,1 0 0,0 0 0,0 0 0,0 0 0,0 0 0,0 0 0,0 0 0,-1 0 0,1 1 0,0-1 0,0 0 0,-5 8 0,-1 13 0,-4 48 0,-3 128 0,23 69 0,-9-245 0,2 1 0,5 23 0,-12-73 0,1-1 0,2 0 0,1 0 0,1 0 0,6-35 0,-5 52 0,0 1 0,2 0 0,-1 0 0,1 0 0,1 0 0,0 1 0,0-1 0,14-17 0,-15 23 0,0 0 0,0 1 0,1-1 0,0 1 0,0 0 0,0 0 0,0 1 0,1 0 0,-1 0 0,1 0 0,0 0 0,-1 1 0,1 0 0,1 0 0,-1 1 0,0-1 0,11 0 0,4 2-1365,-3 0-5461</inkml:trace>
</inkml:ink>
</file>

<file path=ppt/ink/ink1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48.671"/>
    </inkml:context>
    <inkml:brush xml:id="br0">
      <inkml:brushProperty name="width" value="0.05" units="cm"/>
      <inkml:brushProperty name="height" value="0.05" units="cm"/>
    </inkml:brush>
  </inkml:definitions>
  <inkml:trace contextRef="#ctx0" brushRef="#br0">0 0 24575,'0'3'0,"0"2"0,0 4 0,0-3 0</inkml:trace>
</inkml:ink>
</file>

<file path=ppt/ink/ink1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57.411"/>
    </inkml:context>
    <inkml:brush xml:id="br0">
      <inkml:brushProperty name="width" value="0.05" units="cm"/>
      <inkml:brushProperty name="height" value="0.05" units="cm"/>
    </inkml:brush>
  </inkml:definitions>
  <inkml:trace contextRef="#ctx0" brushRef="#br0">110 144 24575,'1'10'0,"1"0"0,1 0 0,4 12 0,4 15 0,-1 7 0,-1 0 0,-3 1 0,-1-1 0,-3 1 0,-3 50 0,-1-81 0,-1 0 0,-7 19 0,7-23 0,0 1 0,0-1 0,1 1 0,0-1 0,0 18 0,2-27 0,0 0 0,0 1 0,1-1 0,-1 0 0,0 0 0,1 0 0,-1 0 0,1 0 0,-1 0 0,1 0 0,-1 0 0,1 0 0,0 0 0,-1 0 0,1 0 0,0 0 0,0 0 0,0-1 0,0 1 0,0 0 0,0-1 0,0 1 0,0-1 0,0 1 0,0-1 0,0 1 0,0-1 0,0 1 0,0-1 0,2 0 0,5 1 0,-1 0 0,0-1 0,14 0 0,-16 0 0,170-10 45,91-3-290,1103 15-5603,0 36 2763,-721-18 2827,-435-12 441,183 3 1759,-367-11-1106,-12 1-308,0 0 1,0-2 0,-1 0-1,1 0 1,-1-2 0,30-7-1,-45 9-495,0 1 0,0 0 0,0 0-1,-1-1 1,1 1 0,0 0 0,0-1-1,0 1 1,0-1 0,-1 1 0,1-1-1,0 0 1,0 1 0,-1-1 0,1 0-1,-1 1 1,1-1 0,0 0 0,-1 0-1,1 0 1,-1 1 0,0-1 0,1-1-1,-1 1 13,0 0 0,0 0 0,-1 0 0,1 1 0,0-1 0,0 0 0,-1 0 0,1 0 0,-1 1 0,1-1 0,-1 0 0,1 1 0,-1-1-1,1 0 1,-1 1 0,0-1 0,1 0 0,-1 1 0,-1-1 0,-4-3 164,-1 0 0,0 0 0,1 1 0,-9-3 0,-23-5-209,30 9 0,-1 0 0,1-1 0,-1 0 0,1 0 0,0-1 0,0 0 0,-13-8 0,20 10 0,0 1 0,-1-1 0,1 1 0,0-1 0,-1 0 0,1 0 0,0 1 0,0-1 0,1 0 0,-1 0 0,0 0 0,1 0 0,-1 0 0,1 0 0,0-1 0,-1 1 0,1 0 0,0 0 0,0 0 0,0 0 0,1 0 0,0-4 0,1-4 0,1 0 0,0-1 0,6-12 0,-2 7 0,6-25 0,-2 0 0,-1-1 0,-3 0 0,-1-1 0,-2 0 0,-2 0 0,-7-82 0,5 122 0,0 0 0,-1 0 0,0 1 0,1-1 0,-1 0 0,0 0 0,-1 0 0,1 0 0,0 1 0,-1-1 0,0 1 0,1-1 0,-1 1 0,0-1 0,-3-1 0,1 0 0,-1 1 0,1-1 0,-1 1 0,0 0 0,0 1 0,0-1 0,-9-2 0,-6 0 0,0 0 0,0 2 0,-31-2 0,46 4 0,-457-6 17,243 8-164,-872-14-924,-291-2-196,994 14 1137,-466 3-104,826-1 307,11-2 426,0 1 1,0 1-1,0 1 0,-29 7 0,46-9-493,0 0-1,0 0 1,-1 0-1,1 1 1,0-1-1,0 0 1,0 0-1,-1 1 1,1-1-1,0 0 1,0 0-1,0 1 1,0-1-1,0 0 1,0 1-1,-1-1 1,1 0-1,0 0 1,0 1-1,0-1 1,0 0-1,0 1 1,0-1-1,0 0 1,0 1-1,0-1 1,0 0-1,1 1 1,-1-1 0,0 0-1,0 0 1,0 1-1,0-1 1,0 0-1,1 1 1,-1-1-1,0 0 1,10 19 50,-1-4-59,1 29 3,-8-31 0,1 0 0,1-1 0,7 20 0,12 11 0,-17-32 0,1 0 0,-2 0 0,1 1 0,-2 0 0,5 15 0,-7-18 183,-1-8-257,0 0 0,-1 0 1,0 0-1,1 1 0,-1-1 0,0 0 1,1 0-1,-1 0 0,0 0 1,0 1-1,0-1 0,0 0 1,0 0-1,0 0 0,0 0 0,-1 1 1,1-1-1,0 0 0,-1 0 1,0 2-1</inkml:trace>
</inkml:ink>
</file>

<file path=ppt/ink/ink1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58.250"/>
    </inkml:context>
    <inkml:brush xml:id="br0">
      <inkml:brushProperty name="width" value="0.05" units="cm"/>
      <inkml:brushProperty name="height" value="0.05" units="cm"/>
    </inkml:brush>
  </inkml:definitions>
  <inkml:trace contextRef="#ctx0" brushRef="#br0">57 232 24575,'-2'0'0,"0"0"0,0-1 0,0 0 0,0 1 0,0-1 0,1 0 0,-1 0 0,0 0 0,1 0 0,-3-1 0,-15-8 0,19 10 0,-1 0 0,1 0 0,-1 1 0,0-1 0,1 0 0,-1 0 0,1 0 0,-1 1 0,1-1 0,-1 0 0,0 0 0,1 1 0,-1-1 0,1 1 0,-1-1 0,1 0 0,0 1 0,-1-1 0,1 1 0,-1-1 0,1 1 0,0-1 0,-1 1 0,1-1 0,0 1 0,0 0 0,-1-1 0,1 1 0,0-1 0,0 1 0,0 0 0,0 0 0,-1 7 0,0-1 0,0 1 0,1 0 0,0-1 0,1 1 0,0 0 0,3 11 0,0 12 0,15 138 0,-19-214 0,1 0 0,3 1 0,10-54 0,-10 81 0,0 1 0,1-1 0,1 1 0,0 0 0,2 0 0,-1 1 0,2 0 0,0 0 0,1 1 0,0 0 0,19-19 0,-21 26 0,0 1 0,1-1 0,-1 1 0,2 1 0,-1 0 0,1 0 0,-1 1 0,1 0 0,21-5 0,-26 8 0,1-1 0,-1 1 0,1 0 0,0 1 0,0 0 0,-1 0 0,1 0 0,0 0 0,0 1 0,-1 0 0,1 0 0,-1 1 0,1 0 0,-1 0 0,1 0 0,-1 0 0,0 1 0,0 0 0,9 7 0,-12-8 0,0 0 0,0 0 0,0 1 0,0-1 0,-1 1 0,1-1 0,-1 1 0,0 0 0,1 0 0,-1-1 0,-1 1 0,1 0 0,0 0 0,-1 0 0,1 0 0,-1 0 0,0 0 0,0 0 0,0 0 0,0 0 0,-1 0 0,1 0 0,-1 0 0,0 0 0,0 0 0,0 0 0,0 0 0,0-1 0,-3 5 0,-2 4 0,-1 1 0,0-1 0,-1 0 0,0-1 0,-13 12 0,-27 20 0,38-34 0,-1 0 0,1 1 0,1 0 0,0 1 0,-11 15 0,19-25 0,1 1 0,-1 0 0,1-1 0,0 1 0,-1-1 0,1 1 0,0 0 0,0-1 0,0 1 0,-1 0 0,1-1 0,0 1 0,0 0 0,0-1 0,0 1 0,0 0 0,0-1 0,0 1 0,0 0 0,1-1 0,-1 1 0,0 0 0,0-1 0,1 1 0,-1 0 0,0-1 0,0 1 0,1-1 0,-1 1 0,1 0 0,-1-1 0,1 1 0,-1-1 0,1 1 0,-1-1 0,1 0 0,-1 1 0,1-1 0,-1 0 0,1 1 0,0-1 0,-1 0 0,1 1 0,0-1 0,-1 0 0,1 0 0,0 0 0,39 8 0,-33-7 0,36 3 0,-27-3 0,0 0 0,0 1 0,0 1 0,0 0 0,-1 1 0,0 1 0,19 8 0,-32-13 0,-1 1 0,1 0 0,-1 0 0,1 0 0,-1 0 0,1 0 0,-1 0 0,1 0 0,-1 1 0,0-1 0,0 0 0,0 1 0,0-1 0,0 1 0,0-1 0,0 1 0,0 0 0,0-1 0,-1 1 0,1 0 0,0 2 0,-1-3 0,-1 1 0,1 0 0,0 0 0,-1 0 0,1 0 0,-1 0 0,1-1 0,-1 1 0,0 0 0,0-1 0,0 1 0,0 0 0,0-1 0,0 1 0,0-1 0,-3 3 0,-4 3 0,0-1 0,0 1 0,-1-1 0,0-1 0,-18 9 0,7-5-124,0-1 0,-1-1 0,1-1 0,-2-1 0,1 0 0,-1-2-1,1-1 1,-1 0 0,0-2 0,-25-2 0,26-1-6702</inkml:trace>
</inkml:ink>
</file>

<file path=ppt/ink/ink1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58.965"/>
    </inkml:context>
    <inkml:brush xml:id="br0">
      <inkml:brushProperty name="width" value="0.05" units="cm"/>
      <inkml:brushProperty name="height" value="0.05" units="cm"/>
    </inkml:brush>
  </inkml:definitions>
  <inkml:trace contextRef="#ctx0" brushRef="#br0">74 66 24575,'8'-3'0,"0"0"0,0 1 0,11-3 0,-14 5 0,-1-1 0,1 1 0,-1-1 0,1-1 0,-1 1 0,0-1 0,0 1 0,0-1 0,0 0 0,0-1 0,0 1 0,0-1 0,0 0 0,4-4 0,-8 6 0,1 1 0,-1 0 0,1-1 0,-1 1 0,0 0 0,1-1 0,-1 1 0,0-1 0,0 1 0,1-1 0,-1 1 0,0 0 0,0-1 0,0 1 0,1-1 0,-1 1 0,0-1 0,0 1 0,0-1 0,0 1 0,0-1 0,0 0 0,0 1 0,0-1 0,0 1 0,0-1 0,0 1 0,-1-1 0,1 1 0,0-1 0,0 1 0,0 0 0,-1-1 0,1 1 0,0-1 0,0 1 0,-1-1 0,1 1 0,-1 0 0,1-1 0,0 1 0,-1 0 0,1-1 0,-1 1 0,1 0 0,0 0 0,-1-1 0,1 1 0,-1 0 0,1 0 0,-1 0 0,1 0 0,-1-1 0,1 1 0,-1 0 0,1 0 0,-2 0 0,-1 0 0,0 0 0,-1-1 0,1 1 0,0 1 0,-1-1 0,1 0 0,-5 2 0,-1 2 0,1-1 0,0 2 0,0-1 0,1 1 0,-1 1 0,1-1 0,0 1 0,1 0 0,-1 1 0,1-1 0,-7 11 0,7-8 0,-1 0 0,2 1 0,-1-1 0,1 1 0,1 0 0,0 1 0,0-1 0,-4 22 0,8-30 0,-1 0 0,1 0 0,0 0 0,0 0 0,0 0 0,0 0 0,0 0 0,0 0 0,1 0 0,-1 1 0,1-1 0,-1 0 0,1 0 0,0 0 0,0-1 0,0 1 0,0 0 0,1 2 0,-1-3 0,0-1 0,1 1 0,-1 0 0,0 0 0,1-1 0,-1 1 0,0 0 0,1-1 0,-1 0 0,1 1 0,-1-1 0,1 0 0,-1 0 0,1 1 0,-1-1 0,1 0 0,-1-1 0,1 1 0,-1 0 0,1 0 0,-1-1 0,1 1 0,-1-1 0,1 1 0,1-2 0,14-6 0,-1 0 0,0-1 0,0 0 0,-1-1 0,0-1 0,-1-1 0,0 0 0,-1-1 0,0 0 0,-1-1 0,16-24 0,-20 28 0,-8 10 0,0 0 0,0 0 0,0 0 0,0-1 0,0 1 0,1 0 0,-1 0 0,0 0 0,0 0 0,0 0 0,0 0 0,0 0 0,0 0 0,0 0 0,0 0 0,0 0 0,0 0 0,0 0 0,0 0 0,1 0 0,-1 0 0,0 1 0,0-1 0,0 0 0,0 0 0,0 0 0,0 0 0,0 0 0,0 0 0,0 0 0,0 0 0,0 0 0,0 0 0,0 0 0,0 0 0,0 0 0,0 0 0,0 0 0,1 0 0,-1 0 0,0 1 0,0-1 0,0 0 0,0 0 0,0 0 0,0 0 0,0 0 0,0 0 0,0 0 0,0 0 0,0 0 0,0 0 0,0 0 0,0 0 0,0 1 0,0-1 0,0 0 0,0 0 0,-1 0 0,1 0 0,0 0 0,0 0 0,0 0 0,0 0 0,-6 25 0,2-11 0,2-2 0,-1 9 0,-3 34 0,6-50 0,0-1 0,0 1 0,0-1 0,0 1 0,1 0 0,0-1 0,0 1 0,0-1 0,1 1 0,-1-1 0,1 0 0,0 0 0,5 7 0,-6-10 0,0 1 0,0-1 0,0 0 0,1 0 0,-1 0 0,0 0 0,1 0 0,-1 0 0,1 0 0,-1-1 0,1 1 0,-1 0 0,1-1 0,0 1 0,-1-1 0,1 0 0,0 1 0,-1-1 0,3 0 0,0-1 0,0 1 0,0-1 0,0 1 0,0-1 0,0-1 0,-1 1 0,8-4 0,3-2 0,-1-1 0,-1-1 0,15-11 0,-27 19 0,23-18 0,-1-2 0,-1 0 0,-1-1 0,-1-1 0,-1-1 0,29-52 0,-46 74 0,-3 2 0,-5 9 0,-10 14 0,13-15 0,0-1 0,0 1 0,1 0 0,0 0 0,0 0 0,1 0 0,0 0 0,-1 12 0,3-15 0,0 0 0,0 0 0,0 0 0,1-1 0,0 1 0,0 0 0,0 0 0,1-1 0,-1 1 0,1 0 0,0-1 0,0 0 0,1 1 0,-1-1 0,7 7 0,-4-5 0,0-1 0,-1 0 0,0 0 0,-1 0 0,1 1 0,3 7 0,-7-13 0,1 1 0,-1 0 0,0 0 0,1 0 0,-1 0 0,0 0 0,0 0 0,0 0 0,0 0 0,0 0 0,0 0 0,0 0 0,0 0 0,0 0 0,0 0 0,-1 0 0,1 0 0,0 0 0,0 0 0,-1 0 0,1 0 0,-1 0 0,1 0 0,-1 0 0,0 0 0,1-1 0,-1 1 0,0 0 0,1 0 0,-1-1 0,0 1 0,0 0 0,0-1 0,1 1 0,-1-1 0,0 1 0,0-1 0,0 0 0,0 1 0,-2-1 0,-3 2-136,0 0-1,-1-1 1,1 0-1,-1 0 1,1-1-1,-1 0 1,0 0-1,1-1 0,-8 0 1,-4-3-6690</inkml:trace>
</inkml:ink>
</file>

<file path=ppt/ink/ink1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59.367"/>
    </inkml:context>
    <inkml:brush xml:id="br0">
      <inkml:brushProperty name="width" value="0.05" units="cm"/>
      <inkml:brushProperty name="height" value="0.05" units="cm"/>
    </inkml:brush>
  </inkml:definitions>
  <inkml:trace contextRef="#ctx0" brushRef="#br0">69 139 24575,'1'0'0,"-1"0"0,1 0 0,-1 0 0,0 0 0,1 0 0,-1 0 0,1 0 0,-1 0 0,0 0 0,1 0 0,-1 0 0,1 0 0,-1 0 0,0 0 0,1 0 0,-1 0 0,0 0 0,1 1 0,-1-1 0,0 0 0,1 0 0,-1 0 0,0 1 0,1-1 0,-1 0 0,0 0 0,1 1 0,-1-1 0,0 0 0,0 1 0,1-1 0,-1 1 0,-6 10 0,6-10 0,-1-1 0,0 1 0,1-1 0,-1 1 0,1 0 0,-1 0 0,0-1 0,1 1 0,0 0 0,-1 0 0,1 0 0,-1-1 0,1 1 0,0 0 0,0 0 0,-1 0 0,1 0 0,0 0 0,0 0 0,0 0 0,0 0 0,0 0 0,0-1 0,0 1 0,1 0 0,-1 0 0,0 0 0,0 0 0,1 0 0,-1 0 0,1-1 0,-1 1 0,0 0 0,1 0 0,-1 0 0,1-1 0,1 2 0,1 0 0,-1-1 0,1 0 0,0 0 0,0 0 0,0 0 0,0 0 0,0-1 0,0 1 0,0-1 0,0 0 0,0 0 0,0 0 0,0 0 0,0 0 0,0-1 0,-1 0 0,1 1 0,0-1 0,0 0 0,4-2 0,4-2 0,-1 0 0,0 0 0,0-1 0,10-8 0,-11 7 0,0-1 0,-1 1 0,0-2 0,0 1 0,11-19 0,-17 24 0,0 0 0,-1 0 0,1 0 0,-1 0 0,0 0 0,0 0 0,0-1 0,0 1 0,-1 0 0,1-7 0,-1 8 0,0 0 0,0 0 0,-1 1 0,1-1 0,-1 0 0,1 1 0,-1-1 0,0 0 0,1 1 0,-1-1 0,0 1 0,0-1 0,0 1 0,0 0 0,-1-1 0,1 1 0,0 0 0,0 0 0,-1 0 0,1 0 0,-1 0 0,-1-1 0,-2 0 0,0 0 0,0 0 0,0 0 0,0 1 0,0 0 0,0 0 0,0 1 0,0-1 0,-1 1 0,1 0 0,0 0 0,0 1 0,0 0 0,0 0 0,-1 0 0,1 0 0,0 1 0,-5 2 0,-1 1 0,0-1 0,1 2 0,0-1 0,0 2 0,0-1 0,1 1 0,-11 10 0,14-10 0,0 0 0,1 0 0,-1 0 0,2 1 0,-1 0 0,1 0 0,0 1 0,0-1 0,1 1 0,0-1 0,1 1 0,0 0 0,0 0 0,0 19 0,2-23 0,0 1 0,0-1 0,0 1 0,1 0 0,0-1 0,0 1 0,0-1 0,1 0 0,0 1 0,0-1 0,0 0 0,1 0 0,0 0 0,-1 0 0,2-1 0,-1 1 0,1-1 0,-1 0 0,1 0 0,0 0 0,1 0 0,-1-1 0,0 1 0,1-1 0,8 4 0,18 3-1365,-2-3-5461</inkml:trace>
</inkml:ink>
</file>

<file path=ppt/ink/ink1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4:59.649"/>
    </inkml:context>
    <inkml:brush xml:id="br0">
      <inkml:brushProperty name="width" value="0.05" units="cm"/>
      <inkml:brushProperty name="height" value="0.05" units="cm"/>
    </inkml:brush>
  </inkml:definitions>
  <inkml:trace contextRef="#ctx0" brushRef="#br0">227 65 24575,'0'-3'0,"0"0"0,0 0 0,0 0 0,0 1 0,-1-1 0,0 0 0,1 0 0,-1 0 0,0 0 0,-1 1 0,1-1 0,0 0 0,-1 1 0,1-1 0,-1 1 0,0-1 0,0 1 0,0 0 0,0 0 0,-4-3 0,4 4 0,0 0 0,0 0 0,0 0 0,0 0 0,0 1 0,-1-1 0,1 1 0,0 0 0,0-1 0,-1 1 0,1 0 0,0 0 0,0 0 0,0 1 0,-1-1 0,1 0 0,0 1 0,0 0 0,0-1 0,0 1 0,0 0 0,0 0 0,0 0 0,0 0 0,0 1 0,0-1 0,-3 3 0,-8 9 0,0-1 0,1 1 0,1 1 0,0 0 0,0 1 0,2 0 0,0 0 0,0 1 0,2 0 0,0 1 0,1-1 0,0 1 0,-4 28 0,9-39 0,0 1 0,0 0 0,1 0 0,0 0 0,0 0 0,2 9 0,-2-13 0,1-1 0,0 0 0,-1 0 0,1 0 0,0 0 0,0 0 0,0 0 0,0 0 0,0 0 0,1 0 0,-1 0 0,1-1 0,-1 1 0,1 0 0,-1-1 0,1 0 0,0 1 0,0-1 0,0 0 0,0 0 0,0 0 0,0 0 0,3 1 0,2 0 43,1-1 0,-1 1-1,0-2 1,0 1 0,0-1-1,0 0 1,14-2 0,-1-2-897,29-8 1,-12 0-5973</inkml:trace>
</inkml:ink>
</file>

<file path=ppt/ink/ink1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00.463"/>
    </inkml:context>
    <inkml:brush xml:id="br0">
      <inkml:brushProperty name="width" value="0.05" units="cm"/>
      <inkml:brushProperty name="height" value="0.05" units="cm"/>
    </inkml:brush>
  </inkml:definitions>
  <inkml:trace contextRef="#ctx0" brushRef="#br0">111 228 24575,'1'-2'0,"1"1"0,-1-1 0,0 0 0,0 0 0,0 0 0,0 0 0,0 0 0,0 0 0,-1 0 0,1 0 0,-1 0 0,1 0 0,-1 0 0,0-1 0,0 1 0,0 0 0,0 0 0,0 0 0,0 0 0,-1-4 0,1 5 0,-1 0 0,1 0 0,0 1 0,-1-1 0,1 0 0,-1 0 0,1 0 0,0 1 0,-1-1 0,0 0 0,1 1 0,-1-1 0,1 0 0,-1 1 0,0-1 0,0 1 0,1-1 0,-1 1 0,0-1 0,-1 0 0,1 1 0,0 0 0,0 0 0,-1 0 0,1 0 0,0 0 0,0 0 0,-1 0 0,1 0 0,0 0 0,0 1 0,-1-1 0,1 0 0,0 1 0,0-1 0,0 1 0,0 0 0,0-1 0,-2 2 0,-3 3 0,1-1 0,0 1 0,0 1 0,0-1 0,1 1 0,-1-1 0,1 1 0,1 0 0,-1 1 0,1-1 0,-4 13 0,-1 3 0,2 0 0,-6 32 0,11-49 0,0 1 0,1-1 0,-1 1 0,1-1 0,0 1 0,1-1 0,-1 1 0,3 9 0,-2-13 0,-1 0 0,1 0 0,0-1 0,0 1 0,0 0 0,0-1 0,0 1 0,1 0 0,-1-1 0,0 1 0,1-1 0,-1 0 0,1 0 0,0 1 0,-1-1 0,1 0 0,0 0 0,-1 0 0,1-1 0,0 1 0,0 0 0,0-1 0,0 1 0,0-1 0,0 0 0,0 1 0,3-1 0,2-1 0,1 1 0,-1-1 0,1 0 0,-1-1 0,0 0 0,0 0 0,0 0 0,0-1 0,0 0 0,0 0 0,-1-1 0,1 0 0,5-5 0,-1 1 0,0-1 0,-1 0 0,1 0 0,-2-1 0,0-1 0,9-13 0,-16 22 0,0 0 0,-1 0 0,1-1 0,-1 1 0,0-1 0,0 1 0,0-1 0,0 1 0,0-1 0,-1 0 0,1 1 0,-1-1 0,1 0 0,-1 0 0,0 1 0,0-1 0,-1 0 0,0-4 0,0 5 0,0 0 0,0 0 0,0 0 0,0 0 0,-1 0 0,1 1 0,-1-1 0,1 0 0,-1 1 0,0-1 0,0 1 0,1 0 0,-1 0 0,0 0 0,0 0 0,0 0 0,0 0 0,0 0 0,-1 1 0,1-1 0,0 1 0,0-1 0,-4 1 0,-35-2 0,123-23 0,-77 23 0,1 1 0,-1 0 0,1-1 0,0 2 0,-1-1 0,1 1 0,0-1 0,7 2 0,-11 0 0,0-1 0,0 1 0,1 0 0,-1 0 0,0 0 0,0 0 0,0 0 0,0 0 0,0 1 0,0-1 0,0 1 0,-1-1 0,1 1 0,0 0 0,-1-1 0,1 1 0,-1 0 0,0 0 0,0 0 0,0 0 0,0 0 0,2 4 0,1 9 0,0-1 0,0 0 0,-2 1 0,2 15 0,-3-16 0,1 0 0,0 0 0,2-1 0,7 23 0,-11-36 0,0 1 0,0-1 0,0 1 0,0-1 0,0 1 0,0-1 0,0 1 0,0-1 0,1 0 0,-1 1 0,0-1 0,0 1 0,0-1 0,1 0 0,-1 1 0,0-1 0,1 0 0,-1 1 0,0-1 0,1 0 0,-1 1 0,0-1 0,1 0 0,-1 0 0,0 1 0,1-1 0,-1 0 0,1 0 0,-1 0 0,1 0 0,-1 0 0,0 0 0,1 1 0,-1-1 0,1 0 0,-1 0 0,1 0 0,-1 0 0,1-1 0,-1 1 0,0 0 0,1 0 0,-1 0 0,1 0 0,-1 0 0,1 0 0,-1-1 0,0 1 0,1 0 0,-1 0 0,1-1 0,-1 1 0,0 0 0,1-1 0,-1 1 0,0 0 0,0-1 0,1 1 0,-1 0 0,0-1 0,0 1 0,1-1 0,-1 0 0,18-35 0,-12 22 0,46-78 0,-44 79 0,1 1 0,0 1 0,1-1 0,1 1 0,11-9 0,-21 19 0,0-1 0,1 1 0,-1 0 0,0 0 0,1 1 0,-1-1 0,1 0 0,-1 0 0,1 1 0,0-1 0,-1 1 0,1-1 0,0 1 0,2-1 0,-3 2 0,0-1 0,0 0 0,0 0 0,-1 0 0,1 1 0,0-1 0,0 0 0,-1 1 0,1-1 0,0 1 0,0-1 0,-1 1 0,1-1 0,-1 1 0,1-1 0,0 1 0,-1 0 0,1-1 0,-1 1 0,0 0 0,1 1 0,2 5 0,-1 0 0,0 0 0,0 0 0,-1 0 0,1 13 0,4 14 0,-5-32 0,-1 0 0,1 0 0,0 0 0,0-1 0,0 1 0,0 0 0,0-1 0,0 1 0,0-1 0,0 1 0,1-1 0,-1 0 0,1 0 0,-1 1 0,1-1 0,-1 0 0,1 0 0,0 0 0,-1-1 0,1 1 0,3 1 0,-2-2 0,0 1 0,1-1 0,-1 0 0,0 0 0,0-1 0,0 1 0,0-1 0,0 1 0,0-1 0,0 0 0,0 0 0,3-2 0,4-2 0,-1 0 0,0-1 0,-1 0 0,1 0 0,-1-1 0,14-15 0,-16 14 0,1-1 0,-2 0 0,1-1 0,-2 1 0,1-1 0,-1 0 0,0 0 0,-1-1 0,-1 1 0,3-14 0,-4 15 0,0 0 0,0 0 0,0 0 0,-1 1 0,-1-1 0,0 0 0,0 0 0,0 1 0,-1-1 0,-1 1 0,1-1 0,-8-15 0,10 24 0,-1-1 0,1 0 0,0 1 0,-1-1 0,1 0 0,0 1 0,-1-1 0,1 0 0,-1 1 0,1-1 0,-1 1 0,1-1 0,-1 1 0,0-1 0,1 1 0,-1-1 0,0 1 0,1 0 0,-1-1 0,0 1 0,1 0 0,-1-1 0,0 1 0,0 0 0,1 0 0,-1 0 0,-1 0 0,1 0 0,0 1 0,0-1 0,0 1 0,0-1 0,1 1 0,-1 0 0,0 0 0,0-1 0,0 1 0,1 0 0,-1 0 0,0 0 0,1 0 0,-1 0 0,1 0 0,-1 1 0,-3 6 0,1 0 0,0 1 0,-2 12 0,-1 22 0,1-1 0,2 1 0,2 0 0,2 0 0,7 46 0,-6-74-455,1-1 0,6 20 0,-1-12-6371</inkml:trace>
</inkml:ink>
</file>

<file path=ppt/ink/ink1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00.789"/>
    </inkml:context>
    <inkml:brush xml:id="br0">
      <inkml:brushProperty name="width" value="0.05" units="cm"/>
      <inkml:brushProperty name="height" value="0.05" units="cm"/>
    </inkml:brush>
  </inkml:definitions>
  <inkml:trace contextRef="#ctx0" brushRef="#br0">1 84 24575,'0'-3'0,"-1"0"0,1 0 0,0 0 0,1 0 0,-1 0 0,0 0 0,1 0 0,0 0 0,0 0 0,0 0 0,0 0 0,0 0 0,0 0 0,1 1 0,-1-1 0,1 0 0,0 1 0,0 0 0,0-1 0,0 1 0,0 0 0,1 0 0,-1 0 0,1 0 0,-1 0 0,1 1 0,-1-1 0,1 1 0,0 0 0,0 0 0,0 0 0,0 0 0,0 0 0,5 0 0,2-1 0,0 1 0,0 0 0,0 0 0,0 1 0,0 0 0,0 1 0,0 0 0,0 1 0,0 0 0,0 1 0,13 5 0,-19-7 0,1 1 0,-1 0 0,0 0 0,0 1 0,1 0 0,-2-1 0,1 1 0,0 1 0,-1-1 0,1 0 0,-1 1 0,0 0 0,0-1 0,0 1 0,-1 1 0,1-1 0,-1 0 0,0 1 0,0-1 0,-1 1 0,1-1 0,-1 1 0,0 0 0,0-1 0,0 9 0,-2-8 0,1-1 0,-1 1 0,0-1 0,0 1 0,0 0 0,-1-1 0,1 0 0,-1 1 0,0-1 0,0 0 0,-1 0 0,1 0 0,-1 0 0,0-1 0,0 1 0,0-1 0,-1 0 0,1 1 0,-5 1 0,5-2 0,0-1 0,0 0 0,0 0 0,-1 0 0,1 0 0,-1 0 0,1-1 0,-1 1 0,0-1 0,0 0 0,1-1 0,-1 1 0,0 0 0,0-1 0,0 0 0,0 0 0,0 0 0,0 0 0,0-1 0,1 0 0,-1 0 0,0 0 0,-3-1 0,5 1 0,0 0 0,1 0 0,0 0 0,-1 0 0,1 0 0,-1 0 0,1 0 0,0 0 0,0 0 0,0-1 0,0 1 0,0-1 0,0 1 0,0-1 0,0 1 0,0-1 0,1 1 0,-1-1 0,0 0 0,1 1 0,0-1 0,-1 0 0,1 1 0,0-1 0,0 0 0,0 0 0,0 1 0,0-1 0,0 0 0,1 0 0,-1 1 0,0-1 0,1 0 0,0 1 0,-1-1 0,2-2 0,2-3 0,-1 0 0,1 0 0,1 0 0,-1 0 0,1 1 0,8-9 0,-4 6-105,0 2 0,0-1 0,1 1 0,0 1 0,1 0 0,-1 0 0,1 1 0,0 0 0,0 1 0,1 0 0,-1 1 0,13-2 0,-6 2-6721</inkml:trace>
</inkml:ink>
</file>

<file path=ppt/ink/ink1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00.930"/>
    </inkml:context>
    <inkml:brush xml:id="br0">
      <inkml:brushProperty name="width" value="0.05" units="cm"/>
      <inkml:brushProperty name="height" value="0.05" units="cm"/>
    </inkml:brush>
  </inkml:definitions>
  <inkml:trace contextRef="#ctx0" brushRef="#br0">8 1 24575,'0'2'0,"-2"1"0,-4 0 0</inkml:trace>
</inkml:ink>
</file>

<file path=ppt/ink/ink1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02.326"/>
    </inkml:context>
    <inkml:brush xml:id="br0">
      <inkml:brushProperty name="width" value="0.05" units="cm"/>
      <inkml:brushProperty name="height" value="0.05" units="cm"/>
    </inkml:brush>
  </inkml:definitions>
  <inkml:trace contextRef="#ctx0" brushRef="#br0">43 33 24575,'0'-24'0,"0"16"0,0 17 0,-33 541 0,29-500 0,-1 14-1365,4-43-5461</inkml:trace>
</inkml:ink>
</file>

<file path=ppt/ink/ink1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02.672"/>
    </inkml:context>
    <inkml:brush xml:id="br0">
      <inkml:brushProperty name="width" value="0.05" units="cm"/>
      <inkml:brushProperty name="height" value="0.05" units="cm"/>
    </inkml:brush>
  </inkml:definitions>
  <inkml:trace contextRef="#ctx0" brushRef="#br0">4 0 24575,'0'0'0,"-3"0"0,4 1 0,11 4 0,10 10 0,61 37 0,-72-45 0,1-2 0,0 1 0,0-2 0,0 1 0,18 3 0,-26-8 0,-1 1 0,1-1 0,0 0 0,-1 0 0,1 0 0,0 0 0,-1-1 0,1 0 0,0 1 0,-1-1 0,1 0 0,-1-1 0,1 1 0,-1-1 0,0 1 0,5-4 0,1-2 0,-1-1 0,1 1 0,13-18 0,-15 16 0,0 1 0,1 1 0,15-13 0,-62 61 0,14-18-1365,-1-1-5461</inkml:trace>
</inkml:ink>
</file>

<file path=ppt/ink/ink1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03.484"/>
    </inkml:context>
    <inkml:brush xml:id="br0">
      <inkml:brushProperty name="width" value="0.05" units="cm"/>
      <inkml:brushProperty name="height" value="0.05" units="cm"/>
    </inkml:brush>
  </inkml:definitions>
  <inkml:trace contextRef="#ctx0" brushRef="#br0">13 36 24575,'0'-27'0,"0"18"0,0 21 0,1 135 0,-2 162 0,-10-182-1365,9-109-5461</inkml:trace>
</inkml:ink>
</file>

<file path=ppt/ink/ink1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03.854"/>
    </inkml:context>
    <inkml:brush xml:id="br0">
      <inkml:brushProperty name="width" value="0.05" units="cm"/>
      <inkml:brushProperty name="height" value="0.05" units="cm"/>
    </inkml:brush>
  </inkml:definitions>
  <inkml:trace contextRef="#ctx0" brushRef="#br0">221 19 24575,'-21'-3'0,"19"2"0,0 0 0,0 1 0,1-1 0,-1 1 0,0 0 0,0-1 0,0 1 0,0 0 0,0 0 0,0 0 0,0 0 0,0 1 0,0-1 0,0 1 0,-2 0 0,-1 1 0,-1 1 0,1 0 0,1 0 0,-1 0 0,0 0 0,1 1 0,0-1 0,-1 1 0,1 0 0,-3 6 0,-4 4 0,-15 31 0,19-32 0,0 0 0,-1-1 0,-16 20 0,23-31 0,0 0 0,0 0 0,0 0 0,0 0 0,0 0 0,0-1 0,0 1 0,0 0 0,-1-1 0,1 1 0,0 0 0,0-1 0,-2 1 0,2-1 0,1 0 0,-1 0 0,1 0 0,-1 0 0,1 0 0,0 0 0,-1 0 0,1 0 0,0-1 0,-1 1 0,1 0 0,-1 0 0,1 0 0,0-1 0,-1 1 0,1 0 0,0 0 0,-1-1 0,1 1 0,0 0 0,0 0 0,-1-1 0,1 1 0,0 0 0,0-1 0,0 1 0,-1-1 0,0-2 0,1 1 0,-1 0 0,1 0 0,0-1 0,-1 1 0,1 0 0,0-1 0,0 1 0,1-1 0,-1 1 0,0 0 0,1 0 0,0-3 0,4-8 0,-1 1 0,2 0 0,0 0 0,0 0 0,1 1 0,0 0 0,1 0 0,12-12 0,-17 20 0,0-1 0,0 1 0,1 0 0,-1 0 0,1 0 0,0 1 0,0-1 0,0 1 0,0 0 0,0 0 0,1 0 0,-1 1 0,0 0 0,1-1 0,-1 2 0,1-1 0,-1 0 0,1 1 0,0 0 0,-1 0 0,1 0 0,0 1 0,-1-1 0,1 1 0,-1 0 0,9 3 0,-5 1 38,1-1 0,-1 1 0,1 1 0,-1 0 0,-1 0 0,1 0 0,-1 1 0,8 10 0,5 9-892,19 29 1,-17-22-5973</inkml:trace>
</inkml:ink>
</file>

<file path=ppt/ink/ink1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14.009"/>
    </inkml:context>
    <inkml:brush xml:id="br0">
      <inkml:brushProperty name="width" value="0.05" units="cm"/>
      <inkml:brushProperty name="height" value="0.05" units="cm"/>
    </inkml:brush>
  </inkml:definitions>
  <inkml:trace contextRef="#ctx0" brushRef="#br0">111 181 24575,'4'1'0,"0"0"0,0 0 0,0 0 0,0 1 0,-1-1 0,1 1 0,0 0 0,-1 0 0,7 4 0,22 11 0,-28-16 0,1 0 0,0 0 0,-1 0 0,1 0 0,0-1 0,0 1 0,0-1 0,-1-1 0,1 1 0,0-1 0,0 0 0,-1 0 0,8-2 0,-9 1 0,0 1 0,0-1 0,0 0 0,-1 0 0,1 0 0,0-1 0,-1 1 0,0 0 0,0-1 0,1 0 0,-2 1 0,1-1 0,0 0 0,0 0 0,-1 0 0,0 0 0,1 0 0,-1-1 0,0 1 0,0-4 0,0 1 0,0 0 0,0 0 0,-1 1 0,0-1 0,0 0 0,-1 0 0,1 0 0,-1 0 0,0 1 0,-1-1 0,0 0 0,1 1 0,-2-1 0,1 1 0,-1 0 0,1 0 0,-2 0 0,1 0 0,0 0 0,-1 1 0,-5-6 0,6 7 0,-1 0 0,1 0 0,-1 0 0,0 0 0,0 1 0,0-1 0,0 1 0,0 0 0,-1 0 0,1 1 0,-1-1 0,1 1 0,-1 0 0,0 0 0,1 1 0,-1-1 0,0 1 0,0 0 0,1 1 0,-1-1 0,0 1 0,1-1 0,-1 1 0,0 1 0,1-1 0,-8 4 0,3 0 0,0 1 0,0 0 0,1 0 0,-1 1 0,1 0 0,0 1 0,1-1 0,0 2 0,0-1 0,1 1 0,0 0 0,1 0 0,0 0 0,0 1 0,1 0 0,0 0 0,-4 19 0,3-12 0,2 1 0,0-1 0,0 1 0,2 0 0,0-1 0,2 1 0,0 0 0,0 0 0,2 0 0,4 17 0,-4-26 0,0 0 0,0 0 0,1 0 0,0-1 0,0 1 0,1-1 0,0 0 0,0-1 0,1 1 0,0-1 0,1 0 0,13 12 0,-13-14 0,1-1 0,-1 1 0,1-1 0,-1-1 0,1 0 0,0 0 0,1 0 0,-1-1 0,0 0 0,1 0 0,-1-1 0,1 0 0,-1-1 0,14-1 0,-4-1-170,1 0-1,0-2 0,-1-1 1,0 0-1,0-1 0,-1-1 1,19-9-1,11-9-6655</inkml:trace>
</inkml:ink>
</file>

<file path=ppt/ink/ink1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14.336"/>
    </inkml:context>
    <inkml:brush xml:id="br0">
      <inkml:brushProperty name="width" value="0.05" units="cm"/>
      <inkml:brushProperty name="height" value="0.05" units="cm"/>
    </inkml:brush>
  </inkml:definitions>
  <inkml:trace contextRef="#ctx0" brushRef="#br0">82 190 24575,'-9'-27'0,"5"13"0,0 1 0,-1-1 0,0 1 0,-1-1 0,-1 2 0,-13-21 0,20 33 0,-1-1 0,1 1 0,0-1 0,-1 1 0,1-1 0,-1 1 0,1-1 0,-1 1 0,1-1 0,-1 1 0,1-1 0,-1 1 0,0 0 0,1-1 0,-1 1 0,1 0 0,-1 0 0,0-1 0,1 1 0,-1 0 0,0 0 0,1 0 0,-1 0 0,0 0 0,0 0 0,0 0 0,1 1 0,-1-1 0,1 1 0,-1-1 0,1 1 0,-1 0 0,1-1 0,0 1 0,-1-1 0,1 1 0,0 0 0,-1-1 0,1 1 0,0 0 0,0 0 0,0-1 0,0 1 0,0 1 0,1 38 0,9 25 0,4-1 0,22 67 0,-33-121 0,1 0 0,-1-1 0,1 0 0,1 0 0,7 11 0,-12-19 0,1 1 0,0-1 0,0 0 0,0 0 0,0 1 0,0-1 0,0 0 0,1 0 0,-1 0 0,0 0 0,1 0 0,-1 0 0,0 0 0,1-1 0,-1 1 0,1 0 0,-1-1 0,1 1 0,0-1 0,-1 0 0,1 1 0,-1-1 0,1 0 0,0 0 0,-1 0 0,1 0 0,-1 0 0,1-1 0,0 1 0,-1 0 0,1-1 0,-1 1 0,1-1 0,-1 0 0,1 1 0,-1-1 0,1 0 0,-1 0 0,0 0 0,3-2 0,2-2 0,0-1 0,-1 0 0,0-1 0,0 1 0,0-1 0,-1 0 0,0 0 0,0 0 0,-1 0 0,4-12 0,3-13 0,7-40 0,-13 50 0,10-56 0,-9 43 0,18-62 0,-16 86 136,-2 16 52,1 20-978,-5-19-109,3 10-5927</inkml:trace>
</inkml:ink>
</file>

<file path=ppt/ink/ink1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14.693"/>
    </inkml:context>
    <inkml:brush xml:id="br0">
      <inkml:brushProperty name="width" value="0.05" units="cm"/>
      <inkml:brushProperty name="height" value="0.05" units="cm"/>
    </inkml:brush>
  </inkml:definitions>
  <inkml:trace contextRef="#ctx0" brushRef="#br0">14 193 24575,'2'2'0,"0"0"0,-1 1 0,1-1 0,0 1 0,-1-1 0,0 1 0,0 0 0,1 0 0,-1 3 0,0-4 0,-1 0 0,1 0 0,0 0 0,0 0 0,-1 0 0,1 0 0,0 0 0,1-1 0,-1 1 0,0 0 0,1-1 0,-1 1 0,0 0 0,1-1 0,0 0 0,-1 1 0,1-1 0,0 0 0,3 2 0,0-2 0,0 1 0,1-1 0,-1 0 0,1 0 0,-1-1 0,1 1 0,-1-1 0,1 0 0,0-1 0,-1 0 0,0 0 0,1 0 0,-1 0 0,1-1 0,-1 0 0,0 0 0,0 0 0,0-1 0,0 1 0,-1-1 0,7-5 0,-2 2 0,0-1 0,-1 0 0,0-1 0,0 0 0,0 0 0,-1 0 0,0-1 0,-1 0 0,10-18 0,-14 20 0,1 0 0,-1 0 0,0 0 0,0 0 0,-1 0 0,1 0 0,-2 0 0,1 0 0,-1-1 0,-1-6 0,1 11 0,0 1 0,-1 0 0,1-1 0,-1 1 0,0 0 0,1-1 0,-1 1 0,0 0 0,0 0 0,-1 0 0,1-1 0,0 1 0,-1 1 0,1-1 0,-1 0 0,0 0 0,0 0 0,1 1 0,-1-1 0,0 1 0,0 0 0,-1-1 0,1 1 0,0 0 0,0 0 0,0 0 0,-1 1 0,1-1 0,-1 1 0,1-1 0,0 1 0,-5-1 0,-1 2 0,1-1 0,-1 1 0,0 0 0,1 1 0,-1 0 0,1 0 0,-1 0 0,1 1 0,0 0 0,0 1 0,0 0 0,1 0 0,-1 0 0,1 1 0,0 0 0,0 0 0,-8 10 0,4-5 0,0 1 0,2 0 0,-1 1 0,1 0 0,1 0 0,0 1 0,1 0 0,-8 25 0,11-30 0,1 1 0,0 0 0,1 0 0,0 0 0,1 0 0,-1 0 0,2 0 0,-1 0 0,1 0 0,1 0 0,0 0 0,4 13 0,-4-16 0,1-1 0,0 1 0,0-1 0,0 0 0,0 0 0,1 0 0,0 0 0,0 0 0,0-1 0,1 1 0,0-1 0,0-1 0,0 1 0,0-1 0,0 1 0,0-1 0,1-1 0,0 1 0,6 1 0,-1-1-227,-1-1-1,1 0 1,-1 0-1,1-1 1,12-1-1,13-1-6598</inkml:trace>
</inkml:ink>
</file>

<file path=ppt/ink/ink1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15.055"/>
    </inkml:context>
    <inkml:brush xml:id="br0">
      <inkml:brushProperty name="width" value="0.05" units="cm"/>
      <inkml:brushProperty name="height" value="0.05" units="cm"/>
    </inkml:brush>
  </inkml:definitions>
  <inkml:trace contextRef="#ctx0" brushRef="#br0">34 143 24575,'0'-36'0,"1"20"0,0 0 0,-2 0 0,0 0 0,-5-26 0,6 42 0,0 0 0,0 0 0,0 0 0,0 0 0,0 0 0,0 0 0,0 0 0,0 0 0,0 0 0,0 0 0,0 0 0,0 0 0,-1 0 0,1 0 0,0 1 0,0-1 0,0 0 0,0 0 0,0 0 0,0 0 0,0 0 0,0 0 0,0 0 0,0 0 0,0 0 0,0 0 0,0 0 0,0 0 0,0 0 0,-1 0 0,1 0 0,0 0 0,0 0 0,0 0 0,0 0 0,0 0 0,0-1 0,0 1 0,0 0 0,0 0 0,0 0 0,0 0 0,0 0 0,0 0 0,0 0 0,0 0 0,0 0 0,0 0 0,0 0 0,-1 0 0,1 0 0,-2 12 0,-1 15 0,-17 238 0,21-247 0,-1-18 0,0 1 0,0-1 0,0 0 0,0 0 0,1 0 0,-1 0 0,0 0 0,0 0 0,0 0 0,0 1 0,1-1 0,-1 0 0,0 0 0,0 0 0,0 0 0,0 0 0,1 0 0,-1 0 0,0 0 0,0 0 0,0 0 0,1 0 0,-1 0 0,0 0 0,0 0 0,0 0 0,0 0 0,1 0 0,-1 0 0,0 0 0,0 0 0,0-1 0,0 1 0,1 0 0,-1 0 0,0 0 0,0 0 0,0 0 0,0 0 0,0 0 0,1-1 0,-1 1 0,0 0 0,20-27 0,12-27 0,-19 29 0,1 0 0,1 1 0,2 1 0,0 1 0,28-29 0,-42 49 0,0-1 0,0 1 0,0 0 0,0 0 0,0 0 0,1 0 0,-1 0 0,0 1 0,1 0 0,-1-1 0,1 1 0,6 0 0,-8 1 0,0 0 0,0 0 0,-1 0 0,1 0 0,0 1 0,0-1 0,-1 1 0,1-1 0,0 1 0,0 0 0,-1-1 0,1 1 0,-1 0 0,1 0 0,-1 0 0,1 0 0,-1 1 0,1-1 0,-1 0 0,0 1 0,0-1 0,0 1 0,0-1 0,0 1 0,0-1 0,0 1 0,1 2 0,3 10 0,0 1 0,-1 0 0,-1-1 0,0 1 0,-1 1 0,1 21 0,5 35 0,-8-69-124,1-1 0,-1 1 0,1-1 0,0 1 0,0-1 0,0 1-1,0-1 1,0 0 0,1 1 0,2 2 0,4 3-6702</inkml:trace>
</inkml:ink>
</file>

<file path=ppt/ink/ink1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15.224"/>
    </inkml:context>
    <inkml:brush xml:id="br0">
      <inkml:brushProperty name="width" value="0.05" units="cm"/>
      <inkml:brushProperty name="height" value="0.05" units="cm"/>
    </inkml:brush>
  </inkml:definitions>
  <inkml:trace contextRef="#ctx0" brushRef="#br0">1 150 24575,'6'-23'0,"-1"0"0,-1 0 0,-1 0 0,1-34 0,-11 155 0,5 338-1365,2-407-5461</inkml:trace>
</inkml:ink>
</file>

<file path=ppt/ink/ink1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15.380"/>
    </inkml:context>
    <inkml:brush xml:id="br0">
      <inkml:brushProperty name="width" value="0.05" units="cm"/>
      <inkml:brushProperty name="height" value="0.05" units="cm"/>
    </inkml:brush>
  </inkml:definitions>
  <inkml:trace contextRef="#ctx0" brushRef="#br0">0 133 24575,'0'-7'0,"0"-7"0,0-7 0,0-1 0,0 3 0,0 2 0,3 4 0,2 4 0,4 4 0,2 3 0,2 1 0,3 1 0,4 1 0,3 0 0,5-3 0,-2-1-8191</inkml:trace>
</inkml:ink>
</file>

<file path=ppt/ink/ink1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15.582"/>
    </inkml:context>
    <inkml:brush xml:id="br0">
      <inkml:brushProperty name="width" value="0.05" units="cm"/>
      <inkml:brushProperty name="height" value="0.05" units="cm"/>
    </inkml:brush>
  </inkml:definitions>
  <inkml:trace contextRef="#ctx0" brushRef="#br0">41 91 24575,'-1'-11'0,"0"1"0,0 0 0,-1-1 0,-1 1 0,0 0 0,-8-18 0,9 29 0,0 7 0,0 12 0,0 167 290,-7 122-1945,7-285-5171</inkml:trace>
</inkml:ink>
</file>

<file path=ppt/ink/ink1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15.936"/>
    </inkml:context>
    <inkml:brush xml:id="br0">
      <inkml:brushProperty name="width" value="0.05" units="cm"/>
      <inkml:brushProperty name="height" value="0.05" units="cm"/>
    </inkml:brush>
  </inkml:definitions>
  <inkml:trace contextRef="#ctx0" brushRef="#br0">0 361 24575,'0'-4'0,"1"0"0,-1 1 0,1-1 0,0 0 0,0 1 0,0-1 0,0 0 0,1 1 0,-1-1 0,1 1 0,0 0 0,0 0 0,0 0 0,1 0 0,4-5 0,-3 3 0,1 2 0,-1-1 0,1 0 0,0 1 0,0 0 0,1 0 0,-1 0 0,0 1 0,8-3 0,47-11 0,-42 13 0,-1-1 0,1-1 0,-1-1 0,-1 0 0,1-2 0,15-8 0,-29 14 0,0-1 0,-1 1 0,1 0 0,-1-1 0,1 1 0,-1-1 0,0 0 0,0 0 0,0 1 0,-1-1 0,1-1 0,-1 1 0,0 0 0,0 0 0,0 0 0,0-1 0,0 1 0,-1 0 0,1-1 0,-1 1 0,0-1 0,0-4 0,-2-8 0,0 0 0,-1 0 0,-8-25 0,1 1 0,10 40 0,0 0 0,0 0 0,-1 0 0,1 0 0,0 0 0,0 1 0,0-1 0,0 0 0,0 0 0,0 0 0,0 0 0,0 0 0,0 0 0,0 0 0,0 0 0,0 0 0,0 0 0,0 0 0,0 0 0,-1 0 0,1 0 0,0 0 0,0 0 0,0 0 0,0 0 0,0 0 0,0 0 0,0 0 0,0-1 0,-2 19 0,0 41 0,1-13 0,-23 300-1365,22-304-5461</inkml:trace>
</inkml:ink>
</file>

<file path=ppt/ink/ink1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16.401"/>
    </inkml:context>
    <inkml:brush xml:id="br0">
      <inkml:brushProperty name="width" value="0.05" units="cm"/>
      <inkml:brushProperty name="height" value="0.05" units="cm"/>
    </inkml:brush>
  </inkml:definitions>
  <inkml:trace contextRef="#ctx0" brushRef="#br0">179 181 24575,'0'-5'0,"1"1"0,1-1 0,-1 0 0,0 1 0,1-1 0,0 1 0,0 0 0,1 0 0,-1-1 0,1 1 0,0 1 0,0-1 0,4-4 0,-2 2 0,0 0 0,-1-1 0,7-11 0,-10 15 0,1 0 0,-1 0 0,0-1 0,0 1 0,0-1 0,0 1 0,-1-1 0,0 1 0,1-1 0,-1 1 0,0-1 0,-1 1 0,0-7 0,0 8 0,1 1 0,-1-1 0,0 1 0,0-1 0,0 1 0,0 0 0,0-1 0,0 1 0,0 0 0,0 0 0,0 0 0,-1 0 0,1 0 0,0 0 0,-1 0 0,1 0 0,-1 0 0,1 0 0,-1 1 0,1-1 0,-1 1 0,0-1 0,1 1 0,-1 0 0,0-1 0,1 1 0,-1 0 0,0 0 0,1 0 0,-1 1 0,-2-1 0,-2 1 0,0 0 0,0 1 0,0-1 0,0 1 0,1 1 0,-1-1 0,0 1 0,1 0 0,0 0 0,-1 0 0,1 1 0,1 0 0,-1 0 0,0 0 0,1 1 0,-5 5 0,-4 7 0,0 1 0,1 0 0,-12 25 0,17-30 0,0 0 0,2 1 0,0 0 0,0 0 0,1 0 0,-3 27 0,6-37 0,1 0 0,0 0 0,0 0 0,0 0 0,1 0 0,0 0 0,-1 0 0,2 0 0,-1 0 0,0 0 0,1 0 0,2 5 0,-2-6 0,0 0 0,0-1 0,1 0 0,-1 1 0,1-1 0,-1 0 0,1 0 0,-1 0 0,1-1 0,0 1 0,0-1 0,0 1 0,0-1 0,0 0 0,0 0 0,0-1 0,0 1 0,4 0 0,-2 0 0,0-1 0,1 0 0,-1 0 0,0 0 0,0-1 0,0 1 0,0-1 0,0 0 0,-1-1 0,1 1 0,8-5 0,-4 2 0,-1-1 0,-1 0 0,1 0 0,-1-1 0,13-12 0,-2-3 0,-1 0 0,0-1 0,16-31 0,-23 36 0,-8 12 0,0 0 0,1 0 0,0 1 0,0-1 0,5-4 0,-8 9 0,0 0 0,0 0 0,0 0 0,0 0 0,0-1 0,0 1 0,1 0 0,-1 0 0,0 0 0,0 0 0,0 0 0,0 0 0,0 0 0,1-1 0,-1 1 0,0 0 0,0 0 0,0 0 0,1 0 0,-1 0 0,0 0 0,0 0 0,0 0 0,0 0 0,1 0 0,-1 0 0,0 0 0,0 0 0,0 0 0,1 0 0,-1 0 0,0 0 0,0 0 0,0 0 0,0 1 0,1-1 0,-1 0 0,0 0 0,0 0 0,0 0 0,0 0 0,1 0 0,-1 0 0,0 1 0,0-1 0,0 0 0,0 0 0,0 0 0,0 0 0,0 0 0,1 1 0,-1-1 0,0 0 0,0 0 0,0 0 0,0 1 0,0-1 0,0 0 0,0 0 0,0 0 0,0 1 0,0-1 0,0 0 0,0 0 0,0 0 0,0 1 0,0 13 0,-13 136-1365,13-131-5461</inkml:trace>
</inkml:ink>
</file>

<file path=ppt/ink/ink1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16.762"/>
    </inkml:context>
    <inkml:brush xml:id="br0">
      <inkml:brushProperty name="width" value="0.05" units="cm"/>
      <inkml:brushProperty name="height" value="0.05" units="cm"/>
    </inkml:brush>
  </inkml:definitions>
  <inkml:trace contextRef="#ctx0" brushRef="#br0">4 56 24575,'0'-49'0,"0"42"0,0 33 0,-1 22 0,-1-27 0,2 0 0,0 0 0,6 33 0,-6-54 0,0 0 0,0 1 0,0-1 0,0 1 0,0-1 0,0 0 0,0 1 0,0-1 0,0 1 0,0-1 0,0 0 0,0 1 0,1-1 0,-1 0 0,0 1 0,0-1 0,1 0 0,-1 1 0,0-1 0,0 0 0,1 1 0,-1-1 0,0 0 0,1 0 0,-1 1 0,0-1 0,1 0 0,-1 0 0,0 0 0,1 0 0,-1 1 0,0-1 0,1 0 0,-1 0 0,1 0 0,-1 0 0,0 0 0,1 0 0,-1 0 0,1 0 0,-1 0 0,0 0 0,1 0 0,-1 0 0,1 0 0,-1-1 0,0 1 0,1 0 0,-1 0 0,0 0 0,1 0 0,-1-1 0,0 1 0,1 0 0,-1 0 0,0-1 0,1 1 0,-1 0 0,0-1 0,0 1 0,1 0 0,-1-1 0,20-24 0,-18 22 0,4-6 0,7-10 0,20-23 0,-29 38 0,0 0 0,0 0 0,1 0 0,-1 0 0,1 1 0,0 0 0,0 0 0,0 0 0,0 0 0,10-3 0,-15 6 0,1 0 0,0 0 0,0-1 0,0 1 0,0 0 0,-1 0 0,1 0 0,0 0 0,0 0 0,0 0 0,0 0 0,0 0 0,-1 1 0,1-1 0,0 0 0,0 0 0,0 1 0,-1-1 0,1 0 0,0 1 0,0-1 0,-1 1 0,1-1 0,0 1 0,0 1 0,0-1 0,0 1 0,0-1 0,0 1 0,0 0 0,-1 0 0,1-1 0,0 1 0,-1 0 0,0 0 0,1 0 0,-1 2 0,0 5 0,0 1 0,-1-1 0,-2 15 0,-18 77-1365,18-81-5461</inkml:trace>
</inkml:ink>
</file>

<file path=ppt/ink/ink1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17.226"/>
    </inkml:context>
    <inkml:brush xml:id="br0">
      <inkml:brushProperty name="width" value="0.05" units="cm"/>
      <inkml:brushProperty name="height" value="0.05" units="cm"/>
    </inkml:brush>
  </inkml:definitions>
  <inkml:trace contextRef="#ctx0" brushRef="#br0">193 281 24575,'1'-3'0,"1"-1"0,-1 0 0,0 0 0,0 1 0,0-1 0,0 0 0,-1 0 0,0 0 0,1 0 0,-1 0 0,-1 0 0,0-4 0,1 7 0,0 0 0,0 0 0,-1 0 0,1-1 0,-1 1 0,1 0 0,-1 0 0,1 0 0,-1 0 0,1 0 0,-1 0 0,0 0 0,0 1 0,1-1 0,-1 0 0,0 0 0,0 0 0,0 1 0,0-1 0,0 1 0,0-1 0,0 0 0,0 1 0,0 0 0,0-1 0,-1 1 0,1 0 0,0-1 0,0 1 0,0 0 0,0 0 0,0 0 0,-1 0 0,1 0 0,0 0 0,0 1 0,0-1 0,0 0 0,-1 0 0,1 1 0,0-1 0,0 1 0,-1 0 0,-7 3 0,-1 0 0,1 1 0,0 0 0,1 0 0,-1 1 0,1 0 0,-13 13 0,10-8 0,0 0 0,1 1 0,1 1 0,-11 17 0,17-26 0,2-1 0,-1 0 0,0 1 0,1-1 0,-1 1 0,1 0 0,0-1 0,0 1 0,1 0 0,-1 0 0,1 0 0,0-1 0,0 1 0,0 0 0,1 7 0,0-9 0,0 1 0,0-1 0,0 0 0,1 1 0,-1-1 0,0 0 0,1 0 0,0 0 0,0 0 0,-1 0 0,1 0 0,0 0 0,0 0 0,1-1 0,-1 1 0,0-1 0,0 0 0,1 0 0,-1 0 0,1 0 0,-1 0 0,1 0 0,3 0 0,1 1 0,0-1 0,0 0 0,0 0 0,0-1 0,1 0 0,-1 0 0,0 0 0,0-1 0,0 0 0,0-1 0,0 0 0,0 0 0,0 0 0,-1-1 0,1 0 0,-1 0 0,0 0 0,0-1 0,0 0 0,0 0 0,0-1 0,-1 0 0,0 0 0,0 0 0,0 0 0,3-7 0,2-2 0,-1 0 0,0-1 0,-1 0 0,-1 0 0,0 0 0,-1-1 0,-1 0 0,-1-1 0,6-32 0,-8 34 0,-1 0 0,-1 0 0,0 0 0,0 0 0,-2 0 0,0 0 0,0 0 0,-2 0 0,-7-21 0,11 34 0,0 1 0,-1 0 0,1 0 0,-1 0 0,1 0 0,-1 0 0,1-1 0,-1 1 0,0 0 0,1 0 0,-1 1 0,0-1 0,0 0 0,0 0 0,0 0 0,0 0 0,0 1 0,0-1 0,0 0 0,0 1 0,0-1 0,0 1 0,0-1 0,-2 1 0,2 0 0,0 0 0,0 1 0,-1-1 0,1 1 0,0-1 0,0 1 0,0 0 0,0-1 0,0 1 0,0 0 0,0 0 0,0 0 0,1-1 0,-1 1 0,0 0 0,0 0 0,1 0 0,-1 0 0,0 2 0,-4 7 0,0 0 0,1 0 0,-6 20 0,-3 22 0,3 1 0,2-1 0,-3 87 0,11-132-151,0 1-1,1-1 0,0 0 0,0 1 1,0-1-1,1 0 0,0 1 1,5 11-1,2-3-6674</inkml:trace>
</inkml:ink>
</file>

<file path=ppt/ink/ink1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17.459"/>
    </inkml:context>
    <inkml:brush xml:id="br0">
      <inkml:brushProperty name="width" value="0.05" units="cm"/>
      <inkml:brushProperty name="height" value="0.05" units="cm"/>
    </inkml:brush>
  </inkml:definitions>
  <inkml:trace contextRef="#ctx0" brushRef="#br0">1 194 24575,'4'-21'0,"3"-39"0,-6 46 0,0-1 0,1 1 0,0 0 0,1 0 0,10-25 0,-9 36 0,-2 10 0,1 12 0,-3 63 0,-16 139 0,7-132 0,2-42 255,4-32-579,1 0 0,1 1 0,0-1 0,1 17 0,2-20-6502</inkml:trace>
</inkml:ink>
</file>

<file path=ppt/ink/ink1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17.862"/>
    </inkml:context>
    <inkml:brush xml:id="br0">
      <inkml:brushProperty name="width" value="0.05" units="cm"/>
      <inkml:brushProperty name="height" value="0.05" units="cm"/>
    </inkml:brush>
  </inkml:definitions>
  <inkml:trace contextRef="#ctx0" brushRef="#br0">24 168 24575,'0'-1'0,"0"0"0,0 0 0,0 0 0,0-1 0,1 1 0,-1 0 0,0 0 0,1 0 0,-1 0 0,1 0 0,-1 0 0,1 0 0,-1 0 0,1 0 0,0-1 0,0 1 0,-1 1 0,0 0 0,1 0 0,-1 0 0,0 0 0,1-1 0,-1 1 0,0 0 0,1 0 0,-1 0 0,0 0 0,1 0 0,-1 0 0,1 0 0,-1 0 0,0 0 0,1 0 0,-1 0 0,0 0 0,1 0 0,-1 0 0,1 0 0,-1 1 0,0-1 0,1 0 0,-1 0 0,0 0 0,1 0 0,-1 1 0,0-1 0,0 0 0,1 0 0,-1 1 0,0-1 0,0 0 0,1 1 0,-1-1 0,0 0 0,0 1 0,0-1 0,1 0 0,-1 1 0,0-1 0,0 0 0,0 1 0,0 0 0,2 3 0,1 0 0,0 1 0,0-1 0,0 0 0,0 0 0,0-1 0,1 1 0,0-1 0,6 5 0,-9-7 0,1 0 0,0 0 0,0 0 0,0 0 0,0-1 0,0 1 0,0-1 0,0 1 0,0-1 0,0 0 0,0 0 0,0 0 0,1 0 0,-1 0 0,0 0 0,0-1 0,0 1 0,0-1 0,0 1 0,0-1 0,0 0 0,0 0 0,-1 0 0,1 0 0,3-2 0,1-1 0,0-1 0,0 0 0,-1-1 0,0 1 0,0-1 0,0 0 0,-1 0 0,1 0 0,-2-1 0,1 1 0,-1-1 0,0 0 0,3-10 0,-5 14 0,0 0 0,0 0 0,0 0 0,-1 0 0,1 0 0,-1-1 0,0 1 0,0 0 0,0 0 0,0-1 0,-1 1 0,1 0 0,-1 0 0,0 0 0,0 0 0,0 0 0,0 0 0,-1 0 0,1 0 0,-1 0 0,0 0 0,1 1 0,-1-1 0,-1 1 0,1-1 0,0 1 0,0 0 0,-1 0 0,1 0 0,-1 0 0,0 0 0,0 1 0,-3-2 0,3 1 0,0 1 0,1 0 0,-1 0 0,0 0 0,0 1 0,0-1 0,1 1 0,-1-1 0,0 1 0,0 0 0,0 0 0,0 0 0,0 1 0,0-1 0,1 1 0,-1-1 0,0 1 0,-3 1 0,2 0 0,0 1 0,0-1 0,0 1 0,0 0 0,1 0 0,-1 0 0,1 0 0,0 1 0,0 0 0,-4 5 0,-2 6 0,1 0 0,1 0 0,0 1 0,1 0 0,-5 18 0,8-22 49,0 0 0,0 0 0,1 1-1,1-1 1,0 1 0,1 21 0,0-30-108,0-1 0,1 1 0,0-1 0,-1 0 0,1 0 0,0 1 1,1-1-1,-1 0 0,1 0 0,-1 0 0,1 0 0,0 0 1,0 0-1,0-1 0,0 1 0,1-1 0,-1 1 0,1-1 0,-1 0 1,1 0-1,0 0 0,0 0 0,0-1 0,0 1 0,0-1 0,0 1 1,0-1-1,7 1 0,12 2-6767</inkml:trace>
</inkml:ink>
</file>

<file path=ppt/ink/ink1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18.191"/>
    </inkml:context>
    <inkml:brush xml:id="br0">
      <inkml:brushProperty name="width" value="0.05" units="cm"/>
      <inkml:brushProperty name="height" value="0.05" units="cm"/>
    </inkml:brush>
  </inkml:definitions>
  <inkml:trace contextRef="#ctx0" brushRef="#br0">3 202 24575,'-1'-33'0,"0"21"0,0 0 0,1 0 0,1 0 0,3-21 0,0 29 0,0 10 0,3 11 0,6 40 0,-3 0 0,-2 0 0,1 107 0,-6-176 0,-1 0 0,1 0 0,1 0 0,0 0 0,8-14 0,39-74 0,-34 68 0,3 1 0,0 1 0,2 1 0,1 1 0,46-43 0,-63 66 0,1-1 0,0 1 0,1 0 0,7-3 0,-13 7 0,0 0 0,-1 0 0,1 1 0,-1-1 0,1 1 0,0 0 0,0-1 0,-1 1 0,1 0 0,0 0 0,0 0 0,1 0 0,-2 0 0,0 1 0,-1-1 0,1 0 0,0 1 0,0-1 0,-1 1 0,1-1 0,0 1 0,0-1 0,-1 1 0,1-1 0,-1 1 0,1 0 0,-1-1 0,1 1 0,-1 0 0,1-1 0,-1 1 0,1 0 0,-1 0 0,0-1 0,1 1 0,-1 0 0,0 0 0,0 0 0,0 0 0,1 22-1365,-5 2-5461</inkml:trace>
</inkml:ink>
</file>

<file path=ppt/ink/ink1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20.202"/>
    </inkml:context>
    <inkml:brush xml:id="br0">
      <inkml:brushProperty name="width" value="0.05" units="cm"/>
      <inkml:brushProperty name="height" value="0.05" units="cm"/>
    </inkml:brush>
  </inkml:definitions>
  <inkml:trace contextRef="#ctx0" brushRef="#br0">67 298 24575,'0'-6'0,"0"5"0,0 0 0,-1 0 0,1 0 0,0 0 0,0 1 0,1-1 0,-1 0 0,0 0 0,0 0 0,0 0 0,0 1 0,1-1 0,-1 0 0,0 0 0,1 0 0,-1 1 0,1-1 0,-1 0 0,1 1 0,-1-1 0,1 0 0,-1 1 0,1-1 0,0 1 0,-1-1 0,1 1 0,0-1 0,0 1 0,-1-1 0,1 1 0,0 0 0,0-1 0,1 1 0,6-6 0,1 0 0,-1-1 0,-1 0 0,1 0 0,-1-1 0,0 1 0,-1-2 0,9-14 0,-10 16 0,-1 0 0,0-1 0,-1 1 0,1-1 0,-2 0 0,1 0 0,-1 0 0,0 0 0,-1 0 0,0-1 0,0-8 0,-1 15 0,1 1 0,-1-1 0,0 1 0,-1-1 0,1 1 0,0-1 0,0 1 0,-1-1 0,1 1 0,-1-1 0,1 1 0,-1-1 0,1 1 0,-1 0 0,0-1 0,0 1 0,0 0 0,0 0 0,0-1 0,0 1 0,0 0 0,0 0 0,0 0 0,-1 0 0,1 1 0,0-1 0,0 0 0,-1 0 0,1 1 0,-1-1 0,1 1 0,-1-1 0,1 1 0,-1 0 0,1-1 0,-1 1 0,1 0 0,-1 0 0,1 0 0,-1 0 0,1 0 0,-3 1 0,-2 0 0,1 1 0,0-1 0,0 1 0,0 0 0,0 0 0,0 1 0,0 0 0,0-1 0,1 2 0,-9 6 0,5-1 0,-1 1 0,1 0 0,1 1 0,0 0 0,0 0 0,1 0 0,1 1 0,0 0 0,0 0 0,1 0 0,1 1 0,0 0 0,-2 24 0,4-29 0,1-1 0,0 1 0,1-1 0,0 1 0,0-1 0,0 1 0,1-1 0,0 0 0,0 0 0,1 0 0,4 8 0,-5-11 0,2 1 0,-1 0 0,0-1 0,1 0 0,0 0 0,0 0 0,0 0 0,1 0 0,-1-1 0,1 0 0,0 0 0,0 0 0,0-1 0,0 1 0,0-1 0,7 1 0,-2 0 0,0-1 0,0-1 0,1 1 0,-1-2 0,1 0 0,-1 0 0,0 0 0,1-2 0,-1 1 0,0-1 0,0-1 0,0 0 0,0 0 0,0-1 0,10-5 0,-12 5 0,-1-1 0,1 1 0,0-1 0,-1-1 0,0 1 0,0-1 0,-1-1 0,0 1 0,0-1 0,0 0 0,-1 0 0,0-1 0,0 0 0,-1 0 0,0 0 0,-1 0 0,5-15 0,-3-6 0,-1 0 0,-2-1 0,-1 1 0,-1-1 0,-2 1 0,-1-1 0,-7-30 0,10 59 0,-1 3 0,0 12 0,1 20 0,4 19 0,2 0 0,3 0 0,21 73 0,-28-121 0,0 0 0,0 1 0,0-1 0,1 0 0,-1 0 0,2 0 0,6 8 0,-9-12 0,0 0 0,0 0 0,0 0 0,0 0 0,0 0 0,0-1 0,1 1 0,-1 0 0,0-1 0,0 1 0,1-1 0,-1 1 0,1-1 0,-1 1 0,0-1 0,1 0 0,-1 0 0,1 0 0,-1 0 0,1 0 0,-1 0 0,0 0 0,1-1 0,-1 1 0,1 0 0,-1-1 0,0 1 0,1-1 0,-1 1 0,0-1 0,0 0 0,1 1 0,-1-1 0,0 0 0,0 0 0,1-2 0,6-4 0,-1 0 0,0-1 0,0 0 0,-1 0 0,0-1 0,-1 0 0,0 0 0,0 0 0,4-13 0,2-9 0,11-52 0,4-64-1365,-24 121-5461</inkml:trace>
</inkml:ink>
</file>

<file path=ppt/ink/ink1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21.119"/>
    </inkml:context>
    <inkml:brush xml:id="br0">
      <inkml:brushProperty name="width" value="0.05" units="cm"/>
      <inkml:brushProperty name="height" value="0.05" units="cm"/>
    </inkml:brush>
  </inkml:definitions>
  <inkml:trace contextRef="#ctx0" brushRef="#br0">57 344 24575,'1'2'0,"-1"0"0,1 0 0,0 0 0,0-1 0,-1 1 0,1 0 0,0-1 0,0 1 0,1-1 0,-1 1 0,0-1 0,1 1 0,-1-1 0,0 0 0,1 0 0,-1 0 0,1 0 0,0 0 0,-1 0 0,1 0 0,0 0 0,0-1 0,0 1 0,-1 0 0,1-1 0,0 0 0,0 1 0,0-1 0,0 0 0,0 0 0,2 0 0,-1-1 0,1 0 0,-1 0 0,0 0 0,0-1 0,0 1 0,1-1 0,-1 1 0,-1-1 0,1 0 0,0 0 0,0-1 0,-1 1 0,1 0 0,-1-1 0,0 0 0,0 1 0,0-1 0,0 0 0,0 0 0,-1 0 0,1 0 0,-1 0 0,0-1 0,1 1 0,-2 0 0,1-1 0,0 1 0,-1 0 0,1-1 0,-1 1 0,0-1 0,0 1 0,-1-1 0,1 1 0,-1-1 0,0 1 0,1 0 0,-1-1 0,-1 1 0,1 0 0,0 0 0,-1 0 0,0 0 0,0 0 0,0 0 0,0 0 0,0 1 0,0-1 0,-1 1 0,1-1 0,-1 1 0,0 0 0,1 0 0,-1 0 0,0 0 0,0 1 0,-1-1 0,1 1 0,0 0 0,0 0 0,-1 0 0,1 0 0,-5 0 0,5 0 0,-1 1 0,1 0 0,0-1 0,0 1 0,-1 0 0,1 1 0,0-1 0,0 0 0,0 1 0,-1 0 0,1 0 0,0 0 0,0 0 0,0 0 0,0 1 0,1-1 0,-1 1 0,-3 2 0,3-1 0,0 0 0,0 0 0,1 1 0,-1-1 0,1 0 0,0 1 0,0 0 0,0 0 0,0-1 0,0 1 0,1 0 0,-1 7 0,0-2 0,0 1 0,1 0 0,1 0 0,-1 0 0,2 0 0,-1 0 0,2 0 0,-1 0 0,1 0 0,1 0 0,3 10 0,-3-13 0,0-1 0,0 1 0,0-1 0,1 0 0,0 0 0,0 0 0,1 0 0,0-1 0,0 0 0,0 1 0,0-2 0,1 1 0,0-1 0,0 0 0,0 0 0,0-1 0,1 1 0,-1-1 0,1-1 0,0 1 0,0-1 0,0-1 0,0 1 0,0-1 0,0 0 0,1-1 0,-1 0 0,0 0 0,0 0 0,0-1 0,1 0 0,-1-1 0,0 1 0,0-1 0,0-1 0,-1 1 0,11-6 0,-9 3 0,0-1 0,0 0 0,-1 0 0,0 0 0,0-1 0,0 0 0,-1 0 0,0-1 0,0 1 0,-1-1 0,0-1 0,-1 1 0,0-1 0,0 1 0,-1-1 0,0-1 0,3-14 0,0-4 0,-2 1 0,-1-1 0,-2 0 0,-2-49 0,0 180 0,0 31 0,2-131 0,-1 1 0,0-1 0,1 0 0,0 1 0,0-1 0,0 1 0,0-1 0,3 6 0,-3-8 0,-1-1 0,0 1 0,0-1 0,1 0 0,-1 1 0,0-1 0,1 0 0,-1 1 0,0-1 0,1 0 0,-1 1 0,1-1 0,-1 0 0,1 0 0,-1 0 0,0 1 0,1-1 0,-1 0 0,1 0 0,-1 0 0,1 0 0,-1 0 0,1 0 0,-1 0 0,2 0 0,-1 0 0,0-1 0,0 1 0,0-1 0,0 0 0,1 1 0,-1-1 0,0 0 0,0 0 0,-1 0 0,1 0 0,0 0 0,0 0 0,0 0 0,1-2 0,7-11 0,0 1 0,2 0 0,-1 1 0,2 0 0,20-17 0,-30 27 0,0 0 0,1 0 0,-1 1 0,1-1 0,0 1 0,-1 0 0,1-1 0,0 1 0,0 0 0,0 1 0,0-1 0,0 1 0,0-1 0,0 1 0,0 0 0,0 0 0,0 0 0,0 0 0,-1 0 0,1 1 0,0 0 0,0-1 0,0 1 0,0 0 0,0 1 0,-1-1 0,1 0 0,0 1 0,-1-1 0,1 1 0,-1 0 0,0 0 0,1 0 0,-1 0 0,0 0 0,0 0 0,0 1 0,1 3 0,18 29 0,-16-25 0,1-1 0,0 1 0,0-1 0,0 0 0,11 11 0,-15-19 0,-1 0 0,0 1 0,1-1 0,-1 0 0,1 0 0,0 0 0,-1 0 0,1-1 0,0 1 0,-1 0 0,1-1 0,0 1 0,0-1 0,0 0 0,-1 1 0,1-1 0,0 0 0,0 0 0,0 0 0,0 0 0,0-1 0,-1 1 0,1 0 0,0-1 0,0 1 0,0-1 0,-1 0 0,1 0 0,0 1 0,-1-1 0,1 0 0,-1 0 0,1-1 0,-1 1 0,0 0 0,1 0 0,1-3 0,3-2 0,0-1 0,-1-1 0,1 1 0,-1-1 0,-1 0 0,1 0 0,-2 0 0,1-1 0,-1 0 0,0 1 0,-1-1 0,3-13 0,-2-4 0,0 0 0,-2 1 0,-1-32 0,-1 26 0,-1 1 0,-2 1 0,-1-1 0,-13-44 0,13 65 0,1 12 0,1 16 0,3 43 0,2-1 0,20 118 0,-16-142 0,0 2-682,10 38-1,-9-55-6143</inkml:trace>
</inkml:ink>
</file>

<file path=ppt/ink/ink1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21.244"/>
    </inkml:context>
    <inkml:brush xml:id="br0">
      <inkml:brushProperty name="width" value="0.05" units="cm"/>
      <inkml:brushProperty name="height" value="0.05" units="cm"/>
    </inkml:brush>
  </inkml:definitions>
  <inkml:trace contextRef="#ctx0" brushRef="#br0">13 129 24575,'-3'-4'0,"0"-7"0,0-4 0,1-2 0,0 1 0,4-1 0,2 1 0,5 3 0,4 4 0,6 3 0,3 3 0,6 1 0,3 5 0,-4 0-8191</inkml:trace>
</inkml:ink>
</file>

<file path=ppt/ink/ink1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21.476"/>
    </inkml:context>
    <inkml:brush xml:id="br0">
      <inkml:brushProperty name="width" value="0.05" units="cm"/>
      <inkml:brushProperty name="height" value="0.05" units="cm"/>
    </inkml:brush>
  </inkml:definitions>
  <inkml:trace contextRef="#ctx0" brushRef="#br0">41 29 24575,'-14'-12'0,"-1"-4"0,14 16 0,1 0 0,0 0 0,0 0 0,-1 0 0,1 0 0,0-1 0,0 1 0,-1 0 0,1 0 0,0 0 0,0 0 0,-1 0 0,1 0 0,0 0 0,-1 0 0,1 0 0,0 0 0,0 0 0,-1 0 0,1 0 0,0 0 0,0 1 0,-1-1 0,1 0 0,0 0 0,0 0 0,-1 0 0,1 0 0,0 0 0,0 1 0,-1-1 0,1 0 0,0 0 0,0 0 0,0 1 0,0-1 0,-1 0 0,1 0 0,0 1 0,0-1 0,0 0 0,0 0 0,0 1 0,0-1 0,0 0 0,0 0 0,-1 1 0,1-1 0,0 0 0,0 0 0,0 1 0,0-1 0,1 0 0,-1 1 0,0-1 0,0 1 0,-1 14 0,1 1 0,0 0 0,1 0 0,6 26 0,0 3 0,0 20 188,10 115-1741,-16-155-5273</inkml:trace>
</inkml:ink>
</file>

<file path=ppt/ink/ink1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21.788"/>
    </inkml:context>
    <inkml:brush xml:id="br0">
      <inkml:brushProperty name="width" value="0.05" units="cm"/>
      <inkml:brushProperty name="height" value="0.05" units="cm"/>
    </inkml:brush>
  </inkml:definitions>
  <inkml:trace contextRef="#ctx0" brushRef="#br0">0 325 24575,'0'-4'0,"0"-6"0,0 1 0,1-1 0,-1 1 0,2-1 0,2-11 0,-3 18 0,0 0 0,1 1 0,-1-1 0,1 0 0,-1 0 0,1 1 0,0-1 0,0 1 0,0 0 0,0-1 0,1 1 0,-1 0 0,0 0 0,1 1 0,0-1 0,-1 0 0,1 1 0,0 0 0,0-1 0,3 0 0,52-13 0,-42 11 0,1 0 0,0-1 0,-1 0 0,17-9 0,-29 12 0,0 0 0,0-1 0,-1 1 0,1-1 0,-1 0 0,1 0 0,-1 0 0,0 0 0,0 0 0,-1-1 0,1 1 0,-1-1 0,1 0 0,-1 0 0,-1 0 0,1 0 0,0 0 0,-1 0 0,0 0 0,2-8 0,0-30 0,-2 39 0,-1 1 0,0-1 0,0 1 0,0-1 0,-1 1 0,1-1 0,-1 1 0,1-1 0,-1 1 0,0 0 0,0-1 0,0 1 0,0 0 0,-1-3 0,1 5 0,1 1 0,-1-1 0,1 0 0,-1 1 0,1-1 0,0 0 0,-1 1 0,1-1 0,0 0 0,-1 1 0,1-1 0,0 1 0,0-1 0,-1 1 0,1-1 0,0 1 0,0-1 0,0 1 0,0-1 0,0 0 0,0 1 0,-1-1 0,1 1 0,0-1 0,0 1 0,0 0 0,1 0 0,-4 18 0,-1 66 0,9 111 0,3-136-1365,-2-39-5461</inkml:trace>
</inkml:ink>
</file>

<file path=ppt/ink/ink1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22.237"/>
    </inkml:context>
    <inkml:brush xml:id="br0">
      <inkml:brushProperty name="width" value="0.05" units="cm"/>
      <inkml:brushProperty name="height" value="0.05" units="cm"/>
    </inkml:brush>
  </inkml:definitions>
  <inkml:trace contextRef="#ctx0" brushRef="#br0">166 196 24575,'1'-16'0,"1"1"0,0-1 0,2 1 0,8-27 0,-6 23 0,6-38 0,-12 57 0,0-1 0,1 1 0,-1-1 0,0 0 0,0 1 0,0-1 0,0 1 0,0-1 0,0 1 0,0-1 0,0 1 0,0-1 0,0 1 0,0-1 0,-1 0 0,1 1 0,0-1 0,0 1 0,0-1 0,-1 1 0,1 0 0,0-1 0,-1 1 0,1-1 0,0 1 0,-1-1 0,1 1 0,0 0 0,-2-1 0,1 1 0,0-1 0,0 1 0,0 0 0,0 0 0,0 1 0,0-1 0,0 0 0,0 0 0,0 0 0,1 1 0,-1-1 0,0 0 0,0 1 0,0-1 0,-1 1 0,-30 23 0,7-3 0,2 1 0,0 2 0,2 0 0,-26 37 0,45-59 0,1 0 0,0 0 0,-1 0 0,1 0 0,0 1 0,0-1 0,1 0 0,-1 1 0,0-1 0,1 0 0,-1 1 0,1-1 0,0 1 0,0-1 0,0 0 0,0 1 0,0-1 0,0 1 0,2 2 0,-2-4 0,1 1 0,0 0 0,1-1 0,-1 1 0,0-1 0,0 0 0,1 1 0,-1-1 0,0 0 0,1 0 0,-1 0 0,1 0 0,0 0 0,-1 0 0,1-1 0,0 1 0,0 0 0,-1-1 0,1 1 0,0-1 0,0 0 0,0 0 0,-1 1 0,1-1 0,3-1 0,-1 1 0,0 0 0,1 0 0,-1 0 0,0-1 0,0 1 0,0-1 0,0-1 0,0 1 0,0 0 0,0-1 0,0 0 0,-1 0 0,1 0 0,-1 0 0,4-3 0,1-3 0,0 0 0,0 0 0,-1-1 0,7-10 0,3-4 0,-17 22 0,1 0 0,-1 0 0,1 0 0,0 0 0,-1 0 0,1 0 0,0 0 0,-1 1 0,1-1 0,0 0 0,0 0 0,0 1 0,0-1 0,0 1 0,0-1 0,-1 1 0,1-1 0,1 1 0,-1-1 0,0 1 0,0 0 0,0 0 0,0-1 0,0 1 0,0 0 0,0 0 0,0 0 0,0 0 0,0 0 0,0 1 0,0-1 0,2 0 0,-1 2 0,-1-1 0,0 1 0,1-1 0,-1 1 0,0 0 0,0-1 0,0 1 0,0 0 0,0 0 0,0 0 0,0 0 0,-1 0 0,1 0 0,-1 0 0,1 0 0,-1 0 0,0 2 0,5 45 289,-4-31-840,1 1-1,6 26 1,-3-30-6275</inkml:trace>
</inkml:ink>
</file>

<file path=ppt/ink/ink1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22.627"/>
    </inkml:context>
    <inkml:brush xml:id="br0">
      <inkml:brushProperty name="width" value="0.05" units="cm"/>
      <inkml:brushProperty name="height" value="0.05" units="cm"/>
    </inkml:brush>
  </inkml:definitions>
  <inkml:trace contextRef="#ctx0" brushRef="#br0">3 183 24575,'-1'-47'0,"-1"27"0,2 0 0,1-1 0,4-32 0,-5 51 0,0 1 0,0 0 0,1 0 0,-1 0 0,0 0 0,0 0 0,1 0 0,-1-1 0,1 1 0,-1 0 0,1 0 0,-1 0 0,1 0 0,0 0 0,0 1 0,-1-1 0,1 0 0,1-1 0,-1 2 0,0 0 0,-1 0 0,1 0 0,-1 0 0,1 0 0,-1 0 0,1 1 0,-1-1 0,1 0 0,-1 0 0,1 1 0,-1-1 0,1 0 0,-1 1 0,1-1 0,-1 0 0,0 1 0,1-1 0,-1 1 0,0-1 0,1 1 0,-1-1 0,0 0 0,1 1 0,-1 0 0,4 6 0,-1 0 0,0 0 0,4 15 0,-2 4 0,-2 1 0,0-1 0,-2 27 0,3 25 0,-4-78 0,0 0 0,0 0 0,0 0 0,0 0 0,0 0 0,0 0 0,0 0 0,0 1 0,0-1 0,0 0 0,0 0 0,0 0 0,0 0 0,0 0 0,0 0 0,0 0 0,0 0 0,0 0 0,0 1 0,0-1 0,0 0 0,0 0 0,0 0 0,0 0 0,0 0 0,0 0 0,0 0 0,0 0 0,0 0 0,0 0 0,0 0 0,0 1 0,1-1 0,-1 0 0,0 0 0,0 0 0,0 0 0,0 0 0,0 0 0,0 0 0,0 0 0,0 0 0,0 0 0,1 0 0,-1 0 0,0 0 0,0 0 0,0 0 0,0 0 0,0 0 0,0 0 0,0 0 0,0 0 0,0 0 0,1 0 0,-1 0 0,0 0 0,0 0 0,0 0 0,0 0 0,0 0 0,0 0 0,0-1 0,0 1 0,7-8 0,4-14 0,-10 19 0,8-18 0,0 1 0,1 1 0,0 0 0,26-34 0,-35 52 0,0 0 0,-1 0 0,1 0 0,0 0 0,0 0 0,0 0 0,0 0 0,0 0 0,0 1 0,0-1 0,0 0 0,0 1 0,0-1 0,0 0 0,0 1 0,0 0 0,0-1 0,1 1 0,-1 0 0,0-1 0,0 1 0,1 0 0,1 0 0,-2 1 0,0 0 0,0-1 0,0 1 0,0 0 0,-1 0 0,1-1 0,0 1 0,0 0 0,-1 0 0,1 0 0,0 0 0,-1 0 0,1 0 0,-1 0 0,1 0 0,-1 1 0,0-1 0,1 0 0,-1 2 0,2 9 0,0 1 0,-1 0 0,-1 16 0,0-25 0,-1 24 0,0 27 0,1-52 0,0 0 0,0-1 0,1 1 0,-1 0 0,1 0 0,0-1 0,0 1 0,0 0 0,0-1 0,0 1 0,0-1 0,1 1 0,-1-1 0,1 0 0,2 3 0,-3-4-80,0-1 0,0 1-1,0 0 1,0 0 0,0-1-1,1 1 1,-1-1 0,0 1-1,0-1 1,1 0 0,-1 1 0,0-1-1,1 0 1,-1 0 0,0 0-1,3 0 1,7-2-6746</inkml:trace>
</inkml:ink>
</file>

<file path=ppt/ink/ink1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23.094"/>
    </inkml:context>
    <inkml:brush xml:id="br0">
      <inkml:brushProperty name="width" value="0.05" units="cm"/>
      <inkml:brushProperty name="height" value="0.05" units="cm"/>
    </inkml:brush>
  </inkml:definitions>
  <inkml:trace contextRef="#ctx0" brushRef="#br0">57 340 24575,'38'-43'0,"-35"39"0,0 0 0,0 0 0,-1 0 0,0-1 0,1 1 0,-1-1 0,-1 0 0,1 1 0,0-7 0,-1 10 0,-1 0 0,0 1 0,0-1 0,0 0 0,0 0 0,0 1 0,0-1 0,-1 0 0,1 0 0,0 1 0,0-1 0,0 0 0,-1 0 0,1 1 0,0-1 0,-1 0 0,1 1 0,0-1 0,-1 1 0,1-1 0,-1 0 0,1 1 0,-1-1 0,1 1 0,-1-1 0,-1 0 0,1 1 0,-1-1 0,0 0 0,0 1 0,1-1 0,-1 1 0,0-1 0,0 1 0,0 0 0,0 0 0,-3 0 0,1 0 0,0 1 0,0-1 0,0 1 0,0 0 0,0 0 0,0 0 0,0 1 0,0-1 0,-6 4 0,6 0 0,0 0 0,0 1 0,0-1 0,1 1 0,-1 0 0,1-1 0,1 1 0,-1 1 0,1-1 0,0 0 0,0 0 0,1 1 0,0-1 0,0 1 0,1 0 0,0-1 0,0 1 0,0-1 0,2 10 0,-2-14 0,1 0 0,-1-1 0,1 1 0,-1 0 0,1-1 0,0 1 0,-1-1 0,1 1 0,0-1 0,0 1 0,0-1 0,0 1 0,0-1 0,1 0 0,-1 0 0,0 0 0,1 0 0,-1 0 0,0 0 0,1 0 0,0 0 0,-1 0 0,1 0 0,-1-1 0,1 1 0,0-1 0,-1 1 0,1-1 0,0 0 0,-1 0 0,1 0 0,0 0 0,0 0 0,-1 0 0,1 0 0,0 0 0,0-1 0,-1 1 0,1-1 0,-1 1 0,1-1 0,0 1 0,-1-1 0,3-1 0,1-1 0,1 0 0,-1-1 0,0 1 0,0-1 0,0 0 0,0-1 0,-1 1 0,1-1 0,-1 0 0,0 0 0,3-6 0,-1-1 0,-1-1 0,0 1 0,-1-1 0,-1 0 0,0 0 0,0 0 0,0-20 0,-2-98 0,-2 81 0,-1 14 0,2 36 0,0 0 0,0 0 0,0 0 0,0 0 0,0 0 0,0 0 0,0 0 0,0 0 0,0 0 0,0 0 0,0 0 0,0 0 0,0 1 0,-1-1 0,1 0 0,0 0 0,0 0 0,0 0 0,0 0 0,0 0 0,0 0 0,0 0 0,0 0 0,0 0 0,0 0 0,0 0 0,0 0 0,0 0 0,0 0 0,0 0 0,-1 0 0,1 0 0,0 0 0,0-1 0,-3 24 0,-2 16 0,-12 139 0,15-138 0,2 1 0,7 55 0,-2-69-1365,0-6-5461</inkml:trace>
</inkml:ink>
</file>

<file path=ppt/ink/ink1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23.284"/>
    </inkml:context>
    <inkml:brush xml:id="br0">
      <inkml:brushProperty name="width" value="0.05" units="cm"/>
      <inkml:brushProperty name="height" value="0.05" units="cm"/>
    </inkml:brush>
  </inkml:definitions>
  <inkml:trace contextRef="#ctx0" brushRef="#br0">1 84 24575,'1'-18'0,"1"0"0,5-22 0,-6 32 0,-1 9 0,0-1 0,0 0 0,0 0 0,0 0 0,0 0 0,0 0 0,0 0 0,0 0 0,0 0 0,0 0 0,0 0 0,0 0 0,0 0 0,1 0 0,-1 0 0,0 0 0,0 0 0,0 0 0,0 0 0,0 0 0,0 1 0,0-1 0,0 0 0,0 0 0,0 0 0,0 0 0,0 0 0,0 0 0,0 0 0,1 0 0,-1 0 0,0 0 0,0 0 0,0 0 0,0 0 0,0-1 0,0 1 0,0 0 0,0 0 0,0 0 0,0 0 0,0 0 0,0 0 0,0 0 0,0 0 0,1 0 0,2 14 0,3 21 0,12 192-1365,-17-211-5461</inkml:trace>
</inkml:ink>
</file>

<file path=ppt/ink/ink1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23.923"/>
    </inkml:context>
    <inkml:brush xml:id="br0">
      <inkml:brushProperty name="width" value="0.05" units="cm"/>
      <inkml:brushProperty name="height" value="0.05" units="cm"/>
    </inkml:brush>
  </inkml:definitions>
  <inkml:trace contextRef="#ctx0" brushRef="#br0">1 346 24575,'0'-7'0,"1"-1"0,-1 1 0,1-1 0,1 1 0,0 0 0,0 0 0,0 0 0,1 0 0,0 0 0,0 0 0,1 1 0,-1-1 0,1 1 0,1 0 0,-1 0 0,1 1 0,1-1 0,-1 1 0,11-8 0,-14 12 0,37-27 0,-37 26 0,0 0 0,0 0 0,0 0 0,-1 1 0,1-2 0,0 1 0,-1 0 0,1 0 0,-1 0 0,0-1 0,0 1 0,0-1 0,0 1 0,0-1 0,0-3 0,-1 5 0,0 1 0,0-1 0,0 0 0,0 0 0,0 1 0,-1-1 0,1 0 0,0 1 0,0-1 0,-1 0 0,1 1 0,0-1 0,-1 1 0,1-1 0,-1 0 0,1 1 0,-1-1 0,1 1 0,-1-1 0,1 1 0,-1-1 0,1 1 0,-1 0 0,0-1 0,1 1 0,-1 0 0,0-1 0,1 1 0,-1 0 0,0 0 0,1 0 0,-1 0 0,0 0 0,0-1 0,1 1 0,-1 0 0,0 0 0,1 1 0,-1-1 0,0 0 0,0 0 0,1 0 0,-1 0 0,0 1 0,0-1 0,-4 1 0,0 0 0,0 1 0,1-1 0,-1 1 0,-5 3 0,5-1 0,-1 0 0,1 0 0,0 0 0,0 1 0,1 0 0,0 0 0,-1 0 0,2 0 0,-1 1 0,0-1 0,1 1 0,-2 6 0,4-10 0,0 1 0,0-1 0,0 0 0,0 0 0,0 1 0,1-1 0,-1 1 0,1-1 0,0 0 0,0 1 0,0-1 0,0 1 0,0-1 0,0 1 0,1-1 0,-1 0 0,1 1 0,0-1 0,-1 0 0,1 1 0,0-1 0,0 0 0,1 0 0,-1 0 0,0 0 0,1 0 0,-1 0 0,1 0 0,0 0 0,0-1 0,-1 1 0,1-1 0,0 1 0,4 1 0,2 1 0,0-1 0,0 0 0,1 0 0,-1-1 0,0 0 0,1 0 0,-1-1 0,11 0 0,-13-1 0,-1 1 0,1-2 0,-1 1 0,1-1 0,-1 0 0,1 0 0,-1 0 0,1-1 0,-1 0 0,0 0 0,0 0 0,0-1 0,8-5 0,-11 6 0,-1 1 0,1-1 0,-1 0 0,1 1 0,-1-1 0,0 0 0,0 0 0,0 0 0,0 0 0,0 0 0,0 0 0,0 0 0,-1-1 0,1-2 0,1-37 0,1 4 0,-2 34 0,0 0 0,0-1 0,1 1 0,-1 0 0,1 0 0,0 0 0,1 1 0,-1-1 0,0 0 0,1 1 0,0 0 0,0-1 0,5-3 0,-7 6 0,0 0 0,0 1 0,1-1 0,-1 0 0,0 1 0,1-1 0,-1 1 0,1-1 0,-1 1 0,0-1 0,1 1 0,-1 0 0,1 0 0,-1 0 0,1 0 0,-1 0 0,2 0 0,-1 1 0,0-1 0,0 1 0,0 0 0,0 0 0,-1 0 0,1 0 0,0 0 0,-1 0 0,1 1 0,-1-1 0,1 0 0,-1 1 0,1-1 0,-1 1 0,2 3 0,3 4 0,-1 1 0,0 0 0,0 1 0,-1-1 0,-1 1 0,5 21 0,-4-11 0,-2 1 0,1 36 0,-3-57 0,1 0 0,-1 0 0,0 0 0,0 1 0,0-1 0,-1 0 0,1 0 0,0 0 0,0 0 0,-1 0 0,1 1 0,0-1 0,-1 0 0,1 0 0,-1 0 0,0 0 0,1 0 0,-1 0 0,0 0 0,1-1 0,-1 1 0,-1 1 0,2-2 0,-1 0 0,1 0 0,0 0 0,0 0 0,-1 0 0,1 0 0,0 0 0,-1 0 0,1 0 0,0 0 0,0 0 0,-1 0 0,1 0 0,0-1 0,-1 1 0,1 0 0,0 0 0,0 0 0,-1 0 0,1-1 0,0 1 0,0 0 0,0 0 0,-1 0 0,1-1 0,0 1 0,0-1 0,-7-15 0,6 6 0,0 0 0,1 1 0,0-1 0,1 0 0,0 0 0,0 1 0,1-1 0,1 0 0,-1 1 0,1 0 0,1 0 0,0 0 0,0 0 0,1 0 0,0 1 0,11-14 0,-4 5 0,2 1 0,0 1 0,0 0 0,2 1 0,0 1 0,33-22 0,-42 30 43,0 2 0,0-1-1,0 1 1,0 0 0,0 0-1,1 1 1,15-3 0,-21 5-98,0 0-1,1 0 1,-1 0 0,0 0 0,1 0 0,-1 0 0,0 1 0,1-1 0,-1 1 0,0 0 0,0-1 0,0 1 0,0 0 0,0 0 0,0 1 0,0-1 0,0 0 0,0 1 0,0-1 0,0 1-1,-1-1 1,1 1 0,-1 0 0,1 0 0,-1 0 0,0 0 0,0 0 0,0 0 0,0 0 0,1 3 0,6 18-6771</inkml:trace>
</inkml:ink>
</file>

<file path=ppt/ink/ink1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5:32.450"/>
    </inkml:context>
    <inkml:brush xml:id="br0">
      <inkml:brushProperty name="width" value="0.05" units="cm"/>
      <inkml:brushProperty name="height" value="0.05" units="cm"/>
    </inkml:brush>
  </inkml:definitions>
  <inkml:trace contextRef="#ctx0" brushRef="#br0">29 386 24575,'0'0'0,"0"0"0,1-1 0,-1 1 0,0 0 0,1-1 0,-1 1 0,0-1 0,1 1 0,-1 0 0,0-1 0,0 1 0,0-1 0,1 1 0,-1 0 0,0-1 0,0 1 0,0-1 0,0 1 0,0-1 0,0 1 0,0-1 0,0 1 0,0 0 0,0-1 0,0 1 0,0-1 0,0 1 0,0-1 0,-1 1 0,1-1 0,0 1 0,0 0 0,0-1 0,-1 1 0,1-1 0,0 1 0,-1 0 0,1-1 0,0 1 0,0 0 0,-1-1 0,1 1 0,-1 0 0,1 0 0,0-1 0,-1 1 0,0 0 0,1 0 0,-1-1 0,0 1 0,1 0 0,-1 0 0,1 0 0,-1 0 0,0 0 0,1 0 0,-1 0 0,1 0 0,-1 0 0,0 0 0,1 0 0,-1 0 0,1 0 0,-1 1 0,0-1 0,1 0 0,-1 0 0,1 1 0,-1-1 0,1 0 0,-1 1 0,1-1 0,-1 0 0,1 1 0,-1-1 0,1 1 0,0-1 0,-1 1 0,1-1 0,0 1 0,-1-1 0,1 1 0,0-1 0,0 1 0,-1 0 0,-1 8 0,1 0 0,-1 0 0,1 0 0,1 0 0,0 0 0,0 0 0,1 0 0,0 0 0,4 17 0,1 16 0,-6-42 0,0 0 0,0 1 0,0-1 0,0 1 0,0-1 0,0 0 0,0 1 0,0-1 0,0 1 0,1-1 0,-1 1 0,0-1 0,0 0 0,0 1 0,0-1 0,1 0 0,-1 1 0,0-1 0,0 0 0,0 1 0,1-1 0,-1 0 0,0 1 0,1-1 0,-1 0 0,0 0 0,1 1 0,-1-1 0,1 0 0,10-6 0,14-26 0,-20 26 0,39-52 114,3 3 0,89-82 0,-58 71-968,110-73 1,-132 102-5973</inkml:trace>
</inkml:ink>
</file>

<file path=ppt/ink/ink1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4.411"/>
    </inkml:context>
    <inkml:brush xml:id="br0">
      <inkml:brushProperty name="width" value="0.05" units="cm"/>
      <inkml:brushProperty name="height" value="0.05" units="cm"/>
    </inkml:brush>
  </inkml:definitions>
  <inkml:trace contextRef="#ctx0" brushRef="#br0">0 0 24454,'0'1034'0,"2748"-1034"0,-2748-1034 0,-2748 1034 0</inkml:trace>
</inkml:ink>
</file>

<file path=ppt/ink/ink1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31.806"/>
    </inkml:context>
    <inkml:brush xml:id="br0">
      <inkml:brushProperty name="width" value="0.05" units="cm"/>
      <inkml:brushProperty name="height" value="0.05" units="cm"/>
    </inkml:brush>
  </inkml:definitions>
  <inkml:trace contextRef="#ctx0" brushRef="#br0">0 0 24513,'0'1085'0,"3188"-1085"0,-3188-1085 0,-3188 1085 0</inkml:trace>
</inkml:ink>
</file>

<file path=ppt/ink/ink1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03.731"/>
    </inkml:context>
    <inkml:brush xml:id="br0">
      <inkml:brushProperty name="width" value="0.05" units="cm"/>
      <inkml:brushProperty name="height" value="0.05" units="cm"/>
    </inkml:brush>
  </inkml:definitions>
  <inkml:trace contextRef="#ctx0" brushRef="#br0">1 1 23619,'0'2356'0,"4821"-2356"0,-4821-2356 0,-4821 2356 0</inkml:trace>
</inkml:ink>
</file>

<file path=ppt/ink/ink1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04.617"/>
    </inkml:context>
    <inkml:brush xml:id="br0">
      <inkml:brushProperty name="width" value="0.05" units="cm"/>
      <inkml:brushProperty name="height" value="0.05" units="cm"/>
    </inkml:brush>
  </inkml:definitions>
  <inkml:trace contextRef="#ctx0" brushRef="#br0">150 660 24575,'5'-7'0,"0"-1"0,-1 1 0,0-1 0,0 0 0,-1-1 0,0 1 0,0-1 0,2-15 0,2-3 0,8-23 0,-3 0 0,-2-1 0,-1-1 0,-4 1 0,-1-1 0,-5-67 0,0 108 0,0 1 0,-1-1 0,0 1 0,-1 0 0,0 0 0,-9-18 0,12 27 0,-1-1 0,0 0 0,0 0 0,0 0 0,0 1 0,0-1 0,0 1 0,-1-1 0,1 1 0,0-1 0,-1 1 0,1 0 0,-1 0 0,0-1 0,1 1 0,-1 0 0,0 1 0,1-1 0,-1 0 0,0 0 0,0 1 0,0-1 0,0 1 0,0-1 0,0 1 0,0 0 0,0 0 0,0 0 0,0 0 0,0 0 0,0 1 0,0-1 0,1 0 0,-1 1 0,0 0 0,0-1 0,0 1 0,0 0 0,1 0 0,-1 0 0,0 0 0,1 0 0,-3 2 0,-4 4 0,1-1 0,-1 2 0,2-1 0,-1 1 0,1 0 0,0 0 0,1 1 0,0-1 0,0 1 0,1 0 0,0 1 0,-5 16 0,-1 12 0,-10 73 0,-1 162 0,20 2 0,2-37 0,-15 73-1365,10-270-5461</inkml:trace>
</inkml:ink>
</file>

<file path=ppt/ink/ink1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05.052"/>
    </inkml:context>
    <inkml:brush xml:id="br0">
      <inkml:brushProperty name="width" value="0.05" units="cm"/>
      <inkml:brushProperty name="height" value="0.05" units="cm"/>
    </inkml:brush>
  </inkml:definitions>
  <inkml:trace contextRef="#ctx0" brushRef="#br0">0 133 24575,'4'0'0,"-1"-1"0,1 0 0,-1 0 0,1 0 0,-1 0 0,6-3 0,10-3 0,-9 4 0,0 1 0,0 1 0,0 0 0,0 0 0,0 1 0,0 0 0,0 1 0,0 0 0,0 0 0,0 1 0,11 4 0,-16-4 0,0 0 0,0 0 0,0 1 0,0-1 0,-1 1 0,1 0 0,-1 1 0,1-1 0,-1 1 0,0 0 0,-1 0 0,1 0 0,-1 0 0,1 1 0,-1-1 0,-1 1 0,1 0 0,-1 0 0,0 0 0,0 0 0,0 0 0,1 6 0,-1 0 0,0 1 0,1 20 0,-3-29 0,0 1 0,0-1 0,0 0 0,0 0 0,-1 0 0,1 0 0,-1 0 0,0 0 0,0 0 0,0 0 0,0 0 0,-1 0 0,1 0 0,-1 0 0,-2 2 0,3-4 0,1 0 0,-1-1 0,0 1 0,0 0 0,1-1 0,-1 1 0,0-1 0,0 1 0,0-1 0,0 0 0,0 1 0,0-1 0,0 0 0,0 1 0,0-1 0,0 0 0,0 0 0,0 0 0,0 0 0,0 0 0,0 0 0,0 0 0,0-1 0,0 1 0,0 0 0,0-1 0,0 1 0,0 0 0,0-1 0,0 1 0,0-1 0,1 1 0,-1-1 0,0 0 0,0 1 0,1-1 0,-1 0 0,0 1 0,1-1 0,-1 0 0,0-1 0,-2-1 0,1 0 0,0-1 0,0 1 0,0 0 0,0-1 0,1 1 0,-1-1 0,1 0 0,0 1 0,-1-5 0,2 0 0,0 1 0,1-1 0,0 1 0,0-1 0,0 1 0,1-1 0,0 1 0,1 0 0,0 0 0,0 0 0,8-13 0,5-6 0,30-36 0,-43 58 0,0-1 0,8-8 0,-1 0 0,15-13 0,-23 24 0,1 0 0,-1 0 0,0 0 0,1 0 0,-1 0 0,1 1 0,0-1 0,-1 1 0,1-1 0,0 1 0,0 0 0,0 0 0,0 0 0,0 1 0,0-1 0,0 1 0,0 0 0,0 0 0,3 0 0,-4 1-54,0 0-1,-1 0 0,1 0 1,-1 0-1,1 0 1,-1 0-1,1 1 0,-1-1 1,0 1-1,0-1 1,0 1-1,0-1 0,0 1 1,0 0-1,0-1 0,0 1 1,-1 0-1,1 0 1,0 0-1,-1 0 0,0-1 1,0 1-1,1 0 1,-1 3-1,2 14-6771</inkml:trace>
</inkml:ink>
</file>

<file path=ppt/ink/ink1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05.951"/>
    </inkml:context>
    <inkml:brush xml:id="br0">
      <inkml:brushProperty name="width" value="0.05" units="cm"/>
      <inkml:brushProperty name="height" value="0.05" units="cm"/>
    </inkml:brush>
  </inkml:definitions>
  <inkml:trace contextRef="#ctx0" brushRef="#br0">113 211 24575,'2'-1'0,"0"1"0,0-1 0,0 0 0,0 0 0,0 1 0,0-1 0,0-1 0,0 1 0,-1 0 0,1 0 0,0-1 0,-1 1 0,3-3 0,20-22 0,-21 23 0,-1 0 0,1 0 0,-1 0 0,0 0 0,0-1 0,0 1 0,0-1 0,0 1 0,-1-1 0,0 1 0,0-1 0,0 0 0,0 0 0,0 1 0,-1-1 0,1 0 0,-1 0 0,-1-7 0,1 8 0,-1 0 0,0 0 0,0 1 0,0-1 0,-1 1 0,1-1 0,0 1 0,-1 0 0,0-1 0,1 1 0,-1 0 0,0 0 0,0 0 0,0 0 0,0 1 0,-1-1 0,1 1 0,0-1 0,-1 1 0,1-1 0,-1 1 0,1 0 0,-1 0 0,0 1 0,-4-2 0,3 1 0,-1 0 0,1 0 0,-1 1 0,1-1 0,-1 1 0,1 0 0,-1 0 0,1 1 0,0-1 0,-1 1 0,1 0 0,0 0 0,-1 1 0,1-1 0,0 1 0,0 0 0,0 0 0,0 0 0,0 1 0,1-1 0,-1 1 0,1 0 0,-4 4 0,3-3 0,0 1 0,1 0 0,-1 0 0,1 0 0,1 1 0,-1-1 0,1 1 0,0-1 0,0 1 0,0 0 0,1 0 0,0 0 0,0 0 0,0 0 0,1 0 0,1 11 0,-1-12 0,1-1 0,0 1 0,0 0 0,0 0 0,1-1 0,-1 1 0,1-1 0,0 0 0,1 1 0,-1-1 0,1 0 0,0 0 0,0 0 0,0-1 0,0 1 0,7 5 0,-8-7 0,1-1 0,-1 1 0,1 0 0,0-1 0,0 0 0,0 1 0,0-1 0,0 0 0,0 0 0,0-1 0,0 1 0,0-1 0,0 1 0,1-1 0,-1 0 0,0 0 0,0-1 0,0 1 0,0-1 0,0 1 0,1-1 0,-1 0 0,0 0 0,-1 0 0,1-1 0,5-2 0,-4 1 0,1-1 0,-1 1 0,0-1 0,0-1 0,0 1 0,0 0 0,-1-1 0,0 0 0,0 1 0,4-9 0,5-6 0,-12 18 0,0 1 0,0 0 0,0 0 0,0-1 0,0 1 0,0 0 0,1 0 0,-1-1 0,0 1 0,0 0 0,0 0 0,1 0 0,-1-1 0,0 1 0,0 0 0,1 0 0,-1 0 0,0 0 0,0 0 0,1-1 0,-1 1 0,0 0 0,0 0 0,1 0 0,-1 0 0,0 0 0,1 0 0,-1 0 0,0 0 0,0 0 0,1 0 0,-1 0 0,0 0 0,1 0 0,-1 0 0,0 1 0,0-1 0,1 0 0,-1 0 0,0 0 0,0 0 0,1 0 0,-1 1 0,0-1 0,0 0 0,1 0 0,-1 0 0,0 1 0,0-1 0,0 0 0,0 0 0,1 1 0,-1-1 0,0 0 0,0 0 0,0 1 0,0-1 0,0 0 0,0 0 0,0 1 0,0-1 0,0 0 0,0 1 0,0-1 0,9 30 0,-5-14 0,-3-13 0,1 0 0,-1 0 0,0 0 0,1-1 0,0 1 0,-1-1 0,1 1 0,0-1 0,0 1 0,1-1 0,-1 0 0,0 0 0,1 0 0,-1 0 0,1-1 0,0 1 0,0-1 0,-1 1 0,5 0 0,-3-1 0,0 0 0,0-1 0,0 0 0,0 1 0,1-2 0,-1 1 0,0 0 0,0-1 0,0 0 0,0 0 0,0 0 0,7-3 0,0-1 0,-1-1 0,1 0 0,-1 0 0,-1-1 0,1 0 0,-1-1 0,0 0 0,-1 0 0,9-12 0,-7 7 0,-1 0 0,-1-1 0,11-22 0,-16 30 0,-1 0 0,0 0 0,0 0 0,-1-1 0,1 1 0,-1 0 0,-1-1 0,1 1 0,-1-1 0,0 1 0,-2-11 0,2 15 0,0 1 0,0 0 0,0 0 0,0-1 0,-1 1 0,1 0 0,0 0 0,-1-1 0,1 1 0,-1 0 0,1 0 0,-1 0 0,0 0 0,1 0 0,-1 0 0,0 0 0,0 0 0,0 0 0,0 0 0,0 0 0,0 0 0,0 0 0,0 1 0,0-1 0,0 0 0,0 1 0,-1-1 0,1 1 0,0 0 0,0-1 0,-1 1 0,1 0 0,0 0 0,0-1 0,-1 1 0,1 0 0,0 0 0,-1 1 0,1-1 0,-2 0 0,-1 2 0,0-1 0,0 1 0,1 0 0,-1-1 0,1 1 0,-1 1 0,1-1 0,0 1 0,0-1 0,0 1 0,-5 6 0,2-1 0,1 0 0,0 1 0,0 0 0,1 0 0,0 0 0,0 1 0,1-1 0,-3 17 0,4-21 0,1 1 0,1 0 0,-1-1 0,1 1 0,0-1 0,0 1 0,0 0 0,1-1 0,0 1 0,0 0 0,1-1 0,-1 0 0,1 1 0,0-1 0,1 0 0,5 9 0,-8-13 0,1 1 0,0-1 0,0 1 0,1-1 0,-1 0 0,0 0 0,0 0 0,0 0 0,1 1 0,-1-2 0,1 1 0,-1 0 0,1 0 0,-1 0 0,1-1 0,-1 1 0,1-1 0,0 1 0,-1-1 0,1 0 0,0 1 0,-1-1 0,1 0 0,0 0 0,-1 0 0,1-1 0,0 1 0,0 0 0,-1 0 0,3-2 0,3-1 0,-1 0 0,1-1 0,-1 0 0,0-1 0,10-9 0,18-11 0,-33 25 0,-1-1 0,1 1 0,0 0 0,0-1 0,0 1 0,-1 0 0,1 0 0,0 0 0,0-1 0,0 1 0,0 0 0,0 0 0,0 0 0,-1 1 0,1-1 0,0 0 0,0 0 0,0 0 0,0 1 0,0-1 0,-1 0 0,1 1 0,0-1 0,1 1 0,-1 0 0,0 1 0,1-1 0,-1 1 0,0-1 0,0 1 0,0-1 0,0 1 0,0 0 0,0-1 0,1 4 0,1 4 0,-1 1 0,1-1 0,0 14 0,-3-21 0,4 36 0,-1 0 0,-4 41 0,0-61 0,-1-1 0,0 1 0,-1-1 0,-1 0 0,-1 0 0,-12 29 0,15-43 0,1 0 0,-1 0 0,1 0 0,-1 0 0,0-1 0,0 1 0,0-1 0,0 1 0,-1-1 0,1 0 0,-1 1 0,1-1 0,-1 0 0,0-1 0,0 1 0,0-1 0,0 1 0,0-1 0,0 0 0,-5 1 0,3-1 0,1-1 0,-1 0 0,0 0 0,1 0 0,-1-1 0,1 0 0,-1 0 0,1 0 0,-1 0 0,1-1 0,-1 0 0,1 0 0,0 0 0,-5-3 0,-2-2-227,1-1-1,0 0 1,0 0-1,1-1 1,-12-14-1,3 0-6598</inkml:trace>
</inkml:ink>
</file>

<file path=ppt/ink/ink1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06.817"/>
    </inkml:context>
    <inkml:brush xml:id="br0">
      <inkml:brushProperty name="width" value="0.05" units="cm"/>
      <inkml:brushProperty name="height" value="0.05" units="cm"/>
    </inkml:brush>
  </inkml:definitions>
  <inkml:trace contextRef="#ctx0" brushRef="#br0">12 146 24575,'-1'-2'0,"-1"0"0,1 0 0,0-1 0,0 1 0,-1-1 0,2 1 0,-1-1 0,0 0 0,0 1 0,1-1 0,0 0 0,-1 1 0,1-1 0,0 0 0,0 0 0,1-4 0,-1 7 0,0 0 0,0 0 0,0-1 0,0 1 0,1 0 0,-1 0 0,0 0 0,0 0 0,0 0 0,0 0 0,0 0 0,0 0 0,0-1 0,0 1 0,0 0 0,0 0 0,0 0 0,0 0 0,0 0 0,0 0 0,0 0 0,1 0 0,-1 0 0,0 0 0,0 0 0,0 0 0,0-1 0,0 1 0,0 0 0,0 0 0,0 0 0,1 0 0,-1 0 0,0 0 0,0 0 0,0 0 0,0 0 0,0 0 0,0 0 0,0 0 0,0 0 0,1 0 0,-1 0 0,0 0 0,0 1 0,0-1 0,0 0 0,0 0 0,0 0 0,0 0 0,0 0 0,1 0 0,-1 0 0,0 0 0,0 0 0,6 8 0,4 11 0,-3 5 0,0 1 0,-1-1 0,-2 1 0,0 0 0,0 38 0,-4-61 0,0 0 0,0-1 0,0 1 0,0-1 0,-1 1 0,1 0 0,0-1 0,-1 1 0,1-1 0,-1 1 0,-1 1 0,-1-4 0,0-12 0,2-5 0,1 0 0,1-1 0,0 1 0,1 0 0,1 0 0,1 0 0,1 1 0,0-1 0,2 1 0,-1 0 0,2 1 0,0-1 0,2 1 0,20-28 0,-28 41 0,1 1 0,-1-1 0,0 1 0,1 0 0,-1 0 0,1 0 0,-1 0 0,1 0 0,0 1 0,0-1 0,4-1 0,-6 3 0,1 0 0,-1-1 0,0 1 0,0 0 0,0 0 0,0 1 0,1-1 0,-1 0 0,0 0 0,0 0 0,0 1 0,0-1 0,0 0 0,0 1 0,0-1 0,0 1 0,0 0 0,0-1 0,0 1 0,0 0 0,0-1 0,0 1 0,0 0 0,-1 0 0,1 0 0,0 0 0,-1 0 0,1 0 0,0 0 0,-1 0 0,0 0 0,1 0 0,-1 0 0,1 0 0,-1 2 0,4 7 0,-1 1 0,-1 0 0,0 0 0,0 0 0,0 17 0,-4 60 0,0-43 0,1 30 0,4-86 0,0 0 0,1 1 0,6-14 0,0 2 0,1-8 0,-5 12 0,0 1 0,2-1 0,0 2 0,1-1 0,0 1 0,16-20 0,-24 35 0,1-1 0,-1 1 0,0 0 0,0-1 0,1 1 0,-1 0 0,0 0 0,1 0 0,-1 0 0,1 0 0,-1 1 0,1-1 0,0 0 0,-1 1 0,1-1 0,0 1 0,-1-1 0,1 1 0,3 0 0,-4 0 0,1 0 0,-1 1 0,1-1 0,-1 1 0,1 0 0,-1 0 0,1-1 0,-1 1 0,0 0 0,0 0 0,1 0 0,-1 0 0,0 0 0,0 1 0,0-1 0,0 0 0,1 2 0,4 8 0,-1 0 0,0 0 0,0 0 0,4 20 0,-5-16 0,3 8 0,15 40 0,-20-58 0,0-1 0,1 1 0,-1-1 0,1 0 0,0 0 0,0 0 0,0 0 0,1 0 0,-1-1 0,7 5 0,-9-7 0,1 0 0,0 0 0,-1 0 0,1 0 0,0 0 0,0-1 0,0 1 0,0-1 0,0 1 0,0-1 0,-1 0 0,1 1 0,0-1 0,0 0 0,0 0 0,0-1 0,0 1 0,4-1 0,-3-1 0,1 1 0,-1-1 0,1 1 0,-1-1 0,0 0 0,0 0 0,0-1 0,0 1 0,3-5 0,1 0 0,0-1 0,-1-1 0,0 1 0,-1-1 0,0 0 0,6-13 0,-7 11 0,0-1 0,-1 1 0,-1 0 0,3-22 0,-5 28 0,1 0 0,-1 0 0,0 0 0,-1 0 0,1 0 0,-1 0 0,0 0 0,0 0 0,-1 1 0,1-1 0,-1 0 0,0 0 0,-4-6 0,5 10 0,0 0 0,1 0 0,-1 0 0,0 1 0,1-1 0,-1 0 0,0 0 0,0 0 0,0 1 0,0-1 0,1 0 0,-1 1 0,0-1 0,0 1 0,0-1 0,-1 1 0,1-1 0,0 1 0,0 0 0,0 0 0,0 0 0,0-1 0,0 1 0,-2 0 0,1 1 0,1-1 0,-1 1 0,0 0 0,1-1 0,-1 1 0,0 0 0,1 0 0,-1 0 0,1 0 0,0 1 0,-1-1 0,1 0 0,-2 3 0,-2 3 0,0-1 0,1 1 0,0 1 0,0-1 0,-4 12 0,3-4 57,1 0 0,0 0 0,2 0 0,-1 0 0,1 20 0,2-27-200,0 0 1,0 0 0,1 0 0,1 0-1,-1 0 1,1 0 0,0 0 0,1-1 0,0 1-1,0-1 1,8 13 0,3-1-6684</inkml:trace>
</inkml:ink>
</file>

<file path=ppt/ink/ink1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07.379"/>
    </inkml:context>
    <inkml:brush xml:id="br0">
      <inkml:brushProperty name="width" value="0.05" units="cm"/>
      <inkml:brushProperty name="height" value="0.05" units="cm"/>
    </inkml:brush>
  </inkml:definitions>
  <inkml:trace contextRef="#ctx0" brushRef="#br0">35 282 24575,'-3'-5'0,"-15"-15"0,18 19 0,0 1 0,0 0 0,-1-1 0,1 1 0,0 0 0,0 0 0,0-1 0,0 1 0,-1 0 0,1 0 0,0-1 0,0 1 0,0 0 0,-1 0 0,1 0 0,0 0 0,0-1 0,-1 1 0,1 0 0,0 0 0,-1 0 0,1 0 0,0 0 0,0 0 0,-1 0 0,1 0 0,0 0 0,-1 0 0,1 0 0,0 0 0,-1 0 0,1 0 0,0 0 0,0 0 0,-1 0 0,1 0 0,0 0 0,-1 0 0,1 0 0,0 0 0,0 1 0,-1-1 0,1 0 0,0 0 0,0 0 0,-1 0 0,1 1 0,0-1 0,0 0 0,0 0 0,-1 1 0,1-1 0,0 0 0,0 0 0,0 1 0,0-1 0,0 0 0,-1 1 0,1-1 0,0 0 0,0 0 0,0 1 0,0-1 0,0 6 0,0-1 0,1 1 0,-1-1 0,1 1 0,1-1 0,-1 1 0,3 6 0,4 18 0,-6-1 0,-2-23 0,0 0 0,0-1 0,0 1 0,1 0 0,0-1 0,0 1 0,1-1 0,2 8 0,-4-13 0,1 0 0,-1 0 0,0 0 0,0 0 0,1 0 0,-1 0 0,0 0 0,0 0 0,1 0 0,-1 0 0,0 0 0,0 0 0,0 0 0,1 0 0,-1 0 0,0 0 0,0-1 0,1 1 0,-1 0 0,0 0 0,0 0 0,0 0 0,0 0 0,1-1 0,-1 1 0,0 0 0,0 0 0,0 0 0,0 0 0,1-1 0,-1 1 0,0 0 0,0 0 0,0-1 0,0 1 0,0 0 0,0 0 0,0 0 0,0-1 0,0 1 0,0 0 0,0 0 0,0-1 0,0 1 0,6-13 0,5-21 0,-8 20 0,1 1 0,1-1 0,1 1 0,-1 0 0,2 1 0,0 0 0,10-15 0,-16 26 0,0 0 0,0 0 0,0 0 0,0 0 0,0 0 0,0 0 0,0 0 0,0 0 0,0 1 0,0-1 0,1 0 0,-1 1 0,0-1 0,0 1 0,1-1 0,-1 1 0,0 0 0,1-1 0,2 1 0,-3 0 0,0 1 0,0-1 0,0 0 0,0 1 0,0-1 0,1 1 0,-1-1 0,-1 1 0,1 0 0,0 0 0,0-1 0,0 1 0,0 0 0,0 0 0,-1 0 0,1 0 0,0 0 0,0 1 0,3 5 0,-1 0 0,0 1 0,-1-1 0,1 0 0,1 13 0,0 7 0,11 41 0,-14-62 0,1-1 0,0 1 0,0-1 0,1 0 0,0 0 0,0 0 0,0 0 0,0 0 0,7 6 0,-9-9 0,0-1 0,1 0 0,-1 0 0,0 0 0,0 0 0,1-1 0,-1 1 0,1 0 0,-1 0 0,1-1 0,-1 1 0,1-1 0,-1 1 0,1-1 0,-1 0 0,1 0 0,0 1 0,-1-1 0,1 0 0,-1 0 0,4-1 0,-2 0 0,0 0 0,-1 0 0,1-1 0,0 1 0,-1 0 0,1-1 0,-1 0 0,1 0 0,-1 0 0,0 0 0,2-2 0,4-5 0,-1 0 0,-1 0 0,0-1 0,0 0 0,5-12 0,0-5 0,-2 0 0,-1-1 0,0 0 0,4-42 0,-6 12 0,-3-69 0,-1 109 0,-3 18 0,1 0 0,0 0 0,0 0 0,0 0 0,0 0 0,0 0 0,0 0 0,0 0 0,0 0 0,0 0 0,0 0 0,0-1 0,0 1 0,0 0 0,0 0 0,0 0 0,0 0 0,0 0 0,0 0 0,0 0 0,1 0 0,-1 0 0,0 0 0,0 0 0,0 0 0,0 0 0,0-1 0,0 1 0,0 0 0,0 0 0,0 0 0,0 0 0,0 0 0,0 0 0,0 0 0,0 0 0,0 0 0,0 0 0,1 0 0,-1 0 0,0 0 0,0 0 0,0 0 0,0 0 0,0 0 0,0 0 0,0 0 0,0 0 0,0 0 0,0 0 0,0 0 0,1 0 0,-1 0 0,0 0 0,0 0 0,0 0 0,0 0 0,0 0 0,0 0 0,0 0 0,0 0 0,0 0 0,0 0 0,0 0 0,0 0 0,0 1 0,0-1 0,1 0 0,7 26 0,27 188 252,-17-92-1869,-12-81-5209</inkml:trace>
</inkml:ink>
</file>

<file path=ppt/ink/ink1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07.516"/>
    </inkml:context>
    <inkml:brush xml:id="br0">
      <inkml:brushProperty name="width" value="0.05" units="cm"/>
      <inkml:brushProperty name="height" value="0.05" units="cm"/>
    </inkml:brush>
  </inkml:definitions>
  <inkml:trace contextRef="#ctx0" brushRef="#br0">11 94 24575,'-2'-5'0,"-1"-6"0,0-4 0,0-1 0,6-1 0,7 3 0,7 3 0,7 7 0,7 5 0,6 6 0,-4 2-8191</inkml:trace>
</inkml:ink>
</file>

<file path=ppt/ink/ink1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10.474"/>
    </inkml:context>
    <inkml:brush xml:id="br0">
      <inkml:brushProperty name="width" value="0.05" units="cm"/>
      <inkml:brushProperty name="height" value="0.05" units="cm"/>
    </inkml:brush>
  </inkml:definitions>
  <inkml:trace contextRef="#ctx0" brushRef="#br0">1 0 24191,'0'1159'0,"3663"-1159"0,-3663-1159 0,-3663 1159 0</inkml:trace>
</inkml:ink>
</file>

<file path=ppt/ink/ink1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20.052"/>
    </inkml:context>
    <inkml:brush xml:id="br0">
      <inkml:brushProperty name="width" value="0.05" units="cm"/>
      <inkml:brushProperty name="height" value="0.05" units="cm"/>
    </inkml:brush>
  </inkml:definitions>
  <inkml:trace contextRef="#ctx0" brushRef="#br0">0 1 23994,'0'2183'0,"4841"-2183"0,-4841-2183 0,-4841 2183 0</inkml:trace>
</inkml:ink>
</file>

<file path=ppt/ink/ink1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43.729"/>
    </inkml:context>
    <inkml:brush xml:id="br0">
      <inkml:brushProperty name="width" value="0.05" units="cm"/>
      <inkml:brushProperty name="height" value="0.05" units="cm"/>
    </inkml:brush>
  </inkml:definitions>
  <inkml:trace contextRef="#ctx0" brushRef="#br0">1 0 24346,'2483'842'0,"-2614"-974"0,262 264 0,-316-106 0</inkml:trace>
</inkml:ink>
</file>

<file path=ppt/ink/ink1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47.269"/>
    </inkml:context>
    <inkml:brush xml:id="br0">
      <inkml:brushProperty name="width" value="0.05" units="cm"/>
      <inkml:brushProperty name="height" value="0.05" units="cm"/>
    </inkml:brush>
  </inkml:definitions>
  <inkml:trace contextRef="#ctx0" brushRef="#br0">0 1 24490,'4350'898'0,"-4496"-1014"0,292 232 0,-326-68 0</inkml:trace>
</inkml:ink>
</file>

<file path=ppt/ink/ink1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30.403"/>
    </inkml:context>
    <inkml:brush xml:id="br0">
      <inkml:brushProperty name="width" value="0.05" units="cm"/>
      <inkml:brushProperty name="height" value="0.05" units="cm"/>
    </inkml:brush>
  </inkml:definitions>
  <inkml:trace contextRef="#ctx0" brushRef="#br0">101 1 24575,'1'0'0,"-1"0"0,1 1 0,-1-1 0,0 1 0,1-1 0,-1 1 0,0-1 0,1 1 0,-1-1 0,0 1 0,0-1 0,0 1 0,0 0 0,1-1 0,-1 1 0,0-1 0,0 1 0,0-1 0,0 1 0,0 0 0,0-1 0,0 1 0,-1-1 0,1 1 0,0-1 0,0 1 0,0-1 0,0 1 0,-1 0 0,-4 20 0,-37 69 0,28-63 0,-19 52 0,30-71 0,1 1 0,1-1 0,-1 1 0,1-1 0,1 1 0,0-1 0,0 1 0,0 0 0,4 15 0,-4-24 4,0 1 0,0-1 0,0 0 1,0 0-1,1 1 0,-1-1 0,0 0 0,0 0 0,0 0 0,0 1 0,0-1 0,0 0 0,0 0 0,1 1 0,-1-1 0,0 0 0,0 0 0,0 0 0,0 0 0,1 1 1,-1-1-1,0 0 0,0 0 0,1 0 0,-1 0 0,0 0 0,0 0 0,0 0 0,1 0 0,-1 0 0,0 0 0,0 0 0,1 1 0,-1-1 0,0 0 0,0-1 1,1 1-1,-1 0 0,0 0 0,0 0 0,1 0 0,9-9 167,6-16-1878,-12 16-5119</inkml:trace>
</inkml:ink>
</file>

<file path=ppt/ink/ink1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5.178"/>
    </inkml:context>
    <inkml:brush xml:id="br0">
      <inkml:brushProperty name="width" value="0.05" units="cm"/>
      <inkml:brushProperty name="height" value="0.05" units="cm"/>
    </inkml:brush>
  </inkml:definitions>
  <inkml:trace contextRef="#ctx0" brushRef="#br0">14 656 24575,'-2'2'0,"1"0"0,-1 0 0,1 0 0,0 0 0,0 1 0,0-1 0,0 0 0,0 1 0,1-1 0,-1 1 0,1-1 0,-1 1 0,1-1 0,0 1 0,0 0 0,0-1 0,0 1 0,1-1 0,0 5 0,2 6 0,0-1 0,8 19 0,-8-23 0,3 11 0,-3-9 0,0-1 0,1 0 0,0 1 0,0-1 0,1-1 0,7 11 0,-12-18 0,1 0 0,0 0 0,0 0 0,0 0 0,0-1 0,0 1 0,0 0 0,0 0 0,0-1 0,0 1 0,0-1 0,0 1 0,0-1 0,0 0 0,1 1 0,-1-1 0,0 0 0,0 0 0,0 0 0,1 0 0,-1 0 0,0 0 0,3 0 0,-2-1 0,1 0 0,-1 0 0,0 0 0,1 0 0,-1 0 0,0-1 0,0 1 0,0-1 0,0 0 0,4-3 0,1-3 0,0-1 0,0-1 0,11-19 0,4-14 0,-2-1 0,-2-1 0,-2 0 0,19-93 0,-19 45 0,6-146 0,-21 227 0,0-3 0,0-1 0,-1 0 0,-1 0 0,-1 0 0,-4-22 0,6 37 0,0 0 0,-1-1 0,1 1 0,-1-1 0,1 1 0,-1 0 0,1-1 0,-1 1 0,0 0 0,1 0 0,-1-1 0,0 1 0,0 0 0,0 0 0,0 0 0,0 0 0,0 0 0,-1 0 0,-1-1 0,2 2 0,0 0 0,0 0 0,0 0 0,0 0 0,0 0 0,0 0 0,0 0 0,0 0 0,0 0 0,0 0 0,0 1 0,0-1 0,0 0 0,1 1 0,-1-1 0,0 1 0,0-1 0,0 1 0,0 0 0,1-1 0,-2 2 0,-3 3 0,0 0 0,1 0 0,0 1 0,0-1 0,0 1 0,-5 11 0,-3 13 0,1 1 0,1 0 0,2 0 0,1 1 0,-5 57 0,8-13 0,7 102 0,11-34 0,-11-124 0,1-1 0,1-1 0,1 1 0,0-1 0,12 24 0,0-15-1365,-3-9-5461</inkml:trace>
</inkml:ink>
</file>

<file path=ppt/ink/ink1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5.631"/>
    </inkml:context>
    <inkml:brush xml:id="br0">
      <inkml:brushProperty name="width" value="0.05" units="cm"/>
      <inkml:brushProperty name="height" value="0.05" units="cm"/>
    </inkml:brush>
  </inkml:definitions>
  <inkml:trace contextRef="#ctx0" brushRef="#br0">1 183 24575,'2'0'0,"0"0"0,1 1 0,-1-1 0,0 1 0,0-1 0,0 1 0,1 0 0,-1 0 0,0 0 0,0 0 0,0 0 0,0 1 0,1 1 0,27 25 0,-27-24 0,2 1 0,-1-1 0,0 0 0,1 0 0,-1-1 0,1 1 0,8 3 0,-11-6 0,-1-1 0,1 1 0,0-1 0,-1 0 0,1 0 0,0 0 0,0 0 0,-1 0 0,1 0 0,0 0 0,0-1 0,-1 1 0,1-1 0,0 1 0,-1-1 0,1 0 0,-1 1 0,1-1 0,-1 0 0,1 0 0,-1 0 0,1 0 0,-1 0 0,0-1 0,0 1 0,1 0 0,-1-1 0,0 1 0,0 0 0,1-3 0,4-5 0,-1 0 0,1 0 0,-1-1 0,-1 0 0,0 0 0,0 0 0,-1 0 0,0-1 0,-1 1 0,1-13 0,-2 17 0,-1-1 0,0 1 0,0 0 0,-1-1 0,1 1 0,-1-1 0,-1 1 0,-2-7 0,3 9 0,0 1 0,-1 0 0,1-1 0,-1 1 0,0 0 0,0 0 0,-1 1 0,1-1 0,0 0 0,-1 1 0,0-1 0,1 1 0,-1 0 0,0 0 0,-4-2 0,5 3 0,0 0 0,0 0 0,0 0 0,0 0 0,0 1 0,0-1 0,0 1 0,-1-1 0,1 1 0,0 0 0,0 0 0,0 0 0,0 0 0,-1 0 0,1 1 0,0-1 0,0 0 0,-3 2 0,1 0 0,1 0 0,0-1 0,0 1 0,0 1 0,0-1 0,0 0 0,0 1 0,0 0 0,1-1 0,-3 4 0,-1 4 0,-1 0 0,1 0 0,1 0 0,0 1 0,1 0 0,-4 11 0,5-7 34,0-1 1,0 1-1,2 1 0,0-1 0,0 0 0,2 0 0,-1 0 0,2 0 0,4 20 1,-4-26-78,1-1 0,0 1 1,0-1-1,1 0 0,0 0 1,0 0-1,9 12 0,-10-16-54,1 0-1,-1 0 1,1 0-1,0-1 1,0 1-1,1-1 1,-1 0-1,1 0 1,-1-1-1,1 1 1,0-1-1,0 0 0,8 2 1,7 0-6729</inkml:trace>
</inkml:ink>
</file>

<file path=ppt/ink/ink1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6.020"/>
    </inkml:context>
    <inkml:brush xml:id="br0">
      <inkml:brushProperty name="width" value="0.05" units="cm"/>
      <inkml:brushProperty name="height" value="0.05" units="cm"/>
    </inkml:brush>
  </inkml:definitions>
  <inkml:trace contextRef="#ctx0" brushRef="#br0">115 156 24575,'41'-47'0,"-28"31"0,0 0 0,17-13 0,-27 26 0,23-23 0,-26 26 0,0 0 0,1-1 0,-1 1 0,0-1 0,0 1 0,1-1 0,-1 1 0,0-1 0,0 1 0,0-1 0,0 1 0,1-1 0,-1 0 0,0 1 0,0-1 0,0 1 0,0-1 0,0 1 0,0-1 0,0 1 0,-1-1 0,1 0 0,0 0 0,-1 1 0,0-1 0,1 1 0,-1-1 0,0 1 0,1-1 0,-1 1 0,0 0 0,0-1 0,1 1 0,-1 0 0,0-1 0,0 1 0,1 0 0,-1 0 0,0 0 0,0 0 0,0 0 0,0 0 0,-1 0 0,-9 0 0,-1 1 0,0 1 0,1 0 0,-1 0 0,1 1 0,-1 1 0,1 0 0,0 0 0,0 1 0,1 0 0,0 1 0,0 0 0,0 1 0,-12 11 0,20-16 0,0 0 0,0 0 0,0 0 0,1 0 0,-1 0 0,1 0 0,0 1 0,0-1 0,-1 0 0,1 1 0,1-1 0,-1 1 0,0-1 0,1 1 0,-1 0 0,1-1 0,0 6 0,0-4 0,1-1 0,0 1 0,0 0 0,0 0 0,0 0 0,0-1 0,1 1 0,0 0 0,0-1 0,4 6 0,3 2 0,0 0 0,1-1 0,0 0 0,0-1 0,19 12 0,-10-10 0,-15-9 0,-1 0 0,1-1 0,-1 1 0,1 0 0,-1 1 0,0-1 0,0 1 0,0-1 0,0 1 0,-1 0 0,1 0 0,-1 0 0,5 7 0,-7-9 0,0 0 0,0 0 0,0-1 0,0 1 0,0 0 0,-1 0 0,1 0 0,0 0 0,0 0 0,-1 0 0,1 0 0,-1 0 0,1 0 0,-1-1 0,1 1 0,-1 0 0,1 0 0,-1-1 0,1 1 0,-1 0 0,0-1 0,0 1 0,1 0 0,-1-1 0,0 1 0,0-1 0,0 0 0,0 1 0,1-1 0,-3 1 0,-28 8 0,20-6-136,-1-1-1,1-1 1,0 0-1,-1-1 1,0 0-1,1-1 1,0 0-1,-1-1 0,-11-2 1,7-3-6690</inkml:trace>
</inkml:ink>
</file>

<file path=ppt/ink/ink1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6.362"/>
    </inkml:context>
    <inkml:brush xml:id="br0">
      <inkml:brushProperty name="width" value="0.05" units="cm"/>
      <inkml:brushProperty name="height" value="0.05" units="cm"/>
    </inkml:brush>
  </inkml:definitions>
  <inkml:trace contextRef="#ctx0" brushRef="#br0">126 116 24575,'5'-34'0,"-3"27"0,-1 0 0,0 1 0,0-1 0,-1 0 0,1 0 0,-3-14 0,2 20 0,0 0 0,0 0 0,-1 0 0,1 0 0,-1 0 0,1 0 0,-1 0 0,1 0 0,-1 1 0,1-1 0,-1 0 0,0 0 0,0 0 0,1 1 0,-1-1 0,0 0 0,0 1 0,0-1 0,0 1 0,-1-1 0,0 0 0,-1 0 0,1 1 0,0 0 0,-1-1 0,1 1 0,0 0 0,-1 0 0,1 1 0,-1-1 0,1 0 0,0 1 0,-5 1 0,2-1 0,0 1 0,0 0 0,1 1 0,-1-1 0,0 1 0,1 0 0,-1 0 0,1 0 0,0 1 0,0 0 0,0-1 0,1 1 0,-1 1 0,1-1 0,0 0 0,0 1 0,-3 8 0,4-10 0,1 1 0,-1 0 0,1 0 0,0 0 0,0 0 0,0-1 0,1 1 0,-1 0 0,1 0 0,0 1 0,0-1 0,1 0 0,-1 0 0,1-1 0,0 1 0,0 0 0,0 0 0,0 0 0,1 0 0,0-1 0,-1 1 0,1-1 0,5 7 0,2-1 0,0 0 0,0-1 0,0 0 0,21 13 0,18 14 0,-47-34 0,0 0 0,0 0 0,1 0 0,-1 0 0,0 0 0,-1 0 0,1 0 0,0 1 0,0-1 0,0 0 0,-1 0 0,1 1 0,-1-1 0,1 0 0,-1 1 0,1-1 0,-1 1 0,0-1 0,1 3 0,-2-3 0,1 1 0,0-1 0,-1 0 0,1 0 0,-1 0 0,0 0 0,1 0 0,-1 0 0,0 0 0,1 0 0,-1 0 0,0 0 0,0 0 0,0 0 0,0-1 0,0 1 0,0 0 0,-1 0 0,-5 2 0,0 0 0,1 0 0,-1-1 0,0 0 0,0 0 0,-12 1 0,-10-1-1365,1 0-5461</inkml:trace>
</inkml:ink>
</file>

<file path=ppt/ink/ink1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7.126"/>
    </inkml:context>
    <inkml:brush xml:id="br0">
      <inkml:brushProperty name="width" value="0.05" units="cm"/>
      <inkml:brushProperty name="height" value="0.05" units="cm"/>
    </inkml:brush>
  </inkml:definitions>
  <inkml:trace contextRef="#ctx0" brushRef="#br0">10 154 24575,'-1'-2'0,"0"1"0,0-1 0,0 0 0,0 1 0,0-1 0,1 0 0,-1 0 0,0 0 0,1 0 0,0 1 0,-1-1 0,1 0 0,0 0 0,0 0 0,0 0 0,0 0 0,0 0 0,0 0 0,1 0 0,-1 1 0,1-1 0,-1 0 0,1 0 0,0 0 0,-1 1 0,2-3 0,1-2 0,0 0 0,1 1 0,-1-1 0,1 1 0,0 0 0,7-7 0,-7 8 0,0 0 0,1 1 0,0-1 0,0 1 0,0 0 0,0 0 0,0 0 0,1 1 0,-1 0 0,7-2 0,-11 4 0,1-1 0,0 1 0,-1 0 0,1 0 0,-1 0 0,1 0 0,0 0 0,-1 1 0,1-1 0,0 0 0,-1 1 0,1-1 0,-1 1 0,1-1 0,-1 1 0,2 1 0,-1-1 0,0 1 0,-1-1 0,1 1 0,-1 0 0,1 0 0,-1-1 0,0 1 0,0 0 0,0 0 0,0 0 0,0 0 0,0 0 0,0 0 0,-1 1 0,1 1 0,1 9 0,0 0 0,-2-1 0,1 1 0,-1 0 0,-1-1 0,-1 1 0,-5 23 0,2-14 0,-2 0 0,0-1 0,-17 34 0,3-24 0,20-31 0,1 1 0,-1 0 0,0 0 0,0-1 0,1 1 0,-1 0 0,0-1 0,0 1 0,0-1 0,0 1 0,0-1 0,0 1 0,-1-1 0,1 0 0,1 0 0,-1 0 0,1 0 0,-1 0 0,1 0 0,0 0 0,-1-1 0,1 1 0,-1 0 0,1 0 0,0-1 0,-1 1 0,1 0 0,0-1 0,-1 1 0,1 0 0,0-1 0,-1 1 0,1 0 0,0-1 0,0 1 0,0-1 0,-1 1 0,1 0 0,0-1 0,0 1 0,0-1 0,0 1 0,0-1 0,0 1 0,0-1 0,0 0 0,-1-3 0,1 0 0,0-1 0,0 1 0,0 0 0,1 0 0,0-1 0,0 1 0,0 0 0,0 0 0,0 0 0,3-6 0,26-43 0,-25 44 0,63-94 0,-56 87 0,0 2 0,1 0 0,0 0 0,23-17 0,-32 28 0,0 0 0,0 0 0,0 1 0,1 0 0,-1 0 0,1 0 0,8-2 0,-11 4 0,-1-1 0,0 1 0,0 0 0,1 0 0,-1 0 0,0 0 0,0 0 0,0 0 0,1 0 0,-1 1 0,0-1 0,0 0 0,0 0 0,1 1 0,-1-1 0,0 1 0,0-1 0,0 1 0,0 0 0,0-1 0,0 1 0,0 0 0,0 0 0,0 0 0,0 0 0,-1 0 0,1 0 0,0 0 0,0 0 0,-1 0 0,1 0 0,-1 0 0,1 0 0,-1 0 0,1 0 0,-1 3 0,2 3 0,-1 0 0,-1 1 0,1-1 0,-1 0 0,0 1 0,-1-1 0,0 1 0,0-1 0,0 0 0,-5 12 0,-4 9 0,-17 34 0,22-51 0,2-4 0,1-2 0,0 0 0,0-1 0,0 0 0,-1 1 0,0-1 0,1 0 0,-5 4 0,15-30 0,9-12 0,31-44 0,-37 63 0,1 0 0,0 0 0,1 1 0,26-22 0,-37 35 0,0-1 0,0 1 0,0-1 0,0 1 0,0-1 0,0 1 0,0 0 0,1 0 0,-1 0 0,0 1 0,1-1 0,-1 0 0,1 1 0,-1-1 0,1 1 0,-1 0 0,0 0 0,1 0 0,-1 0 0,1 1 0,2 0 0,-3 0 0,1 0 0,-2 0 0,1 1 0,0-1 0,0 1 0,0-1 0,-1 1 0,1 0 0,-1 0 0,1 0 0,-1 0 0,0 0 0,0 0 0,0 0 0,0 0 0,0 0 0,0 0 0,0 1 0,-1-1 0,1 0 0,-1 1 0,1 2 0,1 12-151,-1 0-1,-1 0 0,0 0 0,-1 0 1,0 0-1,-2 0 0,0 0 1,-8 24-1,5-23-6674</inkml:trace>
</inkml:ink>
</file>

<file path=ppt/ink/ink1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7.584"/>
    </inkml:context>
    <inkml:brush xml:id="br0">
      <inkml:brushProperty name="width" value="0.05" units="cm"/>
      <inkml:brushProperty name="height" value="0.05" units="cm"/>
    </inkml:brush>
  </inkml:definitions>
  <inkml:trace contextRef="#ctx0" brushRef="#br0">198 169 24575,'6'-7'0,"-1"1"0,1-2 0,-1 1 0,0 0 0,-1-1 0,0 0 0,0 0 0,0-1 0,3-13 0,-6 19 0,-1 1 0,1-1 0,-1 0 0,0 1 0,1-1 0,-1 1 0,0-1 0,-1 0 0,1 1 0,0-1 0,-1 0 0,0 1 0,1-1 0,-1 1 0,0-1 0,0 1 0,-1 0 0,1-1 0,0 1 0,-1 0 0,1 0 0,-1 0 0,0 0 0,0 0 0,0 0 0,0 1 0,0-1 0,0 0 0,0 1 0,0 0 0,-1-1 0,1 1 0,0 0 0,-1 0 0,1 0 0,-6 0 0,4 0 0,0 1 0,0-1 0,-1 1 0,1 0 0,0 0 0,0 1 0,0-1 0,-1 1 0,1 0 0,0 0 0,0 1 0,0-1 0,0 1 0,1 0 0,-1 0 0,0 0 0,1 0 0,-1 1 0,1-1 0,0 1 0,-4 4 0,-4 4 0,0 1 0,0 0 0,2 0 0,-12 19 0,11-15 0,1 1 0,-7 18 0,13-29 0,1 0 0,0 0 0,1 0 0,-1 0 0,1 0 0,0 0 0,1 0 0,0 1 0,0-1 0,0 7 0,1-11 0,-1 0 0,0 0 0,1 0 0,-1 0 0,1 0 0,-1-1 0,1 1 0,0 0 0,0-1 0,0 1 0,0 0 0,0-1 0,0 1 0,0-1 0,0 1 0,1-1 0,-1 0 0,1 0 0,-1 1 0,1-1 0,-1 0 0,1 0 0,0-1 0,-1 1 0,1 0 0,0 0 0,0-1 0,-1 1 0,1-1 0,0 0 0,0 1 0,0-1 0,0 0 0,0 0 0,0 0 0,-1 0 0,1-1 0,0 1 0,2-1 0,2 0 0,0-1 0,0 0 0,-1 0 0,1 0 0,-1-1 0,1 0 0,-1 0 0,0 0 0,0-1 0,0 0 0,4-4 0,4-7 0,-2 0 0,1-1 0,9-19 0,17-22 0,-38 56 0,0 0 0,1 1 0,-1-1 0,0 1 0,1-1 0,-1 0 0,1 1 0,-1-1 0,1 1 0,-1-1 0,1 1 0,0 0 0,-1-1 0,1 1 0,-1-1 0,1 1 0,0 0 0,-1 0 0,1-1 0,0 1 0,-1 0 0,2 0 0,-1 0 0,-1 1 0,1-1 0,-1 0 0,0 1 0,1-1 0,-1 0 0,1 1 0,-1-1 0,0 1 0,1-1 0,-1 1 0,0-1 0,0 1 0,1-1 0,-1 1 0,0-1 0,0 1 0,0 0 0,0-1 0,1 1 0,-1 0 0,1 41 0,-1-36 0,-2 40 0,0-30 0,1 0 0,1 0 0,1-1 0,4 29 0,-5-43-65,0 0 0,0 0 0,1 0 0,-1 0 0,1 0 0,-1 0 0,1 0 0,0 0 0,-1 0 0,1 0 0,0 0 0,-1 0 0,1 0 0,0 0 0,0-1 0,0 1 0,0 0 0,0-1 0,0 1 0,1 0 0,10 3-6761</inkml:trace>
</inkml:ink>
</file>

<file path=ppt/ink/ink1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7.768"/>
    </inkml:context>
    <inkml:brush xml:id="br0">
      <inkml:brushProperty name="width" value="0.05" units="cm"/>
      <inkml:brushProperty name="height" value="0.05" units="cm"/>
    </inkml:brush>
  </inkml:definitions>
  <inkml:trace contextRef="#ctx0" brushRef="#br0">29 87 24575,'3'-8'0,"-1"1"0,0-1 0,0 0 0,0 0 0,-1 0 0,0-15 0,0 7 0,-23 82 0,18-43 0,-1-1 0,0 1 0,2-1 0,0 33 0,3-53-105,0 0 0,0-1 0,0 1 0,0 0 0,1-1 0,-1 1 0,1-1 0,-1 1 0,1 0 0,-1-1 0,1 1 0,2 2 0</inkml:trace>
</inkml:ink>
</file>

<file path=ppt/ink/ink1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7.924"/>
    </inkml:context>
    <inkml:brush xml:id="br0">
      <inkml:brushProperty name="width" value="0.05" units="cm"/>
      <inkml:brushProperty name="height" value="0.05" units="cm"/>
    </inkml:brush>
  </inkml:definitions>
  <inkml:trace contextRef="#ctx0" brushRef="#br0">66 1 24575,'-2'0'0,"-4"0"0,-2 0 0,-1 2 0,-1 4 0,2 2 0,-1 3 0,1 2 0,3-2-8191</inkml:trace>
</inkml:ink>
</file>

<file path=ppt/ink/ink1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8.308"/>
    </inkml:context>
    <inkml:brush xml:id="br0">
      <inkml:brushProperty name="width" value="0.05" units="cm"/>
      <inkml:brushProperty name="height" value="0.05" units="cm"/>
    </inkml:brush>
  </inkml:definitions>
  <inkml:trace contextRef="#ctx0" brushRef="#br0">0 1 24575,'2'2'0,"-1"0"0,1 1 0,0-1 0,0 0 0,0 0 0,0 0 0,0 0 0,4 2 0,5 5 0,-7-3 0,1 0 0,-1 0 0,-1 0 0,1 1 0,-1-1 0,0 1 0,0 0 0,-1 0 0,3 14 0,-4-15 0,0-1 0,0 1 0,-1-1 0,0 1 0,0-1 0,0 1 0,-1-1 0,0 1 0,0-1 0,0 1 0,0-1 0,-1 0 0,-4 9 0,3-9 0,6-14 0,9-14 0,-7 15 0,40-55 0,-40 57 0,0 1 0,0 0 0,0 0 0,0 1 0,1-1 0,0 1 0,0 0 0,11-5 0,-16 9 0,0-1 0,0 1 0,0-1 0,0 1 0,1-1 0,-1 1 0,0 0 0,0-1 0,1 1 0,-1 0 0,0 0 0,0 0 0,1 0 0,-1 0 0,0 0 0,1 1 0,-1-1 0,0 0 0,0 1 0,0-1 0,1 1 0,-1-1 0,0 1 0,2 0 0,-2 1 0,0-1 0,0 1 0,0-1 0,0 1 0,0 0 0,0-1 0,0 1 0,-1 0 0,1 0 0,0-1 0,-1 1 0,0 0 0,1 0 0,-1 3 0,0 6 0,0 1 0,-1-1 0,0 0 0,-3 14 0,-23 86-1365,22-89-5461</inkml:trace>
</inkml:ink>
</file>

<file path=ppt/ink/ink1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8.527"/>
    </inkml:context>
    <inkml:brush xml:id="br0">
      <inkml:brushProperty name="width" value="0.05" units="cm"/>
      <inkml:brushProperty name="height" value="0.05" units="cm"/>
    </inkml:brush>
  </inkml:definitions>
  <inkml:trace contextRef="#ctx0" brushRef="#br0">15 51 24575,'6'-20'0,"-6"18"0,0 0 0,0 0 0,1 0 0,-1 0 0,1 0 0,-1 0 0,1 0 0,0 0 0,0 0 0,0 1 0,0-1 0,0 0 0,0 1 0,2-3 0,-2 4 0,-1 0 0,0 0 0,0 0 0,1 0 0,-1 0 0,0 0 0,0 0 0,0 1 0,1-1 0,-1 0 0,0 0 0,0 0 0,0 0 0,1 0 0,-1 1 0,0-1 0,0 0 0,0 0 0,0 0 0,1 1 0,-1-1 0,0 0 0,0 0 0,0 0 0,0 1 0,0-1 0,0 0 0,0 0 0,0 1 0,0-1 0,0 0 0,0 0 0,0 1 0,0-1 0,0 0 0,0 0 0,0 1 0,0-1 0,0 0 0,0 0 0,0 1 0,0-1 0,0 0 0,0 1 0,-1 15 0,1-15 0,-17 144 301,-3 80-1967,20-207-5160</inkml:trace>
</inkml:ink>
</file>

<file path=ppt/ink/ink1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8.913"/>
    </inkml:context>
    <inkml:brush xml:id="br0">
      <inkml:brushProperty name="width" value="0.05" units="cm"/>
      <inkml:brushProperty name="height" value="0.05" units="cm"/>
    </inkml:brush>
  </inkml:definitions>
  <inkml:trace contextRef="#ctx0" brushRef="#br0">1 168 24575,'0'-2'0,"0"-1"0,0 1 0,1 0 0,-1-1 0,1 1 0,-1 0 0,1 0 0,0 0 0,0-1 0,0 1 0,0 0 0,0 0 0,1 0 0,-1 0 0,1 1 0,-1-1 0,1 0 0,0 1 0,-1-1 0,1 1 0,0-1 0,0 1 0,0 0 0,0 0 0,0 0 0,1 0 0,-1 0 0,0 0 0,0 1 0,1-1 0,3 0 0,9-1 0,0 0 0,0 1 0,30 2 0,-24-1 0,66 1 0,112-1 0,-195 0 0,0 0 0,0-1 0,0 1 0,0-1 0,0 0 0,1 0 0,-2-1 0,1 1 0,7-5 0,-10 6 0,0-1 0,-1 1 0,1-1 0,0 0 0,0 1 0,-1-1 0,1 0 0,-1 0 0,1 1 0,-1-1 0,1 0 0,-1 0 0,1 0 0,-1 0 0,1 0 0,-1 0 0,0 1 0,0-3 0,0 2 0,0-1 0,0 0 0,0 1 0,0-1 0,-1 1 0,1-1 0,-1 1 0,1-1 0,-1 1 0,0-1 0,1 1 0,-1 0 0,0-1 0,0 1 0,-1-1 0,-4-4 0,0 0 0,0 1 0,-1 0 0,1 0 0,-1 1 0,0 0 0,0 0 0,-1 0 0,1 1 0,-1 0 0,0 1 0,0 0 0,0 0 0,0 0 0,0 1 0,0 1 0,0-1 0,-16 2 0,20 0 0,1 0 0,0 1 0,0-1 0,0 1 0,0-1 0,0 1 0,0 0 0,0 0 0,1 1 0,-1-1 0,1 0 0,-1 1 0,1 0 0,0-1 0,0 1 0,0 0 0,0 0 0,1 0 0,-1 0 0,1 0 0,0 1 0,0-1 0,-2 6 0,-1 7 0,1 1 0,0 0 0,0 23 0,3-25 0,0 0 0,1-1 0,0 1 0,1 0 0,5 15 0,-6-24 0,1 0 0,0 0 0,0 0 0,1 0 0,-1 0 0,1-1 0,0 1 0,1-1 0,0 0 0,-1 0 0,2 0 0,-1-1 0,0 1 0,9 5 0,-10-8-151,0 0-1,1-1 0,-1 1 0,1-1 1,0 0-1,-1 0 0,1 0 1,5 0-1,9 0-6674</inkml:trace>
</inkml:ink>
</file>

<file path=ppt/ink/ink1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9.315"/>
    </inkml:context>
    <inkml:brush xml:id="br0">
      <inkml:brushProperty name="width" value="0.05" units="cm"/>
      <inkml:brushProperty name="height" value="0.05" units="cm"/>
    </inkml:brush>
  </inkml:definitions>
  <inkml:trace contextRef="#ctx0" brushRef="#br0">1 67 24575,'0'0'0,"0"0"0,0-1 0,0 1 0,0-1 0,0 1 0,0 0 0,0-1 0,0 1 0,0 0 0,0-1 0,0 1 0,0-1 0,1 1 0,-1 0 0,0-1 0,0 1 0,0 0 0,1 0 0,-1-1 0,0 1 0,0 0 0,1-1 0,-1 1 0,0 0 0,0 0 0,1-1 0,-1 1 0,0 0 0,1 0 0,-1 0 0,0 0 0,1-1 0,-1 1 0,0 0 0,1 0 0,-1 0 0,1 0 0,-1 0 0,0 0 0,1 0 0,-1 0 0,0 0 0,1 0 0,-1 0 0,1 0 0,0 1 0,0-1 0,-1 0 0,1 0 0,0 1 0,0-1 0,-1 1 0,1-1 0,0 0 0,-1 1 0,1-1 0,0 1 0,-1 0 0,1-1 0,-1 1 0,1-1 0,-1 1 0,1 0 0,-1 0 0,0-1 0,1 1 0,0 1 0,4 25 0,0-1 0,-2 1 0,0 40 0,-7-22 0,4-43 0,0 0 0,-1 0 0,1 0 0,-1 0 0,1 0 0,-1 0 0,0 0 0,0 0 0,0 0 0,0-1 0,0 1 0,0 0 0,0-1 0,-1 1 0,1-1 0,-1 1 0,1-1 0,-1 0 0,-1 2 0,3-3 0,0 0 0,-1 0 0,1 0 0,0 0 0,0 0 0,0 0 0,-1 0 0,1 1 0,0-1 0,0 0 0,0 0 0,-1 0 0,1 0 0,0 0 0,0 0 0,-1 0 0,1 0 0,0 0 0,0 0 0,0-1 0,-1 1 0,1 0 0,0 0 0,0 0 0,0 0 0,-1 0 0,1 0 0,0 0 0,0 0 0,0-1 0,-1 1 0,1 0 0,0 0 0,0 0 0,0 0 0,0-1 0,-1 1 0,0-12 0,5-11 0,2 1 0,1 0 0,2 1 0,0 0 0,17-29 0,-19 39 0,0 0 0,1 0 0,0 0 0,1 1 0,0 0 0,1 1 0,0 0 0,21-15 0,-27 22 0,-1 0 0,1-1 0,-1 2 0,1-1 0,0 0 0,0 1 0,0-1 0,0 1 0,0 0 0,0 1 0,0-1 0,0 1 0,0-1 0,0 1 0,0 1 0,0-1 0,0 0 0,0 1 0,0 0 0,0 0 0,0 0 0,0 1 0,0-1 0,0 1 0,0 0 0,-1 0 0,1 0 0,-1 0 0,0 1 0,0-1 0,1 1 0,-2 0 0,1 0 0,0 0 0,-1 0 0,1 1 0,-1-1 0,0 1 0,2 3 0,2 8-97,-1-1-1,0 1 1,-1 0-1,0 0 1,-1 0-1,-1 1 1,-1-1-1,0 1 1,-1-1-1,0 1 1,-2-1-1,0 1 0,-6 26 1,1-21-6729</inkml:trace>
</inkml:ink>
</file>

<file path=ppt/ink/ink1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9.810"/>
    </inkml:context>
    <inkml:brush xml:id="br0">
      <inkml:brushProperty name="width" value="0.05" units="cm"/>
      <inkml:brushProperty name="height" value="0.05" units="cm"/>
    </inkml:brush>
  </inkml:definitions>
  <inkml:trace contextRef="#ctx0" brushRef="#br0">201 117 24575,'2'0'0,"0"0"0,0 0 0,-1 0 0,1-1 0,0 1 0,-1-1 0,1 1 0,0-1 0,-1 0 0,1 1 0,-1-1 0,1 0 0,-1 0 0,1 0 0,-1-1 0,0 1 0,1 0 0,-1 0 0,0-1 0,0 1 0,0 0 0,0-1 0,0 1 0,0-1 0,0 0 0,-1 1 0,1-1 0,-1 0 0,1 1 0,-1-1 0,1 0 0,-1 0 0,0 1 0,0-4 0,0 2 0,0 0 0,0 1 0,0-1 0,0 0 0,0 0 0,-1 0 0,1 1 0,-1-1 0,0 0 0,0 1 0,0-1 0,0 0 0,0 1 0,-1-1 0,1 1 0,-1 0 0,1-1 0,-1 1 0,0 0 0,0 0 0,-3-2 0,-1 1 0,1 0 0,-1 1 0,0 0 0,0 0 0,0 1 0,0 0 0,0 0 0,0 0 0,0 1 0,0-1 0,-9 2 0,7-1 0,0 1 0,0 0 0,1 1 0,-1 0 0,0 0 0,1 0 0,-1 1 0,-8 5 0,11-5 0,0 1 0,1 0 0,-1 0 0,1 0 0,0 1 0,1-1 0,-1 1 0,1 0 0,0 0 0,0 0 0,0 1 0,1-1 0,0 1 0,0-1 0,0 1 0,1 0 0,-1 0 0,2-1 0,-1 1 0,0 0 0,1 0 0,1 7 0,-1-6 0,0 0 0,1 0 0,0-1 0,0 1 0,1 0 0,-1-1 0,1 1 0,1-1 0,-1 0 0,1 0 0,0 0 0,1 0 0,-1 0 0,1-1 0,0 0 0,1 1 0,-1-1 0,1-1 0,7 7 0,-9-9 0,0-1 0,0 1 0,-1-1 0,1 0 0,0 0 0,0 0 0,0 0 0,0 0 0,0-1 0,0 1 0,1-1 0,-1 0 0,0 0 0,0 0 0,0 0 0,5-1 0,-3 0 0,0-1 0,0 0 0,-1 0 0,1 0 0,0 0 0,-1-1 0,1 0 0,-1 0 0,5-4 0,3-5 0,0 0 0,-1-1 0,0 0 0,17-29 0,-7-1 0,4-4 0,-25 47 0,0 0 0,0 0 0,0-1 0,0 1 0,1 0 0,-1-1 0,0 1 0,0 0 0,0 0 0,0 0 0,1-1 0,-1 1 0,0 0 0,0 0 0,1 0 0,-1-1 0,0 1 0,0 0 0,1 0 0,-1 0 0,0 0 0,0 0 0,1 0 0,-1 0 0,0 0 0,0 0 0,1 0 0,-1-1 0,0 1 0,1 0 0,-1 1 0,0-1 0,1 0 0,3 9 0,-2 18 0,-2-25 0,0 38 112,-1-23-276,1-1 0,0 1 0,2-1-1,-1 0 1,2 1 0,0-1 0,1 0 0,8 21 0,-5-23-6662</inkml:trace>
</inkml:ink>
</file>

<file path=ppt/ink/ink1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50.197"/>
    </inkml:context>
    <inkml:brush xml:id="br0">
      <inkml:brushProperty name="width" value="0.05" units="cm"/>
      <inkml:brushProperty name="height" value="0.05" units="cm"/>
    </inkml:brush>
  </inkml:definitions>
  <inkml:trace contextRef="#ctx0" brushRef="#br0">2 93 24575,'-1'-19'0,"0"-20"0,1 37 0,0 0 0,1 0 0,-1 0 0,0 0 0,1 0 0,-1 0 0,1 0 0,-1 0 0,1 0 0,0 0 0,0 0 0,0 1 0,3-5 0,-4 6 0,0 0 0,1-1 0,-1 1 0,0 0 0,1 0 0,-1-1 0,0 1 0,1 0 0,-1 0 0,0 0 0,1-1 0,-1 1 0,1 0 0,-1 0 0,1 0 0,-1 0 0,0 0 0,1 0 0,-1 0 0,1 0 0,-1 0 0,1 0 0,-1 0 0,0 0 0,1 0 0,-1 0 0,1 0 0,-1 0 0,1 0 0,-1 1 0,0-1 0,1 0 0,11 15 0,0 20 0,-4-4 0,-2-1 0,-2 1 0,0 0 0,-2 34 0,-2-63 0,0 0 0,0 0 0,0 0 0,-1 0 0,1 0 0,-1 1 0,0-1 0,0 0 0,-1 2 0,2-4 0,0 0 0,0 0 0,0 0 0,0 0 0,0 0 0,0 1 0,0-1 0,0 0 0,0 0 0,0 0 0,0 0 0,0 0 0,0 0 0,0 0 0,0 0 0,0 0 0,0 0 0,0 0 0,-1 0 0,1 0 0,0 0 0,0 0 0,0 0 0,0 0 0,0 1 0,0-1 0,0 0 0,0 0 0,0 0 0,0 0 0,0 0 0,0 0 0,-1 0 0,1 0 0,0 0 0,0 0 0,0 0 0,0 0 0,0 0 0,0 0 0,0-1 0,0 1 0,0 0 0,0 0 0,0 0 0,-1 0 0,1 0 0,0 0 0,0 0 0,0 0 0,0 0 0,0 0 0,0 0 0,0 0 0,0 0 0,0 0 0,0 0 0,0 0 0,0 0 0,0-1 0,-1-12 0,3-1 0,0-1 0,1 1 0,1 0 0,0 0 0,1 0 0,9-19 0,-10 24 0,1 1 0,0-1 0,0 1 0,0 0 0,1 1 0,1-1 0,-1 1 0,1 0 0,1 1 0,12-10 0,-18 15 0,-1 0 0,0 0 0,1 0 0,0 1 0,-1-1 0,1 0 0,-1 1 0,1-1 0,0 1 0,-1-1 0,1 1 0,0 0 0,0 0 0,-1 0 0,1 0 0,0 0 0,0 0 0,1 0 0,-1 1 0,-1 0 0,0-1 0,0 1 0,0 0 0,0-1 0,0 1 0,0 0 0,-1 0 0,1 0 0,0 0 0,0 0 0,-1 0 0,1 0 0,0 0 0,-1 0 0,1 0 0,-1 0 0,1 1 0,-1 1 0,2 4 0,-1 0 0,0 0 0,-1 0 0,0 0 0,0 0 0,0 0 0,-3 9 0,0 1 77,-2-1-1,0 1 1,-9 18-1,-8 24-1747,18-44-5155</inkml:trace>
</inkml:ink>
</file>

<file path=ppt/ink/ink1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50.481"/>
    </inkml:context>
    <inkml:brush xml:id="br0">
      <inkml:brushProperty name="width" value="0.05" units="cm"/>
      <inkml:brushProperty name="height" value="0.05" units="cm"/>
    </inkml:brush>
  </inkml:definitions>
  <inkml:trace contextRef="#ctx0" brushRef="#br0">128 98 24575,'0'-8'0,"-1"0"0,0 0 0,0 0 0,-1 1 0,0-1 0,0 0 0,-3-6 0,4 12 0,0-1 0,-1 1 0,1 0 0,0 0 0,0 1 0,-1-1 0,1 0 0,-1 0 0,0 1 0,1-1 0,-1 1 0,-3-3 0,4 4 0,-1-1 0,1 1 0,0-1 0,-1 1 0,1 0 0,-1-1 0,1 1 0,-1 0 0,1 0 0,-1 0 0,1 0 0,-1 0 0,1 1 0,-1-1 0,1 0 0,0 1 0,-1-1 0,1 1 0,-1-1 0,1 1 0,-2 1 0,-1 0 0,0 1 0,0 1 0,1-1 0,-1 0 0,1 1 0,0 0 0,0 0 0,0 0 0,1 0 0,-1 0 0,1 0 0,0 1 0,0-1 0,1 1 0,-1-1 0,-1 10 0,-1 7 0,1 1 0,0 28 0,2-39 69,1 1-1,0-1 0,1 0 0,3 15 1,-3-21-201,1-1 1,-1 1 0,1-1-1,0 1 1,0-1 0,0 0 0,1 0-1,-1 1 1,1-2 0,0 1 0,0 0-1,6 4 1,7 5-6695</inkml:trace>
</inkml:ink>
</file>

<file path=ppt/ink/ink1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50.883"/>
    </inkml:context>
    <inkml:brush xml:id="br0">
      <inkml:brushProperty name="width" value="0.05" units="cm"/>
      <inkml:brushProperty name="height" value="0.05" units="cm"/>
    </inkml:brush>
  </inkml:definitions>
  <inkml:trace contextRef="#ctx0" brushRef="#br0">26 172 24575,'-2'-15'0,"1"14"0,1 1 0,0-1 0,-1 0 0,1 0 0,0 1 0,0-1 0,-1 0 0,1 1 0,0-1 0,0 0 0,0 0 0,0 1 0,0-1 0,0 0 0,0 0 0,0 1 0,1-1 0,-1 0 0,0 0 0,0 1 0,1-1 0,-1 0 0,0 1 0,1-1 0,-1 0 0,0 1 0,1-1 0,-1 0 0,1 1 0,-1-1 0,1 1 0,0-1 0,-1 1 0,1 0 0,-1-1 0,1 1 0,0-1 0,-1 1 0,1 0 0,0 0 0,0-1 0,-1 1 0,1 0 0,0 0 0,-1 0 0,1 0 0,0 0 0,1 0 0,26-3 0,-20 3 0,0-1 0,-1 0 0,1 0 0,-1 0 0,0-1 0,11-4 0,-16 5 0,-1 0 0,1 0 0,-1 0 0,1 0 0,-1 0 0,1-1 0,-1 1 0,0 0 0,0-1 0,1 1 0,-1-1 0,0 1 0,0-1 0,-1 1 0,1-1 0,0 0 0,0 0 0,-1 1 0,1-1 0,-1 0 0,0 0 0,1 0 0,-1 1 0,0-1 0,0 0 0,0 0 0,0 0 0,-1 0 0,1 1 0,0-1 0,-1 0 0,0-2 0,-1 1 0,1-1 0,-1 1 0,1-1 0,-1 1 0,0 0 0,-1 0 0,1 0 0,0 0 0,-1 0 0,0 1 0,1-1 0,-1 1 0,0 0 0,0 0 0,-1 0 0,1 0 0,0 0 0,-1 1 0,1-1 0,-5 0 0,5 0 0,0 1 0,-1 0 0,1 0 0,0 0 0,-1 1 0,1-1 0,-1 1 0,1 0 0,-1 0 0,1 0 0,-1 0 0,1 1 0,-1-1 0,1 1 0,0 0 0,-1 0 0,1 0 0,0 1 0,0-1 0,0 1 0,-6 3 0,7-3 0,1 0 0,0-1 0,-1 1 0,1 0 0,0 0 0,0 0 0,0 0 0,0 0 0,1 0 0,-1 1 0,0-1 0,1 0 0,0 0 0,-1 0 0,1 1 0,0-1 0,0 0 0,0 0 0,1 1 0,-1-1 0,0 0 0,1 0 0,-1 0 0,1 0 0,0 1 0,0-1 0,0 0 0,0 0 0,2 3 0,1 2 0,1 0 0,0 0 0,0-1 0,0 1 0,1-1 0,11 10 0,-7-9-91,-1-1 0,1 0 0,1 0 0,-1-1 0,1 0 0,0-1 0,0 0 0,0 0 0,0-2 0,1 1 0,-1-1 0,1-1 0,0 0 0,23-2 0,-7-3-6735</inkml:trace>
</inkml:ink>
</file>

<file path=ppt/ink/ink1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11.471"/>
    </inkml:context>
    <inkml:brush xml:id="br0">
      <inkml:brushProperty name="width" value="0.05" units="cm"/>
      <inkml:brushProperty name="height" value="0.05" units="cm"/>
    </inkml:brush>
  </inkml:definitions>
  <inkml:trace contextRef="#ctx0" brushRef="#br0">308 195 24575,'0'-6'0,"1"0"0,1 0 0,-1 0 0,1 1 0,0-1 0,1 1 0,-1-1 0,1 1 0,5-8 0,8-17 0,-14 25 0,0 0 0,0 0 0,-1 0 0,1 0 0,-1 0 0,-1 0 0,1 0 0,-1-1 0,0 1 0,0 0 0,-1-6 0,1 10 0,0-1 0,-1 0 0,0 0 0,1 1 0,-1-1 0,0 0 0,0 1 0,0-1 0,0 1 0,0-1 0,0 1 0,0 0 0,-1-1 0,1 1 0,-1 0 0,1 0 0,-1 0 0,1 0 0,-1 0 0,1 0 0,-1 0 0,0 1 0,1-1 0,-1 1 0,0-1 0,0 1 0,1-1 0,-1 1 0,0 0 0,0 0 0,0 0 0,0 0 0,1 0 0,-4 1 0,-3 0 0,1 1 0,0-1 0,1 1 0,-1 1 0,0-1 0,1 1 0,-1 1 0,1-1 0,0 1 0,0 0 0,0 0 0,1 1 0,-7 5 0,1 1 0,1 0 0,0 1 0,1 0 0,0 0 0,-9 17 0,13-19 0,0 1 0,1-1 0,0 1 0,0 0 0,1 0 0,1 0 0,0 0 0,0 1 0,1-1 0,1 0 0,0 1 0,0-1 0,1 1 0,1-1 0,0 0 0,0 0 0,6 14 0,-1-6 0,1-1 0,1 0 0,1 0 0,0-1 0,1 0 0,1-1 0,1-1 0,28 29 0,-10-16 0,-16-15 0,-1-1 0,-1 2 0,0 0 0,11 16 0,-23-28 0,0-1 0,0 1 0,0 0 0,0-1 0,0 1 0,0 0 0,0 0 0,-1 0 0,1 0 0,-1 0 0,1 0 0,-1 0 0,0 0 0,0 0 0,0 0 0,0 0 0,0 0 0,0 0 0,-1 0 0,1 0 0,0 0 0,-2 3 0,0-3 0,0 1 0,1-1 0,-1 1 0,0-1 0,-1 0 0,1 0 0,0 0 0,-1 0 0,1 0 0,-1-1 0,1 1 0,-1-1 0,-4 2 0,-6 2 0,0-1 0,0 0 0,0-1 0,-1 0 0,-20 0 0,16-2 0,0-1 0,0-1 0,0-1 0,-21-4 0,31 4 0,-1 0 0,0 0 0,0-1 0,1-1 0,0 1 0,0-1 0,0-1 0,0 1 0,0-2 0,-7-5 0,13 9 0,0 1 0,1-1 0,-1 1 0,1-1 0,0 1 0,-1-1 0,1 0 0,0 1 0,0-1 0,0 0 0,0 0 0,0 0 0,0 0 0,1 0 0,-1 0 0,1 0 0,-1 0 0,1 0 0,0 0 0,0 0 0,0 0 0,0-1 0,0 1 0,0 0 0,0 0 0,1 0 0,-1 0 0,1 0 0,0 0 0,0 0 0,-1 0 0,1 0 0,0 0 0,0 1 0,1-1 0,-1 0 0,0 1 0,4-4 0,-1 1 0,0 1 0,0 0 0,0 0 0,0 0 0,1 0 0,0 0 0,-1 1 0,1 0 0,0 0 0,0 0 0,0 1 0,1 0 0,-1 0 0,9-1 0,-8 2-91,0 0 0,0 1 0,0 0 0,0 0 0,0 0 0,-1 1 0,1 0 0,-1 0 0,1 1 0,-1-1 0,0 1 0,0 0 0,0 0 0,8 8 0,-2-3-6735</inkml:trace>
</inkml:ink>
</file>

<file path=ppt/ink/ink1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11.908"/>
    </inkml:context>
    <inkml:brush xml:id="br0">
      <inkml:brushProperty name="width" value="0.05" units="cm"/>
      <inkml:brushProperty name="height" value="0.05" units="cm"/>
    </inkml:brush>
  </inkml:definitions>
  <inkml:trace contextRef="#ctx0" brushRef="#br0">29 152 24575,'-1'-1'0,"1"1"0,0-1 0,0 1 0,0-1 0,0 1 0,1-1 0,-1 1 0,0-1 0,0 1 0,0-1 0,0 1 0,0-1 0,1 1 0,-1-1 0,0 1 0,0-1 0,1 1 0,-1-1 0,0 1 0,1-1 0,-1 1 0,1 0 0,-1-1 0,0 1 0,1 0 0,-1-1 0,1 1 0,-1 0 0,1 0 0,-1-1 0,1 1 0,-1 0 0,1 0 0,-1 0 0,1 0 0,0 0 0,-1-1 0,1 1 0,-1 0 0,1 1 0,26 4 0,-13-1 0,-11-4 0,-1 1 0,1-1 0,-1 0 0,1-1 0,-1 1 0,1 0 0,-1-1 0,1 1 0,-1-1 0,1 0 0,-1 0 0,0 0 0,0 0 0,1 0 0,-1 0 0,0-1 0,0 1 0,0-1 0,0 1 0,0-1 0,-1 0 0,1 0 0,0 0 0,-1 0 0,1 0 0,-1 0 0,0 0 0,0-1 0,0 1 0,0 0 0,0-1 0,0-3 0,0 3 0,0-1 0,0 1 0,-1-1 0,1 0 0,-1 0 0,0 1 0,0-1 0,-1 0 0,1 1 0,-1-1 0,0 0 0,0 1 0,0-1 0,0 1 0,0-1 0,-1 1 0,0-1 0,0 1 0,0 0 0,0 0 0,-4-4 0,5 5 0,-1 0 0,0 1 0,1-1 0,-1 1 0,0-1 0,0 1 0,-1-1 0,1 1 0,0 0 0,0 0 0,0 0 0,-1 1 0,1-1 0,-1 0 0,1 1 0,0 0 0,-1-1 0,1 1 0,-1 0 0,1 0 0,-1 0 0,1 1 0,-1-1 0,1 0 0,0 1 0,-1 0 0,1 0 0,0-1 0,-1 1 0,1 1 0,0-1 0,0 0 0,-3 3 0,1-1 0,0 1 0,0 0 0,0 0 0,0 0 0,1 0 0,0 1 0,0 0 0,0-1 0,0 1 0,1 0 0,0 0 0,0 0 0,0 1 0,-1 5 0,2-3 0,-1 0 0,2 0 0,-1 0 0,1 0 0,0 0 0,1 0 0,0 0 0,0 0 0,1 0 0,0 0 0,0 0 0,1-1 0,3 9 0,-3-11 0,0 0 0,0 0 0,0-1 0,1 1 0,-1-1 0,1 1 0,0-1 0,0 0 0,1-1 0,-1 1 0,1-1 0,0 0 0,0 0 0,0 0 0,0-1 0,0 0 0,1 0 0,-1 0 0,8 1 0,20 2-1365,-2-3-5461</inkml:trace>
</inkml:ink>
</file>

<file path=ppt/ink/ink1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12.096"/>
    </inkml:context>
    <inkml:brush xml:id="br0">
      <inkml:brushProperty name="width" value="0.05" units="cm"/>
      <inkml:brushProperty name="height" value="0.05" units="cm"/>
    </inkml:brush>
  </inkml:definitions>
  <inkml:trace contextRef="#ctx0" brushRef="#br0">57 82 24575,'-11'-25'0,"9"19"0,-1 0 0,1 0 0,-1 0 0,0 1 0,-1-1 0,1 1 0,-9-10 0,12 15 0,-1 0 0,1 0 0,0 0 0,0 0 0,-1-1 0,1 1 0,0 0 0,0 0 0,-1 0 0,1 0 0,0 0 0,0 0 0,-1 0 0,1 0 0,0 0 0,-1 0 0,1 0 0,0 0 0,0 0 0,-1 0 0,1 0 0,0 0 0,-1 0 0,1 0 0,0 0 0,0 1 0,-1-1 0,1 0 0,0 0 0,0 0 0,0 0 0,-1 1 0,1-1 0,0 0 0,0 0 0,0 0 0,-1 1 0,1-1 0,0 0 0,0 0 0,0 1 0,0-1 0,0 0 0,0 0 0,-1 1 0,1-1 0,0 0 0,0 0 0,0 1 0,0-1 0,0 0 0,0 1 0,0-1 0,-2 18 0,3 24 0,3-1 0,1 0 0,15 57 0,-9-46 0,21 95-1365,-26-124-5461</inkml:trace>
</inkml:ink>
</file>

<file path=ppt/ink/ink1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12.486"/>
    </inkml:context>
    <inkml:brush xml:id="br0">
      <inkml:brushProperty name="width" value="0.05" units="cm"/>
      <inkml:brushProperty name="height" value="0.05" units="cm"/>
    </inkml:brush>
  </inkml:definitions>
  <inkml:trace contextRef="#ctx0" brushRef="#br0">35 165 24575,'0'-1'0,"1"0"0,-1 0 0,0 0 0,1 0 0,-1 0 0,1 0 0,-1 0 0,1 0 0,0 0 0,0 0 0,-1 0 0,1 1 0,0-1 0,0 0 0,0 0 0,-1 1 0,1-1 0,0 1 0,0-1 0,0 1 0,0-1 0,0 1 0,1 0 0,0-1 0,30-7 0,-29 7 0,27-3 0,26-6 0,-52 9 0,0-1 0,0 1 0,0 0 0,0-1 0,-1 0 0,1 0 0,-1 0 0,1 0 0,-1-1 0,6-4 0,-8 6 0,0 0 0,0 0 0,-1 0 0,1 0 0,0 0 0,0-1 0,-1 1 0,1 0 0,-1 0 0,1-1 0,-1 1 0,0 0 0,1-1 0,-1 1 0,0 0 0,0-1 0,0 1 0,0 0 0,0-1 0,0 1 0,0 0 0,0-1 0,-1-2 0,-1 2 0,1-1 0,0 0 0,-1 1 0,0-1 0,1 1 0,-1-1 0,0 1 0,0 0 0,-1 0 0,-2-3 0,-2 0 0,1 1 0,-1-1 0,0 2 0,0-1 0,0 1 0,-1 0 0,-12-4 0,16 7 0,0-1 0,-1 1 0,1 0 0,0 0 0,0 0 0,0 1 0,0-1 0,0 1 0,0 0 0,0 0 0,0 0 0,0 1 0,0 0 0,1-1 0,-7 5 0,4-2 0,1 0 0,0 1 0,0-1 0,1 1 0,0 0 0,-1 0 0,2 0 0,-1 0 0,-5 11 0,6-10 0,0 0 0,1 1 0,0-1 0,0 1 0,0 0 0,1-1 0,0 1 0,0 0 0,0 9 0,2-12 0,-1 0 0,0 0 0,1 1 0,0-1 0,0 0 0,0 0 0,1 0 0,-1 0 0,1 0 0,0 0 0,0 0 0,0-1 0,0 1 0,7 6 0,-3-5-97,0 0-1,1 0 1,-1-1-1,1 1 1,1-2-1,-1 1 1,0-1-1,1 0 1,0-1-1,-1 1 1,1-1-1,0-1 0,12 1 1,11 1-6729</inkml:trace>
</inkml:ink>
</file>

<file path=ppt/ink/ink1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12.908"/>
    </inkml:context>
    <inkml:brush xml:id="br0">
      <inkml:brushProperty name="width" value="0.05" units="cm"/>
      <inkml:brushProperty name="height" value="0.05" units="cm"/>
    </inkml:brush>
  </inkml:definitions>
  <inkml:trace contextRef="#ctx0" brushRef="#br0">108 274 24575,'0'-6'0,"0"0"0,-1 0 0,1 0 0,-2 0 0,1 0 0,-3-7 0,4 12 0,-1 0 0,1 0 0,-1 0 0,1 0 0,-1 0 0,1 1 0,-1-1 0,0 0 0,1 0 0,-1 0 0,0 1 0,0-1 0,1 0 0,-1 1 0,0-1 0,0 1 0,0-1 0,-1 0 0,1 1 0,0 0 0,0 0 0,-1 0 0,1 0 0,0 0 0,0 0 0,0 1 0,0-1 0,0 0 0,-1 1 0,1-1 0,0 1 0,0-1 0,0 1 0,0-1 0,0 1 0,0 0 0,0-1 0,1 1 0,-3 1 0,-3 4 0,0 1 0,1-1 0,-1 1 0,1 1 0,1-1 0,-1 0 0,1 1 0,-5 14 0,7-16 0,0-1 0,0 0 0,0 1 0,1-1 0,0 1 0,0 0 0,1-1 0,0 1 0,0 0 0,0 0 0,0-1 0,1 1 0,0 0 0,2 6 0,-2-9 0,1 0 0,-1 0 0,1 0 0,0 0 0,0 0 0,0 0 0,0 0 0,1-1 0,-1 1 0,1-1 0,0 0 0,-1 0 0,1 0 0,0 0 0,0 0 0,7 2 0,-5-2 0,1 0 0,0-1 0,-1 0 0,1 0 0,0 0 0,0-1 0,0 1 0,0-2 0,9 0 0,-7 0 0,1-1 0,-1 0 0,0 0 0,0 0 0,-1-1 0,1-1 0,0 1 0,-1-1 0,0 0 0,0-1 0,0 0 0,0 0 0,-1 0 0,8-9 0,-8 5 0,0 0 0,-1-1 0,-1 1 0,0-1 0,0 0 0,-1 0 0,0 0 0,0-1 0,-1 1 0,-1-1 0,0 1 0,0-1 0,-1 1 0,0-1 0,-2-10 0,-2-8 0,-1 1 0,-1 0 0,-2 0 0,-14-35 0,8 38 0,7 20 0,7 5 0,-1 1 0,1-1 0,0 0 0,0 1 0,-1-1 0,1 1 0,0-1 0,0 1 0,0-1 0,-1 1 0,1-1 0,0 1 0,0-1 0,0 1 0,0 0 0,0-1 0,0 1 0,0-1 0,0 1 0,0-1 0,0 1 0,1 0 0,4 44 0,14 54 0,-3-20 0,15 124-1365,-26-178-5461</inkml:trace>
</inkml:ink>
</file>

<file path=ppt/ink/ink1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13.048"/>
    </inkml:context>
    <inkml:brush xml:id="br0">
      <inkml:brushProperty name="width" value="0.05" units="cm"/>
      <inkml:brushProperty name="height" value="0.05" units="cm"/>
    </inkml:brush>
  </inkml:definitions>
  <inkml:trace contextRef="#ctx0" brushRef="#br0">0 44 24575,'0'-3'0,"3"-2"0,5-2 0,4 2 0,4-2 0,7 1 0,4 2 0,3 0 0,0 2 0,1 1 0,-6 1-8191</inkml:trace>
</inkml:ink>
</file>

<file path=ppt/ink/ink1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13.253"/>
    </inkml:context>
    <inkml:brush xml:id="br0">
      <inkml:brushProperty name="width" value="0.05" units="cm"/>
      <inkml:brushProperty name="height" value="0.05" units="cm"/>
    </inkml:brush>
  </inkml:definitions>
  <inkml:trace contextRef="#ctx0" brushRef="#br0">1 64 24575,'0'-9'0,"0"-24"0,0 32 0,0 0 0,0 0 0,0 0 0,1 0 0,-1 0 0,0 1 0,0-1 0,0 0 0,1 0 0,-1 0 0,0 0 0,1 1 0,-1-1 0,1 0 0,-1 0 0,1 1 0,-1-1 0,1 0 0,0 1 0,-1-1 0,1 0 0,0 1 0,-1-1 0,1 1 0,0-1 0,0 1 0,0 0 0,1-1 0,-1 1 0,0 0 0,0 1 0,0-1 0,0 0 0,0 1 0,0-1 0,0 1 0,0-1 0,0 1 0,0-1 0,0 1 0,0 0 0,0-1 0,0 1 0,0 0 0,0 0 0,-1 0 0,1 0 0,0 0 0,-1 0 0,1 0 0,-1 0 0,1 0 0,0 2 0,12 30 0,-13-30 0,11 41-273,-2 1 0,-2 0 0,-2 1 0,-1 59 0,-4-70-6553</inkml:trace>
</inkml:ink>
</file>

<file path=ppt/ink/ink1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13.544"/>
    </inkml:context>
    <inkml:brush xml:id="br0">
      <inkml:brushProperty name="width" value="0.05" units="cm"/>
      <inkml:brushProperty name="height" value="0.05" units="cm"/>
    </inkml:brush>
  </inkml:definitions>
  <inkml:trace contextRef="#ctx0" brushRef="#br0">13 362 24575,'-4'-18'0,"1"-1"0,0 0 0,1 1 0,2-1 0,-1 0 0,2 0 0,6-34 0,-5 37 0,1 0 0,0 1 0,1-1 0,1 1 0,1 0 0,7-16 0,-11 28 0,-1-1 0,1 1 0,0 0 0,0 0 0,1-1 0,-1 1 0,1 1 0,-1-1 0,1 0 0,0 1 0,0-1 0,0 1 0,0 0 0,1 0 0,-1 0 0,0 0 0,1 1 0,-1-1 0,1 1 0,0 0 0,0 0 0,-1 0 0,1 1 0,0-1 0,0 1 0,0 0 0,-1 0 0,1 1 0,0-1 0,7 2 0,-3 1 0,0 0 0,0 0 0,0 1 0,-1 0 0,1 1 0,-1-1 0,0 2 0,-1-1 0,1 0 0,-1 1 0,0 1 0,-1-1 0,1 1 0,-1 0 0,6 10 0,0 2 0,-2-1 0,0 2 0,-1-1 0,0 1 0,4 24 0,-6-19 0,-1 0 0,-2 0 0,0 1 0,-2-1 0,-1 1 0,-1-1 0,-6 39 0,5-52 0,-1 0 0,-1 0 0,0 0 0,0 0 0,-1-1 0,-1 0 0,-11 17 0,12-21 0,0 0 0,-1-1 0,0 0 0,0 0 0,0 0 0,-1-1 0,0 0 0,0 0 0,0 0 0,-1-1 0,1 0 0,-10 2 0,11-3-52,-1-1-1,1-1 1,-1 1-1,1-1 1,-1-1-1,0 1 1,1-1-1,-1 0 1,0 0-1,1-1 1,-1 0-1,0 0 1,1-1-1,0 0 1,-1 0-1,1 0 1,0-1-1,0 0 1,0 0-1,0 0 0,1-1 1,-1 0-1,1 0 1,0 0-1,-7-8 1,-8-13-6774</inkml:trace>
</inkml:ink>
</file>

<file path=ppt/ink/ink1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13.764"/>
    </inkml:context>
    <inkml:brush xml:id="br0">
      <inkml:brushProperty name="width" value="0.05" units="cm"/>
      <inkml:brushProperty name="height" value="0.05" units="cm"/>
    </inkml:brush>
  </inkml:definitions>
  <inkml:trace contextRef="#ctx0" brushRef="#br0">0 0 24575,'3'0'0,"0"2"0,0 6 0,1 4 0,1 4 0,2 5 0,-1 3 0,-1 3 0,1 1 0,-1-2 0,0 0 0,-3-3 0,0-4-8191</inkml:trace>
</inkml:ink>
</file>

<file path=ppt/ink/ink1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13.901"/>
    </inkml:context>
    <inkml:brush xml:id="br0">
      <inkml:brushProperty name="width" value="0.05" units="cm"/>
      <inkml:brushProperty name="height" value="0.05" units="cm"/>
    </inkml:brush>
  </inkml:definitions>
  <inkml:trace contextRef="#ctx0" brushRef="#br0">0 23 24575,'0'-2'0,"0"-4"0,0-2 0,0 2 0</inkml:trace>
</inkml:ink>
</file>

<file path=ppt/ink/ink1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14.534"/>
    </inkml:context>
    <inkml:brush xml:id="br0">
      <inkml:brushProperty name="width" value="0.05" units="cm"/>
      <inkml:brushProperty name="height" value="0.05" units="cm"/>
    </inkml:brush>
  </inkml:definitions>
  <inkml:trace contextRef="#ctx0" brushRef="#br0">114 426 24575,'2'-3'0,"0"1"0,0-1 0,-1 0 0,1 0 0,-1 0 0,0 1 0,0-1 0,0 0 0,0-1 0,0 1 0,-1 0 0,0 0 0,1 0 0,-1-4 0,0 3 0,0 0 0,0-1 0,0 1 0,-1 0 0,0 0 0,0-1 0,0 1 0,0 0 0,-4-8 0,4 10 0,0 0 0,0 0 0,-1 1 0,1-1 0,-1 0 0,1 0 0,-1 1 0,0-1 0,1 1 0,-1-1 0,0 1 0,0 0 0,0 0 0,0 0 0,0 0 0,0 0 0,-1 0 0,1 1 0,0-1 0,0 1 0,-1-1 0,1 1 0,0 0 0,-1 0 0,1 0 0,0 0 0,0 0 0,-1 1 0,1-1 0,0 1 0,0-1 0,-1 1 0,1 0 0,0 0 0,0 0 0,-3 2 0,2-1 0,0 0 0,0 0 0,0 0 0,0 0 0,0 1 0,1 0 0,-1-1 0,1 1 0,0 0 0,0 0 0,0 0 0,0 1 0,0-1 0,0 0 0,1 1 0,0-1 0,0 1 0,0 0 0,0-1 0,0 1 0,1 0 0,-1 4 0,1-5 0,1-1 0,-1 1 0,0 0 0,1-1 0,-1 1 0,1-1 0,0 1 0,0 0 0,0-1 0,0 0 0,0 1 0,1-1 0,-1 0 0,1 0 0,0 1 0,-1-1 0,1-1 0,0 1 0,0 0 0,0 0 0,4 2 0,1 0 0,1-1 0,1 1 0,-1-1 0,1 0 0,9 1 0,22 8 0,-34-9 0,-1-1 0,1 0 0,-1-1 0,1 0 0,0 1 0,0-2 0,-1 1 0,1-1 0,0 0 0,0 0 0,0 0 0,0-1 0,0 0 0,-1 0 0,1 0 0,9-5 0,-8 3 0,-1 0 0,0-1 0,-1 0 0,1-1 0,0 1 0,-1-1 0,0 0 0,0 0 0,-1-1 0,1 1 0,-1-1 0,-1 0 0,6-10 0,-1-1 0,-1 0 0,-1 0 0,-1-1 0,0 1 0,-1-1 0,-1 0 0,1-35 0,-3 8 0,-3 0 0,-8-46 0,10 90 0,0-4 0,-1 1 0,1 0 0,-1-1 0,0 1 0,-1 0 0,-1-5 0,3 9 0,0 0 0,0-1 0,-1 1 0,1 0 0,0 0 0,0 0 0,0 0 0,0 0 0,0 0 0,0 0 0,0 0 0,0 0 0,0 0 0,0 0 0,0 0 0,0 0 0,0 0 0,0 0 0,0 0 0,0 0 0,-1 0 0,1 0 0,0 0 0,0 0 0,0 0 0,0 0 0,0 0 0,0 0 0,0 0 0,0 0 0,0 0 0,0 0 0,0 0 0,0 0 0,-1 0 0,1 0 0,0 0 0,0 0 0,0 0 0,0 0 0,0 0 0,0 0 0,0 0 0,0 0 0,0 0 0,0 0 0,0 0 0,0 0 0,0 0 0,0 0 0,0 1 0,0-1 0,0 0 0,0 0 0,0 0 0,0 0 0,0 0 0,-1 0 0,1 0 0,0 0 0,0 0 0,0 0 0,0 0 0,0 0 0,-2 10 0,-1 9 0,0 38-227,3 0-1,2 0 1,2-1-1,3 1 1,15 58-1,-13-86-6598</inkml:trace>
</inkml:ink>
</file>

<file path=ppt/ink/ink1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15.360"/>
    </inkml:context>
    <inkml:brush xml:id="br0">
      <inkml:brushProperty name="width" value="0.05" units="cm"/>
      <inkml:brushProperty name="height" value="0.05" units="cm"/>
    </inkml:brush>
  </inkml:definitions>
  <inkml:trace contextRef="#ctx0" brushRef="#br0">155 110 24575,'3'-28'0,"-1"22"0,-1-1 0,0 0 0,-1 0 0,1 0 0,-2-12 0,1 17 0,0 1 0,-1 0 0,1-1 0,-1 1 0,1 0 0,-1-1 0,1 1 0,-1 0 0,0 0 0,0-1 0,1 1 0,-1 0 0,0 0 0,0 0 0,0 0 0,0 0 0,0 0 0,-1 0 0,1 1 0,0-1 0,0 0 0,-1 1 0,1-1 0,0 1 0,-1-1 0,1 1 0,0-1 0,-1 1 0,1 0 0,0 0 0,-1 0 0,1 0 0,-3 0 0,0 0 0,0 1 0,0 0 0,0 0 0,0 0 0,0 1 0,0-1 0,1 1 0,-1 0 0,1 0 0,-1 0 0,1 0 0,-1 1 0,1-1 0,0 1 0,0 0 0,1 0 0,-1 0 0,-3 5 0,1-1 0,0 0 0,0 0 0,1 1 0,0-1 0,0 1 0,1 0 0,-4 15 0,6-21 0,1-1 0,-1 1 0,1 0 0,0-1 0,0 1 0,0 0 0,0 0 0,0-1 0,0 1 0,0 0 0,0-1 0,1 1 0,-1 0 0,1-1 0,-1 1 0,1-1 0,0 1 0,0 0 0,-1-1 0,1 0 0,0 1 0,2 2 0,-1-3 0,0 0 0,1 1 0,-1-1 0,0 0 0,0 0 0,1 0 0,-1 0 0,0 0 0,1-1 0,-1 1 0,1-1 0,-1 1 0,6-1 0,-1 0 0,0 0 0,-1-1 0,1 0 0,0 0 0,0-1 0,-1 0 0,1 0 0,-1 0 0,1-1 0,10-5 0,-14 5 0,-1 1 0,1 0 0,-1-1 0,1 0 0,-1 0 0,0 1 0,0-1 0,0 0 0,0-1 0,0 1 0,-1 0 0,1 0 0,-1-1 0,0 1 0,0-1 0,-1 1 0,1-1 0,-1 1 0,1-5 0,7-29 0,-7 35 0,1 0 0,-1 0 0,1 0 0,-1 0 0,1 0 0,0 0 0,-1 1 0,1-1 0,0 0 0,0 1 0,0 0 0,1-1 0,-1 1 0,0 0 0,0 0 0,1 0 0,-1 1 0,1-1 0,-1 0 0,5 0 0,-5 1 0,1-1 0,-1 1 0,1 0 0,-1 0 0,1 0 0,-1 0 0,1 0 0,-1 0 0,1 0 0,-1 1 0,1 0 0,-1-1 0,1 1 0,-1 0 0,0 0 0,0 0 0,1 0 0,-1 1 0,0-1 0,3 3 0,-1 2 0,0 0 0,0 1 0,0-1 0,-1 1 0,0 0 0,0 0 0,-1 0 0,3 10 0,8 63 0,-10-53 0,-3-26 0,0 0 0,0 1 0,0-1 0,0 0 0,1 1 0,-1-1 0,0 0 0,1 0 0,-1 1 0,1-1 0,-1 0 0,1 0 0,0 0 0,0 0 0,-1 0 0,1 0 0,0 0 0,0 0 0,0 0 0,0 0 0,0 0 0,0-1 0,2 2 0,-2-2 0,1 1 0,-1-1 0,1 0 0,-1 0 0,1 0 0,0 0 0,-1 0 0,1-1 0,-1 1 0,1 0 0,-1-1 0,1 1 0,-1-1 0,1 1 0,-1-1 0,2-1 0,5-3 0,-1 1 0,0-2 0,-1 1 0,1-1 0,10-12 0,-11 9 0,0 0 0,0 0 0,8-18 0,-12 23 0,0 1 0,-1-2 0,1 1 0,-1 0 0,0 0 0,0 0 0,-1 0 0,1-1 0,-1 1 0,0 0 0,0-1 0,-1-4 0,1 10 0,0-1 0,0 1 0,0 0 0,0-1 0,0 1 0,0 0 0,0-1 0,0 1 0,-1 0 0,1-1 0,0 1 0,0 0 0,-1-1 0,1 1 0,-1-1 0,1 1 0,0-1 0,-1 1 0,1-1 0,-1 1 0,1-1 0,-1 1 0,0-1 0,1 1 0,-1-1 0,1 0 0,-1 1 0,0-1 0,1 0 0,-1 0 0,0 0 0,1 1 0,-1-1 0,0 0 0,1 0 0,-1 0 0,0 0 0,1 0 0,-1 0 0,0 0 0,1 0 0,-1-1 0,0 1 0,0 0 0,1 0 0,-1 0 0,1-1 0,-1 1 0,0 0 0,1-1 0,-1 1 0,1-1 0,-1 1 0,1-1 0,-1 1 0,1-1 0,-1 1 0,1-1 0,-1 1 0,1-1 0,0 1 0,-1-1 0,1 0 0,0 1 0,0-1 0,-1 0 0,1 0 0,1 14 0,0 0 0,1 0 0,0 0 0,1 0 0,7 17 0,4 22 0,-10-35 0,-2 0 0,1 1 0,-2-1 0,0 1 0,-4 32 0,3-45 0,-1 0 0,0 0 0,-1 0 0,1 0 0,-1 0 0,0 0 0,0 0 0,-1-1 0,1 1 0,-1-1 0,0 1 0,0-1 0,0 0 0,-1 0 0,0-1 0,0 1 0,0-1 0,0 0 0,0 0 0,0 0 0,-1 0 0,1-1 0,-1 0 0,-5 2 0,-2 0 0,1-1 0,-1-1 0,0 0 0,0-1 0,0 0 0,0-1 0,-1 0 0,1-1 0,0 0 0,0-1 0,-19-5 0,13 2 0,-1-2 0,2 1 0,-1-2 0,1-1 0,0 0 0,-25-18 0,33 21-114,1 0 1,0-1-1,1 0 0,0 0 0,0-1 1,0 1-1,1-1 0,0-1 0,1 1 1,0-1-1,-5-12 0,2-8-6712</inkml:trace>
</inkml:ink>
</file>

<file path=ppt/ink/ink1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2.041"/>
    </inkml:context>
    <inkml:brush xml:id="br0">
      <inkml:brushProperty name="width" value="0.05" units="cm"/>
      <inkml:brushProperty name="height" value="0.05" units="cm"/>
    </inkml:brush>
  </inkml:definitions>
  <inkml:trace contextRef="#ctx0" brushRef="#br0">52 81 24575,'0'-18'0,"-1"12"0,1 0 0,0 0 0,0 0 0,1 0 0,-1 0 0,1 0 0,1 1 0,1-8 0,1 10 0,-3 10 0,0 9 0,-8 21 31,-2-1 0,-15 43 0,5-20-1489,15-45-5368</inkml:trace>
</inkml:ink>
</file>

<file path=ppt/ink/ink1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2.356"/>
    </inkml:context>
    <inkml:brush xml:id="br0">
      <inkml:brushProperty name="width" value="0.05" units="cm"/>
      <inkml:brushProperty name="height" value="0.05" units="cm"/>
    </inkml:brush>
  </inkml:definitions>
  <inkml:trace contextRef="#ctx0" brushRef="#br0">28 4 24575,'-2'-3'0,"-1"2"0,-1 4 0,2 3 0,0 3 0,-1 5 0,-1 5 0,1 4 0,1 2 0,0 3 0,1 0 0,3 1 0,3-2 0,4-1 0,4-3 0,6-5 0,-1-6-8191</inkml:trace>
</inkml:ink>
</file>

<file path=ppt/ink/ink1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42.540"/>
    </inkml:context>
    <inkml:brush xml:id="br0">
      <inkml:brushProperty name="width" value="0.05" units="cm"/>
      <inkml:brushProperty name="height" value="0.05" units="cm"/>
    </inkml:brush>
  </inkml:definitions>
  <inkml:trace contextRef="#ctx0" brushRef="#br0">1 6 24575,'0'-2'0,"2"-1"0,4 5 0,2 4 0,1 6 0,1 9 0,1 7 0,1 6 0,-2 5 0,-4 5 0,-9-1 0,-10 1 0,-13-6 0,-2-9-8191</inkml:trace>
</inkml:ink>
</file>

<file path=ppt/ink/ink1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35.347"/>
    </inkml:context>
    <inkml:brush xml:id="br0">
      <inkml:brushProperty name="width" value="0.05" units="cm"/>
      <inkml:brushProperty name="height" value="0.05" units="cm"/>
    </inkml:brush>
  </inkml:definitions>
  <inkml:trace contextRef="#ctx0" brushRef="#br0">1 0 24575,'0'3'0,"0"2"0,2 6 0,1 6 0,1 4 0,-2 4 0,0 4 0,-1 3 0,-1 2 0,1 4 0,-1-1 0,0-2 0,-1-2 0,1-4 0,0-7-8191</inkml:trace>
</inkml:ink>
</file>

<file path=ppt/ink/ink1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35.705"/>
    </inkml:context>
    <inkml:brush xml:id="br0">
      <inkml:brushProperty name="width" value="0.05" units="cm"/>
      <inkml:brushProperty name="height" value="0.05" units="cm"/>
    </inkml:brush>
  </inkml:definitions>
  <inkml:trace contextRef="#ctx0" brushRef="#br0">1 146 24575,'0'-2'0,"0"1"0,0-1 0,0 0 0,0 1 0,0-1 0,1 0 0,-1 1 0,0-1 0,1 0 0,0 1 0,-1-1 0,1 1 0,0-1 0,0 1 0,-1 0 0,1-1 0,0 1 0,1 0 0,-1-1 0,0 1 0,0 0 0,3-1 0,0-1 0,1 1 0,-1 0 0,1 1 0,0-1 0,0 1 0,7-1 0,20-3 0,0 2 0,55 2 0,-11 1 0,-74 0 0,1 0 0,-1 0 0,0-1 0,1 1 0,-1 0 0,0-1 0,1 1 0,-1-1 0,0 0 0,0 0 0,1 0 0,-1 0 0,0 0 0,0 0 0,0-1 0,0 1 0,-1-1 0,1 1 0,0-1 0,-1 1 0,4-5 0,-5 4 0,1 0 0,0 0 0,-1 0 0,1 0 0,-1 0 0,0-1 0,0 1 0,0 0 0,0 0 0,0 0 0,0-1 0,-1 1 0,1 0 0,-1 0 0,1 0 0,-1 0 0,0 0 0,0 0 0,0 0 0,0 0 0,0 0 0,0 0 0,-3-2 0,3 3 0,0 0 0,0 0 0,0 0 0,1 0 0,-1 0 0,-1 0 0,1 0 0,0 1 0,0-1 0,0 1 0,0-1 0,0 0 0,-1 1 0,1 0 0,0-1 0,0 1 0,-1 0 0,1 0 0,0-1 0,-1 1 0,1 0 0,0 0 0,-1 1 0,1-1 0,0 0 0,0 0 0,-1 1 0,1-1 0,0 0 0,0 1 0,-1-1 0,-1 2 0,-5 3 0,0-1 0,1 1 0,-14 11 0,10-7 0,-98 69-1365,93-67-5461</inkml:trace>
</inkml:ink>
</file>

<file path=ppt/ink/ink1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35.891"/>
    </inkml:context>
    <inkml:brush xml:id="br0">
      <inkml:brushProperty name="width" value="0.05" units="cm"/>
      <inkml:brushProperty name="height" value="0.05" units="cm"/>
    </inkml:brush>
  </inkml:definitions>
  <inkml:trace contextRef="#ctx0" brushRef="#br0">0 54 24575,'0'-3'0,"0"-2"0,3-4 0,2-2 0,4 1 0,2 2 0,4 2 0,5 5 0,3 4 0,2 5 0,3 5 0,0 6 0,1 4 0,0 3 0,0 2 0,-3-2 0,-6-5-8191</inkml:trace>
</inkml:ink>
</file>

<file path=ppt/ink/ink1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58.891"/>
    </inkml:context>
    <inkml:brush xml:id="br0">
      <inkml:brushProperty name="width" value="0.05" units="cm"/>
      <inkml:brushProperty name="height" value="0.05" units="cm"/>
    </inkml:brush>
  </inkml:definitions>
  <inkml:trace contextRef="#ctx0" brushRef="#br0">218 0 24575,'-5'0'0,"-1"1"0,1-1 0,0 1 0,-1 0 0,1 0 0,0 1 0,0-1 0,0 1 0,0 0 0,0 1 0,0-1 0,0 1 0,1 0 0,-1 0 0,1 0 0,0 1 0,0-1 0,0 1 0,0 0 0,1 1 0,-6 8 0,-8 12 0,2 2 0,1-1 0,1 2 0,1 0 0,1 0 0,-8 37 0,17-56 0,0-1 0,0 1 0,1 0 0,0 0 0,0 0 0,1 0 0,0 0 0,3 15 0,-2-21 0,0 1 0,0 0 0,0-1 0,1 1 0,-1 0 0,1-1 0,0 0 0,0 1 0,0-1 0,0 0 0,1 0 0,-1 0 0,1 0 0,0-1 0,0 1 0,0-1 0,0 0 0,0 0 0,1 0 0,-1 0 0,1 0 0,5 1 0,0 0 0,0-1 0,0 0 0,0-1 0,0 0 0,0-1 0,0 1 0,0-2 0,1 1 0,-1-1 0,0-1 0,0 0 0,9-3 0,1-1 0,0-1 0,-1 0 0,0-2 0,26-16 0,-34 19 0,0-2 0,-1 1 0,0-1 0,0-1 0,-1 1 0,0-2 0,0 1 0,-1-1 0,0 0 0,8-18 0,-13 23 0,0 1 0,0 0 0,0-1 0,-1 0 0,1 1 0,-1-1 0,-1 0 0,1 0 0,0 1 0,-1-1 0,0 0 0,0 0 0,-1 0 0,0 0 0,1 1 0,-1-1 0,-1 0 0,1 1 0,-1-1 0,0 1 0,0-1 0,0 1 0,0 0 0,-1 0 0,0 0 0,0 0 0,0 0 0,0 0 0,-5-3 0,3 3 31,0 0 0,-1 1 0,1-1 0,-1 1 0,0 0 0,0 1 0,-1-1 0,1 1 1,0 1-1,-12-3 0,14 3-132,-1 1 1,1-1-1,0 1 1,-1 0 0,1 0-1,0 1 1,-1-1-1,1 1 1,0 0 0,-1 0-1,1 0 1,0 1 0,0-1-1,0 1 1,0 0-1,-7 5 1,2 2-6726</inkml:trace>
</inkml:ink>
</file>

<file path=ppt/ink/ink1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59.367"/>
    </inkml:context>
    <inkml:brush xml:id="br0">
      <inkml:brushProperty name="width" value="0.05" units="cm"/>
      <inkml:brushProperty name="height" value="0.05" units="cm"/>
    </inkml:brush>
  </inkml:definitions>
  <inkml:trace contextRef="#ctx0" brushRef="#br0">0 173 24575,'1'0'0,"1"0"0,-1 1 0,-1-1 0,1 1 0,0-1 0,0 1 0,0-1 0,0 1 0,0 0 0,0-1 0,-1 1 0,1 0 0,0-1 0,0 1 0,-1 0 0,1 0 0,0 1 0,11 19 0,-10-18 0,13 30 0,-1 1 0,-2 0 0,-1 1 0,-1 0 0,6 49 0,-13-57 0,-1-1 0,-1 49 0,-19-127 0,7-5 0,3 1 0,2-2 0,2 1 0,3 0 0,7-62 0,-5 108 0,5-47 0,-5 52 0,0 1 0,1 0 0,-1 0 0,1 0 0,0 0 0,0 0 0,1 1 0,4-8 0,-6 11 0,0 0 0,-1 0 0,1 0 0,0 0 0,0 0 0,0 0 0,0 0 0,0 1 0,0-1 0,0 0 0,0 1 0,0-1 0,0 0 0,0 1 0,1-1 0,-1 1 0,0 0 0,0-1 0,0 1 0,1 0 0,-1 0 0,0 0 0,0 0 0,1 0 0,1 0 0,-1 1 0,0 0 0,1 0 0,-1 0 0,0 0 0,0 0 0,0 1 0,0-1 0,0 1 0,0 0 0,0-1 0,0 1 0,1 2 0,5 6 0,-1 0 0,0 1 0,10 21 0,-13-22 31,0 0 0,0 0 0,-1 0 0,0 0 0,-1 1 0,0-1 0,-1 1 0,0 0 1,-1-1-1,-1 19 0,0-25-86,1 0-1,-1 0 1,0 0 0,0 0 0,0 0 0,0 0 0,-1-1 0,0 1 0,1 0 0,-1-1 0,-1 1 0,1-1 0,0 0 0,-1 0 0,0 0 0,0 0 0,0 0 0,0-1 0,0 1 0,0-1-1,-1 0 1,1 0 0,-1 0 0,1 0 0,-1 0 0,0-1 0,0 0 0,0 0 0,1 0 0,-9 1 0,-3-1-6771</inkml:trace>
</inkml:ink>
</file>

<file path=ppt/ink/ink1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59.642"/>
    </inkml:context>
    <inkml:brush xml:id="br0">
      <inkml:brushProperty name="width" value="0.05" units="cm"/>
      <inkml:brushProperty name="height" value="0.05" units="cm"/>
    </inkml:brush>
  </inkml:definitions>
  <inkml:trace contextRef="#ctx0" brushRef="#br0">0 10 24575,'0'0'0,"0"-1"0,0 1 0,0 0 0,0-1 0,0 1 0,1 0 0,-1-1 0,0 1 0,0-1 0,0 1 0,0 0 0,0-1 0,0 1 0,0 0 0,1-1 0,-1 1 0,0 0 0,0-1 0,1 1 0,-1 0 0,0 0 0,0-1 0,1 1 0,-1 0 0,0 0 0,1 0 0,-1-1 0,0 1 0,1 0 0,-1 0 0,0 0 0,1 0 0,-1 0 0,0-1 0,1 1 0,-1 0 0,1 0 0,-1 0 0,0 0 0,1 0 0,-1 0 0,0 0 0,1 0 0,-1 1 0,1-1 0,-1 0 0,0 0 0,1 0 0,-1 0 0,0 0 0,1 1 0,-1-1 0,0 0 0,1 0 0,-1 0 0,0 1 0,0-1 0,1 1 0,18 15 0,-10 2 0,-1 0 0,0 1 0,-2 0 0,6 23 0,-5-15 0,42 191 0,-33-139 0,-15-75-105,-1 0 0,1 0 0,0 0 0,0-1 0,1 1 0,-1 0 0,1-1 0,-1 1 0,1-1 0,0 0 0,1 1 0,2 3 0,4 0-6721</inkml:trace>
</inkml:ink>
</file>

<file path=ppt/ink/ink1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59.782"/>
    </inkml:context>
    <inkml:brush xml:id="br0">
      <inkml:brushProperty name="width" value="0.05" units="cm"/>
      <inkml:brushProperty name="height" value="0.05" units="cm"/>
    </inkml:brush>
  </inkml:definitions>
  <inkml:trace contextRef="#ctx0" brushRef="#br0">19 44 24575,'-2'-3'0,"-1"-2"0,-2-2 0,-1 0 0,4-1 0,4 2 0,4 2 0,4 2 0,4 1 0,8 0 0,0 1-8191</inkml:trace>
</inkml:ink>
</file>

<file path=ppt/ink/ink1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00.179"/>
    </inkml:context>
    <inkml:brush xml:id="br0">
      <inkml:brushProperty name="width" value="0.05" units="cm"/>
      <inkml:brushProperty name="height" value="0.05" units="cm"/>
    </inkml:brush>
  </inkml:definitions>
  <inkml:trace contextRef="#ctx0" brushRef="#br0">33 88 24575,'0'-1'0,"-4"-2"0,0-1 0,0 1 0,1-1 0,-1 0 0,1 0 0,0-1 0,-3-5 0,6 10 0,0-1 0,-1 0 0,1 0 0,0 0 0,0 1 0,0-1 0,-1 0 0,1 0 0,0 0 0,0 0 0,1 0 0,-1 0 0,0 1 0,0-1 0,0 0 0,0 0 0,1 0 0,-1 0 0,0 1 0,1-2 0,0 1 0,1-1 0,-1 1 0,0-1 0,1 1 0,-1 0 0,1 0 0,0 0 0,-1 0 0,1 0 0,0 0 0,-1 0 0,4-1 0,9-2 0,-1 1 0,0 0 0,1 1 0,-1 0 0,1 1 0,17 0 0,-7 2 0,-1 1 0,43 9 0,-60-9 0,0-1 0,0 1 0,0 0 0,-1 0 0,1 1 0,-1-1 0,0 1 0,9 7 0,-12-9 0,-1 1 0,1-1 0,-1 1 0,1 0 0,-1 0 0,0-1 0,1 1 0,-1 0 0,0 0 0,0 0 0,0 0 0,-1 1 0,1-1 0,-1 0 0,1 0 0,-1 0 0,0 1 0,1-1 0,-1 0 0,0 0 0,-1 1 0,1-1 0,0 0 0,-1 0 0,1 1 0,-2 2 0,-3 8 0,0 0 0,-1-1 0,-1 1 0,0-1 0,0-1 0,-18 22 0,-62 56 0,70-74 0,10-8 0,-1-1 0,1 1 0,1 0 0,-10 13 0,16-20 0,-1 1 0,1-1 0,-1 1 0,1-1 0,0 1 0,-1 0 0,1-1 0,0 1 0,0-1 0,-1 1 0,1 0 0,0-1 0,0 1 0,0-1 0,0 1 0,0 0 0,0-1 0,0 1 0,0 0 0,0-1 0,0 1 0,0 0 0,0-1 0,0 1 0,1-1 0,-1 1 0,0 0 0,0-1 0,1 1 0,-1-1 0,0 1 0,1-1 0,-1 1 0,1-1 0,-1 1 0,1-1 0,-1 1 0,1-1 0,-1 0 0,1 1 0,-1-1 0,1 0 0,-1 1 0,1-1 0,0 0 0,-1 0 0,1 0 0,-1 1 0,2-1 0,3 1 0,0 0 0,1 0 0,-1 0 0,10-1 0,40-2 0,89-16 0,-17 1 0,-17 10-1365,-68 5-5461</inkml:trace>
</inkml:ink>
</file>

<file path=ppt/ink/ink1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21.720"/>
    </inkml:context>
    <inkml:brush xml:id="br0">
      <inkml:brushProperty name="width" value="0.05" units="cm"/>
      <inkml:brushProperty name="height" value="0.05" units="cm"/>
    </inkml:brush>
  </inkml:definitions>
  <inkml:trace contextRef="#ctx0" brushRef="#br0">49 13 24575,'-32'-8'0,"16"3"0,75 6 0,739 32-832,-527-26 676,682 17-1579,803 28 1265,-1362-29 578,-226-10 2845,18-11-2797,-96-4-180,-86 2 24,1 0 0,-1 0 0,1 0 0,-1 0 0,1-1 0,-1 0 0,1 0 0,-1 0 0,0 0 0,1-1 0,-1 0 0,0 1 0,0-2 0,0 1 0,0 0 0,-1-1 0,1 0 0,0 0 0,-1 0 0,0 0 0,0 0 0,0-1 0,3-4 0,-6 6-68,1 0 0,-1 0-1,0 1 1,0-1 0,0 0 0,0 0-1,0 0 1,0 1 0,-1-1 0,1 0-1,0 0 1,-1 1 0,0-1 0,1 0-1,-1 1 1,0-1 0,0 0-1,0 1 1,-1-3 0</inkml:trace>
</inkml:ink>
</file>

<file path=ppt/ink/ink1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22.651"/>
    </inkml:context>
    <inkml:brush xml:id="br0">
      <inkml:brushProperty name="width" value="0.05" units="cm"/>
      <inkml:brushProperty name="height" value="0.05" units="cm"/>
    </inkml:brush>
  </inkml:definitions>
  <inkml:trace contextRef="#ctx0" brushRef="#br0">0 1 24575,'3'3'0,"0"0"0,-1 1 0,1-1 0,-1 1 0,0 0 0,0 0 0,0 0 0,-1 0 0,1 0 0,0 6 0,6 46 0,-5-31 0,44 484 0,-45-464-1365,-1-10-5461</inkml:trace>
</inkml:ink>
</file>

<file path=ppt/ink/ink1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24.715"/>
    </inkml:context>
    <inkml:brush xml:id="br0">
      <inkml:brushProperty name="width" value="0.05" units="cm"/>
      <inkml:brushProperty name="height" value="0.05" units="cm"/>
    </inkml:brush>
  </inkml:definitions>
  <inkml:trace contextRef="#ctx0" brushRef="#br0">0 45 24575,'1'5'0,"1"-1"0,-1 1 0,1 0 0,-1-1 0,1 1 0,5 6 0,-6-9 0,6 12 0,0 0 0,2 0 0,0-1 0,0 0 0,2 0 0,-1-1 0,20 17 0,-29-28 0,0-1 0,-1 1 0,1-1 0,0 1 0,0-1 0,0 0 0,-1 1 0,1-1 0,0 0 0,0 1 0,0-1 0,0 0 0,0 0 0,-1 0 0,1 0 0,0 0 0,0 0 0,0 0 0,0 0 0,0-1 0,0 1 0,0 0 0,-1 0 0,1-1 0,0 1 0,0 0 0,0-1 0,-1 1 0,1-1 0,0 1 0,0-1 0,-1 1 0,1-1 0,-1 0 0,1 1 0,0-1 0,-1 0 0,1 0 0,4-6 0,0 0 0,0 0 0,4-12 0,1 2 0,-1 6 0,0 0 0,1 1 0,1 0 0,18-14 0,18-18 0,-47 42 0,1 0 0,-1-1 0,1 1 0,-1 0 0,0-1 0,1 1 0,-1 0 0,0-1 0,1 1 0,-1 0 0,0-1 0,0 1 0,0-1 0,1 1 0,-1-1 0,0 1 0,0-1 0,0 1 0,0-1 0,0 1 0,0-1 0,1 1 0,-1-1 0,0 1 0,-1-1 0,1 1 0,0-1 0,0 1 0,0-1 0,0 1 0,0 0 0,-1-2 0,0 2 0,1-1 0,-1 0 0,0 1 0,0-1 0,0 1 0,0-1 0,0 1 0,0-1 0,-1 1 0,1 0 0,0-1 0,0 1 0,-2 0 0,-44-1 0,42 1 0,-38 0 0,21-1 0,0 1 0,0 2 0,-25 4 0,22-6 0,14-3 0,11 3 0,0 0 0,-1-1 0,1 1 0,0 0 0,0 0 0,0 0 0,0-1 0,0 1 0,0 0 0,0 0 0,0 0 0,0-1 0,0 1 0,0 0 0,0 0 0,0-1 0,0 1 0,0 0 0,0 0 0,0 0 0,0-1 0,0 1 0,0 0 0,0 0 0,0-1 0,0 1 0,1 0 0,-1 0 0,0 0 0,0 0 0,0-1 0,0 1 0,1 0 0,-1 0 0,0 0 0,0 0 0,0-1 0,0 1 0,1 0 0,-1 0 0,0 0 0,3-2 0,0 1 0,-1-1 0,1 1 0,0 0 0,0 0 0,0 0 0,0 0 0,0 0 0,0 1 0,0-1 0,0 1 0,1 0 0,-1 0 0,6 1 0,-2-1 0,-1 1 0,1 0 0,-1 1 0,1-1 0,-1 1 0,7 3 0,-12-4 0,1-1 0,-1 1 0,1-1 0,-1 1 0,0 0 0,0-1 0,1 1 0,-1 0 0,0 0 0,0 0 0,0 0 0,0 0 0,0 0 0,0 0 0,0 0 0,0 0 0,-1 1 0,1-1 0,0 0 0,-1 1 0,1-1 0,-1 0 0,1 1 0,-1-1 0,1 1 0,-1-1 0,0 0 0,0 1 0,0-1 0,0 1 0,0-1 0,0 3 0,-2-1 0,1 0 0,-1 1 0,0-1 0,0 0 0,0 0 0,0 0 0,0 0 0,-1-1 0,1 1 0,-1 0 0,0-1 0,-3 3 0,2-2 0,0-1 0,1 0 0,0 1 0,0-1 0,0 1 0,1-1 0,-1 1 0,1 0 0,-1 0 0,1 0 0,0 1 0,-2 3 0,4-7 0,0 0 0,0 0 0,0 0 0,0 1 0,0-1 0,0 0 0,0 0 0,0 0 0,0 0 0,0 1 0,1-1 0,-1 0 0,0 0 0,0 0 0,0 0 0,0 1 0,0-1 0,0 0 0,0 0 0,1 0 0,-1 0 0,0 0 0,0 1 0,0-1 0,0 0 0,0 0 0,1 0 0,-1 0 0,0 0 0,0 0 0,0 0 0,1 0 0,-1 0 0,0 0 0,0 0 0,0 0 0,1 0 0,-1 0 0,0 0 0,0 0 0,0 0 0,0 0 0,1 0 0,-1 0 0,0 0 0,0 0 0,0 0 0,1 0 0,-1 0 0,0 0 0,0-1 0,0 1 0,17-7 0,-8 2 0,-20 10 0,10-4 0,0-1 0,0 1 0,0-1 0,0 1 0,0-1 0,0 0 0,0 0 0,0 1 0,0-1 0,0 0 0,0 0 0,-1 0 0,1 0 0,0 0 0,0 0 0,0-1 0,0 1 0,0 0 0,0 0 0,0-1 0,0 1 0,0-1 0,0 1 0,0-1 0,1 1 0,-1-1 0,0 0 0,0 1 0,0-1 0,1 0 0,-1 0 0,-1 0 0,1-1 0,16 12 0,-12-8 0,0-1 0,0 1 0,-1-1 0,1 1 0,-1 0 0,1 0 0,-1 0 0,0 0 0,0 0 0,0 0 0,3 6 0,-5-5 0,0 0 0,-1 0 0,0 0 0,0-1 0,0 1 0,0 0 0,0 0 0,-3 4 0,-1 5 0,-2 14 0,1-1 0,1 1 0,-2 52 0,6-57 0,0-16 0,1-2 0,-1-1 0,1 1 0,-1-1 0,1 1 0,0-1 0,0 1 0,0-1 0,1 1 0,-1-1 0,1 1 0,-1-1 0,1 0 0,0 1 0,1 2 0,-2-5 0,1 0 0,-1 0 0,0 0 0,1 0 0,-1 0 0,0-1 0,1 1 0,-1 0 0,1 0 0,-1 0 0,0 0 0,1 0 0,-1-1 0,0 1 0,1 0 0,-1 0 0,0 0 0,0-1 0,1 1 0,-1 0 0,0-1 0,0 1 0,1 0 0,-1 0 0,0-1 0,0 1 0,0 0 0,1-1 0,-1 1 0,0-1 0,0 1 0,0-1 0,8-15 0,-7 13 0,9-21 0,-1 0 0,-1-1 0,8-37 0,-14 50 0,0 0 0,-1 0 0,0 1 0,-1-1 0,0 0 0,-1 0 0,-1 0 0,1 0 0,-8-21 0,-3 87 0,9-34-1365,2-1-5461</inkml:trace>
</inkml:ink>
</file>

<file path=ppt/ink/ink1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26.259"/>
    </inkml:context>
    <inkml:brush xml:id="br0">
      <inkml:brushProperty name="width" value="0.05" units="cm"/>
      <inkml:brushProperty name="height" value="0.05" units="cm"/>
    </inkml:brush>
  </inkml:definitions>
  <inkml:trace contextRef="#ctx0" brushRef="#br0">0 44 24575,'1'0'0,"-1"1"0,0 0 0,1 0 0,-1-1 0,1 1 0,-1-1 0,1 1 0,-1 0 0,1-1 0,-1 1 0,1-1 0,0 1 0,-1-1 0,1 1 0,0-1 0,-1 0 0,1 1 0,0-1 0,0 0 0,0 0 0,-1 0 0,2 1 0,21 4 0,-21-5 0,48 7 0,87 0 0,-69-6 0,1370 12-3626,-999-15 3043,634-6-70,-2-31 1,-1019 36 755,266-25 766,-305 24 50,-22 2 246,-27 1-259,-86 1-883,55 0-6685</inkml:trace>
</inkml:ink>
</file>

<file path=ppt/ink/ink1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27.249"/>
    </inkml:context>
    <inkml:brush xml:id="br0">
      <inkml:brushProperty name="width" value="0.05" units="cm"/>
      <inkml:brushProperty name="height" value="0.05" units="cm"/>
    </inkml:brush>
  </inkml:definitions>
  <inkml:trace contextRef="#ctx0" brushRef="#br0">22 44 24575,'-1'0'0,"0"0"0,0 1 0,-1-1 0,1 0 0,0 1 0,0-1 0,0 0 0,0 1 0,0-1 0,0 1 0,0 0 0,0-1 0,0 1 0,0 0 0,1-1 0,-1 1 0,-1 2 0,1-3 0,1 0 0,0 1 0,0-1 0,-1 1 0,1-1 0,0 0 0,0 1 0,0-1 0,0 1 0,0-1 0,0 1 0,-1-1 0,1 0 0,0 1 0,0-1 0,0 1 0,0-1 0,1 1 0,-1-1 0,0 1 0,0-1 0,0 0 0,0 1 0,0-1 0,0 1 0,1-1 0,-1 0 0,0 1 0,0-1 0,1 0 0,-1 1 0,0-1 0,1 0 0,-1 1 0,0-1 0,1 0 0,-1 1 0,0-1 0,1 0 0,-1 0 0,0 0 0,1 1 0,-1-1 0,1 0 0,-1 0 0,1 0 0,-1 0 0,1 0 0,17 5 0,-1-1 0,1-1 0,1-1 0,-1-1 0,35-1 0,-12 0 0,1669-14-4252,-1091 3 3351,852-46 4072,-1449 54-1993,-20 3-613,-13 0-326,-49 9-1604,40-6-5461</inkml:trace>
</inkml:ink>
</file>

<file path=ppt/ink/ink1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27.996"/>
    </inkml:context>
    <inkml:brush xml:id="br0">
      <inkml:brushProperty name="width" value="0.05" units="cm"/>
      <inkml:brushProperty name="height" value="0.05" units="cm"/>
    </inkml:brush>
  </inkml:definitions>
  <inkml:trace contextRef="#ctx0" brushRef="#br0">0 0 24575,'0'0'0,"3"0"0</inkml:trace>
</inkml:ink>
</file>

<file path=ppt/ink/ink1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28.870"/>
    </inkml:context>
    <inkml:brush xml:id="br0">
      <inkml:brushProperty name="width" value="0.05" units="cm"/>
      <inkml:brushProperty name="height" value="0.05" units="cm"/>
    </inkml:brush>
  </inkml:definitions>
  <inkml:trace contextRef="#ctx0" brushRef="#br0">0 70 24575,'714'-14'-457,"-110"1"-317,260 13-1579,660-12-76,-1266-2 2580,63-2 3277,-319 16-3424,32 2 992,-33-1-935,0-1 0,0 0 1,0 1-1,1 0 0,-1-1 0,0 1 0,0 0 0,0-1 0,0 1 1,0 0-1,0 0 0,0 0 0,-1 0 0,1 0 0,0 0 0,0 0 1,-1 0-1,1 0 0,-1 0 0,1 0 0,0 3 0,0-3-57,-1 0 0,1 1 0,0-1-1,-1 0 1,1 0 0,0 1 0,0-1-1,0 0 1,0 0 0,0 0-1,0 0 1,1 0 0,-1-1 0,0 1-1,0 0 1,1 0 0,-1-1 0,0 1-1,1-1 1,-1 1 0,0-1 0,1 0-1,-1 1 1,1-1 0,-1 0 0,1 0-1,-1 0 1,3 0 0,6-1-7,0 0 0,-1-1 0,14-3-1,-4 0-3,-4 4 7,-1 0 0,0 1 0,1 0 0,-1 1 0,29 6 0,-30-5 0,-2-1-455,1 1 0,18-1 0</inkml:trace>
</inkml:ink>
</file>

<file path=ppt/ink/ink1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29.656"/>
    </inkml:context>
    <inkml:brush xml:id="br0">
      <inkml:brushProperty name="width" value="0.05" units="cm"/>
      <inkml:brushProperty name="height" value="0.05" units="cm"/>
    </inkml:brush>
  </inkml:definitions>
  <inkml:trace contextRef="#ctx0" brushRef="#br0">1 4 24575,'0'-2'0,"0"1"0,0 3 0,2 5 0,1 2 0,0 5 0,2 2 0,2 4 0,1 0 0,-2 2 0,1 0 0,-2-3 0,0 0 0,-2-3 0,-1 0 0,-1-4-8191</inkml:trace>
</inkml:ink>
</file>

<file path=ppt/ink/ink1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0.346"/>
    </inkml:context>
    <inkml:brush xml:id="br0">
      <inkml:brushProperty name="width" value="0.05" units="cm"/>
      <inkml:brushProperty name="height" value="0.05" units="cm"/>
    </inkml:brush>
  </inkml:definitions>
  <inkml:trace contextRef="#ctx0" brushRef="#br0">398 43 24575,'-1'0'0,"0"-1"0,0 0 0,0 1 0,1-1 0,-1 0 0,0 0 0,1 0 0,-1 0 0,1 0 0,-1 1 0,1-1 0,0 0 0,-1 0 0,1 0 0,0 0 0,-1 0 0,1-1 0,0 1 0,0 0 0,0 0 0,0-1 0,1 1 0,-1 0 0,0 0 0,1 0 0,0 0 0,-1 1 0,1-1 0,-1 0 0,1 0 0,0 1 0,-1-1 0,1 1 0,0-1 0,0 0 0,0 1 0,-1-1 0,1 1 0,0 0 0,1-1 0,5-1 0,-1 0 0,1 1 0,-1-1 0,1 2 0,7-1 0,529 12 0,-459-7 0,80 2 0,196 16 0,-358-22 0,1 1 0,0 0 0,-1 0 0,1 0 0,0 0 0,-1 0 0,1 0 0,-1 1 0,0-1 0,1 1 0,-1-1 0,0 1 0,0 0 0,0 0 0,0 0 0,-1 0 0,3 4 0,-1-2 0,0 1 0,0 0 0,-1 0 0,0 0 0,0 0 0,-1 1 0,1-1 0,1 11 0,-3-11 0,1 0 0,-1 1 0,0-1 0,-1 0 0,1 0 0,-1 0 0,0 1 0,0-1 0,-3 6 0,3-8 0,0-1 0,0 1 0,0-1 0,-1 0 0,1 0 0,-1 0 0,1 0 0,-1 0 0,0 0 0,0 0 0,0 0 0,0-1 0,0 1 0,0-1 0,0 1 0,0-1 0,-1 0 0,-3 2 0,-20 3 0,0-2 0,0 0 0,0-2 0,-1 0 0,-30-3 0,12 0 0,-480 0 0,-206 2 0,610 7 0,111-5 171,19-1 0,18-1-1878,-4-1-5119</inkml:trace>
</inkml:ink>
</file>

<file path=ppt/ink/ink1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1.017"/>
    </inkml:context>
    <inkml:brush xml:id="br0">
      <inkml:brushProperty name="width" value="0.05" units="cm"/>
      <inkml:brushProperty name="height" value="0.05" units="cm"/>
    </inkml:brush>
  </inkml:definitions>
  <inkml:trace contextRef="#ctx0" brushRef="#br0">1 6 24575,'0'-2'0,"2"-1"0,4 2 0,0 4 0,0 4 0,-2 6 0,-2 2 0,0 4 0,-1 1 0,-1 2 0,0-1 0,0-1 0,-1-1 0,1-5-8191</inkml:trace>
</inkml:ink>
</file>

<file path=ppt/ink/ink1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1.166"/>
    </inkml:context>
    <inkml:brush xml:id="br0">
      <inkml:brushProperty name="width" value="0.05" units="cm"/>
      <inkml:brushProperty name="height" value="0.05" units="cm"/>
    </inkml:brush>
  </inkml:definitions>
  <inkml:trace contextRef="#ctx0" brushRef="#br0">0 115 24575,'0'-2'0,"0"-6"0,0-4 0,0-2 0,0-1 0,0-1 0,0 1 0,3 2 0,2 4 0,4 3 0,4 3 0,1 1-8191</inkml:trace>
</inkml:ink>
</file>

<file path=ppt/ink/ink1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1.348"/>
    </inkml:context>
    <inkml:brush xml:id="br0">
      <inkml:brushProperty name="width" value="0.05" units="cm"/>
      <inkml:brushProperty name="height" value="0.05" units="cm"/>
    </inkml:brush>
  </inkml:definitions>
  <inkml:trace contextRef="#ctx0" brushRef="#br0">25 22 24575,'-2'2'0,"-4"1"0,-2 0 0,1 0 0,6-1 0,4-4 0,7 0 0,7-4 0,4 1 0,5-3 0,1 2 0,-3 0-8191</inkml:trace>
</inkml:ink>
</file>

<file path=ppt/ink/ink1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1.702"/>
    </inkml:context>
    <inkml:brush xml:id="br0">
      <inkml:brushProperty name="width" value="0.05" units="cm"/>
      <inkml:brushProperty name="height" value="0.05" units="cm"/>
    </inkml:brush>
  </inkml:definitions>
  <inkml:trace contextRef="#ctx0" brushRef="#br0">15 1 24575,'0'0'0,"-11"2"0,8 12 0,2 3 0,1 0 0,1 0 0,4 32 0,-3-41 0,-1-1 0,1 1 0,1 0 0,-1-1 0,1 0 0,1 0 0,-1 0 0,1 0 0,0 0 0,9 10 0,-11-16 0,-1 1 0,0-1 0,1 1 0,-1-1 0,1 0 0,-1 0 0,1 1 0,0-1 0,0 0 0,-1-1 0,1 1 0,0 0 0,0 0 0,0-1 0,0 1 0,0-1 0,0 0 0,0 0 0,0 1 0,0-1 0,3-1 0,-2 0 0,0 1 0,0-2 0,0 1 0,0 0 0,-1 0 0,1-1 0,0 0 0,-1 1 0,1-1 0,-1 0 0,0 0 0,4-5 0,1-1 0,-1-1 0,0 0 0,0 0 0,-1 0 0,0-1 0,-1 0 0,4-11 0,-2-10 0,-5 25 0,0 1 0,0-1 0,0 1 0,0-1 0,1 1 0,0-1 0,3-5 0,-5 11 0,0 0 0,0 0 0,1 0 0,-1 0 0,0 0 0,0 0 0,0-1 0,0 1 0,1 0 0,-1 0 0,0 0 0,0 0 0,0 0 0,1 0 0,-1 0 0,0 0 0,0 0 0,0 0 0,1 0 0,-1 0 0,0 0 0,0 0 0,1 0 0,-1 0 0,0 0 0,0 0 0,0 0 0,0 1 0,1-1 0,-1 0 0,0 0 0,0 0 0,0 0 0,0 0 0,1 0 0,-1 1 0,0-1 0,0 0 0,0 0 0,0 0 0,0 0 0,0 1 0,1-1 0,-1 0 0,0 0 0,0 0 0,0 1 0,0-1 0,0 0 0,0 0 0,0 0 0,0 1 0,0-1 0,0 0 0,0 0 0,0 0 0,0 1 0,4 13 0,10 111-1365,-11-89-5461</inkml:trace>
</inkml:ink>
</file>

<file path=ppt/ink/ink1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2.357"/>
    </inkml:context>
    <inkml:brush xml:id="br0">
      <inkml:brushProperty name="width" value="0.05" units="cm"/>
      <inkml:brushProperty name="height" value="0.05" units="cm"/>
    </inkml:brush>
  </inkml:definitions>
  <inkml:trace contextRef="#ctx0" brushRef="#br0">25 1 24575,'-3'0'0,"-2"2"0,-1 3 0,0 4 0,2 2 0,4 2 0,1 1 0,2 0 0,-1 1 0,0-1 0,-1-1-8191</inkml:trace>
</inkml:ink>
</file>

<file path=ppt/ink/ink1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2.941"/>
    </inkml:context>
    <inkml:brush xml:id="br0">
      <inkml:brushProperty name="width" value="0.05" units="cm"/>
      <inkml:brushProperty name="height" value="0.05" units="cm"/>
    </inkml:brush>
  </inkml:definitions>
  <inkml:trace contextRef="#ctx0" brushRef="#br0">107 57 24575,'-1'0'0,"0"-1"0,0 0 0,0 0 0,0 0 0,0 1 0,0-1 0,1 0 0,-1 0 0,0 0 0,0 0 0,1 0 0,-1 0 0,1-1 0,-1 1 0,1 0 0,-1 0 0,1-2 0,1 2 0,0 0 0,0 1 0,0-1 0,0 0 0,0 1 0,0-1 0,0 1 0,0-1 0,0 1 0,0-1 0,1 1 0,-1 0 0,0-1 0,0 1 0,1 0 0,-1 0 0,0 0 0,0 0 0,3 0 0,564-21 0,-419 18 0,622-2 0,-759 5 0,-8 0 0,1 0 0,0 0 0,-1 0 0,1 0 0,7 3 0,-11-3 0,0 0 0,-1 0 0,1 1 0,0-1 0,0 1 0,-1-1 0,1 0 0,0 1 0,-1-1 0,1 1 0,-1 0 0,1-1 0,-1 1 0,1-1 0,-1 1 0,1 0 0,-1-1 0,0 1 0,1 0 0,-1 0 0,0-1 0,1 1 0,-1 0 0,0 0 0,0-1 0,0 1 0,0 0 0,0 0 0,0 0 0,0-1 0,0 1 0,0 0 0,0 0 0,0 0 0,0-1 0,-1 1 0,1 1 0,-3 8 0,1 1 0,1-1 0,-1 0 0,2 1 0,-1-1 0,3 12 0,-2-20 0,0 0 0,0 0 0,-1 0 0,1 0 0,0 0 0,0 0 0,-1 0 0,0 0 0,1-1 0,-1 1 0,0 0 0,0 0 0,1-1 0,-1 1 0,-1 0 0,1-1 0,0 1 0,0-1 0,-1 0 0,1 1 0,0-1 0,-1 0 0,0 0 0,1 0 0,-1 0 0,0 0 0,1 0 0,-1 0 0,0 0 0,0-1 0,0 1 0,-2 0 0,-8 1 0,0 0 0,0 0 0,0-1 0,-14-1 0,9 1 0,-325 6 0,140-4 0,-92 2 0,-298 8 0,493-6-1365,115-8-5461</inkml:trace>
</inkml:ink>
</file>

<file path=ppt/ink/ink1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3.345"/>
    </inkml:context>
    <inkml:brush xml:id="br0">
      <inkml:brushProperty name="width" value="0.05" units="cm"/>
      <inkml:brushProperty name="height" value="0.05" units="cm"/>
    </inkml:brush>
  </inkml:definitions>
  <inkml:trace contextRef="#ctx0" brushRef="#br0">1 1 24575,'0'2'0,"0"3"0,0 4 0,2 2 0,2 2 0,-1 3 0,1 2 0,1-1 0,-1 0 0,-1 0 0,-1-4-8191</inkml:trace>
</inkml:ink>
</file>

<file path=ppt/ink/ink1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3.519"/>
    </inkml:context>
    <inkml:brush xml:id="br0">
      <inkml:brushProperty name="width" value="0.05" units="cm"/>
      <inkml:brushProperty name="height" value="0.05" units="cm"/>
    </inkml:brush>
  </inkml:definitions>
  <inkml:trace contextRef="#ctx0" brushRef="#br0">0 57 24575,'0'-5'0,"0"-3"0,0-4 0,2 1 0,4 2 0,3 3 0,4 2 0,3 2 0,3 4 0,-1 1-8191</inkml:trace>
</inkml:ink>
</file>

<file path=ppt/ink/ink1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3.669"/>
    </inkml:context>
    <inkml:brush xml:id="br0">
      <inkml:brushProperty name="width" value="0.05" units="cm"/>
      <inkml:brushProperty name="height" value="0.05" units="cm"/>
    </inkml:brush>
  </inkml:definitions>
  <inkml:trace contextRef="#ctx0" brushRef="#br0">39 6 24575,'-2'0'0,"-4"0"0,-3 0 0,-1 0 0,1 0 0,7 0 0,5 0 0,6 0 0,8-3 0,0 0-8191</inkml:trace>
</inkml:ink>
</file>

<file path=ppt/ink/ink1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4.023"/>
    </inkml:context>
    <inkml:brush xml:id="br0">
      <inkml:brushProperty name="width" value="0.05" units="cm"/>
      <inkml:brushProperty name="height" value="0.05" units="cm"/>
    </inkml:brush>
  </inkml:definitions>
  <inkml:trace contextRef="#ctx0" brushRef="#br0">42 35 24575,'0'-1'0,"0"0"0,0 1 0,-1-1 0,1 1 0,0-1 0,0 1 0,0 0 0,0-1 0,0 1 0,-1-1 0,1 1 0,0-1 0,-1 1 0,1-1 0,0 1 0,-1 0 0,1-1 0,0 1 0,-1 0 0,1-1 0,0 1 0,-1 0 0,1 0 0,-1-1 0,1 1 0,-1 0 0,1 0 0,-1 0 0,1-1 0,-1 1 0,1 0 0,-1 0 0,1 0 0,-1 0 0,1 0 0,-1 0 0,1 0 0,-1 0 0,1 0 0,-1 0 0,1 1 0,-1-1 0,0 0 0,0 0 0,-1 1 0,1-1 0,0 0 0,0 1 0,-1-1 0,1 1 0,0-1 0,0 1 0,0 0 0,0 0 0,0-1 0,0 1 0,0 0 0,0 0 0,0 0 0,-2 2 0,3-2 0,-1-1 0,1 1 0,0 0 0,-1 0 0,1 0 0,0-1 0,-1 1 0,1 0 0,0 0 0,0 0 0,0 0 0,0 0 0,0-1 0,0 1 0,0 0 0,0 0 0,0 0 0,0 0 0,0 0 0,1-1 0,-1 1 0,0 0 0,0 0 0,1 0 0,-1-1 0,1 1 0,-1 0 0,2 1 0,-2-2 0,1 0 0,0 0 0,0 0 0,-1 0 0,1 0 0,0 0 0,0 0 0,-1 0 0,1 0 0,0 0 0,-1 0 0,1 0 0,0-1 0,-1 1 0,1 0 0,0-1 0,-1 1 0,1 0 0,0-1 0,-1 1 0,1-1 0,-1 1 0,1-1 0,-1 1 0,1-1 0,-1 1 0,1-1 0,-1 1 0,0-1 0,1 0 0,-1 1 0,0-1 0,1 0 0,-1 1 0,0-2 0,3-4 0,-1 0 0,1 1 0,-1-1 0,1-10 0,-1 6 0,6 33 0,2 29-1365,-6-25-5461</inkml:trace>
</inkml:ink>
</file>

<file path=ppt/ink/ink1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4.739"/>
    </inkml:context>
    <inkml:brush xml:id="br0">
      <inkml:brushProperty name="width" value="0.05" units="cm"/>
      <inkml:brushProperty name="height" value="0.05" units="cm"/>
    </inkml:brush>
  </inkml:definitions>
  <inkml:trace contextRef="#ctx0" brushRef="#br0">0 1 24575,'3'0'0,"0"2"0,0 3 0,0 4 0,-2 2 0,1 2 0,1 3 0,0 4 0,0 1 0,-1 1 0,2 0 0,0-2 0,0-1 0,-2-5-8191</inkml:trace>
</inkml:ink>
</file>

<file path=ppt/ink/ink1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5.409"/>
    </inkml:context>
    <inkml:brush xml:id="br0">
      <inkml:brushProperty name="width" value="0.05" units="cm"/>
      <inkml:brushProperty name="height" value="0.05" units="cm"/>
    </inkml:brush>
  </inkml:definitions>
  <inkml:trace contextRef="#ctx0" brushRef="#br0">108 30 24575,'1'0'0,"-1"-1"0,0 0 0,1 0 0,-1 1 0,0-1 0,1 0 0,-1 1 0,1-1 0,-1 1 0,1-1 0,-1 1 0,1-1 0,0 1 0,-1-1 0,1 1 0,0-1 0,-1 1 0,1 0 0,0-1 0,-1 1 0,2 0 0,17-7 0,6 3 0,0 0 0,0 1 0,1 2 0,32 2 0,-10 0 0,524 13-494,-114-1 142,-358-12 352,712-11 0,-798 8 104,1 2 352,-15 1-444,0 0 0,0-1 0,0 1-1,0-1 1,0 1 0,0 0 0,0-1 0,0 1 0,0 0 0,0-1 0,0 1 0,0-1 0,0 1 0,-1 0 0,1-1 0,0 1 0,0-1 0,-1 1 0,1-1-1,0 1 1,-1-1 0,1 1 0,-1 0 0,-3 5-12,0-1 0,-1 1 0,1-1 0,-1 0 0,0 0 0,0-1 0,0 0 0,-1 0 0,0 0 0,0 0 0,0-1 0,0 0 0,0 0 0,-1 0 0,1-1 0,-1 0 0,-9 1 0,-12 2 0,0-2 0,-56 0 0,52-3 0,-1037 2-561,523-4 358,128 2 330,519-10 427,-61 5-471,61-6-1448,-76 9-5461</inkml:trace>
</inkml:ink>
</file>

<file path=ppt/ink/ink1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6.124"/>
    </inkml:context>
    <inkml:brush xml:id="br0">
      <inkml:brushProperty name="width" value="0.05" units="cm"/>
      <inkml:brushProperty name="height" value="0.05" units="cm"/>
    </inkml:brush>
  </inkml:definitions>
  <inkml:trace contextRef="#ctx0" brushRef="#br0">0 1 24575,'2'2'0,"2"3"0,1 4 0,1 2 0,-2 2 0,0 3 0,0 1 0,1 1 0,-1-1 0,-2 0 0,0-2 0,-1 0 0,-1-3-8191</inkml:trace>
</inkml:ink>
</file>

<file path=ppt/ink/ink1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6.312"/>
    </inkml:context>
    <inkml:brush xml:id="br0">
      <inkml:brushProperty name="width" value="0.05" units="cm"/>
      <inkml:brushProperty name="height" value="0.05" units="cm"/>
    </inkml:brush>
  </inkml:definitions>
  <inkml:trace contextRef="#ctx0" brushRef="#br0">1 114 24575,'0'-4'0,"0"-5"0,0-3 0,0-1 0,0-2 0,2 1 0,4-1 0,5 2 0,3 4 0,2 3 0,3 3 0,2 4 0,1 4 0,-1 2 0,-2 1 0,-4 0-8191</inkml:trace>
</inkml:ink>
</file>

<file path=ppt/ink/ink1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6.467"/>
    </inkml:context>
    <inkml:brush xml:id="br0">
      <inkml:brushProperty name="width" value="0.05" units="cm"/>
      <inkml:brushProperty name="height" value="0.05" units="cm"/>
    </inkml:brush>
  </inkml:definitions>
  <inkml:trace contextRef="#ctx0" brushRef="#br0">12 18 24575,'-2'3'0,"-4"0"0,2 0 0,4-3 0,5-1 0,3-4 0,3 0 0,2 1 0,4-2 0,-2 0-8191</inkml:trace>
</inkml:ink>
</file>

<file path=ppt/ink/ink1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6.776"/>
    </inkml:context>
    <inkml:brush xml:id="br0">
      <inkml:brushProperty name="width" value="0.05" units="cm"/>
      <inkml:brushProperty name="height" value="0.05" units="cm"/>
    </inkml:brush>
  </inkml:definitions>
  <inkml:trace contextRef="#ctx0" brushRef="#br0">1 17 24575,'0'3'0,"1"0"0,0 0 0,0 0 0,0-1 0,0 1 0,0 0 0,1 0 0,-1 0 0,1-1 0,0 1 0,2 2 0,-4-4 0,1 0 0,-1-1 0,1 1 0,0-1 0,-1 1 0,1-1 0,-1 1 0,1-1 0,0 1 0,-1-1 0,1 0 0,0 1 0,-1-1 0,1 0 0,0 0 0,0 1 0,-1-1 0,1 0 0,1 0 0,-2 0 0,1-1 0,0 1 0,-1 0 0,1-1 0,-1 1 0,1 0 0,-1-1 0,1 1 0,-1-1 0,1 1 0,-1-1 0,1 1 0,-1-1 0,1 0 0,-1 1 0,0-1 0,1 0 0,-1 1 0,0-1 0,0 0 0,0 1 0,1-1 0,-1 0 0,0 1 0,0-2 0,0 0 0,10-31 0,-1 22 0,-8 11 0,-1 0 0,1 0 0,-1 0 0,1 0 0,-1 0 0,1 0 0,-1 1 0,1-1 0,-1 0 0,0 0 0,1 0 0,-1 0 0,1 1 0,-1-1 0,1 0 0,-1 1 0,0-1 0,1 0 0,-1 0 0,0 1 0,1-1 0,-1 1 0,0-1 0,0 0 0,1 1 0,-1-1 0,0 1 0,0-1 0,1 1 0,1 3-227,-1 1-1,1-1 1,-1 0-1,0 0 1,1 9-1,1 8-6598</inkml:trace>
</inkml:ink>
</file>

<file path=ppt/ink/ink1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7.540"/>
    </inkml:context>
    <inkml:brush xml:id="br0">
      <inkml:brushProperty name="width" value="0.05" units="cm"/>
      <inkml:brushProperty name="height" value="0.05" units="cm"/>
    </inkml:brush>
  </inkml:definitions>
  <inkml:trace contextRef="#ctx0" brushRef="#br0">14 0 24575,'-3'3'0,"0"2"0,0 4 0,1 2 0,0 2 0,1 3 0,3 4 0,1 1 0,2 1 0,1 3 0,1-2 0,3 1 0,-2-2 0,-1-4-8191</inkml:trace>
</inkml:ink>
</file>

<file path=ppt/ink/ink1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8.224"/>
    </inkml:context>
    <inkml:brush xml:id="br0">
      <inkml:brushProperty name="width" value="0.05" units="cm"/>
      <inkml:brushProperty name="height" value="0.05" units="cm"/>
    </inkml:brush>
  </inkml:definitions>
  <inkml:trace contextRef="#ctx0" brushRef="#br0">119 32 24575,'0'-1'0,"1"1"0,-1-1 0,0 1 0,0-1 0,0 1 0,1-1 0,-1 1 0,0-1 0,1 1 0,-1-1 0,0 1 0,1-1 0,-1 1 0,1 0 0,-1-1 0,1 1 0,-1 0 0,1-1 0,-1 1 0,1 0 0,-1 0 0,1 0 0,-1-1 0,1 1 0,0 0 0,19-5 0,-14 4 0,46-6 0,0 2 0,1 2 0,54 4 0,-35-1 0,1026 14 0,-1036-14 0,-31-1 0,61 7 0,-90-6 0,-1 0 0,1 1 0,0-1 0,-1 1 0,1-1 0,-1 1 0,1-1 0,-1 1 0,1 0 0,-1 0 0,0 0 0,1 0 0,-1 0 0,0 0 0,0 0 0,0 1 0,0-1 0,0 0 0,0 1 0,0-1 0,0 0 0,0 1 0,-1-1 0,1 1 0,-1 0 0,2 2 0,-2-1 0,1 0 0,-1 0 0,0 0 0,0 0 0,0 1 0,0-1 0,-1 0 0,1 0 0,-1 0 0,1 1 0,-1-1 0,0 0 0,-2 3 0,1-4 0,1 0 0,-1 0 0,0 0 0,1 0 0,-1 0 0,0 0 0,0 0 0,-1-1 0,1 1 0,0-1 0,-1 0 0,1 1 0,0-1 0,-1 0 0,1 0 0,-1-1 0,0 1 0,1 0 0,-5-1 0,-8 2 0,0 0 0,-18-1 0,19-1 0,-888 14 0,780-15 0,-473 16 0,538-7-1365,67-9-5461</inkml:trace>
</inkml:ink>
</file>

<file path=ppt/ink/ink1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8.782"/>
    </inkml:context>
    <inkml:brush xml:id="br0">
      <inkml:brushProperty name="width" value="0.05" units="cm"/>
      <inkml:brushProperty name="height" value="0.05" units="cm"/>
    </inkml:brush>
  </inkml:definitions>
  <inkml:trace contextRef="#ctx0" brushRef="#br0">1 0 24575,'0'3'0,"2"0"0,2 2 0,-1 3 0,1 3 0,4-2 0,-1 2 0,1 0 0,0 1 0,-3 0 0,2 2 0,-2 0 0,0 0 0,-3-3-8191</inkml:trace>
</inkml:ink>
</file>

<file path=ppt/ink/ink1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8.947"/>
    </inkml:context>
    <inkml:brush xml:id="br0">
      <inkml:brushProperty name="width" value="0.05" units="cm"/>
      <inkml:brushProperty name="height" value="0.05" units="cm"/>
    </inkml:brush>
  </inkml:definitions>
  <inkml:trace contextRef="#ctx0" brushRef="#br0">1 101 24575,'0'-4'0,"0"-5"0,0-3 0,2-1 0,1-2 0,3 1 0,2 1 0,2 4 0,2 3 0,2 2 0,0 3 0,2 3 0,0 1-8191</inkml:trace>
</inkml:ink>
</file>

<file path=ppt/ink/ink1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39.410"/>
    </inkml:context>
    <inkml:brush xml:id="br0">
      <inkml:brushProperty name="width" value="0.05" units="cm"/>
      <inkml:brushProperty name="height" value="0.05" units="cm"/>
    </inkml:brush>
  </inkml:definitions>
  <inkml:trace contextRef="#ctx0" brushRef="#br0">28 88 24575,'-1'1'0,"0"-1"0,1 1 0,-1 0 0,0-1 0,0 1 0,0-1 0,0 1 0,0-1 0,0 1 0,0-1 0,0 0 0,0 1 0,0-1 0,0 0 0,0 0 0,0 0 0,0 0 0,0 0 0,0 0 0,0 0 0,0 0 0,-2-1 0,3 1 0,0 0 0,0 0 0,-1 0 0,1 0 0,0 0 0,0 0 0,0 0 0,0 0 0,0 0 0,-1 0 0,1-1 0,0 1 0,0 0 0,0 0 0,0 0 0,0 0 0,0 0 0,0 0 0,-1-1 0,1 1 0,0 0 0,0 0 0,0 0 0,0 0 0,0-1 0,0 1 0,0 0 0,0 0 0,0 0 0,0 0 0,0-1 0,0 1 0,0 0 0,0 0 0,0 0 0,0 0 0,0 0 0,0-1 0,0 1 0,12-8 0,26-2 0,-32 9 0,1 0 0,-1 0 0,0-1 0,1 0 0,-1-1 0,0 1 0,0-1 0,8-5 0,-8 4 0,-9 9 0,-2 5 0,4-7 0,0 0 0,0 0 0,0 0 0,0 1 0,1-1 0,-1 0 0,1 1 0,0-1 0,0 0 0,0 1 0,0-1 0,1 0 0,0 5 0,0-7 0,-1 0 0,0 0 0,1 0 0,-1 0 0,1 0 0,-1-1 0,1 1 0,0 0 0,-1 0 0,1-1 0,0 1 0,-1 0 0,1-1 0,0 1 0,0 0 0,0-1 0,-1 1 0,1-1 0,1 1 0,0-1 0,0 1 0,-1-1 0,1 0 0,0 0 0,0 0 0,0 0 0,-1 0 0,1 0 0,0-1 0,0 1 0,-1 0 0,1-1 0,0 0 0,2 0 0,1-2 0,0 0 0,0 0 0,-1-1 0,1 1 0,-1-1 0,1 0 0,-1 0 0,0-1 0,-1 1 0,1-1 0,-1 0 0,0 0 0,0 0 0,-1 0 0,5-10 0,13-23 0,-20 38 0,0 0 0,0-1 0,0 1 0,0 0 0,0 0 0,0-1 0,0 1 0,0 0 0,0 0 0,1 0 0,-1-1 0,0 1 0,0 0 0,0 0 0,0 0 0,1-1 0,-1 1 0,0 0 0,0 0 0,0 0 0,1 0 0,-1 0 0,0-1 0,0 1 0,1 0 0,-1 0 0,0 0 0,0 0 0,1 0 0,-1 0 0,0 0 0,0 0 0,1 0 0,-1 0 0,0 0 0,0 0 0,1 0 0,-1 0 0,0 0 0,0 0 0,1 1 0,4 11 0,-3 24 0,-2-34 0,0 31-1365,0-1-5461</inkml:trace>
</inkml:ink>
</file>

<file path=ppt/ink/ink1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52.244"/>
    </inkml:context>
    <inkml:brush xml:id="br0">
      <inkml:brushProperty name="width" value="0.05" units="cm"/>
      <inkml:brushProperty name="height" value="0.05" units="cm"/>
    </inkml:brush>
  </inkml:definitions>
  <inkml:trace contextRef="#ctx0" brushRef="#br0">54 15 24575,'1'1'0,"-1"0"0,0-1 0,1 1 0,-1 0 0,0-1 0,1 1 0,-1-1 0,1 1 0,-1 0 0,1-1 0,0 1 0,-1-1 0,1 1 0,0-1 0,-1 0 0,1 1 0,0-1 0,-1 0 0,1 1 0,0-1 0,-1 0 0,1 0 0,0 0 0,0 0 0,-1 1 0,1-1 0,1 0 0,25 2 0,-23-2 0,-46 24 0,37-20 0,0 0 0,0 0 0,1 0 0,-1 0 0,1 1 0,1 0 0,-1 0 0,1 0 0,-1 0 0,1 1 0,1-1 0,-1 1 0,1-1 0,0 1 0,0 0 0,1 0 0,-1 0 0,2 0 0,-1 0 0,0 0 0,2 10 0,-1-12 0,0 0 0,1 0 0,-1-1 0,1 1 0,0 0 0,1 0 0,-1 0 0,1 0 0,-1-1 0,1 1 0,0-1 0,1 1 0,-1-1 0,0 0 0,1 0 0,0 0 0,0 0 0,0-1 0,0 1 0,0-1 0,0 1 0,1-1 0,-1 0 0,1 0 0,-1-1 0,1 1 0,0-1 0,0 0 0,0 0 0,0 0 0,-1 0 0,1-1 0,6 1 0,-5-1 0,1 0 0,-1 0 0,1 0 0,-1-1 0,1 0 0,-1 0 0,0 0 0,1-1 0,-1 0 0,0 0 0,0 0 0,0 0 0,-1-1 0,1 0 0,0 0 0,-1 0 0,0-1 0,0 1 0,0-1 0,0 0 0,0 0 0,-1-1 0,0 1 0,5-10 0,-3 6 0,-1-1 0,-1 1 0,0-1 0,0 0 0,0 0 0,-1 0 0,-1-1 0,1 1 0,-2 0 0,1-1 0,-1 1 0,-1 0 0,-2-18 0,3 24 0,-1 1 0,1-1 0,-1 1 0,1-1 0,-1 1 0,0 0 0,0-1 0,0 1 0,0 0 0,-1 0 0,1-1 0,0 1 0,-1 0 0,1 0 0,-1 1 0,0-1 0,0 0 0,0 0 0,0 1 0,0-1 0,0 1 0,0 0 0,0 0 0,-1 0 0,1 0 0,0 0 0,-1 0 0,1 0 0,-1 1 0,1-1 0,-1 1 0,1 0 0,-1 0 0,1 0 0,-1 0 0,1 0 0,-1 0 0,1 1 0,-1-1 0,1 1 0,-1 0 0,1 0 0,0 0 0,-1 0 0,1 0 0,0 0 0,0 1 0,-2 1 0,-3 1 69,1 1-1,-1-1 0,1 1 0,-8 10 1,12-14-144,1 1 1,-1-1 0,1 1 0,0-1 0,0 1-1,0 0 1,0 0 0,0-1 0,0 1 0,0 0-1,0 0 1,1 0 0,-1 0 0,1 0 0,0 0-1,-1 0 1,1 0 0,0 0 0,0 0 0,0 0-1,1 0 1,0 4 0,3 4-6752</inkml:trace>
</inkml:ink>
</file>

<file path=ppt/ink/ink1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52.480"/>
    </inkml:context>
    <inkml:brush xml:id="br0">
      <inkml:brushProperty name="width" value="0.05" units="cm"/>
      <inkml:brushProperty name="height" value="0.05" units="cm"/>
    </inkml:brush>
  </inkml:definitions>
  <inkml:trace contextRef="#ctx0" brushRef="#br0">1 7 24575,'0'0'0,"0"-1"0,0 1 0,0 0 0,0 0 0,0 0 0,0-1 0,0 1 0,-1 0 0,1 0 0,1 0 0,-1 0 0,0-1 0,0 1 0,0 0 0,0 0 0,0 0 0,0-1 0,0 1 0,0 0 0,0 0 0,0 0 0,0 0 0,0-1 0,1 1 0,-1 0 0,0 0 0,0 0 0,0 0 0,0 0 0,0-1 0,1 1 0,-1 0 0,0 0 0,0 0 0,0 0 0,0 0 0,1 0 0,-1 0 0,0 0 0,8 5 0,5 10 0,-3 4 0,-1 1 0,-1 0 0,0 1 0,-2-1 0,0 2 0,-1-1 0,-2 0 0,2 29 0,-3 12-1365,-3-46-5461</inkml:trace>
</inkml:ink>
</file>

<file path=ppt/ink/ink1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54.088"/>
    </inkml:context>
    <inkml:brush xml:id="br0">
      <inkml:brushProperty name="width" value="0.05" units="cm"/>
      <inkml:brushProperty name="height" value="0.05" units="cm"/>
    </inkml:brush>
  </inkml:definitions>
  <inkml:trace contextRef="#ctx0" brushRef="#br0">55 24 24575,'4'-20'0,"-3"16"0,-9 14 0,0 0 0,1 1 0,1 0 0,0 0 0,-7 16 0,11-22 0,0 0 0,1 0 0,-1 0 0,1 0 0,0 1 0,0-1 0,0 0 0,1 0 0,0 1 0,0-1 0,0 1 0,3 9 0,-3-13 0,1-1 0,0 1 0,0-1 0,0 1 0,1-1 0,-1 1 0,0-1 0,1 0 0,-1 1 0,1-1 0,-1 0 0,1 0 0,-1 0 0,1 0 0,0 0 0,-1-1 0,1 1 0,0 0 0,0-1 0,0 1 0,-1-1 0,1 0 0,0 0 0,0 1 0,0-1 0,0 0 0,0-1 0,2 1 0,3-1 0,0 1 0,0-2 0,-1 1 0,1 0 0,-1-1 0,12-5 0,-15 5 0,1 0 0,-1-1 0,0 1 0,0-1 0,0 0 0,0 1 0,0-1 0,-1-1 0,1 1 0,-1 0 0,0-1 0,0 1 0,0-1 0,0 1 0,-1-1 0,1 0 0,-1 0 0,0 0 0,0 0 0,0-7 0,0 9 0,-1-1 0,0 0 0,0 1 0,0-1 0,0 0 0,0 0 0,-1 1 0,1-1 0,-1 1 0,0-1 0,0 0 0,0 1 0,0-1 0,0 1 0,-1 0 0,1-1 0,-1 1 0,1 0 0,-1 0 0,0 0 0,0 0 0,0 0 0,0 0 0,0 1 0,0-1 0,0 1 0,-1-1 0,1 1 0,0 0 0,-1 0 0,-2-1 0,-9-2-1365,2 0-5461</inkml:trace>
</inkml:ink>
</file>

<file path=ppt/ink/ink1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0:54.432"/>
    </inkml:context>
    <inkml:brush xml:id="br0">
      <inkml:brushProperty name="width" value="0.05" units="cm"/>
      <inkml:brushProperty name="height" value="0.05" units="cm"/>
    </inkml:brush>
  </inkml:definitions>
  <inkml:trace contextRef="#ctx0" brushRef="#br0">9 41 24575,'0'0'0,"-1"0"0,1 0 0,0 0 0,-1 0 0,1 0 0,0-1 0,-1 1 0,1 0 0,0 0 0,-1 0 0,1 0 0,0 0 0,-1 0 0,1-1 0,0 1 0,-1 0 0,1 0 0,0 0 0,0-1 0,-1 1 0,1 0 0,0 0 0,0-1 0,0 1 0,-1 0 0,1-1 0,0 1 0,0 0 0,0-1 0,0 1 0,0 0 0,-1-1 0,1 1 0,0 0 0,0-1 0,0 1 0,0 0 0,0-1 0,0 1 0,0 0 0,0-1 0,0 1 0,0 0 0,1-1 0,-1 1 0,0 0 0,0-1 0,0 1 0,0 0 0,0-1 0,1 1 0,10-17 0,-10 16 0,0 0 0,0 0 0,1 0 0,-1 0 0,0 0 0,1 0 0,-1 1 0,1-1 0,0 0 0,-1 1 0,1-1 0,-1 1 0,1 0 0,0-1 0,-1 1 0,1 0 0,0 0 0,-1 0 0,1 0 0,0 0 0,-1 1 0,1-1 0,-1 0 0,1 1 0,0-1 0,-1 1 0,1 0 0,-1-1 0,1 1 0,-1 0 0,0 0 0,1 0 0,1 2 0,-2-1 0,1 0 0,-1 0 0,1 0 0,-1 0 0,0 0 0,0 1 0,0-1 0,0 0 0,-1 1 0,1-1 0,-1 1 0,1-1 0,-1 1 0,0-1 0,0 1 0,0-1 0,0 1 0,0-1 0,-1 1 0,1-1 0,-2 5 0,-3 5 0,0 1 0,-1-1 0,-10 16 0,-3 6 0,18-33 0,1 0 0,-1-1 0,1 1 0,-1 0 0,1 0 0,-1 1 0,1-1 0,0 0 0,-1 0 0,1 0 0,0 0 0,0 0 0,0 0 0,0 0 0,0 0 0,0 0 0,0 1 0,0-1 0,0 0 0,1 0 0,-1 0 0,0 0 0,1 0 0,-1 0 0,1 0 0,-1 0 0,1 0 0,-1 0 0,1 0 0,0 0 0,-1-1 0,1 1 0,0 0 0,0 0 0,0-1 0,0 1 0,-1 0 0,1-1 0,0 1 0,0-1 0,0 1 0,0-1 0,1 0 0,-1 1 0,0-1 0,0 0 0,0 0 0,2 1 0,5 0 0,1 0 0,0 0 0,0-1 0,16-2 0,4-1-1365,-2 0-5461</inkml:trace>
</inkml:ink>
</file>

<file path=ppt/ink/ink1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18.855"/>
    </inkml:context>
    <inkml:brush xml:id="br0">
      <inkml:brushProperty name="width" value="0.05" units="cm"/>
      <inkml:brushProperty name="height" value="0.05" units="cm"/>
    </inkml:brush>
  </inkml:definitions>
  <inkml:trace contextRef="#ctx0" brushRef="#br0">16 18 24575,'-14'-9'0,"13"5"0,27 2 0,-25 1 0,1 1 0,0 0 0,-1 0 0,1 0 0,-1 0 0,1 0 0,0 0 0,-1 1 0,1-1 0,-1 0 0,1 1 0,-1-1 0,1 1 0,-1 0 0,1-1 0,-1 1 0,0 0 0,1 0 0,-1 0 0,0 0 0,1 0 0,-1 0 0,0 0 0,0 0 0,0 1 0,0-1 0,0 0 0,-1 1 0,1-1 0,0 0 0,0 1 0,-1-1 0,1 1 0,-1-1 0,0 1 0,1 0 0,-1-1 0,0 1 0,0-1 0,0 1 0,0 0 0,0-1 0,0 1 0,0-1 0,-1 1 0,1-1 0,-1 4 0,-14 57 0,7-35 0,-6 46 0,13-65 0,1-1 0,-1 1 0,1-1 0,1 0 0,0 1 0,0-1 0,0 0 0,1 1 0,0-1 0,0 0 0,4 8 0,-5-13 0,0 1 0,1-1 0,-1 0 0,1 1 0,0-1 0,-1 0 0,1 0 0,0 0 0,0 0 0,0-1 0,1 1 0,-1 0 0,0-1 0,1 1 0,-1-1 0,1 0 0,3 1 0,-2-1 0,0 0 0,0-1 0,0 1 0,0-1 0,0 0 0,0 0 0,0-1 0,0 1 0,0-1 0,0 0 0,4-1 0,3-2 0,-1-1 0,1 0 0,-1 0 0,0-1 0,0 0 0,-1-1 0,13-12 0,-14 11 0,0 0 0,-1-1 0,0 0 0,0 0 0,-1-1 0,-1 0 0,0 0 0,0 0 0,-1 0 0,0-1 0,0 0 0,-2 0 0,3-13 0,-4 19 0,0 1 0,-1-1 0,0 0 0,0 0 0,0 1 0,0-1 0,-1 0 0,0 0 0,0 1 0,0-1 0,-1 1 0,1-1 0,-1 1 0,0-1 0,0 1 0,-1 0 0,1 0 0,-1 0 0,0 0 0,0 1 0,0-1 0,-1 1 0,1-1 0,-1 1 0,0 1 0,0-1 0,0 0 0,0 1 0,0 0 0,-1 0 0,1 0 0,-9-2 0,4 1 0,0 1 0,0 1 0,0 0 0,0 0 0,0 1 0,0 0 0,0 0 0,0 1 0,0 0 0,-9 3 0,14-3 0,0 0 0,0 0 0,0 0 0,0 1 0,0-1 0,1 1 0,-1 0 0,1 0 0,-1 1 0,1-1 0,0 1 0,0-1 0,0 1 0,0 0 0,0 0 0,0 1 0,1-1 0,0 0 0,0 1 0,0 0 0,0-1 0,0 1 0,-2 8 0,4-11-76,0 1 1,0-1-1,-1 1 0,1 0 0,0-1 0,0 1 0,1 0 0,-1-1 1,0 1-1,0-1 0,1 1 0,-1-1 0,1 1 0,-1-1 1,1 1-1,0-1 0,1 3 0,8 8-6750</inkml:trace>
</inkml:ink>
</file>

<file path=ppt/ink/ink1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19.337"/>
    </inkml:context>
    <inkml:brush xml:id="br0">
      <inkml:brushProperty name="width" value="0.05" units="cm"/>
      <inkml:brushProperty name="height" value="0.05" units="cm"/>
    </inkml:brush>
  </inkml:definitions>
  <inkml:trace contextRef="#ctx0" brushRef="#br0">1 43 24575,'0'-1'0,"0"0"0,0 0 0,0 1 0,0-1 0,0 0 0,1 1 0,-1-1 0,0 0 0,0 1 0,1-1 0,-1 0 0,0 1 0,1-1 0,-1 0 0,1 1 0,-1-1 0,1 1 0,-1-1 0,1 1 0,-1-1 0,1 1 0,-1-1 0,1 1 0,0 0 0,-1-1 0,1 1 0,0 0 0,-1-1 0,1 1 0,0 0 0,0 0 0,-1 0 0,1 0 0,0 0 0,-1 0 0,1 0 0,0 0 0,0 0 0,-1 0 0,1 0 0,0 0 0,0 0 0,-1 0 0,1 1 0,0-1 0,-1 0 0,1 1 0,0-1 0,-1 0 0,1 1 0,-1-1 0,1 1 0,-1-1 0,1 1 0,-1-1 0,2 2 0,4 7 0,-1 0 0,0 0 0,0 1 0,0-1 0,-1 1 0,-1 0 0,0 1 0,3 17 0,-1 7 0,2 45 0,-7 113 0,0-192 0,0 1 0,0 0 0,1-1 0,-1 1 0,0-1 0,0 1 0,1-1 0,-1 1 0,1-1 0,0 0 0,-1 1 0,1-1 0,0 1 0,1 0 0,-2-1 0,0-1 0,0 0 0,1 0 0,-1 0 0,0 0 0,0 0 0,0 0 0,0 0 0,1 0 0,-1 0 0,0 0 0,0 0 0,0 0 0,0 0 0,1 1 0,-1-1 0,0-1 0,0 1 0,0 0 0,1 0 0,-1 0 0,0 0 0,0 0 0,0 0 0,0 0 0,1 0 0,-1 0 0,0 0 0,0 0 0,0 0 0,0 0 0,1-1 0,-1 1 0,0 0 0,0 0 0,0 0 0,6-14 0,-2-5 0,-1-1 0,-1 1 0,0-1 0,-2 0 0,-3-36 0,-4 12 0,-16-65 0,17 90 0,3 8 0,-1 0 0,2 0 0,0-1 0,0 1 0,0-12 0,2 21 0,0 0 0,0 0 0,0 0 0,0 0 0,1 0 0,-1 0 0,1 0 0,-1 0 0,1 0 0,0 0 0,0 0 0,0 1 0,0-1 0,0 0 0,0 1 0,0-1 0,0 0 0,1 1 0,-1 0 0,1-1 0,-1 1 0,1 0 0,-1-1 0,1 1 0,0 0 0,0 0 0,-1 1 0,1-1 0,0 0 0,0 1 0,0-1 0,0 1 0,0-1 0,4 1 0,-3-1 0,0 1 0,0 0 0,1 1 0,-1-1 0,0 0 0,0 1 0,0 0 0,0 0 0,0 0 0,0 0 0,0 0 0,0 0 0,0 1 0,0-1 0,-1 1 0,1 0 0,0 0 0,-1 0 0,0 0 0,1 1 0,-1-1 0,0 1 0,0-1 0,1 4 0,0-3 0,-1 1 0,0 0 0,0-1 0,-1 1 0,1 0 0,-1 0 0,0 0 0,0 0 0,0 0 0,-1 1 0,1-1 0,-1 0 0,0 0 0,0 0 0,-1 0 0,1 1 0,-1-1 0,-1 4 0,0-2 27,-1 0-1,1-1 0,-1 1 0,-1 0 1,1-1-1,-1 0 0,0 0 0,0 0 1,0-1-1,-1 1 0,1-1 0,-11 7 1,7-6-241,0 0 1,-1-1 0,1 0-1,-1 0 1,0 0 0,0-2-1,-17 4 1,5-2-6613</inkml:trace>
</inkml:ink>
</file>

<file path=ppt/ink/ink1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19.620"/>
    </inkml:context>
    <inkml:brush xml:id="br0">
      <inkml:brushProperty name="width" value="0.05" units="cm"/>
      <inkml:brushProperty name="height" value="0.05" units="cm"/>
    </inkml:brush>
  </inkml:definitions>
  <inkml:trace contextRef="#ctx0" brushRef="#br0">1 35 24575,'9'-10'0,"-7"7"0,0 1 0,0-1 0,1 0 0,-1 1 0,1 0 0,0-1 0,5-2 0,-7 4 0,-1 1 0,1 0 0,-1 0 0,1 0 0,-1 0 0,1 0 0,-1 0 0,1 0 0,-1 0 0,1 0 0,-1 0 0,1 0 0,0 0 0,-1 0 0,1 0 0,-1 0 0,0 0 0,1 1 0,-1-1 0,1 0 0,-1 0 0,1 1 0,0-1 0,0 2 0,0-1 0,0 0 0,0 1 0,0-1 0,0 1 0,0-1 0,0 1 0,0-1 0,-1 1 0,2 3 0,3 20 0,0 1 0,-2 0 0,0 0 0,-2 1 0,-4 42 0,2-13 0,0-39 72,2 37 173,0-50-385,-1-1 0,1 1-1,0-1 1,-1 1 0,1-1 0,1 1 0,-1-1 0,1 1-1,-1-1 1,1 0 0,4 5 0,2 0-6686</inkml:trace>
</inkml:ink>
</file>

<file path=ppt/ink/ink1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19.948"/>
    </inkml:context>
    <inkml:brush xml:id="br0">
      <inkml:brushProperty name="width" value="0.05" units="cm"/>
      <inkml:brushProperty name="height" value="0.05" units="cm"/>
    </inkml:brush>
  </inkml:definitions>
  <inkml:trace contextRef="#ctx0" brushRef="#br0">30 36 24575,'-15'-8'0,"14"8"0,1-1 0,-1 1 0,1 0 0,0 0 0,-1 0 0,1 0 0,-1 0 0,1 0 0,-1 0 0,1 0 0,-1 0 0,1 0 0,-1 0 0,1 0 0,-1 0 0,1 0 0,-1 0 0,1 0 0,-1 0 0,1 1 0,-1-1 0,1 0 0,0 0 0,-1 1 0,1-1 0,-1 0 0,1 1 0,0-1 0,-1 1 0,1 0 0,0-1 0,0 1 0,0-1 0,0 1 0,0-1 0,0 1 0,1-1 0,-1 1 0,0-1 0,0 1 0,1-1 0,-1 1 0,0-1 0,1 1 0,-1-1 0,0 0 0,1 1 0,-1-1 0,1 0 0,-1 1 0,1-1 0,-1 0 0,1 1 0,-1-1 0,1 0 0,-1 0 0,1 0 0,-1 0 0,1 1 0,-1-1 0,1 0 0,-1 0 0,1 0 0,-1 0 0,2 0 0,21 4 0,-8-2 0,0-1 0,0-1 0,0 0 0,26-5 0,-34 4 0,-1 0 0,0-1 0,0 0 0,0 0 0,0 0 0,0-1 0,0 0 0,0 0 0,-1-1 0,1 1 0,-1-1 0,0 0 0,6-7 0,-9 13 0,-1 9 0,-1 14 0,0-23 0,-16 191-1365,15-172-5461</inkml:trace>
</inkml:ink>
</file>

<file path=ppt/ink/ink1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0.102"/>
    </inkml:context>
    <inkml:brush xml:id="br0">
      <inkml:brushProperty name="width" value="0.05" units="cm"/>
      <inkml:brushProperty name="height" value="0.05" units="cm"/>
    </inkml:brush>
  </inkml:definitions>
  <inkml:trace contextRef="#ctx0" brushRef="#br0">49 9 24575,'0'-2'0,"-2"-1"0,-4 0 0,-2 3 0,-1 3 0,0 5 0,0 2 0,3 0-8191</inkml:trace>
</inkml:ink>
</file>

<file path=ppt/ink/ink1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0.841"/>
    </inkml:context>
    <inkml:brush xml:id="br0">
      <inkml:brushProperty name="width" value="0.05" units="cm"/>
      <inkml:brushProperty name="height" value="0.05" units="cm"/>
    </inkml:brush>
  </inkml:definitions>
  <inkml:trace contextRef="#ctx0" brushRef="#br0">42 51 24575,'-1'1'0,"0"0"0,0 0 0,0 0 0,0 0 0,0 0 0,0 0 0,1 0 0,-1 1 0,0-1 0,0 0 0,1 0 0,-1 1 0,1-1 0,-1 0 0,1 1 0,0-1 0,-1 0 0,1 1 0,0-1 0,0 3 0,-1 2 0,-3 7 0,-3 12 0,-7 42 0,13-62 0,0 1 0,1-1 0,0 1 0,0-1 0,0 1 0,1-1 0,-1 1 0,1-1 0,0 1 0,1-1 0,0 0 0,-1 0 0,2 0 0,2 6 0,-4-9 0,0 0 0,1 0 0,-1 0 0,1-1 0,-1 1 0,1-1 0,-1 1 0,1-1 0,0 1 0,0-1 0,0 0 0,0 0 0,0 0 0,0 0 0,0 0 0,0 0 0,0-1 0,0 1 0,1-1 0,-1 1 0,0-1 0,0 0 0,1 0 0,-1 0 0,0 0 0,0 0 0,0 0 0,1-1 0,-1 1 0,0-1 0,0 0 0,0 0 0,0 1 0,0-1 0,0 0 0,0-1 0,3-1 0,0 0 0,-1-1 0,1 0 0,-1 0 0,0 0 0,0 0 0,0-1 0,0 1 0,-1-1 0,0 0 0,0 0 0,0-1 0,0 1 0,2-8 0,-2-1 0,0 0 0,-1 0 0,0 0 0,-1 0 0,-1-20 0,0 29 0,0 1 0,0 0 0,0-1 0,-1 1 0,0 0 0,0 0 0,0-1 0,-1 1 0,1 0 0,-1 0 0,0 0 0,0 0 0,0 1 0,-1-1 0,1 1 0,-1-1 0,0 1 0,0 0 0,0 0 0,0 0 0,-6-4 0,6 6 0,0 0 0,1 1 0,-1-1 0,0 0 0,1 1 0,-1 0 0,0-1 0,0 1 0,0 0 0,1 1 0,-1-1 0,0 0 0,0 1 0,-4 1 0,5-2 0,1 1 0,0-1 0,0 0 0,-1 1 0,1 0 0,0-1 0,0 1 0,0-1 0,0 1 0,0 0 0,0 0 0,0 0 0,0 0 0,0 0 0,0 0 0,0 0 0,0 0 0,1 0 0,-1 0 0,0 0 0,1 0 0,-1 1 0,1-1 0,-1 0 0,1 0 0,0 1 0,0-1 0,-1 0 0,1 1 0,0-1 0,0 0 0,0 3 0,1-3 0,0 1 0,-1-1 0,1 0 0,0 1 0,0-1 0,0 0 0,0 0 0,0 0 0,0 0 0,0 0 0,0 0 0,1 0 0,-1 0 0,0 0 0,0-1 0,1 1 0,-1 0 0,1-1 0,-1 1 0,0-1 0,1 0 0,-1 1 0,1-1 0,-1 0 0,1 0 0,-1 0 0,3 0 0,2 0 0,0 1 0,0-2 0,1 1 0,-1-1 0,9-1 0,37-18 0,-37 14 0,1 0 0,0 0 0,-1 1 0,2 1 0,18-2 0,-32 6 0,0 0 0,1 0 0,-1 0 0,0 0 0,1 0 0,-1 1 0,0-1 0,0 1 0,0 0 0,1 0 0,-1 1 0,0-1 0,0 0 0,-1 1 0,1 0 0,0 0 0,0 0 0,-1 0 0,1 0 0,-1 0 0,0 0 0,0 1 0,1 0 0,-2-1 0,1 1 0,0 0 0,0 0 0,-1 0 0,0 0 0,1 0 0,0 3 0,1 7 0,-1-1 0,1 1 0,-2-1 0,0 1 0,0 0 0,-1 0 0,-1-1 0,0 1 0,-5 20 0,1-24 0,3-17 0,3-17 0,3 10 0,1-1 0,1 1 0,0 1 0,1-1 0,1 1 0,0 0 0,1 1 0,1 0 0,0 0 0,19-18 0,-26 28 0,1 0 0,0 0 0,-1 0 0,2 0 0,-1 1 0,0-1 0,0 1 0,1 0 0,-1 0 0,1 1 0,-1-1 0,8 0 0,-10 2 0,1 0 0,-1 0 0,0 0 0,0 0 0,1 0 0,-1 1 0,0-1 0,0 1 0,1 0 0,-1 0 0,0 0 0,0 0 0,0 0 0,0 0 0,0 0 0,0 1 0,-1-1 0,1 1 0,0-1 0,-1 1 0,1 0 0,-1-1 0,1 1 0,-1 0 0,0 0 0,0 0 0,0 0 0,1 3 0,2 6 0,0 1 0,0 0 0,-1-1 0,-1 1 0,0 1 0,-1-1 0,1 15 0,-3 4 0,-5 51 0,2-58-1365,0-5-5461</inkml:trace>
</inkml:ink>
</file>

<file path=ppt/ink/ink1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1.056"/>
    </inkml:context>
    <inkml:brush xml:id="br0">
      <inkml:brushProperty name="width" value="0.05" units="cm"/>
      <inkml:brushProperty name="height" value="0.05" units="cm"/>
    </inkml:brush>
  </inkml:definitions>
  <inkml:trace contextRef="#ctx0" brushRef="#br0">0 19 24575,'3'0'0,"2"0"0,4 0 0,4 0 0,3 0 0,3-2 0,4-1 0,2 0 0,-1 1 0,1-3 0,-4 1-8191</inkml:trace>
</inkml:ink>
</file>

<file path=ppt/ink/ink1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1.321"/>
    </inkml:context>
    <inkml:brush xml:id="br0">
      <inkml:brushProperty name="width" value="0.05" units="cm"/>
      <inkml:brushProperty name="height" value="0.05" units="cm"/>
    </inkml:brush>
  </inkml:definitions>
  <inkml:trace contextRef="#ctx0" brushRef="#br0">24 0 24575,'-2'0'0,"-4"0"0,0 2 0,1 4 0,0 5 0,5 3 0,4 4 0,4 6 0,2 4 0,3 5 0,-1 3 0,-1 2 0,-1 1 0,-3 0 0,-3 1 0,-1-7-8191</inkml:trace>
</inkml:ink>
</file>

<file path=ppt/ink/ink1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35.030"/>
    </inkml:context>
    <inkml:brush xml:id="br0">
      <inkml:brushProperty name="width" value="0.05" units="cm"/>
      <inkml:brushProperty name="height" value="0.05" units="cm"/>
    </inkml:brush>
  </inkml:definitions>
  <inkml:trace contextRef="#ctx0" brushRef="#br0">141 374 24575,'2'-1'0,"1"1"0,-1-1 0,1 1 0,-1-1 0,0 0 0,1 0 0,-1 0 0,0 0 0,0 0 0,1-1 0,-1 1 0,0-1 0,-1 1 0,1-1 0,0 0 0,0 0 0,-1 1 0,1-1 0,-1-1 0,1 1 0,-1 0 0,2-4 0,-2 3 0,1 0 0,-1 0 0,1 0 0,-1-1 0,0 1 0,0 0 0,-1-1 0,1 1 0,-1-1 0,0 1 0,1 0 0,-2-1 0,1 1 0,0-1 0,-2-5 0,1 8 0,1-1 0,-1 1 0,0 0 0,0-1 0,0 1 0,0 0 0,0 0 0,0 0 0,0 0 0,0 0 0,0 0 0,-1 0 0,1 0 0,0 0 0,-1 1 0,1-1 0,-1 0 0,1 1 0,-1-1 0,1 1 0,-1 0 0,1-1 0,-1 1 0,1 0 0,-1 0 0,1 0 0,-1 0 0,1 0 0,-1 0 0,1 1 0,-3 0 0,0-1 0,-1 1 0,1 0 0,0 1 0,-1-1 0,1 1 0,0 0 0,0 0 0,0 0 0,-6 5 0,1 2 0,-1 0 0,1 1 0,0 1 0,1-1 0,1 2 0,-1-1 0,2 1 0,-1 0 0,-5 17 0,8-19 0,0 0 0,1 1 0,1-1 0,0 1 0,0 0 0,1-1 0,0 1 0,1 0 0,0 0 0,0 0 0,1-1 0,3 13 0,-3-19 0,0 0 0,1-1 0,-1 1 0,0 0 0,1-1 0,0 1 0,0-1 0,0 0 0,0 0 0,1 1 0,-1-1 0,1-1 0,0 1 0,0 0 0,0-1 0,0 1 0,0-1 0,5 3 0,-5-4 0,1 0 0,-1 0 0,0-1 0,1 1 0,-1-1 0,0 1 0,1-1 0,-1 0 0,0-1 0,1 1 0,-1 0 0,1-1 0,-1 0 0,0 0 0,0 0 0,1 0 0,-1 0 0,0-1 0,0 1 0,0-1 0,3-2 0,5-4 0,-1 1 0,0-1 0,-1-1 0,0 0 0,0 0 0,-1-1 0,0 0 0,7-13 0,-5 6 0,-1-1 0,0 0 0,-2-1 0,9-31 0,-6 4 0,-2-1 0,-2 0 0,0-74 0,-6 104 0,0-43 0,0 56 0,-1 1 0,1-1 0,-1 1 0,0-1 0,0 1 0,0-1 0,0 1 0,0 0 0,-1-1 0,1 1 0,-1 0 0,-4-5 0,6 8 0,-1-1 0,1 1 0,-1 0 0,1-1 0,-1 1 0,1 0 0,-1-1 0,1 1 0,-1 0 0,1 0 0,-1 0 0,1-1 0,-1 1 0,0 0 0,1 0 0,-1 0 0,1 0 0,-1 0 0,0 0 0,1 0 0,-1 0 0,1 0 0,-1 1 0,1-1 0,-1 0 0,0 0 0,1 0 0,-1 1 0,1-1 0,-1 0 0,1 1 0,-1-1 0,1 0 0,0 1 0,-1-1 0,1 0 0,-1 1 0,1-1 0,0 1 0,-1-1 0,1 1 0,0-1 0,-1 1 0,1-1 0,0 1 0,0 0 0,0-1 0,-1 1 0,-10 30 0,7-10 0,1 1 0,1 0 0,1 0 0,1 1 0,1-1 0,1 0 0,1 0 0,0 0 0,2-1 0,1 1 0,0-1 0,2-1 0,0 1 0,1-1 0,1 0 0,16 23 0,-22-38 0,1 0 0,-1 0 0,1 0 0,-1 0 0,1-1 0,1 0 0,-1 0 0,0 0 0,11 5 0,-14-9 0,0 1 0,0 0 0,0 0 0,1-1 0,-1 1 0,0-1 0,0 0 0,1 0 0,-1 1 0,0-1 0,0-1 0,0 1 0,1 0 0,-1-1 0,0 1 0,0-1 0,0 1 0,1-1 0,-1 0 0,0 0 0,0 0 0,0 0 0,-1-1 0,1 1 0,0 0 0,0-1 0,-1 1 0,1-1 0,-1 0 0,1 1 0,1-4 0,3-3 0,-1-1 0,0 1 0,-1-1 0,0 0 0,0 0 0,-1 0 0,0-1 0,3-16 0,-3 4 0,-1 0 0,-1-39 0,-6 119 0,2-37 0,1 0 0,1 0 0,1 0 0,3 24 0,-1-33 0,1 0 0,0 0 0,1 0 0,1-1 0,10 21 0,-13-29 0,-1 0 0,2 0 0,-1 0 0,0 0 0,1 0 0,-1-1 0,1 1 0,-1-1 0,1 0 0,6 3 0,-7-4 0,0 0 0,0 0 0,0 0 0,1-1 0,-1 1 0,0-1 0,0 0 0,1 0 0,-1 1 0,0-2 0,1 1 0,-1 0 0,0 0 0,1-1 0,-1 1 0,0-1 0,0 0 0,3-1 0,0 0 0,0-1 0,-1 0 0,0-1 0,1 1 0,-1-1 0,-1 1 0,1-1 0,0-1 0,-1 1 0,0 0 0,0-1 0,0 0 0,-1 1 0,4-11 0,3-7 0,10-43 0,-19 64 0,23-107 0,-24 120 0,2 0 0,-1-1 0,1 1 0,6 21 0,-7-30 0,1 1 0,1-1 0,-1 1 0,0-1 0,1 0 0,0 0 0,0 0 0,0 0 0,0 0 0,0 0 0,1 0 0,-1 0 0,1-1 0,-1 0 0,1 1 0,0-1 0,0 0 0,0 0 0,7 3 0,-2-3 0,0 1 0,0-1 0,0 0 0,1-1 0,-1 1 0,0-2 0,1 1 0,-1-1 0,17-2 0,-22 1 0,1 1 0,-1-1 0,0 0 0,0 0 0,0 0 0,0-1 0,0 1 0,0-1 0,0 1 0,0-1 0,0 0 0,-1 0 0,1 0 0,-1-1 0,0 1 0,1-1 0,-1 1 0,0-1 0,0 0 0,-1 1 0,1-1 0,-1 0 0,1 0 0,-1 0 0,0 0 0,0-1 0,0 1 0,0-4 0,1-15 0,-3-42 0,1 56 0,0 92 0,3 0 0,4 0 0,20 91 0,-26-171 0,6 25 0,-7-29 0,0 1 0,1 0 0,-1 0 0,0 0 0,0 0 0,1-1 0,-1 1 0,0 0 0,1 0 0,-1 0 0,1-1 0,-1 1 0,1 0 0,-1-1 0,1 1 0,-1-1 0,1 1 0,0 0 0,-1-1 0,1 1 0,0-1 0,0 0 0,-1 1 0,1-1 0,1 1 0,0-2 0,-1-1 0,0 1 0,0 0 0,0-1 0,0 1 0,0-1 0,-1 1 0,1-1 0,0 1 0,-1-1 0,1 1 0,-1-1 0,1 0 0,-1 1 0,0-1 0,0-3 0,1 0 0,7-48 0,2-84 0,-7 83 0,13-85 0,-13 124 0,-3 11 0,1 0 0,-1-1 0,1 1 0,0-1 0,0 1 0,1 0 0,0 0 0,-1 0 0,1 0 0,0 0 0,1 0 0,3-4 0,-6 7 0,1 1 0,0-1 0,0 1 0,0-1 0,0 1 0,0 0 0,0 0 0,-1-1 0,1 1 0,0 0 0,0 0 0,0 0 0,0 0 0,0 0 0,0 0 0,0 0 0,0 0 0,0 1 0,0-1 0,0 0 0,0 0 0,-1 1 0,1-1 0,0 1 0,0-1 0,0 1 0,0-1 0,-1 1 0,1-1 0,0 1 0,-1 0 0,1-1 0,0 1 0,-1 0 0,1 0 0,-1 0 0,1 1 0,19 31 0,-20-33 0,3 5 0,0 1 0,-1 0 0,0 0 0,0 0 0,0 1 0,-1-1 0,0 0 0,0 1 0,0-1 0,-1 1 0,0-1 0,-2 9 0,1-10 0,0-1 0,0 0 0,-1 0 0,1 0 0,-1 0 0,0 0 0,-1 0 0,1 0 0,-1-1 0,0 1 0,1-1 0,-1 0 0,-1 1 0,1-2 0,0 1 0,-1 0 0,0-1 0,-7 5 0,7-5-76,-1 1 1,0-1-1,1 0 0,-1 0 0,0 0 0,0 0 0,0-1 0,-1 0 1,1 0-1,0-1 0,0 1 0,-1-1 0,1 0 0,0-1 1,0 1-1,-1-1 0,-7-2 0,1-3-6750</inkml:trace>
</inkml:ink>
</file>

<file path=ppt/ink/ink1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35.268"/>
    </inkml:context>
    <inkml:brush xml:id="br0">
      <inkml:brushProperty name="width" value="0.05" units="cm"/>
      <inkml:brushProperty name="height" value="0.05" units="cm"/>
    </inkml:brush>
  </inkml:definitions>
  <inkml:trace contextRef="#ctx0" brushRef="#br0">1 78 24575,'52'-33'0,"-40"24"0,1 1 0,-1 0 0,23-9 0,-34 17 0,1-1 0,-1 1 0,0-1 0,1 1 0,-1 0 0,1-1 0,-1 1 0,1 0 0,-1 0 0,1 0 0,-1 0 0,1 0 0,-1 1 0,1-1 0,-1 0 0,1 1 0,-1-1 0,0 1 0,1-1 0,-1 1 0,1 0 0,-1 0 0,0-1 0,0 1 0,0 0 0,1 0 0,-1 0 0,0 0 0,0 0 0,0 1 0,-1-1 0,1 0 0,0 0 0,0 1 0,-1-1 0,2 3 0,1 5 0,1 0 0,-2 0 0,0 1 0,2 15 0,-2-17 0,20 264 0,-21-248 0,4 25-1365,-2-31-5461</inkml:trace>
</inkml:ink>
</file>

<file path=ppt/ink/ink1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35.435"/>
    </inkml:context>
    <inkml:brush xml:id="br0">
      <inkml:brushProperty name="width" value="0.05" units="cm"/>
      <inkml:brushProperty name="height" value="0.05" units="cm"/>
    </inkml:brush>
  </inkml:definitions>
  <inkml:trace contextRef="#ctx0" brushRef="#br0">0 77 24575,'2'-3'0,"1"0"0,-1 0 0,0 0 0,0-1 0,0 1 0,-1 0 0,1-1 0,-1 0 0,0 1 0,1-8 0,9-18 0,-11 28 0,0 1 0,0 0 0,0 0 0,0 0 0,0 0 0,0-1 0,0 1 0,0 0 0,0 0 0,0 0 0,1 0 0,-1 0 0,0-1 0,0 1 0,0 0 0,0 0 0,0 0 0,1 0 0,-1 0 0,0 0 0,0 0 0,0 0 0,0 0 0,1 0 0,-1-1 0,0 1 0,0 0 0,0 0 0,1 0 0,-1 0 0,0 0 0,0 0 0,0 0 0,0 1 0,1-1 0,-1 0 0,0 0 0,0 0 0,0 0 0,0 0 0,1 0 0,-1 0 0,0 0 0,7 10 0,3 13 0,-10-23 0,7 22-273,0 1 0,-2 0 0,0 0 0,2 41 0,-6-46-6553</inkml:trace>
</inkml:ink>
</file>

<file path=ppt/ink/ink1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35.606"/>
    </inkml:context>
    <inkml:brush xml:id="br0">
      <inkml:brushProperty name="width" value="0.05" units="cm"/>
      <inkml:brushProperty name="height" value="0.05" units="cm"/>
    </inkml:brush>
  </inkml:definitions>
  <inkml:trace contextRef="#ctx0" brushRef="#br0">37 49 24575,'0'-5'0,"0"-3"0,0-4 0,-2 1 0,-4 2 0,0 5 0,-2 6 0,1 7 0,1 4 0,4 3 0,3-2-8191</inkml:trace>
</inkml:ink>
</file>

<file path=ppt/ink/ink1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36.530"/>
    </inkml:context>
    <inkml:brush xml:id="br0">
      <inkml:brushProperty name="width" value="0.05" units="cm"/>
      <inkml:brushProperty name="height" value="0.05" units="cm"/>
    </inkml:brush>
  </inkml:definitions>
  <inkml:trace contextRef="#ctx0" brushRef="#br0">66 314 24575,'4'0'0,"0"-1"0,0 0 0,1 0 0,-2 0 0,1-1 0,0 1 0,0-1 0,0 0 0,-1 0 0,1 0 0,-1 0 0,1-1 0,-1 0 0,0 1 0,0-1 0,5-7 0,-6 8 0,0 0 0,-1 0 0,1 0 0,-1 0 0,1 0 0,-1 0 0,0-1 0,0 1 0,0-1 0,0 1 0,0-1 0,-1 1 0,1-1 0,-1 1 0,1-1 0,-1 0 0,0 1 0,0-1 0,0 0 0,-1 1 0,1-1 0,-1 1 0,1-1 0,-1 1 0,0-1 0,0 1 0,-1-4 0,0 4 0,1 1 0,0-1 0,0 1 0,-1-1 0,1 1 0,0 0 0,-1-1 0,0 1 0,1 0 0,-1 0 0,0 0 0,1 0 0,-1 1 0,0-1 0,0 0 0,0 1 0,0-1 0,1 1 0,-1 0 0,0-1 0,0 1 0,0 0 0,0 0 0,0 1 0,0-1 0,0 0 0,0 0 0,0 1 0,0-1 0,1 1 0,-1 0 0,0 0 0,0 0 0,1-1 0,-3 3 0,-2 0 0,0 1 0,1 0 0,-1 0 0,1 0 0,0 1 0,0 0 0,1 0 0,-8 10 0,8-9 0,1 0 0,0 0 0,0 0 0,0 1 0,1-1 0,0 1 0,0-1 0,1 1 0,0 0 0,0 0 0,0-1 0,1 1 0,0 0 0,0 0 0,3 10 0,-2-13 0,0 0 0,0 1 0,0-1 0,1 0 0,0 0 0,0 0 0,0 0 0,1 0 0,-1-1 0,1 1 0,0-1 0,0 1 0,0-1 0,0 0 0,1 0 0,-1-1 0,1 1 0,-1-1 0,1 1 0,0-1 0,0 0 0,0-1 0,1 1 0,6 1 0,-5-1 0,1-1 0,-1-1 0,0 1 0,1-1 0,-1 0 0,1 0 0,-1-1 0,1 0 0,-1 0 0,0 0 0,1-1 0,-1 0 0,0 0 0,0-1 0,0 1 0,-1-1 0,1-1 0,-1 1 0,1-1 0,-1 0 0,0 0 0,-1-1 0,1 1 0,-1-1 0,0 0 0,0 0 0,0 0 0,-1-1 0,1 1 0,-1-1 0,-1 0 0,1 0 0,-1 0 0,0 0 0,0-1 0,-1 1 0,0 0 0,0-1 0,-1 1 0,0-10 0,0 15 0,0-1 0,0 0 0,0 1 0,0-1 0,0 0 0,-1 1 0,1-1 0,-1 1 0,1-1 0,-1 0 0,0 1 0,1-1 0,-1 1 0,0 0 0,0-1 0,0 1 0,0 0 0,-1-1 0,1 1 0,0 0 0,-3-2 0,3 3 0,0 0 0,1-1 0,-1 1 0,0 0 0,0 0 0,0 0 0,0 0 0,0 0 0,0 0 0,0 0 0,0 0 0,0 0 0,0 0 0,0 1 0,0-1 0,0 0 0,0 1 0,0-1 0,0 1 0,1-1 0,-1 1 0,0-1 0,0 1 0,0-1 0,1 1 0,-1 0 0,0 0 0,1-1 0,-1 1 0,1 0 0,-1 0 0,1 0 0,-1-1 0,1 1 0,-1 0 0,1 0 0,-1 2 0,-1 1 0,1 1 0,-1 0 0,1-1 0,0 1 0,0 0 0,0 0 0,1 0 0,0 0 0,0 0 0,0 0 0,0-1 0,1 1 0,0 0 0,0 0 0,0 0 0,4 8 0,-4-11 0,0 0 0,0 1 0,0-1 0,0 0 0,1 0 0,-1 0 0,1 0 0,-1 0 0,1 0 0,0 0 0,0 0 0,0-1 0,0 1 0,0-1 0,0 1 0,0-1 0,1 0 0,-1 0 0,0 0 0,1 0 0,-1 0 0,1-1 0,-1 1 0,1-1 0,-1 0 0,1 1 0,-1-1 0,1 0 0,-1 0 0,1-1 0,-1 1 0,1 0 0,3-2 0,-3 1 0,-1 0 0,1-1 0,-1 1 0,1 0 0,-1-1 0,1 0 0,-1 1 0,0-1 0,0 0 0,0 0 0,0-1 0,0 1 0,0 0 0,-1-1 0,1 1 0,-1-1 0,2-3 0,-2 5 0,-1-1 0,1 1 0,0-1 0,-1 1 0,1-1 0,-1 1 0,0-1 0,0 1 0,1-1 0,-1 0 0,0 1 0,0-1 0,0 1 0,-1-1 0,1 0 0,0 1 0,0-1 0,-1 1 0,1-1 0,-1 1 0,0-1 0,1 1 0,-1-1 0,0 1 0,0 0 0,0-1 0,0 1 0,0 0 0,0 0 0,0 0 0,-2-2 0,2 3 0,1-1 0,0 1 0,0 0 0,-1-1 0,1 1 0,0 0 0,-1-1 0,1 1 0,-1 0 0,1-1 0,0 1 0,-1 0 0,1 0 0,-1 0 0,1 0 0,0-1 0,-1 1 0,1 0 0,-1 0 0,1 0 0,-1 0 0,1 0 0,-1 0 0,1 0 0,-1 0 0,1 0 0,0 0 0,-1 0 0,1 0 0,-1 1 0,1-1 0,-1 0 0,1 0 0,0 0 0,-1 1 0,1-1 0,-1 0 0,1 0 0,0 1 0,-1-1 0,1 0 0,0 1 0,-1-1 0,1 0 0,0 1 0,0-1 0,-1 0 0,1 1 0,0-1 0,0 1 0,0-1 0,0 1 0,0-1 0,-1 1 0,1-1 0,0 0 0,0 1 0,0-1 0,0 1 0,0-1 0,0 1 0,0-1 0,0 1 0,1-1 0,-1 0 0,0 1 0,0-1 0,1 2 0,-1 2 0,1 1 0,0 0 0,0-1 0,0 1 0,3 5 0,-2-6 0,0 0 0,1 0 0,-1 0 0,1 0 0,0 0 0,0-1 0,0 1 0,1-1 0,-1 0 0,1 0 0,0 0 0,6 3 0,-8-5 0,0 0 0,0 0 0,1 0 0,-1-1 0,0 1 0,1-1 0,-1 0 0,0 0 0,1 0 0,-1 0 0,0 0 0,1 0 0,-1 0 0,0-1 0,1 1 0,-1-1 0,0 0 0,0 0 0,0 0 0,0 0 0,1 0 0,-1 0 0,-1 0 0,1-1 0,0 1 0,0-1 0,1-1 0,4-4 0,0-1 0,-1 0 0,0 0 0,-1 0 0,1-1 0,-2 1 0,1-1 0,-1-1 0,-1 1 0,4-13 0,3-16 0,5-50 0,-11 63 0,-1 5 0,5-37 0,-7 51 0,-1 1 0,0-1 0,0 1 0,-1 0 0,1-1 0,-1 1 0,-3-11 0,1 15 0,0 6 0,1 11 0,1 11 0,1 1 0,1 0 0,1-1 0,11 47 0,-2-26 0,32 82 0,-35-109-273,1 0 0,1 0 0,1 0 0,19 25 0,-17-30-6553</inkml:trace>
</inkml:ink>
</file>

<file path=ppt/ink/ink1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37.069"/>
    </inkml:context>
    <inkml:brush xml:id="br0">
      <inkml:brushProperty name="width" value="0.05" units="cm"/>
      <inkml:brushProperty name="height" value="0.05" units="cm"/>
    </inkml:brush>
  </inkml:definitions>
  <inkml:trace contextRef="#ctx0" brushRef="#br0">39 133 24575,'-37'-32'0,"37"32"0,-1 0 0,1 0 0,0 0 0,0 0 0,0 0 0,0 0 0,0 0 0,0-1 0,0 1 0,0 0 0,0 0 0,0 0 0,0 0 0,0 0 0,0 0 0,0 0 0,0 0 0,0-1 0,0 1 0,0 0 0,0 0 0,0 0 0,0 0 0,0 0 0,0 0 0,0 0 0,0 0 0,0-1 0,0 1 0,0 0 0,0 0 0,0 0 0,0 0 0,0 0 0,0 0 0,0 0 0,0 0 0,0 0 0,1 0 0,-1-1 0,0 1 0,0 0 0,0 0 0,0 0 0,0 0 0,0 0 0,0 0 0,0 0 0,0 0 0,1 0 0,8-1 0,14 3 0,-19-2 0,54 6 0,0-3 0,0-2 0,106-13 0,-153 11 0,-1-2 0,1 1 0,-1-1 0,15-7 0,-23 9 0,0 1 0,-1-1 0,1 0 0,0 1 0,-1-1 0,1 0 0,-1 0 0,1 0 0,-1-1 0,0 1 0,1 0 0,-1 0 0,0-1 0,0 1 0,0-1 0,0 1 0,0-1 0,0 1 0,0-1 0,-1 0 0,1 1 0,0-1 0,-1 0 0,1 0 0,-1 0 0,0 1 0,0-1 0,0 0 0,0 0 0,0 0 0,0 1 0,0-1 0,0 0 0,-1 0 0,0-2 0,0 3 0,1-1 0,-1 1 0,0 0 0,0-1 0,0 1 0,0 0 0,0 0 0,0-1 0,0 1 0,0 0 0,0 0 0,-1 0 0,1 0 0,0 1 0,-1-1 0,1 0 0,-1 0 0,1 1 0,-1-1 0,1 1 0,-3-1 0,3 1 0,0 0 0,0 0 0,0 0 0,0 0 0,0 0 0,0 0 0,0 0 0,0 0 0,1 0 0,-1 1 0,0-1 0,0 0 0,0 1 0,0-1 0,1 0 0,-1 1 0,0-1 0,0 1 0,1 0 0,-1-1 0,0 1 0,1-1 0,-1 1 0,1 0 0,-1 0 0,0-1 0,1 1 0,0 0 0,-1 0 0,1 0 0,-1-1 0,1 1 0,0 0 0,0 0 0,0 0 0,-1 0 0,1 0 0,0 1 0,0 14 0,1-1 0,1 1 0,0-1 0,1 0 0,1 0 0,0 0 0,7 16 0,-4-9 0,-3-7-170,1 0-1,0 0 0,2 0 1,-1-1-1,2 0 0,0 0 1,11 14-1,-7-15-6655</inkml:trace>
</inkml:ink>
</file>

<file path=ppt/ink/ink1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37.237"/>
    </inkml:context>
    <inkml:brush xml:id="br0">
      <inkml:brushProperty name="width" value="0.05" units="cm"/>
      <inkml:brushProperty name="height" value="0.05" units="cm"/>
    </inkml:brush>
  </inkml:definitions>
  <inkml:trace contextRef="#ctx0" brushRef="#br0">7 14 24575,'0'-2'0,"-2"-4"0,-1 3 0,2 0 0</inkml:trace>
</inkml:ink>
</file>

<file path=ppt/ink/ink1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1:38.109"/>
    </inkml:context>
    <inkml:brush xml:id="br0">
      <inkml:brushProperty name="width" value="0.05" units="cm"/>
      <inkml:brushProperty name="height" value="0.05" units="cm"/>
    </inkml:brush>
  </inkml:definitions>
  <inkml:trace contextRef="#ctx0" brushRef="#br0">0 33 24575,'8'-1'0,"-1"2"0,1-1 0,-1 1 0,1 0 0,10 3 0,-15-3 0,0 0 0,-1 0 0,1 1 0,-1-1 0,1 1 0,-1 0 0,1 0 0,-1-1 0,0 2 0,0-1 0,0 0 0,0 0 0,0 1 0,-1-1 0,1 1 0,2 4 0,1 5 0,1-1 0,-2 1 0,1 1 0,-2-1 0,0 1 0,3 21 0,-6-34 0,0 0 0,0 0 0,0 0 0,0 0 0,0 0 0,0 0 0,0 0 0,0 0 0,0 0 0,0 1 0,0-1 0,0 0 0,0 0 0,0 0 0,0 0 0,0 0 0,0 0 0,1 0 0,-1 0 0,0 0 0,0 0 0,0 0 0,0 0 0,0 0 0,0 0 0,0 0 0,0 0 0,0 0 0,0 0 0,0 0 0,0 0 0,0 0 0,0 0 0,1 0 0,-1 0 0,0 0 0,0 0 0,0 0 0,0 0 0,0 0 0,0 0 0,0 0 0,0 0 0,0 0 0,0 0 0,0 0 0,0 0 0,0 0 0,1 0 0,-1 0 0,0 0 0,0 0 0,0 0 0,0 0 0,0 0 0,0 0 0,0 0 0,0 0 0,0 0 0,0 0 0,0-1 0,0 1 0,0 0 0,0 0 0,0 0 0,0 0 0,0 0 0,0 0 0,7-9 0,4-10 0,0-7 0,-5 11 0,0 1 0,1 0 0,0 0 0,1 1 0,17-22 0,-25 34 0,0 1 0,1-1 0,-1 0 0,1 1 0,-1-1 0,1 1 0,0-1 0,-1 0 0,1 1 0,-1 0 0,1-1 0,0 1 0,0-1 0,-1 1 0,1 0 0,0-1 0,0 1 0,-1 0 0,1 0 0,0 0 0,0-1 0,-1 1 0,1 0 0,0 0 0,0 0 0,0 0 0,-1 1 0,3-1 0,-2 1 0,0 0 0,-1 0 0,1 0 0,0 0 0,0 0 0,0 0 0,-1 0 0,1 0 0,0 0 0,-1 0 0,1 1 0,-1-1 0,0 0 0,1 0 0,-1 3 0,2 7 0,0 1 0,-1 21 0,-1-30 0,0 5 0,-1 4 0,1-1 0,1 0 0,0 1 0,0-1 0,5 15 0,-5-23 0,0-1 0,0 1 0,0-1 0,0 1 0,1 0 0,-1-1 0,1 0 0,0 1 0,0-1 0,0 0 0,0 0 0,0 0 0,0 0 0,0-1 0,1 1 0,-1 0 0,1-1 0,-1 0 0,1 1 0,-1-1 0,1 0 0,0-1 0,0 1 0,-1 0 0,1-1 0,5 1 0,-2-1 0,1 0 0,-1-1 0,1 0 0,-1 0 0,1-1 0,-1 1 0,0-1 0,0-1 0,0 1 0,0-1 0,0 0 0,-1-1 0,1 1 0,-1-1 0,0 0 0,0 0 0,0-1 0,5-5 0,4-6 0,-1 1 0,-1-2 0,0 0 0,15-28 0,-25 41 0,0 0 0,0 0 0,0 0 0,-1 0 0,1 0 0,-1-1 0,1-6 0,-2 10 0,0 0 0,0 0 0,0 0 0,0 0 0,-1 0 0,1 0 0,0 0 0,-1-1 0,1 1 0,0 0 0,-1 0 0,1 0 0,-1 0 0,1 0 0,-1 0 0,0 1 0,0-1 0,1 0 0,-1 0 0,0 0 0,0 1 0,0-1 0,0 0 0,0 1 0,0-1 0,0 1 0,0-1 0,0 1 0,0-1 0,0 1 0,0 0 0,0-1 0,-1 1 0,0 0 0,1-1 0,-1 1 0,1 0 0,0 0 0,-1-1 0,1 1 0,-1 0 0,1 0 0,0 1 0,-1-1 0,1 0 0,-1 0 0,1 1 0,0-1 0,-1 1 0,1-1 0,0 1 0,0 0 0,-1-1 0,1 1 0,0 0 0,0 0 0,0 0 0,0 0 0,0 0 0,0 0 0,0 0 0,0 0 0,0 0 0,1 0 0,-1 1 0,0-1 0,1 0 0,-1 0 0,1 1 0,-1-1 0,1 0 0,0 1 0,0-1 0,-1 3 0,0 4 0,0 1 0,0 0 0,1-1 0,0 1 0,2 13 0,6 20 0,2 1 0,2-2 0,2 1 0,19 38 0,-15-38 0,-2 1 0,-2 1 0,12 63 0,-25-103 0,0 1 0,-1 0 0,0 0 0,0-1 0,0 1 0,0 0 0,-1 0 0,-2 8 0,3-11 0,-1-1 0,0 0 0,1 1 0,-1-1 0,0 0 0,0 0 0,1 1 0,-1-1 0,0 0 0,0 0 0,-1 0 0,1 0 0,0 0 0,0-1 0,0 1 0,-1 0 0,1 0 0,0-1 0,-1 1 0,1-1 0,0 1 0,-1-1 0,1 0 0,-1 1 0,1-1 0,-1 0 0,1 0 0,0 0 0,-1 0 0,1 0 0,-1 0 0,1-1 0,-2 1 0,-4-2 0,0 1 0,0-1 0,0-1 0,1 1 0,-1-1 0,1 0 0,0-1 0,0 1 0,0-1 0,0 0 0,0-1 0,1 1 0,0-1 0,0 0 0,0-1 0,1 1 0,0-1 0,-7-12 0,6 10 0,1-1 0,0 0 0,0 0 0,1-1 0,1 1 0,-1-1 0,1 1 0,1-1 0,0 0 0,0 0 0,1 1 0,0-1 0,3-12 0,0 7 31,1 0 0,0 0 0,1 0 0,1 1 0,1-1 0,0 2 0,0-1 0,2 1 1,-1 0-1,17-17 0,-16 18-174,2 2 1,0-1 0,0 1 0,0 1-1,1 0 1,1 1 0,-1 0 0,2 1 0,-1 0-1,1 1 1,14-4 0,-1 3-6684</inkml:trace>
</inkml:ink>
</file>

<file path=ppt/ink/ink1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5.842"/>
    </inkml:context>
    <inkml:brush xml:id="br0">
      <inkml:brushProperty name="width" value="0.05" units="cm"/>
      <inkml:brushProperty name="height" value="0.05" units="cm"/>
    </inkml:brush>
  </inkml:definitions>
  <inkml:trace contextRef="#ctx0" brushRef="#br0">240 97 24575,'12'-42'0,"-11"41"0,-1-1 0,0 0 0,0 0 0,0 0 0,0 0 0,0 0 0,0 0 0,0 0 0,-1 0 0,1 0 0,0 0 0,-1 0 0,0 1 0,0-1 0,1 0 0,-1 0 0,0 1 0,0-1 0,-1 0 0,1 1 0,0-1 0,0 1 0,-1 0 0,1-1 0,-1 1 0,1 0 0,-1 0 0,0 0 0,1 0 0,-1 0 0,0 0 0,0 0 0,0 1 0,1-1 0,-1 1 0,0-1 0,0 1 0,0 0 0,0 0 0,0 0 0,-3 0 0,-6 0 0,0 1 0,0 0 0,0 1 0,0 0 0,0 0 0,-11 5 0,11-3 0,0 0 0,0 1 0,1 0 0,0 0 0,0 1 0,-14 12 0,21-17 0,1 1 0,0 0 0,0 1 0,0-1 0,0 0 0,0 0 0,0 1 0,0-1 0,1 1 0,-1 0 0,1-1 0,0 1 0,0 0 0,0 0 0,0 0 0,1 0 0,-1-1 0,1 1 0,-1 0 0,1 0 0,0 0 0,0 0 0,1 0 0,-1 0 0,0 0 0,1 0 0,0 0 0,0 0 0,0 0 0,2 4 0,1 1 0,1 0 0,0 0 0,1-1 0,0 0 0,0 0 0,1 0 0,-1 0 0,1-1 0,15 9 0,9 5 0,40 18 0,-9-5 0,-48-25 0,44 29 0,-53-33 0,-1-1 0,1 1 0,-1 0 0,0 1 0,0-1 0,0 1 0,-1 0 0,0 0 0,4 6 0,-7-10 0,1 1 0,0-1 0,-1 0 0,1 1 0,-1-1 0,0 1 0,1-1 0,-1 1 0,0-1 0,0 1 0,0-1 0,0 1 0,0-1 0,0 0 0,-1 1 0,1-1 0,0 1 0,-1-1 0,1 1 0,-1-1 0,1 0 0,-1 1 0,-1 1 0,0 0 0,-1-1 0,1 0 0,0 0 0,-1 0 0,1 0 0,-1 0 0,0-1 0,0 1 0,0-1 0,-5 2 0,-5 1 0,0 0 0,0-1 0,-1-1 0,-14 1 0,8-2 0,-1-1 0,1 0 0,-24-4 0,36 3 0,0-1 0,1 1 0,-1-1 0,0-1 0,1 1 0,0-1 0,0-1 0,0 1 0,0-1 0,0 0 0,-7-7 0,12 9-59,0 1 0,1-1-1,-1 0 1,0 0-1,1 0 1,0 0 0,0-1-1,0 1 1,0 0 0,0 0-1,0-1 1,0 1 0,1-1-1,-1 1 1,1-1-1,-1 1 1,1-1 0,0 1-1,0-1 1,1 1 0,-1 0-1,1-3 1,2-8-6767</inkml:trace>
</inkml:ink>
</file>

<file path=ppt/ink/ink1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7.165"/>
    </inkml:context>
    <inkml:brush xml:id="br0">
      <inkml:brushProperty name="width" value="0.05" units="cm"/>
      <inkml:brushProperty name="height" value="0.05" units="cm"/>
    </inkml:brush>
  </inkml:definitions>
  <inkml:trace contextRef="#ctx0" brushRef="#br0">154 8 24575,'0'0'0,"0"0"0,0 0 0,0 1 0,0-1 0,1 0 0,-1 0 0,0 0 0,0 0 0,0 0 0,0 0 0,0 0 0,1 0 0,-1 0 0,0 0 0,0 0 0,0 0 0,0-1 0,0 1 0,1 0 0,-1 0 0,0 0 0,0 0 0,0 0 0,0 0 0,0 0 0,0 0 0,1 0 0,-1 0 0,0 0 0,0-1 0,0 1 0,0 0 0,0 0 0,0 0 0,0 0 0,0 0 0,0 0 0,0-1 0,0 1 0,1 0 0,-1 0 0,0 0 0,0 0 0,0 0 0,0-1 0,0 1 0,0 0 0,0 0 0,0 0 0,0 0 0,0-1 0,0 1 0,-1 0 0,1 0 0,0 0 0,0 0 0,0 0 0,0 0 0,0-1 0,0 1 0,0 0 0,0 0 0,-1-1 0,1 1 0,-1 0 0,1 0 0,0-1 0,-1 1 0,1 0 0,0 0 0,-1 0 0,1 0 0,-1-1 0,1 1 0,-1 0 0,1 0 0,0 0 0,-1 0 0,1 0 0,-1 0 0,1 0 0,-1 0 0,1 0 0,-1 0 0,1 1 0,0-1 0,-1 0 0,1 0 0,-1 0 0,-1 1 0,-1 0 0,1 0 0,0 0 0,0 0 0,0 0 0,0 1 0,0-1 0,0 1 0,0-1 0,0 1 0,0-1 0,1 1 0,-1 0 0,1 0 0,-1 0 0,1 0 0,0 0 0,-2 4 0,3-3 0,-1 1 0,1-1 0,0 0 0,0 0 0,0 1 0,1-1 0,-1 0 0,1 0 0,0 0 0,0 1 0,0-1 0,0 0 0,3 4 0,-2-2 0,0 0 0,0 0 0,1-1 0,-1 1 0,1-1 0,0 1 0,1-1 0,-1 0 0,6 4 0,-8-7 0,0 0 0,1-1 0,-1 1 0,1 0 0,-1-1 0,1 1 0,-1 0 0,1-1 0,0 0 0,-1 1 0,1-1 0,-1 0 0,1 0 0,0 0 0,-1 0 0,1 0 0,0 0 0,-1-1 0,1 1 0,0 0 0,-1-1 0,1 0 0,-1 1 0,1-1 0,-1 0 0,1 1 0,-1-1 0,0 0 0,1 0 0,-1 0 0,0 0 0,2-3 0,-1 3 0,0-1 0,0 1 0,-1-1 0,1 1 0,-1-1 0,1 0 0,-1 0 0,0 1 0,0-1 0,0 0 0,0 0 0,0 0 0,0 0 0,0 0 0,-1-1 0,1 1 0,-1 0 0,1 0 0,-1 0 0,0-1 0,0 1 0,0 0 0,0 0 0,-1 0 0,1-1 0,0 1 0,-1 0 0,1 0 0,-1 0 0,0 0 0,-1-3 0,0 2 0,0 0 0,0 1 0,0-1 0,-1 1 0,1-1 0,0 1 0,-1 0 0,0 0 0,1 0 0,-1 0 0,0 0 0,0 1 0,0-1 0,0 1 0,0 0 0,0 0 0,-1 0 0,1 0 0,0 1 0,-5-1 0,1 1 0,0 1 0,0 0 0,0 0 0,0 0 0,0 1 0,1 0 0,-1 0 0,1 1 0,-1-1 0,1 2 0,0-1 0,0 1 0,0 0 0,0 0 0,1 0 0,0 1 0,0 0 0,0 0 0,-5 7 0,7-9 0,0 1 0,0 0 0,1 0 0,-1 0 0,1 0 0,0 0 0,0 0 0,0 0 0,1 1 0,-1-1 0,1 1 0,0-1 0,1 1 0,-1 0 0,1-1 0,0 1 0,0 0 0,0-1 0,1 1 0,-1-1 0,1 1 0,0 0 0,1-1 0,-1 0 0,1 1 0,0-1 0,0 0 0,0 0 0,4 5 0,0-1 19,0-2 0,1 1 0,0-1 0,0 0 0,0 0 0,1-1 0,0 0 0,0 0 0,0-1 0,0 0 0,1 0 0,0-1 0,0 0 0,0-1 0,0 0 0,0 0 0,18 1 0,-13-3-162,-1 0 1,1-1 0,0 0 0,0-1-1,-1 0 1,1-1 0,-1-1 0,1 0 0,-1-1-1,-1 0 1,18-10 0,-6-1-6684</inkml:trace>
</inkml:ink>
</file>

<file path=ppt/ink/ink1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7.350"/>
    </inkml:context>
    <inkml:brush xml:id="br0">
      <inkml:brushProperty name="width" value="0.05" units="cm"/>
      <inkml:brushProperty name="height" value="0.05" units="cm"/>
    </inkml:brush>
  </inkml:definitions>
  <inkml:trace contextRef="#ctx0" brushRef="#br0">0 3 24575,'0'0'0,"0"0"0,0 0 0,0-1 0,0 1 0,0 0 0,0 0 0,0 0 0,0 0 0,0 0 0,0 0 0,0 0 0,0 0 0,0 0 0,0 0 0,0 0 0,0-1 0,0 1 0,0 0 0,0 0 0,0 0 0,0 0 0,1 0 0,-1 0 0,0 0 0,0 0 0,0 0 0,0 0 0,0 0 0,0 0 0,0 0 0,0 0 0,0 0 0,0 0 0,0-1 0,0 1 0,0 0 0,1 0 0,-1 0 0,0 0 0,0 0 0,0 0 0,0 0 0,0 0 0,0 0 0,0 0 0,0 0 0,0 0 0,0 0 0,0 0 0,1 0 0,-1 1 0,0-1 0,0 0 0,0 0 0,0 0 0,0 0 0,0 0 0,0 0 0,0 0 0,7 6 0,5 8 0,-3 4 48,-2 1 0,0 0 0,-1 1 0,-1-1 0,0 1 0,2 37-1,-3 125-1172,-5-153 550,1-11-6251</inkml:trace>
</inkml:ink>
</file>

<file path=ppt/ink/ink1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7.770"/>
    </inkml:context>
    <inkml:brush xml:id="br0">
      <inkml:brushProperty name="width" value="0.05" units="cm"/>
      <inkml:brushProperty name="height" value="0.05" units="cm"/>
    </inkml:brush>
  </inkml:definitions>
  <inkml:trace contextRef="#ctx0" brushRef="#br0">200 85 24575,'-19'-1'0,"1"-1"0,-22-4 0,26 3 0,19 3 0,-1-1 0,1 0 0,0 0 0,0 0 0,-1 0 0,1-1 0,-1 0 0,6-3 0,-8 5 0,1-1 0,-1-1 0,0 1 0,1 0 0,-1-1 0,0 1 0,0-1 0,0 0 0,0 0 0,0 0 0,0 0 0,0 0 0,0 0 0,-1 0 0,1 0 0,-1-1 0,0 1 0,0-1 0,1-2 0,-2 4 0,1 0 0,-1 1 0,0-1 0,0 1 0,0-1 0,-1 0 0,1 1 0,0-1 0,0 0 0,0 1 0,0-1 0,-1 1 0,1-1 0,0 1 0,0-1 0,-1 1 0,1-1 0,-1 1 0,1-1 0,0 1 0,-1-1 0,1 1 0,-1-1 0,1 1 0,-1 0 0,1-1 0,-2 0 0,-20-2 0,15 3 0,0 1 0,1 0 0,-1 0 0,-8 3 0,7-1 0,0 0 0,0 1 0,1 0 0,0 1 0,0-1 0,0 1 0,0 1 0,1-1 0,0 1 0,0 0 0,0 1 0,1-1 0,0 1 0,0 0 0,1 1 0,-4 7 0,6-11 0,0 0 0,0 1 0,1-1 0,0 1 0,0-1 0,0 1 0,0 0 0,1-1 0,0 1 0,0 0 0,0-1 0,0 1 0,1 0 0,0-1 0,0 1 0,0-1 0,0 1 0,1-1 0,0 1 0,0-1 0,0 0 0,0 0 0,1 0 0,0 0 0,-1 0 0,1-1 0,1 1 0,-1-1 0,0 0 0,6 4 0,-3-3-68,-1 0 0,1-1-1,0 1 1,0-1 0,1-1 0,-1 1-1,1-1 1,-1 0 0,1 0 0,0-1-1,0 0 1,-1 0 0,1-1 0,0 0-1,0 0 1,0 0 0,0-1-1,0 0 1,12-4 0,10-3-6758</inkml:trace>
</inkml:ink>
</file>

<file path=ppt/ink/ink1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8.075"/>
    </inkml:context>
    <inkml:brush xml:id="br0">
      <inkml:brushProperty name="width" value="0.05" units="cm"/>
      <inkml:brushProperty name="height" value="0.05" units="cm"/>
    </inkml:brush>
  </inkml:definitions>
  <inkml:trace contextRef="#ctx0" brushRef="#br0">110 1 24575,'-6'1'0,"0"0"0,0 1 0,0 0 0,1 1 0,-1-1 0,1 1 0,-10 6 0,-1 0 0,13-7 0,0-1 0,1 1 0,-1-1 0,0 1 0,0 0 0,1 0 0,-1 0 0,1 1 0,0-1 0,0 0 0,-3 5 0,4-5 0,0 1 0,0-1 0,0 0 0,1 1 0,-1-1 0,1 0 0,0 1 0,0-1 0,0 1 0,0-1 0,0 1 0,0-1 0,1 0 0,-1 1 0,2 3 0,4 30 0,-4-23 0,1 1 0,-1-1 0,7 14 0,-9-25 0,1 1 0,1 0 0,-1-1 0,0 1 0,1-1 0,-1 1 0,1-1 0,0 0 0,0 0 0,0 0 0,0 0 0,0 0 0,0 0 0,0 0 0,1-1 0,-1 1 0,1-1 0,-1 1 0,6 0 0,-6-1-68,1-1 0,0 0-1,0 0 1,0-1 0,0 1 0,-1 0-1,1-1 1,0 0 0,0 0 0,-1 1-1,1-2 1,-1 1 0,1 0 0,-1 0-1,1-1 1,-1 0 0,0 1-1,1-1 1,2-3 0,7-6-6758</inkml:trace>
</inkml:ink>
</file>

<file path=ppt/ink/ink1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8.291"/>
    </inkml:context>
    <inkml:brush xml:id="br0">
      <inkml:brushProperty name="width" value="0.05" units="cm"/>
      <inkml:brushProperty name="height" value="0.05" units="cm"/>
    </inkml:brush>
  </inkml:definitions>
  <inkml:trace contextRef="#ctx0" brushRef="#br0">53 25 24575,'-3'-3'0,"0"0"0,0 0 0,0 0 0,0 1 0,-1-1 0,1 1 0,-5-2 0,8 4 0,-1 0 0,1-1 0,-1 1 0,1 0 0,-1 0 0,1 0 0,-1 0 0,0 0 0,1 0 0,-1 0 0,1 0 0,-1 0 0,1 0 0,-1 0 0,1 0 0,-1 1 0,1-1 0,-1 0 0,1 0 0,-1 1 0,1-1 0,-1 0 0,0 1 0,0 0 0,0 1 0,0-1 0,0 0 0,0 1 0,1-1 0,-1 0 0,1 1 0,-1-1 0,1 1 0,-1-1 0,1 1 0,-1 2 0,1 9 0,-1 0 0,2 0 0,0 0 0,0 0 0,2 0 0,5 22 0,2 9 0,-2 16-455,-2 0 0,-4 77 0,-2-117-6371</inkml:trace>
</inkml:ink>
</file>

<file path=ppt/ink/ink1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8.430"/>
    </inkml:context>
    <inkml:brush xml:id="br0">
      <inkml:brushProperty name="width" value="0.05" units="cm"/>
      <inkml:brushProperty name="height" value="0.05" units="cm"/>
    </inkml:brush>
  </inkml:definitions>
  <inkml:trace contextRef="#ctx0" brushRef="#br0">0 127 24575,'0'-3'0,"0"-5"0,3-3 0,2-3 0,3-2 0,3 1 0,4-1 0,2 3 0,1 4 0,-1 1 0,-1 1 0,0 3 0,-3 1-8191</inkml:trace>
</inkml:ink>
</file>

<file path=ppt/ink/ink1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8.725"/>
    </inkml:context>
    <inkml:brush xml:id="br0">
      <inkml:brushProperty name="width" value="0.05" units="cm"/>
      <inkml:brushProperty name="height" value="0.05" units="cm"/>
    </inkml:brush>
  </inkml:definitions>
  <inkml:trace contextRef="#ctx0" brushRef="#br0">3 6 24575,'-2'-2'0,"1"-1"0,1 2 0,3 4 0,1 7 0,0 5 0,1 6 0,1 3 0,-2 4 0,-1 2 0,-1 3 0,-3-1 0,-2 0 0,-2-2 0,-1-2 0,1-7-8191</inkml:trace>
</inkml:ink>
</file>

<file path=ppt/ink/ink1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9.002"/>
    </inkml:context>
    <inkml:brush xml:id="br0">
      <inkml:brushProperty name="width" value="0.05" units="cm"/>
      <inkml:brushProperty name="height" value="0.05" units="cm"/>
    </inkml:brush>
  </inkml:definitions>
  <inkml:trace contextRef="#ctx0" brushRef="#br0">23 183 24575,'-4'-8'0,"0"-1"0,1 0 0,0-1 0,1 1 0,0 0 0,-1-11 0,2 14 0,0 1 0,1-1 0,0 0 0,0 1 0,1-1 0,0 1 0,0-1 0,0 1 0,0-1 0,1 1 0,3-9 0,-3 12 0,-1 0 0,0 0 0,1-1 0,-1 1 0,1 0 0,0 0 0,0 0 0,0 0 0,0 1 0,0-1 0,0 1 0,1-1 0,-1 1 0,0 0 0,1-1 0,-1 1 0,1 1 0,4-2 0,-3 1 0,0 1 0,1-1 0,-1 1 0,1 1 0,-1-1 0,1 1 0,-1-1 0,1 1 0,-1 0 0,6 3 0,2 1 0,0 1 0,-1 0 0,1 0 0,-1 1 0,-1 1 0,18 15 0,-20-15 0,0 0 0,-1 1 0,0 0 0,0 0 0,-1 0 0,0 1 0,-1 0 0,0 0 0,0 0 0,-1 1 0,4 14 0,-7-18 0,0 0 0,0 0 0,0 1 0,-1-1 0,0 0 0,0 0 0,-1 1 0,0-1 0,0 0 0,-1 0 0,0 0 0,0 0 0,0 0 0,-1 0 0,0-1 0,-1 0 0,0 1 0,-6 8 0,3-6 38,-1 0 0,0-1 0,0 0 0,-1-1 0,0 0 0,0 0 0,-1 0 0,-13 6 0,15-9-170,1-1 1,0 0 0,-1-1-1,0 1 1,0-1 0,1-1 0,-1 1-1,0-2 1,0 1 0,-1-1 0,1 0-1,-13-2 1,-2-3-6695</inkml:trace>
</inkml:ink>
</file>

<file path=ppt/ink/ink1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29.235"/>
    </inkml:context>
    <inkml:brush xml:id="br0">
      <inkml:brushProperty name="width" value="0.05" units="cm"/>
      <inkml:brushProperty name="height" value="0.05" units="cm"/>
    </inkml:brush>
  </inkml:definitions>
  <inkml:trace contextRef="#ctx0" brushRef="#br0">0 12 24575,'3'-2'0,"2"-4"0,4 2 0,-1 4 0,0 7 0,-1 7 0,0 6 0,-2 6 0,-2 7 0,-1 4 0,-1 6 0,-1 4 0,0 5 0,-3 0 0,0-9-8191</inkml:trace>
</inkml:ink>
</file>

<file path=ppt/ink/ink1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33.217"/>
    </inkml:context>
    <inkml:brush xml:id="br0">
      <inkml:brushProperty name="width" value="0.05" units="cm"/>
      <inkml:brushProperty name="height" value="0.05" units="cm"/>
    </inkml:brush>
  </inkml:definitions>
  <inkml:trace contextRef="#ctx0" brushRef="#br0">197 139 24575,'8'-7'0,"-1"-1"0,0 1 0,-1-2 0,1 1 0,-2-1 0,1 0 0,-1 0 0,-1 0 0,5-13 0,-8 20 0,-1 1 0,0 0 0,1-1 0,-1 1 0,0 0 0,0 0 0,0-1 0,0 1 0,0 0 0,-1-1 0,1 1 0,0 0 0,-1-1 0,1 1 0,0 0 0,-1 0 0,0-1 0,1 1 0,-1 0 0,0 0 0,1 0 0,-1 0 0,0 0 0,0 0 0,0 0 0,0 0 0,0 0 0,0 1 0,0-1 0,0 0 0,-1 1 0,1-1 0,0 0 0,0 1 0,0 0 0,-1-1 0,1 1 0,0 0 0,-1-1 0,1 1 0,-2 0 0,-4-1 0,0 1 0,0 0 0,0 0 0,0 0 0,0 1 0,-11 2 0,8 0 0,0 0 0,1 1 0,-1 0 0,1 1 0,0 0 0,0 0 0,1 1 0,0 0 0,0 0 0,0 1 0,1 0 0,0 0 0,0 1 0,-11 16 0,14-18 0,1 0 0,-1 0 0,1 1 0,0-1 0,1 1 0,-1 0 0,1 0 0,1 0 0,-1 0 0,1 0 0,1 0 0,-1 0 0,1 0 0,0 0 0,1 1 0,0-1 0,0 0 0,0 0 0,1 0 0,0 0 0,6 13 0,-2-9 0,1 0 0,0 1 0,0-2 0,1 1 0,1-1 0,0-1 0,12 11 0,10 5 0,35 22 0,-40-31 0,0 2 0,43 41 0,-67-57 0,-1 0 0,1-1 0,0 1 0,-1 0 0,1 0 0,-1 0 0,0 1 0,0-1 0,0 0 0,0 0 0,0 1 0,0-1 0,0 0 0,-1 1 0,1-1 0,-1 1 0,0-1 0,0 1 0,0 3 0,-1-4 0,1 1 0,-1-1 0,0 0 0,0 1 0,0-1 0,-1 0 0,1 0 0,0 0 0,-1 0 0,0 0 0,1 0 0,-1 0 0,0-1 0,0 1 0,0-1 0,0 1 0,0-1 0,0 0 0,-4 2 0,-8 3 0,-1-1 0,0 0 0,0-1 0,0 0 0,0-1 0,0-1 0,-1-1 0,1 0 0,-1-1 0,1 0 0,0-1 0,-1-1 0,-23-6 0,36 7-52,0 0-1,0 0 1,-1 0-1,1 0 1,0 0-1,0-1 1,0 1-1,0-1 1,0 0-1,1 0 1,-1 0-1,1 0 1,-1-1-1,1 1 1,0-1-1,-1 1 1,1-1-1,1 0 1,-1 0-1,0 0 0,1 0 1,-1 0-1,1 0 1,0 0-1,-1-5 1,2-9-6774</inkml:trace>
</inkml:ink>
</file>

<file path=ppt/ink/ink1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33.805"/>
    </inkml:context>
    <inkml:brush xml:id="br0">
      <inkml:brushProperty name="width" value="0.05" units="cm"/>
      <inkml:brushProperty name="height" value="0.05" units="cm"/>
    </inkml:brush>
  </inkml:definitions>
  <inkml:trace contextRef="#ctx0" brushRef="#br0">71 228 24575,'0'2'0,"0"0"0,0 0 0,0 0 0,1 0 0,-1 0 0,1 0 0,-1 0 0,1 0 0,0 0 0,0 0 0,0-1 0,0 1 0,0 0 0,0-1 0,0 1 0,0 0 0,1-1 0,2 3 0,-1-2 0,0 0 0,1 1 0,-1-2 0,1 1 0,0 0 0,-1-1 0,1 1 0,0-1 0,5 1 0,-2-1 0,0 0 0,0 0 0,0-1 0,1 0 0,-1 0 0,0-1 0,0 0 0,0 0 0,0-1 0,9-2 0,-13 3 0,0-1 0,0 1 0,-1 0 0,1-1 0,0 0 0,-1 1 0,0-1 0,1 0 0,-1 0 0,0-1 0,0 1 0,0 0 0,0-1 0,-1 1 0,1-1 0,-1 1 0,1-1 0,-1 0 0,0 0 0,0 1 0,0-1 0,0 0 0,-1 0 0,1-6 0,-1 6 0,0 0 0,0 0 0,-1 0 0,0-1 0,1 1 0,-1 0 0,0 0 0,-1 0 0,1 0 0,-1 1 0,1-1 0,-1 0 0,0 0 0,0 1 0,0-1 0,0 1 0,0 0 0,0 0 0,-1 0 0,1 0 0,-1 0 0,0 0 0,-3-2 0,0 2 0,1-1 0,-1 1 0,0-1 0,1 2 0,-1-1 0,0 1 0,0 0 0,0 0 0,0 0 0,-1 1 0,1 0 0,0 0 0,0 0 0,0 1 0,0 0 0,0 1 0,0-1 0,0 1 0,1 0 0,-1 0 0,0 1 0,1 0 0,0 0 0,-1 0 0,1 0 0,0 1 0,-6 6 0,6-5 0,0 0 0,0 0 0,1 1 0,0-1 0,0 1 0,0 0 0,1 0 0,-1 1 0,2-1 0,-1 1 0,1-1 0,0 1 0,0 0 0,0 0 0,1 0 0,0 0 0,1 0 0,0 0 0,0 0 0,0 0 0,1 0 0,0 0 0,3 12 0,0-11 0,-1 1 0,1-1 0,1 1 0,0-1 0,0 0 0,0-1 0,1 1 0,0-1 0,1-1 0,0 1 0,0-1 0,0 0 0,0 0 0,1-1 0,0 0 0,0-1 0,1 1 0,-1-1 0,1-1 0,13 4 0,-12-4 0,0-1 0,1 1 0,-1-2 0,0 0 0,1 0 0,-1-1 0,0 0 0,1 0 0,-1-1 0,0-1 0,1 0 0,-1 0 0,0-1 0,0 0 0,-1-1 0,1 0 0,-1-1 0,13-7 0,-17 8 0,0 0 0,0-1 0,0 1 0,-1-1 0,0 0 0,0 0 0,0 0 0,0-1 0,-1 1 0,0-1 0,4-9 0,-4 5 0,0 0 0,0 0 0,-1-1 0,-1 1 0,0 0 0,0-17 0,-3-2 0,-1 0 0,-2 0 0,0 0 0,-11-30 0,8 29 0,7 20 0,-1 1 0,-1-1 0,0 1 0,0 0 0,-1 0 0,0 0 0,-7-11 0,9 37 0,32 178 0,-4-21 0,-10-71-1365,-12-83-5461</inkml:trace>
</inkml:ink>
</file>

<file path=ppt/ink/ink1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34.148"/>
    </inkml:context>
    <inkml:brush xml:id="br0">
      <inkml:brushProperty name="width" value="0.05" units="cm"/>
      <inkml:brushProperty name="height" value="0.05" units="cm"/>
    </inkml:brush>
  </inkml:definitions>
  <inkml:trace contextRef="#ctx0" brushRef="#br0">59 113 24575,'0'1'0,"0"0"0,1-1 0,-1 1 0,0 0 0,1-1 0,-1 1 0,1-1 0,-1 1 0,1 0 0,-1-1 0,1 1 0,0-1 0,-1 0 0,1 1 0,0-1 0,-1 1 0,1-1 0,0 0 0,-1 0 0,1 1 0,0-1 0,0 0 0,-1 0 0,1 0 0,0 0 0,1 0 0,22 2 0,-14-2 0,0-1 0,1-1 0,-1 0 0,10-3 0,-17 5 0,0-1 0,0 0 0,0 0 0,-1 0 0,1 0 0,0-1 0,-1 1 0,1-1 0,-1 0 0,0 1 0,1-1 0,-1 0 0,0 0 0,0-1 0,0 1 0,0 0 0,-1-1 0,3-3 0,-3 4 0,-1 0 0,0 0 0,1 0 0,-1 0 0,0 0 0,0 0 0,-1 0 0,1 0 0,0 0 0,-1 0 0,1 0 0,-1 0 0,1 0 0,-1 0 0,0 0 0,0 0 0,0 0 0,0 1 0,0-1 0,0 0 0,-1 1 0,1-1 0,-1 1 0,1 0 0,-1-1 0,-2-1 0,-1-1 0,0 1 0,0 0 0,0 0 0,-1 0 0,1 0 0,-1 1 0,-10-3 0,12 4 0,-1 0 0,1 0 0,0 1 0,0-1 0,-1 1 0,1 0 0,0 1 0,0-1 0,-1 1 0,1-1 0,0 1 0,0 1 0,0-1 0,0 1 0,0-1 0,0 1 0,0 0 0,-6 5 0,6-3 0,-1 0 0,2 0 0,-1 0 0,0 1 0,1 0 0,0-1 0,0 1 0,0 0 0,1 0 0,-1 1 0,1-1 0,-2 11 0,2-7 0,0 0 0,1 0 0,0 0 0,1 0 0,0 0 0,0-1 0,1 1 0,2 12 0,-1-15 0,-1 0 0,1 0 0,0 0 0,0 0 0,1 0 0,0-1 0,0 1 0,0-1 0,1 0 0,-1 0 0,9 9 0,-7-10-170,0 0-1,0-1 0,0 1 1,1-1-1,-1 0 0,1-1 1,11 5-1,10 0-6655</inkml:trace>
</inkml:ink>
</file>

<file path=ppt/ink/ink1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34.646"/>
    </inkml:context>
    <inkml:brush xml:id="br0">
      <inkml:brushProperty name="width" value="0.05" units="cm"/>
      <inkml:brushProperty name="height" value="0.05" units="cm"/>
    </inkml:brush>
  </inkml:definitions>
  <inkml:trace contextRef="#ctx0" brushRef="#br0">94 63 24575,'1'0'0,"0"0"0,0-1 0,0 1 0,1 0 0,-1-1 0,0 1 0,0 0 0,0-1 0,0 1 0,0-1 0,0 0 0,0 1 0,0-1 0,0 0 0,-1 1 0,1-1 0,0 0 0,0 0 0,0 0 0,-1 0 0,1 0 0,-1 0 0,1 0 0,-1 0 0,1 0 0,-1 0 0,1 0 0,-1 0 0,0 0 0,0 0 0,1 0 0,-1-1 0,0 1 0,0 0 0,0 0 0,0 0 0,0 0 0,-1-1 0,1 1 0,-1-2 0,1 2 0,0 0 0,0-1 0,-1 1 0,1 0 0,0 0 0,-1 0 0,1 0 0,-1-1 0,1 1 0,-1 0 0,1 0 0,-1 0 0,0 0 0,1 0 0,-1 0 0,0 0 0,0 1 0,0-1 0,0 0 0,0 0 0,0 1 0,0-1 0,0 0 0,0 1 0,0-1 0,0 1 0,-1 0 0,1-1 0,0 1 0,0 0 0,0 0 0,-1-1 0,1 1 0,0 0 0,0 0 0,-1 0 0,1 1 0,0-1 0,-2 0 0,-2 2 0,0 1 0,0-1 0,1 1 0,-1 0 0,1 0 0,-1 0 0,1 1 0,0-1 0,0 1 0,1 0 0,-1 0 0,1 0 0,0 1 0,0-1 0,0 1 0,1 0 0,-1 0 0,1 0 0,0 0 0,1 0 0,-2 8 0,2-9 0,0 0 0,0 0 0,1 0 0,0 0 0,0 0 0,0 0 0,0 0 0,0 0 0,1 0 0,0 0 0,0 0 0,0 0 0,0 0 0,1 0 0,-1-1 0,1 1 0,0-1 0,0 1 0,1-1 0,-1 0 0,1 0 0,-1 0 0,1 0 0,0 0 0,0 0 0,0-1 0,0 1 0,1-1 0,3 2 0,2 0-195,0-1 0,0 0 0,0-1 0,0 0 0,1 0 0,16 1 0,-1-2-6631</inkml:trace>
</inkml:ink>
</file>

<file path=ppt/ink/ink1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35.002"/>
    </inkml:context>
    <inkml:brush xml:id="br0">
      <inkml:brushProperty name="width" value="0.05" units="cm"/>
      <inkml:brushProperty name="height" value="0.05" units="cm"/>
    </inkml:brush>
  </inkml:definitions>
  <inkml:trace contextRef="#ctx0" brushRef="#br0">14 40 24575,'0'0'0,"0"-3"0,0 1 0,0-1 0,0 0 0,0 1 0,0-1 0,-1 0 0,1 1 0,-1-1 0,0 1 0,0-1 0,0 1 0,0-1 0,-1-2 0,-3 36 0,29 213 0,-16-191 0,13 89-1365,-19-123-5461</inkml:trace>
</inkml:ink>
</file>

<file path=ppt/ink/ink1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35.157"/>
    </inkml:context>
    <inkml:brush xml:id="br0">
      <inkml:brushProperty name="width" value="0.05" units="cm"/>
      <inkml:brushProperty name="height" value="0.05" units="cm"/>
    </inkml:brush>
  </inkml:definitions>
  <inkml:trace contextRef="#ctx0" brushRef="#br0">1 80 24575,'0'-3'0,"2"-2"0,4-1 0,2-2 0,4-2 0,3 1 0,4 2 0,6 0 0,7 1 0,4-1 0,1 0 0,-6 2-8191</inkml:trace>
</inkml:ink>
</file>

<file path=ppt/ink/ink1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35.439"/>
    </inkml:context>
    <inkml:brush xml:id="br0">
      <inkml:brushProperty name="width" value="0.05" units="cm"/>
      <inkml:brushProperty name="height" value="0.05" units="cm"/>
    </inkml:brush>
  </inkml:definitions>
  <inkml:trace contextRef="#ctx0" brushRef="#br0">1 3 24575,'0'-2'0,"0"1"0,0 4 0,0 5 0,0 7 0,2 8 0,2 7 0,1 5 0,0 5 0,0 1 0,1 3 0,0-1 0,-2-2 0,-1-3 0,-1-3 0,-1-6 0,-1-7-8191</inkml:trace>
</inkml:ink>
</file>

<file path=ppt/ink/ink1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35.700"/>
    </inkml:context>
    <inkml:brush xml:id="br0">
      <inkml:brushProperty name="width" value="0.05" units="cm"/>
      <inkml:brushProperty name="height" value="0.05" units="cm"/>
    </inkml:brush>
  </inkml:definitions>
  <inkml:trace contextRef="#ctx0" brushRef="#br0">14 289 24575,'-4'-15'0,"1"0"0,0 0 0,2 0 0,-1 0 0,2 0 0,0-1 0,1 1 0,0 0 0,5-16 0,-5 24 0,1 0 0,0 0 0,0 0 0,1 0 0,0 0 0,0 1 0,1-1 0,0 1 0,0 0 0,0 0 0,1 1 0,-1-1 0,12-8 0,-13 11 0,1 0 0,0 1 0,0 0 0,0-1 0,1 1 0,-1 1 0,0-1 0,1 1 0,-1 0 0,1 0 0,0 0 0,-1 0 0,1 1 0,-1 0 0,1 0 0,0 0 0,-1 0 0,1 1 0,0 0 0,-1 0 0,1 0 0,6 3 0,0 1 0,-1 1 0,1 0 0,-1 0 0,-1 1 0,1 0 0,-1 1 0,0 0 0,-1 0 0,0 1 0,0 0 0,-1 1 0,0 0 0,-1 0 0,0 0 0,9 22 0,-10-20 0,0 1 0,-1 0 0,0 0 0,-1 0 0,0 0 0,-1 1 0,-1-1 0,0 1 0,-1 0 0,0-1 0,-1 1 0,0-1 0,-7 24 0,5-29 18,0 0 0,0 0 0,-1-1 0,0 0 0,-1 1 0,1-2 0,-1 1 0,-1 0 0,1-1 0,-1 0 0,0 0 0,-1-1 0,1 0 0,-1 0 0,0 0 0,0-1 0,-1 0 0,-8 3 0,1-1-208,-1-1 0,1 0 1,-1-1-1,0-1 0,-1-1 1,1 0-1,0-1 1,-23-1-1,2-3-6636</inkml:trace>
</inkml:ink>
</file>

<file path=ppt/ink/ink1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36.196"/>
    </inkml:context>
    <inkml:brush xml:id="br0">
      <inkml:brushProperty name="width" value="0.05" units="cm"/>
      <inkml:brushProperty name="height" value="0.05" units="cm"/>
    </inkml:brush>
  </inkml:definitions>
  <inkml:trace contextRef="#ctx0" brushRef="#br0">20 213 24575,'-12'-79'0,"12"71"0,1 0 0,0-1 0,1 1 0,-1 0 0,2 0 0,-1 0 0,1 0 0,0 0 0,1 1 0,6-11 0,-9 16 0,0-1 0,1 1 0,-1 0 0,1-1 0,0 1 0,0 0 0,0 0 0,0 1 0,0-1 0,0 0 0,0 1 0,0-1 0,1 1 0,-1-1 0,1 1 0,-1 0 0,1 0 0,-1 0 0,1 1 0,0-1 0,-1 1 0,1-1 0,0 1 0,0 0 0,-1 0 0,1 0 0,0 0 0,-1 1 0,1-1 0,0 1 0,-1-1 0,1 1 0,0 0 0,-1 0 0,4 2 0,0 1 0,-1 0 0,0-1 0,0 2 0,0-1 0,0 1 0,0 0 0,-1 0 0,0 0 0,0 0 0,-1 1 0,1-1 0,-1 1 0,0 0 0,-1 0 0,0 0 0,0 1 0,0-1 0,0 0 0,-1 1 0,1 8 0,-1 1 0,0-1 0,-1 0 0,-1 0 0,0 0 0,-1 1 0,-1-1 0,-7 26 0,3-23 0,-1-1 0,-1 0 0,0 0 0,-1 0 0,0-1 0,-2-1 0,0 0 0,0 0 0,-2-2 0,0 1 0,0-2 0,-23 16 0,22-15 0,15-13 0,0 0 0,0 0 0,0 0 0,0 1 0,0-1 0,0 0 0,0 0 0,0 0 0,0 0 0,0 0 0,0 0 0,0 0 0,0 1 0,0-1 0,0 0 0,0 0 0,0 0 0,0 0 0,0 0 0,0 0 0,0 1 0,0-1 0,0 0 0,0 0 0,0 0 0,0 0 0,0 0 0,1 0 0,-1 0 0,0 0 0,0 1 0,0-1 0,0 0 0,0 0 0,0 0 0,0 0 0,0 0 0,0 0 0,1 0 0,-1 0 0,0 0 0,0 0 0,0 0 0,0 0 0,0 0 0,0 0 0,1 0 0,-1 0 0,0 0 0,0 0 0,0 0 0,0 0 0,0 0 0,0 0 0,0 0 0,1 0 0,32-5 0,-21 2 0,33-5 0,0 1 0,0 3 0,1 1 0,54 5 0,-67 3-1365,-9 1-5461</inkml:trace>
</inkml:ink>
</file>

<file path=ppt/ink/ink1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39.193"/>
    </inkml:context>
    <inkml:brush xml:id="br0">
      <inkml:brushProperty name="width" value="0.05" units="cm"/>
      <inkml:brushProperty name="height" value="0.05" units="cm"/>
    </inkml:brush>
  </inkml:definitions>
  <inkml:trace contextRef="#ctx0" brushRef="#br0">108 171 24575,'-10'-8'0,"13"21"0,-1-8 0,5 26 0,-2 1 0,0-1 0,-2 1 0,-2 45 0,1-6 0,3 74 0,-6 0 0,-36 253 0,32-365 0,-76 363 0,80-393 0,-4 25 0,5-28 0,0 1 0,0-1 0,0 0 0,0 1 0,0-1 0,0 0 0,0 0 0,0 1 0,0-1 0,0 0 0,0 1 0,1-1 0,-1 0 0,0 1 0,0-1 0,0 0 0,0 0 0,1 1 0,-1-1 0,0 0 0,0 0 0,1 1 0,-1-1 0,0 0 0,0 0 0,1 0 0,13-3 0,24-19 0,-26 14 0,1 1 0,0 0 0,1 0 0,16-5 0,2 4 0,0 2 0,0 0 0,52-1 0,101 8 0,-150 0 0,862 42-553,-207-8 180,186-15 1188,-867-20-788,-6 1-21,0-1 0,0 0 0,0 0 0,0 0 0,0 0 0,0 0 0,-1 0 0,1-1 0,0 0 0,0 1 0,0-1 0,-1 0 0,6-3 0,-9 3-6,1 0 0,-1-1 0,1 1 0,-1 0 0,0-1 0,1 1 0,-1 0 0,0 0 0,0 0 0,0 0 0,0 0 0,0 0 0,0 0 0,0 0 0,0 0 0,0 0 0,0 0 0,-2 0 0,0-1 0,-3-3 0,1 0 0,-1 0 0,1-1 0,0 0 0,0 0 0,1 0 0,0 0 0,0-1 0,0 0 0,1 0 0,0 0 0,0 0 0,1 0 0,0 0 0,0-1 0,1 1 0,-1-1 0,2 1 0,-1-1 0,2-9 0,-1-47 0,14-90 0,21-63 0,-24 157 0,62-307 0,-26 137 0,-46 225 0,7-38 0,6-79 0,-13 111 0,-1 0 0,-1-1 0,1 1 0,-2-1 0,0 1 0,0 0 0,-1 0 0,0 0 0,-1 0 0,0 0 0,-1 1 0,-7-13 0,10 21 0,1 1 0,-1-1 0,1 1 0,-1-1 0,0 1 0,0-1 0,1 1 0,-1 0 0,0 0 0,0 0 0,0 0 0,0 1 0,-1-1 0,1 0 0,0 1 0,0-1 0,-3 1 0,-42-1 0,30 2 0,-814 2 0,-216 4 0,490-1 0,550-6 0,0 1 0,1 0 0,-1 0 0,0 1 0,1 0 0,-13 5 0,12-4 0,0 0 0,0-1 0,0 0 0,0 0 0,-13 0 0,-69-2 0,-17 0 0,101 1 0,1 0 0,0 0 0,0 0 0,0 0 0,0 1 0,0 0 0,1-1 0,-1 1 0,0 1 0,1-1 0,-1 0 0,1 1 0,0 0 0,0 0 0,0 0 0,0 0 0,1 0 0,-1 1 0,1-1 0,-3 5 0,1-1 0,1 0 0,0 0 0,0 0 0,0 1 0,1-1 0,0 1 0,0 0 0,1 0 0,-1 13 0,2-16 0,0-1 0,-1 1 0,1-1 0,-1 1 0,0-1 0,0 0 0,0 0 0,-1 1 0,0-1 0,0 0 0,0 0 0,0-1 0,-5 8 0,5-9 0,-1 1 0,1-1 0,0 0 0,-1 0 0,1-1 0,-1 1 0,1 0 0,-1-1 0,0 0 0,0 1 0,1-1 0,-1 0 0,0-1 0,0 1 0,0 0 0,0-1 0,0 0 0,0 1 0,0-1 0,-6-1 0,6 0-57,-1 0 0,1 1 1,0 0-1,-1-1 0,1 1 0,0 0 0,-1 1 0,1-1 0,0 0 0,-1 1 0,1 0 1,0 0-1,0 0 0,-1 0 0,1 0 0,0 1 0,0 0 0,1-1 0,-1 1 1,0 0-1,0 0 0,1 0 0,-4 4 0,-2 4-6769</inkml:trace>
</inkml:ink>
</file>

<file path=ppt/ink/ink1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40.540"/>
    </inkml:context>
    <inkml:brush xml:id="br0">
      <inkml:brushProperty name="width" value="0.05" units="cm"/>
      <inkml:brushProperty name="height" value="0.05" units="cm"/>
    </inkml:brush>
  </inkml:definitions>
  <inkml:trace contextRef="#ctx0" brushRef="#br0">1 29 24575,'0'-3'0,"0"1"0,0-1 0,0 1 0,1 0 0,-1-1 0,1 1 0,-1 0 0,3-4 0,-3 6 0,0 0 0,0 0 0,0-1 0,0 1 0,0 0 0,1 0 0,-1 0 0,0-1 0,0 1 0,0 0 0,0 0 0,1 0 0,-1 0 0,0-1 0,0 1 0,1 0 0,-1 0 0,0 0 0,0 0 0,1 0 0,-1 0 0,0 0 0,0 0 0,1 0 0,-1 0 0,0 0 0,0 0 0,1 0 0,-1 0 0,10 10 0,-4 4 0,-1-1 0,-1 1 0,0 0 0,0 0 0,-2 0 0,2 28 0,-3-31 0,3 41 0,-3 0 0,-2-1 0,-12 85 0,10-121-1365,-1-3-5461</inkml:trace>
</inkml:ink>
</file>

<file path=ppt/ink/ink1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41.300"/>
    </inkml:context>
    <inkml:brush xml:id="br0">
      <inkml:brushProperty name="width" value="0.05" units="cm"/>
      <inkml:brushProperty name="height" value="0.05" units="cm"/>
    </inkml:brush>
  </inkml:definitions>
  <inkml:trace contextRef="#ctx0" brushRef="#br0">11 1 24575,'-10'2'0,"17"4"0,21 4 0,31-3 0,0-3 0,89-3 0,-67-2 0,1589 39-846,-861-20 1595,-803-19-741,0 1-1,0-1 1,0 0 0,0 0-1,0-1 1,0 0-1,-1 0 1,1 0 0,-1-1-1,1 0 1,5-3-1,6-4-1,-17 10-6,0 0 0,1 0 0,-1 0 0,0 0 0,0 0 0,1 0 0,-1 0 0,0 0 0,1 0 0,-1 0 0,0 0 0,0 0 0,1 0 0,-1 0 0,0 0 0,1 0 0,-1 0 0,0 0 0,0 1 0,1-1 0,-1 0 0,0 0 0,0 0 0,1 0 0,-1 1 0,0-1 0,0 0 0,0 0 0,1 0 0,-1 1 0,0-1 0,0 0 0,0 0 0,0 1 0,0-1 0,1 0 0,-1 0 0,0 1 0,0-1 0,0 0 0,0 1 0,0-1 0,0 0 0,0 0 0,0 1 0,0-1 0,0 0 0,0 1 0,0-1 0,0 0 0,0 0 0,0 1 0,-1-1 0,1 0 0,0 0 0,0 1 0,-3 21 0,2-21 0,-24 189 338,4-20-2041,17-148-5123</inkml:trace>
</inkml:ink>
</file>

<file path=ppt/ink/ink1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42.705"/>
    </inkml:context>
    <inkml:brush xml:id="br0">
      <inkml:brushProperty name="width" value="0.05" units="cm"/>
      <inkml:brushProperty name="height" value="0.05" units="cm"/>
    </inkml:brush>
  </inkml:definitions>
  <inkml:trace contextRef="#ctx0" brushRef="#br0">1 1 24575,'0'16'0,"-1"1"0,1 0 0,3 19 0,-2-32 0,-1 0 0,1 0 0,0 0 0,0-1 0,0 1 0,0 0 0,1-1 0,-1 1 0,1-1 0,0 0 0,0 0 0,0 1 0,1-1 0,-1 0 0,1-1 0,3 4 0,-4-5 0,0 0 0,0 0 0,0 0 0,0 0 0,0-1 0,0 1 0,0-1 0,1 1 0,-1-1 0,0 0 0,0 0 0,0 0 0,1 0 0,-1 0 0,0 0 0,0-1 0,0 1 0,1-1 0,-1 1 0,0-1 0,0 0 0,0 0 0,0 0 0,0 0 0,0 0 0,0 0 0,-1-1 0,1 1 0,0-1 0,1-1 0,7-7 0,0 0 0,-1 0 0,13-18 0,-17 21 0,19-21 0,-22 26 0,-3 4 0,-12 15 0,-45 46 0,58-63 0,0 0 0,0 0 0,-1 1 0,1-1 0,0 0 0,0 0 0,-1 1 0,1-1 0,0 0 0,-1 0 0,1 0 0,0 1 0,-1-1 0,1 0 0,0 0 0,-1 0 0,1 0 0,0 0 0,-1 0 0,1 0 0,0 0 0,-1 0 0,1 0 0,0 0 0,-1 0 0,1 0 0,0 0 0,-1 0 0,1 0 0,-1-1 0,-6-9 0,-2-24 0,7 24 0,-2 0 0,0 0 0,-10-16 0,0-1 0,13 27 0,2 8 0,7 12 0,-5-18 0,0 0 0,0 0 0,0 0 0,0 0 0,0-1 0,0 1 0,0-1 0,1 0 0,-1 0 0,1 0 0,-1 0 0,0-1 0,1 0 0,6 1 0,51-4 0,-56 2 0,0 0 0,1 0 0,-1 0 0,0-1 0,0 0 0,5-2 0,-47 0 0,32 4 31,0 0-170,1 0-1,-1 0 0,1 0 1,-1 1-1,1-1 0,-1 1 1,1 0-1,-1 1 1,-6 2-1,2 2-6686</inkml:trace>
</inkml:ink>
</file>

<file path=ppt/ink/ink1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43.017"/>
    </inkml:context>
    <inkml:brush xml:id="br0">
      <inkml:brushProperty name="width" value="0.05" units="cm"/>
      <inkml:brushProperty name="height" value="0.05" units="cm"/>
    </inkml:brush>
  </inkml:definitions>
  <inkml:trace contextRef="#ctx0" brushRef="#br0">1 1 24575,'2'0'0,"4"0"0,0 2 0,2 2 0,-1 1 0,1 1 0,0 1 0,-1 0 0,0 0 0,-1 3 0,-3 1 0,-3 1 0,-2-1-8191</inkml:trace>
</inkml:ink>
</file>

<file path=ppt/ink/ink1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44.344"/>
    </inkml:context>
    <inkml:brush xml:id="br0">
      <inkml:brushProperty name="width" value="0.05" units="cm"/>
      <inkml:brushProperty name="height" value="0.05" units="cm"/>
    </inkml:brush>
  </inkml:definitions>
  <inkml:trace contextRef="#ctx0" brushRef="#br0">0 1 24575,'1319'21'-1398,"13"1"-1270,-1302-22-1457</inkml:trace>
</inkml:ink>
</file>

<file path=ppt/ink/ink1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44.941"/>
    </inkml:context>
    <inkml:brush xml:id="br0">
      <inkml:brushProperty name="width" value="0.05" units="cm"/>
      <inkml:brushProperty name="height" value="0.05" units="cm"/>
    </inkml:brush>
  </inkml:definitions>
  <inkml:trace contextRef="#ctx0" brushRef="#br0">58 13 24575,'-2'-2'0,"-1"1"0,1-1 0,0 1 0,-1 0 0,1 0 0,-1 0 0,1 0 0,-1 0 0,1 1 0,-1-1 0,0 1 0,1 0 0,-1-1 0,0 1 0,1 1 0,-1-1 0,0 0 0,1 1 0,-1-1 0,-4 2 0,7-2 0,0 0 0,0 1 0,0-1 0,0 0 0,0 0 0,0 0 0,0 1 0,0-1 0,1 0 0,-1 0 0,0 0 0,0 1 0,0-1 0,0 0 0,0 0 0,0 0 0,0 0 0,0 1 0,0-1 0,1 0 0,-1 0 0,0 0 0,0 0 0,0 0 0,0 1 0,0-1 0,1 0 0,-1 0 0,0 0 0,0 0 0,0 0 0,1 0 0,-1 0 0,0 0 0,0 0 0,0 0 0,1 0 0,-1 0 0,0 0 0,0 0 0,0 0 0,1 0 0,10 4 0,18 2 0,0-2 0,1-1 0,-1-1 0,37-3 0,-13 1 0,1113 11-1130,-107-8 871,-745-3 91,-274 0-6466</inkml:trace>
</inkml:ink>
</file>

<file path=ppt/ink/ink1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45.589"/>
    </inkml:context>
    <inkml:brush xml:id="br0">
      <inkml:brushProperty name="width" value="0.05" units="cm"/>
      <inkml:brushProperty name="height" value="0.05" units="cm"/>
    </inkml:brush>
  </inkml:definitions>
  <inkml:trace contextRef="#ctx0" brushRef="#br0">1 1 24575,'0'2'0,"0"4"0,0 3 0,0 2 0,0 4 0,0 4 0,0 2 0,0 1 0,0 3 0,0 1 0,0-2 0,2-1 0,1-4 0,1-4-8191</inkml:trace>
</inkml:ink>
</file>

<file path=ppt/ink/ink1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46.248"/>
    </inkml:context>
    <inkml:brush xml:id="br0">
      <inkml:brushProperty name="width" value="0.05" units="cm"/>
      <inkml:brushProperty name="height" value="0.05" units="cm"/>
    </inkml:brush>
  </inkml:definitions>
  <inkml:trace contextRef="#ctx0" brushRef="#br0">19 15 24575,'192'-7'0,"-18"0"0,525 19 0,-685-11 0,23-2 0,-26 0 0,1 1 0,-1 0 0,0 1 0,0 0 0,14 4 0,-24-5 0,-1 0 0,1 0 0,-1 1 0,1-1 0,-1 1 0,1-1 0,-1 0 0,1 1 0,-1-1 0,1 1 0,-1-1 0,0 1 0,1-1 0,-1 1 0,0 0 0,1-1 0,-1 1 0,0-1 0,0 1 0,1 0 0,-1-1 0,0 1 0,0 0 0,0-1 0,0 1 0,0 0 0,0-1 0,0 1 0,0 0 0,0-1 0,0 1 0,0 0 0,-1-1 0,1 1 0,-1 0 0,-11 30 0,6-17 0,-4 30 0,8-31 0,-1 0 0,0 0 0,-1-1 0,-7 16 0,10-25 0,-1 0 0,0 0 0,0 0 0,0 0 0,0-1 0,0 1 0,0-1 0,-1 1 0,1-1 0,-1 0 0,0 0 0,1 0 0,-1 0 0,0 0 0,0-1 0,0 1 0,0-1 0,-1 0 0,1 0 0,0 0 0,-5 0 0,-42 3 0,-1-2 0,-91-8 0,88 2 0,-638-5 0,675 10 0,3-1 0,0 0 0,1 1 0,-1 1 0,-25 6 0,28-3-1365</inkml:trace>
</inkml:ink>
</file>

<file path=ppt/ink/ink1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46.684"/>
    </inkml:context>
    <inkml:brush xml:id="br0">
      <inkml:brushProperty name="width" value="0.05" units="cm"/>
      <inkml:brushProperty name="height" value="0.05" units="cm"/>
    </inkml:brush>
  </inkml:definitions>
  <inkml:trace contextRef="#ctx0" brushRef="#br0">0 0 24575,'0'2'0,"0"4"0,0 3 0,0 2 0,0 1 0,0 2 0,0 3 0,0 1 0,0 2 0,0 2 0,0 1 0,0-2 0,0 0 0,0-1 0,0-1 0,0-2 0,0-3-8191</inkml:trace>
</inkml:ink>
</file>

<file path=ppt/ink/ink1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47.337"/>
    </inkml:context>
    <inkml:brush xml:id="br0">
      <inkml:brushProperty name="width" value="0.05" units="cm"/>
      <inkml:brushProperty name="height" value="0.05" units="cm"/>
    </inkml:brush>
  </inkml:definitions>
  <inkml:trace contextRef="#ctx0" brushRef="#br0">71 0 24575,'197'13'0,"510"-11"0,-394-3 0,-240 4 0,-73-4 0,1 1 0,-1 0 0,1 0 0,-1 0 0,1 0 0,-1 0 0,1 0 0,-1 0 0,1 0 0,-1 1 0,1-1 0,-1 0 0,1 0 0,-1 0 0,1 0 0,-1 1 0,0-1 0,1 0 0,-1 0 0,1 1 0,-1-1 0,0 0 0,1 1 0,-1-1 0,0 0 0,1 1 0,-1-1 0,1 1 0,-12 7 0,-24 3 0,34-10 0,-6 0 0,0 1 0,0 0 0,0 1 0,1 0 0,-1 0 0,-6 4 0,11-5 0,-1 1 0,1-1 0,-1 0 0,1 1 0,0 0 0,0-1 0,0 1 0,0 0 0,0 0 0,1 0 0,-1 0 0,1 0 0,0 1 0,-1 6 0,0-2 0,-1 0 0,1 0 0,-1-1 0,-1 1 0,1-1 0,-1 1 0,-8 9 0,9-13 0,0 0 0,0-1 0,0 0 0,-1 1 0,0-1 0,1-1 0,-1 1 0,0-1 0,-1 1 0,1-1 0,0 0 0,0 0 0,-1-1 0,-7 2 0,-22 3 0,0-2 0,-54 1 0,-70-11 0,36 0 0,-480 4 0,521 7-1365,55-1-5461</inkml:trace>
</inkml:ink>
</file>

<file path=ppt/ink/ink1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47.677"/>
    </inkml:context>
    <inkml:brush xml:id="br0">
      <inkml:brushProperty name="width" value="0.05" units="cm"/>
      <inkml:brushProperty name="height" value="0.05" units="cm"/>
    </inkml:brush>
  </inkml:definitions>
  <inkml:trace contextRef="#ctx0" brushRef="#br0">0 6 24575,'0'-2'0,"3"-1"0,0 2 0,2 4 0,1 4 0,-1 3 0,1 2 0,-1 4 0,-1 2 0,-1 2 0,-1 0 0,-1 0 0,0-2 0,-1-2 0,-1-2-8191</inkml:trace>
</inkml:ink>
</file>

<file path=ppt/ink/ink1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48.266"/>
    </inkml:context>
    <inkml:brush xml:id="br0">
      <inkml:brushProperty name="width" value="0.05" units="cm"/>
      <inkml:brushProperty name="height" value="0.05" units="cm"/>
    </inkml:brush>
  </inkml:definitions>
  <inkml:trace contextRef="#ctx0" brushRef="#br0">304 43 24575,'1'-1'0,"-1"1"0,0-1 0,0 1 0,0-1 0,0 1 0,1-1 0,-1 1 0,0-1 0,0 1 0,1 0 0,-1-1 0,0 1 0,1-1 0,-1 1 0,0 0 0,1-1 0,-1 1 0,0 0 0,1 0 0,-1-1 0,1 1 0,-1 0 0,1 0 0,-1 0 0,1-1 0,-1 1 0,1 0 0,17-3 0,-12 2 0,102-13 0,0 4 0,130 6 0,216 36 0,-204-8 0,-247-24 0,0 1 0,0-1 0,0 1 0,0-1 0,0 1 0,0 0 0,0 0 0,0 0 0,-1 1 0,4 1 0,-5-3 0,-1 1 0,1-1 0,-1 1 0,1-1 0,-1 0 0,0 1 0,1-1 0,-1 1 0,0-1 0,1 1 0,-1-1 0,0 1 0,0-1 0,0 1 0,1-1 0,-1 1 0,0 0 0,0-1 0,0 1 0,0-1 0,0 1 0,0 0 0,0 0 0,-1 1 0,1-1 0,-1 0 0,1 0 0,-1 1 0,0-1 0,1 0 0,-1 0 0,0 0 0,0 0 0,0 0 0,0 0 0,-2 1 0,-16 15 0,8-7 0,0 0 0,-14 17 0,21-22 0,0 0 0,1 1 0,0-1 0,0 1 0,1-1 0,-1 1 0,1 0 0,1 0 0,-3 8 0,2 4 0,1-12 0,0 0 0,0 0 0,0 0 0,-1 0 0,-3 7 0,5-11 0,-1-1 0,0 1 0,0 0 0,-1-1 0,1 0 0,0 1 0,0-1 0,-1 0 0,1 1 0,0-1 0,-1 0 0,0 0 0,1 0 0,-1 0 0,1-1 0,-1 1 0,0 0 0,0-1 0,0 1 0,1-1 0,-4 1 0,-29 2 0,1-2 0,-42-4 0,30 1 0,-904-13 0,769 15-1365,113 1-5461</inkml:trace>
</inkml:ink>
</file>

<file path=ppt/ink/ink1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49.179"/>
    </inkml:context>
    <inkml:brush xml:id="br0">
      <inkml:brushProperty name="width" value="0.05" units="cm"/>
      <inkml:brushProperty name="height" value="0.05" units="cm"/>
    </inkml:brush>
  </inkml:definitions>
  <inkml:trace contextRef="#ctx0" brushRef="#br0">1 12 24575,'2'0'0,"1"-2"0,0-4 0,0 2 0,-1 4 0,-1 5 0,-1 3 0,1 6 0,-1 4 0,2 7 0,1 4 0,0 4 0,-1-3-8191</inkml:trace>
</inkml:ink>
</file>

<file path=ppt/ink/ink1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49.725"/>
    </inkml:context>
    <inkml:brush xml:id="br0">
      <inkml:brushProperty name="width" value="0.05" units="cm"/>
      <inkml:brushProperty name="height" value="0.05" units="cm"/>
    </inkml:brush>
  </inkml:definitions>
  <inkml:trace contextRef="#ctx0" brushRef="#br0">0 1 24575,'3'0'0,"0"2"0,0 4 0,-1 2 0,0 3 0,-1 2 0,-1 3 0,0 4 0,0 1 0,0 1 0,0-2-8191</inkml:trace>
</inkml:ink>
</file>

<file path=ppt/ink/ink1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50.226"/>
    </inkml:context>
    <inkml:brush xml:id="br0">
      <inkml:brushProperty name="width" value="0.05" units="cm"/>
      <inkml:brushProperty name="height" value="0.05" units="cm"/>
    </inkml:brush>
  </inkml:definitions>
  <inkml:trace contextRef="#ctx0" brushRef="#br0">0 30 24575,'0'-2'0,"0"-4"0,3-2 0,2-1 0,1 4 0,0 6 0,-2 4 0,-1 6 0,-2 7 0,-2 7 0,-2-1-8191</inkml:trace>
</inkml:ink>
</file>

<file path=ppt/ink/ink1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52.601"/>
    </inkml:context>
    <inkml:brush xml:id="br0">
      <inkml:brushProperty name="width" value="0.05" units="cm"/>
      <inkml:brushProperty name="height" value="0.05" units="cm"/>
    </inkml:brush>
  </inkml:definitions>
  <inkml:trace contextRef="#ctx0" brushRef="#br0">1 71 24575,'0'1'0,"0"-1"0,1 1 0,-1 0 0,1-1 0,-1 1 0,1-1 0,-1 1 0,1 0 0,-1-1 0,1 1 0,-1-1 0,1 0 0,0 1 0,-1-1 0,1 1 0,0-1 0,-1 0 0,1 1 0,0-1 0,0 0 0,-1 0 0,1 0 0,0 0 0,0 1 0,-1-1 0,1 0 0,1 0 0,24 1 0,-25-1 0,226-15 0,-87 2 0,1406-41 0,-1194 54 0,-336 1 0,31 5 0,2 1 0,-62-7 160,3 0-541,-1 0-1,1-1 1,-17-4 0,17 2-6445</inkml:trace>
</inkml:ink>
</file>

<file path=ppt/ink/ink1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52.884"/>
    </inkml:context>
    <inkml:brush xml:id="br0">
      <inkml:brushProperty name="width" value="0.05" units="cm"/>
      <inkml:brushProperty name="height" value="0.05" units="cm"/>
    </inkml:brush>
  </inkml:definitions>
  <inkml:trace contextRef="#ctx0" brushRef="#br0">114 16 24575,'-57'-13'0,"51"12"0,-23 0 0,28 1 0,0 0 0,0 0 0,0 0 0,-1 0 0,1 0 0,0 0 0,0 0 0,0 1 0,0-1 0,0 1 0,0-1 0,-1 1 0,1-1 0,0 1 0,0-1 0,1 1 0,-1 0 0,-2 1 0,3-2 0,0 1 0,0-1 0,0 1 0,0 0 0,0-1 0,0 1 0,0-1 0,0 1 0,0-1 0,0 1 0,1-1 0,-1 1 0,0-1 0,0 1 0,0-1 0,1 1 0,-1-1 0,0 1 0,1-1 0,-1 0 0,0 1 0,1-1 0,-1 1 0,0-1 0,1 0 0,-1 1 0,1-1 0,-1 0 0,2 1 0,13 9 0,-15-10 0,81 37 0,11 7 0,-81-38 0,-1 0 0,0 1 0,0 0 0,-1 1 0,0 0 0,10 12 0,-17-18 11,0 0 0,-1 0 0,1 0 0,-1 0 0,1 1 0,-1-1 0,0 1 0,0-1 0,0 1 0,0-1 0,0 1 0,-1 0 0,1-1 0,-1 1 0,0 0 0,1-1 0,-1 1 0,0 0 0,-1 0 0,1-1 0,0 1 1,-1 0-1,0-1 0,0 1 0,1 0 0,-1-1 0,-1 1 0,1-1 0,0 0 0,-3 4 0,-3 3-255,0-1 0,-1 0 0,0 0 0,0-1 1,-1 0-1,-10 7 0,-28 16-6582</inkml:trace>
</inkml:ink>
</file>

<file path=ppt/ink/ink1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54.969"/>
    </inkml:context>
    <inkml:brush xml:id="br0">
      <inkml:brushProperty name="width" value="0.05" units="cm"/>
      <inkml:brushProperty name="height" value="0.05" units="cm"/>
    </inkml:brush>
  </inkml:definitions>
  <inkml:trace contextRef="#ctx0" brushRef="#br0">0 0 24575,'2'3'0,"-1"-1"0,1 0 0,-1 0 0,1 0 0,0 0 0,0 0 0,0 0 0,0 0 0,0-1 0,0 1 0,1-1 0,3 3 0,0 0 0,32 19 0,0-1 0,63 25 0,-25-13 0,346 150 0,-77-37 0,153 96 0,225 98 0,-558-274 0,317 140 0,-411-170 0,-71-37 5,0 0 1,0 0-1,0 0 0,0 0 0,0 0 0,0-1 0,0 1 1,0 0-1,0 0 0,0 0 0,-1 0 0,1 0 1,0 0-1,0-1 0,0 1 0,0 0 0,0 0 0,0 0 1,0 0-1,0 0 0,0 0 0,0-1 0,0 1 1,1 0-1,-1 0 0,0 0 0,0 0 0,0 0 0,0-1 1,0 1-1,0 0 0,0 0 0,0 0 0,0 0 0,0 0 1,0 0-1,1 0 0,-1 0 0,0 0 0,0-1 1,0 1-1,0 0 0,0 0 0,0 0 0,0 0 0,1 0 1,-1 0-1,0 0 0,0 0 0,0 0 0,0 0 0,0 0 1,1 0-1,-1 0 0,0 0 0,0 0 0,0 0 1,0 0-1,0 0 0,0 0 0,1 0 0,-9-14-729,7 11-238,-5-7-5864</inkml:trace>
</inkml:ink>
</file>

<file path=ppt/ink/ink1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1:59:55.419"/>
    </inkml:context>
    <inkml:brush xml:id="br0">
      <inkml:brushProperty name="width" value="0.05" units="cm"/>
      <inkml:brushProperty name="height" value="0.05" units="cm"/>
    </inkml:brush>
  </inkml:definitions>
  <inkml:trace contextRef="#ctx0" brushRef="#br0">92 28 24575,'0'-4'0,"0"3"0,0 1 0,-1-1 0,1 0 0,0 1 0,0-1 0,0 0 0,0 0 0,0 1 0,0-1 0,1 0 0,-1 1 0,0-1 0,0 0 0,0 0 0,1 1 0,-1-1 0,0 1 0,1-1 0,-1 0 0,1 1 0,-1-1 0,0 1 0,1-1 0,-1 1 0,1-1 0,0 1 0,-1-1 0,1 1 0,-1-1 0,1 1 0,0 0 0,-1 0 0,1-1 0,0 1 0,-1 0 0,1 0 0,0-1 0,-1 1 0,2 0 0,1 0 0,-1-1 0,1 1 0,0-1 0,-1 1 0,1 0 0,-1 0 0,1 0 0,-1 0 0,1 1 0,0-1 0,-1 1 0,1-1 0,-1 1 0,1 0 0,-1 0 0,3 1 0,-1 1 0,1 0 0,-1 0 0,0 0 0,0 1 0,0 0 0,-1-1 0,6 7 0,1 6 0,0 0 0,0 0 0,8 23 0,-18-38 0,10 21 0,-1 1 0,-1 1 0,-2-1 0,0 1 0,-1 0 0,-2 0 0,0 1 0,-2 37 0,-1-61 0,0 0 0,0 0 0,-1 0 0,1 0 0,0 0 0,-1 0 0,1 0 0,-1 0 0,0 0 0,1 0 0,-1-1 0,0 1 0,1 0 0,-1-1 0,0 1 0,0 0 0,1-1 0,-1 1 0,0-1 0,0 1 0,0-1 0,0 1 0,0-1 0,0 0 0,0 1 0,0-1 0,0 0 0,-2 0 0,-38 5 0,18-3 0,-117 34-501,120-31-363,-23 7-5962</inkml:trace>
</inkml:ink>
</file>

<file path=ppt/ink/ink1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25.813"/>
    </inkml:context>
    <inkml:brush xml:id="br0">
      <inkml:brushProperty name="width" value="0.05" units="cm"/>
      <inkml:brushProperty name="height" value="0.05" units="cm"/>
    </inkml:brush>
  </inkml:definitions>
  <inkml:trace contextRef="#ctx0" brushRef="#br0">0 44 24575,'3'0'0,"2"0"0,4 0 0,4 0 0,6 0 0,3-3 0,4 0 0,1-2 0,1-1 0,4 1 0,-2-1 0,-2 1 0,-2 1 0,-4 1 0,-3 1 0,-4 1-8191</inkml:trace>
</inkml:ink>
</file>

<file path=ppt/ink/ink1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26.061"/>
    </inkml:context>
    <inkml:brush xml:id="br0">
      <inkml:brushProperty name="width" value="0.05" units="cm"/>
      <inkml:brushProperty name="height" value="0.05" units="cm"/>
    </inkml:brush>
  </inkml:definitions>
  <inkml:trace contextRef="#ctx0" brushRef="#br0">23 4 24575,'0'-2'0,"0"1"0,0 3 0,0 7 0,0 4 0,0 4 0,0 2 0,0 2 0,0 3 0,0-1 0,0-2 0,-3 1 0,0-1 0,0-3 0,-1 0 0,-1-3 0,1-2-8191</inkml:trace>
</inkml:ink>
</file>

<file path=ppt/ink/ink1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26.218"/>
    </inkml:context>
    <inkml:brush xml:id="br0">
      <inkml:brushProperty name="width" value="0.05" units="cm"/>
      <inkml:brushProperty name="height" value="0.05" units="cm"/>
    </inkml:brush>
  </inkml:definitions>
  <inkml:trace contextRef="#ctx0" brushRef="#br0">44 0 24575,'0'3'0,"0"2"0,0 4 0,-2 4 0,-4 3 0,-2 3 0,-1 4 0,-1-1 0,2-3-8191</inkml:trace>
</inkml:ink>
</file>

<file path=ppt/ink/ink1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26.429"/>
    </inkml:context>
    <inkml:brush xml:id="br0">
      <inkml:brushProperty name="width" value="0.05" units="cm"/>
      <inkml:brushProperty name="height" value="0.05" units="cm"/>
    </inkml:brush>
  </inkml:definitions>
  <inkml:trace contextRef="#ctx0" brushRef="#br0">1 4 24575,'0'-2'0,"2"1"0,4 3 0,2 5 0,6 4 0,4 7 0,4 3 0,4 7 0,4 3 0,1 0 0,1 1 0,-5-6-8191</inkml:trace>
</inkml:ink>
</file>

<file path=ppt/ink/ink1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29.785"/>
    </inkml:context>
    <inkml:brush xml:id="br0">
      <inkml:brushProperty name="width" value="0.05" units="cm"/>
      <inkml:brushProperty name="height" value="0.05" units="cm"/>
    </inkml:brush>
  </inkml:definitions>
  <inkml:trace contextRef="#ctx0" brushRef="#br0">0 27 24575,'10'-13'0,"0"-1"0,-5 17 0,-3 12 0,3 31 77,6 83 161,-10-107-658,-2-1 0,0 0 0,-9 42 0,4-41-6406</inkml:trace>
</inkml:ink>
</file>

<file path=ppt/ink/ink1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30.158"/>
    </inkml:context>
    <inkml:brush xml:id="br0">
      <inkml:brushProperty name="width" value="0.05" units="cm"/>
      <inkml:brushProperty name="height" value="0.05" units="cm"/>
    </inkml:brush>
  </inkml:definitions>
  <inkml:trace contextRef="#ctx0" brushRef="#br0">16 83 24575,'-1'0'0,"1"0"0,-1 0 0,1 0 0,-1 0 0,0 0 0,1-1 0,-1 1 0,1 0 0,-1 0 0,0 0 0,1-1 0,-1 1 0,1 0 0,-1 0 0,1-1 0,-1 1 0,1 0 0,-1-1 0,1 1 0,-1-1 0,1 1 0,-1-1 0,1 1 0,0-1 0,-1 1 0,1-1 0,0 1 0,0-1 0,-1 1 0,1-1 0,0 1 0,0-1 0,0 0 0,0 1 0,-1-1 0,1 0 0,0 1 0,0-1 0,0 1 0,0-1 0,1 0 0,-1 1 0,0-1 0,0 1 0,0-1 0,0 0 0,1 1 0,-1-1 0,0 1 0,0-1 0,1 1 0,-1-1 0,0 1 0,1-1 0,-1 1 0,1-1 0,-1 1 0,1 0 0,-1-1 0,1 1 0,-1-1 0,1 1 0,0 0 0,11-5 0,1 1 0,0 1 0,-1 1 0,1-1 0,24 1 0,-10-1 0,251-5 0,-252 6 0,-25 2 0,-1 0 0,1 0 0,0-1 0,0 1 0,0 0 0,0 0 0,0-1 0,-1 1 0,1 0 0,0-1 0,0 1 0,-1 0 0,1-1 0,0 1 0,0-1 0,-1 0 0,1 1 0,-1-1 0,1 1 0,0-1 0,-1 0 0,1 0 0,-1 1 0,0-1 0,1 0 0,0-1 0,-2 2 0,1-1 0,0 1 0,0-1 0,0 1 0,0-1 0,-1 1 0,1-1 0,0 1 0,-1-1 0,1 1 0,0 0 0,-1-1 0,1 1 0,0 0 0,-1-1 0,1 1 0,-1 0 0,1-1 0,-1 1 0,1 0 0,-1 0 0,1-1 0,-1 1 0,1 0 0,-1 0 0,1 0 0,-1 0 0,1 0 0,-1 0 0,1 0 0,-1 0 0,1 0 0,-1 0 0,1 0 0,-1 0 0,0 1 0,-21 1 0,22-2 0,-91 24-1365,67-18-5461</inkml:trace>
</inkml:ink>
</file>

<file path=ppt/ink/ink1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30.391"/>
    </inkml:context>
    <inkml:brush xml:id="br0">
      <inkml:brushProperty name="width" value="0.05" units="cm"/>
      <inkml:brushProperty name="height" value="0.05" units="cm"/>
    </inkml:brush>
  </inkml:definitions>
  <inkml:trace contextRef="#ctx0" brushRef="#br0">0 42 24575,'12'-13'0,"-11"11"0,1 0 0,-1 0 0,1 0 0,-1 0 0,1 0 0,0 1 0,0-1 0,0 0 0,0 1 0,0 0 0,0-1 0,0 1 0,0 0 0,0 0 0,1 0 0,-1 1 0,0-1 0,1 0 0,-1 1 0,1-1 0,-1 1 0,1 0 0,-1 0 0,0 0 0,4 1 0,-2 0 0,-1 0 0,1 0 0,-1 1 0,1-1 0,-1 1 0,0 0 0,0 0 0,1 0 0,-2 1 0,1-1 0,0 1 0,2 3 0,31 39 0,-24-29 0,0 2-273,0 0 0,-2 1 0,0 0 0,11 34 0,-13-32-6553</inkml:trace>
</inkml:ink>
</file>

<file path=ppt/ink/ink1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30.697"/>
    </inkml:context>
    <inkml:brush xml:id="br0">
      <inkml:brushProperty name="width" value="0.05" units="cm"/>
      <inkml:brushProperty name="height" value="0.05" units="cm"/>
    </inkml:brush>
  </inkml:definitions>
  <inkml:trace contextRef="#ctx0" brushRef="#br0">314 7 24575,'2'-3'0,"-1"0"0,-3 2 0,-4 7 0,-6 4 0,-5 5 0,-5 5 0,-3 7 0,-5 5 0,-2 4 0,-3 4 0,1 0 0,-3-1 0,2 2 0,6-8-8191</inkml:trace>
</inkml:ink>
</file>

<file path=ppt/ink/ink1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27.260"/>
    </inkml:context>
    <inkml:brush xml:id="br0">
      <inkml:brushProperty name="width" value="0.05" units="cm"/>
      <inkml:brushProperty name="height" value="0.05" units="cm"/>
    </inkml:brush>
  </inkml:definitions>
  <inkml:trace contextRef="#ctx0" brushRef="#br0">30 0 24575,'-1'0'0,"-1"0"0,1 1 0,0-1 0,0 0 0,-1 1 0,1-1 0,0 1 0,0-1 0,0 1 0,0-1 0,0 1 0,0 0 0,0 0 0,0 0 0,0-1 0,0 1 0,0 0 0,1 0 0,-1 0 0,0 0 0,0 0 0,1 1 0,-1-1 0,1 0 0,-1 0 0,1 0 0,0 0 0,-1 1 0,1-1 0,0 0 0,0 2 0,-2 7 0,1 0 0,1-1 0,0 12 0,0-9 0,1 406-1365,-1-395-5461</inkml:trace>
</inkml:ink>
</file>

<file path=ppt/ink/ink1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27.615"/>
    </inkml:context>
    <inkml:brush xml:id="br0">
      <inkml:brushProperty name="width" value="0.05" units="cm"/>
      <inkml:brushProperty name="height" value="0.05" units="cm"/>
    </inkml:brush>
  </inkml:definitions>
  <inkml:trace contextRef="#ctx0" brushRef="#br0">28 85 24575,'-22'0'0,"17"0"0,16 0 0,20 0 0,148-5 0,-154 3 0,-1-2 0,1 0 0,-1-2 0,1 0 0,24-12 0,-30 5 0,-18 13 0,-1 0 0,0-1 0,1 1 0,-1-1 0,0 1 0,1-1 0,-1 0 0,0 1 0,0-1 0,1 1 0,-1-1 0,0 1 0,0-1 0,0 0 0,0 1 0,0-1 0,0 1 0,0-1 0,0 1 0,0-1 0,0-1 0,-1 1 0,0 0 0,0 0 0,0 0 0,0 0 0,0 0 0,0 0 0,0 0 0,0 1 0,0-1 0,0 0 0,-1 1 0,1-1 0,0 0 0,0 1 0,-1 0 0,1-1 0,-1 1 0,1 0 0,0-1 0,-1 1 0,1 0 0,0 0 0,-1 0 0,1 0 0,-2 1 0,-10 0 0,0 1 0,0 1 0,1 0 0,-1 1 0,-22 10 0,-14 4 0,-4-3-1365,30-10-5461</inkml:trace>
</inkml:ink>
</file>

<file path=ppt/ink/ink1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27.802"/>
    </inkml:context>
    <inkml:brush xml:id="br0">
      <inkml:brushProperty name="width" value="0.05" units="cm"/>
      <inkml:brushProperty name="height" value="0.05" units="cm"/>
    </inkml:brush>
  </inkml:definitions>
  <inkml:trace contextRef="#ctx0" brushRef="#br0">0 64 24575,'3'-2'0,"2"-4"0,4-2 0,4-3 0,3-2 0,3 2 0,1 2 0,2 5 0,0 6 0,0 7 0,2 10 0,1 8 0,-1 6 0,0 6 0,-2 3 0,-1-1 0,-3-1 0,-5-6-8191</inkml:trace>
</inkml:ink>
</file>

<file path=ppt/ink/ink1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31.611"/>
    </inkml:context>
    <inkml:brush xml:id="br0">
      <inkml:brushProperty name="width" value="0.05" units="cm"/>
      <inkml:brushProperty name="height" value="0.05" units="cm"/>
    </inkml:brush>
  </inkml:definitions>
  <inkml:trace contextRef="#ctx0" brushRef="#br0">1 18 24575,'-1'-1'0,"1"0"0,0 1 0,0-1 0,0 1 0,0-1 0,0 0 0,0 1 0,0-1 0,1 0 0,-1 1 0,0-1 0,0 1 0,0-1 0,0 1 0,1-1 0,-1 0 0,0 1 0,1-1 0,-1 1 0,0-1 0,1 1 0,-1 0 0,1-1 0,-1 1 0,1-1 0,-1 1 0,1 0 0,-1-1 0,1 1 0,-1 0 0,1-1 0,-1 1 0,1 0 0,0 0 0,-1 0 0,1 0 0,-1 0 0,1-1 0,0 1 0,-1 0 0,1 0 0,-1 0 0,1 0 0,0 1 0,-1-1 0,1 0 0,0 0 0,1 1 0,0-1 0,-1 1 0,1 0 0,0 0 0,-1-1 0,1 1 0,-1 0 0,1 0 0,-1 0 0,0 1 0,1-1 0,-1 0 0,0 0 0,0 1 0,0-1 0,1 2 0,4 11 0,-1 0 0,-1 0 0,0 0 0,-1 1 0,0 0 0,0 19 0,-2 94 0,-3-78 0,2-24-1365,0-5-5461</inkml:trace>
</inkml:ink>
</file>

<file path=ppt/ink/ink1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31.981"/>
    </inkml:context>
    <inkml:brush xml:id="br0">
      <inkml:brushProperty name="width" value="0.05" units="cm"/>
      <inkml:brushProperty name="height" value="0.05" units="cm"/>
    </inkml:brush>
  </inkml:definitions>
  <inkml:trace contextRef="#ctx0" brushRef="#br0">0 124 24575,'17'0'0,"169"-4"0,-144 2 0,0-3 0,75-17 0,-109 20 0,1-1 0,-1-1 0,0 1 0,0-1 0,11-7 0,-18 10 0,0 1 0,0-1 0,0 0 0,0 1 0,0-1 0,0 0 0,0 0 0,0 0 0,0 0 0,0 0 0,0 0 0,-1 0 0,1 0 0,0 0 0,-1 0 0,1 0 0,-1 0 0,1-1 0,-1 1 0,0 0 0,1 0 0,-1 0 0,0-1 0,0 1 0,0 0 0,0 0 0,0-1 0,0 1 0,0 0 0,0 0 0,-1-1 0,1 1 0,0 0 0,-1 0 0,1 0 0,-1-1 0,1 1 0,-1 0 0,0 0 0,1 0 0,-1 0 0,0 0 0,0 0 0,0 0 0,0 1 0,0-1 0,-2-1 0,2 0 0,-1 1 0,1 0 0,-1 0 0,0 0 0,1 0 0,-1 0 0,0 0 0,0 0 0,0 1 0,0-1 0,0 1 0,0-1 0,0 1 0,0 0 0,0-1 0,0 1 0,-2 1 0,0-1 0,0 1 0,0 0 0,0 0 0,1 0 0,-1 1 0,1-1 0,-1 1 0,-4 3 0,-6 4 0,1 2 0,0-1 0,-15 18 0,16-16 0,-19 17-682,-41 28-1,48-40-6143</inkml:trace>
</inkml:ink>
</file>

<file path=ppt/ink/ink1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32.197"/>
    </inkml:context>
    <inkml:brush xml:id="br0">
      <inkml:brushProperty name="width" value="0.05" units="cm"/>
      <inkml:brushProperty name="height" value="0.05" units="cm"/>
    </inkml:brush>
  </inkml:definitions>
  <inkml:trace contextRef="#ctx0" brushRef="#br0">183 6 24575,'2'-2'0,"-1"-1"0,-3 2 0,-7 4 0,-4 6 0,-4 7 0,-2 4 0,-2 5 0,0 5 0,1 1 0,1 1 0,2 0 0,2-3 0,3-7-8191</inkml:trace>
</inkml:ink>
</file>

<file path=ppt/ink/ink1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32.476"/>
    </inkml:context>
    <inkml:brush xml:id="br0">
      <inkml:brushProperty name="width" value="0.05" units="cm"/>
      <inkml:brushProperty name="height" value="0.05" units="cm"/>
    </inkml:brush>
  </inkml:definitions>
  <inkml:trace contextRef="#ctx0" brushRef="#br0">1 1 24575,'2'0'0,"6"2"0,6 4 0,8 5 0,7 3 0,6 2 0,5 2 0,4 2 0,2 1 0,1 0 0,-1-2 0,-8-3-8191</inkml:trace>
</inkml:ink>
</file>

<file path=ppt/ink/ink1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38.590"/>
    </inkml:context>
    <inkml:brush xml:id="br0">
      <inkml:brushProperty name="width" value="0.05" units="cm"/>
      <inkml:brushProperty name="height" value="0.05" units="cm"/>
    </inkml:brush>
  </inkml:definitions>
  <inkml:trace contextRef="#ctx0" brushRef="#br0">194 267 24575,'-9'41'0,"10"-19"0,2 27 0,-1 0 0,-3 0 0,-12 82 0,9-109 0,3-14 0,0 0 0,0 0 0,-1 0 0,-1 0 0,-3 8 0,6-16 0,0 0 0,0 0 0,0 0 0,0 0 0,0 0 0,0 0 0,0 0 0,0 0 0,0 0 0,0 1 0,0-1 0,0 0 0,0 0 0,0 0 0,0 0 0,0 0 0,0 0 0,0 0 0,0 0 0,0 0 0,0 0 0,0 0 0,-1 0 0,1 0 0,0 0 0,0 1 0,0-1 0,0 0 0,0 0 0,0 0 0,0 0 0,0 0 0,0 0 0,0 0 0,0 0 0,-1 0 0,1 0 0,0 0 0,0 0 0,0 0 0,0 0 0,0 0 0,0 0 0,0 0 0,0 0 0,0 0 0,0 0 0,0 0 0,-1 0 0,1-1 0,0 1 0,0 0 0,0 0 0,0 0 0,0 0 0,0 0 0,0 0 0,0 0 0,0 0 0,0 0 0,0 0 0,0 0 0,0 0 0,0 0 0,0-1 0,-3-8 0,1-13 0,1-31 0,3 0 0,2 0 0,2 0 0,2 1 0,3 0 0,2 1 0,3 0 0,1 1 0,26-52 0,-43 102 0,31-52 0,-30 49 0,1 1 0,0 0 0,0-1 0,0 1 0,0 0 0,0 0 0,0 0 0,1 0 0,-1 0 0,1 0 0,-1 1 0,1-1 0,0 1 0,-1 0 0,1 0 0,0 0 0,3-1 0,-4 3 0,0-1 0,0 0 0,0 1 0,0-1 0,0 1 0,-1 0 0,1-1 0,0 1 0,0 0 0,-1 0 0,1 0 0,-1 0 0,1 0 0,-1 1 0,1-1 0,-1 0 0,0 1 0,1-1 0,-1 1 0,0 0 0,0-1 0,0 1 0,0 0 0,0 2 0,4 6 0,-1 0 0,6 21 0,-6-12 0,-1 0 0,0 0 0,-1 1 0,-1 0 0,-1-1 0,-1 1 0,-1-1 0,0 1 0,-2-1 0,0 0 0,-1 0 0,-1 0 0,-1-1 0,0 0 0,-2 0 0,-18 31 0,18-35 0,-1 0 0,-1 0 0,0-1 0,0 0 0,-1-1 0,-1-1 0,0 1 0,-1-2 0,0 0 0,0-1 0,-1 0 0,0-1 0,-1-1 0,0 0 0,0-1 0,0-1 0,-1-1 0,1 0 0,-26 2 0,39-6 0,-1 1 0,1-1 0,0-1 0,0 1 0,0 0 0,0-1 0,0 0 0,0 1 0,-5-3 0,8 2 0,0 1 0,-1 0 0,1 0 0,0 0 0,0 0 0,-1-1 0,1 1 0,0 0 0,0 0 0,-1 0 0,1-1 0,0 1 0,0 0 0,0-1 0,-1 1 0,1 0 0,0 0 0,0-1 0,0 1 0,0 0 0,0-1 0,0 1 0,-1 0 0,1-1 0,0 1 0,0 0 0,0-1 0,0 1 0,0 0 0,1-1 0,-1 0 0,0 0 0,1 0 0,0 0 0,0 0 0,0 0 0,0 0 0,0 0 0,0 0 0,0 0 0,0 0 0,0 0 0,0 0 0,3-1 0,3-2 0,1 1 0,-1-1 0,1 1 0,1 0 0,-1 1 0,0 0 0,0 0 0,1 1 0,-1 0 0,1 1 0,-1-1 0,1 2 0,-1-1 0,1 1 0,-1 1 0,0-1 0,1 1 0,-1 1 0,15 6 0,-11-4 0,-1 1 0,0 0 0,0 1 0,0 0 0,-1 0 0,0 2 0,-1-1 0,1 1 0,-2 0 0,1 1 0,-1 0 0,10 18 0,18 49 254,-17-34-1873,-12-28-5207</inkml:trace>
</inkml:ink>
</file>

<file path=ppt/ink/ink1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38.997"/>
    </inkml:context>
    <inkml:brush xml:id="br0">
      <inkml:brushProperty name="width" value="0.05" units="cm"/>
      <inkml:brushProperty name="height" value="0.05" units="cm"/>
    </inkml:brush>
  </inkml:definitions>
  <inkml:trace contextRef="#ctx0" brushRef="#br0">45 164 24575,'0'0'0,"0"0"0,0 0 0,0 0 0,0 0 0,0 0 0,-1 1 0,1-1 0,0 0 0,0 0 0,0 0 0,0 0 0,0 0 0,0 0 0,-1 0 0,1 0 0,0 0 0,0 0 0,0 0 0,0 0 0,0 0 0,-1 0 0,1 0 0,0 0 0,0 0 0,0 0 0,0 0 0,-1 0 0,1 0 0,0 0 0,0 0 0,0 0 0,0 0 0,0 0 0,0 0 0,-1 0 0,1 0 0,0-1 0,0 1 0,0 0 0,0 0 0,0 0 0,0 0 0,0 0 0,-1 0 0,1 0 0,0-1 0,0 1 0,0 0 0,0 0 0,0 0 0,0 0 0,-6 15 0,6-13 0,0-1 0,0 1 0,1 0 0,-1 0 0,1-1 0,-1 1 0,1 0 0,0-1 0,0 1 0,0 0 0,-1-1 0,1 1 0,1-1 0,-1 0 0,0 1 0,0-1 0,1 0 0,-1 1 0,0-1 0,1 0 0,-1 0 0,1 0 0,-1-1 0,1 1 0,0 0 0,-1 0 0,1-1 0,0 1 0,0-1 0,-1 0 0,1 1 0,0-1 0,0 0 0,0 0 0,0 0 0,-1 0 0,1-1 0,0 1 0,0 0 0,-1-1 0,1 1 0,0-1 0,0 0 0,-1 1 0,1-1 0,-1 0 0,1 0 0,-1 0 0,1 0 0,1-2 0,2-4 0,0-1 0,0 1 0,-1-1 0,0 0 0,-1 0 0,0 0 0,0-1 0,-1 1 0,0-1 0,0 1 0,-1-1 0,0 0 0,0 0 0,-1 1 0,0-1 0,-1 0 0,0 0 0,-1 1 0,-2-11 0,4 17 0,-1 0 0,0 1 0,1-1 0,-1 1 0,0-1 0,0 1 0,0-1 0,0 1 0,0-1 0,0 1 0,0 0 0,0-1 0,-1 1 0,1 0 0,-1 0 0,1 0 0,0 0 0,-3-1 0,2 2 0,1 0 0,0-1 0,-1 1 0,1 0 0,0 0 0,-1 1 0,1-1 0,0 0 0,0 0 0,-1 1 0,1-1 0,0 0 0,0 1 0,-1-1 0,1 1 0,0 0 0,0-1 0,0 1 0,-1 1 0,-4 3 0,1 0 0,0 0 0,0 1 0,0 0 0,1 0 0,0 0 0,-5 8 0,2 2 0,0 0 0,0 0 0,2 0 0,0 1 0,1 0 0,0 0 0,2 0 0,0 0 0,1 0 0,0 1 0,4 30 0,-2-43-54,-1 0-1,1-1 0,1 1 1,-1-1-1,1 1 1,-1-1-1,1 1 0,0-1 1,1 0-1,-1 0 1,1 0-1,0 0 0,0-1 1,0 1-1,0-1 0,1 0 1,-1 0-1,1 0 1,0 0-1,0 0 0,0-1 1,0 0-1,0 0 1,5 2-1,12 2-6771</inkml:trace>
</inkml:ink>
</file>

<file path=ppt/ink/ink1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39.308"/>
    </inkml:context>
    <inkml:brush xml:id="br0">
      <inkml:brushProperty name="width" value="0.05" units="cm"/>
      <inkml:brushProperty name="height" value="0.05" units="cm"/>
    </inkml:brush>
  </inkml:definitions>
  <inkml:trace contextRef="#ctx0" brushRef="#br0">52 85 24575,'0'-11'0,"1"6"0,-1 1 0,0-1 0,0 0 0,0 1 0,0-1 0,-1 0 0,0 1 0,0-1 0,0 1 0,-1-1 0,1 1 0,-1 0 0,-4-7 0,6 11 0,0-1 0,0 1 0,-1 0 0,1 0 0,0-1 0,-1 1 0,1 0 0,0 0 0,-1 0 0,1-1 0,0 1 0,-1 0 0,1 0 0,0 0 0,-1 0 0,1 0 0,0 0 0,-1 0 0,1 0 0,0 0 0,-1 0 0,1 0 0,0 0 0,-1 0 0,1 0 0,-1 0 0,1 0 0,0 0 0,-1 0 0,1 0 0,0 1 0,-1-1 0,1 0 0,0 0 0,0 0 0,-1 1 0,1-1 0,0 0 0,-1 0 0,1 1 0,0-1 0,0 0 0,0 0 0,-1 1 0,1-1 0,0 0 0,0 1 0,0-1 0,0 0 0,-1 1 0,-6 19 0,2 1 0,1 0 0,1 1 0,-1 28 0,4-41 0,1 0 0,-1 1 0,2-1 0,-1 0 0,1 0 0,0 0 0,1 0 0,0 0 0,1-1 0,5 12 0,-8-17 0,1-1 0,-1 0 0,0 0 0,1 0 0,-1 0 0,1-1 0,-1 1 0,1 0 0,0-1 0,0 1 0,0-1 0,0 1 0,0-1 0,0 0 0,0 0 0,0 0 0,1 0 0,-1 0 0,0-1 0,0 1 0,1 0 0,-1-1 0,1 0 0,-1 0 0,0 0 0,1 0 0,-1 0 0,5-1 0,-4 0 0,1 0 0,-1-1 0,1 1 0,-1-1 0,0 0 0,0 0 0,0 0 0,0 0 0,0-1 0,0 1 0,-1-1 0,1 0 0,-1 0 0,0 0 0,0 0 0,0 0 0,0 0 0,2-4 0,3-11 0,-1 0 0,0-1 0,-1 1 0,-1-1 0,-1 0 0,0 0 0,-1-24 0,-2 41-57,1 0 0,-1 0 1,0 0-1,0 1 0,0-1 0,0 0 0,0 0 0,-1 0 0,1 0 0,-1 0 0,1 1 1,-1-1-1,1 0 0,-1 0 0,0 1 0,0-1 0,0 0 0,0 1 0,0-1 1,0 1-1,-1-1 0,1 1 0,-2-2 0,-6 1-6769</inkml:trace>
</inkml:ink>
</file>

<file path=ppt/ink/ink1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39.617"/>
    </inkml:context>
    <inkml:brush xml:id="br0">
      <inkml:brushProperty name="width" value="0.05" units="cm"/>
      <inkml:brushProperty name="height" value="0.05" units="cm"/>
    </inkml:brush>
  </inkml:definitions>
  <inkml:trace contextRef="#ctx0" brushRef="#br0">61 78 24575,'3'0'0,"-1"-1"0,1 1 0,-1-1 0,1 0 0,-1 0 0,1 0 0,-1 0 0,1-1 0,-1 1 0,0-1 0,0 1 0,0-1 0,0 0 0,0 0 0,0 0 0,1-2 0,0 1 0,-1 1 0,0-1 0,0 0 0,0 0 0,0 0 0,0-1 0,-1 1 0,0 0 0,1 0 0,-1-1 0,1-4 0,-2 8 0,0-1 0,0 1 0,0 0 0,0-1 0,0 1 0,0-1 0,0 1 0,0-1 0,0 1 0,0-1 0,0 1 0,0 0 0,0-1 0,0 1 0,-1-1 0,1 1 0,0 0 0,0-1 0,0 1 0,-1 0 0,1-1 0,0 1 0,0 0 0,-1-1 0,1 1 0,0 0 0,-1-1 0,1 1 0,0 0 0,-2-1 0,-11 4 0,-12 16 0,21-14 0,-1-1 0,2 1 0,-1 1 0,1-1 0,-1 0 0,1 1 0,1 0 0,-1 0 0,1 0 0,0 0 0,1 0 0,-1 0 0,1 0 0,0 1 0,1-1 0,-1 0 0,2 9 0,0-4 0,1 0 0,1 0 0,0-1 0,0 1 0,1-1 0,0 0 0,1 0 0,0 0 0,7 10 0,-10-17 0,0 0 0,0 0 0,-1 0 0,1 0 0,-1 1 0,0-1 0,0 0 0,0 1 0,0-1 0,-1 1 0,1-1 0,-1 6 0,0-7 0,-1 0 0,1-1 0,0 1 0,-1-1 0,0 1 0,1-1 0,-1 1 0,0-1 0,0 1 0,0-1 0,0 0 0,0 1 0,0-1 0,0 0 0,0 0 0,0 0 0,-1 0 0,1 0 0,0 0 0,-1 0 0,1 0 0,-1 0 0,1-1 0,-1 1 0,0-1 0,1 1 0,-1-1 0,-2 1 0,1 0-97,-1-1-1,1 1 1,0-1-1,0 0 1,-1 0-1,1 0 1,0 0-1,-1 0 1,1-1-1,0 1 1,-1-1-1,1 0 0,-3-2 1,-6-3-6729</inkml:trace>
</inkml:ink>
</file>

<file path=ppt/ink/ink1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40.006"/>
    </inkml:context>
    <inkml:brush xml:id="br0">
      <inkml:brushProperty name="width" value="0.05" units="cm"/>
      <inkml:brushProperty name="height" value="0.05" units="cm"/>
    </inkml:brush>
  </inkml:definitions>
  <inkml:trace contextRef="#ctx0" brushRef="#br0">0 128 24575,'4'1'0,"0"0"0,0 0 0,0 1 0,0-1 0,0 1 0,-1 0 0,1 0 0,-1 0 0,1 0 0,-1 1 0,5 3 0,16 11 0,-21-16 0,-1 1 0,0-1 0,1 0 0,-1-1 0,1 1 0,-1 0 0,1-1 0,-1 1 0,1-1 0,-1 0 0,1 0 0,-1 0 0,1 0 0,-1 0 0,1 0 0,-1-1 0,1 1 0,-1-1 0,1 0 0,-1 0 0,1 0 0,-1 0 0,4-3 0,-3 2 0,0-1 0,0 1 0,-1-1 0,0 0 0,1 0 0,-1 0 0,0 0 0,0 0 0,0 0 0,-1-1 0,1 1 0,-1-1 0,0 1 0,0-1 0,0 0 0,0-3 0,0 1 0,-1 0 0,1 0 0,-1 0 0,0 0 0,-1 0 0,1 0 0,-1 0 0,0 0 0,-1 0 0,1 0 0,-1 1 0,-3-6 0,4 9 0,0 0 0,0 0 0,-1 0 0,1 0 0,-1 1 0,1-1 0,-1 0 0,1 1 0,-1-1 0,0 1 0,0 0 0,0 0 0,0 0 0,0 0 0,0 0 0,0 0 0,0 0 0,0 0 0,0 1 0,0-1 0,-1 1 0,1 0 0,0 0 0,0 0 0,0 0 0,-1 0 0,1 0 0,0 0 0,0 1 0,-1-1 0,1 1 0,0-1 0,0 1 0,-4 2 0,2-1 0,-1 0 0,1 0 0,0 1 0,0-1 0,0 1 0,1 0 0,-1 0 0,1 1 0,-1-1 0,1 1 0,0-1 0,0 1 0,1 0 0,-1 0 0,1 0 0,0 0 0,0 1 0,0-1 0,1 1 0,-1-1 0,1 1 0,0 0 0,0-1 0,0 9 0,1-5 0,0 1 0,0-1 0,1 0 0,0 0 0,0 1 0,1-1 0,0 0 0,0 0 0,1 0 0,0-1 0,0 1 0,1-1 0,7 11 0,-2-7-85,0-1 0,1 0-1,1-1 1,-1 1 0,2-2-1,-1 0 1,1 0 0,0-1-1,1-1 1,-1 0 0,1-1-1,0 0 1,1-1 0,-1 0-1,19 2 1,9-1-6741</inkml:trace>
</inkml:ink>
</file>

<file path=ppt/ink/ink1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41.333"/>
    </inkml:context>
    <inkml:brush xml:id="br0">
      <inkml:brushProperty name="width" value="0.05" units="cm"/>
      <inkml:brushProperty name="height" value="0.05" units="cm"/>
    </inkml:brush>
  </inkml:definitions>
  <inkml:trace contextRef="#ctx0" brushRef="#br0">16 454 24575,'0'-1'0,"0"1"0,0 0 0,0-1 0,-1 1 0,1-1 0,0 1 0,0-1 0,0 1 0,0-1 0,0 1 0,0-1 0,0 1 0,0-1 0,0 1 0,1 0 0,-1-1 0,0 1 0,0-1 0,0 1 0,0-1 0,1 1 0,-1 0 0,0-1 0,0 1 0,1-1 0,-1 1 0,0 0 0,1-1 0,-1 1 0,0 0 0,1 0 0,-1-1 0,0 1 0,1 0 0,0-1 0,0 2 0,-1 0 0,1-1 0,-1 1 0,1 0 0,-1-1 0,1 1 0,-1 0 0,1-1 0,-1 1 0,1 0 0,-1 0 0,0 0 0,0 0 0,1-1 0,-1 1 0,0 0 0,0 0 0,0 0 0,0 1 0,3 173 0,-4-102 0,1-68 0,-1 18 0,1-22 0,1 0 0,-1-1 0,0 1 0,-1 0 0,1 0 0,0 0 0,0-1 0,0 1 0,0 0 0,-1 0 0,1 0 0,0-1 0,-1 1 0,1 0 0,0-1 0,-1 1 0,1 0 0,-1-1 0,0 2 0,0-3 0,0 0 0,0 0 0,1 0 0,-1 0 0,0 0 0,1 0 0,-1 0 0,1-1 0,-1 1 0,1 0 0,0 0 0,-1 0 0,1-2 0,0 2 0,-6-25 0,2 0 0,0 0 0,2 0 0,1 0 0,1-1 0,2 1 0,4-26 0,4-10 0,34-109 0,-43 168 0,42-119 0,-37 108 0,0-1 0,2 1 0,0 1 0,0 0 0,1 0 0,13-13 0,-20 23 0,1 0 0,-1 1 0,1 0 0,-1 0 0,1 0 0,0 0 0,0 0 0,0 0 0,0 1 0,0-1 0,1 1 0,-1 0 0,0 0 0,1 0 0,-1 1 0,0-1 0,1 1 0,-1-1 0,1 1 0,5 1 0,-4 0 0,-1 0 0,1 1 0,0 0 0,-1-1 0,1 2 0,-1-1 0,1 0 0,-1 1 0,0 0 0,0 0 0,0 0 0,-1 1 0,7 6 0,-1 1 0,0 1 0,0 0 0,-2 1 0,1-1 0,-2 1 0,0 1 0,0-1 0,-1 1 0,-1 0 0,0 0 0,-1 1 0,-1-1 0,0 1 0,-1-1 0,0 1 0,-3 21 0,2-26 0,-2 0 0,1 0 0,-1 0 0,-1-1 0,0 1 0,0 0 0,-1-1 0,0 0 0,-1 0 0,0 0 0,0 0 0,-1-1 0,0 0 0,0 0 0,-1-1 0,0 1 0,-1-2 0,1 1 0,-1-1 0,0 0 0,-1 0 0,0-1 0,1 0 0,-16 5 0,11-6 0,-1 1 0,0-2 0,-28 4 0,34-6 0,0-1 0,0 0 0,0 0 0,0-1 0,0 1 0,0-2 0,0 1 0,-11-5 0,18 6 0,0-1 0,-1 1 0,1-1 0,-1 1 0,1-1 0,0 0 0,-1 0 0,1 0 0,0 0 0,0 0 0,0 0 0,0 0 0,0 0 0,0 0 0,0 0 0,0-1 0,0 1 0,0 0 0,1-1 0,-1 1 0,0-1 0,1 1 0,0 0 0,-1-1 0,0-2 0,2 3 0,-1 1 0,0-1 0,0 0 0,0 1 0,0-1 0,0 1 0,1-1 0,-1 1 0,0-1 0,0 0 0,1 1 0,-1-1 0,1 1 0,-1-1 0,0 1 0,1 0 0,-1-1 0,1 1 0,-1-1 0,1 1 0,-1 0 0,1-1 0,0 1 0,1-1 0,-1 1 0,1-1 0,0 1 0,-1 0 0,1-1 0,0 1 0,0 0 0,-1 0 0,1 0 0,0 1 0,-1-1 0,4 1 0,2 1 0,0 0 0,0 1 0,0 0 0,0 1 0,0-1 0,-1 1 0,0 1 0,0-1 0,0 1 0,0 0 0,0 0 0,-1 1 0,0-1 0,-1 1 0,6 9 0,7 11 0,-2 1 0,16 40 0,-24-51 0,2 3-1365,0-5-5461</inkml:trace>
</inkml:ink>
</file>

<file path=ppt/ink/ink1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42.378"/>
    </inkml:context>
    <inkml:brush xml:id="br0">
      <inkml:brushProperty name="width" value="0.05" units="cm"/>
      <inkml:brushProperty name="height" value="0.05" units="cm"/>
    </inkml:brush>
  </inkml:definitions>
  <inkml:trace contextRef="#ctx0" brushRef="#br0">1 193 24575,'0'-1'0,"0"0"0,0-1 0,1 1 0,-1 0 0,1-1 0,-1 1 0,1 0 0,-1 0 0,1 0 0,0-1 0,-1 1 0,1 0 0,0 0 0,0 0 0,0 0 0,0 0 0,0 0 0,0 1 0,0-1 0,0 0 0,0 0 0,0 1 0,1-1 0,-1 1 0,0-1 0,0 1 0,1-1 0,-1 1 0,0 0 0,1 0 0,-1-1 0,2 1 0,8-1 0,0 0 0,-1 1 0,13 1 0,-11-1 0,-1 1 0,-3-1 0,0 0 0,1 0 0,-1 0 0,1-1 0,14-4 0,-21 5 0,0-1 0,1 0 0,-1 0 0,0-1 0,0 1 0,0 0 0,0-1 0,0 1 0,-1-1 0,1 1 0,0-1 0,-1 0 0,1 0 0,-1 0 0,0 0 0,1 0 0,-1 0 0,0 0 0,0 0 0,0 0 0,-1-1 0,1 1 0,-1 0 0,1 0 0,0-5 0,-1 1 0,1-1 0,-1 0 0,0 1 0,-1-1 0,1 0 0,-1 1 0,-1-1 0,1 1 0,-1-1 0,-5-10 0,7 16 0,-1-1 0,0 0 0,0 1 0,0-1 0,0 0 0,0 1 0,-1-1 0,1 1 0,0 0 0,-1 0 0,1-1 0,-1 1 0,1 0 0,-1 0 0,0 0 0,1 0 0,-1 1 0,0-1 0,0 0 0,1 1 0,-1-1 0,0 1 0,0-1 0,0 1 0,0 0 0,0 0 0,0 0 0,1 0 0,-1 0 0,0 1 0,0-1 0,0 0 0,0 1 0,0-1 0,1 1 0,-1 0 0,0 0 0,1 0 0,-1 0 0,0 0 0,-2 2 0,-4 2 0,1 1 0,-1 0 0,1 1 0,0 0 0,0 0 0,1 0 0,0 1 0,1 0 0,-1 0 0,-3 10 0,5-12 0,1 0 0,0 1 0,1-1 0,-1 1 0,1 0 0,1 0 0,-1-1 0,1 1 0,0 0 0,1 0 0,-1 1 0,2-1 0,-1 0 0,2 10 0,0-13 0,-1 0 0,0 0 0,1 0 0,0-1 0,0 1 0,0-1 0,0 1 0,1-1 0,-1 0 0,1 0 0,0 0 0,0 0 0,0-1 0,0 1 0,0-1 0,1 0 0,-1 1 0,1-2 0,-1 1 0,1 0 0,0-1 0,0 1 0,-1-1 0,1 0 0,0-1 0,0 1 0,8 0 0,-5-1 0,1 0 0,0 0 0,0-1 0,0 0 0,-1-1 0,1 1 0,-1-1 0,1-1 0,-1 0 0,0 0 0,0 0 0,0-1 0,10-7 0,-3 1 0,-2-2 0,1 0 0,-2 0 0,0-1 0,16-25 0,-21 30 0,-1-1 0,0 0 0,0 0 0,-1 0 0,0-1 0,-1 1 0,0-1 0,3-15 0,-8 149 0,2-134 0,0 23 0,0-6 0,0-1 0,0 0 0,0 0 0,1 1 0,0-1 0,4 11 0,-4-15 0,-1-1 0,1 0 0,0 1 0,0-1 0,0 0 0,0 0 0,0 0 0,0 0 0,0 0 0,0 0 0,0 0 0,0 0 0,1 0 0,-1 0 0,0-1 0,1 1 0,-1-1 0,1 1 0,-1-1 0,1 1 0,-1-1 0,0 0 0,1 1 0,-1-1 0,1 0 0,-1 0 0,1 0 0,-1-1 0,1 1 0,-1 0 0,1 0 0,-1-1 0,1 1 0,-1-1 0,2 0 0,0 0 0,0 0 0,0 0 0,0-1 0,-1 1 0,1 0 0,0-1 0,-1 0 0,1 0 0,-1 0 0,1 0 0,-1 0 0,0 0 0,0-1 0,3-4 0,-2 2 0,0 0 0,0-1 0,-1 1 0,0-1 0,0 1 0,-1-1 0,2-9 0,-1 5 0,-2-1 0,1 1 0,-1 0 0,-1-1 0,0 1 0,0 0 0,-1-1 0,-5-16 0,6 23 34,0 1 1,-1 0-1,1 0 0,-1 0 0,0 0 0,0 0 0,0 0 0,0 0 0,-4-4 1,5 7-86,0-1 1,0 1 0,0-1 0,0 0 0,0 1-1,0 0 1,0-1 0,0 1 0,0 0 0,0-1-1,0 1 1,0 0 0,0 0 0,-1 0 0,1 0-1,0 0 1,0 0 0,0 0 0,0 0 0,0 0 0,0 1-1,0-1 1,0 0 0,0 1 0,0-1 0,0 1-1,0-1 1,0 1 0,0 0 0,0-1 0,0 1-1,0 0 1,-1 1 0,-7 6-6776</inkml:trace>
</inkml:ink>
</file>

<file path=ppt/ink/ink1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42.750"/>
    </inkml:context>
    <inkml:brush xml:id="br0">
      <inkml:brushProperty name="width" value="0.05" units="cm"/>
      <inkml:brushProperty name="height" value="0.05" units="cm"/>
    </inkml:brush>
  </inkml:definitions>
  <inkml:trace contextRef="#ctx0" brushRef="#br0">196 84 24575,'0'-4'0,"0"-1"0,0 1 0,0-1 0,-1 1 0,0-1 0,0 1 0,0-1 0,-1 1 0,1 0 0,-1 0 0,0-1 0,-4-6 0,4 9 0,0 1 0,0-1 0,1 0 0,-1 1 0,0-1 0,0 1 0,0 0 0,-1 0 0,1 0 0,0 0 0,0 0 0,-1 0 0,1 0 0,0 1 0,-1-1 0,1 1 0,-1 0 0,1 0 0,0 0 0,-1 0 0,1 0 0,-1 0 0,1 0 0,-1 1 0,-2 1 0,1-2 0,0 1 0,1 0 0,-1 1 0,1-1 0,-1 1 0,1-1 0,0 1 0,-1 0 0,1 0 0,0 0 0,0 1 0,0-1 0,1 1 0,-1 0 0,1 0 0,-1 0 0,1 0 0,0 0 0,0 0 0,0 0 0,1 1 0,-1-1 0,1 1 0,0-1 0,0 1 0,0 0 0,0 0 0,0 6 0,1-4 0,0 0 0,0 0 0,0 1 0,1-1 0,0 0 0,0 0 0,1 0 0,0 0 0,0 0 0,0 0 0,1 0 0,0-1 0,0 1 0,0-1 0,1 0 0,6 8 0,3 0 0,-6-6 0,0 0 0,0 1 0,0-1 0,-1 1 0,7 13 0,-12-19 0,-1-1 0,1 0 0,0 1 0,-1-1 0,0 1 0,1-1 0,-1 1 0,0-1 0,0 1 0,0 0 0,0-1 0,0 1 0,0-1 0,0 1 0,0-1 0,-1 1 0,0 1 0,0-1 0,0-1 0,0 1 0,0 0 0,0-1 0,-1 1 0,1-1 0,0 1 0,-1-1 0,0 0 0,1 0 0,-1 0 0,0 1 0,1-2 0,-1 1 0,0 0 0,-3 1 0,1-1-50,0 0-1,-1 0 1,1 0-1,0 0 0,0-1 1,-1 1-1,1-1 1,0 0-1,0-1 1,-1 1-1,1-1 0,0 0 1,0 0-1,0 0 1,0 0-1,0-1 1,0 0-1,0 0 0,0 0 1,1 0-1,-1 0 1,1-1-1,-1 1 1,1-1-1,0 0 1,-4-5-1,-1-4-6775</inkml:trace>
</inkml:ink>
</file>

<file path=ppt/ink/ink1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43.138"/>
    </inkml:context>
    <inkml:brush xml:id="br0">
      <inkml:brushProperty name="width" value="0.05" units="cm"/>
      <inkml:brushProperty name="height" value="0.05" units="cm"/>
    </inkml:brush>
  </inkml:definitions>
  <inkml:trace contextRef="#ctx0" brushRef="#br0">23 124 24575,'0'1'0,"-1"-1"0,1 1 0,-1 0 0,0 0 0,1 0 0,-1-1 0,0 1 0,0 0 0,1-1 0,-1 1 0,0-1 0,0 1 0,0-1 0,0 1 0,0-1 0,0 0 0,0 1 0,0-1 0,-1 1 0,-3 1 0,14-1 0,0-1 0,0-1 0,0 1 0,-1-2 0,1 1 0,0-1 0,-1 0 0,1-1 0,7-3 0,-12 4 0,-1 1 0,0-1 0,0 0 0,0 0 0,0 0 0,0 0 0,0-1 0,0 1 0,-1-1 0,1 1 0,-1-1 0,0 0 0,0 0 0,0 0 0,0 0 0,0-1 0,-1 1 0,0 0 0,1-1 0,-1 1 0,0-1 0,0-4 0,-1 6 0,0-1 0,0 1 0,0 0 0,0 0 0,0 0 0,-1 0 0,1 0 0,-1 0 0,0 0 0,1 0 0,-1 0 0,0 0 0,0 0 0,0 0 0,-1 0 0,1 1 0,0-1 0,-1 0 0,1 1 0,-1-1 0,1 1 0,-1 0 0,0-1 0,1 1 0,-1 0 0,0 0 0,0 0 0,0 0 0,0 1 0,0-1 0,0 0 0,0 1 0,0-1 0,0 1 0,-4 0 0,2-1 0,1 1 0,-1-1 0,1 1 0,-1 0 0,0 0 0,1 1 0,-1-1 0,1 1 0,-1 0 0,1-1 0,0 2 0,-1-1 0,1 0 0,0 1 0,-1-1 0,1 1 0,0 0 0,0 0 0,1 0 0,-1 1 0,-3 2 0,4-1 0,-1 0 0,1 0 0,0-1 0,1 2 0,-1-1 0,1 0 0,-1 0 0,1 0 0,0 1 0,1-1 0,-1 0 0,1 1 0,0-1 0,0 1 0,0-1 0,1 1 0,0-1 0,-1 0 0,1 0 0,1 1 0,-1-1 0,1 0 0,0 0 0,-1 0 0,2 0 0,-1 0 0,0-1 0,7 8 0,-3-4 0,0 0 0,0 0 0,1-1 0,0 0 0,0 0 0,1 0 0,-1-1 0,1 0 0,1-1 0,-1 1 0,0-2 0,17 6 0,-17-7-170,1-1-1,-1 0 0,0-1 1,0 0-1,0 0 0,1-1 1,9-1-1,16-6-6655</inkml:trace>
</inkml:ink>
</file>

<file path=ppt/ink/ink1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44.814"/>
    </inkml:context>
    <inkml:brush xml:id="br0">
      <inkml:brushProperty name="width" value="0.05" units="cm"/>
      <inkml:brushProperty name="height" value="0.05" units="cm"/>
    </inkml:brush>
  </inkml:definitions>
  <inkml:trace contextRef="#ctx0" brushRef="#br0">251 51 24575,'6'-1'0,"-1"0"0,0 0 0,0-1 0,0 0 0,0 0 0,0 0 0,0-1 0,6-4 0,6-2 0,-7 3 0,-8 4 0,1 0 0,0 1 0,0-1 0,0 1 0,0-1 0,0 1 0,0 0 0,0 0 0,0 1 0,5-2 0,-10 5 0,0-1 0,0 1 0,-1-1 0,1 0 0,0 1 0,-1-1 0,-4 2 0,-17 11 0,-1-2 0,0 0 0,-30 9 0,-83 21 0,114-36 0,18-6 0,0 1 0,0 0 0,0 1 0,-11 6 0,16-9 0,0 0 0,0 1 0,1-1 0,-1 1 0,0-1 0,1 1 0,-1 0 0,1-1 0,-1 1 0,0 0 0,1-1 0,0 1 0,-1 0 0,1 0 0,-1-1 0,1 1 0,0 0 0,-1 0 0,1 0 0,0-1 0,0 1 0,0 0 0,0 0 0,0 0 0,0 0 0,0 0 0,0-1 0,0 1 0,0 0 0,0 0 0,0 0 0,1 0 0,-1-1 0,0 1 0,1 0 0,-1 0 0,1-1 0,-1 1 0,0 0 0,1 0 0,0-1 0,-1 1 0,1 0 0,-1-1 0,1 1 0,0-1 0,-1 1 0,2 0 0,13 11 0,31 20 0,6 5 0,20 25-1365,-59-52-5461</inkml:trace>
</inkml:ink>
</file>

<file path=ppt/ink/ink1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45.110"/>
    </inkml:context>
    <inkml:brush xml:id="br0">
      <inkml:brushProperty name="width" value="0.05" units="cm"/>
      <inkml:brushProperty name="height" value="0.05" units="cm"/>
    </inkml:brush>
  </inkml:definitions>
  <inkml:trace contextRef="#ctx0" brushRef="#br0">70 1 24575,'-17'0'0,"10"-1"0,0 1 0,1 0 0,-1 1 0,1-1 0,-9 3 0,15-3 0,0 0 0,0 0 0,-1 0 0,1 0 0,0 0 0,0 0 0,0 0 0,0 0 0,0 0 0,0 0 0,0 0 0,-1 0 0,1 0 0,0 0 0,0 0 0,0 0 0,0 0 0,0 0 0,0 0 0,0 0 0,0 0 0,-1 0 0,1 0 0,0 0 0,0 0 0,0 0 0,0 0 0,0 0 0,0 0 0,0 0 0,0 0 0,0 0 0,-1 1 0,1-1 0,0 0 0,0 0 0,0 0 0,0 0 0,0 0 0,0 0 0,0 0 0,0 0 0,0 1 0,0-1 0,0 0 0,0 0 0,0 0 0,0 0 0,0 0 0,0 0 0,0 0 0,0 1 0,0-1 0,0 0 0,0 0 0,0 0 0,0 0 0,0 0 0,0 0 0,0 1 0,10 2 0,17 0 0,515 48 0,-194-14 0,-53-12-1365,-265-23-5461</inkml:trace>
</inkml:ink>
</file>

<file path=ppt/ink/ink1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02:02:46.053"/>
    </inkml:context>
    <inkml:brush xml:id="br0">
      <inkml:brushProperty name="width" value="0.05" units="cm"/>
      <inkml:brushProperty name="height" value="0.05" units="cm"/>
    </inkml:brush>
  </inkml:definitions>
  <inkml:trace contextRef="#ctx0" brushRef="#br0">0 214 24575,'3'-1'0,"0"0"0,0 0 0,0 0 0,0 0 0,0-1 0,0 1 0,-1-1 0,1 0 0,-1 0 0,4-3 0,15-9 0,-19 13 0,0 1 0,-1-1 0,1 0 0,0 1 0,0 0 0,-1-1 0,1 1 0,0 0 0,0 0 0,0 0 0,-1 0 0,1 0 0,0 1 0,0-1 0,-1 0 0,1 1 0,0 0 0,0-1 0,-1 1 0,1 0 0,-1 0 0,1-1 0,-1 1 0,1 1 0,-1-1 0,1 0 0,-1 0 0,0 0 0,0 1 0,0-1 0,1 1 0,-1-1 0,-1 1 0,1-1 0,0 1 0,1 2 0,3 7 0,-1 1 0,0 0 0,0 0 0,2 15 0,-2-10 0,26 138 0,-30-154 0,0 0 0,0 0 0,1 0 0,-1 0 0,0 0 0,0 0 0,0 0 0,1 0 0,-1-1 0,1 1 0,-1 0 0,1 0 0,-1 0 0,1 0 0,-1 0 0,1-1 0,0 1 0,-1 0 0,2 0 0,-1 0 0,-1-1 0,1 0 0,0 0 0,-1 0 0,1 0 0,0 0 0,-1 0 0,1 0 0,0 0 0,-1-1 0,1 1 0,-1 0 0,1 0 0,0 0 0,-1-1 0,1 1 0,-1 0 0,1-1 0,0 1 0,-1 0 0,1-1 0,0 0 0,5-5 0,0 0 0,0-1 0,8-12 0,-4 5 0,49-52-273,2 3 0,3 2 0,3 3 0,94-63 0,-97 78-6553</inkml:trace>
</inkml:ink>
</file>

<file path=ppt/ink/ink1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1:43:54.167"/>
    </inkml:context>
    <inkml:brush xml:id="br0">
      <inkml:brushProperty name="width" value="0.05" units="cm"/>
      <inkml:brushProperty name="height" value="0.05" units="cm"/>
    </inkml:brush>
  </inkml:definitions>
  <inkml:trace contextRef="#ctx0" brushRef="#br0">28 1 23943,'0'3172'0</inkml:trace>
</inkml:ink>
</file>

<file path=ppt/ink/ink1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1:43:57.142"/>
    </inkml:context>
    <inkml:brush xml:id="br0">
      <inkml:brushProperty name="width" value="0.05" units="cm"/>
      <inkml:brushProperty name="height" value="0.05" units="cm"/>
    </inkml:brush>
  </inkml:definitions>
  <inkml:trace contextRef="#ctx0" brushRef="#br0">1 0 24575,'28'33'0,"3"2"0,1-6 0,48 37 0,-78-64 0,1 0 0,0-1 0,0 0 0,1 1 0,-1-1 0,0 0 0,0-1 0,0 1 0,1-1 0,-1 1 0,0-1 0,1 0 0,-1 0 0,0 0 0,1-1 0,-1 1 0,0-1 0,0 0 0,1 0 0,-1 0 0,0 0 0,0 0 0,0-1 0,0 1 0,5-5 0,6-4 0,0 0 0,-1-2 0,20-20 0,-28 27 0,30-36-1365,-23 24-5461</inkml:trace>
</inkml:ink>
</file>

<file path=ppt/ink/ink1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1:43:58.945"/>
    </inkml:context>
    <inkml:brush xml:id="br0">
      <inkml:brushProperty name="width" value="0.05" units="cm"/>
      <inkml:brushProperty name="height" value="0.05" units="cm"/>
    </inkml:brush>
  </inkml:definitions>
  <inkml:trace contextRef="#ctx0" brushRef="#br0">30 607 24575,'-3'-3'0,"0"-1"0,1 1 0,0-1 0,-1 0 0,1 0 0,0 0 0,1 0 0,-1 0 0,1 0 0,0 0 0,0 0 0,-1-5 0,-1-56 0,2 48 0,1-15 0,1 0 0,1-1 0,1 1 0,13-49 0,-12 66 0,0 1 0,2-1 0,-1 1 0,2 0 0,0 1 0,1 0 0,0 0 0,1 0 0,0 1 0,1 0 0,21-18 0,-21 21 0,1 0 0,0 1 0,0 1 0,1-1 0,0 2 0,0 0 0,1 1 0,0 0 0,0 0 0,0 2 0,0-1 0,1 2 0,-1 0 0,1 0 0,0 2 0,14 0 0,-19 0 0,11 0 0,37 6 0,-50-5 0,0 1 0,0 0 0,0 0 0,-1 1 0,1 0 0,0 0 0,-1 1 0,10 7 0,-9-7 0,13 11 0,-1 0 0,28 29 0,-43-39 0,1 1 0,-1-1 0,0 1 0,0 0 0,-1 0 0,1 0 0,-1 0 0,-1 1 0,1-1 0,-1 1 0,0-1 0,-1 1 0,0 0 0,1 7 0,-1 2 0,0-1 0,2 1 0,0 0 0,10 28 0,-10-34-91,0-1 0,0 1 0,-1-1 0,0 1 0,-1 0 0,0 0 0,-1 0 0,0 0 0,0 0 0,-1 0 0,0-1 0,-1 1 0,0 0 0,-4 12 0,-2-7-6735</inkml:trace>
</inkml:ink>
</file>

<file path=ppt/ink/ink1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1:43:59.806"/>
    </inkml:context>
    <inkml:brush xml:id="br0">
      <inkml:brushProperty name="width" value="0.05" units="cm"/>
      <inkml:brushProperty name="height" value="0.05" units="cm"/>
    </inkml:brush>
  </inkml:definitions>
  <inkml:trace contextRef="#ctx0" brushRef="#br0">1 7 24575,'0'0'0,"0"-1"0,0 1 0,0 0 0,0-1 0,0 1 0,0 0 0,0 0 0,0-1 0,1 1 0,-1 0 0,0-1 0,0 1 0,0 0 0,0 0 0,1 0 0,-1-1 0,0 1 0,0 0 0,0 0 0,1-1 0,-1 1 0,0 0 0,0 0 0,1 0 0,-1 0 0,0 0 0,0-1 0,1 1 0,-1 0 0,0 0 0,0 0 0,1 0 0,-1 0 0,0 0 0,1 0 0,-1 0 0,0 0 0,1 0 0,-1 0 0,0 0 0,0 0 0,1 0 0,-1 0 0,0 1 0,1-1 0,-1 0 0,0 0 0,0 0 0,1 0 0,-1 0 0,0 1 0,0-1 0,0 0 0,1 0 0,-1 1 0,16 10 0,-8-3 0,-1 1 0,0 0 0,0 1 0,7 12 0,-9-12 0,1-1 0,0 0 0,0-1 0,1 1 0,8 7 0,-12-14 0,1 1 0,-1-1 0,1 0 0,0 0 0,0-1 0,0 1 0,0-1 0,0 0 0,0 0 0,0 0 0,0 0 0,9 0 0,6-1 0,32-3 0,-14 0 0,-33 3 0,0 0 0,1 0 0,-1-1 0,1 1 0,-1-1 0,0 0 0,0 0 0,1-1 0,-1 1 0,0-1 0,0 0 0,0 0 0,-1 0 0,1-1 0,0 1 0,-1-1 0,0 0 0,1 0 0,-1 0 0,-1 0 0,1-1 0,0 1 0,2-5 0,39-65 0,-36 65 342,-8 8-390,0 0 1,0 0-1,1 0 1,-1 1 0,0-1-1,0 0 1,0 0-1,0 1 1,0-1 0,0 0-1,1 0 1,-1 1-1,0-1 1,0 0-1,0 0 1,0 1 0,0-1-1,0 0 1,0 0-1,0 1 1,0-1 0,0 0-1,0 0 1,0 1-1,0-1 1,0 0 0,0 0-1,-1 1 1,1-1-1,0 0 1,0 0 0,0 1-1,0-1 1,0 0-1,-1 1 1,-3 9-6779</inkml:trace>
</inkml:ink>
</file>

<file path=ppt/ink/ink1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1:44:00.883"/>
    </inkml:context>
    <inkml:brush xml:id="br0">
      <inkml:brushProperty name="width" value="0.05" units="cm"/>
      <inkml:brushProperty name="height" value="0.05" units="cm"/>
    </inkml:brush>
  </inkml:definitions>
  <inkml:trace contextRef="#ctx0" brushRef="#br0">268 147 24575,'-1'-4'0,"0"1"0,0-1 0,0 1 0,-1 0 0,1-1 0,-1 1 0,0 0 0,0 0 0,0 0 0,-1 0 0,1 1 0,-1-1 0,-4-3 0,-8-11 0,8 8 0,-1 1 0,1 0 0,-1 0 0,-1 1 0,1 0 0,-1 0 0,-18-9 0,24 14 0,0 0 0,0 1 0,-1-1 0,1 1 0,0 0 0,0 0 0,-1 0 0,1 0 0,-1 1 0,1 0 0,0-1 0,-1 1 0,1 0 0,-1 1 0,1-1 0,-1 0 0,1 1 0,0 0 0,-1 0 0,1 0 0,0 0 0,0 1 0,0-1 0,0 1 0,0 0 0,0 0 0,0 0 0,0 0 0,-3 4 0,2-1 0,0 1 0,0 0 0,0 0 0,1 0 0,0 0 0,0 0 0,1 1 0,0-1 0,0 1 0,0 0 0,-1 12 0,1 8 0,1 44 0,1-68 0,1 62 0,-1-65-20,0 0 1,0 0-1,0-1 0,1 1 0,-1 0 1,0-1-1,0 1 0,0 0 0,0 0 0,1-1 1,-1 1-1,0 0 0,0 0 0,1 0 0,-1-1 1,0 1-1,0 0 0,1 0 0,-1 0 1,0 0-1,0 0 0,1-1 0,-1 1 0,0 0 1,1 0-1,-1 0 0,0 0 0,1 0 0,-1 0 1,0 0-1,0 0 0,1 0 0,-1 0 1,0 0-1,1 0 0,-1 0 0,0 0 0,1 1 1,-1-1-1,0 0 0,0 0 0,1 0 0,-1 0 1,0 0-1,0 1 0,1-1 0,-1 0 0,0 0 1,0 0-1,0 1 0,1-1 0,-1 0 1,0 0-1,0 1 0,0-1 0,0 0 0,1 1 1,-1-1-1,0 0 0,0 0 0,0 1 0,0-1 1,0 0-1,0 1 0,0-1 0,0 0 1,0 1-1,0 0 0,5-10-6806</inkml:trace>
</inkml:ink>
</file>

<file path=ppt/ink/ink1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1:44:02.438"/>
    </inkml:context>
    <inkml:brush xml:id="br0">
      <inkml:brushProperty name="width" value="0.05" units="cm"/>
      <inkml:brushProperty name="height" value="0.05" units="cm"/>
    </inkml:brush>
  </inkml:definitions>
  <inkml:trace contextRef="#ctx0" brushRef="#br0">2 1 24575,'-1'99'0,"3"109"0,0-192 0,1 0 0,1 0 0,0-1 0,1 1 0,1-1 0,0 0 0,1 0 0,1-1 0,0 0 0,12 14 0,-18-24 0,1-1 0,0-1 0,0 1 0,0 0 0,1-1 0,-1 1 0,0-1 0,1 0 0,0 0 0,-1 0 0,1-1 0,0 1 0,0-1 0,7 2 0,6-1 0,0 0 0,23 0 0,-10 0 0,43 2 0,88-6 0,-158 2 0,0-1 0,0 1 0,0-1 0,0 0 0,0 0 0,0 0 0,-1 0 0,1-1 0,0 1 0,-1-1 0,1 0 0,-1 0 0,1 1 0,-1-1 0,2-3 0,4-4 0,-1 0 0,11-17 0,-6 7 0,-3 4 0,-1-1 0,0 0 0,-1-1 0,-1 0 0,0 0 0,5-28 0,-3 12 0,-5 15 67,0 0 1,-1 0-1,-1 0 0,-2-35 0,-1 33-492,2 0 0,1-1-1,3-25 1,-1 33-6401</inkml:trace>
</inkml:ink>
</file>

<file path=ppt/ink/ink1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1:44:05.102"/>
    </inkml:context>
    <inkml:brush xml:id="br0">
      <inkml:brushProperty name="width" value="0.05" units="cm"/>
      <inkml:brushProperty name="height" value="0.05" units="cm"/>
    </inkml:brush>
  </inkml:definitions>
  <inkml:trace contextRef="#ctx0" brushRef="#br0">14 2695 23892,'0'-2694'0</inkml:trace>
</inkml:ink>
</file>

<file path=ppt/ink/ink1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1:44:08.592"/>
    </inkml:context>
    <inkml:brush xml:id="br0">
      <inkml:brushProperty name="width" value="0.05" units="cm"/>
      <inkml:brushProperty name="height" value="0.05" units="cm"/>
    </inkml:brush>
  </inkml:definitions>
  <inkml:trace contextRef="#ctx0" brushRef="#br0">247 3 24575,'0'0'0,"0"0"0,0 0 0,0 0 0,0 0 0,0 0 0,0 0 0,0 0 0,0-1 0,0 1 0,0 0 0,0 0 0,0 0 0,0 0 0,0 0 0,0 0 0,0 0 0,0 0 0,-1 0 0,1 0 0,0 0 0,0-1 0,0 1 0,0 0 0,0 0 0,0 0 0,0 0 0,0 0 0,0 0 0,0 0 0,0 0 0,-1 0 0,1 0 0,0 0 0,0 0 0,0 0 0,0 0 0,0 0 0,0 0 0,0 0 0,0 0 0,-1 0 0,1 0 0,0 0 0,0 0 0,0 0 0,0 0 0,0 0 0,0 0 0,0 0 0,0 0 0,0 0 0,-1 0 0,-7 5 0,-6 7 0,-25 32 0,-56 77 0,22-17 0,63-95 0,9-9 0,1 0 0,0 0 0,0 0 0,0 0 0,-1-1 0,1 1 0,0 0 0,0 0 0,0 0 0,0 0 0,0 0 0,-1-1 0,1 1 0,0 0 0,0 0 0,0 0 0,0-1 0,0 1 0,0 0 0,0 0 0,0 0 0,-1-1 0,1 1 0,0 0 0,0 0 0,0 0 0,0-1 0,0 1 0,0 0 0,0 0 0,0 0 0,1-1 0,-1 1 0,6-28 0,2 10 0,2 0 0,0 1 0,0 1 0,22-26 0,11-17 0,-37 50 0,-1 0 0,2 1 0,-1 0 0,16-15 0,-19 20 0,1 1 0,-1-1 0,1 1 0,0 0 0,0 0 0,0 1 0,0-1 0,0 1 0,0 0 0,0 0 0,1 0 0,-1 0 0,0 1 0,8 0 0,-4 0 0,0 0 0,0 0 0,-1 1 0,1 0 0,9 3 0,-15-3 0,1 0 0,-1 0 0,1 0 0,-1 1 0,0-1 0,1 1 0,-1-1 0,0 1 0,0 0 0,0 0 0,0 0 0,-1 0 0,1 0 0,0 1 0,-1-1 0,0 0 0,1 1 0,0 2 0,7 20 113,0 1 0,4 29 0,-7-32-539,0 0 0,1 0 0,11 24 0,-10-33-6400</inkml:trace>
</inkml:ink>
</file>

<file path=ppt/ink/ink1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1:44:25.793"/>
    </inkml:context>
    <inkml:brush xml:id="br0">
      <inkml:brushProperty name="width" value="0.05" units="cm"/>
      <inkml:brushProperty name="height" value="0.05" units="cm"/>
    </inkml:brush>
  </inkml:definitions>
  <inkml:trace contextRef="#ctx0" brushRef="#br0">0 1 24575</inkml:trace>
</inkml:ink>
</file>

<file path=ppt/ink/ink1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1:44:33.233"/>
    </inkml:context>
    <inkml:brush xml:id="br0">
      <inkml:brushProperty name="width" value="0.05" units="cm"/>
      <inkml:brushProperty name="height" value="0.05" units="cm"/>
    </inkml:brush>
  </inkml:definitions>
  <inkml:trace contextRef="#ctx0" brushRef="#br0">15 211 24575,'2'120'0,"-4"133"0,-5-228 0,-1 7 0,8-31 0,0 0 0,0 0 0,0 0 0,0 0 0,1 0 0,-1 0 0,0 0 0,0 0 0,1 0 0,-1 0 0,0 0 0,1 0 0,-1-1 0,1 1 0,-1 0 0,1 0 0,0 0 0,-1-1 0,1 1 0,0 0 0,-1 0 0,1-1 0,0 1 0,0-1 0,0 1 0,0-1 0,1 1 0,11 3 0,1-1 0,0 0 0,0-1 0,0 0 0,0-1 0,0-1 0,20-2 0,-2 1 0,52-1 0,-10 0 0,118 12 0,-180-8 0,-6-1 0,0 0 0,1 0 0,-1-1 0,1 0 0,-1 0 0,8-1 0,-13 1 0,1-1 0,-1 1 0,1-1 0,-1 0 0,1 1 0,-1-1 0,1 0 0,-1 0 0,0 0 0,0 0 0,1 0 0,-1 0 0,0 0 0,0 0 0,0 0 0,0-1 0,0 1 0,0 0 0,0-1 0,-1 1 0,1-1 0,0 1 0,-1-1 0,1 1 0,-1-1 0,0 0 0,1 1 0,-1-1 0,0-2 0,3-43 0,-5-75 0,-1 35 0,3-167 0,0 253 0,-1-1 0,1 0 0,0 1 0,0-1 0,-1 0 0,1 1 0,-1-1 0,0 0 0,1 1 0,-1-1 0,0 1 0,0-1 0,0 1 0,0 0 0,0-1 0,0 1 0,0 0 0,0 0 0,-1-1 0,1 1 0,0 0 0,-1 0 0,1 1 0,-1-1 0,1 0 0,-1 0 0,0 1 0,1-1 0,-1 1 0,-1-1 0,-8-1 0,0 0 0,0 0 0,-20 1 0,5 0 0,-24-6 0,0-1 0,1-3 0,0-2 0,-60-24 0,101 34 0,0 0 0,0 0 0,0 1 0,0 0 0,-1 1 0,1-1 0,-1 2 0,-11-1 0,17 2 0,1-1 0,-1 0 0,0 1 0,1 0 0,-1 0 0,0 0 0,1 0 0,-1 0 0,1 0 0,0 1 0,-1-1 0,1 1 0,0 0 0,0-1 0,0 1 0,0 0 0,0 0 0,0 0 0,1 1 0,-1-1 0,1 0 0,-1 1 0,1-1 0,0 1 0,0-1 0,0 1 0,0-1 0,1 1 0,-1 3 0,-2 9 0,1 0 0,0 25 0,-2 19 0,1-39-682,0 32-1,3-37-6143</inkml:trace>
</inkml:ink>
</file>

<file path=ppt/ink/ink1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1:44:35.328"/>
    </inkml:context>
    <inkml:brush xml:id="br0">
      <inkml:brushProperty name="width" value="0.05" units="cm"/>
      <inkml:brushProperty name="height" value="0.05" units="cm"/>
    </inkml:brush>
  </inkml:definitions>
  <inkml:trace contextRef="#ctx0" brushRef="#br0">229 4 24575,'-36'-2'0,"15"1"0,-40 2 0,57 0 0,-1-1 0,1 1 0,0 0 0,0 0 0,-1 0 0,1 0 0,0 1 0,0 0 0,0 0 0,1 0 0,-1 0 0,0 0 0,1 1 0,0 0 0,-4 3 0,3 0 0,1 0 0,0 0 0,0 0 0,0 1 0,1-1 0,0 1 0,0 0 0,-1 9 0,-2 6 0,1-6 0,0 1 0,1-1 0,1 1 0,1 21 0,0-32 0,1 0 0,1 0 0,-1 0 0,1 0 0,0 0 0,1 0 0,0 0 0,-1 0 0,2-1 0,-1 1 0,1-1 0,0 1 0,0-1 0,7 8 0,-7-10 0,0 0 0,0 0 0,1-1 0,0 0 0,-1 0 0,1 0 0,0 0 0,0-1 0,0 1 0,0-1 0,0 0 0,0 0 0,0 0 0,7-1 0,8 1 0,38-3 0,-22-1 0,-31 3-11,-1 0-1,1-1 0,0 1 1,-1-1-1,1 0 1,0 0-1,-1 0 0,0-1 1,1 1-1,-1-1 0,0 0 1,1 0-1,-1 0 1,0 0-1,-1-1 0,1 1 1,0-1-1,4-5 1,7-7-1134,-4 6-5681</inkml:trace>
</inkml:ink>
</file>

<file path=ppt/ink/ink1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1:44:38.511"/>
    </inkml:context>
    <inkml:brush xml:id="br0">
      <inkml:brushProperty name="width" value="0.05" units="cm"/>
      <inkml:brushProperty name="height" value="0.05" units="cm"/>
    </inkml:brush>
  </inkml:definitions>
  <inkml:trace contextRef="#ctx0" brushRef="#br0">2022 1 24575,'-2'16'0,"-1"0"0,0 0 0,-1 0 0,-1 0 0,-1-1 0,-8 18 0,6-14 0,-14 36 0,-35 63 0,46-100 0,-1 1 0,0-2 0,-2 0 0,0 0 0,0-1 0,-31 25 0,5-9 0,-2-1 0,-2-3 0,0-1 0,-89 38 0,50-30 0,-60 22 0,111-47 0,1-1 0,-59 8 0,-125 25 0,-22 2 0,74-26 0,26-1 0,-159-1 0,263-17-1365,20 1-5461</inkml:trace>
</inkml:ink>
</file>

<file path=ppt/ink/ink1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30T01:44:39.704"/>
    </inkml:context>
    <inkml:brush xml:id="br0">
      <inkml:brushProperty name="width" value="0.05" units="cm"/>
      <inkml:brushProperty name="height" value="0.05" units="cm"/>
    </inkml:brush>
  </inkml:definitions>
  <inkml:trace contextRef="#ctx0" brushRef="#br0">227 1 24575,'-1'2'0,"1"1"0,-1-1 0,1 0 0,-1 0 0,0 1 0,0-1 0,0 0 0,0 0 0,0 0 0,0 0 0,-1 0 0,1 0 0,-1 0 0,1 0 0,-1-1 0,0 1 0,0 0 0,-2 1 0,-41 25 0,31-20 0,-7 4 0,6-4 0,0 0 0,1 1 0,0 1 0,-24 22 0,36-30 0,0 1 0,-1-1 0,1 1 0,0 0 0,0 0 0,0-1 0,1 1 0,-1 1 0,1-1 0,0 0 0,0 0 0,0 0 0,0 1 0,0-1 0,1 1 0,-1-1 0,1 0 0,0 1 0,0-1 0,0 1 0,1-1 0,-1 0 0,1 1 0,0-1 0,0 0 0,0 1 0,0-1 0,0 0 0,1 0 0,2 4 0,2 2-4,1 0 1,0 0-1,1-1 0,0 0 0,1 0 1,0 0-1,0-1 0,0-1 0,1 0 0,12 6 1,15 12-1321,-23-15-5502</inkml:trace>
</inkml:ink>
</file>

<file path=ppt/ink/ink1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7T14:25:50.236"/>
    </inkml:context>
    <inkml:brush xml:id="br0">
      <inkml:brushProperty name="width" value="0.05" units="cm"/>
      <inkml:brushProperty name="height" value="0.05" units="cm"/>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BAABD2D-06EE-4924-A970-DA7F071D30DD}" type="datetimeFigureOut">
              <a:rPr lang="en-US" smtClean="0"/>
              <a:pPr/>
              <a:t>3/22/2026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673052-1C4D-4D99-A058-91D579108362}" type="slidenum">
              <a:rPr lang="en-US" smtClean="0"/>
              <a:pPr/>
              <a:t>‹#›</a:t>
            </a:fld>
            <a:endParaRPr lang="en-US"/>
          </a:p>
        </p:txBody>
      </p:sp>
    </p:spTree>
    <p:extLst>
      <p:ext uri="{BB962C8B-B14F-4D97-AF65-F5344CB8AC3E}">
        <p14:creationId xmlns:p14="http://schemas.microsoft.com/office/powerpoint/2010/main" val="1049535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62673052-1C4D-4D99-A058-91D579108362}" type="slidenum">
              <a:rPr lang="en-US" smtClean="0"/>
              <a:pPr/>
              <a:t>1</a:t>
            </a:fld>
            <a:endParaRPr lang="en-US"/>
          </a:p>
        </p:txBody>
      </p:sp>
    </p:spTree>
    <p:extLst>
      <p:ext uri="{BB962C8B-B14F-4D97-AF65-F5344CB8AC3E}">
        <p14:creationId xmlns:p14="http://schemas.microsoft.com/office/powerpoint/2010/main" val="1881355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62673052-1C4D-4D99-A058-91D579108362}" type="slidenum">
              <a:rPr lang="en-US" smtClean="0"/>
              <a:pPr/>
              <a:t>2</a:t>
            </a:fld>
            <a:endParaRPr lang="en-US"/>
          </a:p>
        </p:txBody>
      </p:sp>
    </p:spTree>
    <p:extLst>
      <p:ext uri="{BB962C8B-B14F-4D97-AF65-F5344CB8AC3E}">
        <p14:creationId xmlns:p14="http://schemas.microsoft.com/office/powerpoint/2010/main" val="160892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060686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62673052-1C4D-4D99-A058-91D579108362}" type="slidenum">
              <a:rPr lang="en-US" smtClean="0"/>
              <a:pPr/>
              <a:t>4</a:t>
            </a:fld>
            <a:endParaRPr lang="en-US"/>
          </a:p>
        </p:txBody>
      </p:sp>
    </p:spTree>
    <p:extLst>
      <p:ext uri="{BB962C8B-B14F-4D97-AF65-F5344CB8AC3E}">
        <p14:creationId xmlns:p14="http://schemas.microsoft.com/office/powerpoint/2010/main" val="519958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62673052-1C4D-4D99-A058-91D579108362}" type="slidenum">
              <a:rPr lang="en-US" smtClean="0"/>
              <a:pPr/>
              <a:t>5</a:t>
            </a:fld>
            <a:endParaRPr lang="en-US"/>
          </a:p>
        </p:txBody>
      </p:sp>
    </p:spTree>
    <p:extLst>
      <p:ext uri="{BB962C8B-B14F-4D97-AF65-F5344CB8AC3E}">
        <p14:creationId xmlns:p14="http://schemas.microsoft.com/office/powerpoint/2010/main" val="386865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62673052-1C4D-4D99-A058-91D579108362}" type="slidenum">
              <a:rPr lang="en-US" smtClean="0"/>
              <a:pPr/>
              <a:t>6</a:t>
            </a:fld>
            <a:endParaRPr lang="en-US"/>
          </a:p>
        </p:txBody>
      </p:sp>
    </p:spTree>
    <p:extLst>
      <p:ext uri="{BB962C8B-B14F-4D97-AF65-F5344CB8AC3E}">
        <p14:creationId xmlns:p14="http://schemas.microsoft.com/office/powerpoint/2010/main" val="1119569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62673052-1C4D-4D99-A058-91D579108362}" type="slidenum">
              <a:rPr lang="en-US" smtClean="0"/>
              <a:pPr/>
              <a:t>105</a:t>
            </a:fld>
            <a:endParaRPr lang="en-US"/>
          </a:p>
        </p:txBody>
      </p:sp>
    </p:spTree>
    <p:extLst>
      <p:ext uri="{BB962C8B-B14F-4D97-AF65-F5344CB8AC3E}">
        <p14:creationId xmlns:p14="http://schemas.microsoft.com/office/powerpoint/2010/main" val="3193591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EBC8B-2E70-0C83-BF03-66E2CB63AA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DF76E-9E70-54CC-AC8F-68C1CAF597C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B859F87-61B3-4A92-E690-14A3ADB9781F}"/>
              </a:ext>
            </a:extLst>
          </p:cNvPr>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8D5852E2-D418-EF7C-7DE3-4CA6C100C720}"/>
              </a:ext>
            </a:extLst>
          </p:cNvPr>
          <p:cNvSpPr>
            <a:spLocks noGrp="1"/>
          </p:cNvSpPr>
          <p:nvPr>
            <p:ph type="sldNum" sz="quarter" idx="10"/>
          </p:nvPr>
        </p:nvSpPr>
        <p:spPr/>
        <p:txBody>
          <a:bodyPr/>
          <a:lstStyle/>
          <a:p>
            <a:fld id="{62673052-1C4D-4D99-A058-91D579108362}" type="slidenum">
              <a:rPr lang="en-US" smtClean="0"/>
              <a:pPr/>
              <a:t>106</a:t>
            </a:fld>
            <a:endParaRPr lang="en-US"/>
          </a:p>
        </p:txBody>
      </p:sp>
    </p:spTree>
    <p:extLst>
      <p:ext uri="{BB962C8B-B14F-4D97-AF65-F5344CB8AC3E}">
        <p14:creationId xmlns:p14="http://schemas.microsoft.com/office/powerpoint/2010/main" val="774512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62673052-1C4D-4D99-A058-91D579108362}" type="slidenum">
              <a:rPr lang="en-US" smtClean="0"/>
              <a:pPr/>
              <a:t>107</a:t>
            </a:fld>
            <a:endParaRPr lang="en-US"/>
          </a:p>
        </p:txBody>
      </p:sp>
    </p:spTree>
    <p:extLst>
      <p:ext uri="{BB962C8B-B14F-4D97-AF65-F5344CB8AC3E}">
        <p14:creationId xmlns:p14="http://schemas.microsoft.com/office/powerpoint/2010/main" val="728318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7" name="Rectangle 6"/>
          <p:cNvSpPr/>
          <p:nvPr userDrawn="1"/>
        </p:nvSpPr>
        <p:spPr>
          <a:xfrm>
            <a:off x="0" y="2419350"/>
            <a:ext cx="9144000" cy="2724150"/>
          </a:xfrm>
          <a:prstGeom prst="rect">
            <a:avLst/>
          </a:prstGeom>
          <a:gradFill flip="none" rotWithShape="1">
            <a:gsLst>
              <a:gs pos="44000">
                <a:srgbClr val="CBCBCB">
                  <a:alpha val="22000"/>
                </a:srgbClr>
              </a:gs>
              <a:gs pos="100000">
                <a:srgbClr val="5F5F5F">
                  <a:alpha val="19000"/>
                </a:srgbClr>
              </a:gs>
              <a:gs pos="100000">
                <a:srgbClr val="FFFFFF">
                  <a:alpha val="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85800" y="3740992"/>
            <a:ext cx="7772400" cy="458115"/>
          </a:xfrm>
        </p:spPr>
        <p:txBody>
          <a:bodyPr/>
          <a:lstStyle>
            <a:lvl1pPr algn="ctr">
              <a:defRPr lang="en-US" sz="3000" kern="1200" smtClean="0">
                <a:solidFill>
                  <a:schemeClr val="tx1">
                    <a:lumMod val="75000"/>
                    <a:lumOff val="25000"/>
                  </a:schemeClr>
                </a:solidFill>
                <a:latin typeface="+mj-lt"/>
                <a:ea typeface="+mj-ea"/>
                <a:cs typeface="+mj-cs"/>
              </a:defRPr>
            </a:lvl1pPr>
          </a:lstStyle>
          <a:p>
            <a:r>
              <a:rPr lang="en-US" dirty="0"/>
              <a:t>Click to edit Master title style</a:t>
            </a:r>
          </a:p>
        </p:txBody>
      </p:sp>
      <p:sp>
        <p:nvSpPr>
          <p:cNvPr id="3" name="Subtitle 2"/>
          <p:cNvSpPr>
            <a:spLocks noGrp="1"/>
          </p:cNvSpPr>
          <p:nvPr>
            <p:ph type="subTitle" idx="1"/>
          </p:nvPr>
        </p:nvSpPr>
        <p:spPr>
          <a:xfrm>
            <a:off x="1371600" y="4132020"/>
            <a:ext cx="6400800" cy="573330"/>
          </a:xfrm>
        </p:spPr>
        <p:txBody>
          <a:bodyPr>
            <a:normAutofit/>
          </a:bodyPr>
          <a:lstStyle>
            <a:lvl1pPr marL="0" indent="0" algn="ctr">
              <a:buNone/>
              <a:defRPr lang="en-US" sz="1800" kern="1200" smtClean="0">
                <a:solidFill>
                  <a:schemeClr val="tx1">
                    <a:lumMod val="65000"/>
                    <a:lumOff val="35000"/>
                  </a:schemeClr>
                </a:solidFill>
                <a:latin typeface="+mj-lt"/>
                <a:ea typeface="+mj-ea"/>
                <a:cs typeface="+mj-cs"/>
              </a:defRPr>
            </a:lvl1pPr>
            <a:lvl2pPr marL="457162" indent="0" algn="ctr">
              <a:buNone/>
              <a:defRPr>
                <a:solidFill>
                  <a:schemeClr val="tx1">
                    <a:tint val="75000"/>
                  </a:schemeClr>
                </a:solidFill>
              </a:defRPr>
            </a:lvl2pPr>
            <a:lvl3pPr marL="914324" indent="0" algn="ctr">
              <a:buNone/>
              <a:defRPr>
                <a:solidFill>
                  <a:schemeClr val="tx1">
                    <a:tint val="75000"/>
                  </a:schemeClr>
                </a:solidFill>
              </a:defRPr>
            </a:lvl3pPr>
            <a:lvl4pPr marL="1371486" indent="0" algn="ctr">
              <a:buNone/>
              <a:defRPr>
                <a:solidFill>
                  <a:schemeClr val="tx1">
                    <a:tint val="75000"/>
                  </a:schemeClr>
                </a:solidFill>
              </a:defRPr>
            </a:lvl4pPr>
            <a:lvl5pPr marL="1828648" indent="0" algn="ctr">
              <a:buNone/>
              <a:defRPr>
                <a:solidFill>
                  <a:schemeClr val="tx1">
                    <a:tint val="75000"/>
                  </a:schemeClr>
                </a:solidFill>
              </a:defRPr>
            </a:lvl5pPr>
            <a:lvl6pPr marL="2285810" indent="0" algn="ctr">
              <a:buNone/>
              <a:defRPr>
                <a:solidFill>
                  <a:schemeClr val="tx1">
                    <a:tint val="75000"/>
                  </a:schemeClr>
                </a:solidFill>
              </a:defRPr>
            </a:lvl6pPr>
            <a:lvl7pPr marL="2742972" indent="0" algn="ctr">
              <a:buNone/>
              <a:defRPr>
                <a:solidFill>
                  <a:schemeClr val="tx1">
                    <a:tint val="75000"/>
                  </a:schemeClr>
                </a:solidFill>
              </a:defRPr>
            </a:lvl7pPr>
            <a:lvl8pPr marL="3200133" indent="0" algn="ctr">
              <a:buNone/>
              <a:defRPr>
                <a:solidFill>
                  <a:schemeClr val="tx1">
                    <a:tint val="75000"/>
                  </a:schemeClr>
                </a:solidFill>
              </a:defRPr>
            </a:lvl8pPr>
            <a:lvl9pPr marL="365729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D1176A7-B091-469C-82C8-89C693043C40}"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181" indent="0" algn="ctr">
              <a:buNone/>
              <a:defRPr>
                <a:solidFill>
                  <a:schemeClr val="tx1">
                    <a:tint val="75000"/>
                  </a:schemeClr>
                </a:solidFill>
              </a:defRPr>
            </a:lvl2pPr>
            <a:lvl3pPr marL="914362" indent="0" algn="ctr">
              <a:buNone/>
              <a:defRPr>
                <a:solidFill>
                  <a:schemeClr val="tx1">
                    <a:tint val="75000"/>
                  </a:schemeClr>
                </a:solidFill>
              </a:defRPr>
            </a:lvl3pPr>
            <a:lvl4pPr marL="1371543" indent="0" algn="ctr">
              <a:buNone/>
              <a:defRPr>
                <a:solidFill>
                  <a:schemeClr val="tx1">
                    <a:tint val="75000"/>
                  </a:schemeClr>
                </a:solidFill>
              </a:defRPr>
            </a:lvl4pPr>
            <a:lvl5pPr marL="1828724" indent="0" algn="ctr">
              <a:buNone/>
              <a:defRPr>
                <a:solidFill>
                  <a:schemeClr val="tx1">
                    <a:tint val="75000"/>
                  </a:schemeClr>
                </a:solidFill>
              </a:defRPr>
            </a:lvl5pPr>
            <a:lvl6pPr marL="2285905" indent="0" algn="ctr">
              <a:buNone/>
              <a:defRPr>
                <a:solidFill>
                  <a:schemeClr val="tx1">
                    <a:tint val="75000"/>
                  </a:schemeClr>
                </a:solidFill>
              </a:defRPr>
            </a:lvl6pPr>
            <a:lvl7pPr marL="2743086" indent="0" algn="ctr">
              <a:buNone/>
              <a:defRPr>
                <a:solidFill>
                  <a:schemeClr val="tx1">
                    <a:tint val="75000"/>
                  </a:schemeClr>
                </a:solidFill>
              </a:defRPr>
            </a:lvl7pPr>
            <a:lvl8pPr marL="3200266" indent="0" algn="ctr">
              <a:buNone/>
              <a:defRPr>
                <a:solidFill>
                  <a:schemeClr val="tx1">
                    <a:tint val="75000"/>
                  </a:schemeClr>
                </a:solidFill>
              </a:defRPr>
            </a:lvl8pPr>
            <a:lvl9pPr marL="365744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D1176A7-B091-469C-82C8-89C693043C40}"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3957718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1176A7-B091-469C-82C8-89C693043C40}"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351923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181" indent="0">
              <a:buNone/>
              <a:defRPr sz="1800">
                <a:solidFill>
                  <a:schemeClr val="tx1">
                    <a:tint val="75000"/>
                  </a:schemeClr>
                </a:solidFill>
              </a:defRPr>
            </a:lvl2pPr>
            <a:lvl3pPr marL="914362" indent="0">
              <a:buNone/>
              <a:defRPr sz="1600">
                <a:solidFill>
                  <a:schemeClr val="tx1">
                    <a:tint val="75000"/>
                  </a:schemeClr>
                </a:solidFill>
              </a:defRPr>
            </a:lvl3pPr>
            <a:lvl4pPr marL="1371543" indent="0">
              <a:buNone/>
              <a:defRPr sz="1400">
                <a:solidFill>
                  <a:schemeClr val="tx1">
                    <a:tint val="75000"/>
                  </a:schemeClr>
                </a:solidFill>
              </a:defRPr>
            </a:lvl4pPr>
            <a:lvl5pPr marL="1828724" indent="0">
              <a:buNone/>
              <a:defRPr sz="1400">
                <a:solidFill>
                  <a:schemeClr val="tx1">
                    <a:tint val="75000"/>
                  </a:schemeClr>
                </a:solidFill>
              </a:defRPr>
            </a:lvl5pPr>
            <a:lvl6pPr marL="2285905" indent="0">
              <a:buNone/>
              <a:defRPr sz="1400">
                <a:solidFill>
                  <a:schemeClr val="tx1">
                    <a:tint val="75000"/>
                  </a:schemeClr>
                </a:solidFill>
              </a:defRPr>
            </a:lvl6pPr>
            <a:lvl7pPr marL="2743086" indent="0">
              <a:buNone/>
              <a:defRPr sz="1400">
                <a:solidFill>
                  <a:schemeClr val="tx1">
                    <a:tint val="75000"/>
                  </a:schemeClr>
                </a:solidFill>
              </a:defRPr>
            </a:lvl7pPr>
            <a:lvl8pPr marL="3200266" indent="0">
              <a:buNone/>
              <a:defRPr sz="1400">
                <a:solidFill>
                  <a:schemeClr val="tx1">
                    <a:tint val="75000"/>
                  </a:schemeClr>
                </a:solidFill>
              </a:defRPr>
            </a:lvl8pPr>
            <a:lvl9pPr marL="3657448"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1176A7-B091-469C-82C8-89C693043C40}"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2118170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1176A7-B091-469C-82C8-89C693043C40}"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305318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181" indent="0">
              <a:buNone/>
              <a:defRPr sz="2000" b="1"/>
            </a:lvl2pPr>
            <a:lvl3pPr marL="914362" indent="0">
              <a:buNone/>
              <a:defRPr sz="1800" b="1"/>
            </a:lvl3pPr>
            <a:lvl4pPr marL="1371543" indent="0">
              <a:buNone/>
              <a:defRPr sz="1600" b="1"/>
            </a:lvl4pPr>
            <a:lvl5pPr marL="1828724" indent="0">
              <a:buNone/>
              <a:defRPr sz="1600" b="1"/>
            </a:lvl5pPr>
            <a:lvl6pPr marL="2285905" indent="0">
              <a:buNone/>
              <a:defRPr sz="1600" b="1"/>
            </a:lvl6pPr>
            <a:lvl7pPr marL="2743086" indent="0">
              <a:buNone/>
              <a:defRPr sz="1600" b="1"/>
            </a:lvl7pPr>
            <a:lvl8pPr marL="3200266" indent="0">
              <a:buNone/>
              <a:defRPr sz="1600" b="1"/>
            </a:lvl8pPr>
            <a:lvl9pPr marL="3657448"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151335"/>
            <a:ext cx="4041775" cy="479822"/>
          </a:xfrm>
        </p:spPr>
        <p:txBody>
          <a:bodyPr anchor="b"/>
          <a:lstStyle>
            <a:lvl1pPr marL="0" indent="0">
              <a:buNone/>
              <a:defRPr sz="2400" b="1"/>
            </a:lvl1pPr>
            <a:lvl2pPr marL="457181" indent="0">
              <a:buNone/>
              <a:defRPr sz="2000" b="1"/>
            </a:lvl2pPr>
            <a:lvl3pPr marL="914362" indent="0">
              <a:buNone/>
              <a:defRPr sz="1800" b="1"/>
            </a:lvl3pPr>
            <a:lvl4pPr marL="1371543" indent="0">
              <a:buNone/>
              <a:defRPr sz="1600" b="1"/>
            </a:lvl4pPr>
            <a:lvl5pPr marL="1828724" indent="0">
              <a:buNone/>
              <a:defRPr sz="1600" b="1"/>
            </a:lvl5pPr>
            <a:lvl6pPr marL="2285905" indent="0">
              <a:buNone/>
              <a:defRPr sz="1600" b="1"/>
            </a:lvl6pPr>
            <a:lvl7pPr marL="2743086" indent="0">
              <a:buNone/>
              <a:defRPr sz="1600" b="1"/>
            </a:lvl7pPr>
            <a:lvl8pPr marL="3200266" indent="0">
              <a:buNone/>
              <a:defRPr sz="1600" b="1"/>
            </a:lvl8pPr>
            <a:lvl9pPr marL="365744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1176A7-B091-469C-82C8-89C693043C40}" type="datetimeFigureOut">
              <a:rPr lang="en-US" smtClean="0"/>
              <a:pPr/>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795899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39B1FA-81F2-4940-9AF3-5EAFB5D6669B}" type="slidenum">
              <a:rPr lang="en-US" smtClean="0"/>
              <a:pPr/>
              <a:t>‹#›</a:t>
            </a:fld>
            <a:endParaRPr lang="en-US"/>
          </a:p>
        </p:txBody>
      </p:sp>
      <p:sp>
        <p:nvSpPr>
          <p:cNvPr id="6" name="Title 1"/>
          <p:cNvSpPr>
            <a:spLocks noGrp="1"/>
          </p:cNvSpPr>
          <p:nvPr>
            <p:ph type="title"/>
          </p:nvPr>
        </p:nvSpPr>
        <p:spPr>
          <a:xfrm>
            <a:off x="457200" y="205979"/>
            <a:ext cx="8229600" cy="536971"/>
          </a:xfrm>
        </p:spPr>
        <p:txBody>
          <a:bodyPr>
            <a:normAutofit/>
          </a:bodyPr>
          <a:lstStyle>
            <a:lvl1pPr algn="l">
              <a:defRPr sz="2800">
                <a:solidFill>
                  <a:schemeClr val="tx1">
                    <a:lumMod val="65000"/>
                    <a:lumOff val="35000"/>
                  </a:schemeClr>
                </a:solidFill>
              </a:defRPr>
            </a:lvl1pPr>
          </a:lstStyle>
          <a:p>
            <a:r>
              <a:rPr lang="en-US"/>
              <a:t>Click to edit Master title style</a:t>
            </a:r>
          </a:p>
        </p:txBody>
      </p:sp>
    </p:spTree>
    <p:extLst>
      <p:ext uri="{BB962C8B-B14F-4D97-AF65-F5344CB8AC3E}">
        <p14:creationId xmlns:p14="http://schemas.microsoft.com/office/powerpoint/2010/main" val="142987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39B1FA-81F2-4940-9AF3-5EAFB5D6669B}" type="slidenum">
              <a:rPr lang="en-US" smtClean="0"/>
              <a:pPr/>
              <a:t>‹#›</a:t>
            </a:fld>
            <a:endParaRPr lang="en-US"/>
          </a:p>
        </p:txBody>
      </p:sp>
      <p:sp>
        <p:nvSpPr>
          <p:cNvPr id="6" name="Title 1"/>
          <p:cNvSpPr>
            <a:spLocks noGrp="1"/>
          </p:cNvSpPr>
          <p:nvPr>
            <p:ph type="title"/>
          </p:nvPr>
        </p:nvSpPr>
        <p:spPr>
          <a:xfrm>
            <a:off x="457200" y="205979"/>
            <a:ext cx="8229600" cy="536971"/>
          </a:xfrm>
        </p:spPr>
        <p:txBody>
          <a:bodyPr>
            <a:normAutofit/>
          </a:bodyPr>
          <a:lstStyle>
            <a:lvl1pPr algn="l">
              <a:defRPr sz="2800">
                <a:solidFill>
                  <a:schemeClr val="bg1">
                    <a:lumMod val="50000"/>
                  </a:schemeClr>
                </a:solidFill>
              </a:defRPr>
            </a:lvl1pPr>
          </a:lstStyle>
          <a:p>
            <a:r>
              <a:rPr lang="en-US"/>
              <a:t>Click to edit Master title style</a:t>
            </a:r>
          </a:p>
        </p:txBody>
      </p:sp>
      <p:sp>
        <p:nvSpPr>
          <p:cNvPr id="7" name="Text Placeholder 9"/>
          <p:cNvSpPr>
            <a:spLocks noGrp="1"/>
          </p:cNvSpPr>
          <p:nvPr>
            <p:ph type="body" sz="quarter" idx="13" hasCustomPrompt="1"/>
          </p:nvPr>
        </p:nvSpPr>
        <p:spPr>
          <a:xfrm>
            <a:off x="457200" y="742950"/>
            <a:ext cx="8229600" cy="381000"/>
          </a:xfrm>
        </p:spPr>
        <p:txBody>
          <a:bodyPr>
            <a:noAutofit/>
          </a:bodyPr>
          <a:lstStyle>
            <a:lvl1pPr marL="0" indent="0">
              <a:buNone/>
              <a:defRPr sz="1400">
                <a:solidFill>
                  <a:schemeClr val="bg1">
                    <a:lumMod val="50000"/>
                  </a:schemeClr>
                </a:solidFill>
              </a:defRPr>
            </a:lvl1pPr>
          </a:lstStyle>
          <a:p>
            <a:pPr lvl="0"/>
            <a:r>
              <a:rPr lang="en-US"/>
              <a:t>Subtitle</a:t>
            </a:r>
          </a:p>
        </p:txBody>
      </p:sp>
    </p:spTree>
    <p:extLst>
      <p:ext uri="{BB962C8B-B14F-4D97-AF65-F5344CB8AC3E}">
        <p14:creationId xmlns:p14="http://schemas.microsoft.com/office/powerpoint/2010/main" val="254263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1176A7-B091-469C-82C8-89C693043C40}"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1681249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Title Only">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142987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1176A7-B091-469C-82C8-89C693043C40}"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39B1FA-81F2-4940-9AF3-5EAFB5D6669B}" type="slidenum">
              <a:rPr lang="en-US" smtClean="0"/>
              <a:pPr/>
              <a:t>‹#›</a:t>
            </a:fld>
            <a:endParaRPr lang="en-US"/>
          </a:p>
        </p:txBody>
      </p:sp>
      <p:sp>
        <p:nvSpPr>
          <p:cNvPr id="6" name="Title 1"/>
          <p:cNvSpPr>
            <a:spLocks noGrp="1"/>
          </p:cNvSpPr>
          <p:nvPr>
            <p:ph type="title"/>
          </p:nvPr>
        </p:nvSpPr>
        <p:spPr>
          <a:xfrm>
            <a:off x="457200" y="205979"/>
            <a:ext cx="8229600" cy="536971"/>
          </a:xfrm>
        </p:spPr>
        <p:txBody>
          <a:bodyPr>
            <a:normAutofit/>
          </a:bodyPr>
          <a:lstStyle>
            <a:lvl1pPr algn="l">
              <a:defRPr sz="2800">
                <a:solidFill>
                  <a:schemeClr val="bg1">
                    <a:lumMod val="50000"/>
                  </a:schemeClr>
                </a:solidFill>
              </a:defRPr>
            </a:lvl1pPr>
          </a:lstStyle>
          <a:p>
            <a:r>
              <a:rPr lang="en-US"/>
              <a:t>Click to edit Master title style</a:t>
            </a:r>
          </a:p>
        </p:txBody>
      </p:sp>
      <p:sp>
        <p:nvSpPr>
          <p:cNvPr id="7" name="Text Placeholder 9"/>
          <p:cNvSpPr>
            <a:spLocks noGrp="1"/>
          </p:cNvSpPr>
          <p:nvPr>
            <p:ph type="body" sz="quarter" idx="13" hasCustomPrompt="1"/>
          </p:nvPr>
        </p:nvSpPr>
        <p:spPr>
          <a:xfrm>
            <a:off x="457200" y="742950"/>
            <a:ext cx="8229600" cy="381000"/>
          </a:xfrm>
        </p:spPr>
        <p:txBody>
          <a:bodyPr>
            <a:noAutofit/>
          </a:bodyPr>
          <a:lstStyle>
            <a:lvl1pPr marL="0" indent="0">
              <a:buNone/>
              <a:defRPr sz="1400">
                <a:solidFill>
                  <a:schemeClr val="bg1">
                    <a:lumMod val="50000"/>
                  </a:schemeClr>
                </a:solidFill>
              </a:defRPr>
            </a:lvl1pPr>
          </a:lstStyle>
          <a:p>
            <a:pPr lvl="0"/>
            <a:r>
              <a:rPr lang="en-US"/>
              <a:t>Subtitle</a:t>
            </a:r>
          </a:p>
        </p:txBody>
      </p:sp>
    </p:spTree>
    <p:extLst>
      <p:ext uri="{BB962C8B-B14F-4D97-AF65-F5344CB8AC3E}">
        <p14:creationId xmlns:p14="http://schemas.microsoft.com/office/powerpoint/2010/main" val="1681249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Title Only">
    <p:bg>
      <p:bgPr>
        <a:solidFill>
          <a:schemeClr val="bg1">
            <a:lumMod val="8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39B1FA-81F2-4940-9AF3-5EAFB5D6669B}" type="slidenum">
              <a:rPr lang="en-US" smtClean="0"/>
              <a:pPr/>
              <a:t>‹#›</a:t>
            </a:fld>
            <a:endParaRPr lang="en-US"/>
          </a:p>
        </p:txBody>
      </p:sp>
      <p:sp>
        <p:nvSpPr>
          <p:cNvPr id="6" name="Title 1"/>
          <p:cNvSpPr>
            <a:spLocks noGrp="1"/>
          </p:cNvSpPr>
          <p:nvPr>
            <p:ph type="title"/>
          </p:nvPr>
        </p:nvSpPr>
        <p:spPr>
          <a:xfrm>
            <a:off x="457200" y="205979"/>
            <a:ext cx="8229600" cy="536971"/>
          </a:xfrm>
        </p:spPr>
        <p:txBody>
          <a:bodyPr>
            <a:normAutofit/>
          </a:bodyPr>
          <a:lstStyle>
            <a:lvl1pPr algn="l">
              <a:defRPr sz="2800">
                <a:solidFill>
                  <a:schemeClr val="bg1">
                    <a:lumMod val="85000"/>
                  </a:schemeClr>
                </a:solidFill>
              </a:defRPr>
            </a:lvl1pPr>
          </a:lstStyle>
          <a:p>
            <a:r>
              <a:rPr lang="en-US" dirty="0"/>
              <a:t>Click to edit Master title style</a:t>
            </a:r>
          </a:p>
        </p:txBody>
      </p:sp>
    </p:spTree>
    <p:extLst>
      <p:ext uri="{BB962C8B-B14F-4D97-AF65-F5344CB8AC3E}">
        <p14:creationId xmlns:p14="http://schemas.microsoft.com/office/powerpoint/2010/main" val="1429874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2_Blank">
    <p:bg>
      <p:bgPr>
        <a:solidFill>
          <a:schemeClr val="bg1">
            <a:lumMod val="85000"/>
          </a:schemeClr>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1176A7-B091-469C-82C8-89C693043C40}"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39B1FA-81F2-4940-9AF3-5EAFB5D6669B}" type="slidenum">
              <a:rPr lang="en-US" smtClean="0"/>
              <a:pPr/>
              <a:t>‹#›</a:t>
            </a:fld>
            <a:endParaRPr lang="en-US"/>
          </a:p>
        </p:txBody>
      </p:sp>
      <p:sp>
        <p:nvSpPr>
          <p:cNvPr id="5" name="Rectangle 4"/>
          <p:cNvSpPr/>
          <p:nvPr userDrawn="1"/>
        </p:nvSpPr>
        <p:spPr>
          <a:xfrm>
            <a:off x="0" y="3848100"/>
            <a:ext cx="9144000" cy="1295400"/>
          </a:xfrm>
          <a:prstGeom prst="rect">
            <a:avLst/>
          </a:prstGeom>
          <a:solidFill>
            <a:srgbClr val="B5D3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12494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076327"/>
            <a:ext cx="3008313" cy="3518297"/>
          </a:xfrm>
        </p:spPr>
        <p:txBody>
          <a:bodyPr/>
          <a:lstStyle>
            <a:lvl1pPr marL="0" indent="0">
              <a:buNone/>
              <a:defRPr sz="1400"/>
            </a:lvl1pPr>
            <a:lvl2pPr marL="457181" indent="0">
              <a:buNone/>
              <a:defRPr sz="1200"/>
            </a:lvl2pPr>
            <a:lvl3pPr marL="914362" indent="0">
              <a:buNone/>
              <a:defRPr sz="1000"/>
            </a:lvl3pPr>
            <a:lvl4pPr marL="1371543" indent="0">
              <a:buNone/>
              <a:defRPr sz="900"/>
            </a:lvl4pPr>
            <a:lvl5pPr marL="1828724" indent="0">
              <a:buNone/>
              <a:defRPr sz="900"/>
            </a:lvl5pPr>
            <a:lvl6pPr marL="2285905" indent="0">
              <a:buNone/>
              <a:defRPr sz="900"/>
            </a:lvl6pPr>
            <a:lvl7pPr marL="2743086" indent="0">
              <a:buNone/>
              <a:defRPr sz="900"/>
            </a:lvl7pPr>
            <a:lvl8pPr marL="3200266" indent="0">
              <a:buNone/>
              <a:defRPr sz="900"/>
            </a:lvl8pPr>
            <a:lvl9pPr marL="3657448"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1176A7-B091-469C-82C8-89C693043C40}"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11290817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181" indent="0">
              <a:buNone/>
              <a:defRPr sz="2800"/>
            </a:lvl2pPr>
            <a:lvl3pPr marL="914362" indent="0">
              <a:buNone/>
              <a:defRPr sz="2400"/>
            </a:lvl3pPr>
            <a:lvl4pPr marL="1371543" indent="0">
              <a:buNone/>
              <a:defRPr sz="2000"/>
            </a:lvl4pPr>
            <a:lvl5pPr marL="1828724" indent="0">
              <a:buNone/>
              <a:defRPr sz="2000"/>
            </a:lvl5pPr>
            <a:lvl6pPr marL="2285905" indent="0">
              <a:buNone/>
              <a:defRPr sz="2000"/>
            </a:lvl6pPr>
            <a:lvl7pPr marL="2743086" indent="0">
              <a:buNone/>
              <a:defRPr sz="2000"/>
            </a:lvl7pPr>
            <a:lvl8pPr marL="3200266" indent="0">
              <a:buNone/>
              <a:defRPr sz="2000"/>
            </a:lvl8pPr>
            <a:lvl9pPr marL="3657448"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181" indent="0">
              <a:buNone/>
              <a:defRPr sz="1200"/>
            </a:lvl2pPr>
            <a:lvl3pPr marL="914362" indent="0">
              <a:buNone/>
              <a:defRPr sz="1000"/>
            </a:lvl3pPr>
            <a:lvl4pPr marL="1371543" indent="0">
              <a:buNone/>
              <a:defRPr sz="900"/>
            </a:lvl4pPr>
            <a:lvl5pPr marL="1828724" indent="0">
              <a:buNone/>
              <a:defRPr sz="900"/>
            </a:lvl5pPr>
            <a:lvl6pPr marL="2285905" indent="0">
              <a:buNone/>
              <a:defRPr sz="900"/>
            </a:lvl6pPr>
            <a:lvl7pPr marL="2743086" indent="0">
              <a:buNone/>
              <a:defRPr sz="900"/>
            </a:lvl7pPr>
            <a:lvl8pPr marL="3200266" indent="0">
              <a:buNone/>
              <a:defRPr sz="900"/>
            </a:lvl8pPr>
            <a:lvl9pPr marL="3657448"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1176A7-B091-469C-82C8-89C693043C40}"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3753814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1176A7-B091-469C-82C8-89C693043C40}"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39841580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1176A7-B091-469C-82C8-89C693043C40}"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5350223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model2">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39B1FA-81F2-4940-9AF3-5EAFB5D6669B}" type="slidenum">
              <a:rPr lang="en-US" smtClean="0"/>
              <a:pPr/>
              <a:t>‹#›</a:t>
            </a:fld>
            <a:endParaRPr lang="en-US"/>
          </a:p>
        </p:txBody>
      </p:sp>
    </p:spTree>
    <p:extLst>
      <p:ext uri="{BB962C8B-B14F-4D97-AF65-F5344CB8AC3E}">
        <p14:creationId xmlns:p14="http://schemas.microsoft.com/office/powerpoint/2010/main" val="27899705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1176A7-B091-469C-82C8-89C693043C40}"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39B1FA-81F2-4940-9AF3-5EAFB5D6669B}"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39B1FA-81F2-4940-9AF3-5EAFB5D6669B}" type="slidenum">
              <a:rPr lang="en-US" smtClean="0"/>
              <a:pPr/>
              <a:t>‹#›</a:t>
            </a:fld>
            <a:endParaRPr lang="en-US"/>
          </a:p>
        </p:txBody>
      </p:sp>
      <p:sp>
        <p:nvSpPr>
          <p:cNvPr id="6" name="Title 1"/>
          <p:cNvSpPr>
            <a:spLocks noGrp="1"/>
          </p:cNvSpPr>
          <p:nvPr>
            <p:ph type="title"/>
          </p:nvPr>
        </p:nvSpPr>
        <p:spPr>
          <a:xfrm>
            <a:off x="457200" y="205979"/>
            <a:ext cx="8229600" cy="536971"/>
          </a:xfrm>
        </p:spPr>
        <p:txBody>
          <a:bodyPr>
            <a:normAutofit/>
          </a:bodyPr>
          <a:lstStyle>
            <a:lvl1pPr algn="l">
              <a:defRPr sz="2800">
                <a:solidFill>
                  <a:schemeClr val="tx1">
                    <a:lumMod val="65000"/>
                    <a:lumOff val="35000"/>
                  </a:schemeClr>
                </a:solidFill>
              </a:defRPr>
            </a:lvl1pPr>
          </a:lstStyle>
          <a:p>
            <a:r>
              <a:rPr lang="en-US"/>
              <a:t>Click to edit Master title style</a:t>
            </a:r>
          </a:p>
        </p:txBody>
      </p:sp>
      <p:sp>
        <p:nvSpPr>
          <p:cNvPr id="7" name="Text Placeholder 9"/>
          <p:cNvSpPr>
            <a:spLocks noGrp="1"/>
          </p:cNvSpPr>
          <p:nvPr>
            <p:ph type="body" sz="quarter" idx="13" hasCustomPrompt="1"/>
          </p:nvPr>
        </p:nvSpPr>
        <p:spPr>
          <a:xfrm>
            <a:off x="457200" y="742950"/>
            <a:ext cx="8229600" cy="381000"/>
          </a:xfrm>
        </p:spPr>
        <p:txBody>
          <a:bodyPr>
            <a:noAutofit/>
          </a:bodyPr>
          <a:lstStyle>
            <a:lvl1pPr marL="0" indent="0">
              <a:buNone/>
              <a:defRPr sz="1400">
                <a:solidFill>
                  <a:schemeClr val="tx1">
                    <a:lumMod val="65000"/>
                    <a:lumOff val="35000"/>
                  </a:schemeClr>
                </a:solidFill>
              </a:defRPr>
            </a:lvl1pPr>
          </a:lstStyle>
          <a:p>
            <a:pPr lvl="0"/>
            <a:r>
              <a:rPr lang="en-US"/>
              <a:t>Subtitle</a:t>
            </a:r>
          </a:p>
        </p:txBody>
      </p:sp>
    </p:spTree>
    <p:extLst>
      <p:ext uri="{BB962C8B-B14F-4D97-AF65-F5344CB8AC3E}">
        <p14:creationId xmlns:p14="http://schemas.microsoft.com/office/powerpoint/2010/main" val="1429874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slidemodel2">
    <p:bg>
      <p:bgPr>
        <a:gradFill flip="none" rotWithShape="1">
          <a:gsLst>
            <a:gs pos="55000">
              <a:srgbClr val="1181AE"/>
            </a:gs>
            <a:gs pos="0">
              <a:srgbClr val="1181AE"/>
            </a:gs>
            <a:gs pos="100000">
              <a:srgbClr val="095474"/>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pPr/>
              <a:t>3/22/2026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939B1FA-81F2-4940-9AF3-5EAFB5D6669B}" type="slidenum">
              <a:rPr lang="en-US" smtClean="0"/>
              <a:pPr/>
              <a:t>‹#›</a:t>
            </a:fld>
            <a:endParaRPr lang="en-US" dirty="0"/>
          </a:p>
        </p:txBody>
      </p:sp>
    </p:spTree>
    <p:extLst>
      <p:ext uri="{BB962C8B-B14F-4D97-AF65-F5344CB8AC3E}">
        <p14:creationId xmlns:p14="http://schemas.microsoft.com/office/powerpoint/2010/main" val="27899705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D1176A7-B091-469C-82C8-89C693043C40}"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39B1FA-81F2-4940-9AF3-5EAFB5D6669B}" type="slidenum">
              <a:rPr lang="en-US" smtClean="0"/>
              <a:pPr/>
              <a:t>‹#›</a:t>
            </a:fld>
            <a:endParaRPr lang="en-US"/>
          </a:p>
        </p:txBody>
      </p:sp>
      <p:sp>
        <p:nvSpPr>
          <p:cNvPr id="6" name="Title 1"/>
          <p:cNvSpPr>
            <a:spLocks noGrp="1"/>
          </p:cNvSpPr>
          <p:nvPr>
            <p:ph type="title"/>
          </p:nvPr>
        </p:nvSpPr>
        <p:spPr>
          <a:xfrm>
            <a:off x="457200" y="205979"/>
            <a:ext cx="8229600" cy="536971"/>
          </a:xfrm>
        </p:spPr>
        <p:txBody>
          <a:bodyPr>
            <a:normAutofit/>
          </a:bodyPr>
          <a:lstStyle>
            <a:lvl1pPr algn="l">
              <a:defRPr sz="2800">
                <a:solidFill>
                  <a:schemeClr val="bg1">
                    <a:lumMod val="50000"/>
                  </a:schemeClr>
                </a:solidFill>
              </a:defRPr>
            </a:lvl1pPr>
          </a:lstStyle>
          <a:p>
            <a:r>
              <a:rPr lang="en-US"/>
              <a:t>Click to edit Master title style</a:t>
            </a:r>
          </a:p>
        </p:txBody>
      </p:sp>
      <p:sp>
        <p:nvSpPr>
          <p:cNvPr id="7" name="Text Placeholder 9"/>
          <p:cNvSpPr>
            <a:spLocks noGrp="1"/>
          </p:cNvSpPr>
          <p:nvPr>
            <p:ph type="body" sz="quarter" idx="13" hasCustomPrompt="1"/>
          </p:nvPr>
        </p:nvSpPr>
        <p:spPr>
          <a:xfrm>
            <a:off x="457200" y="742950"/>
            <a:ext cx="8229600" cy="381000"/>
          </a:xfrm>
        </p:spPr>
        <p:txBody>
          <a:bodyPr>
            <a:noAutofit/>
          </a:bodyPr>
          <a:lstStyle>
            <a:lvl1pPr marL="0" indent="0">
              <a:buNone/>
              <a:defRPr sz="1400">
                <a:solidFill>
                  <a:schemeClr val="bg1">
                    <a:lumMod val="50000"/>
                  </a:schemeClr>
                </a:solidFill>
              </a:defRPr>
            </a:lvl1pPr>
          </a:lstStyle>
          <a:p>
            <a:pPr lvl="0"/>
            <a:r>
              <a:rPr lang="en-US"/>
              <a:t>Subtitle</a:t>
            </a:r>
          </a:p>
        </p:txBody>
      </p:sp>
    </p:spTree>
    <p:extLst>
      <p:ext uri="{BB962C8B-B14F-4D97-AF65-F5344CB8AC3E}">
        <p14:creationId xmlns:p14="http://schemas.microsoft.com/office/powerpoint/2010/main" val="2542636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our team">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2700"/>
            </a:lvl1pPr>
          </a:lstStyle>
          <a:p>
            <a:r>
              <a:rPr lang="en-US"/>
              <a:t>Click to edit Master title style</a:t>
            </a:r>
          </a:p>
        </p:txBody>
      </p:sp>
      <p:sp>
        <p:nvSpPr>
          <p:cNvPr id="6" name="Footer Placeholder 3">
            <a:extLst>
              <a:ext uri="{FF2B5EF4-FFF2-40B4-BE49-F238E27FC236}">
                <a16:creationId xmlns:a16="http://schemas.microsoft.com/office/drawing/2014/main" id="{31AE4013-CFE6-4915-84CF-76C961EA0FEC}"/>
              </a:ext>
            </a:extLst>
          </p:cNvPr>
          <p:cNvSpPr>
            <a:spLocks noGrp="1"/>
          </p:cNvSpPr>
          <p:nvPr>
            <p:ph type="ftr" sz="quarter" idx="11"/>
          </p:nvPr>
        </p:nvSpPr>
        <p:spPr>
          <a:xfrm>
            <a:off x="475489" y="4673742"/>
            <a:ext cx="1719628" cy="273844"/>
          </a:xfrm>
        </p:spPr>
        <p:txBody>
          <a:bodyPr/>
          <a:lstStyle>
            <a:lvl1pPr algn="l">
              <a:defRPr/>
            </a:lvl1pPr>
          </a:lstStyle>
          <a:p>
            <a:r>
              <a:rPr lang="en-US" dirty="0"/>
              <a:t>Company name.com</a:t>
            </a:r>
          </a:p>
        </p:txBody>
      </p:sp>
      <p:cxnSp>
        <p:nvCxnSpPr>
          <p:cNvPr id="9" name="Straight Connector 8">
            <a:extLst>
              <a:ext uri="{FF2B5EF4-FFF2-40B4-BE49-F238E27FC236}">
                <a16:creationId xmlns:a16="http://schemas.microsoft.com/office/drawing/2014/main" id="{F2199DF7-ECEA-415A-8D89-70A773B35114}"/>
              </a:ext>
            </a:extLst>
          </p:cNvPr>
          <p:cNvCxnSpPr>
            <a:cxnSpLocks/>
            <a:stCxn id="6" idx="3"/>
          </p:cNvCxnSpPr>
          <p:nvPr userDrawn="1"/>
        </p:nvCxnSpPr>
        <p:spPr>
          <a:xfrm flipV="1">
            <a:off x="2195118" y="4800487"/>
            <a:ext cx="5996227" cy="1017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2" name="Picture Placeholder 13">
            <a:extLst>
              <a:ext uri="{FF2B5EF4-FFF2-40B4-BE49-F238E27FC236}">
                <a16:creationId xmlns:a16="http://schemas.microsoft.com/office/drawing/2014/main" id="{52641AED-5186-4AE5-80EF-1D4F71727820}"/>
              </a:ext>
            </a:extLst>
          </p:cNvPr>
          <p:cNvSpPr>
            <a:spLocks noGrp="1"/>
          </p:cNvSpPr>
          <p:nvPr>
            <p:ph type="pic" sz="quarter" idx="13"/>
          </p:nvPr>
        </p:nvSpPr>
        <p:spPr>
          <a:xfrm>
            <a:off x="2465236" y="1723261"/>
            <a:ext cx="1296929" cy="1296590"/>
          </a:xfrm>
          <a:prstGeom prst="ellipse">
            <a:avLst/>
          </a:prstGeom>
          <a:solidFill>
            <a:schemeClr val="bg1">
              <a:lumMod val="95000"/>
            </a:schemeClr>
          </a:solidFill>
        </p:spPr>
        <p:txBody>
          <a:bodyPr anchor="ctr">
            <a:normAutofit/>
          </a:bodyPr>
          <a:lstStyle>
            <a:lvl1pPr marL="0" indent="0" algn="ctr">
              <a:buFontTx/>
              <a:buNone/>
              <a:defRPr sz="1500">
                <a:solidFill>
                  <a:schemeClr val="tx1">
                    <a:lumMod val="75000"/>
                    <a:lumOff val="25000"/>
                  </a:schemeClr>
                </a:solidFill>
              </a:defRPr>
            </a:lvl1pPr>
          </a:lstStyle>
          <a:p>
            <a:endParaRPr lang="en-IN"/>
          </a:p>
        </p:txBody>
      </p:sp>
      <p:sp>
        <p:nvSpPr>
          <p:cNvPr id="13" name="Picture Placeholder 13">
            <a:extLst>
              <a:ext uri="{FF2B5EF4-FFF2-40B4-BE49-F238E27FC236}">
                <a16:creationId xmlns:a16="http://schemas.microsoft.com/office/drawing/2014/main" id="{6CD6188D-1D9A-4405-A939-A7092EDC61C0}"/>
              </a:ext>
            </a:extLst>
          </p:cNvPr>
          <p:cNvSpPr>
            <a:spLocks noGrp="1"/>
          </p:cNvSpPr>
          <p:nvPr>
            <p:ph type="pic" sz="quarter" idx="14"/>
          </p:nvPr>
        </p:nvSpPr>
        <p:spPr>
          <a:xfrm>
            <a:off x="4735466" y="1059582"/>
            <a:ext cx="1261662" cy="1261333"/>
          </a:xfrm>
          <a:prstGeom prst="ellipse">
            <a:avLst/>
          </a:prstGeom>
          <a:solidFill>
            <a:schemeClr val="bg1">
              <a:lumMod val="95000"/>
            </a:schemeClr>
          </a:solidFill>
          <a:ln>
            <a:noFill/>
          </a:ln>
        </p:spPr>
        <p:txBody>
          <a:bodyPr anchor="ctr">
            <a:normAutofit/>
          </a:bodyPr>
          <a:lstStyle>
            <a:lvl1pPr marL="0" indent="0" algn="ctr">
              <a:buFontTx/>
              <a:buNone/>
              <a:defRPr sz="1500">
                <a:solidFill>
                  <a:schemeClr val="tx1">
                    <a:lumMod val="75000"/>
                    <a:lumOff val="25000"/>
                  </a:schemeClr>
                </a:solidFill>
              </a:defRPr>
            </a:lvl1pPr>
          </a:lstStyle>
          <a:p>
            <a:endParaRPr lang="en-IN"/>
          </a:p>
        </p:txBody>
      </p:sp>
      <p:sp>
        <p:nvSpPr>
          <p:cNvPr id="14" name="Picture Placeholder 13">
            <a:extLst>
              <a:ext uri="{FF2B5EF4-FFF2-40B4-BE49-F238E27FC236}">
                <a16:creationId xmlns:a16="http://schemas.microsoft.com/office/drawing/2014/main" id="{92B64510-840C-4709-8399-168B7FB30E6B}"/>
              </a:ext>
            </a:extLst>
          </p:cNvPr>
          <p:cNvSpPr>
            <a:spLocks noGrp="1"/>
          </p:cNvSpPr>
          <p:nvPr>
            <p:ph type="pic" sz="quarter" idx="15"/>
          </p:nvPr>
        </p:nvSpPr>
        <p:spPr>
          <a:xfrm>
            <a:off x="5718486" y="2506922"/>
            <a:ext cx="977374" cy="977118"/>
          </a:xfrm>
          <a:prstGeom prst="ellipse">
            <a:avLst/>
          </a:prstGeom>
          <a:solidFill>
            <a:schemeClr val="bg1">
              <a:lumMod val="95000"/>
            </a:schemeClr>
          </a:solidFill>
          <a:ln>
            <a:noFill/>
          </a:ln>
        </p:spPr>
        <p:txBody>
          <a:bodyPr anchor="ctr">
            <a:normAutofit/>
          </a:bodyPr>
          <a:lstStyle>
            <a:lvl1pPr marL="0" indent="0" algn="ctr">
              <a:buFontTx/>
              <a:buNone/>
              <a:defRPr sz="1500">
                <a:solidFill>
                  <a:schemeClr val="tx1">
                    <a:lumMod val="75000"/>
                    <a:lumOff val="25000"/>
                  </a:schemeClr>
                </a:solidFill>
              </a:defRPr>
            </a:lvl1pPr>
          </a:lstStyle>
          <a:p>
            <a:endParaRPr lang="en-IN"/>
          </a:p>
        </p:txBody>
      </p:sp>
      <p:sp>
        <p:nvSpPr>
          <p:cNvPr id="15" name="Picture Placeholder 13">
            <a:extLst>
              <a:ext uri="{FF2B5EF4-FFF2-40B4-BE49-F238E27FC236}">
                <a16:creationId xmlns:a16="http://schemas.microsoft.com/office/drawing/2014/main" id="{4DF610E9-7621-45E3-A908-CE5A283E73B3}"/>
              </a:ext>
            </a:extLst>
          </p:cNvPr>
          <p:cNvSpPr>
            <a:spLocks noGrp="1"/>
          </p:cNvSpPr>
          <p:nvPr>
            <p:ph type="pic" sz="quarter" idx="16"/>
          </p:nvPr>
        </p:nvSpPr>
        <p:spPr>
          <a:xfrm>
            <a:off x="3828551" y="2652757"/>
            <a:ext cx="1510106" cy="1509710"/>
          </a:xfrm>
          <a:prstGeom prst="ellipse">
            <a:avLst/>
          </a:prstGeom>
          <a:solidFill>
            <a:schemeClr val="bg1">
              <a:lumMod val="95000"/>
            </a:schemeClr>
          </a:solidFill>
          <a:ln>
            <a:noFill/>
          </a:ln>
        </p:spPr>
        <p:txBody>
          <a:bodyPr anchor="ctr">
            <a:normAutofit/>
          </a:bodyPr>
          <a:lstStyle>
            <a:lvl1pPr marL="0" indent="0" algn="ctr">
              <a:buFontTx/>
              <a:buNone/>
              <a:defRPr sz="1500">
                <a:solidFill>
                  <a:schemeClr val="tx1">
                    <a:lumMod val="75000"/>
                    <a:lumOff val="25000"/>
                  </a:schemeClr>
                </a:solidFill>
              </a:defRPr>
            </a:lvl1pPr>
          </a:lstStyle>
          <a:p>
            <a:endParaRPr lang="en-IN"/>
          </a:p>
        </p:txBody>
      </p:sp>
    </p:spTree>
    <p:extLst>
      <p:ext uri="{BB962C8B-B14F-4D97-AF65-F5344CB8AC3E}">
        <p14:creationId xmlns:p14="http://schemas.microsoft.com/office/powerpoint/2010/main" val="3862691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00000">
              <a:srgbClr val="EEEEEE"/>
            </a:gs>
            <a:gs pos="67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533311"/>
          </a:xfrm>
          <a:prstGeom prst="rect">
            <a:avLst/>
          </a:prstGeom>
        </p:spPr>
        <p:txBody>
          <a:bodyPr vert="horz" lIns="91436" tIns="45718" rIns="91436" bIns="45718" rtlCol="0" anchor="ctr">
            <a:normAutofit/>
          </a:bodyPr>
          <a:lstStyle/>
          <a:p>
            <a:r>
              <a:rPr lang="en-US"/>
              <a:t>Click to edit Master title style</a:t>
            </a:r>
          </a:p>
        </p:txBody>
      </p:sp>
      <p:sp>
        <p:nvSpPr>
          <p:cNvPr id="3" name="Text Placeholder 2"/>
          <p:cNvSpPr>
            <a:spLocks noGrp="1"/>
          </p:cNvSpPr>
          <p:nvPr>
            <p:ph type="body" idx="1"/>
          </p:nvPr>
        </p:nvSpPr>
        <p:spPr>
          <a:xfrm>
            <a:off x="457200" y="853819"/>
            <a:ext cx="8229600" cy="3740804"/>
          </a:xfrm>
          <a:prstGeom prst="rect">
            <a:avLst/>
          </a:prstGeom>
        </p:spPr>
        <p:txBody>
          <a:bodyPr vert="horz" lIns="91436" tIns="45718" rIns="91436" bIns="4571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36" tIns="45718" rIns="91436" bIns="45718" rtlCol="0" anchor="ctr"/>
          <a:lstStyle>
            <a:lvl1pPr algn="l">
              <a:defRPr sz="1200">
                <a:solidFill>
                  <a:schemeClr val="tx1">
                    <a:tint val="75000"/>
                  </a:schemeClr>
                </a:solidFill>
              </a:defRPr>
            </a:lvl1pPr>
          </a:lstStyle>
          <a:p>
            <a:fld id="{FD1176A7-B091-469C-82C8-89C693043C40}" type="datetimeFigureOut">
              <a:rPr lang="en-US" smtClean="0"/>
              <a:pPr/>
              <a:t>3/22/2026</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36" tIns="45718" rIns="91436" bIns="45718"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1" y="4767264"/>
            <a:ext cx="2133600" cy="273844"/>
          </a:xfrm>
          <a:prstGeom prst="rect">
            <a:avLst/>
          </a:prstGeom>
        </p:spPr>
        <p:txBody>
          <a:bodyPr vert="horz" lIns="91436" tIns="45718" rIns="91436" bIns="45718" rtlCol="0" anchor="ctr"/>
          <a:lstStyle>
            <a:lvl1pPr algn="r">
              <a:defRPr sz="1200">
                <a:solidFill>
                  <a:schemeClr val="tx1">
                    <a:tint val="75000"/>
                  </a:schemeClr>
                </a:solidFill>
              </a:defRPr>
            </a:lvl1pPr>
          </a:lstStyle>
          <a:p>
            <a:fld id="{5939B1FA-81F2-4940-9AF3-5EAFB5D6669B}" type="slidenum">
              <a:rPr lang="en-US" smtClean="0"/>
              <a:pPr/>
              <a:t>‹#›</a:t>
            </a:fld>
            <a:endParaRPr lang="en-US"/>
          </a:p>
        </p:txBody>
      </p:sp>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82" r:id="rId10"/>
    <p:sldLayoutId id="2147483681" r:id="rId11"/>
    <p:sldLayoutId id="2147483683" r:id="rId12"/>
    <p:sldLayoutId id="2147483684"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62" r:id="rId22"/>
    <p:sldLayoutId id="2147483685" r:id="rId23"/>
  </p:sldLayoutIdLst>
  <p:txStyles>
    <p:titleStyle>
      <a:lvl1pPr algn="l" defTabSz="914362" rtl="0" eaLnBrk="1" latinLnBrk="0" hangingPunct="1">
        <a:spcBef>
          <a:spcPct val="0"/>
        </a:spcBef>
        <a:buNone/>
        <a:defRPr sz="2400" kern="1200">
          <a:solidFill>
            <a:schemeClr val="tx1">
              <a:lumMod val="65000"/>
              <a:lumOff val="35000"/>
            </a:schemeClr>
          </a:solidFill>
          <a:latin typeface="+mj-lt"/>
          <a:ea typeface="+mj-ea"/>
          <a:cs typeface="+mj-cs"/>
        </a:defRPr>
      </a:lvl1pPr>
    </p:titleStyle>
    <p:bodyStyle>
      <a:lvl1pPr marL="342886" indent="-342886" algn="l" defTabSz="914362" rtl="0" eaLnBrk="1" latinLnBrk="0" hangingPunct="1">
        <a:spcBef>
          <a:spcPct val="20000"/>
        </a:spcBef>
        <a:buFont typeface="Arial" pitchFamily="34" charset="0"/>
        <a:buChar char="•"/>
        <a:defRPr sz="2700" kern="1200">
          <a:solidFill>
            <a:schemeClr val="tx1"/>
          </a:solidFill>
          <a:latin typeface="+mj-lt"/>
          <a:ea typeface="+mn-ea"/>
          <a:cs typeface="+mn-cs"/>
        </a:defRPr>
      </a:lvl1pPr>
      <a:lvl2pPr marL="742919" indent="-285738" algn="l" defTabSz="914362" rtl="0" eaLnBrk="1" latinLnBrk="0" hangingPunct="1">
        <a:spcBef>
          <a:spcPct val="20000"/>
        </a:spcBef>
        <a:buFont typeface="Arial" pitchFamily="34" charset="0"/>
        <a:buChar char="–"/>
        <a:defRPr sz="2400" kern="1200">
          <a:solidFill>
            <a:schemeClr val="tx1"/>
          </a:solidFill>
          <a:latin typeface="+mj-lt"/>
          <a:ea typeface="+mn-ea"/>
          <a:cs typeface="+mn-cs"/>
        </a:defRPr>
      </a:lvl2pPr>
      <a:lvl3pPr marL="1142952" indent="-228591" algn="l" defTabSz="914362" rtl="0" eaLnBrk="1" latinLnBrk="0" hangingPunct="1">
        <a:spcBef>
          <a:spcPct val="20000"/>
        </a:spcBef>
        <a:buFont typeface="Arial" pitchFamily="34" charset="0"/>
        <a:buChar char="•"/>
        <a:defRPr sz="1800" kern="1200">
          <a:solidFill>
            <a:schemeClr val="tx1"/>
          </a:solidFill>
          <a:latin typeface="+mj-lt"/>
          <a:ea typeface="+mn-ea"/>
          <a:cs typeface="+mn-cs"/>
        </a:defRPr>
      </a:lvl3pPr>
      <a:lvl4pPr marL="1600134" indent="-228591" algn="l" defTabSz="914362" rtl="0" eaLnBrk="1" latinLnBrk="0" hangingPunct="1">
        <a:spcBef>
          <a:spcPct val="20000"/>
        </a:spcBef>
        <a:buFont typeface="Arial" pitchFamily="34" charset="0"/>
        <a:buChar char="–"/>
        <a:defRPr sz="1500" kern="1200">
          <a:solidFill>
            <a:schemeClr val="tx1"/>
          </a:solidFill>
          <a:latin typeface="+mj-lt"/>
          <a:ea typeface="+mn-ea"/>
          <a:cs typeface="+mn-cs"/>
        </a:defRPr>
      </a:lvl4pPr>
      <a:lvl5pPr marL="2057314" indent="-228591" algn="l" defTabSz="914362" rtl="0" eaLnBrk="1" latinLnBrk="0" hangingPunct="1">
        <a:spcBef>
          <a:spcPct val="20000"/>
        </a:spcBef>
        <a:buFont typeface="Arial" pitchFamily="34" charset="0"/>
        <a:buChar char="»"/>
        <a:defRPr sz="1500" kern="1200">
          <a:solidFill>
            <a:schemeClr val="tx1"/>
          </a:solidFill>
          <a:latin typeface="+mj-lt"/>
          <a:ea typeface="+mn-ea"/>
          <a:cs typeface="+mn-cs"/>
        </a:defRPr>
      </a:lvl5pPr>
      <a:lvl6pPr marL="2514495" indent="-228591"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76" indent="-228591"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57" indent="-228591"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00" kern="1200">
          <a:solidFill>
            <a:schemeClr val="tx1"/>
          </a:solidFill>
          <a:latin typeface="+mn-lt"/>
          <a:ea typeface="+mn-ea"/>
          <a:cs typeface="+mn-cs"/>
        </a:defRPr>
      </a:lvl1pPr>
      <a:lvl2pPr marL="457181" algn="l" defTabSz="914362" rtl="0" eaLnBrk="1" latinLnBrk="0" hangingPunct="1">
        <a:defRPr sz="1800" kern="1200">
          <a:solidFill>
            <a:schemeClr val="tx1"/>
          </a:solidFill>
          <a:latin typeface="+mn-lt"/>
          <a:ea typeface="+mn-ea"/>
          <a:cs typeface="+mn-cs"/>
        </a:defRPr>
      </a:lvl2pPr>
      <a:lvl3pPr marL="914362" algn="l" defTabSz="914362" rtl="0" eaLnBrk="1" latinLnBrk="0" hangingPunct="1">
        <a:defRPr sz="1800" kern="1200">
          <a:solidFill>
            <a:schemeClr val="tx1"/>
          </a:solidFill>
          <a:latin typeface="+mn-lt"/>
          <a:ea typeface="+mn-ea"/>
          <a:cs typeface="+mn-cs"/>
        </a:defRPr>
      </a:lvl3pPr>
      <a:lvl4pPr marL="1371543" algn="l" defTabSz="914362" rtl="0" eaLnBrk="1" latinLnBrk="0" hangingPunct="1">
        <a:defRPr sz="1800" kern="1200">
          <a:solidFill>
            <a:schemeClr val="tx1"/>
          </a:solidFill>
          <a:latin typeface="+mn-lt"/>
          <a:ea typeface="+mn-ea"/>
          <a:cs typeface="+mn-cs"/>
        </a:defRPr>
      </a:lvl4pPr>
      <a:lvl5pPr marL="1828724" algn="l" defTabSz="914362" rtl="0" eaLnBrk="1" latinLnBrk="0" hangingPunct="1">
        <a:defRPr sz="1800" kern="1200">
          <a:solidFill>
            <a:schemeClr val="tx1"/>
          </a:solidFill>
          <a:latin typeface="+mn-lt"/>
          <a:ea typeface="+mn-ea"/>
          <a:cs typeface="+mn-cs"/>
        </a:defRPr>
      </a:lvl5pPr>
      <a:lvl6pPr marL="2285905" algn="l" defTabSz="914362" rtl="0" eaLnBrk="1" latinLnBrk="0" hangingPunct="1">
        <a:defRPr sz="1800" kern="1200">
          <a:solidFill>
            <a:schemeClr val="tx1"/>
          </a:solidFill>
          <a:latin typeface="+mn-lt"/>
          <a:ea typeface="+mn-ea"/>
          <a:cs typeface="+mn-cs"/>
        </a:defRPr>
      </a:lvl6pPr>
      <a:lvl7pPr marL="2743086" algn="l" defTabSz="914362" rtl="0" eaLnBrk="1" latinLnBrk="0" hangingPunct="1">
        <a:defRPr sz="1800" kern="1200">
          <a:solidFill>
            <a:schemeClr val="tx1"/>
          </a:solidFill>
          <a:latin typeface="+mn-lt"/>
          <a:ea typeface="+mn-ea"/>
          <a:cs typeface="+mn-cs"/>
        </a:defRPr>
      </a:lvl7pPr>
      <a:lvl8pPr marL="3200266" algn="l" defTabSz="914362" rtl="0" eaLnBrk="1" latinLnBrk="0" hangingPunct="1">
        <a:defRPr sz="1800" kern="1200">
          <a:solidFill>
            <a:schemeClr val="tx1"/>
          </a:solidFill>
          <a:latin typeface="+mn-lt"/>
          <a:ea typeface="+mn-ea"/>
          <a:cs typeface="+mn-cs"/>
        </a:defRPr>
      </a:lvl8pPr>
      <a:lvl9pPr marL="3657448" algn="l" defTabSz="91436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8.jpe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3.xml"/><Relationship Id="rId6" Type="http://schemas.openxmlformats.org/officeDocument/2006/relationships/image" Target="../media/image20.jpeg"/><Relationship Id="rId5" Type="http://schemas.microsoft.com/office/2007/relationships/hdphoto" Target="../media/hdphoto1.wdp"/><Relationship Id="rId4" Type="http://schemas.openxmlformats.org/officeDocument/2006/relationships/image" Target="../media/image19.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6.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5.sv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15.svg"/><Relationship Id="rId11" Type="http://schemas.openxmlformats.org/officeDocument/2006/relationships/image" Target="../media/image24.png"/><Relationship Id="rId5" Type="http://schemas.openxmlformats.org/officeDocument/2006/relationships/image" Target="../media/image14.png"/><Relationship Id="rId10" Type="http://schemas.openxmlformats.org/officeDocument/2006/relationships/image" Target="../media/image23.svg"/><Relationship Id="rId4" Type="http://schemas.openxmlformats.org/officeDocument/2006/relationships/image" Target="../media/image13.svg"/><Relationship Id="rId9" Type="http://schemas.openxmlformats.org/officeDocument/2006/relationships/image" Target="../media/image22.png"/><Relationship Id="rId14" Type="http://schemas.openxmlformats.org/officeDocument/2006/relationships/image" Target="../media/image27.sv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8.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slides/_rels/slide6.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35.svg"/><Relationship Id="rId5" Type="http://schemas.openxmlformats.org/officeDocument/2006/relationships/image" Target="../media/image34.png"/><Relationship Id="rId10" Type="http://schemas.openxmlformats.org/officeDocument/2006/relationships/image" Target="../media/image17.png"/><Relationship Id="rId4" Type="http://schemas.openxmlformats.org/officeDocument/2006/relationships/image" Target="../media/image33.sv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hyperlink" Target="https://code.visualstudio.com/download" TargetMode="External"/><Relationship Id="rId7" Type="http://schemas.openxmlformats.org/officeDocument/2006/relationships/hyperlink" Target="https://cockpit.hanatrial.ondemand.com/trial/" TargetMode="External"/><Relationship Id="rId2" Type="http://schemas.openxmlformats.org/officeDocument/2006/relationships/image" Target="../media/image38.png"/><Relationship Id="rId1" Type="http://schemas.openxmlformats.org/officeDocument/2006/relationships/slideLayout" Target="../slideLayouts/slideLayout9.xml"/><Relationship Id="rId6" Type="http://schemas.openxmlformats.org/officeDocument/2006/relationships/hyperlink" Target="https://www.sap.com/india/index.html?geotargering_redirect=true" TargetMode="External"/><Relationship Id="rId5" Type="http://schemas.openxmlformats.org/officeDocument/2006/relationships/hyperlink" Target="https://git-scm.com/downloads/win" TargetMode="External"/><Relationship Id="rId4" Type="http://schemas.openxmlformats.org/officeDocument/2006/relationships/hyperlink" Target="https://nodejs.org/dist/v22.11.0/node-v22.11.0-x64.msi"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www.w3schools.com/tags/default.asp" TargetMode="Externa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www.youtube.com/@AnubhavOberoy/videos" TargetMode="Externa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www.w3schools.com/jsref/dom_obj_event.asp" TargetMode="Externa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17" Type="http://schemas.openxmlformats.org/officeDocument/2006/relationships/customXml" Target="../ink/ink59.xml"/><Relationship Id="rId21" Type="http://schemas.openxmlformats.org/officeDocument/2006/relationships/customXml" Target="../ink/ink10.xml"/><Relationship Id="rId42" Type="http://schemas.openxmlformats.org/officeDocument/2006/relationships/image" Target="../media/image58.png"/><Relationship Id="rId63" Type="http://schemas.openxmlformats.org/officeDocument/2006/relationships/customXml" Target="../ink/ink31.xml"/><Relationship Id="rId84" Type="http://schemas.openxmlformats.org/officeDocument/2006/relationships/image" Target="../media/image79.png"/><Relationship Id="rId138" Type="http://schemas.openxmlformats.org/officeDocument/2006/relationships/customXml" Target="../ink/ink70.xml"/><Relationship Id="rId107" Type="http://schemas.openxmlformats.org/officeDocument/2006/relationships/customXml" Target="../ink/ink54.xml"/><Relationship Id="rId11" Type="http://schemas.openxmlformats.org/officeDocument/2006/relationships/customXml" Target="../ink/ink5.xml"/><Relationship Id="rId32" Type="http://schemas.openxmlformats.org/officeDocument/2006/relationships/image" Target="../media/image53.png"/><Relationship Id="rId53" Type="http://schemas.openxmlformats.org/officeDocument/2006/relationships/customXml" Target="../ink/ink26.xml"/><Relationship Id="rId74" Type="http://schemas.openxmlformats.org/officeDocument/2006/relationships/image" Target="../media/image74.png"/><Relationship Id="rId128" Type="http://schemas.openxmlformats.org/officeDocument/2006/relationships/customXml" Target="../ink/ink65.xml"/><Relationship Id="rId149" Type="http://schemas.openxmlformats.org/officeDocument/2006/relationships/image" Target="../media/image110.png"/><Relationship Id="rId5" Type="http://schemas.openxmlformats.org/officeDocument/2006/relationships/customXml" Target="../ink/ink2.xml"/><Relationship Id="rId95" Type="http://schemas.openxmlformats.org/officeDocument/2006/relationships/image" Target="../media/image84.png"/><Relationship Id="rId22" Type="http://schemas.openxmlformats.org/officeDocument/2006/relationships/image" Target="../media/image48.png"/><Relationship Id="rId27" Type="http://schemas.openxmlformats.org/officeDocument/2006/relationships/customXml" Target="../ink/ink13.xml"/><Relationship Id="rId43" Type="http://schemas.openxmlformats.org/officeDocument/2006/relationships/customXml" Target="../ink/ink21.xml"/><Relationship Id="rId48" Type="http://schemas.openxmlformats.org/officeDocument/2006/relationships/image" Target="../media/image61.png"/><Relationship Id="rId64" Type="http://schemas.openxmlformats.org/officeDocument/2006/relationships/image" Target="../media/image69.png"/><Relationship Id="rId69" Type="http://schemas.openxmlformats.org/officeDocument/2006/relationships/customXml" Target="../ink/ink34.xml"/><Relationship Id="rId113" Type="http://schemas.openxmlformats.org/officeDocument/2006/relationships/customXml" Target="../ink/ink57.xml"/><Relationship Id="rId118" Type="http://schemas.openxmlformats.org/officeDocument/2006/relationships/image" Target="../media/image95.png"/><Relationship Id="rId134" Type="http://schemas.openxmlformats.org/officeDocument/2006/relationships/customXml" Target="../ink/ink68.xml"/><Relationship Id="rId139" Type="http://schemas.openxmlformats.org/officeDocument/2006/relationships/image" Target="../media/image105.png"/><Relationship Id="rId80" Type="http://schemas.openxmlformats.org/officeDocument/2006/relationships/image" Target="../media/image77.png"/><Relationship Id="rId85" Type="http://schemas.openxmlformats.org/officeDocument/2006/relationships/customXml" Target="../ink/ink42.xml"/><Relationship Id="rId150" Type="http://schemas.openxmlformats.org/officeDocument/2006/relationships/customXml" Target="../ink/ink76.xml"/><Relationship Id="rId12" Type="http://schemas.openxmlformats.org/officeDocument/2006/relationships/image" Target="../media/image43.png"/><Relationship Id="rId17" Type="http://schemas.openxmlformats.org/officeDocument/2006/relationships/customXml" Target="../ink/ink8.xml"/><Relationship Id="rId33" Type="http://schemas.openxmlformats.org/officeDocument/2006/relationships/customXml" Target="../ink/ink16.xml"/><Relationship Id="rId38" Type="http://schemas.openxmlformats.org/officeDocument/2006/relationships/image" Target="../media/image56.png"/><Relationship Id="rId59" Type="http://schemas.openxmlformats.org/officeDocument/2006/relationships/customXml" Target="../ink/ink29.xml"/><Relationship Id="rId103" Type="http://schemas.openxmlformats.org/officeDocument/2006/relationships/customXml" Target="../ink/ink52.xml"/><Relationship Id="rId108" Type="http://schemas.openxmlformats.org/officeDocument/2006/relationships/image" Target="../media/image90.png"/><Relationship Id="rId124" Type="http://schemas.openxmlformats.org/officeDocument/2006/relationships/image" Target="../media/image98.png"/><Relationship Id="rId129" Type="http://schemas.openxmlformats.org/officeDocument/2006/relationships/image" Target="../media/image100.png"/><Relationship Id="rId54" Type="http://schemas.openxmlformats.org/officeDocument/2006/relationships/image" Target="../media/image64.png"/><Relationship Id="rId70" Type="http://schemas.openxmlformats.org/officeDocument/2006/relationships/image" Target="../media/image72.png"/><Relationship Id="rId75" Type="http://schemas.openxmlformats.org/officeDocument/2006/relationships/customXml" Target="../ink/ink37.xml"/><Relationship Id="rId91" Type="http://schemas.openxmlformats.org/officeDocument/2006/relationships/image" Target="../media/image82.png"/><Relationship Id="rId96" Type="http://schemas.openxmlformats.org/officeDocument/2006/relationships/customXml" Target="../ink/ink48.xml"/><Relationship Id="rId140" Type="http://schemas.openxmlformats.org/officeDocument/2006/relationships/customXml" Target="../ink/ink71.xml"/><Relationship Id="rId145" Type="http://schemas.openxmlformats.org/officeDocument/2006/relationships/image" Target="../media/image108.png"/><Relationship Id="rId1" Type="http://schemas.openxmlformats.org/officeDocument/2006/relationships/slideLayout" Target="../slideLayouts/slideLayout9.xml"/><Relationship Id="rId6" Type="http://schemas.openxmlformats.org/officeDocument/2006/relationships/image" Target="../media/image40.png"/><Relationship Id="rId23" Type="http://schemas.openxmlformats.org/officeDocument/2006/relationships/customXml" Target="../ink/ink11.xml"/><Relationship Id="rId28" Type="http://schemas.openxmlformats.org/officeDocument/2006/relationships/image" Target="../media/image51.png"/><Relationship Id="rId49" Type="http://schemas.openxmlformats.org/officeDocument/2006/relationships/customXml" Target="../ink/ink24.xml"/><Relationship Id="rId114" Type="http://schemas.openxmlformats.org/officeDocument/2006/relationships/image" Target="../media/image93.png"/><Relationship Id="rId119" Type="http://schemas.openxmlformats.org/officeDocument/2006/relationships/customXml" Target="../ink/ink60.xml"/><Relationship Id="rId44" Type="http://schemas.openxmlformats.org/officeDocument/2006/relationships/image" Target="../media/image59.png"/><Relationship Id="rId60" Type="http://schemas.openxmlformats.org/officeDocument/2006/relationships/image" Target="../media/image67.png"/><Relationship Id="rId65" Type="http://schemas.openxmlformats.org/officeDocument/2006/relationships/customXml" Target="../ink/ink32.xml"/><Relationship Id="rId81" Type="http://schemas.openxmlformats.org/officeDocument/2006/relationships/customXml" Target="../ink/ink40.xml"/><Relationship Id="rId86" Type="http://schemas.openxmlformats.org/officeDocument/2006/relationships/image" Target="../media/image80.png"/><Relationship Id="rId130" Type="http://schemas.openxmlformats.org/officeDocument/2006/relationships/customXml" Target="../ink/ink66.xml"/><Relationship Id="rId135" Type="http://schemas.openxmlformats.org/officeDocument/2006/relationships/image" Target="../media/image103.png"/><Relationship Id="rId151" Type="http://schemas.openxmlformats.org/officeDocument/2006/relationships/image" Target="../media/image111.png"/><Relationship Id="rId13" Type="http://schemas.openxmlformats.org/officeDocument/2006/relationships/customXml" Target="../ink/ink6.xml"/><Relationship Id="rId18" Type="http://schemas.openxmlformats.org/officeDocument/2006/relationships/image" Target="../media/image46.png"/><Relationship Id="rId39" Type="http://schemas.openxmlformats.org/officeDocument/2006/relationships/customXml" Target="../ink/ink19.xml"/><Relationship Id="rId109" Type="http://schemas.openxmlformats.org/officeDocument/2006/relationships/customXml" Target="../ink/ink55.xml"/><Relationship Id="rId34" Type="http://schemas.openxmlformats.org/officeDocument/2006/relationships/image" Target="../media/image54.png"/><Relationship Id="rId50" Type="http://schemas.openxmlformats.org/officeDocument/2006/relationships/image" Target="../media/image62.png"/><Relationship Id="rId55" Type="http://schemas.openxmlformats.org/officeDocument/2006/relationships/customXml" Target="../ink/ink27.xml"/><Relationship Id="rId76" Type="http://schemas.openxmlformats.org/officeDocument/2006/relationships/image" Target="../media/image75.png"/><Relationship Id="rId97" Type="http://schemas.openxmlformats.org/officeDocument/2006/relationships/image" Target="../media/image85.png"/><Relationship Id="rId104" Type="http://schemas.openxmlformats.org/officeDocument/2006/relationships/image" Target="../media/image88.png"/><Relationship Id="rId120" Type="http://schemas.openxmlformats.org/officeDocument/2006/relationships/image" Target="../media/image96.png"/><Relationship Id="rId125" Type="http://schemas.openxmlformats.org/officeDocument/2006/relationships/customXml" Target="../ink/ink63.xml"/><Relationship Id="rId141" Type="http://schemas.openxmlformats.org/officeDocument/2006/relationships/image" Target="../media/image106.png"/><Relationship Id="rId146" Type="http://schemas.openxmlformats.org/officeDocument/2006/relationships/customXml" Target="../ink/ink74.xml"/><Relationship Id="rId7" Type="http://schemas.openxmlformats.org/officeDocument/2006/relationships/customXml" Target="../ink/ink3.xml"/><Relationship Id="rId71" Type="http://schemas.openxmlformats.org/officeDocument/2006/relationships/customXml" Target="../ink/ink35.xml"/><Relationship Id="rId92" Type="http://schemas.openxmlformats.org/officeDocument/2006/relationships/customXml" Target="../ink/ink46.xml"/><Relationship Id="rId2" Type="http://schemas.openxmlformats.org/officeDocument/2006/relationships/image" Target="../media/image38.png"/><Relationship Id="rId29" Type="http://schemas.openxmlformats.org/officeDocument/2006/relationships/customXml" Target="../ink/ink14.xml"/><Relationship Id="rId24" Type="http://schemas.openxmlformats.org/officeDocument/2006/relationships/image" Target="../media/image49.png"/><Relationship Id="rId40" Type="http://schemas.openxmlformats.org/officeDocument/2006/relationships/image" Target="../media/image57.png"/><Relationship Id="rId45" Type="http://schemas.openxmlformats.org/officeDocument/2006/relationships/customXml" Target="../ink/ink22.xml"/><Relationship Id="rId66" Type="http://schemas.openxmlformats.org/officeDocument/2006/relationships/image" Target="../media/image70.png"/><Relationship Id="rId87" Type="http://schemas.openxmlformats.org/officeDocument/2006/relationships/customXml" Target="../ink/ink43.xml"/><Relationship Id="rId110" Type="http://schemas.openxmlformats.org/officeDocument/2006/relationships/image" Target="../media/image91.png"/><Relationship Id="rId115" Type="http://schemas.openxmlformats.org/officeDocument/2006/relationships/customXml" Target="../ink/ink58.xml"/><Relationship Id="rId131" Type="http://schemas.openxmlformats.org/officeDocument/2006/relationships/image" Target="../media/image101.png"/><Relationship Id="rId136" Type="http://schemas.openxmlformats.org/officeDocument/2006/relationships/customXml" Target="../ink/ink69.xml"/><Relationship Id="rId61" Type="http://schemas.openxmlformats.org/officeDocument/2006/relationships/customXml" Target="../ink/ink30.xml"/><Relationship Id="rId82" Type="http://schemas.openxmlformats.org/officeDocument/2006/relationships/image" Target="../media/image78.png"/><Relationship Id="rId19" Type="http://schemas.openxmlformats.org/officeDocument/2006/relationships/customXml" Target="../ink/ink9.xml"/><Relationship Id="rId14" Type="http://schemas.openxmlformats.org/officeDocument/2006/relationships/image" Target="../media/image44.png"/><Relationship Id="rId30" Type="http://schemas.openxmlformats.org/officeDocument/2006/relationships/image" Target="../media/image52.png"/><Relationship Id="rId35" Type="http://schemas.openxmlformats.org/officeDocument/2006/relationships/customXml" Target="../ink/ink17.xml"/><Relationship Id="rId56" Type="http://schemas.openxmlformats.org/officeDocument/2006/relationships/image" Target="../media/image65.png"/><Relationship Id="rId77" Type="http://schemas.openxmlformats.org/officeDocument/2006/relationships/customXml" Target="../ink/ink38.xml"/><Relationship Id="rId100" Type="http://schemas.openxmlformats.org/officeDocument/2006/relationships/image" Target="../media/image86.png"/><Relationship Id="rId105" Type="http://schemas.openxmlformats.org/officeDocument/2006/relationships/customXml" Target="../ink/ink53.xml"/><Relationship Id="rId126" Type="http://schemas.openxmlformats.org/officeDocument/2006/relationships/image" Target="../media/image99.png"/><Relationship Id="rId147" Type="http://schemas.openxmlformats.org/officeDocument/2006/relationships/image" Target="../media/image109.png"/><Relationship Id="rId8" Type="http://schemas.openxmlformats.org/officeDocument/2006/relationships/image" Target="../media/image41.png"/><Relationship Id="rId51" Type="http://schemas.openxmlformats.org/officeDocument/2006/relationships/customXml" Target="../ink/ink25.xml"/><Relationship Id="rId72" Type="http://schemas.openxmlformats.org/officeDocument/2006/relationships/image" Target="../media/image73.png"/><Relationship Id="rId93" Type="http://schemas.openxmlformats.org/officeDocument/2006/relationships/image" Target="../media/image83.png"/><Relationship Id="rId98" Type="http://schemas.openxmlformats.org/officeDocument/2006/relationships/customXml" Target="../ink/ink49.xml"/><Relationship Id="rId121" Type="http://schemas.openxmlformats.org/officeDocument/2006/relationships/customXml" Target="../ink/ink61.xml"/><Relationship Id="rId142" Type="http://schemas.openxmlformats.org/officeDocument/2006/relationships/customXml" Target="../ink/ink72.xml"/><Relationship Id="rId3" Type="http://schemas.openxmlformats.org/officeDocument/2006/relationships/customXml" Target="../ink/ink1.xml"/><Relationship Id="rId25" Type="http://schemas.openxmlformats.org/officeDocument/2006/relationships/customXml" Target="../ink/ink12.xml"/><Relationship Id="rId46" Type="http://schemas.openxmlformats.org/officeDocument/2006/relationships/image" Target="../media/image60.png"/><Relationship Id="rId67" Type="http://schemas.openxmlformats.org/officeDocument/2006/relationships/customXml" Target="../ink/ink33.xml"/><Relationship Id="rId116" Type="http://schemas.openxmlformats.org/officeDocument/2006/relationships/image" Target="../media/image94.png"/><Relationship Id="rId137" Type="http://schemas.openxmlformats.org/officeDocument/2006/relationships/image" Target="../media/image104.png"/><Relationship Id="rId20" Type="http://schemas.openxmlformats.org/officeDocument/2006/relationships/image" Target="../media/image47.png"/><Relationship Id="rId41" Type="http://schemas.openxmlformats.org/officeDocument/2006/relationships/customXml" Target="../ink/ink20.xml"/><Relationship Id="rId62" Type="http://schemas.openxmlformats.org/officeDocument/2006/relationships/image" Target="../media/image68.png"/><Relationship Id="rId83" Type="http://schemas.openxmlformats.org/officeDocument/2006/relationships/customXml" Target="../ink/ink41.xml"/><Relationship Id="rId88" Type="http://schemas.openxmlformats.org/officeDocument/2006/relationships/customXml" Target="../ink/ink44.xml"/><Relationship Id="rId111" Type="http://schemas.openxmlformats.org/officeDocument/2006/relationships/customXml" Target="../ink/ink56.xml"/><Relationship Id="rId132" Type="http://schemas.openxmlformats.org/officeDocument/2006/relationships/customXml" Target="../ink/ink67.xml"/><Relationship Id="rId15" Type="http://schemas.openxmlformats.org/officeDocument/2006/relationships/customXml" Target="../ink/ink7.xml"/><Relationship Id="rId36" Type="http://schemas.openxmlformats.org/officeDocument/2006/relationships/image" Target="../media/image55.png"/><Relationship Id="rId57" Type="http://schemas.openxmlformats.org/officeDocument/2006/relationships/customXml" Target="../ink/ink28.xml"/><Relationship Id="rId106" Type="http://schemas.openxmlformats.org/officeDocument/2006/relationships/image" Target="../media/image89.png"/><Relationship Id="rId127" Type="http://schemas.openxmlformats.org/officeDocument/2006/relationships/customXml" Target="../ink/ink64.xml"/><Relationship Id="rId10" Type="http://schemas.openxmlformats.org/officeDocument/2006/relationships/image" Target="../media/image42.png"/><Relationship Id="rId31" Type="http://schemas.openxmlformats.org/officeDocument/2006/relationships/customXml" Target="../ink/ink15.xml"/><Relationship Id="rId52" Type="http://schemas.openxmlformats.org/officeDocument/2006/relationships/image" Target="../media/image63.png"/><Relationship Id="rId73" Type="http://schemas.openxmlformats.org/officeDocument/2006/relationships/customXml" Target="../ink/ink36.xml"/><Relationship Id="rId78" Type="http://schemas.openxmlformats.org/officeDocument/2006/relationships/image" Target="../media/image76.png"/><Relationship Id="rId94" Type="http://schemas.openxmlformats.org/officeDocument/2006/relationships/customXml" Target="../ink/ink47.xml"/><Relationship Id="rId99" Type="http://schemas.openxmlformats.org/officeDocument/2006/relationships/customXml" Target="../ink/ink50.xml"/><Relationship Id="rId101" Type="http://schemas.openxmlformats.org/officeDocument/2006/relationships/customXml" Target="../ink/ink51.xml"/><Relationship Id="rId122" Type="http://schemas.openxmlformats.org/officeDocument/2006/relationships/image" Target="../media/image97.png"/><Relationship Id="rId143" Type="http://schemas.openxmlformats.org/officeDocument/2006/relationships/image" Target="../media/image107.png"/><Relationship Id="rId148" Type="http://schemas.openxmlformats.org/officeDocument/2006/relationships/customXml" Target="../ink/ink75.xml"/><Relationship Id="rId4" Type="http://schemas.openxmlformats.org/officeDocument/2006/relationships/image" Target="../media/image39.png"/><Relationship Id="rId9" Type="http://schemas.openxmlformats.org/officeDocument/2006/relationships/customXml" Target="../ink/ink4.xml"/><Relationship Id="rId26" Type="http://schemas.openxmlformats.org/officeDocument/2006/relationships/image" Target="../media/image50.png"/><Relationship Id="rId47" Type="http://schemas.openxmlformats.org/officeDocument/2006/relationships/customXml" Target="../ink/ink23.xml"/><Relationship Id="rId68" Type="http://schemas.openxmlformats.org/officeDocument/2006/relationships/image" Target="../media/image71.png"/><Relationship Id="rId89" Type="http://schemas.openxmlformats.org/officeDocument/2006/relationships/image" Target="../media/image81.png"/><Relationship Id="rId112" Type="http://schemas.openxmlformats.org/officeDocument/2006/relationships/image" Target="../media/image92.png"/><Relationship Id="rId133" Type="http://schemas.openxmlformats.org/officeDocument/2006/relationships/image" Target="../media/image102.png"/><Relationship Id="rId16" Type="http://schemas.openxmlformats.org/officeDocument/2006/relationships/image" Target="../media/image45.png"/><Relationship Id="rId37" Type="http://schemas.openxmlformats.org/officeDocument/2006/relationships/customXml" Target="../ink/ink18.xml"/><Relationship Id="rId58" Type="http://schemas.openxmlformats.org/officeDocument/2006/relationships/image" Target="../media/image66.png"/><Relationship Id="rId79" Type="http://schemas.openxmlformats.org/officeDocument/2006/relationships/customXml" Target="../ink/ink39.xml"/><Relationship Id="rId102" Type="http://schemas.openxmlformats.org/officeDocument/2006/relationships/image" Target="../media/image87.png"/><Relationship Id="rId123" Type="http://schemas.openxmlformats.org/officeDocument/2006/relationships/customXml" Target="../ink/ink62.xml"/><Relationship Id="rId144" Type="http://schemas.openxmlformats.org/officeDocument/2006/relationships/customXml" Target="../ink/ink73.xml"/><Relationship Id="rId90" Type="http://schemas.openxmlformats.org/officeDocument/2006/relationships/customXml" Target="../ink/ink45.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17" Type="http://schemas.openxmlformats.org/officeDocument/2006/relationships/customXml" Target="../ink/ink135.xml"/><Relationship Id="rId21" Type="http://schemas.openxmlformats.org/officeDocument/2006/relationships/image" Target="../media/image120.png"/><Relationship Id="rId42" Type="http://schemas.openxmlformats.org/officeDocument/2006/relationships/customXml" Target="../ink/ink97.xml"/><Relationship Id="rId63" Type="http://schemas.openxmlformats.org/officeDocument/2006/relationships/image" Target="../media/image141.png"/><Relationship Id="rId84" Type="http://schemas.openxmlformats.org/officeDocument/2006/relationships/image" Target="../media/image151.png"/><Relationship Id="rId138" Type="http://schemas.openxmlformats.org/officeDocument/2006/relationships/image" Target="../media/image178.png"/><Relationship Id="rId159" Type="http://schemas.openxmlformats.org/officeDocument/2006/relationships/customXml" Target="../ink/ink156.xml"/><Relationship Id="rId170" Type="http://schemas.openxmlformats.org/officeDocument/2006/relationships/customXml" Target="../ink/ink162.xml"/><Relationship Id="rId107" Type="http://schemas.openxmlformats.org/officeDocument/2006/relationships/customXml" Target="../ink/ink130.xml"/><Relationship Id="rId11" Type="http://schemas.openxmlformats.org/officeDocument/2006/relationships/customXml" Target="../ink/ink81.xml"/><Relationship Id="rId32" Type="http://schemas.openxmlformats.org/officeDocument/2006/relationships/customXml" Target="../ink/ink92.xml"/><Relationship Id="rId53" Type="http://schemas.openxmlformats.org/officeDocument/2006/relationships/image" Target="../media/image136.png"/><Relationship Id="rId74" Type="http://schemas.openxmlformats.org/officeDocument/2006/relationships/image" Target="../media/image146.png"/><Relationship Id="rId128" Type="http://schemas.openxmlformats.org/officeDocument/2006/relationships/image" Target="../media/image173.png"/><Relationship Id="rId149" Type="http://schemas.openxmlformats.org/officeDocument/2006/relationships/customXml" Target="../ink/ink151.xml"/><Relationship Id="rId5" Type="http://schemas.openxmlformats.org/officeDocument/2006/relationships/customXml" Target="../ink/ink78.xml"/><Relationship Id="rId95" Type="http://schemas.openxmlformats.org/officeDocument/2006/relationships/customXml" Target="../ink/ink124.xml"/><Relationship Id="rId160" Type="http://schemas.openxmlformats.org/officeDocument/2006/relationships/image" Target="../media/image189.png"/><Relationship Id="rId22" Type="http://schemas.openxmlformats.org/officeDocument/2006/relationships/customXml" Target="../ink/ink87.xml"/><Relationship Id="rId43" Type="http://schemas.openxmlformats.org/officeDocument/2006/relationships/image" Target="../media/image131.png"/><Relationship Id="rId64" Type="http://schemas.openxmlformats.org/officeDocument/2006/relationships/customXml" Target="../ink/ink108.xml"/><Relationship Id="rId118" Type="http://schemas.openxmlformats.org/officeDocument/2006/relationships/image" Target="../media/image168.png"/><Relationship Id="rId139" Type="http://schemas.openxmlformats.org/officeDocument/2006/relationships/customXml" Target="../ink/ink146.xml"/><Relationship Id="rId85" Type="http://schemas.openxmlformats.org/officeDocument/2006/relationships/customXml" Target="../ink/ink119.xml"/><Relationship Id="rId150" Type="http://schemas.openxmlformats.org/officeDocument/2006/relationships/image" Target="../media/image184.png"/><Relationship Id="rId171" Type="http://schemas.openxmlformats.org/officeDocument/2006/relationships/image" Target="../media/image194.png"/><Relationship Id="rId12" Type="http://schemas.openxmlformats.org/officeDocument/2006/relationships/customXml" Target="../ink/ink82.xml"/><Relationship Id="rId33" Type="http://schemas.openxmlformats.org/officeDocument/2006/relationships/image" Target="../media/image126.png"/><Relationship Id="rId108" Type="http://schemas.openxmlformats.org/officeDocument/2006/relationships/image" Target="../media/image163.png"/><Relationship Id="rId129" Type="http://schemas.openxmlformats.org/officeDocument/2006/relationships/customXml" Target="../ink/ink141.xml"/><Relationship Id="rId54" Type="http://schemas.openxmlformats.org/officeDocument/2006/relationships/customXml" Target="../ink/ink103.xml"/><Relationship Id="rId75" Type="http://schemas.openxmlformats.org/officeDocument/2006/relationships/customXml" Target="../ink/ink114.xml"/><Relationship Id="rId96" Type="http://schemas.openxmlformats.org/officeDocument/2006/relationships/image" Target="../media/image157.png"/><Relationship Id="rId140" Type="http://schemas.openxmlformats.org/officeDocument/2006/relationships/image" Target="../media/image179.png"/><Relationship Id="rId161" Type="http://schemas.openxmlformats.org/officeDocument/2006/relationships/customXml" Target="../ink/ink157.xml"/><Relationship Id="rId1" Type="http://schemas.openxmlformats.org/officeDocument/2006/relationships/slideLayout" Target="../slideLayouts/slideLayout9.xml"/><Relationship Id="rId6" Type="http://schemas.openxmlformats.org/officeDocument/2006/relationships/image" Target="../media/image113.png"/><Relationship Id="rId23" Type="http://schemas.openxmlformats.org/officeDocument/2006/relationships/image" Target="../media/image121.png"/><Relationship Id="rId28" Type="http://schemas.openxmlformats.org/officeDocument/2006/relationships/customXml" Target="../ink/ink90.xml"/><Relationship Id="rId49" Type="http://schemas.openxmlformats.org/officeDocument/2006/relationships/image" Target="../media/image134.png"/><Relationship Id="rId114" Type="http://schemas.openxmlformats.org/officeDocument/2006/relationships/image" Target="../media/image166.png"/><Relationship Id="rId119" Type="http://schemas.openxmlformats.org/officeDocument/2006/relationships/customXml" Target="../ink/ink136.xml"/><Relationship Id="rId44" Type="http://schemas.openxmlformats.org/officeDocument/2006/relationships/customXml" Target="../ink/ink98.xml"/><Relationship Id="rId60" Type="http://schemas.openxmlformats.org/officeDocument/2006/relationships/customXml" Target="../ink/ink106.xml"/><Relationship Id="rId65" Type="http://schemas.openxmlformats.org/officeDocument/2006/relationships/customXml" Target="../ink/ink109.xml"/><Relationship Id="rId81" Type="http://schemas.openxmlformats.org/officeDocument/2006/relationships/customXml" Target="../ink/ink117.xml"/><Relationship Id="rId86" Type="http://schemas.openxmlformats.org/officeDocument/2006/relationships/image" Target="../media/image152.png"/><Relationship Id="rId130" Type="http://schemas.openxmlformats.org/officeDocument/2006/relationships/image" Target="../media/image174.png"/><Relationship Id="rId135" Type="http://schemas.openxmlformats.org/officeDocument/2006/relationships/customXml" Target="../ink/ink144.xml"/><Relationship Id="rId151" Type="http://schemas.openxmlformats.org/officeDocument/2006/relationships/customXml" Target="../ink/ink152.xml"/><Relationship Id="rId156" Type="http://schemas.openxmlformats.org/officeDocument/2006/relationships/image" Target="../media/image187.png"/><Relationship Id="rId172" Type="http://schemas.openxmlformats.org/officeDocument/2006/relationships/customXml" Target="../ink/ink163.xml"/><Relationship Id="rId13" Type="http://schemas.openxmlformats.org/officeDocument/2006/relationships/image" Target="../media/image116.png"/><Relationship Id="rId18" Type="http://schemas.openxmlformats.org/officeDocument/2006/relationships/customXml" Target="../ink/ink85.xml"/><Relationship Id="rId39" Type="http://schemas.openxmlformats.org/officeDocument/2006/relationships/image" Target="../media/image129.png"/><Relationship Id="rId109" Type="http://schemas.openxmlformats.org/officeDocument/2006/relationships/customXml" Target="../ink/ink131.xml"/><Relationship Id="rId34" Type="http://schemas.openxmlformats.org/officeDocument/2006/relationships/customXml" Target="../ink/ink93.xml"/><Relationship Id="rId50" Type="http://schemas.openxmlformats.org/officeDocument/2006/relationships/customXml" Target="../ink/ink101.xml"/><Relationship Id="rId55" Type="http://schemas.openxmlformats.org/officeDocument/2006/relationships/image" Target="../media/image137.png"/><Relationship Id="rId76" Type="http://schemas.openxmlformats.org/officeDocument/2006/relationships/image" Target="../media/image147.png"/><Relationship Id="rId97" Type="http://schemas.openxmlformats.org/officeDocument/2006/relationships/customXml" Target="../ink/ink125.xml"/><Relationship Id="rId104" Type="http://schemas.openxmlformats.org/officeDocument/2006/relationships/image" Target="../media/image161.png"/><Relationship Id="rId120" Type="http://schemas.openxmlformats.org/officeDocument/2006/relationships/image" Target="../media/image169.png"/><Relationship Id="rId125" Type="http://schemas.openxmlformats.org/officeDocument/2006/relationships/customXml" Target="../ink/ink139.xml"/><Relationship Id="rId141" Type="http://schemas.openxmlformats.org/officeDocument/2006/relationships/customXml" Target="../ink/ink147.xml"/><Relationship Id="rId146" Type="http://schemas.openxmlformats.org/officeDocument/2006/relationships/image" Target="../media/image182.png"/><Relationship Id="rId167" Type="http://schemas.openxmlformats.org/officeDocument/2006/relationships/customXml" Target="../ink/ink160.xml"/><Relationship Id="rId7" Type="http://schemas.openxmlformats.org/officeDocument/2006/relationships/customXml" Target="../ink/ink79.xml"/><Relationship Id="rId71" Type="http://schemas.openxmlformats.org/officeDocument/2006/relationships/customXml" Target="../ink/ink112.xml"/><Relationship Id="rId92" Type="http://schemas.openxmlformats.org/officeDocument/2006/relationships/image" Target="../media/image155.png"/><Relationship Id="rId162" Type="http://schemas.openxmlformats.org/officeDocument/2006/relationships/image" Target="../media/image190.png"/><Relationship Id="rId2" Type="http://schemas.openxmlformats.org/officeDocument/2006/relationships/image" Target="../media/image38.png"/><Relationship Id="rId29" Type="http://schemas.openxmlformats.org/officeDocument/2006/relationships/image" Target="../media/image124.png"/><Relationship Id="rId24" Type="http://schemas.openxmlformats.org/officeDocument/2006/relationships/customXml" Target="../ink/ink88.xml"/><Relationship Id="rId40" Type="http://schemas.openxmlformats.org/officeDocument/2006/relationships/customXml" Target="../ink/ink96.xml"/><Relationship Id="rId45" Type="http://schemas.openxmlformats.org/officeDocument/2006/relationships/image" Target="../media/image132.png"/><Relationship Id="rId66" Type="http://schemas.openxmlformats.org/officeDocument/2006/relationships/image" Target="../media/image142.png"/><Relationship Id="rId87" Type="http://schemas.openxmlformats.org/officeDocument/2006/relationships/customXml" Target="../ink/ink120.xml"/><Relationship Id="rId110" Type="http://schemas.openxmlformats.org/officeDocument/2006/relationships/image" Target="../media/image164.png"/><Relationship Id="rId115" Type="http://schemas.openxmlformats.org/officeDocument/2006/relationships/customXml" Target="../ink/ink134.xml"/><Relationship Id="rId131" Type="http://schemas.openxmlformats.org/officeDocument/2006/relationships/customXml" Target="../ink/ink142.xml"/><Relationship Id="rId136" Type="http://schemas.openxmlformats.org/officeDocument/2006/relationships/image" Target="../media/image177.png"/><Relationship Id="rId157" Type="http://schemas.openxmlformats.org/officeDocument/2006/relationships/customXml" Target="../ink/ink155.xml"/><Relationship Id="rId61" Type="http://schemas.openxmlformats.org/officeDocument/2006/relationships/image" Target="../media/image140.png"/><Relationship Id="rId82" Type="http://schemas.openxmlformats.org/officeDocument/2006/relationships/image" Target="../media/image150.png"/><Relationship Id="rId152" Type="http://schemas.openxmlformats.org/officeDocument/2006/relationships/image" Target="../media/image185.png"/><Relationship Id="rId173" Type="http://schemas.openxmlformats.org/officeDocument/2006/relationships/image" Target="../media/image195.png"/><Relationship Id="rId19" Type="http://schemas.openxmlformats.org/officeDocument/2006/relationships/image" Target="../media/image119.png"/><Relationship Id="rId14" Type="http://schemas.openxmlformats.org/officeDocument/2006/relationships/customXml" Target="../ink/ink83.xml"/><Relationship Id="rId30" Type="http://schemas.openxmlformats.org/officeDocument/2006/relationships/customXml" Target="../ink/ink91.xml"/><Relationship Id="rId35" Type="http://schemas.openxmlformats.org/officeDocument/2006/relationships/image" Target="../media/image127.png"/><Relationship Id="rId56" Type="http://schemas.openxmlformats.org/officeDocument/2006/relationships/customXml" Target="../ink/ink104.xml"/><Relationship Id="rId77" Type="http://schemas.openxmlformats.org/officeDocument/2006/relationships/customXml" Target="../ink/ink115.xml"/><Relationship Id="rId100" Type="http://schemas.openxmlformats.org/officeDocument/2006/relationships/image" Target="../media/image159.png"/><Relationship Id="rId105" Type="http://schemas.openxmlformats.org/officeDocument/2006/relationships/customXml" Target="../ink/ink129.xml"/><Relationship Id="rId126" Type="http://schemas.openxmlformats.org/officeDocument/2006/relationships/image" Target="../media/image172.png"/><Relationship Id="rId147" Type="http://schemas.openxmlformats.org/officeDocument/2006/relationships/customXml" Target="../ink/ink150.xml"/><Relationship Id="rId168" Type="http://schemas.openxmlformats.org/officeDocument/2006/relationships/customXml" Target="../ink/ink161.xml"/><Relationship Id="rId8" Type="http://schemas.openxmlformats.org/officeDocument/2006/relationships/image" Target="../media/image114.png"/><Relationship Id="rId51" Type="http://schemas.openxmlformats.org/officeDocument/2006/relationships/image" Target="../media/image135.png"/><Relationship Id="rId72" Type="http://schemas.openxmlformats.org/officeDocument/2006/relationships/image" Target="../media/image145.png"/><Relationship Id="rId93" Type="http://schemas.openxmlformats.org/officeDocument/2006/relationships/customXml" Target="../ink/ink123.xml"/><Relationship Id="rId98" Type="http://schemas.openxmlformats.org/officeDocument/2006/relationships/image" Target="../media/image158.png"/><Relationship Id="rId121" Type="http://schemas.openxmlformats.org/officeDocument/2006/relationships/customXml" Target="../ink/ink137.xml"/><Relationship Id="rId142" Type="http://schemas.openxmlformats.org/officeDocument/2006/relationships/image" Target="../media/image180.png"/><Relationship Id="rId163" Type="http://schemas.openxmlformats.org/officeDocument/2006/relationships/customXml" Target="../ink/ink158.xml"/><Relationship Id="rId3" Type="http://schemas.openxmlformats.org/officeDocument/2006/relationships/customXml" Target="../ink/ink77.xml"/><Relationship Id="rId25" Type="http://schemas.openxmlformats.org/officeDocument/2006/relationships/image" Target="../media/image122.png"/><Relationship Id="rId46" Type="http://schemas.openxmlformats.org/officeDocument/2006/relationships/customXml" Target="../ink/ink99.xml"/><Relationship Id="rId67" Type="http://schemas.openxmlformats.org/officeDocument/2006/relationships/customXml" Target="../ink/ink110.xml"/><Relationship Id="rId116" Type="http://schemas.openxmlformats.org/officeDocument/2006/relationships/image" Target="../media/image167.png"/><Relationship Id="rId137" Type="http://schemas.openxmlformats.org/officeDocument/2006/relationships/customXml" Target="../ink/ink145.xml"/><Relationship Id="rId158" Type="http://schemas.openxmlformats.org/officeDocument/2006/relationships/image" Target="../media/image188.png"/><Relationship Id="rId20" Type="http://schemas.openxmlformats.org/officeDocument/2006/relationships/customXml" Target="../ink/ink86.xml"/><Relationship Id="rId41" Type="http://schemas.openxmlformats.org/officeDocument/2006/relationships/image" Target="../media/image130.png"/><Relationship Id="rId62" Type="http://schemas.openxmlformats.org/officeDocument/2006/relationships/customXml" Target="../ink/ink107.xml"/><Relationship Id="rId83" Type="http://schemas.openxmlformats.org/officeDocument/2006/relationships/customXml" Target="../ink/ink118.xml"/><Relationship Id="rId88" Type="http://schemas.openxmlformats.org/officeDocument/2006/relationships/image" Target="../media/image153.png"/><Relationship Id="rId111" Type="http://schemas.openxmlformats.org/officeDocument/2006/relationships/customXml" Target="../ink/ink132.xml"/><Relationship Id="rId132" Type="http://schemas.openxmlformats.org/officeDocument/2006/relationships/image" Target="../media/image175.png"/><Relationship Id="rId153" Type="http://schemas.openxmlformats.org/officeDocument/2006/relationships/customXml" Target="../ink/ink153.xml"/><Relationship Id="rId15" Type="http://schemas.openxmlformats.org/officeDocument/2006/relationships/image" Target="../media/image117.png"/><Relationship Id="rId36" Type="http://schemas.openxmlformats.org/officeDocument/2006/relationships/customXml" Target="../ink/ink94.xml"/><Relationship Id="rId57" Type="http://schemas.openxmlformats.org/officeDocument/2006/relationships/image" Target="../media/image138.png"/><Relationship Id="rId106" Type="http://schemas.openxmlformats.org/officeDocument/2006/relationships/image" Target="../media/image162.png"/><Relationship Id="rId127" Type="http://schemas.openxmlformats.org/officeDocument/2006/relationships/customXml" Target="../ink/ink140.xml"/><Relationship Id="rId10" Type="http://schemas.openxmlformats.org/officeDocument/2006/relationships/image" Target="../media/image115.png"/><Relationship Id="rId31" Type="http://schemas.openxmlformats.org/officeDocument/2006/relationships/image" Target="../media/image125.png"/><Relationship Id="rId52" Type="http://schemas.openxmlformats.org/officeDocument/2006/relationships/customXml" Target="../ink/ink102.xml"/><Relationship Id="rId73" Type="http://schemas.openxmlformats.org/officeDocument/2006/relationships/customXml" Target="../ink/ink113.xml"/><Relationship Id="rId78" Type="http://schemas.openxmlformats.org/officeDocument/2006/relationships/image" Target="../media/image148.png"/><Relationship Id="rId94" Type="http://schemas.openxmlformats.org/officeDocument/2006/relationships/image" Target="../media/image156.png"/><Relationship Id="rId99" Type="http://schemas.openxmlformats.org/officeDocument/2006/relationships/customXml" Target="../ink/ink126.xml"/><Relationship Id="rId101" Type="http://schemas.openxmlformats.org/officeDocument/2006/relationships/customXml" Target="../ink/ink127.xml"/><Relationship Id="rId122" Type="http://schemas.openxmlformats.org/officeDocument/2006/relationships/image" Target="../media/image170.png"/><Relationship Id="rId143" Type="http://schemas.openxmlformats.org/officeDocument/2006/relationships/customXml" Target="../ink/ink148.xml"/><Relationship Id="rId148" Type="http://schemas.openxmlformats.org/officeDocument/2006/relationships/image" Target="../media/image183.png"/><Relationship Id="rId164" Type="http://schemas.openxmlformats.org/officeDocument/2006/relationships/image" Target="../media/image191.png"/><Relationship Id="rId169" Type="http://schemas.openxmlformats.org/officeDocument/2006/relationships/image" Target="../media/image193.png"/><Relationship Id="rId4" Type="http://schemas.openxmlformats.org/officeDocument/2006/relationships/image" Target="../media/image112.png"/><Relationship Id="rId9" Type="http://schemas.openxmlformats.org/officeDocument/2006/relationships/customXml" Target="../ink/ink80.xml"/><Relationship Id="rId26" Type="http://schemas.openxmlformats.org/officeDocument/2006/relationships/customXml" Target="../ink/ink89.xml"/><Relationship Id="rId47" Type="http://schemas.openxmlformats.org/officeDocument/2006/relationships/image" Target="../media/image133.png"/><Relationship Id="rId68" Type="http://schemas.openxmlformats.org/officeDocument/2006/relationships/image" Target="../media/image143.png"/><Relationship Id="rId89" Type="http://schemas.openxmlformats.org/officeDocument/2006/relationships/customXml" Target="../ink/ink121.xml"/><Relationship Id="rId112" Type="http://schemas.openxmlformats.org/officeDocument/2006/relationships/image" Target="../media/image165.png"/><Relationship Id="rId133" Type="http://schemas.openxmlformats.org/officeDocument/2006/relationships/customXml" Target="../ink/ink143.xml"/><Relationship Id="rId154" Type="http://schemas.openxmlformats.org/officeDocument/2006/relationships/image" Target="../media/image186.png"/><Relationship Id="rId16" Type="http://schemas.openxmlformats.org/officeDocument/2006/relationships/customXml" Target="../ink/ink84.xml"/><Relationship Id="rId37" Type="http://schemas.openxmlformats.org/officeDocument/2006/relationships/image" Target="../media/image128.png"/><Relationship Id="rId58" Type="http://schemas.openxmlformats.org/officeDocument/2006/relationships/customXml" Target="../ink/ink105.xml"/><Relationship Id="rId79" Type="http://schemas.openxmlformats.org/officeDocument/2006/relationships/customXml" Target="../ink/ink116.xml"/><Relationship Id="rId102" Type="http://schemas.openxmlformats.org/officeDocument/2006/relationships/image" Target="../media/image160.png"/><Relationship Id="rId123" Type="http://schemas.openxmlformats.org/officeDocument/2006/relationships/customXml" Target="../ink/ink138.xml"/><Relationship Id="rId144" Type="http://schemas.openxmlformats.org/officeDocument/2006/relationships/image" Target="../media/image181.png"/><Relationship Id="rId90" Type="http://schemas.openxmlformats.org/officeDocument/2006/relationships/image" Target="../media/image154.png"/><Relationship Id="rId165" Type="http://schemas.openxmlformats.org/officeDocument/2006/relationships/customXml" Target="../ink/ink159.xml"/><Relationship Id="rId27" Type="http://schemas.openxmlformats.org/officeDocument/2006/relationships/image" Target="../media/image123.png"/><Relationship Id="rId48" Type="http://schemas.openxmlformats.org/officeDocument/2006/relationships/customXml" Target="../ink/ink100.xml"/><Relationship Id="rId69" Type="http://schemas.openxmlformats.org/officeDocument/2006/relationships/customXml" Target="../ink/ink111.xml"/><Relationship Id="rId113" Type="http://schemas.openxmlformats.org/officeDocument/2006/relationships/customXml" Target="../ink/ink133.xml"/><Relationship Id="rId134" Type="http://schemas.openxmlformats.org/officeDocument/2006/relationships/image" Target="../media/image176.png"/><Relationship Id="rId80" Type="http://schemas.openxmlformats.org/officeDocument/2006/relationships/image" Target="../media/image149.png"/><Relationship Id="rId155" Type="http://schemas.openxmlformats.org/officeDocument/2006/relationships/customXml" Target="../ink/ink154.xml"/><Relationship Id="rId17" Type="http://schemas.openxmlformats.org/officeDocument/2006/relationships/image" Target="../media/image118.png"/><Relationship Id="rId38" Type="http://schemas.openxmlformats.org/officeDocument/2006/relationships/customXml" Target="../ink/ink95.xml"/><Relationship Id="rId59" Type="http://schemas.openxmlformats.org/officeDocument/2006/relationships/image" Target="../media/image139.png"/><Relationship Id="rId103" Type="http://schemas.openxmlformats.org/officeDocument/2006/relationships/customXml" Target="../ink/ink128.xml"/><Relationship Id="rId124" Type="http://schemas.openxmlformats.org/officeDocument/2006/relationships/image" Target="../media/image171.png"/><Relationship Id="rId70" Type="http://schemas.openxmlformats.org/officeDocument/2006/relationships/image" Target="../media/image144.png"/><Relationship Id="rId91" Type="http://schemas.openxmlformats.org/officeDocument/2006/relationships/customXml" Target="../ink/ink122.xml"/><Relationship Id="rId145" Type="http://schemas.openxmlformats.org/officeDocument/2006/relationships/customXml" Target="../ink/ink149.xml"/><Relationship Id="rId166" Type="http://schemas.openxmlformats.org/officeDocument/2006/relationships/image" Target="../media/image192.png"/></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ui5.sap.com/" TargetMode="Externa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8" Type="http://schemas.openxmlformats.org/officeDocument/2006/relationships/image" Target="../media/image198.png"/><Relationship Id="rId13" Type="http://schemas.openxmlformats.org/officeDocument/2006/relationships/customXml" Target="../ink/ink169.xml"/><Relationship Id="rId3" Type="http://schemas.openxmlformats.org/officeDocument/2006/relationships/customXml" Target="../ink/ink164.xml"/><Relationship Id="rId7" Type="http://schemas.openxmlformats.org/officeDocument/2006/relationships/customXml" Target="../ink/ink166.xml"/><Relationship Id="rId12" Type="http://schemas.openxmlformats.org/officeDocument/2006/relationships/image" Target="../media/image200.png"/><Relationship Id="rId2" Type="http://schemas.openxmlformats.org/officeDocument/2006/relationships/image" Target="../media/image38.png"/><Relationship Id="rId16" Type="http://schemas.openxmlformats.org/officeDocument/2006/relationships/image" Target="../media/image202.png"/><Relationship Id="rId1" Type="http://schemas.openxmlformats.org/officeDocument/2006/relationships/slideLayout" Target="../slideLayouts/slideLayout9.xml"/><Relationship Id="rId6" Type="http://schemas.openxmlformats.org/officeDocument/2006/relationships/image" Target="../media/image197.png"/><Relationship Id="rId11" Type="http://schemas.openxmlformats.org/officeDocument/2006/relationships/customXml" Target="../ink/ink168.xml"/><Relationship Id="rId5" Type="http://schemas.openxmlformats.org/officeDocument/2006/relationships/customXml" Target="../ink/ink165.xml"/><Relationship Id="rId15" Type="http://schemas.openxmlformats.org/officeDocument/2006/relationships/customXml" Target="../ink/ink170.xml"/><Relationship Id="rId10" Type="http://schemas.openxmlformats.org/officeDocument/2006/relationships/image" Target="../media/image199.png"/><Relationship Id="rId4" Type="http://schemas.openxmlformats.org/officeDocument/2006/relationships/image" Target="../media/image196.png"/><Relationship Id="rId9" Type="http://schemas.openxmlformats.org/officeDocument/2006/relationships/customXml" Target="../ink/ink167.xml"/><Relationship Id="rId14" Type="http://schemas.openxmlformats.org/officeDocument/2006/relationships/image" Target="../media/image201.png"/></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hyperlink" Target="https://ui5.sap.com/api/sap.ui.base.ManagedObject" TargetMode="External"/><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sapui5.hana.ondemand.com/api/sap.ui.model.CompositeType" TargetMode="Externa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6" Type="http://schemas.openxmlformats.org/officeDocument/2006/relationships/image" Target="../media/image207.png"/><Relationship Id="rId21" Type="http://schemas.openxmlformats.org/officeDocument/2006/relationships/customXml" Target="../ink/ink180.xml"/><Relationship Id="rId42" Type="http://schemas.openxmlformats.org/officeDocument/2006/relationships/image" Target="../media/image215.png"/><Relationship Id="rId47" Type="http://schemas.openxmlformats.org/officeDocument/2006/relationships/customXml" Target="../ink/ink193.xml"/><Relationship Id="rId63" Type="http://schemas.openxmlformats.org/officeDocument/2006/relationships/customXml" Target="../ink/ink201.xml"/><Relationship Id="rId68" Type="http://schemas.openxmlformats.org/officeDocument/2006/relationships/image" Target="../media/image228.png"/><Relationship Id="rId84" Type="http://schemas.openxmlformats.org/officeDocument/2006/relationships/image" Target="../media/image236.png"/><Relationship Id="rId89" Type="http://schemas.openxmlformats.org/officeDocument/2006/relationships/customXml" Target="../ink/ink214.xml"/><Relationship Id="rId112" Type="http://schemas.openxmlformats.org/officeDocument/2006/relationships/image" Target="../media/image250.png"/><Relationship Id="rId16" Type="http://schemas.openxmlformats.org/officeDocument/2006/relationships/image" Target="../media/image2020.png"/><Relationship Id="rId107" Type="http://schemas.openxmlformats.org/officeDocument/2006/relationships/customXml" Target="../ink/ink223.xml"/><Relationship Id="rId11" Type="http://schemas.openxmlformats.org/officeDocument/2006/relationships/customXml" Target="../ink/ink175.xml"/><Relationship Id="rId32" Type="http://schemas.openxmlformats.org/officeDocument/2006/relationships/image" Target="../media/image210.png"/><Relationship Id="rId37" Type="http://schemas.openxmlformats.org/officeDocument/2006/relationships/customXml" Target="../ink/ink188.xml"/><Relationship Id="rId53" Type="http://schemas.openxmlformats.org/officeDocument/2006/relationships/customXml" Target="../ink/ink196.xml"/><Relationship Id="rId58" Type="http://schemas.openxmlformats.org/officeDocument/2006/relationships/image" Target="../media/image223.png"/><Relationship Id="rId74" Type="http://schemas.openxmlformats.org/officeDocument/2006/relationships/image" Target="../media/image231.png"/><Relationship Id="rId79" Type="http://schemas.openxmlformats.org/officeDocument/2006/relationships/customXml" Target="../ink/ink209.xml"/><Relationship Id="rId102" Type="http://schemas.openxmlformats.org/officeDocument/2006/relationships/image" Target="../media/image245.png"/><Relationship Id="rId5" Type="http://schemas.openxmlformats.org/officeDocument/2006/relationships/customXml" Target="../ink/ink172.xml"/><Relationship Id="rId90" Type="http://schemas.openxmlformats.org/officeDocument/2006/relationships/image" Target="../media/image239.png"/><Relationship Id="rId95" Type="http://schemas.openxmlformats.org/officeDocument/2006/relationships/customXml" Target="../ink/ink217.xml"/><Relationship Id="rId22" Type="http://schemas.openxmlformats.org/officeDocument/2006/relationships/image" Target="../media/image205.png"/><Relationship Id="rId27" Type="http://schemas.openxmlformats.org/officeDocument/2006/relationships/customXml" Target="../ink/ink183.xml"/><Relationship Id="rId43" Type="http://schemas.openxmlformats.org/officeDocument/2006/relationships/customXml" Target="../ink/ink191.xml"/><Relationship Id="rId48" Type="http://schemas.openxmlformats.org/officeDocument/2006/relationships/image" Target="../media/image218.png"/><Relationship Id="rId64" Type="http://schemas.openxmlformats.org/officeDocument/2006/relationships/image" Target="../media/image226.png"/><Relationship Id="rId69" Type="http://schemas.openxmlformats.org/officeDocument/2006/relationships/customXml" Target="../ink/ink204.xml"/><Relationship Id="rId113" Type="http://schemas.openxmlformats.org/officeDocument/2006/relationships/customXml" Target="../ink/ink226.xml"/><Relationship Id="rId80" Type="http://schemas.openxmlformats.org/officeDocument/2006/relationships/image" Target="../media/image234.png"/><Relationship Id="rId85" Type="http://schemas.openxmlformats.org/officeDocument/2006/relationships/customXml" Target="../ink/ink212.xml"/><Relationship Id="rId12" Type="http://schemas.openxmlformats.org/officeDocument/2006/relationships/image" Target="../media/image2000.png"/><Relationship Id="rId17" Type="http://schemas.openxmlformats.org/officeDocument/2006/relationships/customXml" Target="../ink/ink178.xml"/><Relationship Id="rId33" Type="http://schemas.openxmlformats.org/officeDocument/2006/relationships/customXml" Target="../ink/ink186.xml"/><Relationship Id="rId38" Type="http://schemas.openxmlformats.org/officeDocument/2006/relationships/image" Target="../media/image213.png"/><Relationship Id="rId59" Type="http://schemas.openxmlformats.org/officeDocument/2006/relationships/customXml" Target="../ink/ink199.xml"/><Relationship Id="rId103" Type="http://schemas.openxmlformats.org/officeDocument/2006/relationships/customXml" Target="../ink/ink221.xml"/><Relationship Id="rId108" Type="http://schemas.openxmlformats.org/officeDocument/2006/relationships/image" Target="../media/image248.png"/><Relationship Id="rId54" Type="http://schemas.openxmlformats.org/officeDocument/2006/relationships/image" Target="../media/image221.png"/><Relationship Id="rId70" Type="http://schemas.openxmlformats.org/officeDocument/2006/relationships/image" Target="../media/image229.png"/><Relationship Id="rId75" Type="http://schemas.openxmlformats.org/officeDocument/2006/relationships/customXml" Target="../ink/ink207.xml"/><Relationship Id="rId91" Type="http://schemas.openxmlformats.org/officeDocument/2006/relationships/customXml" Target="../ink/ink215.xml"/><Relationship Id="rId96" Type="http://schemas.openxmlformats.org/officeDocument/2006/relationships/image" Target="../media/image242.png"/><Relationship Id="rId1" Type="http://schemas.openxmlformats.org/officeDocument/2006/relationships/slideLayout" Target="../slideLayouts/slideLayout9.xml"/><Relationship Id="rId6" Type="http://schemas.openxmlformats.org/officeDocument/2006/relationships/image" Target="../media/image1970.png"/><Relationship Id="rId15" Type="http://schemas.openxmlformats.org/officeDocument/2006/relationships/customXml" Target="../ink/ink177.xml"/><Relationship Id="rId23" Type="http://schemas.openxmlformats.org/officeDocument/2006/relationships/customXml" Target="../ink/ink181.xml"/><Relationship Id="rId28" Type="http://schemas.openxmlformats.org/officeDocument/2006/relationships/image" Target="../media/image208.png"/><Relationship Id="rId36" Type="http://schemas.openxmlformats.org/officeDocument/2006/relationships/image" Target="../media/image212.png"/><Relationship Id="rId49" Type="http://schemas.openxmlformats.org/officeDocument/2006/relationships/customXml" Target="../ink/ink194.xml"/><Relationship Id="rId57" Type="http://schemas.openxmlformats.org/officeDocument/2006/relationships/customXml" Target="../ink/ink198.xml"/><Relationship Id="rId106" Type="http://schemas.openxmlformats.org/officeDocument/2006/relationships/image" Target="../media/image247.png"/><Relationship Id="rId114" Type="http://schemas.openxmlformats.org/officeDocument/2006/relationships/image" Target="../media/image251.png"/><Relationship Id="rId10" Type="http://schemas.openxmlformats.org/officeDocument/2006/relationships/image" Target="../media/image1990.png"/><Relationship Id="rId31" Type="http://schemas.openxmlformats.org/officeDocument/2006/relationships/customXml" Target="../ink/ink185.xml"/><Relationship Id="rId44" Type="http://schemas.openxmlformats.org/officeDocument/2006/relationships/image" Target="../media/image216.png"/><Relationship Id="rId52" Type="http://schemas.openxmlformats.org/officeDocument/2006/relationships/image" Target="../media/image220.png"/><Relationship Id="rId60" Type="http://schemas.openxmlformats.org/officeDocument/2006/relationships/image" Target="../media/image224.png"/><Relationship Id="rId65" Type="http://schemas.openxmlformats.org/officeDocument/2006/relationships/customXml" Target="../ink/ink202.xml"/><Relationship Id="rId73" Type="http://schemas.openxmlformats.org/officeDocument/2006/relationships/customXml" Target="../ink/ink206.xml"/><Relationship Id="rId78" Type="http://schemas.openxmlformats.org/officeDocument/2006/relationships/image" Target="../media/image233.png"/><Relationship Id="rId81" Type="http://schemas.openxmlformats.org/officeDocument/2006/relationships/customXml" Target="../ink/ink210.xml"/><Relationship Id="rId86" Type="http://schemas.openxmlformats.org/officeDocument/2006/relationships/image" Target="../media/image237.png"/><Relationship Id="rId94" Type="http://schemas.openxmlformats.org/officeDocument/2006/relationships/image" Target="../media/image241.png"/><Relationship Id="rId99" Type="http://schemas.openxmlformats.org/officeDocument/2006/relationships/customXml" Target="../ink/ink219.xml"/><Relationship Id="rId101" Type="http://schemas.openxmlformats.org/officeDocument/2006/relationships/customXml" Target="../ink/ink220.xml"/><Relationship Id="rId4" Type="http://schemas.openxmlformats.org/officeDocument/2006/relationships/image" Target="../media/image1960.png"/><Relationship Id="rId9" Type="http://schemas.openxmlformats.org/officeDocument/2006/relationships/customXml" Target="../ink/ink174.xml"/><Relationship Id="rId13" Type="http://schemas.openxmlformats.org/officeDocument/2006/relationships/customXml" Target="../ink/ink176.xml"/><Relationship Id="rId18" Type="http://schemas.openxmlformats.org/officeDocument/2006/relationships/image" Target="../media/image203.png"/><Relationship Id="rId39" Type="http://schemas.openxmlformats.org/officeDocument/2006/relationships/customXml" Target="../ink/ink189.xml"/><Relationship Id="rId109" Type="http://schemas.openxmlformats.org/officeDocument/2006/relationships/customXml" Target="../ink/ink224.xml"/><Relationship Id="rId34" Type="http://schemas.openxmlformats.org/officeDocument/2006/relationships/image" Target="../media/image211.png"/><Relationship Id="rId50" Type="http://schemas.openxmlformats.org/officeDocument/2006/relationships/image" Target="../media/image219.png"/><Relationship Id="rId55" Type="http://schemas.openxmlformats.org/officeDocument/2006/relationships/customXml" Target="../ink/ink197.xml"/><Relationship Id="rId76" Type="http://schemas.openxmlformats.org/officeDocument/2006/relationships/image" Target="../media/image232.png"/><Relationship Id="rId97" Type="http://schemas.openxmlformats.org/officeDocument/2006/relationships/customXml" Target="../ink/ink218.xml"/><Relationship Id="rId104" Type="http://schemas.openxmlformats.org/officeDocument/2006/relationships/image" Target="../media/image246.png"/><Relationship Id="rId7" Type="http://schemas.openxmlformats.org/officeDocument/2006/relationships/customXml" Target="../ink/ink173.xml"/><Relationship Id="rId71" Type="http://schemas.openxmlformats.org/officeDocument/2006/relationships/customXml" Target="../ink/ink205.xml"/><Relationship Id="rId92" Type="http://schemas.openxmlformats.org/officeDocument/2006/relationships/image" Target="../media/image240.png"/><Relationship Id="rId2" Type="http://schemas.openxmlformats.org/officeDocument/2006/relationships/image" Target="../media/image38.png"/><Relationship Id="rId29" Type="http://schemas.openxmlformats.org/officeDocument/2006/relationships/customXml" Target="../ink/ink184.xml"/><Relationship Id="rId24" Type="http://schemas.openxmlformats.org/officeDocument/2006/relationships/image" Target="../media/image206.png"/><Relationship Id="rId40" Type="http://schemas.openxmlformats.org/officeDocument/2006/relationships/image" Target="../media/image214.png"/><Relationship Id="rId45" Type="http://schemas.openxmlformats.org/officeDocument/2006/relationships/customXml" Target="../ink/ink192.xml"/><Relationship Id="rId66" Type="http://schemas.openxmlformats.org/officeDocument/2006/relationships/image" Target="../media/image227.png"/><Relationship Id="rId87" Type="http://schemas.openxmlformats.org/officeDocument/2006/relationships/customXml" Target="../ink/ink213.xml"/><Relationship Id="rId110" Type="http://schemas.openxmlformats.org/officeDocument/2006/relationships/image" Target="../media/image249.png"/><Relationship Id="rId61" Type="http://schemas.openxmlformats.org/officeDocument/2006/relationships/customXml" Target="../ink/ink200.xml"/><Relationship Id="rId82" Type="http://schemas.openxmlformats.org/officeDocument/2006/relationships/image" Target="../media/image235.png"/><Relationship Id="rId19" Type="http://schemas.openxmlformats.org/officeDocument/2006/relationships/customXml" Target="../ink/ink179.xml"/><Relationship Id="rId14" Type="http://schemas.openxmlformats.org/officeDocument/2006/relationships/image" Target="../media/image2010.png"/><Relationship Id="rId30" Type="http://schemas.openxmlformats.org/officeDocument/2006/relationships/image" Target="../media/image209.png"/><Relationship Id="rId35" Type="http://schemas.openxmlformats.org/officeDocument/2006/relationships/customXml" Target="../ink/ink187.xml"/><Relationship Id="rId56" Type="http://schemas.openxmlformats.org/officeDocument/2006/relationships/image" Target="../media/image222.png"/><Relationship Id="rId77" Type="http://schemas.openxmlformats.org/officeDocument/2006/relationships/customXml" Target="../ink/ink208.xml"/><Relationship Id="rId100" Type="http://schemas.openxmlformats.org/officeDocument/2006/relationships/image" Target="../media/image244.png"/><Relationship Id="rId105" Type="http://schemas.openxmlformats.org/officeDocument/2006/relationships/customXml" Target="../ink/ink222.xml"/><Relationship Id="rId8" Type="http://schemas.openxmlformats.org/officeDocument/2006/relationships/image" Target="../media/image1980.png"/><Relationship Id="rId51" Type="http://schemas.openxmlformats.org/officeDocument/2006/relationships/customXml" Target="../ink/ink195.xml"/><Relationship Id="rId72" Type="http://schemas.openxmlformats.org/officeDocument/2006/relationships/image" Target="../media/image230.png"/><Relationship Id="rId93" Type="http://schemas.openxmlformats.org/officeDocument/2006/relationships/customXml" Target="../ink/ink216.xml"/><Relationship Id="rId98" Type="http://schemas.openxmlformats.org/officeDocument/2006/relationships/image" Target="../media/image243.png"/><Relationship Id="rId3" Type="http://schemas.openxmlformats.org/officeDocument/2006/relationships/customXml" Target="../ink/ink171.xml"/><Relationship Id="rId25" Type="http://schemas.openxmlformats.org/officeDocument/2006/relationships/customXml" Target="../ink/ink182.xml"/><Relationship Id="rId46" Type="http://schemas.openxmlformats.org/officeDocument/2006/relationships/image" Target="../media/image217.png"/><Relationship Id="rId67" Type="http://schemas.openxmlformats.org/officeDocument/2006/relationships/customXml" Target="../ink/ink203.xml"/><Relationship Id="rId20" Type="http://schemas.openxmlformats.org/officeDocument/2006/relationships/image" Target="../media/image204.png"/><Relationship Id="rId41" Type="http://schemas.openxmlformats.org/officeDocument/2006/relationships/customXml" Target="../ink/ink190.xml"/><Relationship Id="rId62" Type="http://schemas.openxmlformats.org/officeDocument/2006/relationships/image" Target="../media/image225.png"/><Relationship Id="rId83" Type="http://schemas.openxmlformats.org/officeDocument/2006/relationships/customXml" Target="../ink/ink211.xml"/><Relationship Id="rId88" Type="http://schemas.openxmlformats.org/officeDocument/2006/relationships/image" Target="../media/image238.png"/><Relationship Id="rId111" Type="http://schemas.openxmlformats.org/officeDocument/2006/relationships/customXml" Target="../ink/ink225.xml"/></Relationships>
</file>

<file path=ppt/slides/_rels/slide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117" Type="http://schemas.openxmlformats.org/officeDocument/2006/relationships/customXml" Target="../ink/ink284.xml"/><Relationship Id="rId21" Type="http://schemas.openxmlformats.org/officeDocument/2006/relationships/customXml" Target="../ink/ink236.xml"/><Relationship Id="rId42" Type="http://schemas.openxmlformats.org/officeDocument/2006/relationships/image" Target="../media/image272.png"/><Relationship Id="rId63" Type="http://schemas.openxmlformats.org/officeDocument/2006/relationships/customXml" Target="../ink/ink257.xml"/><Relationship Id="rId84" Type="http://schemas.openxmlformats.org/officeDocument/2006/relationships/image" Target="../media/image293.png"/><Relationship Id="rId138" Type="http://schemas.openxmlformats.org/officeDocument/2006/relationships/image" Target="../media/image320.png"/><Relationship Id="rId159" Type="http://schemas.openxmlformats.org/officeDocument/2006/relationships/customXml" Target="../ink/ink305.xml"/><Relationship Id="rId170" Type="http://schemas.openxmlformats.org/officeDocument/2006/relationships/image" Target="../media/image336.png"/><Relationship Id="rId191" Type="http://schemas.openxmlformats.org/officeDocument/2006/relationships/customXml" Target="../ink/ink321.xml"/><Relationship Id="rId205" Type="http://schemas.openxmlformats.org/officeDocument/2006/relationships/image" Target="../media/image353.png"/><Relationship Id="rId226" Type="http://schemas.openxmlformats.org/officeDocument/2006/relationships/customXml" Target="../ink/ink339.xml"/><Relationship Id="rId247" Type="http://schemas.openxmlformats.org/officeDocument/2006/relationships/customXml" Target="../ink/ink350.xml"/><Relationship Id="rId107" Type="http://schemas.openxmlformats.org/officeDocument/2006/relationships/customXml" Target="../ink/ink279.xml"/><Relationship Id="rId11" Type="http://schemas.openxmlformats.org/officeDocument/2006/relationships/customXml" Target="../ink/ink231.xml"/><Relationship Id="rId32" Type="http://schemas.openxmlformats.org/officeDocument/2006/relationships/image" Target="../media/image267.png"/><Relationship Id="rId53" Type="http://schemas.openxmlformats.org/officeDocument/2006/relationships/customXml" Target="../ink/ink252.xml"/><Relationship Id="rId74" Type="http://schemas.openxmlformats.org/officeDocument/2006/relationships/image" Target="../media/image288.png"/><Relationship Id="rId128" Type="http://schemas.openxmlformats.org/officeDocument/2006/relationships/image" Target="../media/image315.png"/><Relationship Id="rId149" Type="http://schemas.openxmlformats.org/officeDocument/2006/relationships/customXml" Target="../ink/ink300.xml"/><Relationship Id="rId5" Type="http://schemas.openxmlformats.org/officeDocument/2006/relationships/customXml" Target="../ink/ink228.xml"/><Relationship Id="rId95" Type="http://schemas.openxmlformats.org/officeDocument/2006/relationships/customXml" Target="../ink/ink273.xml"/><Relationship Id="rId160" Type="http://schemas.openxmlformats.org/officeDocument/2006/relationships/image" Target="../media/image331.png"/><Relationship Id="rId181" Type="http://schemas.openxmlformats.org/officeDocument/2006/relationships/customXml" Target="../ink/ink316.xml"/><Relationship Id="rId216" Type="http://schemas.openxmlformats.org/officeDocument/2006/relationships/customXml" Target="../ink/ink334.xml"/><Relationship Id="rId237" Type="http://schemas.openxmlformats.org/officeDocument/2006/relationships/customXml" Target="../ink/ink345.xml"/><Relationship Id="rId22" Type="http://schemas.openxmlformats.org/officeDocument/2006/relationships/image" Target="../media/image262.png"/><Relationship Id="rId43" Type="http://schemas.openxmlformats.org/officeDocument/2006/relationships/customXml" Target="../ink/ink247.xml"/><Relationship Id="rId64" Type="http://schemas.openxmlformats.org/officeDocument/2006/relationships/image" Target="../media/image283.png"/><Relationship Id="rId118" Type="http://schemas.openxmlformats.org/officeDocument/2006/relationships/image" Target="../media/image310.png"/><Relationship Id="rId139" Type="http://schemas.openxmlformats.org/officeDocument/2006/relationships/customXml" Target="../ink/ink295.xml"/><Relationship Id="rId85" Type="http://schemas.openxmlformats.org/officeDocument/2006/relationships/customXml" Target="../ink/ink268.xml"/><Relationship Id="rId150" Type="http://schemas.openxmlformats.org/officeDocument/2006/relationships/image" Target="../media/image326.png"/><Relationship Id="rId171" Type="http://schemas.openxmlformats.org/officeDocument/2006/relationships/customXml" Target="../ink/ink311.xml"/><Relationship Id="rId192" Type="http://schemas.openxmlformats.org/officeDocument/2006/relationships/customXml" Target="../ink/ink322.xml"/><Relationship Id="rId206" Type="http://schemas.openxmlformats.org/officeDocument/2006/relationships/customXml" Target="../ink/ink329.xml"/><Relationship Id="rId227" Type="http://schemas.openxmlformats.org/officeDocument/2006/relationships/image" Target="../media/image364.png"/><Relationship Id="rId248" Type="http://schemas.openxmlformats.org/officeDocument/2006/relationships/image" Target="../media/image374.png"/><Relationship Id="rId12" Type="http://schemas.openxmlformats.org/officeDocument/2006/relationships/image" Target="../media/image257.png"/><Relationship Id="rId33" Type="http://schemas.openxmlformats.org/officeDocument/2006/relationships/customXml" Target="../ink/ink242.xml"/><Relationship Id="rId108" Type="http://schemas.openxmlformats.org/officeDocument/2006/relationships/image" Target="../media/image305.png"/><Relationship Id="rId129" Type="http://schemas.openxmlformats.org/officeDocument/2006/relationships/customXml" Target="../ink/ink290.xml"/><Relationship Id="rId54" Type="http://schemas.openxmlformats.org/officeDocument/2006/relationships/image" Target="../media/image278.png"/><Relationship Id="rId75" Type="http://schemas.openxmlformats.org/officeDocument/2006/relationships/customXml" Target="../ink/ink263.xml"/><Relationship Id="rId96" Type="http://schemas.openxmlformats.org/officeDocument/2006/relationships/image" Target="../media/image299.png"/><Relationship Id="rId140" Type="http://schemas.openxmlformats.org/officeDocument/2006/relationships/image" Target="../media/image321.png"/><Relationship Id="rId161" Type="http://schemas.openxmlformats.org/officeDocument/2006/relationships/customXml" Target="../ink/ink306.xml"/><Relationship Id="rId182" Type="http://schemas.openxmlformats.org/officeDocument/2006/relationships/image" Target="../media/image342.png"/><Relationship Id="rId217" Type="http://schemas.openxmlformats.org/officeDocument/2006/relationships/image" Target="../media/image359.png"/><Relationship Id="rId6" Type="http://schemas.openxmlformats.org/officeDocument/2006/relationships/image" Target="../media/image254.png"/><Relationship Id="rId238" Type="http://schemas.openxmlformats.org/officeDocument/2006/relationships/image" Target="../media/image369.png"/><Relationship Id="rId23" Type="http://schemas.openxmlformats.org/officeDocument/2006/relationships/customXml" Target="../ink/ink237.xml"/><Relationship Id="rId119" Type="http://schemas.openxmlformats.org/officeDocument/2006/relationships/customXml" Target="../ink/ink285.xml"/><Relationship Id="rId44" Type="http://schemas.openxmlformats.org/officeDocument/2006/relationships/image" Target="../media/image273.png"/><Relationship Id="rId65" Type="http://schemas.openxmlformats.org/officeDocument/2006/relationships/customXml" Target="../ink/ink258.xml"/><Relationship Id="rId86" Type="http://schemas.openxmlformats.org/officeDocument/2006/relationships/image" Target="../media/image294.png"/><Relationship Id="rId130" Type="http://schemas.openxmlformats.org/officeDocument/2006/relationships/image" Target="../media/image316.png"/><Relationship Id="rId151" Type="http://schemas.openxmlformats.org/officeDocument/2006/relationships/customXml" Target="../ink/ink301.xml"/><Relationship Id="rId172" Type="http://schemas.openxmlformats.org/officeDocument/2006/relationships/image" Target="../media/image337.png"/><Relationship Id="rId193" Type="http://schemas.openxmlformats.org/officeDocument/2006/relationships/image" Target="../media/image347.png"/><Relationship Id="rId207" Type="http://schemas.openxmlformats.org/officeDocument/2006/relationships/image" Target="../media/image354.png"/><Relationship Id="rId228" Type="http://schemas.openxmlformats.org/officeDocument/2006/relationships/customXml" Target="../ink/ink340.xml"/><Relationship Id="rId249" Type="http://schemas.openxmlformats.org/officeDocument/2006/relationships/customXml" Target="../ink/ink351.xml"/><Relationship Id="rId13" Type="http://schemas.openxmlformats.org/officeDocument/2006/relationships/customXml" Target="../ink/ink232.xml"/><Relationship Id="rId109" Type="http://schemas.openxmlformats.org/officeDocument/2006/relationships/customXml" Target="../ink/ink280.xml"/><Relationship Id="rId34" Type="http://schemas.openxmlformats.org/officeDocument/2006/relationships/image" Target="../media/image268.png"/><Relationship Id="rId55" Type="http://schemas.openxmlformats.org/officeDocument/2006/relationships/customXml" Target="../ink/ink253.xml"/><Relationship Id="rId76" Type="http://schemas.openxmlformats.org/officeDocument/2006/relationships/image" Target="../media/image289.png"/><Relationship Id="rId97" Type="http://schemas.openxmlformats.org/officeDocument/2006/relationships/customXml" Target="../ink/ink274.xml"/><Relationship Id="rId120" Type="http://schemas.openxmlformats.org/officeDocument/2006/relationships/image" Target="../media/image311.png"/><Relationship Id="rId141" Type="http://schemas.openxmlformats.org/officeDocument/2006/relationships/customXml" Target="../ink/ink296.xml"/><Relationship Id="rId7" Type="http://schemas.openxmlformats.org/officeDocument/2006/relationships/customXml" Target="../ink/ink229.xml"/><Relationship Id="rId162" Type="http://schemas.openxmlformats.org/officeDocument/2006/relationships/image" Target="../media/image332.png"/><Relationship Id="rId183" Type="http://schemas.openxmlformats.org/officeDocument/2006/relationships/customXml" Target="../ink/ink317.xml"/><Relationship Id="rId218" Type="http://schemas.openxmlformats.org/officeDocument/2006/relationships/customXml" Target="../ink/ink335.xml"/><Relationship Id="rId239" Type="http://schemas.openxmlformats.org/officeDocument/2006/relationships/customXml" Target="../ink/ink346.xml"/><Relationship Id="rId250" Type="http://schemas.openxmlformats.org/officeDocument/2006/relationships/image" Target="../media/image375.png"/><Relationship Id="rId24" Type="http://schemas.openxmlformats.org/officeDocument/2006/relationships/image" Target="../media/image263.png"/><Relationship Id="rId45" Type="http://schemas.openxmlformats.org/officeDocument/2006/relationships/customXml" Target="../ink/ink248.xml"/><Relationship Id="rId66" Type="http://schemas.openxmlformats.org/officeDocument/2006/relationships/image" Target="../media/image284.png"/><Relationship Id="rId87" Type="http://schemas.openxmlformats.org/officeDocument/2006/relationships/customXml" Target="../ink/ink269.xml"/><Relationship Id="rId110" Type="http://schemas.openxmlformats.org/officeDocument/2006/relationships/image" Target="../media/image306.png"/><Relationship Id="rId131" Type="http://schemas.openxmlformats.org/officeDocument/2006/relationships/customXml" Target="../ink/ink291.xml"/><Relationship Id="rId152" Type="http://schemas.openxmlformats.org/officeDocument/2006/relationships/image" Target="../media/image327.png"/><Relationship Id="rId173" Type="http://schemas.openxmlformats.org/officeDocument/2006/relationships/customXml" Target="../ink/ink312.xml"/><Relationship Id="rId194" Type="http://schemas.openxmlformats.org/officeDocument/2006/relationships/customXml" Target="../ink/ink323.xml"/><Relationship Id="rId208" Type="http://schemas.openxmlformats.org/officeDocument/2006/relationships/customXml" Target="../ink/ink330.xml"/><Relationship Id="rId229" Type="http://schemas.openxmlformats.org/officeDocument/2006/relationships/image" Target="../media/image365.png"/><Relationship Id="rId240" Type="http://schemas.openxmlformats.org/officeDocument/2006/relationships/image" Target="../media/image370.png"/><Relationship Id="rId14" Type="http://schemas.openxmlformats.org/officeDocument/2006/relationships/image" Target="../media/image258.png"/><Relationship Id="rId35" Type="http://schemas.openxmlformats.org/officeDocument/2006/relationships/customXml" Target="../ink/ink243.xml"/><Relationship Id="rId56" Type="http://schemas.openxmlformats.org/officeDocument/2006/relationships/image" Target="../media/image279.png"/><Relationship Id="rId77" Type="http://schemas.openxmlformats.org/officeDocument/2006/relationships/customXml" Target="../ink/ink264.xml"/><Relationship Id="rId100" Type="http://schemas.openxmlformats.org/officeDocument/2006/relationships/image" Target="../media/image301.png"/><Relationship Id="rId8" Type="http://schemas.openxmlformats.org/officeDocument/2006/relationships/image" Target="../media/image255.png"/><Relationship Id="rId98" Type="http://schemas.openxmlformats.org/officeDocument/2006/relationships/image" Target="../media/image300.png"/><Relationship Id="rId121" Type="http://schemas.openxmlformats.org/officeDocument/2006/relationships/customXml" Target="../ink/ink286.xml"/><Relationship Id="rId142" Type="http://schemas.openxmlformats.org/officeDocument/2006/relationships/image" Target="../media/image322.png"/><Relationship Id="rId163" Type="http://schemas.openxmlformats.org/officeDocument/2006/relationships/customXml" Target="../ink/ink307.xml"/><Relationship Id="rId184" Type="http://schemas.openxmlformats.org/officeDocument/2006/relationships/image" Target="../media/image343.png"/><Relationship Id="rId219" Type="http://schemas.openxmlformats.org/officeDocument/2006/relationships/image" Target="../media/image360.png"/><Relationship Id="rId230" Type="http://schemas.openxmlformats.org/officeDocument/2006/relationships/customXml" Target="../ink/ink341.xml"/><Relationship Id="rId251" Type="http://schemas.openxmlformats.org/officeDocument/2006/relationships/customXml" Target="../ink/ink352.xml"/><Relationship Id="rId25" Type="http://schemas.openxmlformats.org/officeDocument/2006/relationships/customXml" Target="../ink/ink238.xml"/><Relationship Id="rId46" Type="http://schemas.openxmlformats.org/officeDocument/2006/relationships/image" Target="../media/image274.png"/><Relationship Id="rId67" Type="http://schemas.openxmlformats.org/officeDocument/2006/relationships/customXml" Target="../ink/ink259.xml"/><Relationship Id="rId88" Type="http://schemas.openxmlformats.org/officeDocument/2006/relationships/image" Target="../media/image295.png"/><Relationship Id="rId111" Type="http://schemas.openxmlformats.org/officeDocument/2006/relationships/customXml" Target="../ink/ink281.xml"/><Relationship Id="rId132" Type="http://schemas.openxmlformats.org/officeDocument/2006/relationships/image" Target="../media/image317.png"/><Relationship Id="rId153" Type="http://schemas.openxmlformats.org/officeDocument/2006/relationships/customXml" Target="../ink/ink302.xml"/><Relationship Id="rId174" Type="http://schemas.openxmlformats.org/officeDocument/2006/relationships/image" Target="../media/image338.png"/><Relationship Id="rId195" Type="http://schemas.openxmlformats.org/officeDocument/2006/relationships/image" Target="../media/image348.png"/><Relationship Id="rId209" Type="http://schemas.openxmlformats.org/officeDocument/2006/relationships/image" Target="../media/image355.png"/><Relationship Id="rId220" Type="http://schemas.openxmlformats.org/officeDocument/2006/relationships/customXml" Target="../ink/ink336.xml"/><Relationship Id="rId241" Type="http://schemas.openxmlformats.org/officeDocument/2006/relationships/customXml" Target="../ink/ink347.xml"/><Relationship Id="rId15" Type="http://schemas.openxmlformats.org/officeDocument/2006/relationships/customXml" Target="../ink/ink233.xml"/><Relationship Id="rId36" Type="http://schemas.openxmlformats.org/officeDocument/2006/relationships/image" Target="../media/image269.png"/><Relationship Id="rId57" Type="http://schemas.openxmlformats.org/officeDocument/2006/relationships/customXml" Target="../ink/ink254.xml"/><Relationship Id="rId78" Type="http://schemas.openxmlformats.org/officeDocument/2006/relationships/image" Target="../media/image290.png"/><Relationship Id="rId99" Type="http://schemas.openxmlformats.org/officeDocument/2006/relationships/customXml" Target="../ink/ink275.xml"/><Relationship Id="rId101" Type="http://schemas.openxmlformats.org/officeDocument/2006/relationships/customXml" Target="../ink/ink276.xml"/><Relationship Id="rId122" Type="http://schemas.openxmlformats.org/officeDocument/2006/relationships/image" Target="../media/image312.png"/><Relationship Id="rId143" Type="http://schemas.openxmlformats.org/officeDocument/2006/relationships/customXml" Target="../ink/ink297.xml"/><Relationship Id="rId164" Type="http://schemas.openxmlformats.org/officeDocument/2006/relationships/image" Target="../media/image333.png"/><Relationship Id="rId185" Type="http://schemas.openxmlformats.org/officeDocument/2006/relationships/customXml" Target="../ink/ink318.xml"/><Relationship Id="rId4" Type="http://schemas.openxmlformats.org/officeDocument/2006/relationships/image" Target="../media/image253.png"/><Relationship Id="rId9" Type="http://schemas.openxmlformats.org/officeDocument/2006/relationships/customXml" Target="../ink/ink230.xml"/><Relationship Id="rId180" Type="http://schemas.openxmlformats.org/officeDocument/2006/relationships/image" Target="../media/image341.png"/><Relationship Id="rId210" Type="http://schemas.openxmlformats.org/officeDocument/2006/relationships/customXml" Target="../ink/ink331.xml"/><Relationship Id="rId215" Type="http://schemas.openxmlformats.org/officeDocument/2006/relationships/image" Target="../media/image358.png"/><Relationship Id="rId236" Type="http://schemas.openxmlformats.org/officeDocument/2006/relationships/customXml" Target="../ink/ink344.xml"/><Relationship Id="rId26" Type="http://schemas.openxmlformats.org/officeDocument/2006/relationships/image" Target="../media/image264.png"/><Relationship Id="rId231" Type="http://schemas.openxmlformats.org/officeDocument/2006/relationships/image" Target="../media/image366.png"/><Relationship Id="rId252" Type="http://schemas.openxmlformats.org/officeDocument/2006/relationships/image" Target="../media/image376.png"/><Relationship Id="rId47" Type="http://schemas.openxmlformats.org/officeDocument/2006/relationships/customXml" Target="../ink/ink249.xml"/><Relationship Id="rId68" Type="http://schemas.openxmlformats.org/officeDocument/2006/relationships/image" Target="../media/image285.png"/><Relationship Id="rId89" Type="http://schemas.openxmlformats.org/officeDocument/2006/relationships/customXml" Target="../ink/ink270.xml"/><Relationship Id="rId112" Type="http://schemas.openxmlformats.org/officeDocument/2006/relationships/image" Target="../media/image307.png"/><Relationship Id="rId133" Type="http://schemas.openxmlformats.org/officeDocument/2006/relationships/customXml" Target="../ink/ink292.xml"/><Relationship Id="rId154" Type="http://schemas.openxmlformats.org/officeDocument/2006/relationships/image" Target="../media/image328.png"/><Relationship Id="rId175" Type="http://schemas.openxmlformats.org/officeDocument/2006/relationships/customXml" Target="../ink/ink313.xml"/><Relationship Id="rId196" Type="http://schemas.openxmlformats.org/officeDocument/2006/relationships/customXml" Target="../ink/ink324.xml"/><Relationship Id="rId200" Type="http://schemas.openxmlformats.org/officeDocument/2006/relationships/customXml" Target="../ink/ink326.xml"/><Relationship Id="rId16" Type="http://schemas.openxmlformats.org/officeDocument/2006/relationships/image" Target="../media/image259.png"/><Relationship Id="rId221" Type="http://schemas.openxmlformats.org/officeDocument/2006/relationships/image" Target="../media/image361.png"/><Relationship Id="rId242" Type="http://schemas.openxmlformats.org/officeDocument/2006/relationships/image" Target="../media/image371.png"/><Relationship Id="rId37" Type="http://schemas.openxmlformats.org/officeDocument/2006/relationships/customXml" Target="../ink/ink244.xml"/><Relationship Id="rId58" Type="http://schemas.openxmlformats.org/officeDocument/2006/relationships/image" Target="../media/image280.png"/><Relationship Id="rId79" Type="http://schemas.openxmlformats.org/officeDocument/2006/relationships/customXml" Target="../ink/ink265.xml"/><Relationship Id="rId102" Type="http://schemas.openxmlformats.org/officeDocument/2006/relationships/image" Target="../media/image302.png"/><Relationship Id="rId123" Type="http://schemas.openxmlformats.org/officeDocument/2006/relationships/customXml" Target="../ink/ink287.xml"/><Relationship Id="rId144" Type="http://schemas.openxmlformats.org/officeDocument/2006/relationships/image" Target="../media/image323.png"/><Relationship Id="rId90" Type="http://schemas.openxmlformats.org/officeDocument/2006/relationships/image" Target="../media/image296.png"/><Relationship Id="rId165" Type="http://schemas.openxmlformats.org/officeDocument/2006/relationships/customXml" Target="../ink/ink308.xml"/><Relationship Id="rId186" Type="http://schemas.openxmlformats.org/officeDocument/2006/relationships/image" Target="../media/image344.png"/><Relationship Id="rId211" Type="http://schemas.openxmlformats.org/officeDocument/2006/relationships/image" Target="../media/image356.png"/><Relationship Id="rId232" Type="http://schemas.openxmlformats.org/officeDocument/2006/relationships/customXml" Target="../ink/ink342.xml"/><Relationship Id="rId27" Type="http://schemas.openxmlformats.org/officeDocument/2006/relationships/customXml" Target="../ink/ink239.xml"/><Relationship Id="rId48" Type="http://schemas.openxmlformats.org/officeDocument/2006/relationships/image" Target="../media/image275.png"/><Relationship Id="rId69" Type="http://schemas.openxmlformats.org/officeDocument/2006/relationships/customXml" Target="../ink/ink260.xml"/><Relationship Id="rId113" Type="http://schemas.openxmlformats.org/officeDocument/2006/relationships/customXml" Target="../ink/ink282.xml"/><Relationship Id="rId134" Type="http://schemas.openxmlformats.org/officeDocument/2006/relationships/image" Target="../media/image318.png"/><Relationship Id="rId80" Type="http://schemas.openxmlformats.org/officeDocument/2006/relationships/image" Target="../media/image291.png"/><Relationship Id="rId155" Type="http://schemas.openxmlformats.org/officeDocument/2006/relationships/customXml" Target="../ink/ink303.xml"/><Relationship Id="rId176" Type="http://schemas.openxmlformats.org/officeDocument/2006/relationships/image" Target="../media/image339.png"/><Relationship Id="rId197" Type="http://schemas.openxmlformats.org/officeDocument/2006/relationships/image" Target="../media/image349.png"/><Relationship Id="rId201" Type="http://schemas.openxmlformats.org/officeDocument/2006/relationships/image" Target="../media/image351.png"/><Relationship Id="rId222" Type="http://schemas.openxmlformats.org/officeDocument/2006/relationships/customXml" Target="../ink/ink337.xml"/><Relationship Id="rId243" Type="http://schemas.openxmlformats.org/officeDocument/2006/relationships/customXml" Target="../ink/ink348.xml"/><Relationship Id="rId17" Type="http://schemas.openxmlformats.org/officeDocument/2006/relationships/customXml" Target="../ink/ink234.xml"/><Relationship Id="rId38" Type="http://schemas.openxmlformats.org/officeDocument/2006/relationships/image" Target="../media/image270.png"/><Relationship Id="rId59" Type="http://schemas.openxmlformats.org/officeDocument/2006/relationships/customXml" Target="../ink/ink255.xml"/><Relationship Id="rId103" Type="http://schemas.openxmlformats.org/officeDocument/2006/relationships/customXml" Target="../ink/ink277.xml"/><Relationship Id="rId124" Type="http://schemas.openxmlformats.org/officeDocument/2006/relationships/image" Target="../media/image313.png"/><Relationship Id="rId70" Type="http://schemas.openxmlformats.org/officeDocument/2006/relationships/image" Target="../media/image286.png"/><Relationship Id="rId91" Type="http://schemas.openxmlformats.org/officeDocument/2006/relationships/customXml" Target="../ink/ink271.xml"/><Relationship Id="rId145" Type="http://schemas.openxmlformats.org/officeDocument/2006/relationships/customXml" Target="../ink/ink298.xml"/><Relationship Id="rId166" Type="http://schemas.openxmlformats.org/officeDocument/2006/relationships/image" Target="../media/image334.png"/><Relationship Id="rId187" Type="http://schemas.openxmlformats.org/officeDocument/2006/relationships/customXml" Target="../ink/ink319.xml"/><Relationship Id="rId1" Type="http://schemas.openxmlformats.org/officeDocument/2006/relationships/slideLayout" Target="../slideLayouts/slideLayout9.xml"/><Relationship Id="rId212" Type="http://schemas.openxmlformats.org/officeDocument/2006/relationships/customXml" Target="../ink/ink332.xml"/><Relationship Id="rId233" Type="http://schemas.openxmlformats.org/officeDocument/2006/relationships/image" Target="../media/image367.png"/><Relationship Id="rId28" Type="http://schemas.openxmlformats.org/officeDocument/2006/relationships/image" Target="../media/image265.png"/><Relationship Id="rId49" Type="http://schemas.openxmlformats.org/officeDocument/2006/relationships/customXml" Target="../ink/ink250.xml"/><Relationship Id="rId114" Type="http://schemas.openxmlformats.org/officeDocument/2006/relationships/image" Target="../media/image308.png"/><Relationship Id="rId60" Type="http://schemas.openxmlformats.org/officeDocument/2006/relationships/image" Target="../media/image281.png"/><Relationship Id="rId81" Type="http://schemas.openxmlformats.org/officeDocument/2006/relationships/customXml" Target="../ink/ink266.xml"/><Relationship Id="rId135" Type="http://schemas.openxmlformats.org/officeDocument/2006/relationships/customXml" Target="../ink/ink293.xml"/><Relationship Id="rId156" Type="http://schemas.openxmlformats.org/officeDocument/2006/relationships/image" Target="../media/image329.png"/><Relationship Id="rId177" Type="http://schemas.openxmlformats.org/officeDocument/2006/relationships/customXml" Target="../ink/ink314.xml"/><Relationship Id="rId198" Type="http://schemas.openxmlformats.org/officeDocument/2006/relationships/customXml" Target="../ink/ink325.xml"/><Relationship Id="rId202" Type="http://schemas.openxmlformats.org/officeDocument/2006/relationships/customXml" Target="../ink/ink327.xml"/><Relationship Id="rId223" Type="http://schemas.openxmlformats.org/officeDocument/2006/relationships/image" Target="../media/image362.png"/><Relationship Id="rId244" Type="http://schemas.openxmlformats.org/officeDocument/2006/relationships/image" Target="../media/image372.png"/><Relationship Id="rId18" Type="http://schemas.openxmlformats.org/officeDocument/2006/relationships/image" Target="../media/image260.png"/><Relationship Id="rId39" Type="http://schemas.openxmlformats.org/officeDocument/2006/relationships/customXml" Target="../ink/ink245.xml"/><Relationship Id="rId50" Type="http://schemas.openxmlformats.org/officeDocument/2006/relationships/image" Target="../media/image276.png"/><Relationship Id="rId104" Type="http://schemas.openxmlformats.org/officeDocument/2006/relationships/image" Target="../media/image303.png"/><Relationship Id="rId125" Type="http://schemas.openxmlformats.org/officeDocument/2006/relationships/customXml" Target="../ink/ink288.xml"/><Relationship Id="rId146" Type="http://schemas.openxmlformats.org/officeDocument/2006/relationships/image" Target="../media/image324.png"/><Relationship Id="rId167" Type="http://schemas.openxmlformats.org/officeDocument/2006/relationships/customXml" Target="../ink/ink309.xml"/><Relationship Id="rId188" Type="http://schemas.openxmlformats.org/officeDocument/2006/relationships/image" Target="../media/image345.png"/><Relationship Id="rId71" Type="http://schemas.openxmlformats.org/officeDocument/2006/relationships/customXml" Target="../ink/ink261.xml"/><Relationship Id="rId92" Type="http://schemas.openxmlformats.org/officeDocument/2006/relationships/image" Target="../media/image297.png"/><Relationship Id="rId213" Type="http://schemas.openxmlformats.org/officeDocument/2006/relationships/image" Target="../media/image357.png"/><Relationship Id="rId234" Type="http://schemas.openxmlformats.org/officeDocument/2006/relationships/customXml" Target="../ink/ink343.xml"/><Relationship Id="rId2" Type="http://schemas.openxmlformats.org/officeDocument/2006/relationships/image" Target="../media/image38.png"/><Relationship Id="rId29" Type="http://schemas.openxmlformats.org/officeDocument/2006/relationships/customXml" Target="../ink/ink240.xml"/><Relationship Id="rId40" Type="http://schemas.openxmlformats.org/officeDocument/2006/relationships/image" Target="../media/image271.png"/><Relationship Id="rId115" Type="http://schemas.openxmlformats.org/officeDocument/2006/relationships/customXml" Target="../ink/ink283.xml"/><Relationship Id="rId136" Type="http://schemas.openxmlformats.org/officeDocument/2006/relationships/image" Target="../media/image319.png"/><Relationship Id="rId157" Type="http://schemas.openxmlformats.org/officeDocument/2006/relationships/customXml" Target="../ink/ink304.xml"/><Relationship Id="rId178" Type="http://schemas.openxmlformats.org/officeDocument/2006/relationships/image" Target="../media/image340.png"/><Relationship Id="rId61" Type="http://schemas.openxmlformats.org/officeDocument/2006/relationships/customXml" Target="../ink/ink256.xml"/><Relationship Id="rId82" Type="http://schemas.openxmlformats.org/officeDocument/2006/relationships/image" Target="../media/image292.png"/><Relationship Id="rId199" Type="http://schemas.openxmlformats.org/officeDocument/2006/relationships/image" Target="../media/image350.png"/><Relationship Id="rId203" Type="http://schemas.openxmlformats.org/officeDocument/2006/relationships/image" Target="../media/image352.png"/><Relationship Id="rId19" Type="http://schemas.openxmlformats.org/officeDocument/2006/relationships/customXml" Target="../ink/ink235.xml"/><Relationship Id="rId224" Type="http://schemas.openxmlformats.org/officeDocument/2006/relationships/customXml" Target="../ink/ink338.xml"/><Relationship Id="rId245" Type="http://schemas.openxmlformats.org/officeDocument/2006/relationships/customXml" Target="../ink/ink349.xml"/><Relationship Id="rId30" Type="http://schemas.openxmlformats.org/officeDocument/2006/relationships/image" Target="../media/image266.png"/><Relationship Id="rId105" Type="http://schemas.openxmlformats.org/officeDocument/2006/relationships/customXml" Target="../ink/ink278.xml"/><Relationship Id="rId126" Type="http://schemas.openxmlformats.org/officeDocument/2006/relationships/image" Target="../media/image314.png"/><Relationship Id="rId147" Type="http://schemas.openxmlformats.org/officeDocument/2006/relationships/customXml" Target="../ink/ink299.xml"/><Relationship Id="rId168" Type="http://schemas.openxmlformats.org/officeDocument/2006/relationships/image" Target="../media/image335.png"/><Relationship Id="rId51" Type="http://schemas.openxmlformats.org/officeDocument/2006/relationships/customXml" Target="../ink/ink251.xml"/><Relationship Id="rId72" Type="http://schemas.openxmlformats.org/officeDocument/2006/relationships/image" Target="../media/image287.png"/><Relationship Id="rId93" Type="http://schemas.openxmlformats.org/officeDocument/2006/relationships/customXml" Target="../ink/ink272.xml"/><Relationship Id="rId189" Type="http://schemas.openxmlformats.org/officeDocument/2006/relationships/customXml" Target="../ink/ink320.xml"/><Relationship Id="rId3" Type="http://schemas.openxmlformats.org/officeDocument/2006/relationships/customXml" Target="../ink/ink227.xml"/><Relationship Id="rId214" Type="http://schemas.openxmlformats.org/officeDocument/2006/relationships/customXml" Target="../ink/ink333.xml"/><Relationship Id="rId235" Type="http://schemas.openxmlformats.org/officeDocument/2006/relationships/image" Target="../media/image368.png"/><Relationship Id="rId116" Type="http://schemas.openxmlformats.org/officeDocument/2006/relationships/image" Target="../media/image309.png"/><Relationship Id="rId137" Type="http://schemas.openxmlformats.org/officeDocument/2006/relationships/customXml" Target="../ink/ink294.xml"/><Relationship Id="rId158" Type="http://schemas.openxmlformats.org/officeDocument/2006/relationships/image" Target="../media/image330.png"/><Relationship Id="rId20" Type="http://schemas.openxmlformats.org/officeDocument/2006/relationships/image" Target="../media/image261.png"/><Relationship Id="rId41" Type="http://schemas.openxmlformats.org/officeDocument/2006/relationships/customXml" Target="../ink/ink246.xml"/><Relationship Id="rId62" Type="http://schemas.openxmlformats.org/officeDocument/2006/relationships/image" Target="../media/image282.png"/><Relationship Id="rId83" Type="http://schemas.openxmlformats.org/officeDocument/2006/relationships/customXml" Target="../ink/ink267.xml"/><Relationship Id="rId179" Type="http://schemas.openxmlformats.org/officeDocument/2006/relationships/customXml" Target="../ink/ink315.xml"/><Relationship Id="rId190" Type="http://schemas.openxmlformats.org/officeDocument/2006/relationships/image" Target="../media/image346.png"/><Relationship Id="rId204" Type="http://schemas.openxmlformats.org/officeDocument/2006/relationships/customXml" Target="../ink/ink328.xml"/><Relationship Id="rId225" Type="http://schemas.openxmlformats.org/officeDocument/2006/relationships/image" Target="../media/image363.png"/><Relationship Id="rId246" Type="http://schemas.openxmlformats.org/officeDocument/2006/relationships/image" Target="../media/image373.png"/><Relationship Id="rId106" Type="http://schemas.openxmlformats.org/officeDocument/2006/relationships/image" Target="../media/image304.png"/><Relationship Id="rId127" Type="http://schemas.openxmlformats.org/officeDocument/2006/relationships/customXml" Target="../ink/ink289.xml"/><Relationship Id="rId10" Type="http://schemas.openxmlformats.org/officeDocument/2006/relationships/image" Target="../media/image256.png"/><Relationship Id="rId31" Type="http://schemas.openxmlformats.org/officeDocument/2006/relationships/customXml" Target="../ink/ink241.xml"/><Relationship Id="rId52" Type="http://schemas.openxmlformats.org/officeDocument/2006/relationships/image" Target="../media/image277.png"/><Relationship Id="rId73" Type="http://schemas.openxmlformats.org/officeDocument/2006/relationships/customXml" Target="../ink/ink262.xml"/><Relationship Id="rId94" Type="http://schemas.openxmlformats.org/officeDocument/2006/relationships/image" Target="../media/image298.png"/><Relationship Id="rId148" Type="http://schemas.openxmlformats.org/officeDocument/2006/relationships/image" Target="../media/image325.png"/><Relationship Id="rId169" Type="http://schemas.openxmlformats.org/officeDocument/2006/relationships/customXml" Target="../ink/ink310.xml"/></Relationships>
</file>

<file path=ppt/slides/_rels/slide63.xml.rels><?xml version="1.0" encoding="UTF-8" standalone="yes"?>
<Relationships xmlns="http://schemas.openxmlformats.org/package/2006/relationships"><Relationship Id="rId117" Type="http://schemas.openxmlformats.org/officeDocument/2006/relationships/customXml" Target="../ink/ink410.xml"/><Relationship Id="rId21" Type="http://schemas.openxmlformats.org/officeDocument/2006/relationships/customXml" Target="../ink/ink362.xml"/><Relationship Id="rId42" Type="http://schemas.openxmlformats.org/officeDocument/2006/relationships/image" Target="../media/image396.png"/><Relationship Id="rId47" Type="http://schemas.openxmlformats.org/officeDocument/2006/relationships/customXml" Target="../ink/ink375.xml"/><Relationship Id="rId63" Type="http://schemas.openxmlformats.org/officeDocument/2006/relationships/customXml" Target="../ink/ink383.xml"/><Relationship Id="rId68" Type="http://schemas.openxmlformats.org/officeDocument/2006/relationships/image" Target="../media/image409.png"/><Relationship Id="rId84" Type="http://schemas.openxmlformats.org/officeDocument/2006/relationships/image" Target="../media/image417.png"/><Relationship Id="rId89" Type="http://schemas.openxmlformats.org/officeDocument/2006/relationships/customXml" Target="../ink/ink396.xml"/><Relationship Id="rId112" Type="http://schemas.openxmlformats.org/officeDocument/2006/relationships/image" Target="../media/image431.png"/><Relationship Id="rId16" Type="http://schemas.openxmlformats.org/officeDocument/2006/relationships/image" Target="../media/image383.png"/><Relationship Id="rId107" Type="http://schemas.openxmlformats.org/officeDocument/2006/relationships/customXml" Target="../ink/ink405.xml"/><Relationship Id="rId11" Type="http://schemas.openxmlformats.org/officeDocument/2006/relationships/customXml" Target="../ink/ink357.xml"/><Relationship Id="rId32" Type="http://schemas.openxmlformats.org/officeDocument/2006/relationships/image" Target="../media/image391.png"/><Relationship Id="rId37" Type="http://schemas.openxmlformats.org/officeDocument/2006/relationships/customXml" Target="../ink/ink370.xml"/><Relationship Id="rId53" Type="http://schemas.openxmlformats.org/officeDocument/2006/relationships/customXml" Target="../ink/ink378.xml"/><Relationship Id="rId58" Type="http://schemas.openxmlformats.org/officeDocument/2006/relationships/image" Target="../media/image404.png"/><Relationship Id="rId74" Type="http://schemas.openxmlformats.org/officeDocument/2006/relationships/image" Target="../media/image412.png"/><Relationship Id="rId79" Type="http://schemas.openxmlformats.org/officeDocument/2006/relationships/customXml" Target="../ink/ink391.xml"/><Relationship Id="rId102" Type="http://schemas.openxmlformats.org/officeDocument/2006/relationships/image" Target="../media/image426.png"/><Relationship Id="rId123" Type="http://schemas.openxmlformats.org/officeDocument/2006/relationships/customXml" Target="../ink/ink413.xml"/><Relationship Id="rId128" Type="http://schemas.openxmlformats.org/officeDocument/2006/relationships/image" Target="../media/image439.png"/><Relationship Id="rId5" Type="http://schemas.openxmlformats.org/officeDocument/2006/relationships/customXml" Target="../ink/ink354.xml"/><Relationship Id="rId90" Type="http://schemas.openxmlformats.org/officeDocument/2006/relationships/image" Target="../media/image420.png"/><Relationship Id="rId95" Type="http://schemas.openxmlformats.org/officeDocument/2006/relationships/customXml" Target="../ink/ink399.xml"/><Relationship Id="rId22" Type="http://schemas.openxmlformats.org/officeDocument/2006/relationships/image" Target="../media/image386.png"/><Relationship Id="rId27" Type="http://schemas.openxmlformats.org/officeDocument/2006/relationships/customXml" Target="../ink/ink365.xml"/><Relationship Id="rId43" Type="http://schemas.openxmlformats.org/officeDocument/2006/relationships/customXml" Target="../ink/ink373.xml"/><Relationship Id="rId48" Type="http://schemas.openxmlformats.org/officeDocument/2006/relationships/image" Target="../media/image399.png"/><Relationship Id="rId64" Type="http://schemas.openxmlformats.org/officeDocument/2006/relationships/image" Target="../media/image407.png"/><Relationship Id="rId69" Type="http://schemas.openxmlformats.org/officeDocument/2006/relationships/customXml" Target="../ink/ink386.xml"/><Relationship Id="rId113" Type="http://schemas.openxmlformats.org/officeDocument/2006/relationships/customXml" Target="../ink/ink408.xml"/><Relationship Id="rId118" Type="http://schemas.openxmlformats.org/officeDocument/2006/relationships/image" Target="../media/image434.png"/><Relationship Id="rId80" Type="http://schemas.openxmlformats.org/officeDocument/2006/relationships/image" Target="../media/image415.png"/><Relationship Id="rId85" Type="http://schemas.openxmlformats.org/officeDocument/2006/relationships/customXml" Target="../ink/ink394.xml"/><Relationship Id="rId12" Type="http://schemas.openxmlformats.org/officeDocument/2006/relationships/image" Target="../media/image381.png"/><Relationship Id="rId17" Type="http://schemas.openxmlformats.org/officeDocument/2006/relationships/customXml" Target="../ink/ink360.xml"/><Relationship Id="rId33" Type="http://schemas.openxmlformats.org/officeDocument/2006/relationships/customXml" Target="../ink/ink368.xml"/><Relationship Id="rId38" Type="http://schemas.openxmlformats.org/officeDocument/2006/relationships/image" Target="../media/image394.png"/><Relationship Id="rId59" Type="http://schemas.openxmlformats.org/officeDocument/2006/relationships/customXml" Target="../ink/ink381.xml"/><Relationship Id="rId103" Type="http://schemas.openxmlformats.org/officeDocument/2006/relationships/customXml" Target="../ink/ink403.xml"/><Relationship Id="rId108" Type="http://schemas.openxmlformats.org/officeDocument/2006/relationships/image" Target="../media/image429.png"/><Relationship Id="rId124" Type="http://schemas.openxmlformats.org/officeDocument/2006/relationships/image" Target="../media/image437.png"/><Relationship Id="rId129" Type="http://schemas.openxmlformats.org/officeDocument/2006/relationships/customXml" Target="../ink/ink416.xml"/><Relationship Id="rId54" Type="http://schemas.openxmlformats.org/officeDocument/2006/relationships/image" Target="../media/image402.png"/><Relationship Id="rId70" Type="http://schemas.openxmlformats.org/officeDocument/2006/relationships/image" Target="../media/image410.png"/><Relationship Id="rId75" Type="http://schemas.openxmlformats.org/officeDocument/2006/relationships/customXml" Target="../ink/ink389.xml"/><Relationship Id="rId91" Type="http://schemas.openxmlformats.org/officeDocument/2006/relationships/customXml" Target="../ink/ink397.xml"/><Relationship Id="rId96" Type="http://schemas.openxmlformats.org/officeDocument/2006/relationships/image" Target="../media/image423.png"/><Relationship Id="rId1" Type="http://schemas.openxmlformats.org/officeDocument/2006/relationships/slideLayout" Target="../slideLayouts/slideLayout9.xml"/><Relationship Id="rId6" Type="http://schemas.openxmlformats.org/officeDocument/2006/relationships/image" Target="../media/image378.png"/><Relationship Id="rId23" Type="http://schemas.openxmlformats.org/officeDocument/2006/relationships/customXml" Target="../ink/ink363.xml"/><Relationship Id="rId28" Type="http://schemas.openxmlformats.org/officeDocument/2006/relationships/image" Target="../media/image389.png"/><Relationship Id="rId49" Type="http://schemas.openxmlformats.org/officeDocument/2006/relationships/customXml" Target="../ink/ink376.xml"/><Relationship Id="rId114" Type="http://schemas.openxmlformats.org/officeDocument/2006/relationships/image" Target="../media/image432.png"/><Relationship Id="rId119" Type="http://schemas.openxmlformats.org/officeDocument/2006/relationships/customXml" Target="../ink/ink411.xml"/><Relationship Id="rId44" Type="http://schemas.openxmlformats.org/officeDocument/2006/relationships/image" Target="../media/image397.png"/><Relationship Id="rId60" Type="http://schemas.openxmlformats.org/officeDocument/2006/relationships/image" Target="../media/image405.png"/><Relationship Id="rId65" Type="http://schemas.openxmlformats.org/officeDocument/2006/relationships/customXml" Target="../ink/ink384.xml"/><Relationship Id="rId81" Type="http://schemas.openxmlformats.org/officeDocument/2006/relationships/customXml" Target="../ink/ink392.xml"/><Relationship Id="rId86" Type="http://schemas.openxmlformats.org/officeDocument/2006/relationships/image" Target="../media/image418.png"/><Relationship Id="rId130" Type="http://schemas.openxmlformats.org/officeDocument/2006/relationships/image" Target="../media/image440.png"/><Relationship Id="rId13" Type="http://schemas.openxmlformats.org/officeDocument/2006/relationships/customXml" Target="../ink/ink358.xml"/><Relationship Id="rId18" Type="http://schemas.openxmlformats.org/officeDocument/2006/relationships/image" Target="../media/image384.png"/><Relationship Id="rId39" Type="http://schemas.openxmlformats.org/officeDocument/2006/relationships/customXml" Target="../ink/ink371.xml"/><Relationship Id="rId109" Type="http://schemas.openxmlformats.org/officeDocument/2006/relationships/customXml" Target="../ink/ink406.xml"/><Relationship Id="rId34" Type="http://schemas.openxmlformats.org/officeDocument/2006/relationships/image" Target="../media/image392.png"/><Relationship Id="rId50" Type="http://schemas.openxmlformats.org/officeDocument/2006/relationships/image" Target="../media/image400.png"/><Relationship Id="rId55" Type="http://schemas.openxmlformats.org/officeDocument/2006/relationships/customXml" Target="../ink/ink379.xml"/><Relationship Id="rId76" Type="http://schemas.openxmlformats.org/officeDocument/2006/relationships/image" Target="../media/image413.png"/><Relationship Id="rId97" Type="http://schemas.openxmlformats.org/officeDocument/2006/relationships/customXml" Target="../ink/ink400.xml"/><Relationship Id="rId104" Type="http://schemas.openxmlformats.org/officeDocument/2006/relationships/image" Target="../media/image427.png"/><Relationship Id="rId120" Type="http://schemas.openxmlformats.org/officeDocument/2006/relationships/image" Target="../media/image435.png"/><Relationship Id="rId125" Type="http://schemas.openxmlformats.org/officeDocument/2006/relationships/customXml" Target="../ink/ink414.xml"/><Relationship Id="rId7" Type="http://schemas.openxmlformats.org/officeDocument/2006/relationships/customXml" Target="../ink/ink355.xml"/><Relationship Id="rId71" Type="http://schemas.openxmlformats.org/officeDocument/2006/relationships/customXml" Target="../ink/ink387.xml"/><Relationship Id="rId92" Type="http://schemas.openxmlformats.org/officeDocument/2006/relationships/image" Target="../media/image421.png"/><Relationship Id="rId2" Type="http://schemas.openxmlformats.org/officeDocument/2006/relationships/image" Target="../media/image38.png"/><Relationship Id="rId29" Type="http://schemas.openxmlformats.org/officeDocument/2006/relationships/customXml" Target="../ink/ink366.xml"/><Relationship Id="rId24" Type="http://schemas.openxmlformats.org/officeDocument/2006/relationships/image" Target="../media/image387.png"/><Relationship Id="rId40" Type="http://schemas.openxmlformats.org/officeDocument/2006/relationships/image" Target="../media/image395.png"/><Relationship Id="rId45" Type="http://schemas.openxmlformats.org/officeDocument/2006/relationships/customXml" Target="../ink/ink374.xml"/><Relationship Id="rId66" Type="http://schemas.openxmlformats.org/officeDocument/2006/relationships/image" Target="../media/image408.png"/><Relationship Id="rId87" Type="http://schemas.openxmlformats.org/officeDocument/2006/relationships/customXml" Target="../ink/ink395.xml"/><Relationship Id="rId110" Type="http://schemas.openxmlformats.org/officeDocument/2006/relationships/image" Target="../media/image430.png"/><Relationship Id="rId115" Type="http://schemas.openxmlformats.org/officeDocument/2006/relationships/customXml" Target="../ink/ink409.xml"/><Relationship Id="rId61" Type="http://schemas.openxmlformats.org/officeDocument/2006/relationships/customXml" Target="../ink/ink382.xml"/><Relationship Id="rId82" Type="http://schemas.openxmlformats.org/officeDocument/2006/relationships/image" Target="../media/image416.png"/><Relationship Id="rId19" Type="http://schemas.openxmlformats.org/officeDocument/2006/relationships/customXml" Target="../ink/ink361.xml"/><Relationship Id="rId14" Type="http://schemas.openxmlformats.org/officeDocument/2006/relationships/image" Target="../media/image382.png"/><Relationship Id="rId30" Type="http://schemas.openxmlformats.org/officeDocument/2006/relationships/image" Target="../media/image390.png"/><Relationship Id="rId35" Type="http://schemas.openxmlformats.org/officeDocument/2006/relationships/customXml" Target="../ink/ink369.xml"/><Relationship Id="rId56" Type="http://schemas.openxmlformats.org/officeDocument/2006/relationships/image" Target="../media/image403.png"/><Relationship Id="rId77" Type="http://schemas.openxmlformats.org/officeDocument/2006/relationships/customXml" Target="../ink/ink390.xml"/><Relationship Id="rId100" Type="http://schemas.openxmlformats.org/officeDocument/2006/relationships/image" Target="../media/image425.png"/><Relationship Id="rId105" Type="http://schemas.openxmlformats.org/officeDocument/2006/relationships/customXml" Target="../ink/ink404.xml"/><Relationship Id="rId126" Type="http://schemas.openxmlformats.org/officeDocument/2006/relationships/image" Target="../media/image438.png"/><Relationship Id="rId8" Type="http://schemas.openxmlformats.org/officeDocument/2006/relationships/image" Target="../media/image379.png"/><Relationship Id="rId51" Type="http://schemas.openxmlformats.org/officeDocument/2006/relationships/customXml" Target="../ink/ink377.xml"/><Relationship Id="rId72" Type="http://schemas.openxmlformats.org/officeDocument/2006/relationships/image" Target="../media/image411.png"/><Relationship Id="rId93" Type="http://schemas.openxmlformats.org/officeDocument/2006/relationships/customXml" Target="../ink/ink398.xml"/><Relationship Id="rId98" Type="http://schemas.openxmlformats.org/officeDocument/2006/relationships/image" Target="../media/image424.png"/><Relationship Id="rId121" Type="http://schemas.openxmlformats.org/officeDocument/2006/relationships/customXml" Target="../ink/ink412.xml"/><Relationship Id="rId3" Type="http://schemas.openxmlformats.org/officeDocument/2006/relationships/customXml" Target="../ink/ink353.xml"/><Relationship Id="rId25" Type="http://schemas.openxmlformats.org/officeDocument/2006/relationships/customXml" Target="../ink/ink364.xml"/><Relationship Id="rId46" Type="http://schemas.openxmlformats.org/officeDocument/2006/relationships/image" Target="../media/image398.png"/><Relationship Id="rId67" Type="http://schemas.openxmlformats.org/officeDocument/2006/relationships/customXml" Target="../ink/ink385.xml"/><Relationship Id="rId116" Type="http://schemas.openxmlformats.org/officeDocument/2006/relationships/image" Target="../media/image433.png"/><Relationship Id="rId20" Type="http://schemas.openxmlformats.org/officeDocument/2006/relationships/image" Target="../media/image385.png"/><Relationship Id="rId41" Type="http://schemas.openxmlformats.org/officeDocument/2006/relationships/customXml" Target="../ink/ink372.xml"/><Relationship Id="rId62" Type="http://schemas.openxmlformats.org/officeDocument/2006/relationships/image" Target="../media/image406.png"/><Relationship Id="rId83" Type="http://schemas.openxmlformats.org/officeDocument/2006/relationships/customXml" Target="../ink/ink393.xml"/><Relationship Id="rId88" Type="http://schemas.openxmlformats.org/officeDocument/2006/relationships/image" Target="../media/image419.png"/><Relationship Id="rId111" Type="http://schemas.openxmlformats.org/officeDocument/2006/relationships/customXml" Target="../ink/ink407.xml"/><Relationship Id="rId15" Type="http://schemas.openxmlformats.org/officeDocument/2006/relationships/customXml" Target="../ink/ink359.xml"/><Relationship Id="rId36" Type="http://schemas.openxmlformats.org/officeDocument/2006/relationships/image" Target="../media/image393.png"/><Relationship Id="rId57" Type="http://schemas.openxmlformats.org/officeDocument/2006/relationships/customXml" Target="../ink/ink380.xml"/><Relationship Id="rId106" Type="http://schemas.openxmlformats.org/officeDocument/2006/relationships/image" Target="../media/image428.png"/><Relationship Id="rId127" Type="http://schemas.openxmlformats.org/officeDocument/2006/relationships/customXml" Target="../ink/ink415.xml"/><Relationship Id="rId10" Type="http://schemas.openxmlformats.org/officeDocument/2006/relationships/image" Target="../media/image380.png"/><Relationship Id="rId31" Type="http://schemas.openxmlformats.org/officeDocument/2006/relationships/customXml" Target="../ink/ink367.xml"/><Relationship Id="rId52" Type="http://schemas.openxmlformats.org/officeDocument/2006/relationships/image" Target="../media/image401.png"/><Relationship Id="rId73" Type="http://schemas.openxmlformats.org/officeDocument/2006/relationships/customXml" Target="../ink/ink388.xml"/><Relationship Id="rId78" Type="http://schemas.openxmlformats.org/officeDocument/2006/relationships/image" Target="../media/image414.png"/><Relationship Id="rId94" Type="http://schemas.openxmlformats.org/officeDocument/2006/relationships/image" Target="../media/image422.png"/><Relationship Id="rId99" Type="http://schemas.openxmlformats.org/officeDocument/2006/relationships/customXml" Target="../ink/ink401.xml"/><Relationship Id="rId101" Type="http://schemas.openxmlformats.org/officeDocument/2006/relationships/customXml" Target="../ink/ink402.xml"/><Relationship Id="rId122" Type="http://schemas.openxmlformats.org/officeDocument/2006/relationships/image" Target="../media/image436.png"/><Relationship Id="rId4" Type="http://schemas.openxmlformats.org/officeDocument/2006/relationships/image" Target="../media/image377.png"/><Relationship Id="rId9" Type="http://schemas.openxmlformats.org/officeDocument/2006/relationships/customXml" Target="../ink/ink356.xml"/><Relationship Id="rId26" Type="http://schemas.openxmlformats.org/officeDocument/2006/relationships/image" Target="../media/image388.png"/></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17" Type="http://schemas.openxmlformats.org/officeDocument/2006/relationships/customXml" Target="../ink/ink474.xml"/><Relationship Id="rId299" Type="http://schemas.openxmlformats.org/officeDocument/2006/relationships/customXml" Target="../ink/ink565.xml"/><Relationship Id="rId21" Type="http://schemas.openxmlformats.org/officeDocument/2006/relationships/customXml" Target="../ink/ink426.xml"/><Relationship Id="rId63" Type="http://schemas.openxmlformats.org/officeDocument/2006/relationships/customXml" Target="../ink/ink447.xml"/><Relationship Id="rId159" Type="http://schemas.openxmlformats.org/officeDocument/2006/relationships/customXml" Target="../ink/ink495.xml"/><Relationship Id="rId324" Type="http://schemas.openxmlformats.org/officeDocument/2006/relationships/image" Target="../media/image601.png"/><Relationship Id="rId366" Type="http://schemas.openxmlformats.org/officeDocument/2006/relationships/image" Target="../media/image622.png"/><Relationship Id="rId170" Type="http://schemas.openxmlformats.org/officeDocument/2006/relationships/image" Target="../media/image524.png"/><Relationship Id="rId226" Type="http://schemas.openxmlformats.org/officeDocument/2006/relationships/image" Target="../media/image552.png"/><Relationship Id="rId268" Type="http://schemas.openxmlformats.org/officeDocument/2006/relationships/image" Target="../media/image573.png"/><Relationship Id="rId32" Type="http://schemas.openxmlformats.org/officeDocument/2006/relationships/image" Target="../media/image455.png"/><Relationship Id="rId74" Type="http://schemas.openxmlformats.org/officeDocument/2006/relationships/image" Target="../media/image476.png"/><Relationship Id="rId128" Type="http://schemas.openxmlformats.org/officeDocument/2006/relationships/image" Target="../media/image503.png"/><Relationship Id="rId335" Type="http://schemas.openxmlformats.org/officeDocument/2006/relationships/customXml" Target="../ink/ink583.xml"/><Relationship Id="rId377" Type="http://schemas.openxmlformats.org/officeDocument/2006/relationships/image" Target="../media/image627.png"/><Relationship Id="rId5" Type="http://schemas.openxmlformats.org/officeDocument/2006/relationships/customXml" Target="../ink/ink418.xml"/><Relationship Id="rId181" Type="http://schemas.openxmlformats.org/officeDocument/2006/relationships/customXml" Target="../ink/ink506.xml"/><Relationship Id="rId237" Type="http://schemas.openxmlformats.org/officeDocument/2006/relationships/customXml" Target="../ink/ink534.xml"/><Relationship Id="rId402" Type="http://schemas.openxmlformats.org/officeDocument/2006/relationships/customXml" Target="../ink/ink617.xml"/><Relationship Id="rId279" Type="http://schemas.openxmlformats.org/officeDocument/2006/relationships/customXml" Target="../ink/ink555.xml"/><Relationship Id="rId43" Type="http://schemas.openxmlformats.org/officeDocument/2006/relationships/customXml" Target="../ink/ink437.xml"/><Relationship Id="rId139" Type="http://schemas.openxmlformats.org/officeDocument/2006/relationships/customXml" Target="../ink/ink485.xml"/><Relationship Id="rId290" Type="http://schemas.openxmlformats.org/officeDocument/2006/relationships/image" Target="../media/image584.png"/><Relationship Id="rId304" Type="http://schemas.openxmlformats.org/officeDocument/2006/relationships/image" Target="../media/image591.png"/><Relationship Id="rId346" Type="http://schemas.openxmlformats.org/officeDocument/2006/relationships/image" Target="../media/image612.png"/><Relationship Id="rId388" Type="http://schemas.openxmlformats.org/officeDocument/2006/relationships/customXml" Target="../ink/ink610.xml"/><Relationship Id="rId85" Type="http://schemas.openxmlformats.org/officeDocument/2006/relationships/customXml" Target="../ink/ink458.xml"/><Relationship Id="rId150" Type="http://schemas.openxmlformats.org/officeDocument/2006/relationships/image" Target="../media/image514.png"/><Relationship Id="rId192" Type="http://schemas.openxmlformats.org/officeDocument/2006/relationships/image" Target="../media/image535.png"/><Relationship Id="rId206" Type="http://schemas.openxmlformats.org/officeDocument/2006/relationships/image" Target="../media/image542.png"/><Relationship Id="rId413" Type="http://schemas.openxmlformats.org/officeDocument/2006/relationships/image" Target="../media/image645.png"/><Relationship Id="rId248" Type="http://schemas.openxmlformats.org/officeDocument/2006/relationships/image" Target="../media/image563.png"/><Relationship Id="rId12" Type="http://schemas.openxmlformats.org/officeDocument/2006/relationships/image" Target="../media/image445.png"/><Relationship Id="rId108" Type="http://schemas.openxmlformats.org/officeDocument/2006/relationships/image" Target="../media/image493.png"/><Relationship Id="rId315" Type="http://schemas.openxmlformats.org/officeDocument/2006/relationships/customXml" Target="../ink/ink573.xml"/><Relationship Id="rId357" Type="http://schemas.openxmlformats.org/officeDocument/2006/relationships/customXml" Target="../ink/ink594.xml"/><Relationship Id="rId54" Type="http://schemas.openxmlformats.org/officeDocument/2006/relationships/image" Target="../media/image466.png"/><Relationship Id="rId96" Type="http://schemas.openxmlformats.org/officeDocument/2006/relationships/image" Target="../media/image487.png"/><Relationship Id="rId161" Type="http://schemas.openxmlformats.org/officeDocument/2006/relationships/customXml" Target="../ink/ink496.xml"/><Relationship Id="rId217" Type="http://schemas.openxmlformats.org/officeDocument/2006/relationships/customXml" Target="../ink/ink524.xml"/><Relationship Id="rId399" Type="http://schemas.openxmlformats.org/officeDocument/2006/relationships/image" Target="../media/image638.png"/><Relationship Id="rId259" Type="http://schemas.openxmlformats.org/officeDocument/2006/relationships/customXml" Target="../ink/ink545.xml"/><Relationship Id="rId424" Type="http://schemas.openxmlformats.org/officeDocument/2006/relationships/customXml" Target="../ink/ink628.xml"/><Relationship Id="rId23" Type="http://schemas.openxmlformats.org/officeDocument/2006/relationships/customXml" Target="../ink/ink427.xml"/><Relationship Id="rId119" Type="http://schemas.openxmlformats.org/officeDocument/2006/relationships/customXml" Target="../ink/ink475.xml"/><Relationship Id="rId270" Type="http://schemas.openxmlformats.org/officeDocument/2006/relationships/image" Target="../media/image574.png"/><Relationship Id="rId326" Type="http://schemas.openxmlformats.org/officeDocument/2006/relationships/image" Target="../media/image602.png"/><Relationship Id="rId65" Type="http://schemas.openxmlformats.org/officeDocument/2006/relationships/customXml" Target="../ink/ink448.xml"/><Relationship Id="rId130" Type="http://schemas.openxmlformats.org/officeDocument/2006/relationships/image" Target="../media/image504.png"/><Relationship Id="rId368" Type="http://schemas.openxmlformats.org/officeDocument/2006/relationships/image" Target="../media/image623.png"/><Relationship Id="rId172" Type="http://schemas.openxmlformats.org/officeDocument/2006/relationships/image" Target="../media/image525.png"/><Relationship Id="rId228" Type="http://schemas.openxmlformats.org/officeDocument/2006/relationships/image" Target="../media/image553.png"/><Relationship Id="rId281" Type="http://schemas.openxmlformats.org/officeDocument/2006/relationships/customXml" Target="../ink/ink556.xml"/><Relationship Id="rId337" Type="http://schemas.openxmlformats.org/officeDocument/2006/relationships/customXml" Target="../ink/ink584.xml"/><Relationship Id="rId34" Type="http://schemas.openxmlformats.org/officeDocument/2006/relationships/image" Target="../media/image456.png"/><Relationship Id="rId76" Type="http://schemas.openxmlformats.org/officeDocument/2006/relationships/image" Target="../media/image477.png"/><Relationship Id="rId141" Type="http://schemas.openxmlformats.org/officeDocument/2006/relationships/customXml" Target="../ink/ink486.xml"/><Relationship Id="rId379" Type="http://schemas.openxmlformats.org/officeDocument/2006/relationships/image" Target="../media/image628.png"/><Relationship Id="rId7" Type="http://schemas.openxmlformats.org/officeDocument/2006/relationships/customXml" Target="../ink/ink419.xml"/><Relationship Id="rId183" Type="http://schemas.openxmlformats.org/officeDocument/2006/relationships/customXml" Target="../ink/ink507.xml"/><Relationship Id="rId239" Type="http://schemas.openxmlformats.org/officeDocument/2006/relationships/customXml" Target="../ink/ink535.xml"/><Relationship Id="rId390" Type="http://schemas.openxmlformats.org/officeDocument/2006/relationships/customXml" Target="../ink/ink611.xml"/><Relationship Id="rId404" Type="http://schemas.openxmlformats.org/officeDocument/2006/relationships/customXml" Target="../ink/ink618.xml"/><Relationship Id="rId250" Type="http://schemas.openxmlformats.org/officeDocument/2006/relationships/image" Target="../media/image564.png"/><Relationship Id="rId292" Type="http://schemas.openxmlformats.org/officeDocument/2006/relationships/image" Target="../media/image585.png"/><Relationship Id="rId306" Type="http://schemas.openxmlformats.org/officeDocument/2006/relationships/image" Target="../media/image592.png"/><Relationship Id="rId45" Type="http://schemas.openxmlformats.org/officeDocument/2006/relationships/customXml" Target="../ink/ink438.xml"/><Relationship Id="rId87" Type="http://schemas.openxmlformats.org/officeDocument/2006/relationships/customXml" Target="../ink/ink459.xml"/><Relationship Id="rId110" Type="http://schemas.openxmlformats.org/officeDocument/2006/relationships/image" Target="../media/image494.png"/><Relationship Id="rId348" Type="http://schemas.openxmlformats.org/officeDocument/2006/relationships/image" Target="../media/image613.png"/><Relationship Id="rId152" Type="http://schemas.openxmlformats.org/officeDocument/2006/relationships/image" Target="../media/image515.png"/><Relationship Id="rId194" Type="http://schemas.openxmlformats.org/officeDocument/2006/relationships/image" Target="../media/image536.png"/><Relationship Id="rId208" Type="http://schemas.openxmlformats.org/officeDocument/2006/relationships/image" Target="../media/image543.png"/><Relationship Id="rId415" Type="http://schemas.openxmlformats.org/officeDocument/2006/relationships/image" Target="../media/image646.png"/><Relationship Id="rId261" Type="http://schemas.openxmlformats.org/officeDocument/2006/relationships/customXml" Target="../ink/ink546.xml"/><Relationship Id="rId14" Type="http://schemas.openxmlformats.org/officeDocument/2006/relationships/image" Target="../media/image446.png"/><Relationship Id="rId56" Type="http://schemas.openxmlformats.org/officeDocument/2006/relationships/image" Target="../media/image467.png"/><Relationship Id="rId317" Type="http://schemas.openxmlformats.org/officeDocument/2006/relationships/customXml" Target="../ink/ink574.xml"/><Relationship Id="rId359" Type="http://schemas.openxmlformats.org/officeDocument/2006/relationships/customXml" Target="../ink/ink595.xml"/><Relationship Id="rId98" Type="http://schemas.openxmlformats.org/officeDocument/2006/relationships/image" Target="../media/image488.png"/><Relationship Id="rId121" Type="http://schemas.openxmlformats.org/officeDocument/2006/relationships/customXml" Target="../ink/ink476.xml"/><Relationship Id="rId163" Type="http://schemas.openxmlformats.org/officeDocument/2006/relationships/customXml" Target="../ink/ink497.xml"/><Relationship Id="rId219" Type="http://schemas.openxmlformats.org/officeDocument/2006/relationships/customXml" Target="../ink/ink525.xml"/><Relationship Id="rId370" Type="http://schemas.openxmlformats.org/officeDocument/2006/relationships/image" Target="../media/image624.png"/><Relationship Id="rId426" Type="http://schemas.openxmlformats.org/officeDocument/2006/relationships/customXml" Target="../ink/ink629.xml"/><Relationship Id="rId230" Type="http://schemas.openxmlformats.org/officeDocument/2006/relationships/image" Target="../media/image554.png"/><Relationship Id="rId25" Type="http://schemas.openxmlformats.org/officeDocument/2006/relationships/customXml" Target="../ink/ink428.xml"/><Relationship Id="rId67" Type="http://schemas.openxmlformats.org/officeDocument/2006/relationships/customXml" Target="../ink/ink449.xml"/><Relationship Id="rId272" Type="http://schemas.openxmlformats.org/officeDocument/2006/relationships/image" Target="../media/image575.png"/><Relationship Id="rId328" Type="http://schemas.openxmlformats.org/officeDocument/2006/relationships/image" Target="../media/image603.png"/><Relationship Id="rId132" Type="http://schemas.openxmlformats.org/officeDocument/2006/relationships/image" Target="../media/image505.png"/><Relationship Id="rId174" Type="http://schemas.openxmlformats.org/officeDocument/2006/relationships/image" Target="../media/image526.png"/><Relationship Id="rId381" Type="http://schemas.openxmlformats.org/officeDocument/2006/relationships/image" Target="../media/image629.png"/><Relationship Id="rId241" Type="http://schemas.openxmlformats.org/officeDocument/2006/relationships/customXml" Target="../ink/ink536.xml"/><Relationship Id="rId36" Type="http://schemas.openxmlformats.org/officeDocument/2006/relationships/image" Target="../media/image457.png"/><Relationship Id="rId283" Type="http://schemas.openxmlformats.org/officeDocument/2006/relationships/customXml" Target="../ink/ink557.xml"/><Relationship Id="rId339" Type="http://schemas.openxmlformats.org/officeDocument/2006/relationships/customXml" Target="../ink/ink585.xml"/><Relationship Id="rId78" Type="http://schemas.openxmlformats.org/officeDocument/2006/relationships/image" Target="../media/image478.png"/><Relationship Id="rId101" Type="http://schemas.openxmlformats.org/officeDocument/2006/relationships/customXml" Target="../ink/ink466.xml"/><Relationship Id="rId143" Type="http://schemas.openxmlformats.org/officeDocument/2006/relationships/customXml" Target="../ink/ink487.xml"/><Relationship Id="rId185" Type="http://schemas.openxmlformats.org/officeDocument/2006/relationships/customXml" Target="../ink/ink508.xml"/><Relationship Id="rId350" Type="http://schemas.openxmlformats.org/officeDocument/2006/relationships/image" Target="../media/image614.png"/><Relationship Id="rId406" Type="http://schemas.openxmlformats.org/officeDocument/2006/relationships/customXml" Target="../ink/ink619.xml"/><Relationship Id="rId9" Type="http://schemas.openxmlformats.org/officeDocument/2006/relationships/customXml" Target="../ink/ink420.xml"/><Relationship Id="rId210" Type="http://schemas.openxmlformats.org/officeDocument/2006/relationships/image" Target="../media/image544.png"/><Relationship Id="rId392" Type="http://schemas.openxmlformats.org/officeDocument/2006/relationships/customXml" Target="../ink/ink612.xml"/><Relationship Id="rId252" Type="http://schemas.openxmlformats.org/officeDocument/2006/relationships/image" Target="../media/image565.png"/><Relationship Id="rId294" Type="http://schemas.openxmlformats.org/officeDocument/2006/relationships/image" Target="../media/image586.png"/><Relationship Id="rId308" Type="http://schemas.openxmlformats.org/officeDocument/2006/relationships/image" Target="../media/image593.png"/><Relationship Id="rId47" Type="http://schemas.openxmlformats.org/officeDocument/2006/relationships/customXml" Target="../ink/ink439.xml"/><Relationship Id="rId89" Type="http://schemas.openxmlformats.org/officeDocument/2006/relationships/customXml" Target="../ink/ink460.xml"/><Relationship Id="rId112" Type="http://schemas.openxmlformats.org/officeDocument/2006/relationships/image" Target="../media/image495.png"/><Relationship Id="rId154" Type="http://schemas.openxmlformats.org/officeDocument/2006/relationships/image" Target="../media/image516.png"/><Relationship Id="rId361" Type="http://schemas.openxmlformats.org/officeDocument/2006/relationships/customXml" Target="../ink/ink596.xml"/><Relationship Id="rId196" Type="http://schemas.openxmlformats.org/officeDocument/2006/relationships/image" Target="../media/image537.png"/><Relationship Id="rId417" Type="http://schemas.openxmlformats.org/officeDocument/2006/relationships/image" Target="../media/image647.png"/><Relationship Id="rId16" Type="http://schemas.openxmlformats.org/officeDocument/2006/relationships/image" Target="../media/image447.png"/><Relationship Id="rId221" Type="http://schemas.openxmlformats.org/officeDocument/2006/relationships/customXml" Target="../ink/ink526.xml"/><Relationship Id="rId263" Type="http://schemas.openxmlformats.org/officeDocument/2006/relationships/customXml" Target="../ink/ink547.xml"/><Relationship Id="rId319" Type="http://schemas.openxmlformats.org/officeDocument/2006/relationships/customXml" Target="../ink/ink575.xml"/><Relationship Id="rId58" Type="http://schemas.openxmlformats.org/officeDocument/2006/relationships/image" Target="../media/image468.png"/><Relationship Id="rId123" Type="http://schemas.openxmlformats.org/officeDocument/2006/relationships/customXml" Target="../ink/ink477.xml"/><Relationship Id="rId330" Type="http://schemas.openxmlformats.org/officeDocument/2006/relationships/image" Target="../media/image604.png"/><Relationship Id="rId165" Type="http://schemas.openxmlformats.org/officeDocument/2006/relationships/customXml" Target="../ink/ink498.xml"/><Relationship Id="rId372" Type="http://schemas.openxmlformats.org/officeDocument/2006/relationships/image" Target="../media/image625.png"/><Relationship Id="rId428" Type="http://schemas.openxmlformats.org/officeDocument/2006/relationships/customXml" Target="../ink/ink630.xml"/><Relationship Id="rId232" Type="http://schemas.openxmlformats.org/officeDocument/2006/relationships/image" Target="../media/image555.png"/><Relationship Id="rId274" Type="http://schemas.openxmlformats.org/officeDocument/2006/relationships/image" Target="../media/image576.png"/><Relationship Id="rId27" Type="http://schemas.openxmlformats.org/officeDocument/2006/relationships/customXml" Target="../ink/ink429.xml"/><Relationship Id="rId69" Type="http://schemas.openxmlformats.org/officeDocument/2006/relationships/customXml" Target="../ink/ink450.xml"/><Relationship Id="rId134" Type="http://schemas.openxmlformats.org/officeDocument/2006/relationships/image" Target="../media/image506.png"/><Relationship Id="rId80" Type="http://schemas.openxmlformats.org/officeDocument/2006/relationships/image" Target="../media/image479.png"/><Relationship Id="rId176" Type="http://schemas.openxmlformats.org/officeDocument/2006/relationships/image" Target="../media/image527.png"/><Relationship Id="rId341" Type="http://schemas.openxmlformats.org/officeDocument/2006/relationships/customXml" Target="../ink/ink586.xml"/><Relationship Id="rId383" Type="http://schemas.openxmlformats.org/officeDocument/2006/relationships/image" Target="../media/image630.png"/><Relationship Id="rId201" Type="http://schemas.openxmlformats.org/officeDocument/2006/relationships/customXml" Target="../ink/ink516.xml"/><Relationship Id="rId243" Type="http://schemas.openxmlformats.org/officeDocument/2006/relationships/customXml" Target="../ink/ink537.xml"/><Relationship Id="rId285" Type="http://schemas.openxmlformats.org/officeDocument/2006/relationships/customXml" Target="../ink/ink558.xml"/><Relationship Id="rId38" Type="http://schemas.openxmlformats.org/officeDocument/2006/relationships/image" Target="../media/image458.png"/><Relationship Id="rId103" Type="http://schemas.openxmlformats.org/officeDocument/2006/relationships/customXml" Target="../ink/ink467.xml"/><Relationship Id="rId310" Type="http://schemas.openxmlformats.org/officeDocument/2006/relationships/image" Target="../media/image594.png"/><Relationship Id="rId91" Type="http://schemas.openxmlformats.org/officeDocument/2006/relationships/customXml" Target="../ink/ink461.xml"/><Relationship Id="rId145" Type="http://schemas.openxmlformats.org/officeDocument/2006/relationships/customXml" Target="../ink/ink488.xml"/><Relationship Id="rId187" Type="http://schemas.openxmlformats.org/officeDocument/2006/relationships/customXml" Target="../ink/ink509.xml"/><Relationship Id="rId352" Type="http://schemas.openxmlformats.org/officeDocument/2006/relationships/image" Target="../media/image615.png"/><Relationship Id="rId394" Type="http://schemas.openxmlformats.org/officeDocument/2006/relationships/customXml" Target="../ink/ink613.xml"/><Relationship Id="rId408" Type="http://schemas.openxmlformats.org/officeDocument/2006/relationships/customXml" Target="../ink/ink620.xml"/><Relationship Id="rId1" Type="http://schemas.openxmlformats.org/officeDocument/2006/relationships/slideLayout" Target="../slideLayouts/slideLayout9.xml"/><Relationship Id="rId212" Type="http://schemas.openxmlformats.org/officeDocument/2006/relationships/image" Target="../media/image545.png"/><Relationship Id="rId233" Type="http://schemas.openxmlformats.org/officeDocument/2006/relationships/customXml" Target="../ink/ink532.xml"/><Relationship Id="rId254" Type="http://schemas.openxmlformats.org/officeDocument/2006/relationships/image" Target="../media/image566.png"/><Relationship Id="rId28" Type="http://schemas.openxmlformats.org/officeDocument/2006/relationships/image" Target="../media/image453.png"/><Relationship Id="rId49" Type="http://schemas.openxmlformats.org/officeDocument/2006/relationships/customXml" Target="../ink/ink440.xml"/><Relationship Id="rId114" Type="http://schemas.openxmlformats.org/officeDocument/2006/relationships/image" Target="../media/image496.png"/><Relationship Id="rId275" Type="http://schemas.openxmlformats.org/officeDocument/2006/relationships/customXml" Target="../ink/ink553.xml"/><Relationship Id="rId296" Type="http://schemas.openxmlformats.org/officeDocument/2006/relationships/image" Target="../media/image587.png"/><Relationship Id="rId300" Type="http://schemas.openxmlformats.org/officeDocument/2006/relationships/image" Target="../media/image589.png"/><Relationship Id="rId60" Type="http://schemas.openxmlformats.org/officeDocument/2006/relationships/image" Target="../media/image469.png"/><Relationship Id="rId81" Type="http://schemas.openxmlformats.org/officeDocument/2006/relationships/customXml" Target="../ink/ink456.xml"/><Relationship Id="rId135" Type="http://schemas.openxmlformats.org/officeDocument/2006/relationships/customXml" Target="../ink/ink483.xml"/><Relationship Id="rId156" Type="http://schemas.openxmlformats.org/officeDocument/2006/relationships/image" Target="../media/image517.png"/><Relationship Id="rId177" Type="http://schemas.openxmlformats.org/officeDocument/2006/relationships/customXml" Target="../ink/ink504.xml"/><Relationship Id="rId198" Type="http://schemas.openxmlformats.org/officeDocument/2006/relationships/image" Target="../media/image538.png"/><Relationship Id="rId321" Type="http://schemas.openxmlformats.org/officeDocument/2006/relationships/customXml" Target="../ink/ink576.xml"/><Relationship Id="rId342" Type="http://schemas.openxmlformats.org/officeDocument/2006/relationships/image" Target="../media/image610.png"/><Relationship Id="rId363" Type="http://schemas.openxmlformats.org/officeDocument/2006/relationships/customXml" Target="../ink/ink597.xml"/><Relationship Id="rId384" Type="http://schemas.openxmlformats.org/officeDocument/2006/relationships/customXml" Target="../ink/ink608.xml"/><Relationship Id="rId419" Type="http://schemas.openxmlformats.org/officeDocument/2006/relationships/image" Target="../media/image648.png"/><Relationship Id="rId202" Type="http://schemas.openxmlformats.org/officeDocument/2006/relationships/image" Target="../media/image540.png"/><Relationship Id="rId223" Type="http://schemas.openxmlformats.org/officeDocument/2006/relationships/customXml" Target="../ink/ink527.xml"/><Relationship Id="rId244" Type="http://schemas.openxmlformats.org/officeDocument/2006/relationships/image" Target="../media/image561.png"/><Relationship Id="rId18" Type="http://schemas.openxmlformats.org/officeDocument/2006/relationships/image" Target="../media/image448.png"/><Relationship Id="rId39" Type="http://schemas.openxmlformats.org/officeDocument/2006/relationships/customXml" Target="../ink/ink435.xml"/><Relationship Id="rId265" Type="http://schemas.openxmlformats.org/officeDocument/2006/relationships/customXml" Target="../ink/ink548.xml"/><Relationship Id="rId286" Type="http://schemas.openxmlformats.org/officeDocument/2006/relationships/image" Target="../media/image582.png"/><Relationship Id="rId50" Type="http://schemas.openxmlformats.org/officeDocument/2006/relationships/image" Target="../media/image464.png"/><Relationship Id="rId104" Type="http://schemas.openxmlformats.org/officeDocument/2006/relationships/image" Target="../media/image491.png"/><Relationship Id="rId125" Type="http://schemas.openxmlformats.org/officeDocument/2006/relationships/customXml" Target="../ink/ink478.xml"/><Relationship Id="rId146" Type="http://schemas.openxmlformats.org/officeDocument/2006/relationships/image" Target="../media/image512.png"/><Relationship Id="rId167" Type="http://schemas.openxmlformats.org/officeDocument/2006/relationships/customXml" Target="../ink/ink499.xml"/><Relationship Id="rId188" Type="http://schemas.openxmlformats.org/officeDocument/2006/relationships/image" Target="../media/image533.png"/><Relationship Id="rId311" Type="http://schemas.openxmlformats.org/officeDocument/2006/relationships/customXml" Target="../ink/ink571.xml"/><Relationship Id="rId332" Type="http://schemas.openxmlformats.org/officeDocument/2006/relationships/image" Target="../media/image605.png"/><Relationship Id="rId353" Type="http://schemas.openxmlformats.org/officeDocument/2006/relationships/customXml" Target="../ink/ink592.xml"/><Relationship Id="rId374" Type="http://schemas.openxmlformats.org/officeDocument/2006/relationships/customXml" Target="../ink/ink603.xml"/><Relationship Id="rId395" Type="http://schemas.openxmlformats.org/officeDocument/2006/relationships/image" Target="../media/image636.png"/><Relationship Id="rId409" Type="http://schemas.openxmlformats.org/officeDocument/2006/relationships/image" Target="../media/image643.png"/><Relationship Id="rId71" Type="http://schemas.openxmlformats.org/officeDocument/2006/relationships/customXml" Target="../ink/ink451.xml"/><Relationship Id="rId92" Type="http://schemas.openxmlformats.org/officeDocument/2006/relationships/image" Target="../media/image485.png"/><Relationship Id="rId213" Type="http://schemas.openxmlformats.org/officeDocument/2006/relationships/customXml" Target="../ink/ink522.xml"/><Relationship Id="rId234" Type="http://schemas.openxmlformats.org/officeDocument/2006/relationships/image" Target="../media/image556.png"/><Relationship Id="rId420" Type="http://schemas.openxmlformats.org/officeDocument/2006/relationships/customXml" Target="../ink/ink626.xml"/><Relationship Id="rId2" Type="http://schemas.openxmlformats.org/officeDocument/2006/relationships/image" Target="../media/image38.png"/><Relationship Id="rId29" Type="http://schemas.openxmlformats.org/officeDocument/2006/relationships/customXml" Target="../ink/ink430.xml"/><Relationship Id="rId255" Type="http://schemas.openxmlformats.org/officeDocument/2006/relationships/customXml" Target="../ink/ink543.xml"/><Relationship Id="rId276" Type="http://schemas.openxmlformats.org/officeDocument/2006/relationships/image" Target="../media/image577.png"/><Relationship Id="rId297" Type="http://schemas.openxmlformats.org/officeDocument/2006/relationships/customXml" Target="../ink/ink564.xml"/><Relationship Id="rId40" Type="http://schemas.openxmlformats.org/officeDocument/2006/relationships/image" Target="../media/image459.png"/><Relationship Id="rId115" Type="http://schemas.openxmlformats.org/officeDocument/2006/relationships/customXml" Target="../ink/ink473.xml"/><Relationship Id="rId136" Type="http://schemas.openxmlformats.org/officeDocument/2006/relationships/image" Target="../media/image507.png"/><Relationship Id="rId157" Type="http://schemas.openxmlformats.org/officeDocument/2006/relationships/customXml" Target="../ink/ink494.xml"/><Relationship Id="rId178" Type="http://schemas.openxmlformats.org/officeDocument/2006/relationships/image" Target="../media/image528.png"/><Relationship Id="rId301" Type="http://schemas.openxmlformats.org/officeDocument/2006/relationships/customXml" Target="../ink/ink566.xml"/><Relationship Id="rId322" Type="http://schemas.openxmlformats.org/officeDocument/2006/relationships/image" Target="../media/image600.png"/><Relationship Id="rId343" Type="http://schemas.openxmlformats.org/officeDocument/2006/relationships/customXml" Target="../ink/ink587.xml"/><Relationship Id="rId364" Type="http://schemas.openxmlformats.org/officeDocument/2006/relationships/image" Target="../media/image621.png"/><Relationship Id="rId61" Type="http://schemas.openxmlformats.org/officeDocument/2006/relationships/customXml" Target="../ink/ink446.xml"/><Relationship Id="rId82" Type="http://schemas.openxmlformats.org/officeDocument/2006/relationships/image" Target="../media/image480.png"/><Relationship Id="rId199" Type="http://schemas.openxmlformats.org/officeDocument/2006/relationships/customXml" Target="../ink/ink515.xml"/><Relationship Id="rId203" Type="http://schemas.openxmlformats.org/officeDocument/2006/relationships/customXml" Target="../ink/ink517.xml"/><Relationship Id="rId385" Type="http://schemas.openxmlformats.org/officeDocument/2006/relationships/image" Target="../media/image631.png"/><Relationship Id="rId19" Type="http://schemas.openxmlformats.org/officeDocument/2006/relationships/customXml" Target="../ink/ink425.xml"/><Relationship Id="rId224" Type="http://schemas.openxmlformats.org/officeDocument/2006/relationships/image" Target="../media/image551.png"/><Relationship Id="rId245" Type="http://schemas.openxmlformats.org/officeDocument/2006/relationships/customXml" Target="../ink/ink538.xml"/><Relationship Id="rId266" Type="http://schemas.openxmlformats.org/officeDocument/2006/relationships/image" Target="../media/image572.png"/><Relationship Id="rId287" Type="http://schemas.openxmlformats.org/officeDocument/2006/relationships/customXml" Target="../ink/ink559.xml"/><Relationship Id="rId410" Type="http://schemas.openxmlformats.org/officeDocument/2006/relationships/customXml" Target="../ink/ink621.xml"/><Relationship Id="rId30" Type="http://schemas.openxmlformats.org/officeDocument/2006/relationships/image" Target="../media/image454.png"/><Relationship Id="rId105" Type="http://schemas.openxmlformats.org/officeDocument/2006/relationships/customXml" Target="../ink/ink468.xml"/><Relationship Id="rId126" Type="http://schemas.openxmlformats.org/officeDocument/2006/relationships/image" Target="../media/image502.png"/><Relationship Id="rId147" Type="http://schemas.openxmlformats.org/officeDocument/2006/relationships/customXml" Target="../ink/ink489.xml"/><Relationship Id="rId168" Type="http://schemas.openxmlformats.org/officeDocument/2006/relationships/image" Target="../media/image523.png"/><Relationship Id="rId312" Type="http://schemas.openxmlformats.org/officeDocument/2006/relationships/image" Target="../media/image595.png"/><Relationship Id="rId333" Type="http://schemas.openxmlformats.org/officeDocument/2006/relationships/customXml" Target="../ink/ink582.xml"/><Relationship Id="rId354" Type="http://schemas.openxmlformats.org/officeDocument/2006/relationships/image" Target="../media/image616.png"/><Relationship Id="rId51" Type="http://schemas.openxmlformats.org/officeDocument/2006/relationships/customXml" Target="../ink/ink441.xml"/><Relationship Id="rId72" Type="http://schemas.openxmlformats.org/officeDocument/2006/relationships/image" Target="../media/image475.png"/><Relationship Id="rId93" Type="http://schemas.openxmlformats.org/officeDocument/2006/relationships/customXml" Target="../ink/ink462.xml"/><Relationship Id="rId189" Type="http://schemas.openxmlformats.org/officeDocument/2006/relationships/customXml" Target="../ink/ink510.xml"/><Relationship Id="rId375" Type="http://schemas.openxmlformats.org/officeDocument/2006/relationships/image" Target="../media/image626.png"/><Relationship Id="rId396" Type="http://schemas.openxmlformats.org/officeDocument/2006/relationships/customXml" Target="../ink/ink614.xml"/><Relationship Id="rId3" Type="http://schemas.openxmlformats.org/officeDocument/2006/relationships/customXml" Target="../ink/ink417.xml"/><Relationship Id="rId214" Type="http://schemas.openxmlformats.org/officeDocument/2006/relationships/image" Target="../media/image546.png"/><Relationship Id="rId235" Type="http://schemas.openxmlformats.org/officeDocument/2006/relationships/customXml" Target="../ink/ink533.xml"/><Relationship Id="rId256" Type="http://schemas.openxmlformats.org/officeDocument/2006/relationships/image" Target="../media/image567.png"/><Relationship Id="rId277" Type="http://schemas.openxmlformats.org/officeDocument/2006/relationships/customXml" Target="../ink/ink554.xml"/><Relationship Id="rId298" Type="http://schemas.openxmlformats.org/officeDocument/2006/relationships/image" Target="../media/image588.png"/><Relationship Id="rId400" Type="http://schemas.openxmlformats.org/officeDocument/2006/relationships/customXml" Target="../ink/ink616.xml"/><Relationship Id="rId421" Type="http://schemas.openxmlformats.org/officeDocument/2006/relationships/image" Target="../media/image649.png"/><Relationship Id="rId116" Type="http://schemas.openxmlformats.org/officeDocument/2006/relationships/image" Target="../media/image497.png"/><Relationship Id="rId137" Type="http://schemas.openxmlformats.org/officeDocument/2006/relationships/customXml" Target="../ink/ink484.xml"/><Relationship Id="rId158" Type="http://schemas.openxmlformats.org/officeDocument/2006/relationships/image" Target="../media/image518.png"/><Relationship Id="rId302" Type="http://schemas.openxmlformats.org/officeDocument/2006/relationships/image" Target="../media/image590.png"/><Relationship Id="rId323" Type="http://schemas.openxmlformats.org/officeDocument/2006/relationships/customXml" Target="../ink/ink577.xml"/><Relationship Id="rId344" Type="http://schemas.openxmlformats.org/officeDocument/2006/relationships/image" Target="../media/image611.png"/><Relationship Id="rId20" Type="http://schemas.openxmlformats.org/officeDocument/2006/relationships/image" Target="../media/image449.png"/><Relationship Id="rId41" Type="http://schemas.openxmlformats.org/officeDocument/2006/relationships/customXml" Target="../ink/ink436.xml"/><Relationship Id="rId62" Type="http://schemas.openxmlformats.org/officeDocument/2006/relationships/image" Target="../media/image470.png"/><Relationship Id="rId83" Type="http://schemas.openxmlformats.org/officeDocument/2006/relationships/customXml" Target="../ink/ink457.xml"/><Relationship Id="rId179" Type="http://schemas.openxmlformats.org/officeDocument/2006/relationships/customXml" Target="../ink/ink505.xml"/><Relationship Id="rId365" Type="http://schemas.openxmlformats.org/officeDocument/2006/relationships/customXml" Target="../ink/ink598.xml"/><Relationship Id="rId386" Type="http://schemas.openxmlformats.org/officeDocument/2006/relationships/customXml" Target="../ink/ink609.xml"/><Relationship Id="rId190" Type="http://schemas.openxmlformats.org/officeDocument/2006/relationships/image" Target="../media/image534.png"/><Relationship Id="rId204" Type="http://schemas.openxmlformats.org/officeDocument/2006/relationships/image" Target="../media/image541.png"/><Relationship Id="rId225" Type="http://schemas.openxmlformats.org/officeDocument/2006/relationships/customXml" Target="../ink/ink528.xml"/><Relationship Id="rId246" Type="http://schemas.openxmlformats.org/officeDocument/2006/relationships/image" Target="../media/image562.png"/><Relationship Id="rId267" Type="http://schemas.openxmlformats.org/officeDocument/2006/relationships/customXml" Target="../ink/ink549.xml"/><Relationship Id="rId288" Type="http://schemas.openxmlformats.org/officeDocument/2006/relationships/image" Target="../media/image583.png"/><Relationship Id="rId411" Type="http://schemas.openxmlformats.org/officeDocument/2006/relationships/image" Target="../media/image644.png"/><Relationship Id="rId106" Type="http://schemas.openxmlformats.org/officeDocument/2006/relationships/image" Target="../media/image492.png"/><Relationship Id="rId127" Type="http://schemas.openxmlformats.org/officeDocument/2006/relationships/customXml" Target="../ink/ink479.xml"/><Relationship Id="rId313" Type="http://schemas.openxmlformats.org/officeDocument/2006/relationships/customXml" Target="../ink/ink572.xml"/><Relationship Id="rId10" Type="http://schemas.openxmlformats.org/officeDocument/2006/relationships/image" Target="../media/image444.png"/><Relationship Id="rId31" Type="http://schemas.openxmlformats.org/officeDocument/2006/relationships/customXml" Target="../ink/ink431.xml"/><Relationship Id="rId52" Type="http://schemas.openxmlformats.org/officeDocument/2006/relationships/image" Target="../media/image465.png"/><Relationship Id="rId73" Type="http://schemas.openxmlformats.org/officeDocument/2006/relationships/customXml" Target="../ink/ink452.xml"/><Relationship Id="rId94" Type="http://schemas.openxmlformats.org/officeDocument/2006/relationships/image" Target="../media/image486.png"/><Relationship Id="rId148" Type="http://schemas.openxmlformats.org/officeDocument/2006/relationships/image" Target="../media/image513.png"/><Relationship Id="rId169" Type="http://schemas.openxmlformats.org/officeDocument/2006/relationships/customXml" Target="../ink/ink500.xml"/><Relationship Id="rId334" Type="http://schemas.openxmlformats.org/officeDocument/2006/relationships/image" Target="../media/image606.png"/><Relationship Id="rId355" Type="http://schemas.openxmlformats.org/officeDocument/2006/relationships/customXml" Target="../ink/ink593.xml"/><Relationship Id="rId376" Type="http://schemas.openxmlformats.org/officeDocument/2006/relationships/customXml" Target="../ink/ink604.xml"/><Relationship Id="rId397" Type="http://schemas.openxmlformats.org/officeDocument/2006/relationships/image" Target="../media/image637.png"/><Relationship Id="rId4" Type="http://schemas.openxmlformats.org/officeDocument/2006/relationships/image" Target="../media/image441.png"/><Relationship Id="rId180" Type="http://schemas.openxmlformats.org/officeDocument/2006/relationships/image" Target="../media/image529.png"/><Relationship Id="rId215" Type="http://schemas.openxmlformats.org/officeDocument/2006/relationships/customXml" Target="../ink/ink523.xml"/><Relationship Id="rId236" Type="http://schemas.openxmlformats.org/officeDocument/2006/relationships/image" Target="../media/image557.png"/><Relationship Id="rId257" Type="http://schemas.openxmlformats.org/officeDocument/2006/relationships/customXml" Target="../ink/ink544.xml"/><Relationship Id="rId278" Type="http://schemas.openxmlformats.org/officeDocument/2006/relationships/image" Target="../media/image578.png"/><Relationship Id="rId401" Type="http://schemas.openxmlformats.org/officeDocument/2006/relationships/image" Target="../media/image639.png"/><Relationship Id="rId422" Type="http://schemas.openxmlformats.org/officeDocument/2006/relationships/customXml" Target="../ink/ink627.xml"/><Relationship Id="rId303" Type="http://schemas.openxmlformats.org/officeDocument/2006/relationships/customXml" Target="../ink/ink567.xml"/><Relationship Id="rId42" Type="http://schemas.openxmlformats.org/officeDocument/2006/relationships/image" Target="../media/image460.png"/><Relationship Id="rId84" Type="http://schemas.openxmlformats.org/officeDocument/2006/relationships/image" Target="../media/image481.png"/><Relationship Id="rId138" Type="http://schemas.openxmlformats.org/officeDocument/2006/relationships/image" Target="../media/image508.png"/><Relationship Id="rId345" Type="http://schemas.openxmlformats.org/officeDocument/2006/relationships/customXml" Target="../ink/ink588.xml"/><Relationship Id="rId387" Type="http://schemas.openxmlformats.org/officeDocument/2006/relationships/image" Target="../media/image632.png"/><Relationship Id="rId191" Type="http://schemas.openxmlformats.org/officeDocument/2006/relationships/customXml" Target="../ink/ink511.xml"/><Relationship Id="rId205" Type="http://schemas.openxmlformats.org/officeDocument/2006/relationships/customXml" Target="../ink/ink518.xml"/><Relationship Id="rId247" Type="http://schemas.openxmlformats.org/officeDocument/2006/relationships/customXml" Target="../ink/ink539.xml"/><Relationship Id="rId412" Type="http://schemas.openxmlformats.org/officeDocument/2006/relationships/customXml" Target="../ink/ink622.xml"/><Relationship Id="rId107" Type="http://schemas.openxmlformats.org/officeDocument/2006/relationships/customXml" Target="../ink/ink469.xml"/><Relationship Id="rId289" Type="http://schemas.openxmlformats.org/officeDocument/2006/relationships/customXml" Target="../ink/ink560.xml"/><Relationship Id="rId11" Type="http://schemas.openxmlformats.org/officeDocument/2006/relationships/customXml" Target="../ink/ink421.xml"/><Relationship Id="rId53" Type="http://schemas.openxmlformats.org/officeDocument/2006/relationships/customXml" Target="../ink/ink442.xml"/><Relationship Id="rId149" Type="http://schemas.openxmlformats.org/officeDocument/2006/relationships/customXml" Target="../ink/ink490.xml"/><Relationship Id="rId314" Type="http://schemas.openxmlformats.org/officeDocument/2006/relationships/image" Target="../media/image596.png"/><Relationship Id="rId356" Type="http://schemas.openxmlformats.org/officeDocument/2006/relationships/image" Target="../media/image617.png"/><Relationship Id="rId398" Type="http://schemas.openxmlformats.org/officeDocument/2006/relationships/customXml" Target="../ink/ink615.xml"/><Relationship Id="rId95" Type="http://schemas.openxmlformats.org/officeDocument/2006/relationships/customXml" Target="../ink/ink463.xml"/><Relationship Id="rId160" Type="http://schemas.openxmlformats.org/officeDocument/2006/relationships/image" Target="../media/image519.png"/><Relationship Id="rId216" Type="http://schemas.openxmlformats.org/officeDocument/2006/relationships/image" Target="../media/image547.png"/><Relationship Id="rId423" Type="http://schemas.openxmlformats.org/officeDocument/2006/relationships/image" Target="../media/image650.png"/><Relationship Id="rId258" Type="http://schemas.openxmlformats.org/officeDocument/2006/relationships/image" Target="../media/image568.png"/><Relationship Id="rId22" Type="http://schemas.openxmlformats.org/officeDocument/2006/relationships/image" Target="../media/image450.png"/><Relationship Id="rId64" Type="http://schemas.openxmlformats.org/officeDocument/2006/relationships/image" Target="../media/image471.png"/><Relationship Id="rId118" Type="http://schemas.openxmlformats.org/officeDocument/2006/relationships/image" Target="../media/image498.png"/><Relationship Id="rId325" Type="http://schemas.openxmlformats.org/officeDocument/2006/relationships/customXml" Target="../ink/ink578.xml"/><Relationship Id="rId367" Type="http://schemas.openxmlformats.org/officeDocument/2006/relationships/customXml" Target="../ink/ink599.xml"/><Relationship Id="rId171" Type="http://schemas.openxmlformats.org/officeDocument/2006/relationships/customXml" Target="../ink/ink501.xml"/><Relationship Id="rId227" Type="http://schemas.openxmlformats.org/officeDocument/2006/relationships/customXml" Target="../ink/ink529.xml"/><Relationship Id="rId269" Type="http://schemas.openxmlformats.org/officeDocument/2006/relationships/customXml" Target="../ink/ink550.xml"/><Relationship Id="rId33" Type="http://schemas.openxmlformats.org/officeDocument/2006/relationships/customXml" Target="../ink/ink432.xml"/><Relationship Id="rId129" Type="http://schemas.openxmlformats.org/officeDocument/2006/relationships/customXml" Target="../ink/ink480.xml"/><Relationship Id="rId280" Type="http://schemas.openxmlformats.org/officeDocument/2006/relationships/image" Target="../media/image579.png"/><Relationship Id="rId336" Type="http://schemas.openxmlformats.org/officeDocument/2006/relationships/image" Target="../media/image607.png"/><Relationship Id="rId75" Type="http://schemas.openxmlformats.org/officeDocument/2006/relationships/customXml" Target="../ink/ink453.xml"/><Relationship Id="rId140" Type="http://schemas.openxmlformats.org/officeDocument/2006/relationships/image" Target="../media/image509.png"/><Relationship Id="rId182" Type="http://schemas.openxmlformats.org/officeDocument/2006/relationships/image" Target="../media/image530.png"/><Relationship Id="rId378" Type="http://schemas.openxmlformats.org/officeDocument/2006/relationships/customXml" Target="../ink/ink605.xml"/><Relationship Id="rId403" Type="http://schemas.openxmlformats.org/officeDocument/2006/relationships/image" Target="../media/image640.png"/><Relationship Id="rId6" Type="http://schemas.openxmlformats.org/officeDocument/2006/relationships/image" Target="../media/image442.png"/><Relationship Id="rId238" Type="http://schemas.openxmlformats.org/officeDocument/2006/relationships/image" Target="../media/image558.png"/><Relationship Id="rId291" Type="http://schemas.openxmlformats.org/officeDocument/2006/relationships/customXml" Target="../ink/ink561.xml"/><Relationship Id="rId305" Type="http://schemas.openxmlformats.org/officeDocument/2006/relationships/customXml" Target="../ink/ink568.xml"/><Relationship Id="rId347" Type="http://schemas.openxmlformats.org/officeDocument/2006/relationships/customXml" Target="../ink/ink589.xml"/><Relationship Id="rId44" Type="http://schemas.openxmlformats.org/officeDocument/2006/relationships/image" Target="../media/image461.png"/><Relationship Id="rId86" Type="http://schemas.openxmlformats.org/officeDocument/2006/relationships/image" Target="../media/image482.png"/><Relationship Id="rId151" Type="http://schemas.openxmlformats.org/officeDocument/2006/relationships/customXml" Target="../ink/ink491.xml"/><Relationship Id="rId389" Type="http://schemas.openxmlformats.org/officeDocument/2006/relationships/image" Target="../media/image633.png"/><Relationship Id="rId193" Type="http://schemas.openxmlformats.org/officeDocument/2006/relationships/customXml" Target="../ink/ink512.xml"/><Relationship Id="rId207" Type="http://schemas.openxmlformats.org/officeDocument/2006/relationships/customXml" Target="../ink/ink519.xml"/><Relationship Id="rId249" Type="http://schemas.openxmlformats.org/officeDocument/2006/relationships/customXml" Target="../ink/ink540.xml"/><Relationship Id="rId414" Type="http://schemas.openxmlformats.org/officeDocument/2006/relationships/customXml" Target="../ink/ink623.xml"/><Relationship Id="rId13" Type="http://schemas.openxmlformats.org/officeDocument/2006/relationships/customXml" Target="../ink/ink422.xml"/><Relationship Id="rId109" Type="http://schemas.openxmlformats.org/officeDocument/2006/relationships/customXml" Target="../ink/ink470.xml"/><Relationship Id="rId260" Type="http://schemas.openxmlformats.org/officeDocument/2006/relationships/image" Target="../media/image569.png"/><Relationship Id="rId316" Type="http://schemas.openxmlformats.org/officeDocument/2006/relationships/image" Target="../media/image597.png"/><Relationship Id="rId55" Type="http://schemas.openxmlformats.org/officeDocument/2006/relationships/customXml" Target="../ink/ink443.xml"/><Relationship Id="rId97" Type="http://schemas.openxmlformats.org/officeDocument/2006/relationships/customXml" Target="../ink/ink464.xml"/><Relationship Id="rId120" Type="http://schemas.openxmlformats.org/officeDocument/2006/relationships/image" Target="../media/image499.png"/><Relationship Id="rId358" Type="http://schemas.openxmlformats.org/officeDocument/2006/relationships/image" Target="../media/image618.png"/><Relationship Id="rId162" Type="http://schemas.openxmlformats.org/officeDocument/2006/relationships/image" Target="../media/image520.png"/><Relationship Id="rId218" Type="http://schemas.openxmlformats.org/officeDocument/2006/relationships/image" Target="../media/image548.png"/><Relationship Id="rId425" Type="http://schemas.openxmlformats.org/officeDocument/2006/relationships/image" Target="../media/image651.png"/><Relationship Id="rId271" Type="http://schemas.openxmlformats.org/officeDocument/2006/relationships/customXml" Target="../ink/ink551.xml"/><Relationship Id="rId24" Type="http://schemas.openxmlformats.org/officeDocument/2006/relationships/image" Target="../media/image451.png"/><Relationship Id="rId66" Type="http://schemas.openxmlformats.org/officeDocument/2006/relationships/image" Target="../media/image472.png"/><Relationship Id="rId131" Type="http://schemas.openxmlformats.org/officeDocument/2006/relationships/customXml" Target="../ink/ink481.xml"/><Relationship Id="rId327" Type="http://schemas.openxmlformats.org/officeDocument/2006/relationships/customXml" Target="../ink/ink579.xml"/><Relationship Id="rId369" Type="http://schemas.openxmlformats.org/officeDocument/2006/relationships/customXml" Target="../ink/ink600.xml"/><Relationship Id="rId173" Type="http://schemas.openxmlformats.org/officeDocument/2006/relationships/customXml" Target="../ink/ink502.xml"/><Relationship Id="rId229" Type="http://schemas.openxmlformats.org/officeDocument/2006/relationships/customXml" Target="../ink/ink530.xml"/><Relationship Id="rId380" Type="http://schemas.openxmlformats.org/officeDocument/2006/relationships/customXml" Target="../ink/ink606.xml"/><Relationship Id="rId240" Type="http://schemas.openxmlformats.org/officeDocument/2006/relationships/image" Target="../media/image559.png"/><Relationship Id="rId35" Type="http://schemas.openxmlformats.org/officeDocument/2006/relationships/customXml" Target="../ink/ink433.xml"/><Relationship Id="rId77" Type="http://schemas.openxmlformats.org/officeDocument/2006/relationships/customXml" Target="../ink/ink454.xml"/><Relationship Id="rId100" Type="http://schemas.openxmlformats.org/officeDocument/2006/relationships/image" Target="../media/image489.png"/><Relationship Id="rId282" Type="http://schemas.openxmlformats.org/officeDocument/2006/relationships/image" Target="../media/image580.png"/><Relationship Id="rId338" Type="http://schemas.openxmlformats.org/officeDocument/2006/relationships/image" Target="../media/image608.png"/><Relationship Id="rId8" Type="http://schemas.openxmlformats.org/officeDocument/2006/relationships/image" Target="../media/image443.png"/><Relationship Id="rId142" Type="http://schemas.openxmlformats.org/officeDocument/2006/relationships/image" Target="../media/image510.png"/><Relationship Id="rId184" Type="http://schemas.openxmlformats.org/officeDocument/2006/relationships/image" Target="../media/image531.png"/><Relationship Id="rId391" Type="http://schemas.openxmlformats.org/officeDocument/2006/relationships/image" Target="../media/image634.png"/><Relationship Id="rId405" Type="http://schemas.openxmlformats.org/officeDocument/2006/relationships/image" Target="../media/image641.png"/><Relationship Id="rId251" Type="http://schemas.openxmlformats.org/officeDocument/2006/relationships/customXml" Target="../ink/ink541.xml"/><Relationship Id="rId46" Type="http://schemas.openxmlformats.org/officeDocument/2006/relationships/image" Target="../media/image462.png"/><Relationship Id="rId293" Type="http://schemas.openxmlformats.org/officeDocument/2006/relationships/customXml" Target="../ink/ink562.xml"/><Relationship Id="rId307" Type="http://schemas.openxmlformats.org/officeDocument/2006/relationships/customXml" Target="../ink/ink569.xml"/><Relationship Id="rId349" Type="http://schemas.openxmlformats.org/officeDocument/2006/relationships/customXml" Target="../ink/ink590.xml"/><Relationship Id="rId88" Type="http://schemas.openxmlformats.org/officeDocument/2006/relationships/image" Target="../media/image483.png"/><Relationship Id="rId111" Type="http://schemas.openxmlformats.org/officeDocument/2006/relationships/customXml" Target="../ink/ink471.xml"/><Relationship Id="rId153" Type="http://schemas.openxmlformats.org/officeDocument/2006/relationships/customXml" Target="../ink/ink492.xml"/><Relationship Id="rId195" Type="http://schemas.openxmlformats.org/officeDocument/2006/relationships/customXml" Target="../ink/ink513.xml"/><Relationship Id="rId209" Type="http://schemas.openxmlformats.org/officeDocument/2006/relationships/customXml" Target="../ink/ink520.xml"/><Relationship Id="rId360" Type="http://schemas.openxmlformats.org/officeDocument/2006/relationships/image" Target="../media/image619.png"/><Relationship Id="rId416" Type="http://schemas.openxmlformats.org/officeDocument/2006/relationships/customXml" Target="../ink/ink624.xml"/><Relationship Id="rId220" Type="http://schemas.openxmlformats.org/officeDocument/2006/relationships/image" Target="../media/image549.png"/><Relationship Id="rId15" Type="http://schemas.openxmlformats.org/officeDocument/2006/relationships/customXml" Target="../ink/ink423.xml"/><Relationship Id="rId57" Type="http://schemas.openxmlformats.org/officeDocument/2006/relationships/customXml" Target="../ink/ink444.xml"/><Relationship Id="rId262" Type="http://schemas.openxmlformats.org/officeDocument/2006/relationships/image" Target="../media/image570.png"/><Relationship Id="rId318" Type="http://schemas.openxmlformats.org/officeDocument/2006/relationships/image" Target="../media/image598.png"/><Relationship Id="rId99" Type="http://schemas.openxmlformats.org/officeDocument/2006/relationships/customXml" Target="../ink/ink465.xml"/><Relationship Id="rId122" Type="http://schemas.openxmlformats.org/officeDocument/2006/relationships/image" Target="../media/image500.png"/><Relationship Id="rId164" Type="http://schemas.openxmlformats.org/officeDocument/2006/relationships/image" Target="../media/image521.png"/><Relationship Id="rId371" Type="http://schemas.openxmlformats.org/officeDocument/2006/relationships/customXml" Target="../ink/ink601.xml"/><Relationship Id="rId427" Type="http://schemas.openxmlformats.org/officeDocument/2006/relationships/image" Target="../media/image652.png"/><Relationship Id="rId26" Type="http://schemas.openxmlformats.org/officeDocument/2006/relationships/image" Target="../media/image452.png"/><Relationship Id="rId231" Type="http://schemas.openxmlformats.org/officeDocument/2006/relationships/customXml" Target="../ink/ink531.xml"/><Relationship Id="rId273" Type="http://schemas.openxmlformats.org/officeDocument/2006/relationships/customXml" Target="../ink/ink552.xml"/><Relationship Id="rId329" Type="http://schemas.openxmlformats.org/officeDocument/2006/relationships/customXml" Target="../ink/ink580.xml"/><Relationship Id="rId68" Type="http://schemas.openxmlformats.org/officeDocument/2006/relationships/image" Target="../media/image473.png"/><Relationship Id="rId133" Type="http://schemas.openxmlformats.org/officeDocument/2006/relationships/customXml" Target="../ink/ink482.xml"/><Relationship Id="rId175" Type="http://schemas.openxmlformats.org/officeDocument/2006/relationships/customXml" Target="../ink/ink503.xml"/><Relationship Id="rId340" Type="http://schemas.openxmlformats.org/officeDocument/2006/relationships/image" Target="../media/image609.png"/><Relationship Id="rId200" Type="http://schemas.openxmlformats.org/officeDocument/2006/relationships/image" Target="../media/image539.png"/><Relationship Id="rId382" Type="http://schemas.openxmlformats.org/officeDocument/2006/relationships/customXml" Target="../ink/ink607.xml"/><Relationship Id="rId242" Type="http://schemas.openxmlformats.org/officeDocument/2006/relationships/image" Target="../media/image560.png"/><Relationship Id="rId284" Type="http://schemas.openxmlformats.org/officeDocument/2006/relationships/image" Target="../media/image581.png"/><Relationship Id="rId37" Type="http://schemas.openxmlformats.org/officeDocument/2006/relationships/customXml" Target="../ink/ink434.xml"/><Relationship Id="rId79" Type="http://schemas.openxmlformats.org/officeDocument/2006/relationships/customXml" Target="../ink/ink455.xml"/><Relationship Id="rId102" Type="http://schemas.openxmlformats.org/officeDocument/2006/relationships/image" Target="../media/image490.png"/><Relationship Id="rId144" Type="http://schemas.openxmlformats.org/officeDocument/2006/relationships/image" Target="../media/image511.png"/><Relationship Id="rId90" Type="http://schemas.openxmlformats.org/officeDocument/2006/relationships/image" Target="../media/image484.png"/><Relationship Id="rId186" Type="http://schemas.openxmlformats.org/officeDocument/2006/relationships/image" Target="../media/image532.png"/><Relationship Id="rId351" Type="http://schemas.openxmlformats.org/officeDocument/2006/relationships/customXml" Target="../ink/ink591.xml"/><Relationship Id="rId393" Type="http://schemas.openxmlformats.org/officeDocument/2006/relationships/image" Target="../media/image635.png"/><Relationship Id="rId407" Type="http://schemas.openxmlformats.org/officeDocument/2006/relationships/image" Target="../media/image642.png"/><Relationship Id="rId211" Type="http://schemas.openxmlformats.org/officeDocument/2006/relationships/customXml" Target="../ink/ink521.xml"/><Relationship Id="rId253" Type="http://schemas.openxmlformats.org/officeDocument/2006/relationships/customXml" Target="../ink/ink542.xml"/><Relationship Id="rId295" Type="http://schemas.openxmlformats.org/officeDocument/2006/relationships/customXml" Target="../ink/ink563.xml"/><Relationship Id="rId309" Type="http://schemas.openxmlformats.org/officeDocument/2006/relationships/customXml" Target="../ink/ink570.xml"/><Relationship Id="rId48" Type="http://schemas.openxmlformats.org/officeDocument/2006/relationships/image" Target="../media/image463.png"/><Relationship Id="rId113" Type="http://schemas.openxmlformats.org/officeDocument/2006/relationships/customXml" Target="../ink/ink472.xml"/><Relationship Id="rId320" Type="http://schemas.openxmlformats.org/officeDocument/2006/relationships/image" Target="../media/image599.png"/><Relationship Id="rId155" Type="http://schemas.openxmlformats.org/officeDocument/2006/relationships/customXml" Target="../ink/ink493.xml"/><Relationship Id="rId197" Type="http://schemas.openxmlformats.org/officeDocument/2006/relationships/customXml" Target="../ink/ink514.xml"/><Relationship Id="rId362" Type="http://schemas.openxmlformats.org/officeDocument/2006/relationships/image" Target="../media/image620.png"/><Relationship Id="rId418" Type="http://schemas.openxmlformats.org/officeDocument/2006/relationships/customXml" Target="../ink/ink625.xml"/><Relationship Id="rId222" Type="http://schemas.openxmlformats.org/officeDocument/2006/relationships/image" Target="../media/image550.png"/><Relationship Id="rId264" Type="http://schemas.openxmlformats.org/officeDocument/2006/relationships/image" Target="../media/image571.png"/><Relationship Id="rId17" Type="http://schemas.openxmlformats.org/officeDocument/2006/relationships/customXml" Target="../ink/ink424.xml"/><Relationship Id="rId59" Type="http://schemas.openxmlformats.org/officeDocument/2006/relationships/customXml" Target="../ink/ink445.xml"/><Relationship Id="rId124" Type="http://schemas.openxmlformats.org/officeDocument/2006/relationships/image" Target="../media/image501.png"/><Relationship Id="rId70" Type="http://schemas.openxmlformats.org/officeDocument/2006/relationships/image" Target="../media/image474.png"/><Relationship Id="rId166" Type="http://schemas.openxmlformats.org/officeDocument/2006/relationships/image" Target="../media/image522.png"/><Relationship Id="rId331" Type="http://schemas.openxmlformats.org/officeDocument/2006/relationships/customXml" Target="../ink/ink581.xml"/><Relationship Id="rId373" Type="http://schemas.openxmlformats.org/officeDocument/2006/relationships/customXml" Target="../ink/ink602.xml"/><Relationship Id="rId429" Type="http://schemas.openxmlformats.org/officeDocument/2006/relationships/image" Target="../media/image653.png"/></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6" Type="http://schemas.openxmlformats.org/officeDocument/2006/relationships/image" Target="../media/image4520.png"/><Relationship Id="rId21" Type="http://schemas.openxmlformats.org/officeDocument/2006/relationships/customXml" Target="../ink/ink640.xml"/><Relationship Id="rId34" Type="http://schemas.openxmlformats.org/officeDocument/2006/relationships/image" Target="../media/image4560.png"/><Relationship Id="rId42" Type="http://schemas.openxmlformats.org/officeDocument/2006/relationships/image" Target="../media/image4600.png"/><Relationship Id="rId47" Type="http://schemas.openxmlformats.org/officeDocument/2006/relationships/customXml" Target="../ink/ink653.xml"/><Relationship Id="rId50" Type="http://schemas.openxmlformats.org/officeDocument/2006/relationships/image" Target="../media/image4640.png"/><Relationship Id="rId55" Type="http://schemas.openxmlformats.org/officeDocument/2006/relationships/customXml" Target="../ink/ink657.xml"/><Relationship Id="rId63" Type="http://schemas.openxmlformats.org/officeDocument/2006/relationships/customXml" Target="../ink/ink661.xml"/><Relationship Id="rId68" Type="http://schemas.openxmlformats.org/officeDocument/2006/relationships/image" Target="../media/image4730.png"/><Relationship Id="rId7" Type="http://schemas.openxmlformats.org/officeDocument/2006/relationships/customXml" Target="../ink/ink633.xml"/><Relationship Id="rId2" Type="http://schemas.openxmlformats.org/officeDocument/2006/relationships/image" Target="../media/image38.png"/><Relationship Id="rId16" Type="http://schemas.openxmlformats.org/officeDocument/2006/relationships/image" Target="../media/image4470.png"/><Relationship Id="rId29" Type="http://schemas.openxmlformats.org/officeDocument/2006/relationships/customXml" Target="../ink/ink644.xml"/><Relationship Id="rId11" Type="http://schemas.openxmlformats.org/officeDocument/2006/relationships/customXml" Target="../ink/ink635.xml"/><Relationship Id="rId24" Type="http://schemas.openxmlformats.org/officeDocument/2006/relationships/image" Target="../media/image4510.png"/><Relationship Id="rId32" Type="http://schemas.openxmlformats.org/officeDocument/2006/relationships/image" Target="../media/image4550.png"/><Relationship Id="rId37" Type="http://schemas.openxmlformats.org/officeDocument/2006/relationships/customXml" Target="../ink/ink648.xml"/><Relationship Id="rId40" Type="http://schemas.openxmlformats.org/officeDocument/2006/relationships/image" Target="../media/image4590.png"/><Relationship Id="rId45" Type="http://schemas.openxmlformats.org/officeDocument/2006/relationships/customXml" Target="../ink/ink652.xml"/><Relationship Id="rId53" Type="http://schemas.openxmlformats.org/officeDocument/2006/relationships/customXml" Target="../ink/ink656.xml"/><Relationship Id="rId58" Type="http://schemas.openxmlformats.org/officeDocument/2006/relationships/image" Target="../media/image4680.png"/><Relationship Id="rId66" Type="http://schemas.openxmlformats.org/officeDocument/2006/relationships/image" Target="../media/image4720.png"/><Relationship Id="rId5" Type="http://schemas.openxmlformats.org/officeDocument/2006/relationships/customXml" Target="../ink/ink632.xml"/><Relationship Id="rId61" Type="http://schemas.openxmlformats.org/officeDocument/2006/relationships/customXml" Target="../ink/ink660.xml"/><Relationship Id="rId19" Type="http://schemas.openxmlformats.org/officeDocument/2006/relationships/customXml" Target="../ink/ink639.xml"/><Relationship Id="rId14" Type="http://schemas.openxmlformats.org/officeDocument/2006/relationships/image" Target="../media/image4460.png"/><Relationship Id="rId22" Type="http://schemas.openxmlformats.org/officeDocument/2006/relationships/image" Target="../media/image4500.png"/><Relationship Id="rId27" Type="http://schemas.openxmlformats.org/officeDocument/2006/relationships/customXml" Target="../ink/ink643.xml"/><Relationship Id="rId30" Type="http://schemas.openxmlformats.org/officeDocument/2006/relationships/image" Target="../media/image4540.png"/><Relationship Id="rId35" Type="http://schemas.openxmlformats.org/officeDocument/2006/relationships/customXml" Target="../ink/ink647.xml"/><Relationship Id="rId43" Type="http://schemas.openxmlformats.org/officeDocument/2006/relationships/customXml" Target="../ink/ink651.xml"/><Relationship Id="rId48" Type="http://schemas.openxmlformats.org/officeDocument/2006/relationships/image" Target="../media/image4630.png"/><Relationship Id="rId56" Type="http://schemas.openxmlformats.org/officeDocument/2006/relationships/image" Target="../media/image4670.png"/><Relationship Id="rId64" Type="http://schemas.openxmlformats.org/officeDocument/2006/relationships/image" Target="../media/image4710.png"/><Relationship Id="rId8" Type="http://schemas.openxmlformats.org/officeDocument/2006/relationships/image" Target="../media/image4430.png"/><Relationship Id="rId51" Type="http://schemas.openxmlformats.org/officeDocument/2006/relationships/customXml" Target="../ink/ink655.xml"/><Relationship Id="rId3" Type="http://schemas.openxmlformats.org/officeDocument/2006/relationships/customXml" Target="../ink/ink631.xml"/><Relationship Id="rId12" Type="http://schemas.openxmlformats.org/officeDocument/2006/relationships/image" Target="../media/image4450.png"/><Relationship Id="rId17" Type="http://schemas.openxmlformats.org/officeDocument/2006/relationships/customXml" Target="../ink/ink638.xml"/><Relationship Id="rId25" Type="http://schemas.openxmlformats.org/officeDocument/2006/relationships/customXml" Target="../ink/ink642.xml"/><Relationship Id="rId33" Type="http://schemas.openxmlformats.org/officeDocument/2006/relationships/customXml" Target="../ink/ink646.xml"/><Relationship Id="rId38" Type="http://schemas.openxmlformats.org/officeDocument/2006/relationships/image" Target="../media/image4580.png"/><Relationship Id="rId46" Type="http://schemas.openxmlformats.org/officeDocument/2006/relationships/image" Target="../media/image4620.png"/><Relationship Id="rId59" Type="http://schemas.openxmlformats.org/officeDocument/2006/relationships/customXml" Target="../ink/ink659.xml"/><Relationship Id="rId67" Type="http://schemas.openxmlformats.org/officeDocument/2006/relationships/customXml" Target="../ink/ink663.xml"/><Relationship Id="rId20" Type="http://schemas.openxmlformats.org/officeDocument/2006/relationships/image" Target="../media/image4490.png"/><Relationship Id="rId41" Type="http://schemas.openxmlformats.org/officeDocument/2006/relationships/customXml" Target="../ink/ink650.xml"/><Relationship Id="rId54" Type="http://schemas.openxmlformats.org/officeDocument/2006/relationships/image" Target="../media/image4660.png"/><Relationship Id="rId62" Type="http://schemas.openxmlformats.org/officeDocument/2006/relationships/image" Target="../media/image4700.png"/><Relationship Id="rId1" Type="http://schemas.openxmlformats.org/officeDocument/2006/relationships/slideLayout" Target="../slideLayouts/slideLayout9.xml"/><Relationship Id="rId6" Type="http://schemas.openxmlformats.org/officeDocument/2006/relationships/image" Target="../media/image4420.png"/><Relationship Id="rId15" Type="http://schemas.openxmlformats.org/officeDocument/2006/relationships/customXml" Target="../ink/ink637.xml"/><Relationship Id="rId23" Type="http://schemas.openxmlformats.org/officeDocument/2006/relationships/customXml" Target="../ink/ink641.xml"/><Relationship Id="rId28" Type="http://schemas.openxmlformats.org/officeDocument/2006/relationships/image" Target="../media/image4530.png"/><Relationship Id="rId36" Type="http://schemas.openxmlformats.org/officeDocument/2006/relationships/image" Target="../media/image4570.png"/><Relationship Id="rId49" Type="http://schemas.openxmlformats.org/officeDocument/2006/relationships/customXml" Target="../ink/ink654.xml"/><Relationship Id="rId57" Type="http://schemas.openxmlformats.org/officeDocument/2006/relationships/customXml" Target="../ink/ink658.xml"/><Relationship Id="rId10" Type="http://schemas.openxmlformats.org/officeDocument/2006/relationships/image" Target="../media/image4440.png"/><Relationship Id="rId31" Type="http://schemas.openxmlformats.org/officeDocument/2006/relationships/customXml" Target="../ink/ink645.xml"/><Relationship Id="rId44" Type="http://schemas.openxmlformats.org/officeDocument/2006/relationships/image" Target="../media/image4610.png"/><Relationship Id="rId52" Type="http://schemas.openxmlformats.org/officeDocument/2006/relationships/image" Target="../media/image4650.png"/><Relationship Id="rId60" Type="http://schemas.openxmlformats.org/officeDocument/2006/relationships/image" Target="../media/image4690.png"/><Relationship Id="rId65" Type="http://schemas.openxmlformats.org/officeDocument/2006/relationships/customXml" Target="../ink/ink662.xml"/><Relationship Id="rId4" Type="http://schemas.openxmlformats.org/officeDocument/2006/relationships/image" Target="../media/image4410.png"/><Relationship Id="rId9" Type="http://schemas.openxmlformats.org/officeDocument/2006/relationships/customXml" Target="../ink/ink634.xml"/><Relationship Id="rId13" Type="http://schemas.openxmlformats.org/officeDocument/2006/relationships/customXml" Target="../ink/ink636.xml"/><Relationship Id="rId18" Type="http://schemas.openxmlformats.org/officeDocument/2006/relationships/image" Target="../media/image4480.png"/><Relationship Id="rId39" Type="http://schemas.openxmlformats.org/officeDocument/2006/relationships/customXml" Target="../ink/ink649.xml"/></Relationships>
</file>

<file path=ppt/slides/_rels/slide6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17" Type="http://schemas.openxmlformats.org/officeDocument/2006/relationships/customXml" Target="../ink/ink721.xml"/><Relationship Id="rId21" Type="http://schemas.openxmlformats.org/officeDocument/2006/relationships/customXml" Target="../ink/ink673.xml"/><Relationship Id="rId324" Type="http://schemas.openxmlformats.org/officeDocument/2006/relationships/image" Target="../media/image6340.png"/><Relationship Id="rId531" Type="http://schemas.openxmlformats.org/officeDocument/2006/relationships/customXml" Target="../ink/ink929.xml"/><Relationship Id="rId170" Type="http://schemas.openxmlformats.org/officeDocument/2006/relationships/image" Target="../media/image5570.png"/><Relationship Id="rId268" Type="http://schemas.openxmlformats.org/officeDocument/2006/relationships/image" Target="../media/image6060.png"/><Relationship Id="rId475" Type="http://schemas.openxmlformats.org/officeDocument/2006/relationships/image" Target="../media/image709.png"/><Relationship Id="rId32" Type="http://schemas.openxmlformats.org/officeDocument/2006/relationships/image" Target="../media/image4880.png"/><Relationship Id="rId128" Type="http://schemas.openxmlformats.org/officeDocument/2006/relationships/image" Target="../media/image5360.png"/><Relationship Id="rId335" Type="http://schemas.openxmlformats.org/officeDocument/2006/relationships/customXml" Target="../ink/ink830.xml"/><Relationship Id="rId181" Type="http://schemas.openxmlformats.org/officeDocument/2006/relationships/customXml" Target="../ink/ink753.xml"/><Relationship Id="rId402" Type="http://schemas.openxmlformats.org/officeDocument/2006/relationships/image" Target="../media/image673.png"/><Relationship Id="rId279" Type="http://schemas.openxmlformats.org/officeDocument/2006/relationships/customXml" Target="../ink/ink802.xml"/><Relationship Id="rId486" Type="http://schemas.openxmlformats.org/officeDocument/2006/relationships/customXml" Target="../ink/ink906.xml"/><Relationship Id="rId43" Type="http://schemas.openxmlformats.org/officeDocument/2006/relationships/customXml" Target="../ink/ink684.xml"/><Relationship Id="rId139" Type="http://schemas.openxmlformats.org/officeDocument/2006/relationships/customXml" Target="../ink/ink732.xml"/><Relationship Id="rId290" Type="http://schemas.openxmlformats.org/officeDocument/2006/relationships/image" Target="../media/image6170.png"/><Relationship Id="rId304" Type="http://schemas.openxmlformats.org/officeDocument/2006/relationships/image" Target="../media/image6240.png"/><Relationship Id="rId346" Type="http://schemas.openxmlformats.org/officeDocument/2006/relationships/image" Target="../media/image6450.png"/><Relationship Id="rId388" Type="http://schemas.openxmlformats.org/officeDocument/2006/relationships/image" Target="../media/image666.png"/><Relationship Id="rId511" Type="http://schemas.openxmlformats.org/officeDocument/2006/relationships/image" Target="../media/image727.png"/><Relationship Id="rId85" Type="http://schemas.openxmlformats.org/officeDocument/2006/relationships/customXml" Target="../ink/ink705.xml"/><Relationship Id="rId150" Type="http://schemas.openxmlformats.org/officeDocument/2006/relationships/image" Target="../media/image5470.png"/><Relationship Id="rId192" Type="http://schemas.openxmlformats.org/officeDocument/2006/relationships/image" Target="../media/image5680.png"/><Relationship Id="rId206" Type="http://schemas.openxmlformats.org/officeDocument/2006/relationships/image" Target="../media/image5750.png"/><Relationship Id="rId413" Type="http://schemas.openxmlformats.org/officeDocument/2006/relationships/customXml" Target="../ink/ink869.xml"/><Relationship Id="rId248" Type="http://schemas.openxmlformats.org/officeDocument/2006/relationships/image" Target="../media/image5960.png"/><Relationship Id="rId455" Type="http://schemas.openxmlformats.org/officeDocument/2006/relationships/image" Target="../media/image699.png"/><Relationship Id="rId497" Type="http://schemas.openxmlformats.org/officeDocument/2006/relationships/image" Target="../media/image720.png"/><Relationship Id="rId12" Type="http://schemas.openxmlformats.org/officeDocument/2006/relationships/image" Target="../media/image4780.png"/><Relationship Id="rId108" Type="http://schemas.openxmlformats.org/officeDocument/2006/relationships/image" Target="../media/image5260.png"/><Relationship Id="rId315" Type="http://schemas.openxmlformats.org/officeDocument/2006/relationships/customXml" Target="../ink/ink820.xml"/><Relationship Id="rId357" Type="http://schemas.openxmlformats.org/officeDocument/2006/relationships/customXml" Target="../ink/ink841.xml"/><Relationship Id="rId522" Type="http://schemas.openxmlformats.org/officeDocument/2006/relationships/customXml" Target="../ink/ink924.xml"/><Relationship Id="rId54" Type="http://schemas.openxmlformats.org/officeDocument/2006/relationships/image" Target="../media/image4990.png"/><Relationship Id="rId96" Type="http://schemas.openxmlformats.org/officeDocument/2006/relationships/image" Target="../media/image5200.png"/><Relationship Id="rId161" Type="http://schemas.openxmlformats.org/officeDocument/2006/relationships/customXml" Target="../ink/ink743.xml"/><Relationship Id="rId217" Type="http://schemas.openxmlformats.org/officeDocument/2006/relationships/customXml" Target="../ink/ink771.xml"/><Relationship Id="rId399" Type="http://schemas.openxmlformats.org/officeDocument/2006/relationships/customXml" Target="../ink/ink862.xml"/><Relationship Id="rId259" Type="http://schemas.openxmlformats.org/officeDocument/2006/relationships/customXml" Target="../ink/ink792.xml"/><Relationship Id="rId424" Type="http://schemas.openxmlformats.org/officeDocument/2006/relationships/customXml" Target="../ink/ink875.xml"/><Relationship Id="rId466" Type="http://schemas.openxmlformats.org/officeDocument/2006/relationships/customXml" Target="../ink/ink896.xml"/><Relationship Id="rId23" Type="http://schemas.openxmlformats.org/officeDocument/2006/relationships/customXml" Target="../ink/ink674.xml"/><Relationship Id="rId119" Type="http://schemas.openxmlformats.org/officeDocument/2006/relationships/customXml" Target="../ink/ink722.xml"/><Relationship Id="rId270" Type="http://schemas.openxmlformats.org/officeDocument/2006/relationships/image" Target="../media/image6070.png"/><Relationship Id="rId326" Type="http://schemas.openxmlformats.org/officeDocument/2006/relationships/image" Target="../media/image6350.png"/><Relationship Id="rId533" Type="http://schemas.openxmlformats.org/officeDocument/2006/relationships/customXml" Target="../ink/ink930.xml"/><Relationship Id="rId65" Type="http://schemas.openxmlformats.org/officeDocument/2006/relationships/customXml" Target="../ink/ink695.xml"/><Relationship Id="rId130" Type="http://schemas.openxmlformats.org/officeDocument/2006/relationships/image" Target="../media/image5370.png"/><Relationship Id="rId368" Type="http://schemas.openxmlformats.org/officeDocument/2006/relationships/image" Target="../media/image656.png"/><Relationship Id="rId172" Type="http://schemas.openxmlformats.org/officeDocument/2006/relationships/image" Target="../media/image5580.png"/><Relationship Id="rId228" Type="http://schemas.openxmlformats.org/officeDocument/2006/relationships/image" Target="../media/image5860.png"/><Relationship Id="rId435" Type="http://schemas.openxmlformats.org/officeDocument/2006/relationships/image" Target="../media/image689.png"/><Relationship Id="rId477" Type="http://schemas.openxmlformats.org/officeDocument/2006/relationships/image" Target="../media/image710.png"/><Relationship Id="rId281" Type="http://schemas.openxmlformats.org/officeDocument/2006/relationships/customXml" Target="../ink/ink803.xml"/><Relationship Id="rId337" Type="http://schemas.openxmlformats.org/officeDocument/2006/relationships/customXml" Target="../ink/ink831.xml"/><Relationship Id="rId502" Type="http://schemas.openxmlformats.org/officeDocument/2006/relationships/customXml" Target="../ink/ink914.xml"/><Relationship Id="rId34" Type="http://schemas.openxmlformats.org/officeDocument/2006/relationships/image" Target="../media/image4890.png"/><Relationship Id="rId76" Type="http://schemas.openxmlformats.org/officeDocument/2006/relationships/image" Target="../media/image5100.png"/><Relationship Id="rId141" Type="http://schemas.openxmlformats.org/officeDocument/2006/relationships/customXml" Target="../ink/ink733.xml"/><Relationship Id="rId379" Type="http://schemas.openxmlformats.org/officeDocument/2006/relationships/customXml" Target="../ink/ink852.xml"/><Relationship Id="rId7" Type="http://schemas.openxmlformats.org/officeDocument/2006/relationships/customXml" Target="../ink/ink666.xml"/><Relationship Id="rId183" Type="http://schemas.openxmlformats.org/officeDocument/2006/relationships/customXml" Target="../ink/ink754.xml"/><Relationship Id="rId239" Type="http://schemas.openxmlformats.org/officeDocument/2006/relationships/customXml" Target="../ink/ink782.xml"/><Relationship Id="rId390" Type="http://schemas.openxmlformats.org/officeDocument/2006/relationships/image" Target="../media/image667.png"/><Relationship Id="rId404" Type="http://schemas.openxmlformats.org/officeDocument/2006/relationships/image" Target="../media/image674.png"/><Relationship Id="rId446" Type="http://schemas.openxmlformats.org/officeDocument/2006/relationships/customXml" Target="../ink/ink886.xml"/><Relationship Id="rId250" Type="http://schemas.openxmlformats.org/officeDocument/2006/relationships/image" Target="../media/image5970.png"/><Relationship Id="rId292" Type="http://schemas.openxmlformats.org/officeDocument/2006/relationships/image" Target="../media/image6180.png"/><Relationship Id="rId306" Type="http://schemas.openxmlformats.org/officeDocument/2006/relationships/image" Target="../media/image6250.png"/><Relationship Id="rId488" Type="http://schemas.openxmlformats.org/officeDocument/2006/relationships/customXml" Target="../ink/ink907.xml"/><Relationship Id="rId45" Type="http://schemas.openxmlformats.org/officeDocument/2006/relationships/customXml" Target="../ink/ink685.xml"/><Relationship Id="rId87" Type="http://schemas.openxmlformats.org/officeDocument/2006/relationships/customXml" Target="../ink/ink706.xml"/><Relationship Id="rId110" Type="http://schemas.openxmlformats.org/officeDocument/2006/relationships/image" Target="../media/image5270.png"/><Relationship Id="rId348" Type="http://schemas.openxmlformats.org/officeDocument/2006/relationships/image" Target="../media/image6460.png"/><Relationship Id="rId513" Type="http://schemas.openxmlformats.org/officeDocument/2006/relationships/image" Target="../media/image728.png"/><Relationship Id="rId152" Type="http://schemas.openxmlformats.org/officeDocument/2006/relationships/image" Target="../media/image5480.png"/><Relationship Id="rId194" Type="http://schemas.openxmlformats.org/officeDocument/2006/relationships/image" Target="../media/image5690.png"/><Relationship Id="rId208" Type="http://schemas.openxmlformats.org/officeDocument/2006/relationships/image" Target="../media/image5760.png"/><Relationship Id="rId415" Type="http://schemas.openxmlformats.org/officeDocument/2006/relationships/customXml" Target="../ink/ink870.xml"/><Relationship Id="rId457" Type="http://schemas.openxmlformats.org/officeDocument/2006/relationships/image" Target="../media/image700.png"/><Relationship Id="rId261" Type="http://schemas.openxmlformats.org/officeDocument/2006/relationships/customXml" Target="../ink/ink793.xml"/><Relationship Id="rId499" Type="http://schemas.openxmlformats.org/officeDocument/2006/relationships/image" Target="../media/image721.png"/><Relationship Id="rId14" Type="http://schemas.openxmlformats.org/officeDocument/2006/relationships/image" Target="../media/image4790.png"/><Relationship Id="rId56" Type="http://schemas.openxmlformats.org/officeDocument/2006/relationships/image" Target="../media/image5000.png"/><Relationship Id="rId317" Type="http://schemas.openxmlformats.org/officeDocument/2006/relationships/customXml" Target="../ink/ink821.xml"/><Relationship Id="rId359" Type="http://schemas.openxmlformats.org/officeDocument/2006/relationships/customXml" Target="../ink/ink842.xml"/><Relationship Id="rId524" Type="http://schemas.openxmlformats.org/officeDocument/2006/relationships/customXml" Target="../ink/ink925.xml"/><Relationship Id="rId98" Type="http://schemas.openxmlformats.org/officeDocument/2006/relationships/image" Target="../media/image5210.png"/><Relationship Id="rId121" Type="http://schemas.openxmlformats.org/officeDocument/2006/relationships/customXml" Target="../ink/ink723.xml"/><Relationship Id="rId163" Type="http://schemas.openxmlformats.org/officeDocument/2006/relationships/customXml" Target="../ink/ink744.xml"/><Relationship Id="rId219" Type="http://schemas.openxmlformats.org/officeDocument/2006/relationships/customXml" Target="../ink/ink772.xml"/><Relationship Id="rId370" Type="http://schemas.openxmlformats.org/officeDocument/2006/relationships/image" Target="../media/image657.png"/><Relationship Id="rId426" Type="http://schemas.openxmlformats.org/officeDocument/2006/relationships/customXml" Target="../ink/ink876.xml"/><Relationship Id="rId230" Type="http://schemas.openxmlformats.org/officeDocument/2006/relationships/image" Target="../media/image5870.png"/><Relationship Id="rId468" Type="http://schemas.openxmlformats.org/officeDocument/2006/relationships/customXml" Target="../ink/ink897.xml"/><Relationship Id="rId25" Type="http://schemas.openxmlformats.org/officeDocument/2006/relationships/customXml" Target="../ink/ink675.xml"/><Relationship Id="rId67" Type="http://schemas.openxmlformats.org/officeDocument/2006/relationships/customXml" Target="../ink/ink696.xml"/><Relationship Id="rId272" Type="http://schemas.openxmlformats.org/officeDocument/2006/relationships/image" Target="../media/image6080.png"/><Relationship Id="rId328" Type="http://schemas.openxmlformats.org/officeDocument/2006/relationships/image" Target="../media/image6360.png"/><Relationship Id="rId535" Type="http://schemas.openxmlformats.org/officeDocument/2006/relationships/customXml" Target="../ink/ink931.xml"/><Relationship Id="rId132" Type="http://schemas.openxmlformats.org/officeDocument/2006/relationships/image" Target="../media/image5380.png"/><Relationship Id="rId174" Type="http://schemas.openxmlformats.org/officeDocument/2006/relationships/image" Target="../media/image5590.png"/><Relationship Id="rId381" Type="http://schemas.openxmlformats.org/officeDocument/2006/relationships/customXml" Target="../ink/ink853.xml"/><Relationship Id="rId241" Type="http://schemas.openxmlformats.org/officeDocument/2006/relationships/customXml" Target="../ink/ink783.xml"/><Relationship Id="rId437" Type="http://schemas.openxmlformats.org/officeDocument/2006/relationships/image" Target="../media/image690.png"/><Relationship Id="rId479" Type="http://schemas.openxmlformats.org/officeDocument/2006/relationships/image" Target="../media/image711.png"/><Relationship Id="rId36" Type="http://schemas.openxmlformats.org/officeDocument/2006/relationships/image" Target="../media/image4900.png"/><Relationship Id="rId283" Type="http://schemas.openxmlformats.org/officeDocument/2006/relationships/customXml" Target="../ink/ink804.xml"/><Relationship Id="rId339" Type="http://schemas.openxmlformats.org/officeDocument/2006/relationships/customXml" Target="../ink/ink832.xml"/><Relationship Id="rId490" Type="http://schemas.openxmlformats.org/officeDocument/2006/relationships/customXml" Target="../ink/ink908.xml"/><Relationship Id="rId504" Type="http://schemas.openxmlformats.org/officeDocument/2006/relationships/customXml" Target="../ink/ink915.xml"/><Relationship Id="rId78" Type="http://schemas.openxmlformats.org/officeDocument/2006/relationships/image" Target="../media/image5110.png"/><Relationship Id="rId101" Type="http://schemas.openxmlformats.org/officeDocument/2006/relationships/customXml" Target="../ink/ink713.xml"/><Relationship Id="rId143" Type="http://schemas.openxmlformats.org/officeDocument/2006/relationships/customXml" Target="../ink/ink734.xml"/><Relationship Id="rId185" Type="http://schemas.openxmlformats.org/officeDocument/2006/relationships/customXml" Target="../ink/ink755.xml"/><Relationship Id="rId350" Type="http://schemas.openxmlformats.org/officeDocument/2006/relationships/image" Target="../media/image6470.png"/><Relationship Id="rId406" Type="http://schemas.openxmlformats.org/officeDocument/2006/relationships/image" Target="../media/image675.png"/><Relationship Id="rId9" Type="http://schemas.openxmlformats.org/officeDocument/2006/relationships/customXml" Target="../ink/ink667.xml"/><Relationship Id="rId210" Type="http://schemas.openxmlformats.org/officeDocument/2006/relationships/image" Target="../media/image5770.png"/><Relationship Id="rId392" Type="http://schemas.openxmlformats.org/officeDocument/2006/relationships/image" Target="../media/image668.png"/><Relationship Id="rId448" Type="http://schemas.openxmlformats.org/officeDocument/2006/relationships/customXml" Target="../ink/ink887.xml"/><Relationship Id="rId252" Type="http://schemas.openxmlformats.org/officeDocument/2006/relationships/image" Target="../media/image5980.png"/><Relationship Id="rId294" Type="http://schemas.openxmlformats.org/officeDocument/2006/relationships/image" Target="../media/image6190.png"/><Relationship Id="rId308" Type="http://schemas.openxmlformats.org/officeDocument/2006/relationships/image" Target="../media/image6260.png"/><Relationship Id="rId515" Type="http://schemas.openxmlformats.org/officeDocument/2006/relationships/image" Target="../media/image729.png"/><Relationship Id="rId47" Type="http://schemas.openxmlformats.org/officeDocument/2006/relationships/customXml" Target="../ink/ink686.xml"/><Relationship Id="rId89" Type="http://schemas.openxmlformats.org/officeDocument/2006/relationships/customXml" Target="../ink/ink707.xml"/><Relationship Id="rId112" Type="http://schemas.openxmlformats.org/officeDocument/2006/relationships/image" Target="../media/image5280.png"/><Relationship Id="rId154" Type="http://schemas.openxmlformats.org/officeDocument/2006/relationships/image" Target="../media/image5490.png"/><Relationship Id="rId361" Type="http://schemas.openxmlformats.org/officeDocument/2006/relationships/customXml" Target="../ink/ink843.xml"/><Relationship Id="rId196" Type="http://schemas.openxmlformats.org/officeDocument/2006/relationships/image" Target="../media/image5700.png"/><Relationship Id="rId417" Type="http://schemas.openxmlformats.org/officeDocument/2006/relationships/customXml" Target="../ink/ink871.xml"/><Relationship Id="rId459" Type="http://schemas.openxmlformats.org/officeDocument/2006/relationships/image" Target="../media/image701.png"/><Relationship Id="rId16" Type="http://schemas.openxmlformats.org/officeDocument/2006/relationships/image" Target="../media/image4800.png"/><Relationship Id="rId221" Type="http://schemas.openxmlformats.org/officeDocument/2006/relationships/customXml" Target="../ink/ink773.xml"/><Relationship Id="rId263" Type="http://schemas.openxmlformats.org/officeDocument/2006/relationships/customXml" Target="../ink/ink794.xml"/><Relationship Id="rId319" Type="http://schemas.openxmlformats.org/officeDocument/2006/relationships/customXml" Target="../ink/ink822.xml"/><Relationship Id="rId470" Type="http://schemas.openxmlformats.org/officeDocument/2006/relationships/customXml" Target="../ink/ink898.xml"/><Relationship Id="rId526" Type="http://schemas.openxmlformats.org/officeDocument/2006/relationships/image" Target="../media/image734.png"/><Relationship Id="rId58" Type="http://schemas.openxmlformats.org/officeDocument/2006/relationships/image" Target="../media/image5010.png"/><Relationship Id="rId123" Type="http://schemas.openxmlformats.org/officeDocument/2006/relationships/customXml" Target="../ink/ink724.xml"/><Relationship Id="rId330" Type="http://schemas.openxmlformats.org/officeDocument/2006/relationships/image" Target="../media/image6370.png"/><Relationship Id="rId165" Type="http://schemas.openxmlformats.org/officeDocument/2006/relationships/customXml" Target="../ink/ink745.xml"/><Relationship Id="rId372" Type="http://schemas.openxmlformats.org/officeDocument/2006/relationships/image" Target="../media/image658.png"/><Relationship Id="rId428" Type="http://schemas.openxmlformats.org/officeDocument/2006/relationships/customXml" Target="../ink/ink877.xml"/><Relationship Id="rId232" Type="http://schemas.openxmlformats.org/officeDocument/2006/relationships/image" Target="../media/image5880.png"/><Relationship Id="rId274" Type="http://schemas.openxmlformats.org/officeDocument/2006/relationships/image" Target="../media/image6090.png"/><Relationship Id="rId481" Type="http://schemas.openxmlformats.org/officeDocument/2006/relationships/image" Target="../media/image712.png"/><Relationship Id="rId27" Type="http://schemas.openxmlformats.org/officeDocument/2006/relationships/customXml" Target="../ink/ink676.xml"/><Relationship Id="rId69" Type="http://schemas.openxmlformats.org/officeDocument/2006/relationships/customXml" Target="../ink/ink697.xml"/><Relationship Id="rId134" Type="http://schemas.openxmlformats.org/officeDocument/2006/relationships/image" Target="../media/image5390.png"/><Relationship Id="rId537" Type="http://schemas.openxmlformats.org/officeDocument/2006/relationships/customXml" Target="../ink/ink932.xml"/><Relationship Id="rId80" Type="http://schemas.openxmlformats.org/officeDocument/2006/relationships/image" Target="../media/image5120.png"/><Relationship Id="rId176" Type="http://schemas.openxmlformats.org/officeDocument/2006/relationships/image" Target="../media/image5600.png"/><Relationship Id="rId341" Type="http://schemas.openxmlformats.org/officeDocument/2006/relationships/customXml" Target="../ink/ink833.xml"/><Relationship Id="rId383" Type="http://schemas.openxmlformats.org/officeDocument/2006/relationships/customXml" Target="../ink/ink854.xml"/><Relationship Id="rId439" Type="http://schemas.openxmlformats.org/officeDocument/2006/relationships/image" Target="../media/image691.png"/><Relationship Id="rId201" Type="http://schemas.openxmlformats.org/officeDocument/2006/relationships/customXml" Target="../ink/ink763.xml"/><Relationship Id="rId243" Type="http://schemas.openxmlformats.org/officeDocument/2006/relationships/customXml" Target="../ink/ink784.xml"/><Relationship Id="rId285" Type="http://schemas.openxmlformats.org/officeDocument/2006/relationships/customXml" Target="../ink/ink805.xml"/><Relationship Id="rId450" Type="http://schemas.openxmlformats.org/officeDocument/2006/relationships/customXml" Target="../ink/ink888.xml"/><Relationship Id="rId506" Type="http://schemas.openxmlformats.org/officeDocument/2006/relationships/customXml" Target="../ink/ink916.xml"/><Relationship Id="rId38" Type="http://schemas.openxmlformats.org/officeDocument/2006/relationships/image" Target="../media/image4910.png"/><Relationship Id="rId103" Type="http://schemas.openxmlformats.org/officeDocument/2006/relationships/customXml" Target="../ink/ink714.xml"/><Relationship Id="rId310" Type="http://schemas.openxmlformats.org/officeDocument/2006/relationships/image" Target="../media/image6270.png"/><Relationship Id="rId492" Type="http://schemas.openxmlformats.org/officeDocument/2006/relationships/customXml" Target="../ink/ink909.xml"/><Relationship Id="rId91" Type="http://schemas.openxmlformats.org/officeDocument/2006/relationships/customXml" Target="../ink/ink708.xml"/><Relationship Id="rId145" Type="http://schemas.openxmlformats.org/officeDocument/2006/relationships/customXml" Target="../ink/ink735.xml"/><Relationship Id="rId187" Type="http://schemas.openxmlformats.org/officeDocument/2006/relationships/customXml" Target="../ink/ink756.xml"/><Relationship Id="rId352" Type="http://schemas.openxmlformats.org/officeDocument/2006/relationships/image" Target="../media/image6480.png"/><Relationship Id="rId394" Type="http://schemas.openxmlformats.org/officeDocument/2006/relationships/image" Target="../media/image669.png"/><Relationship Id="rId408" Type="http://schemas.openxmlformats.org/officeDocument/2006/relationships/image" Target="../media/image676.png"/><Relationship Id="rId212" Type="http://schemas.openxmlformats.org/officeDocument/2006/relationships/image" Target="../media/image5780.png"/><Relationship Id="rId254" Type="http://schemas.openxmlformats.org/officeDocument/2006/relationships/image" Target="../media/image5990.png"/><Relationship Id="rId49" Type="http://schemas.openxmlformats.org/officeDocument/2006/relationships/customXml" Target="../ink/ink687.xml"/><Relationship Id="rId114" Type="http://schemas.openxmlformats.org/officeDocument/2006/relationships/image" Target="../media/image5290.png"/><Relationship Id="rId296" Type="http://schemas.openxmlformats.org/officeDocument/2006/relationships/image" Target="../media/image6200.png"/><Relationship Id="rId461" Type="http://schemas.openxmlformats.org/officeDocument/2006/relationships/image" Target="../media/image702.png"/><Relationship Id="rId517" Type="http://schemas.openxmlformats.org/officeDocument/2006/relationships/image" Target="../media/image730.png"/><Relationship Id="rId60" Type="http://schemas.openxmlformats.org/officeDocument/2006/relationships/image" Target="../media/image5020.png"/><Relationship Id="rId156" Type="http://schemas.openxmlformats.org/officeDocument/2006/relationships/image" Target="../media/image5500.png"/><Relationship Id="rId198" Type="http://schemas.openxmlformats.org/officeDocument/2006/relationships/image" Target="../media/image5710.png"/><Relationship Id="rId321" Type="http://schemas.openxmlformats.org/officeDocument/2006/relationships/customXml" Target="../ink/ink823.xml"/><Relationship Id="rId363" Type="http://schemas.openxmlformats.org/officeDocument/2006/relationships/customXml" Target="../ink/ink844.xml"/><Relationship Id="rId419" Type="http://schemas.openxmlformats.org/officeDocument/2006/relationships/customXml" Target="../ink/ink872.xml"/><Relationship Id="rId223" Type="http://schemas.openxmlformats.org/officeDocument/2006/relationships/customXml" Target="../ink/ink774.xml"/><Relationship Id="rId430" Type="http://schemas.openxmlformats.org/officeDocument/2006/relationships/customXml" Target="../ink/ink878.xml"/><Relationship Id="rId18" Type="http://schemas.openxmlformats.org/officeDocument/2006/relationships/image" Target="../media/image4810.png"/><Relationship Id="rId265" Type="http://schemas.openxmlformats.org/officeDocument/2006/relationships/customXml" Target="../ink/ink795.xml"/><Relationship Id="rId472" Type="http://schemas.openxmlformats.org/officeDocument/2006/relationships/customXml" Target="../ink/ink899.xml"/><Relationship Id="rId528" Type="http://schemas.openxmlformats.org/officeDocument/2006/relationships/image" Target="../media/image735.png"/><Relationship Id="rId125" Type="http://schemas.openxmlformats.org/officeDocument/2006/relationships/customXml" Target="../ink/ink725.xml"/><Relationship Id="rId167" Type="http://schemas.openxmlformats.org/officeDocument/2006/relationships/customXml" Target="../ink/ink746.xml"/><Relationship Id="rId332" Type="http://schemas.openxmlformats.org/officeDocument/2006/relationships/image" Target="../media/image6380.png"/><Relationship Id="rId374" Type="http://schemas.openxmlformats.org/officeDocument/2006/relationships/image" Target="../media/image659.png"/><Relationship Id="rId71" Type="http://schemas.openxmlformats.org/officeDocument/2006/relationships/customXml" Target="../ink/ink698.xml"/><Relationship Id="rId234" Type="http://schemas.openxmlformats.org/officeDocument/2006/relationships/image" Target="../media/image5890.png"/><Relationship Id="rId2" Type="http://schemas.openxmlformats.org/officeDocument/2006/relationships/image" Target="../media/image38.png"/><Relationship Id="rId29" Type="http://schemas.openxmlformats.org/officeDocument/2006/relationships/customXml" Target="../ink/ink677.xml"/><Relationship Id="rId276" Type="http://schemas.openxmlformats.org/officeDocument/2006/relationships/image" Target="../media/image6100.png"/><Relationship Id="rId441" Type="http://schemas.openxmlformats.org/officeDocument/2006/relationships/image" Target="../media/image692.png"/><Relationship Id="rId483" Type="http://schemas.openxmlformats.org/officeDocument/2006/relationships/image" Target="../media/image713.png"/><Relationship Id="rId539" Type="http://schemas.openxmlformats.org/officeDocument/2006/relationships/customXml" Target="../ink/ink933.xml"/><Relationship Id="rId40" Type="http://schemas.openxmlformats.org/officeDocument/2006/relationships/image" Target="../media/image4920.png"/><Relationship Id="rId136" Type="http://schemas.openxmlformats.org/officeDocument/2006/relationships/image" Target="../media/image5400.png"/><Relationship Id="rId178" Type="http://schemas.openxmlformats.org/officeDocument/2006/relationships/image" Target="../media/image5610.png"/><Relationship Id="rId301" Type="http://schemas.openxmlformats.org/officeDocument/2006/relationships/customXml" Target="../ink/ink813.xml"/><Relationship Id="rId343" Type="http://schemas.openxmlformats.org/officeDocument/2006/relationships/customXml" Target="../ink/ink834.xml"/><Relationship Id="rId82" Type="http://schemas.openxmlformats.org/officeDocument/2006/relationships/image" Target="../media/image5130.png"/><Relationship Id="rId203" Type="http://schemas.openxmlformats.org/officeDocument/2006/relationships/customXml" Target="../ink/ink764.xml"/><Relationship Id="rId385" Type="http://schemas.openxmlformats.org/officeDocument/2006/relationships/customXml" Target="../ink/ink855.xml"/><Relationship Id="rId245" Type="http://schemas.openxmlformats.org/officeDocument/2006/relationships/customXml" Target="../ink/ink785.xml"/><Relationship Id="rId287" Type="http://schemas.openxmlformats.org/officeDocument/2006/relationships/customXml" Target="../ink/ink806.xml"/><Relationship Id="rId410" Type="http://schemas.openxmlformats.org/officeDocument/2006/relationships/image" Target="../media/image677.png"/><Relationship Id="rId452" Type="http://schemas.openxmlformats.org/officeDocument/2006/relationships/customXml" Target="../ink/ink889.xml"/><Relationship Id="rId494" Type="http://schemas.openxmlformats.org/officeDocument/2006/relationships/customXml" Target="../ink/ink910.xml"/><Relationship Id="rId508" Type="http://schemas.openxmlformats.org/officeDocument/2006/relationships/customXml" Target="../ink/ink917.xml"/><Relationship Id="rId105" Type="http://schemas.openxmlformats.org/officeDocument/2006/relationships/customXml" Target="../ink/ink715.xml"/><Relationship Id="rId147" Type="http://schemas.openxmlformats.org/officeDocument/2006/relationships/customXml" Target="../ink/ink736.xml"/><Relationship Id="rId312" Type="http://schemas.openxmlformats.org/officeDocument/2006/relationships/image" Target="../media/image6280.png"/><Relationship Id="rId354" Type="http://schemas.openxmlformats.org/officeDocument/2006/relationships/image" Target="../media/image6490.png"/><Relationship Id="rId51" Type="http://schemas.openxmlformats.org/officeDocument/2006/relationships/customXml" Target="../ink/ink688.xml"/><Relationship Id="rId93" Type="http://schemas.openxmlformats.org/officeDocument/2006/relationships/customXml" Target="../ink/ink709.xml"/><Relationship Id="rId189" Type="http://schemas.openxmlformats.org/officeDocument/2006/relationships/customXml" Target="../ink/ink757.xml"/><Relationship Id="rId396" Type="http://schemas.openxmlformats.org/officeDocument/2006/relationships/image" Target="../media/image670.png"/><Relationship Id="rId214" Type="http://schemas.openxmlformats.org/officeDocument/2006/relationships/image" Target="../media/image5790.png"/><Relationship Id="rId256" Type="http://schemas.openxmlformats.org/officeDocument/2006/relationships/image" Target="../media/image6000.png"/><Relationship Id="rId298" Type="http://schemas.openxmlformats.org/officeDocument/2006/relationships/image" Target="../media/image6210.png"/><Relationship Id="rId421" Type="http://schemas.openxmlformats.org/officeDocument/2006/relationships/image" Target="../media/image682.png"/><Relationship Id="rId463" Type="http://schemas.openxmlformats.org/officeDocument/2006/relationships/image" Target="../media/image703.png"/><Relationship Id="rId519" Type="http://schemas.openxmlformats.org/officeDocument/2006/relationships/image" Target="../media/image731.png"/><Relationship Id="rId116" Type="http://schemas.openxmlformats.org/officeDocument/2006/relationships/image" Target="../media/image5300.png"/><Relationship Id="rId158" Type="http://schemas.openxmlformats.org/officeDocument/2006/relationships/image" Target="../media/image5510.png"/><Relationship Id="rId323" Type="http://schemas.openxmlformats.org/officeDocument/2006/relationships/customXml" Target="../ink/ink824.xml"/><Relationship Id="rId530" Type="http://schemas.openxmlformats.org/officeDocument/2006/relationships/image" Target="../media/image736.png"/><Relationship Id="rId20" Type="http://schemas.openxmlformats.org/officeDocument/2006/relationships/image" Target="../media/image4820.png"/><Relationship Id="rId62" Type="http://schemas.openxmlformats.org/officeDocument/2006/relationships/image" Target="../media/image5030.png"/><Relationship Id="rId365" Type="http://schemas.openxmlformats.org/officeDocument/2006/relationships/customXml" Target="../ink/ink845.xml"/><Relationship Id="rId225" Type="http://schemas.openxmlformats.org/officeDocument/2006/relationships/customXml" Target="../ink/ink775.xml"/><Relationship Id="rId267" Type="http://schemas.openxmlformats.org/officeDocument/2006/relationships/customXml" Target="../ink/ink796.xml"/><Relationship Id="rId432" Type="http://schemas.openxmlformats.org/officeDocument/2006/relationships/customXml" Target="../ink/ink879.xml"/><Relationship Id="rId474" Type="http://schemas.openxmlformats.org/officeDocument/2006/relationships/customXml" Target="../ink/ink900.xml"/><Relationship Id="rId127" Type="http://schemas.openxmlformats.org/officeDocument/2006/relationships/customXml" Target="../ink/ink726.xml"/><Relationship Id="rId31" Type="http://schemas.openxmlformats.org/officeDocument/2006/relationships/customXml" Target="../ink/ink678.xml"/><Relationship Id="rId73" Type="http://schemas.openxmlformats.org/officeDocument/2006/relationships/customXml" Target="../ink/ink699.xml"/><Relationship Id="rId169" Type="http://schemas.openxmlformats.org/officeDocument/2006/relationships/customXml" Target="../ink/ink747.xml"/><Relationship Id="rId334" Type="http://schemas.openxmlformats.org/officeDocument/2006/relationships/image" Target="../media/image6390.png"/><Relationship Id="rId376" Type="http://schemas.openxmlformats.org/officeDocument/2006/relationships/image" Target="../media/image660.png"/><Relationship Id="rId4" Type="http://schemas.openxmlformats.org/officeDocument/2006/relationships/image" Target="../media/image4740.png"/><Relationship Id="rId180" Type="http://schemas.openxmlformats.org/officeDocument/2006/relationships/image" Target="../media/image5620.png"/><Relationship Id="rId236" Type="http://schemas.openxmlformats.org/officeDocument/2006/relationships/image" Target="../media/image5900.png"/><Relationship Id="rId278" Type="http://schemas.openxmlformats.org/officeDocument/2006/relationships/image" Target="../media/image6110.png"/><Relationship Id="rId401" Type="http://schemas.openxmlformats.org/officeDocument/2006/relationships/customXml" Target="../ink/ink863.xml"/><Relationship Id="rId443" Type="http://schemas.openxmlformats.org/officeDocument/2006/relationships/image" Target="../media/image693.png"/><Relationship Id="rId303" Type="http://schemas.openxmlformats.org/officeDocument/2006/relationships/customXml" Target="../ink/ink814.xml"/><Relationship Id="rId485" Type="http://schemas.openxmlformats.org/officeDocument/2006/relationships/image" Target="../media/image714.png"/><Relationship Id="rId42" Type="http://schemas.openxmlformats.org/officeDocument/2006/relationships/image" Target="../media/image4930.png"/><Relationship Id="rId84" Type="http://schemas.openxmlformats.org/officeDocument/2006/relationships/image" Target="../media/image5140.png"/><Relationship Id="rId138" Type="http://schemas.openxmlformats.org/officeDocument/2006/relationships/image" Target="../media/image5410.png"/><Relationship Id="rId345" Type="http://schemas.openxmlformats.org/officeDocument/2006/relationships/customXml" Target="../ink/ink835.xml"/><Relationship Id="rId387" Type="http://schemas.openxmlformats.org/officeDocument/2006/relationships/customXml" Target="../ink/ink856.xml"/><Relationship Id="rId510" Type="http://schemas.openxmlformats.org/officeDocument/2006/relationships/customXml" Target="../ink/ink918.xml"/><Relationship Id="rId191" Type="http://schemas.openxmlformats.org/officeDocument/2006/relationships/customXml" Target="../ink/ink758.xml"/><Relationship Id="rId205" Type="http://schemas.openxmlformats.org/officeDocument/2006/relationships/customXml" Target="../ink/ink765.xml"/><Relationship Id="rId247" Type="http://schemas.openxmlformats.org/officeDocument/2006/relationships/customXml" Target="../ink/ink786.xml"/><Relationship Id="rId412" Type="http://schemas.openxmlformats.org/officeDocument/2006/relationships/image" Target="../media/image678.png"/><Relationship Id="rId107" Type="http://schemas.openxmlformats.org/officeDocument/2006/relationships/customXml" Target="../ink/ink716.xml"/><Relationship Id="rId289" Type="http://schemas.openxmlformats.org/officeDocument/2006/relationships/customXml" Target="../ink/ink807.xml"/><Relationship Id="rId454" Type="http://schemas.openxmlformats.org/officeDocument/2006/relationships/customXml" Target="../ink/ink890.xml"/><Relationship Id="rId496" Type="http://schemas.openxmlformats.org/officeDocument/2006/relationships/customXml" Target="../ink/ink911.xml"/><Relationship Id="rId11" Type="http://schemas.openxmlformats.org/officeDocument/2006/relationships/customXml" Target="../ink/ink668.xml"/><Relationship Id="rId53" Type="http://schemas.openxmlformats.org/officeDocument/2006/relationships/customXml" Target="../ink/ink689.xml"/><Relationship Id="rId149" Type="http://schemas.openxmlformats.org/officeDocument/2006/relationships/customXml" Target="../ink/ink737.xml"/><Relationship Id="rId314" Type="http://schemas.openxmlformats.org/officeDocument/2006/relationships/image" Target="../media/image6290.png"/><Relationship Id="rId356" Type="http://schemas.openxmlformats.org/officeDocument/2006/relationships/image" Target="../media/image6500.png"/><Relationship Id="rId398" Type="http://schemas.openxmlformats.org/officeDocument/2006/relationships/image" Target="../media/image671.png"/><Relationship Id="rId521" Type="http://schemas.openxmlformats.org/officeDocument/2006/relationships/image" Target="../media/image732.png"/><Relationship Id="rId95" Type="http://schemas.openxmlformats.org/officeDocument/2006/relationships/customXml" Target="../ink/ink710.xml"/><Relationship Id="rId160" Type="http://schemas.openxmlformats.org/officeDocument/2006/relationships/image" Target="../media/image5520.png"/><Relationship Id="rId216" Type="http://schemas.openxmlformats.org/officeDocument/2006/relationships/image" Target="../media/image5800.png"/><Relationship Id="rId423" Type="http://schemas.openxmlformats.org/officeDocument/2006/relationships/image" Target="../media/image683.png"/><Relationship Id="rId258" Type="http://schemas.openxmlformats.org/officeDocument/2006/relationships/image" Target="../media/image6010.png"/><Relationship Id="rId465" Type="http://schemas.openxmlformats.org/officeDocument/2006/relationships/image" Target="../media/image704.png"/><Relationship Id="rId22" Type="http://schemas.openxmlformats.org/officeDocument/2006/relationships/image" Target="../media/image4830.png"/><Relationship Id="rId64" Type="http://schemas.openxmlformats.org/officeDocument/2006/relationships/image" Target="../media/image5040.png"/><Relationship Id="rId118" Type="http://schemas.openxmlformats.org/officeDocument/2006/relationships/image" Target="../media/image5310.png"/><Relationship Id="rId325" Type="http://schemas.openxmlformats.org/officeDocument/2006/relationships/customXml" Target="../ink/ink825.xml"/><Relationship Id="rId367" Type="http://schemas.openxmlformats.org/officeDocument/2006/relationships/customXml" Target="../ink/ink846.xml"/><Relationship Id="rId532" Type="http://schemas.openxmlformats.org/officeDocument/2006/relationships/image" Target="../media/image737.png"/><Relationship Id="rId171" Type="http://schemas.openxmlformats.org/officeDocument/2006/relationships/customXml" Target="../ink/ink748.xml"/><Relationship Id="rId227" Type="http://schemas.openxmlformats.org/officeDocument/2006/relationships/customXml" Target="../ink/ink776.xml"/><Relationship Id="rId269" Type="http://schemas.openxmlformats.org/officeDocument/2006/relationships/customXml" Target="../ink/ink797.xml"/><Relationship Id="rId434" Type="http://schemas.openxmlformats.org/officeDocument/2006/relationships/customXml" Target="../ink/ink880.xml"/><Relationship Id="rId476" Type="http://schemas.openxmlformats.org/officeDocument/2006/relationships/customXml" Target="../ink/ink901.xml"/><Relationship Id="rId33" Type="http://schemas.openxmlformats.org/officeDocument/2006/relationships/customXml" Target="../ink/ink679.xml"/><Relationship Id="rId129" Type="http://schemas.openxmlformats.org/officeDocument/2006/relationships/customXml" Target="../ink/ink727.xml"/><Relationship Id="rId280" Type="http://schemas.openxmlformats.org/officeDocument/2006/relationships/image" Target="../media/image6120.png"/><Relationship Id="rId336" Type="http://schemas.openxmlformats.org/officeDocument/2006/relationships/image" Target="../media/image6400.png"/><Relationship Id="rId501" Type="http://schemas.openxmlformats.org/officeDocument/2006/relationships/image" Target="../media/image722.png"/><Relationship Id="rId75" Type="http://schemas.openxmlformats.org/officeDocument/2006/relationships/customXml" Target="../ink/ink700.xml"/><Relationship Id="rId140" Type="http://schemas.openxmlformats.org/officeDocument/2006/relationships/image" Target="../media/image5420.png"/><Relationship Id="rId182" Type="http://schemas.openxmlformats.org/officeDocument/2006/relationships/image" Target="../media/image5630.png"/><Relationship Id="rId378" Type="http://schemas.openxmlformats.org/officeDocument/2006/relationships/image" Target="../media/image661.png"/><Relationship Id="rId403" Type="http://schemas.openxmlformats.org/officeDocument/2006/relationships/customXml" Target="../ink/ink864.xml"/><Relationship Id="rId6" Type="http://schemas.openxmlformats.org/officeDocument/2006/relationships/image" Target="../media/image4750.png"/><Relationship Id="rId238" Type="http://schemas.openxmlformats.org/officeDocument/2006/relationships/image" Target="../media/image5910.png"/><Relationship Id="rId445" Type="http://schemas.openxmlformats.org/officeDocument/2006/relationships/image" Target="../media/image694.png"/><Relationship Id="rId487" Type="http://schemas.openxmlformats.org/officeDocument/2006/relationships/image" Target="../media/image715.png"/><Relationship Id="rId291" Type="http://schemas.openxmlformats.org/officeDocument/2006/relationships/customXml" Target="../ink/ink808.xml"/><Relationship Id="rId305" Type="http://schemas.openxmlformats.org/officeDocument/2006/relationships/customXml" Target="../ink/ink815.xml"/><Relationship Id="rId347" Type="http://schemas.openxmlformats.org/officeDocument/2006/relationships/customXml" Target="../ink/ink836.xml"/><Relationship Id="rId512" Type="http://schemas.openxmlformats.org/officeDocument/2006/relationships/customXml" Target="../ink/ink919.xml"/><Relationship Id="rId44" Type="http://schemas.openxmlformats.org/officeDocument/2006/relationships/image" Target="../media/image4940.png"/><Relationship Id="rId86" Type="http://schemas.openxmlformats.org/officeDocument/2006/relationships/image" Target="../media/image5150.png"/><Relationship Id="rId151" Type="http://schemas.openxmlformats.org/officeDocument/2006/relationships/customXml" Target="../ink/ink738.xml"/><Relationship Id="rId389" Type="http://schemas.openxmlformats.org/officeDocument/2006/relationships/customXml" Target="../ink/ink857.xml"/><Relationship Id="rId193" Type="http://schemas.openxmlformats.org/officeDocument/2006/relationships/customXml" Target="../ink/ink759.xml"/><Relationship Id="rId207" Type="http://schemas.openxmlformats.org/officeDocument/2006/relationships/customXml" Target="../ink/ink766.xml"/><Relationship Id="rId249" Type="http://schemas.openxmlformats.org/officeDocument/2006/relationships/customXml" Target="../ink/ink787.xml"/><Relationship Id="rId414" Type="http://schemas.openxmlformats.org/officeDocument/2006/relationships/image" Target="../media/image679.png"/><Relationship Id="rId456" Type="http://schemas.openxmlformats.org/officeDocument/2006/relationships/customXml" Target="../ink/ink891.xml"/><Relationship Id="rId498" Type="http://schemas.openxmlformats.org/officeDocument/2006/relationships/customXml" Target="../ink/ink912.xml"/><Relationship Id="rId13" Type="http://schemas.openxmlformats.org/officeDocument/2006/relationships/customXml" Target="../ink/ink669.xml"/><Relationship Id="rId109" Type="http://schemas.openxmlformats.org/officeDocument/2006/relationships/customXml" Target="../ink/ink717.xml"/><Relationship Id="rId260" Type="http://schemas.openxmlformats.org/officeDocument/2006/relationships/image" Target="../media/image6020.png"/><Relationship Id="rId316" Type="http://schemas.openxmlformats.org/officeDocument/2006/relationships/image" Target="../media/image6300.png"/><Relationship Id="rId523" Type="http://schemas.openxmlformats.org/officeDocument/2006/relationships/image" Target="../media/image733.png"/><Relationship Id="rId55" Type="http://schemas.openxmlformats.org/officeDocument/2006/relationships/customXml" Target="../ink/ink690.xml"/><Relationship Id="rId97" Type="http://schemas.openxmlformats.org/officeDocument/2006/relationships/customXml" Target="../ink/ink711.xml"/><Relationship Id="rId120" Type="http://schemas.openxmlformats.org/officeDocument/2006/relationships/image" Target="../media/image5320.png"/><Relationship Id="rId358" Type="http://schemas.openxmlformats.org/officeDocument/2006/relationships/image" Target="../media/image6510.png"/><Relationship Id="rId162" Type="http://schemas.openxmlformats.org/officeDocument/2006/relationships/image" Target="../media/image5530.png"/><Relationship Id="rId218" Type="http://schemas.openxmlformats.org/officeDocument/2006/relationships/image" Target="../media/image5810.png"/><Relationship Id="rId425" Type="http://schemas.openxmlformats.org/officeDocument/2006/relationships/image" Target="../media/image684.png"/><Relationship Id="rId467" Type="http://schemas.openxmlformats.org/officeDocument/2006/relationships/image" Target="../media/image705.png"/><Relationship Id="rId271" Type="http://schemas.openxmlformats.org/officeDocument/2006/relationships/customXml" Target="../ink/ink798.xml"/><Relationship Id="rId24" Type="http://schemas.openxmlformats.org/officeDocument/2006/relationships/image" Target="../media/image4840.png"/><Relationship Id="rId66" Type="http://schemas.openxmlformats.org/officeDocument/2006/relationships/image" Target="../media/image5050.png"/><Relationship Id="rId131" Type="http://schemas.openxmlformats.org/officeDocument/2006/relationships/customXml" Target="../ink/ink728.xml"/><Relationship Id="rId327" Type="http://schemas.openxmlformats.org/officeDocument/2006/relationships/customXml" Target="../ink/ink826.xml"/><Relationship Id="rId369" Type="http://schemas.openxmlformats.org/officeDocument/2006/relationships/customXml" Target="../ink/ink847.xml"/><Relationship Id="rId534" Type="http://schemas.openxmlformats.org/officeDocument/2006/relationships/image" Target="../media/image738.png"/><Relationship Id="rId173" Type="http://schemas.openxmlformats.org/officeDocument/2006/relationships/customXml" Target="../ink/ink749.xml"/><Relationship Id="rId229" Type="http://schemas.openxmlformats.org/officeDocument/2006/relationships/customXml" Target="../ink/ink777.xml"/><Relationship Id="rId380" Type="http://schemas.openxmlformats.org/officeDocument/2006/relationships/image" Target="../media/image662.png"/><Relationship Id="rId436" Type="http://schemas.openxmlformats.org/officeDocument/2006/relationships/customXml" Target="../ink/ink881.xml"/><Relationship Id="rId240" Type="http://schemas.openxmlformats.org/officeDocument/2006/relationships/image" Target="../media/image5920.png"/><Relationship Id="rId478" Type="http://schemas.openxmlformats.org/officeDocument/2006/relationships/customXml" Target="../ink/ink902.xml"/><Relationship Id="rId35" Type="http://schemas.openxmlformats.org/officeDocument/2006/relationships/customXml" Target="../ink/ink680.xml"/><Relationship Id="rId77" Type="http://schemas.openxmlformats.org/officeDocument/2006/relationships/customXml" Target="../ink/ink701.xml"/><Relationship Id="rId100" Type="http://schemas.openxmlformats.org/officeDocument/2006/relationships/image" Target="../media/image5220.png"/><Relationship Id="rId282" Type="http://schemas.openxmlformats.org/officeDocument/2006/relationships/image" Target="../media/image6130.png"/><Relationship Id="rId338" Type="http://schemas.openxmlformats.org/officeDocument/2006/relationships/image" Target="../media/image6410.png"/><Relationship Id="rId503" Type="http://schemas.openxmlformats.org/officeDocument/2006/relationships/image" Target="../media/image723.png"/><Relationship Id="rId8" Type="http://schemas.openxmlformats.org/officeDocument/2006/relationships/image" Target="../media/image4760.png"/><Relationship Id="rId142" Type="http://schemas.openxmlformats.org/officeDocument/2006/relationships/image" Target="../media/image5430.png"/><Relationship Id="rId184" Type="http://schemas.openxmlformats.org/officeDocument/2006/relationships/image" Target="../media/image5640.png"/><Relationship Id="rId391" Type="http://schemas.openxmlformats.org/officeDocument/2006/relationships/customXml" Target="../ink/ink858.xml"/><Relationship Id="rId405" Type="http://schemas.openxmlformats.org/officeDocument/2006/relationships/customXml" Target="../ink/ink865.xml"/><Relationship Id="rId447" Type="http://schemas.openxmlformats.org/officeDocument/2006/relationships/image" Target="../media/image695.png"/><Relationship Id="rId251" Type="http://schemas.openxmlformats.org/officeDocument/2006/relationships/customXml" Target="../ink/ink788.xml"/><Relationship Id="rId489" Type="http://schemas.openxmlformats.org/officeDocument/2006/relationships/image" Target="../media/image716.png"/><Relationship Id="rId46" Type="http://schemas.openxmlformats.org/officeDocument/2006/relationships/image" Target="../media/image4950.png"/><Relationship Id="rId293" Type="http://schemas.openxmlformats.org/officeDocument/2006/relationships/customXml" Target="../ink/ink809.xml"/><Relationship Id="rId307" Type="http://schemas.openxmlformats.org/officeDocument/2006/relationships/customXml" Target="../ink/ink816.xml"/><Relationship Id="rId349" Type="http://schemas.openxmlformats.org/officeDocument/2006/relationships/customXml" Target="../ink/ink837.xml"/><Relationship Id="rId514" Type="http://schemas.openxmlformats.org/officeDocument/2006/relationships/customXml" Target="../ink/ink920.xml"/><Relationship Id="rId88" Type="http://schemas.openxmlformats.org/officeDocument/2006/relationships/image" Target="../media/image5160.png"/><Relationship Id="rId111" Type="http://schemas.openxmlformats.org/officeDocument/2006/relationships/customXml" Target="../ink/ink718.xml"/><Relationship Id="rId153" Type="http://schemas.openxmlformats.org/officeDocument/2006/relationships/customXml" Target="../ink/ink739.xml"/><Relationship Id="rId195" Type="http://schemas.openxmlformats.org/officeDocument/2006/relationships/customXml" Target="../ink/ink760.xml"/><Relationship Id="rId209" Type="http://schemas.openxmlformats.org/officeDocument/2006/relationships/customXml" Target="../ink/ink767.xml"/><Relationship Id="rId360" Type="http://schemas.openxmlformats.org/officeDocument/2006/relationships/image" Target="../media/image6520.png"/><Relationship Id="rId416" Type="http://schemas.openxmlformats.org/officeDocument/2006/relationships/image" Target="../media/image680.png"/><Relationship Id="rId220" Type="http://schemas.openxmlformats.org/officeDocument/2006/relationships/image" Target="../media/image5820.png"/><Relationship Id="rId458" Type="http://schemas.openxmlformats.org/officeDocument/2006/relationships/customXml" Target="../ink/ink892.xml"/><Relationship Id="rId15" Type="http://schemas.openxmlformats.org/officeDocument/2006/relationships/customXml" Target="../ink/ink670.xml"/><Relationship Id="rId57" Type="http://schemas.openxmlformats.org/officeDocument/2006/relationships/customXml" Target="../ink/ink691.xml"/><Relationship Id="rId262" Type="http://schemas.openxmlformats.org/officeDocument/2006/relationships/image" Target="../media/image6030.png"/><Relationship Id="rId318" Type="http://schemas.openxmlformats.org/officeDocument/2006/relationships/image" Target="../media/image6310.png"/><Relationship Id="rId525" Type="http://schemas.openxmlformats.org/officeDocument/2006/relationships/customXml" Target="../ink/ink926.xml"/><Relationship Id="rId99" Type="http://schemas.openxmlformats.org/officeDocument/2006/relationships/customXml" Target="../ink/ink712.xml"/><Relationship Id="rId122" Type="http://schemas.openxmlformats.org/officeDocument/2006/relationships/image" Target="../media/image5330.png"/><Relationship Id="rId164" Type="http://schemas.openxmlformats.org/officeDocument/2006/relationships/image" Target="../media/image5540.png"/><Relationship Id="rId371" Type="http://schemas.openxmlformats.org/officeDocument/2006/relationships/customXml" Target="../ink/ink848.xml"/><Relationship Id="rId427" Type="http://schemas.openxmlformats.org/officeDocument/2006/relationships/image" Target="../media/image685.png"/><Relationship Id="rId469" Type="http://schemas.openxmlformats.org/officeDocument/2006/relationships/image" Target="../media/image706.png"/><Relationship Id="rId26" Type="http://schemas.openxmlformats.org/officeDocument/2006/relationships/image" Target="../media/image4850.png"/><Relationship Id="rId231" Type="http://schemas.openxmlformats.org/officeDocument/2006/relationships/customXml" Target="../ink/ink778.xml"/><Relationship Id="rId273" Type="http://schemas.openxmlformats.org/officeDocument/2006/relationships/customXml" Target="../ink/ink799.xml"/><Relationship Id="rId329" Type="http://schemas.openxmlformats.org/officeDocument/2006/relationships/customXml" Target="../ink/ink827.xml"/><Relationship Id="rId480" Type="http://schemas.openxmlformats.org/officeDocument/2006/relationships/customXml" Target="../ink/ink903.xml"/><Relationship Id="rId536" Type="http://schemas.openxmlformats.org/officeDocument/2006/relationships/image" Target="../media/image739.png"/><Relationship Id="rId68" Type="http://schemas.openxmlformats.org/officeDocument/2006/relationships/image" Target="../media/image5060.png"/><Relationship Id="rId133" Type="http://schemas.openxmlformats.org/officeDocument/2006/relationships/customXml" Target="../ink/ink729.xml"/><Relationship Id="rId175" Type="http://schemas.openxmlformats.org/officeDocument/2006/relationships/customXml" Target="../ink/ink750.xml"/><Relationship Id="rId340" Type="http://schemas.openxmlformats.org/officeDocument/2006/relationships/image" Target="../media/image6420.png"/><Relationship Id="rId200" Type="http://schemas.openxmlformats.org/officeDocument/2006/relationships/image" Target="../media/image5720.png"/><Relationship Id="rId382" Type="http://schemas.openxmlformats.org/officeDocument/2006/relationships/image" Target="../media/image663.png"/><Relationship Id="rId438" Type="http://schemas.openxmlformats.org/officeDocument/2006/relationships/customXml" Target="../ink/ink882.xml"/><Relationship Id="rId242" Type="http://schemas.openxmlformats.org/officeDocument/2006/relationships/image" Target="../media/image5930.png"/><Relationship Id="rId284" Type="http://schemas.openxmlformats.org/officeDocument/2006/relationships/image" Target="../media/image6140.png"/><Relationship Id="rId491" Type="http://schemas.openxmlformats.org/officeDocument/2006/relationships/image" Target="../media/image717.png"/><Relationship Id="rId505" Type="http://schemas.openxmlformats.org/officeDocument/2006/relationships/image" Target="../media/image724.png"/><Relationship Id="rId37" Type="http://schemas.openxmlformats.org/officeDocument/2006/relationships/customXml" Target="../ink/ink681.xml"/><Relationship Id="rId79" Type="http://schemas.openxmlformats.org/officeDocument/2006/relationships/customXml" Target="../ink/ink702.xml"/><Relationship Id="rId102" Type="http://schemas.openxmlformats.org/officeDocument/2006/relationships/image" Target="../media/image5230.png"/><Relationship Id="rId144" Type="http://schemas.openxmlformats.org/officeDocument/2006/relationships/image" Target="../media/image5440.png"/><Relationship Id="rId90" Type="http://schemas.openxmlformats.org/officeDocument/2006/relationships/image" Target="../media/image5170.png"/><Relationship Id="rId186" Type="http://schemas.openxmlformats.org/officeDocument/2006/relationships/image" Target="../media/image5650.png"/><Relationship Id="rId351" Type="http://schemas.openxmlformats.org/officeDocument/2006/relationships/customXml" Target="../ink/ink838.xml"/><Relationship Id="rId393" Type="http://schemas.openxmlformats.org/officeDocument/2006/relationships/customXml" Target="../ink/ink859.xml"/><Relationship Id="rId407" Type="http://schemas.openxmlformats.org/officeDocument/2006/relationships/customXml" Target="../ink/ink866.xml"/><Relationship Id="rId449" Type="http://schemas.openxmlformats.org/officeDocument/2006/relationships/image" Target="../media/image696.png"/><Relationship Id="rId211" Type="http://schemas.openxmlformats.org/officeDocument/2006/relationships/customXml" Target="../ink/ink768.xml"/><Relationship Id="rId253" Type="http://schemas.openxmlformats.org/officeDocument/2006/relationships/customXml" Target="../ink/ink789.xml"/><Relationship Id="rId295" Type="http://schemas.openxmlformats.org/officeDocument/2006/relationships/customXml" Target="../ink/ink810.xml"/><Relationship Id="rId309" Type="http://schemas.openxmlformats.org/officeDocument/2006/relationships/customXml" Target="../ink/ink817.xml"/><Relationship Id="rId460" Type="http://schemas.openxmlformats.org/officeDocument/2006/relationships/customXml" Target="../ink/ink893.xml"/><Relationship Id="rId516" Type="http://schemas.openxmlformats.org/officeDocument/2006/relationships/customXml" Target="../ink/ink921.xml"/><Relationship Id="rId48" Type="http://schemas.openxmlformats.org/officeDocument/2006/relationships/image" Target="../media/image4960.png"/><Relationship Id="rId113" Type="http://schemas.openxmlformats.org/officeDocument/2006/relationships/customXml" Target="../ink/ink719.xml"/><Relationship Id="rId320" Type="http://schemas.openxmlformats.org/officeDocument/2006/relationships/image" Target="../media/image6320.png"/><Relationship Id="rId155" Type="http://schemas.openxmlformats.org/officeDocument/2006/relationships/customXml" Target="../ink/ink740.xml"/><Relationship Id="rId197" Type="http://schemas.openxmlformats.org/officeDocument/2006/relationships/customXml" Target="../ink/ink761.xml"/><Relationship Id="rId362" Type="http://schemas.openxmlformats.org/officeDocument/2006/relationships/image" Target="../media/image6530.png"/><Relationship Id="rId418" Type="http://schemas.openxmlformats.org/officeDocument/2006/relationships/image" Target="../media/image681.png"/><Relationship Id="rId222" Type="http://schemas.openxmlformats.org/officeDocument/2006/relationships/image" Target="../media/image5830.png"/><Relationship Id="rId264" Type="http://schemas.openxmlformats.org/officeDocument/2006/relationships/image" Target="../media/image6040.png"/><Relationship Id="rId471" Type="http://schemas.openxmlformats.org/officeDocument/2006/relationships/image" Target="../media/image707.png"/><Relationship Id="rId17" Type="http://schemas.openxmlformats.org/officeDocument/2006/relationships/customXml" Target="../ink/ink671.xml"/><Relationship Id="rId59" Type="http://schemas.openxmlformats.org/officeDocument/2006/relationships/customXml" Target="../ink/ink692.xml"/><Relationship Id="rId124" Type="http://schemas.openxmlformats.org/officeDocument/2006/relationships/image" Target="../media/image5340.png"/><Relationship Id="rId527" Type="http://schemas.openxmlformats.org/officeDocument/2006/relationships/customXml" Target="../ink/ink927.xml"/><Relationship Id="rId70" Type="http://schemas.openxmlformats.org/officeDocument/2006/relationships/image" Target="../media/image5070.png"/><Relationship Id="rId166" Type="http://schemas.openxmlformats.org/officeDocument/2006/relationships/image" Target="../media/image5550.png"/><Relationship Id="rId331" Type="http://schemas.openxmlformats.org/officeDocument/2006/relationships/customXml" Target="../ink/ink828.xml"/><Relationship Id="rId373" Type="http://schemas.openxmlformats.org/officeDocument/2006/relationships/customXml" Target="../ink/ink849.xml"/><Relationship Id="rId429" Type="http://schemas.openxmlformats.org/officeDocument/2006/relationships/image" Target="../media/image686.png"/><Relationship Id="rId1" Type="http://schemas.openxmlformats.org/officeDocument/2006/relationships/slideLayout" Target="../slideLayouts/slideLayout9.xml"/><Relationship Id="rId233" Type="http://schemas.openxmlformats.org/officeDocument/2006/relationships/customXml" Target="../ink/ink779.xml"/><Relationship Id="rId440" Type="http://schemas.openxmlformats.org/officeDocument/2006/relationships/customXml" Target="../ink/ink883.xml"/><Relationship Id="rId28" Type="http://schemas.openxmlformats.org/officeDocument/2006/relationships/image" Target="../media/image4860.png"/><Relationship Id="rId275" Type="http://schemas.openxmlformats.org/officeDocument/2006/relationships/customXml" Target="../ink/ink800.xml"/><Relationship Id="rId300" Type="http://schemas.openxmlformats.org/officeDocument/2006/relationships/image" Target="../media/image6220.png"/><Relationship Id="rId482" Type="http://schemas.openxmlformats.org/officeDocument/2006/relationships/customXml" Target="../ink/ink904.xml"/><Relationship Id="rId538" Type="http://schemas.openxmlformats.org/officeDocument/2006/relationships/image" Target="../media/image740.png"/><Relationship Id="rId81" Type="http://schemas.openxmlformats.org/officeDocument/2006/relationships/customXml" Target="../ink/ink703.xml"/><Relationship Id="rId135" Type="http://schemas.openxmlformats.org/officeDocument/2006/relationships/customXml" Target="../ink/ink730.xml"/><Relationship Id="rId177" Type="http://schemas.openxmlformats.org/officeDocument/2006/relationships/customXml" Target="../ink/ink751.xml"/><Relationship Id="rId342" Type="http://schemas.openxmlformats.org/officeDocument/2006/relationships/image" Target="../media/image6430.png"/><Relationship Id="rId384" Type="http://schemas.openxmlformats.org/officeDocument/2006/relationships/image" Target="../media/image664.png"/><Relationship Id="rId202" Type="http://schemas.openxmlformats.org/officeDocument/2006/relationships/image" Target="../media/image5730.png"/><Relationship Id="rId244" Type="http://schemas.openxmlformats.org/officeDocument/2006/relationships/image" Target="../media/image5940.png"/><Relationship Id="rId39" Type="http://schemas.openxmlformats.org/officeDocument/2006/relationships/customXml" Target="../ink/ink682.xml"/><Relationship Id="rId286" Type="http://schemas.openxmlformats.org/officeDocument/2006/relationships/image" Target="../media/image6150.png"/><Relationship Id="rId451" Type="http://schemas.openxmlformats.org/officeDocument/2006/relationships/image" Target="../media/image697.png"/><Relationship Id="rId493" Type="http://schemas.openxmlformats.org/officeDocument/2006/relationships/image" Target="../media/image718.png"/><Relationship Id="rId507" Type="http://schemas.openxmlformats.org/officeDocument/2006/relationships/image" Target="../media/image725.png"/><Relationship Id="rId50" Type="http://schemas.openxmlformats.org/officeDocument/2006/relationships/image" Target="../media/image4970.png"/><Relationship Id="rId104" Type="http://schemas.openxmlformats.org/officeDocument/2006/relationships/image" Target="../media/image5240.png"/><Relationship Id="rId146" Type="http://schemas.openxmlformats.org/officeDocument/2006/relationships/image" Target="../media/image5450.png"/><Relationship Id="rId188" Type="http://schemas.openxmlformats.org/officeDocument/2006/relationships/image" Target="../media/image5660.png"/><Relationship Id="rId311" Type="http://schemas.openxmlformats.org/officeDocument/2006/relationships/customXml" Target="../ink/ink818.xml"/><Relationship Id="rId353" Type="http://schemas.openxmlformats.org/officeDocument/2006/relationships/customXml" Target="../ink/ink839.xml"/><Relationship Id="rId395" Type="http://schemas.openxmlformats.org/officeDocument/2006/relationships/customXml" Target="../ink/ink860.xml"/><Relationship Id="rId409" Type="http://schemas.openxmlformats.org/officeDocument/2006/relationships/customXml" Target="../ink/ink867.xml"/><Relationship Id="rId92" Type="http://schemas.openxmlformats.org/officeDocument/2006/relationships/image" Target="../media/image5180.png"/><Relationship Id="rId213" Type="http://schemas.openxmlformats.org/officeDocument/2006/relationships/customXml" Target="../ink/ink769.xml"/><Relationship Id="rId420" Type="http://schemas.openxmlformats.org/officeDocument/2006/relationships/customXml" Target="../ink/ink873.xml"/><Relationship Id="rId255" Type="http://schemas.openxmlformats.org/officeDocument/2006/relationships/customXml" Target="../ink/ink790.xml"/><Relationship Id="rId297" Type="http://schemas.openxmlformats.org/officeDocument/2006/relationships/customXml" Target="../ink/ink811.xml"/><Relationship Id="rId462" Type="http://schemas.openxmlformats.org/officeDocument/2006/relationships/customXml" Target="../ink/ink894.xml"/><Relationship Id="rId518" Type="http://schemas.openxmlformats.org/officeDocument/2006/relationships/customXml" Target="../ink/ink922.xml"/><Relationship Id="rId115" Type="http://schemas.openxmlformats.org/officeDocument/2006/relationships/customXml" Target="../ink/ink720.xml"/><Relationship Id="rId157" Type="http://schemas.openxmlformats.org/officeDocument/2006/relationships/customXml" Target="../ink/ink741.xml"/><Relationship Id="rId322" Type="http://schemas.openxmlformats.org/officeDocument/2006/relationships/image" Target="../media/image6330.png"/><Relationship Id="rId364" Type="http://schemas.openxmlformats.org/officeDocument/2006/relationships/image" Target="../media/image654.png"/><Relationship Id="rId61" Type="http://schemas.openxmlformats.org/officeDocument/2006/relationships/customXml" Target="../ink/ink693.xml"/><Relationship Id="rId199" Type="http://schemas.openxmlformats.org/officeDocument/2006/relationships/customXml" Target="../ink/ink762.xml"/><Relationship Id="rId19" Type="http://schemas.openxmlformats.org/officeDocument/2006/relationships/customXml" Target="../ink/ink672.xml"/><Relationship Id="rId224" Type="http://schemas.openxmlformats.org/officeDocument/2006/relationships/image" Target="../media/image5840.png"/><Relationship Id="rId266" Type="http://schemas.openxmlformats.org/officeDocument/2006/relationships/image" Target="../media/image6050.png"/><Relationship Id="rId431" Type="http://schemas.openxmlformats.org/officeDocument/2006/relationships/image" Target="../media/image687.png"/><Relationship Id="rId473" Type="http://schemas.openxmlformats.org/officeDocument/2006/relationships/image" Target="../media/image708.png"/><Relationship Id="rId529" Type="http://schemas.openxmlformats.org/officeDocument/2006/relationships/customXml" Target="../ink/ink928.xml"/><Relationship Id="rId30" Type="http://schemas.openxmlformats.org/officeDocument/2006/relationships/image" Target="../media/image4870.png"/><Relationship Id="rId126" Type="http://schemas.openxmlformats.org/officeDocument/2006/relationships/image" Target="../media/image5350.png"/><Relationship Id="rId168" Type="http://schemas.openxmlformats.org/officeDocument/2006/relationships/image" Target="../media/image5560.png"/><Relationship Id="rId333" Type="http://schemas.openxmlformats.org/officeDocument/2006/relationships/customXml" Target="../ink/ink829.xml"/><Relationship Id="rId540" Type="http://schemas.openxmlformats.org/officeDocument/2006/relationships/image" Target="../media/image741.png"/><Relationship Id="rId72" Type="http://schemas.openxmlformats.org/officeDocument/2006/relationships/image" Target="../media/image5080.png"/><Relationship Id="rId375" Type="http://schemas.openxmlformats.org/officeDocument/2006/relationships/customXml" Target="../ink/ink850.xml"/><Relationship Id="rId3" Type="http://schemas.openxmlformats.org/officeDocument/2006/relationships/customXml" Target="../ink/ink664.xml"/><Relationship Id="rId235" Type="http://schemas.openxmlformats.org/officeDocument/2006/relationships/customXml" Target="../ink/ink780.xml"/><Relationship Id="rId277" Type="http://schemas.openxmlformats.org/officeDocument/2006/relationships/customXml" Target="../ink/ink801.xml"/><Relationship Id="rId400" Type="http://schemas.openxmlformats.org/officeDocument/2006/relationships/image" Target="../media/image672.png"/><Relationship Id="rId442" Type="http://schemas.openxmlformats.org/officeDocument/2006/relationships/customXml" Target="../ink/ink884.xml"/><Relationship Id="rId484" Type="http://schemas.openxmlformats.org/officeDocument/2006/relationships/customXml" Target="../ink/ink905.xml"/><Relationship Id="rId137" Type="http://schemas.openxmlformats.org/officeDocument/2006/relationships/customXml" Target="../ink/ink731.xml"/><Relationship Id="rId302" Type="http://schemas.openxmlformats.org/officeDocument/2006/relationships/image" Target="../media/image6230.png"/><Relationship Id="rId344" Type="http://schemas.openxmlformats.org/officeDocument/2006/relationships/image" Target="../media/image6440.png"/><Relationship Id="rId41" Type="http://schemas.openxmlformats.org/officeDocument/2006/relationships/customXml" Target="../ink/ink683.xml"/><Relationship Id="rId83" Type="http://schemas.openxmlformats.org/officeDocument/2006/relationships/customXml" Target="../ink/ink704.xml"/><Relationship Id="rId179" Type="http://schemas.openxmlformats.org/officeDocument/2006/relationships/customXml" Target="../ink/ink752.xml"/><Relationship Id="rId386" Type="http://schemas.openxmlformats.org/officeDocument/2006/relationships/image" Target="../media/image665.png"/><Relationship Id="rId190" Type="http://schemas.openxmlformats.org/officeDocument/2006/relationships/image" Target="../media/image5670.png"/><Relationship Id="rId204" Type="http://schemas.openxmlformats.org/officeDocument/2006/relationships/image" Target="../media/image5740.png"/><Relationship Id="rId246" Type="http://schemas.openxmlformats.org/officeDocument/2006/relationships/image" Target="../media/image5950.png"/><Relationship Id="rId288" Type="http://schemas.openxmlformats.org/officeDocument/2006/relationships/image" Target="../media/image6160.png"/><Relationship Id="rId411" Type="http://schemas.openxmlformats.org/officeDocument/2006/relationships/customXml" Target="../ink/ink868.xml"/><Relationship Id="rId453" Type="http://schemas.openxmlformats.org/officeDocument/2006/relationships/image" Target="../media/image698.png"/><Relationship Id="rId509" Type="http://schemas.openxmlformats.org/officeDocument/2006/relationships/image" Target="../media/image726.png"/><Relationship Id="rId106" Type="http://schemas.openxmlformats.org/officeDocument/2006/relationships/image" Target="../media/image5250.png"/><Relationship Id="rId313" Type="http://schemas.openxmlformats.org/officeDocument/2006/relationships/customXml" Target="../ink/ink819.xml"/><Relationship Id="rId495" Type="http://schemas.openxmlformats.org/officeDocument/2006/relationships/image" Target="../media/image719.png"/><Relationship Id="rId10" Type="http://schemas.openxmlformats.org/officeDocument/2006/relationships/image" Target="../media/image4770.png"/><Relationship Id="rId52" Type="http://schemas.openxmlformats.org/officeDocument/2006/relationships/image" Target="../media/image4980.png"/><Relationship Id="rId94" Type="http://schemas.openxmlformats.org/officeDocument/2006/relationships/image" Target="../media/image5190.png"/><Relationship Id="rId148" Type="http://schemas.openxmlformats.org/officeDocument/2006/relationships/image" Target="../media/image5460.png"/><Relationship Id="rId355" Type="http://schemas.openxmlformats.org/officeDocument/2006/relationships/customXml" Target="../ink/ink840.xml"/><Relationship Id="rId397" Type="http://schemas.openxmlformats.org/officeDocument/2006/relationships/customXml" Target="../ink/ink861.xml"/><Relationship Id="rId520" Type="http://schemas.openxmlformats.org/officeDocument/2006/relationships/customXml" Target="../ink/ink923.xml"/><Relationship Id="rId215" Type="http://schemas.openxmlformats.org/officeDocument/2006/relationships/customXml" Target="../ink/ink770.xml"/><Relationship Id="rId257" Type="http://schemas.openxmlformats.org/officeDocument/2006/relationships/customXml" Target="../ink/ink791.xml"/><Relationship Id="rId422" Type="http://schemas.openxmlformats.org/officeDocument/2006/relationships/customXml" Target="../ink/ink874.xml"/><Relationship Id="rId464" Type="http://schemas.openxmlformats.org/officeDocument/2006/relationships/customXml" Target="../ink/ink895.xml"/><Relationship Id="rId299" Type="http://schemas.openxmlformats.org/officeDocument/2006/relationships/customXml" Target="../ink/ink812.xml"/><Relationship Id="rId63" Type="http://schemas.openxmlformats.org/officeDocument/2006/relationships/customXml" Target="../ink/ink694.xml"/><Relationship Id="rId159" Type="http://schemas.openxmlformats.org/officeDocument/2006/relationships/customXml" Target="../ink/ink742.xml"/><Relationship Id="rId366" Type="http://schemas.openxmlformats.org/officeDocument/2006/relationships/image" Target="../media/image655.png"/><Relationship Id="rId226" Type="http://schemas.openxmlformats.org/officeDocument/2006/relationships/image" Target="../media/image5850.png"/><Relationship Id="rId433" Type="http://schemas.openxmlformats.org/officeDocument/2006/relationships/image" Target="../media/image688.png"/><Relationship Id="rId74" Type="http://schemas.openxmlformats.org/officeDocument/2006/relationships/image" Target="../media/image5090.png"/><Relationship Id="rId377" Type="http://schemas.openxmlformats.org/officeDocument/2006/relationships/customXml" Target="../ink/ink851.xml"/><Relationship Id="rId500" Type="http://schemas.openxmlformats.org/officeDocument/2006/relationships/customXml" Target="../ink/ink913.xml"/><Relationship Id="rId5" Type="http://schemas.openxmlformats.org/officeDocument/2006/relationships/customXml" Target="../ink/ink665.xml"/><Relationship Id="rId237" Type="http://schemas.openxmlformats.org/officeDocument/2006/relationships/customXml" Target="../ink/ink781.xml"/><Relationship Id="rId444" Type="http://schemas.openxmlformats.org/officeDocument/2006/relationships/customXml" Target="../ink/ink885.xml"/></Relationships>
</file>

<file path=ppt/slides/_rels/slide70.xml.rels><?xml version="1.0" encoding="UTF-8" standalone="yes"?>
<Relationships xmlns="http://schemas.openxmlformats.org/package/2006/relationships"><Relationship Id="rId3" Type="http://schemas.openxmlformats.org/officeDocument/2006/relationships/image" Target="../media/image253.jpeg"/><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117" Type="http://schemas.openxmlformats.org/officeDocument/2006/relationships/customXml" Target="../ink/ink991.xml"/><Relationship Id="rId21" Type="http://schemas.openxmlformats.org/officeDocument/2006/relationships/customXml" Target="../ink/ink943.xml"/><Relationship Id="rId42" Type="http://schemas.openxmlformats.org/officeDocument/2006/relationships/image" Target="../media/image761.png"/><Relationship Id="rId63" Type="http://schemas.openxmlformats.org/officeDocument/2006/relationships/customXml" Target="../ink/ink964.xml"/><Relationship Id="rId84" Type="http://schemas.openxmlformats.org/officeDocument/2006/relationships/image" Target="../media/image782.png"/><Relationship Id="rId138" Type="http://schemas.openxmlformats.org/officeDocument/2006/relationships/image" Target="../media/image809.png"/><Relationship Id="rId159" Type="http://schemas.openxmlformats.org/officeDocument/2006/relationships/customXml" Target="../ink/ink1012.xml"/><Relationship Id="rId170" Type="http://schemas.openxmlformats.org/officeDocument/2006/relationships/image" Target="../media/image825.png"/><Relationship Id="rId191" Type="http://schemas.openxmlformats.org/officeDocument/2006/relationships/customXml" Target="../ink/ink1028.xml"/><Relationship Id="rId205" Type="http://schemas.openxmlformats.org/officeDocument/2006/relationships/customXml" Target="../ink/ink1035.xml"/><Relationship Id="rId226" Type="http://schemas.openxmlformats.org/officeDocument/2006/relationships/image" Target="../media/image853.png"/><Relationship Id="rId107" Type="http://schemas.openxmlformats.org/officeDocument/2006/relationships/customXml" Target="../ink/ink986.xml"/><Relationship Id="rId11" Type="http://schemas.openxmlformats.org/officeDocument/2006/relationships/customXml" Target="../ink/ink938.xml"/><Relationship Id="rId32" Type="http://schemas.openxmlformats.org/officeDocument/2006/relationships/image" Target="../media/image756.png"/><Relationship Id="rId53" Type="http://schemas.openxmlformats.org/officeDocument/2006/relationships/customXml" Target="../ink/ink959.xml"/><Relationship Id="rId74" Type="http://schemas.openxmlformats.org/officeDocument/2006/relationships/image" Target="../media/image777.png"/><Relationship Id="rId128" Type="http://schemas.openxmlformats.org/officeDocument/2006/relationships/image" Target="../media/image804.png"/><Relationship Id="rId149" Type="http://schemas.openxmlformats.org/officeDocument/2006/relationships/customXml" Target="../ink/ink1007.xml"/><Relationship Id="rId5" Type="http://schemas.openxmlformats.org/officeDocument/2006/relationships/customXml" Target="../ink/ink935.xml"/><Relationship Id="rId95" Type="http://schemas.openxmlformats.org/officeDocument/2006/relationships/customXml" Target="../ink/ink980.xml"/><Relationship Id="rId160" Type="http://schemas.openxmlformats.org/officeDocument/2006/relationships/image" Target="../media/image820.png"/><Relationship Id="rId181" Type="http://schemas.openxmlformats.org/officeDocument/2006/relationships/customXml" Target="../ink/ink1023.xml"/><Relationship Id="rId216" Type="http://schemas.openxmlformats.org/officeDocument/2006/relationships/image" Target="../media/image848.png"/><Relationship Id="rId22" Type="http://schemas.openxmlformats.org/officeDocument/2006/relationships/image" Target="../media/image751.png"/><Relationship Id="rId43" Type="http://schemas.openxmlformats.org/officeDocument/2006/relationships/customXml" Target="../ink/ink954.xml"/><Relationship Id="rId64" Type="http://schemas.openxmlformats.org/officeDocument/2006/relationships/image" Target="../media/image772.png"/><Relationship Id="rId118" Type="http://schemas.openxmlformats.org/officeDocument/2006/relationships/image" Target="../media/image799.png"/><Relationship Id="rId139" Type="http://schemas.openxmlformats.org/officeDocument/2006/relationships/customXml" Target="../ink/ink1002.xml"/><Relationship Id="rId85" Type="http://schemas.openxmlformats.org/officeDocument/2006/relationships/customXml" Target="../ink/ink975.xml"/><Relationship Id="rId150" Type="http://schemas.openxmlformats.org/officeDocument/2006/relationships/image" Target="../media/image815.png"/><Relationship Id="rId171" Type="http://schemas.openxmlformats.org/officeDocument/2006/relationships/customXml" Target="../ink/ink1018.xml"/><Relationship Id="rId192" Type="http://schemas.openxmlformats.org/officeDocument/2006/relationships/image" Target="../media/image836.png"/><Relationship Id="rId206" Type="http://schemas.openxmlformats.org/officeDocument/2006/relationships/image" Target="../media/image843.png"/><Relationship Id="rId227" Type="http://schemas.openxmlformats.org/officeDocument/2006/relationships/customXml" Target="../ink/ink1046.xml"/><Relationship Id="rId12" Type="http://schemas.openxmlformats.org/officeDocument/2006/relationships/image" Target="../media/image746.png"/><Relationship Id="rId33" Type="http://schemas.openxmlformats.org/officeDocument/2006/relationships/customXml" Target="../ink/ink949.xml"/><Relationship Id="rId108" Type="http://schemas.openxmlformats.org/officeDocument/2006/relationships/image" Target="../media/image794.png"/><Relationship Id="rId129" Type="http://schemas.openxmlformats.org/officeDocument/2006/relationships/customXml" Target="../ink/ink997.xml"/><Relationship Id="rId54" Type="http://schemas.openxmlformats.org/officeDocument/2006/relationships/image" Target="../media/image767.png"/><Relationship Id="rId75" Type="http://schemas.openxmlformats.org/officeDocument/2006/relationships/customXml" Target="../ink/ink970.xml"/><Relationship Id="rId96" Type="http://schemas.openxmlformats.org/officeDocument/2006/relationships/image" Target="../media/image788.png"/><Relationship Id="rId140" Type="http://schemas.openxmlformats.org/officeDocument/2006/relationships/image" Target="../media/image810.png"/><Relationship Id="rId161" Type="http://schemas.openxmlformats.org/officeDocument/2006/relationships/customXml" Target="../ink/ink1013.xml"/><Relationship Id="rId182" Type="http://schemas.openxmlformats.org/officeDocument/2006/relationships/image" Target="../media/image831.png"/><Relationship Id="rId217" Type="http://schemas.openxmlformats.org/officeDocument/2006/relationships/customXml" Target="../ink/ink1041.xml"/><Relationship Id="rId6" Type="http://schemas.openxmlformats.org/officeDocument/2006/relationships/image" Target="../media/image743.png"/><Relationship Id="rId23" Type="http://schemas.openxmlformats.org/officeDocument/2006/relationships/customXml" Target="../ink/ink944.xml"/><Relationship Id="rId119" Type="http://schemas.openxmlformats.org/officeDocument/2006/relationships/customXml" Target="../ink/ink992.xml"/><Relationship Id="rId44" Type="http://schemas.openxmlformats.org/officeDocument/2006/relationships/image" Target="../media/image762.png"/><Relationship Id="rId65" Type="http://schemas.openxmlformats.org/officeDocument/2006/relationships/customXml" Target="../ink/ink965.xml"/><Relationship Id="rId86" Type="http://schemas.openxmlformats.org/officeDocument/2006/relationships/image" Target="../media/image783.png"/><Relationship Id="rId130" Type="http://schemas.openxmlformats.org/officeDocument/2006/relationships/image" Target="../media/image805.png"/><Relationship Id="rId151" Type="http://schemas.openxmlformats.org/officeDocument/2006/relationships/customXml" Target="../ink/ink1008.xml"/><Relationship Id="rId172" Type="http://schemas.openxmlformats.org/officeDocument/2006/relationships/image" Target="../media/image826.png"/><Relationship Id="rId193" Type="http://schemas.openxmlformats.org/officeDocument/2006/relationships/customXml" Target="../ink/ink1029.xml"/><Relationship Id="rId207" Type="http://schemas.openxmlformats.org/officeDocument/2006/relationships/customXml" Target="../ink/ink1036.xml"/><Relationship Id="rId228" Type="http://schemas.openxmlformats.org/officeDocument/2006/relationships/image" Target="../media/image854.png"/><Relationship Id="rId13" Type="http://schemas.openxmlformats.org/officeDocument/2006/relationships/customXml" Target="../ink/ink939.xml"/><Relationship Id="rId109" Type="http://schemas.openxmlformats.org/officeDocument/2006/relationships/customXml" Target="../ink/ink987.xml"/><Relationship Id="rId34" Type="http://schemas.openxmlformats.org/officeDocument/2006/relationships/image" Target="../media/image757.png"/><Relationship Id="rId55" Type="http://schemas.openxmlformats.org/officeDocument/2006/relationships/customXml" Target="../ink/ink960.xml"/><Relationship Id="rId76" Type="http://schemas.openxmlformats.org/officeDocument/2006/relationships/image" Target="../media/image778.png"/><Relationship Id="rId97" Type="http://schemas.openxmlformats.org/officeDocument/2006/relationships/customXml" Target="../ink/ink981.xml"/><Relationship Id="rId120" Type="http://schemas.openxmlformats.org/officeDocument/2006/relationships/image" Target="../media/image800.png"/><Relationship Id="rId141" Type="http://schemas.openxmlformats.org/officeDocument/2006/relationships/customXml" Target="../ink/ink1003.xml"/><Relationship Id="rId7" Type="http://schemas.openxmlformats.org/officeDocument/2006/relationships/customXml" Target="../ink/ink936.xml"/><Relationship Id="rId162" Type="http://schemas.openxmlformats.org/officeDocument/2006/relationships/image" Target="../media/image821.png"/><Relationship Id="rId183" Type="http://schemas.openxmlformats.org/officeDocument/2006/relationships/customXml" Target="../ink/ink1024.xml"/><Relationship Id="rId218" Type="http://schemas.openxmlformats.org/officeDocument/2006/relationships/image" Target="../media/image849.png"/><Relationship Id="rId24" Type="http://schemas.openxmlformats.org/officeDocument/2006/relationships/image" Target="../media/image752.png"/><Relationship Id="rId45" Type="http://schemas.openxmlformats.org/officeDocument/2006/relationships/customXml" Target="../ink/ink955.xml"/><Relationship Id="rId66" Type="http://schemas.openxmlformats.org/officeDocument/2006/relationships/image" Target="../media/image773.png"/><Relationship Id="rId87" Type="http://schemas.openxmlformats.org/officeDocument/2006/relationships/customXml" Target="../ink/ink976.xml"/><Relationship Id="rId110" Type="http://schemas.openxmlformats.org/officeDocument/2006/relationships/image" Target="../media/image795.png"/><Relationship Id="rId131" Type="http://schemas.openxmlformats.org/officeDocument/2006/relationships/customXml" Target="../ink/ink998.xml"/><Relationship Id="rId152" Type="http://schemas.openxmlformats.org/officeDocument/2006/relationships/image" Target="../media/image816.png"/><Relationship Id="rId173" Type="http://schemas.openxmlformats.org/officeDocument/2006/relationships/customXml" Target="../ink/ink1019.xml"/><Relationship Id="rId194" Type="http://schemas.openxmlformats.org/officeDocument/2006/relationships/image" Target="../media/image837.png"/><Relationship Id="rId208" Type="http://schemas.openxmlformats.org/officeDocument/2006/relationships/image" Target="../media/image844.png"/><Relationship Id="rId229" Type="http://schemas.openxmlformats.org/officeDocument/2006/relationships/customXml" Target="../ink/ink1047.xml"/><Relationship Id="rId14" Type="http://schemas.openxmlformats.org/officeDocument/2006/relationships/image" Target="../media/image747.png"/><Relationship Id="rId35" Type="http://schemas.openxmlformats.org/officeDocument/2006/relationships/customXml" Target="../ink/ink950.xml"/><Relationship Id="rId56" Type="http://schemas.openxmlformats.org/officeDocument/2006/relationships/image" Target="../media/image768.png"/><Relationship Id="rId77" Type="http://schemas.openxmlformats.org/officeDocument/2006/relationships/customXml" Target="../ink/ink971.xml"/><Relationship Id="rId100" Type="http://schemas.openxmlformats.org/officeDocument/2006/relationships/image" Target="../media/image790.png"/><Relationship Id="rId8" Type="http://schemas.openxmlformats.org/officeDocument/2006/relationships/image" Target="../media/image744.png"/><Relationship Id="rId98" Type="http://schemas.openxmlformats.org/officeDocument/2006/relationships/image" Target="../media/image789.png"/><Relationship Id="rId121" Type="http://schemas.openxmlformats.org/officeDocument/2006/relationships/customXml" Target="../ink/ink993.xml"/><Relationship Id="rId142" Type="http://schemas.openxmlformats.org/officeDocument/2006/relationships/image" Target="../media/image811.png"/><Relationship Id="rId163" Type="http://schemas.openxmlformats.org/officeDocument/2006/relationships/customXml" Target="../ink/ink1014.xml"/><Relationship Id="rId184" Type="http://schemas.openxmlformats.org/officeDocument/2006/relationships/image" Target="../media/image832.png"/><Relationship Id="rId219" Type="http://schemas.openxmlformats.org/officeDocument/2006/relationships/customXml" Target="../ink/ink1042.xml"/><Relationship Id="rId230" Type="http://schemas.openxmlformats.org/officeDocument/2006/relationships/image" Target="../media/image855.png"/><Relationship Id="rId25" Type="http://schemas.openxmlformats.org/officeDocument/2006/relationships/customXml" Target="../ink/ink945.xml"/><Relationship Id="rId46" Type="http://schemas.openxmlformats.org/officeDocument/2006/relationships/image" Target="../media/image763.png"/><Relationship Id="rId67" Type="http://schemas.openxmlformats.org/officeDocument/2006/relationships/customXml" Target="../ink/ink966.xml"/><Relationship Id="rId116" Type="http://schemas.openxmlformats.org/officeDocument/2006/relationships/image" Target="../media/image798.png"/><Relationship Id="rId137" Type="http://schemas.openxmlformats.org/officeDocument/2006/relationships/customXml" Target="../ink/ink1001.xml"/><Relationship Id="rId158" Type="http://schemas.openxmlformats.org/officeDocument/2006/relationships/image" Target="../media/image819.png"/><Relationship Id="rId20" Type="http://schemas.openxmlformats.org/officeDocument/2006/relationships/image" Target="../media/image750.png"/><Relationship Id="rId41" Type="http://schemas.openxmlformats.org/officeDocument/2006/relationships/customXml" Target="../ink/ink953.xml"/><Relationship Id="rId62" Type="http://schemas.openxmlformats.org/officeDocument/2006/relationships/image" Target="../media/image771.png"/><Relationship Id="rId83" Type="http://schemas.openxmlformats.org/officeDocument/2006/relationships/customXml" Target="../ink/ink974.xml"/><Relationship Id="rId88" Type="http://schemas.openxmlformats.org/officeDocument/2006/relationships/image" Target="../media/image784.png"/><Relationship Id="rId111" Type="http://schemas.openxmlformats.org/officeDocument/2006/relationships/customXml" Target="../ink/ink988.xml"/><Relationship Id="rId132" Type="http://schemas.openxmlformats.org/officeDocument/2006/relationships/image" Target="../media/image806.png"/><Relationship Id="rId153" Type="http://schemas.openxmlformats.org/officeDocument/2006/relationships/customXml" Target="../ink/ink1009.xml"/><Relationship Id="rId174" Type="http://schemas.openxmlformats.org/officeDocument/2006/relationships/image" Target="../media/image827.png"/><Relationship Id="rId179" Type="http://schemas.openxmlformats.org/officeDocument/2006/relationships/customXml" Target="../ink/ink1022.xml"/><Relationship Id="rId195" Type="http://schemas.openxmlformats.org/officeDocument/2006/relationships/customXml" Target="../ink/ink1030.xml"/><Relationship Id="rId209" Type="http://schemas.openxmlformats.org/officeDocument/2006/relationships/customXml" Target="../ink/ink1037.xml"/><Relationship Id="rId190" Type="http://schemas.openxmlformats.org/officeDocument/2006/relationships/image" Target="../media/image835.png"/><Relationship Id="rId204" Type="http://schemas.openxmlformats.org/officeDocument/2006/relationships/image" Target="../media/image842.png"/><Relationship Id="rId220" Type="http://schemas.openxmlformats.org/officeDocument/2006/relationships/image" Target="../media/image850.png"/><Relationship Id="rId225" Type="http://schemas.openxmlformats.org/officeDocument/2006/relationships/customXml" Target="../ink/ink1045.xml"/><Relationship Id="rId15" Type="http://schemas.openxmlformats.org/officeDocument/2006/relationships/customXml" Target="../ink/ink940.xml"/><Relationship Id="rId36" Type="http://schemas.openxmlformats.org/officeDocument/2006/relationships/image" Target="../media/image758.png"/><Relationship Id="rId57" Type="http://schemas.openxmlformats.org/officeDocument/2006/relationships/customXml" Target="../ink/ink961.xml"/><Relationship Id="rId106" Type="http://schemas.openxmlformats.org/officeDocument/2006/relationships/image" Target="../media/image793.png"/><Relationship Id="rId127" Type="http://schemas.openxmlformats.org/officeDocument/2006/relationships/customXml" Target="../ink/ink996.xml"/><Relationship Id="rId10" Type="http://schemas.openxmlformats.org/officeDocument/2006/relationships/image" Target="../media/image745.png"/><Relationship Id="rId31" Type="http://schemas.openxmlformats.org/officeDocument/2006/relationships/customXml" Target="../ink/ink948.xml"/><Relationship Id="rId52" Type="http://schemas.openxmlformats.org/officeDocument/2006/relationships/image" Target="../media/image766.png"/><Relationship Id="rId73" Type="http://schemas.openxmlformats.org/officeDocument/2006/relationships/customXml" Target="../ink/ink969.xml"/><Relationship Id="rId78" Type="http://schemas.openxmlformats.org/officeDocument/2006/relationships/image" Target="../media/image779.png"/><Relationship Id="rId94" Type="http://schemas.openxmlformats.org/officeDocument/2006/relationships/image" Target="../media/image787.png"/><Relationship Id="rId99" Type="http://schemas.openxmlformats.org/officeDocument/2006/relationships/customXml" Target="../ink/ink982.xml"/><Relationship Id="rId101" Type="http://schemas.openxmlformats.org/officeDocument/2006/relationships/customXml" Target="../ink/ink983.xml"/><Relationship Id="rId122" Type="http://schemas.openxmlformats.org/officeDocument/2006/relationships/image" Target="../media/image801.png"/><Relationship Id="rId143" Type="http://schemas.openxmlformats.org/officeDocument/2006/relationships/customXml" Target="../ink/ink1004.xml"/><Relationship Id="rId148" Type="http://schemas.openxmlformats.org/officeDocument/2006/relationships/image" Target="../media/image814.png"/><Relationship Id="rId164" Type="http://schemas.openxmlformats.org/officeDocument/2006/relationships/image" Target="../media/image822.png"/><Relationship Id="rId169" Type="http://schemas.openxmlformats.org/officeDocument/2006/relationships/customXml" Target="../ink/ink1017.xml"/><Relationship Id="rId185" Type="http://schemas.openxmlformats.org/officeDocument/2006/relationships/customXml" Target="../ink/ink1025.xml"/><Relationship Id="rId4" Type="http://schemas.openxmlformats.org/officeDocument/2006/relationships/image" Target="../media/image742.png"/><Relationship Id="rId9" Type="http://schemas.openxmlformats.org/officeDocument/2006/relationships/customXml" Target="../ink/ink937.xml"/><Relationship Id="rId180" Type="http://schemas.openxmlformats.org/officeDocument/2006/relationships/image" Target="../media/image830.png"/><Relationship Id="rId210" Type="http://schemas.openxmlformats.org/officeDocument/2006/relationships/image" Target="../media/image845.png"/><Relationship Id="rId215" Type="http://schemas.openxmlformats.org/officeDocument/2006/relationships/customXml" Target="../ink/ink1040.xml"/><Relationship Id="rId26" Type="http://schemas.openxmlformats.org/officeDocument/2006/relationships/image" Target="../media/image753.png"/><Relationship Id="rId231" Type="http://schemas.openxmlformats.org/officeDocument/2006/relationships/customXml" Target="../ink/ink1048.xml"/><Relationship Id="rId47" Type="http://schemas.openxmlformats.org/officeDocument/2006/relationships/customXml" Target="../ink/ink956.xml"/><Relationship Id="rId68" Type="http://schemas.openxmlformats.org/officeDocument/2006/relationships/image" Target="../media/image774.png"/><Relationship Id="rId89" Type="http://schemas.openxmlformats.org/officeDocument/2006/relationships/customXml" Target="../ink/ink977.xml"/><Relationship Id="rId112" Type="http://schemas.openxmlformats.org/officeDocument/2006/relationships/image" Target="../media/image796.png"/><Relationship Id="rId133" Type="http://schemas.openxmlformats.org/officeDocument/2006/relationships/customXml" Target="../ink/ink999.xml"/><Relationship Id="rId154" Type="http://schemas.openxmlformats.org/officeDocument/2006/relationships/image" Target="../media/image817.png"/><Relationship Id="rId175" Type="http://schemas.openxmlformats.org/officeDocument/2006/relationships/customXml" Target="../ink/ink1020.xml"/><Relationship Id="rId196" Type="http://schemas.openxmlformats.org/officeDocument/2006/relationships/image" Target="../media/image838.png"/><Relationship Id="rId200" Type="http://schemas.openxmlformats.org/officeDocument/2006/relationships/image" Target="../media/image840.png"/><Relationship Id="rId16" Type="http://schemas.openxmlformats.org/officeDocument/2006/relationships/image" Target="../media/image748.png"/><Relationship Id="rId221" Type="http://schemas.openxmlformats.org/officeDocument/2006/relationships/customXml" Target="../ink/ink1043.xml"/><Relationship Id="rId37" Type="http://schemas.openxmlformats.org/officeDocument/2006/relationships/customXml" Target="../ink/ink951.xml"/><Relationship Id="rId58" Type="http://schemas.openxmlformats.org/officeDocument/2006/relationships/image" Target="../media/image769.png"/><Relationship Id="rId79" Type="http://schemas.openxmlformats.org/officeDocument/2006/relationships/customXml" Target="../ink/ink972.xml"/><Relationship Id="rId102" Type="http://schemas.openxmlformats.org/officeDocument/2006/relationships/image" Target="../media/image791.png"/><Relationship Id="rId123" Type="http://schemas.openxmlformats.org/officeDocument/2006/relationships/customXml" Target="../ink/ink994.xml"/><Relationship Id="rId144" Type="http://schemas.openxmlformats.org/officeDocument/2006/relationships/image" Target="../media/image812.png"/><Relationship Id="rId90" Type="http://schemas.openxmlformats.org/officeDocument/2006/relationships/image" Target="../media/image785.png"/><Relationship Id="rId165" Type="http://schemas.openxmlformats.org/officeDocument/2006/relationships/customXml" Target="../ink/ink1015.xml"/><Relationship Id="rId186" Type="http://schemas.openxmlformats.org/officeDocument/2006/relationships/image" Target="../media/image833.png"/><Relationship Id="rId211" Type="http://schemas.openxmlformats.org/officeDocument/2006/relationships/customXml" Target="../ink/ink1038.xml"/><Relationship Id="rId232" Type="http://schemas.openxmlformats.org/officeDocument/2006/relationships/image" Target="../media/image856.png"/><Relationship Id="rId27" Type="http://schemas.openxmlformats.org/officeDocument/2006/relationships/customXml" Target="../ink/ink946.xml"/><Relationship Id="rId48" Type="http://schemas.openxmlformats.org/officeDocument/2006/relationships/image" Target="../media/image764.png"/><Relationship Id="rId69" Type="http://schemas.openxmlformats.org/officeDocument/2006/relationships/customXml" Target="../ink/ink967.xml"/><Relationship Id="rId113" Type="http://schemas.openxmlformats.org/officeDocument/2006/relationships/customXml" Target="../ink/ink989.xml"/><Relationship Id="rId134" Type="http://schemas.openxmlformats.org/officeDocument/2006/relationships/image" Target="../media/image807.png"/><Relationship Id="rId80" Type="http://schemas.openxmlformats.org/officeDocument/2006/relationships/image" Target="../media/image780.png"/><Relationship Id="rId155" Type="http://schemas.openxmlformats.org/officeDocument/2006/relationships/customXml" Target="../ink/ink1010.xml"/><Relationship Id="rId176" Type="http://schemas.openxmlformats.org/officeDocument/2006/relationships/image" Target="../media/image828.png"/><Relationship Id="rId197" Type="http://schemas.openxmlformats.org/officeDocument/2006/relationships/customXml" Target="../ink/ink1031.xml"/><Relationship Id="rId201" Type="http://schemas.openxmlformats.org/officeDocument/2006/relationships/customXml" Target="../ink/ink1033.xml"/><Relationship Id="rId222" Type="http://schemas.openxmlformats.org/officeDocument/2006/relationships/image" Target="../media/image851.png"/><Relationship Id="rId17" Type="http://schemas.openxmlformats.org/officeDocument/2006/relationships/customXml" Target="../ink/ink941.xml"/><Relationship Id="rId38" Type="http://schemas.openxmlformats.org/officeDocument/2006/relationships/image" Target="../media/image759.png"/><Relationship Id="rId59" Type="http://schemas.openxmlformats.org/officeDocument/2006/relationships/customXml" Target="../ink/ink962.xml"/><Relationship Id="rId103" Type="http://schemas.openxmlformats.org/officeDocument/2006/relationships/customXml" Target="../ink/ink984.xml"/><Relationship Id="rId124" Type="http://schemas.openxmlformats.org/officeDocument/2006/relationships/image" Target="../media/image802.png"/><Relationship Id="rId70" Type="http://schemas.openxmlformats.org/officeDocument/2006/relationships/image" Target="../media/image775.png"/><Relationship Id="rId91" Type="http://schemas.openxmlformats.org/officeDocument/2006/relationships/customXml" Target="../ink/ink978.xml"/><Relationship Id="rId145" Type="http://schemas.openxmlformats.org/officeDocument/2006/relationships/customXml" Target="../ink/ink1005.xml"/><Relationship Id="rId166" Type="http://schemas.openxmlformats.org/officeDocument/2006/relationships/image" Target="../media/image823.png"/><Relationship Id="rId187" Type="http://schemas.openxmlformats.org/officeDocument/2006/relationships/customXml" Target="../ink/ink1026.xml"/><Relationship Id="rId1" Type="http://schemas.openxmlformats.org/officeDocument/2006/relationships/slideLayout" Target="../slideLayouts/slideLayout9.xml"/><Relationship Id="rId212" Type="http://schemas.openxmlformats.org/officeDocument/2006/relationships/image" Target="../media/image846.png"/><Relationship Id="rId28" Type="http://schemas.openxmlformats.org/officeDocument/2006/relationships/image" Target="../media/image754.png"/><Relationship Id="rId49" Type="http://schemas.openxmlformats.org/officeDocument/2006/relationships/customXml" Target="../ink/ink957.xml"/><Relationship Id="rId114" Type="http://schemas.openxmlformats.org/officeDocument/2006/relationships/image" Target="../media/image797.png"/><Relationship Id="rId60" Type="http://schemas.openxmlformats.org/officeDocument/2006/relationships/image" Target="../media/image770.png"/><Relationship Id="rId81" Type="http://schemas.openxmlformats.org/officeDocument/2006/relationships/customXml" Target="../ink/ink973.xml"/><Relationship Id="rId135" Type="http://schemas.openxmlformats.org/officeDocument/2006/relationships/customXml" Target="../ink/ink1000.xml"/><Relationship Id="rId156" Type="http://schemas.openxmlformats.org/officeDocument/2006/relationships/image" Target="../media/image818.png"/><Relationship Id="rId177" Type="http://schemas.openxmlformats.org/officeDocument/2006/relationships/customXml" Target="../ink/ink1021.xml"/><Relationship Id="rId198" Type="http://schemas.openxmlformats.org/officeDocument/2006/relationships/image" Target="../media/image839.png"/><Relationship Id="rId202" Type="http://schemas.openxmlformats.org/officeDocument/2006/relationships/image" Target="../media/image841.png"/><Relationship Id="rId223" Type="http://schemas.openxmlformats.org/officeDocument/2006/relationships/customXml" Target="../ink/ink1044.xml"/><Relationship Id="rId18" Type="http://schemas.openxmlformats.org/officeDocument/2006/relationships/image" Target="../media/image749.png"/><Relationship Id="rId39" Type="http://schemas.openxmlformats.org/officeDocument/2006/relationships/customXml" Target="../ink/ink952.xml"/><Relationship Id="rId50" Type="http://schemas.openxmlformats.org/officeDocument/2006/relationships/image" Target="../media/image765.png"/><Relationship Id="rId104" Type="http://schemas.openxmlformats.org/officeDocument/2006/relationships/image" Target="../media/image792.png"/><Relationship Id="rId125" Type="http://schemas.openxmlformats.org/officeDocument/2006/relationships/customXml" Target="../ink/ink995.xml"/><Relationship Id="rId146" Type="http://schemas.openxmlformats.org/officeDocument/2006/relationships/image" Target="../media/image813.png"/><Relationship Id="rId167" Type="http://schemas.openxmlformats.org/officeDocument/2006/relationships/customXml" Target="../ink/ink1016.xml"/><Relationship Id="rId188" Type="http://schemas.openxmlformats.org/officeDocument/2006/relationships/image" Target="../media/image834.png"/><Relationship Id="rId71" Type="http://schemas.openxmlformats.org/officeDocument/2006/relationships/customXml" Target="../ink/ink968.xml"/><Relationship Id="rId92" Type="http://schemas.openxmlformats.org/officeDocument/2006/relationships/image" Target="../media/image786.png"/><Relationship Id="rId213" Type="http://schemas.openxmlformats.org/officeDocument/2006/relationships/customXml" Target="../ink/ink1039.xml"/><Relationship Id="rId2" Type="http://schemas.openxmlformats.org/officeDocument/2006/relationships/image" Target="../media/image38.png"/><Relationship Id="rId29" Type="http://schemas.openxmlformats.org/officeDocument/2006/relationships/customXml" Target="../ink/ink947.xml"/><Relationship Id="rId40" Type="http://schemas.openxmlformats.org/officeDocument/2006/relationships/image" Target="../media/image760.png"/><Relationship Id="rId115" Type="http://schemas.openxmlformats.org/officeDocument/2006/relationships/customXml" Target="../ink/ink990.xml"/><Relationship Id="rId136" Type="http://schemas.openxmlformats.org/officeDocument/2006/relationships/image" Target="../media/image808.png"/><Relationship Id="rId157" Type="http://schemas.openxmlformats.org/officeDocument/2006/relationships/customXml" Target="../ink/ink1011.xml"/><Relationship Id="rId178" Type="http://schemas.openxmlformats.org/officeDocument/2006/relationships/image" Target="../media/image829.png"/><Relationship Id="rId61" Type="http://schemas.openxmlformats.org/officeDocument/2006/relationships/customXml" Target="../ink/ink963.xml"/><Relationship Id="rId82" Type="http://schemas.openxmlformats.org/officeDocument/2006/relationships/image" Target="../media/image781.png"/><Relationship Id="rId199" Type="http://schemas.openxmlformats.org/officeDocument/2006/relationships/customXml" Target="../ink/ink1032.xml"/><Relationship Id="rId203" Type="http://schemas.openxmlformats.org/officeDocument/2006/relationships/customXml" Target="../ink/ink1034.xml"/><Relationship Id="rId19" Type="http://schemas.openxmlformats.org/officeDocument/2006/relationships/customXml" Target="../ink/ink942.xml"/><Relationship Id="rId224" Type="http://schemas.openxmlformats.org/officeDocument/2006/relationships/image" Target="../media/image852.png"/><Relationship Id="rId30" Type="http://schemas.openxmlformats.org/officeDocument/2006/relationships/image" Target="../media/image755.png"/><Relationship Id="rId105" Type="http://schemas.openxmlformats.org/officeDocument/2006/relationships/customXml" Target="../ink/ink985.xml"/><Relationship Id="rId126" Type="http://schemas.openxmlformats.org/officeDocument/2006/relationships/image" Target="../media/image803.png"/><Relationship Id="rId147" Type="http://schemas.openxmlformats.org/officeDocument/2006/relationships/customXml" Target="../ink/ink1006.xml"/><Relationship Id="rId168" Type="http://schemas.openxmlformats.org/officeDocument/2006/relationships/image" Target="../media/image824.png"/><Relationship Id="rId51" Type="http://schemas.openxmlformats.org/officeDocument/2006/relationships/customXml" Target="../ink/ink958.xml"/><Relationship Id="rId72" Type="http://schemas.openxmlformats.org/officeDocument/2006/relationships/image" Target="../media/image776.png"/><Relationship Id="rId93" Type="http://schemas.openxmlformats.org/officeDocument/2006/relationships/customXml" Target="../ink/ink979.xml"/><Relationship Id="rId189" Type="http://schemas.openxmlformats.org/officeDocument/2006/relationships/customXml" Target="../ink/ink1027.xml"/><Relationship Id="rId3" Type="http://schemas.openxmlformats.org/officeDocument/2006/relationships/customXml" Target="../ink/ink934.xml"/><Relationship Id="rId214" Type="http://schemas.openxmlformats.org/officeDocument/2006/relationships/image" Target="../media/image847.png"/></Relationships>
</file>

<file path=ppt/slides/_rels/slide7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mailto:Anubhav.abap@gmail.com" TargetMode="Externa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117" Type="http://schemas.openxmlformats.org/officeDocument/2006/relationships/image" Target="../media/image912.png"/><Relationship Id="rId21" Type="http://schemas.openxmlformats.org/officeDocument/2006/relationships/customXml" Target="../ink/ink1058.xml"/><Relationship Id="rId63" Type="http://schemas.openxmlformats.org/officeDocument/2006/relationships/customXml" Target="../ink/ink1079.xml"/><Relationship Id="rId159" Type="http://schemas.openxmlformats.org/officeDocument/2006/relationships/image" Target="../media/image933.png"/><Relationship Id="rId170" Type="http://schemas.openxmlformats.org/officeDocument/2006/relationships/customXml" Target="../ink/ink1133.xml"/><Relationship Id="rId226" Type="http://schemas.openxmlformats.org/officeDocument/2006/relationships/customXml" Target="../ink/ink1161.xml"/><Relationship Id="rId107" Type="http://schemas.openxmlformats.org/officeDocument/2006/relationships/image" Target="../media/image907.png"/><Relationship Id="rId11" Type="http://schemas.openxmlformats.org/officeDocument/2006/relationships/customXml" Target="../ink/ink1053.xml"/><Relationship Id="rId32" Type="http://schemas.openxmlformats.org/officeDocument/2006/relationships/image" Target="../media/image870.png"/><Relationship Id="rId53" Type="http://schemas.openxmlformats.org/officeDocument/2006/relationships/customXml" Target="../ink/ink1074.xml"/><Relationship Id="rId74" Type="http://schemas.openxmlformats.org/officeDocument/2006/relationships/customXml" Target="../ink/ink1085.xml"/><Relationship Id="rId128" Type="http://schemas.openxmlformats.org/officeDocument/2006/relationships/customXml" Target="../ink/ink1112.xml"/><Relationship Id="rId149" Type="http://schemas.openxmlformats.org/officeDocument/2006/relationships/image" Target="../media/image928.png"/><Relationship Id="rId5" Type="http://schemas.openxmlformats.org/officeDocument/2006/relationships/customXml" Target="../ink/ink1050.xml"/><Relationship Id="rId95" Type="http://schemas.openxmlformats.org/officeDocument/2006/relationships/image" Target="../media/image901.png"/><Relationship Id="rId160" Type="http://schemas.openxmlformats.org/officeDocument/2006/relationships/customXml" Target="../ink/ink1128.xml"/><Relationship Id="rId181" Type="http://schemas.openxmlformats.org/officeDocument/2006/relationships/image" Target="../media/image944.png"/><Relationship Id="rId216" Type="http://schemas.openxmlformats.org/officeDocument/2006/relationships/customXml" Target="../ink/ink1156.xml"/><Relationship Id="rId237" Type="http://schemas.openxmlformats.org/officeDocument/2006/relationships/image" Target="../media/image972.png"/><Relationship Id="rId258" Type="http://schemas.openxmlformats.org/officeDocument/2006/relationships/customXml" Target="../ink/ink1177.xml"/><Relationship Id="rId22" Type="http://schemas.openxmlformats.org/officeDocument/2006/relationships/image" Target="../media/image865.png"/><Relationship Id="rId43" Type="http://schemas.openxmlformats.org/officeDocument/2006/relationships/customXml" Target="../ink/ink1069.xml"/><Relationship Id="rId64" Type="http://schemas.openxmlformats.org/officeDocument/2006/relationships/customXml" Target="../ink/ink1080.xml"/><Relationship Id="rId118" Type="http://schemas.openxmlformats.org/officeDocument/2006/relationships/customXml" Target="../ink/ink1107.xml"/><Relationship Id="rId139" Type="http://schemas.openxmlformats.org/officeDocument/2006/relationships/image" Target="../media/image923.png"/><Relationship Id="rId85" Type="http://schemas.openxmlformats.org/officeDocument/2006/relationships/image" Target="../media/image896.png"/><Relationship Id="rId150" Type="http://schemas.openxmlformats.org/officeDocument/2006/relationships/customXml" Target="../ink/ink1123.xml"/><Relationship Id="rId171" Type="http://schemas.openxmlformats.org/officeDocument/2006/relationships/image" Target="../media/image939.png"/><Relationship Id="rId192" Type="http://schemas.openxmlformats.org/officeDocument/2006/relationships/customXml" Target="../ink/ink1144.xml"/><Relationship Id="rId206" Type="http://schemas.openxmlformats.org/officeDocument/2006/relationships/customXml" Target="../ink/ink1151.xml"/><Relationship Id="rId227" Type="http://schemas.openxmlformats.org/officeDocument/2006/relationships/image" Target="../media/image967.png"/><Relationship Id="rId248" Type="http://schemas.openxmlformats.org/officeDocument/2006/relationships/customXml" Target="../ink/ink1172.xml"/><Relationship Id="rId12" Type="http://schemas.openxmlformats.org/officeDocument/2006/relationships/image" Target="../media/image861.png"/><Relationship Id="rId33" Type="http://schemas.openxmlformats.org/officeDocument/2006/relationships/customXml" Target="../ink/ink1064.xml"/><Relationship Id="rId108" Type="http://schemas.openxmlformats.org/officeDocument/2006/relationships/customXml" Target="../ink/ink1102.xml"/><Relationship Id="rId129" Type="http://schemas.openxmlformats.org/officeDocument/2006/relationships/image" Target="../media/image918.png"/><Relationship Id="rId54" Type="http://schemas.openxmlformats.org/officeDocument/2006/relationships/image" Target="../media/image881.png"/><Relationship Id="rId75" Type="http://schemas.openxmlformats.org/officeDocument/2006/relationships/image" Target="../media/image891.png"/><Relationship Id="rId96" Type="http://schemas.openxmlformats.org/officeDocument/2006/relationships/customXml" Target="../ink/ink1096.xml"/><Relationship Id="rId140" Type="http://schemas.openxmlformats.org/officeDocument/2006/relationships/customXml" Target="../ink/ink1118.xml"/><Relationship Id="rId161" Type="http://schemas.openxmlformats.org/officeDocument/2006/relationships/image" Target="../media/image934.png"/><Relationship Id="rId182" Type="http://schemas.openxmlformats.org/officeDocument/2006/relationships/customXml" Target="../ink/ink1139.xml"/><Relationship Id="rId217" Type="http://schemas.openxmlformats.org/officeDocument/2006/relationships/image" Target="../media/image962.png"/><Relationship Id="rId6" Type="http://schemas.openxmlformats.org/officeDocument/2006/relationships/image" Target="../media/image858.png"/><Relationship Id="rId238" Type="http://schemas.openxmlformats.org/officeDocument/2006/relationships/customXml" Target="../ink/ink1167.xml"/><Relationship Id="rId259" Type="http://schemas.openxmlformats.org/officeDocument/2006/relationships/image" Target="../media/image983.png"/><Relationship Id="rId23" Type="http://schemas.openxmlformats.org/officeDocument/2006/relationships/customXml" Target="../ink/ink1059.xml"/><Relationship Id="rId119" Type="http://schemas.openxmlformats.org/officeDocument/2006/relationships/image" Target="../media/image913.png"/><Relationship Id="rId44" Type="http://schemas.openxmlformats.org/officeDocument/2006/relationships/image" Target="../media/image876.png"/><Relationship Id="rId65" Type="http://schemas.openxmlformats.org/officeDocument/2006/relationships/image" Target="../media/image886.png"/><Relationship Id="rId86" Type="http://schemas.openxmlformats.org/officeDocument/2006/relationships/customXml" Target="../ink/ink1091.xml"/><Relationship Id="rId130" Type="http://schemas.openxmlformats.org/officeDocument/2006/relationships/customXml" Target="../ink/ink1113.xml"/><Relationship Id="rId151" Type="http://schemas.openxmlformats.org/officeDocument/2006/relationships/image" Target="../media/image929.png"/><Relationship Id="rId172" Type="http://schemas.openxmlformats.org/officeDocument/2006/relationships/customXml" Target="../ink/ink1134.xml"/><Relationship Id="rId193" Type="http://schemas.openxmlformats.org/officeDocument/2006/relationships/image" Target="../media/image950.png"/><Relationship Id="rId207" Type="http://schemas.openxmlformats.org/officeDocument/2006/relationships/image" Target="../media/image957.png"/><Relationship Id="rId228" Type="http://schemas.openxmlformats.org/officeDocument/2006/relationships/customXml" Target="../ink/ink1162.xml"/><Relationship Id="rId249" Type="http://schemas.openxmlformats.org/officeDocument/2006/relationships/image" Target="../media/image978.png"/><Relationship Id="rId13" Type="http://schemas.openxmlformats.org/officeDocument/2006/relationships/customXml" Target="../ink/ink1054.xml"/><Relationship Id="rId109" Type="http://schemas.openxmlformats.org/officeDocument/2006/relationships/image" Target="../media/image908.png"/><Relationship Id="rId260" Type="http://schemas.openxmlformats.org/officeDocument/2006/relationships/customXml" Target="../ink/ink1178.xml"/><Relationship Id="rId34" Type="http://schemas.openxmlformats.org/officeDocument/2006/relationships/image" Target="../media/image871.png"/><Relationship Id="rId55" Type="http://schemas.openxmlformats.org/officeDocument/2006/relationships/customXml" Target="../ink/ink1075.xml"/><Relationship Id="rId76" Type="http://schemas.openxmlformats.org/officeDocument/2006/relationships/customXml" Target="../ink/ink1086.xml"/><Relationship Id="rId97" Type="http://schemas.openxmlformats.org/officeDocument/2006/relationships/image" Target="../media/image902.png"/><Relationship Id="rId120" Type="http://schemas.openxmlformats.org/officeDocument/2006/relationships/customXml" Target="../ink/ink1108.xml"/><Relationship Id="rId141" Type="http://schemas.openxmlformats.org/officeDocument/2006/relationships/image" Target="../media/image924.png"/><Relationship Id="rId7" Type="http://schemas.openxmlformats.org/officeDocument/2006/relationships/customXml" Target="../ink/ink1051.xml"/><Relationship Id="rId162" Type="http://schemas.openxmlformats.org/officeDocument/2006/relationships/customXml" Target="../ink/ink1129.xml"/><Relationship Id="rId183" Type="http://schemas.openxmlformats.org/officeDocument/2006/relationships/image" Target="../media/image945.png"/><Relationship Id="rId218" Type="http://schemas.openxmlformats.org/officeDocument/2006/relationships/customXml" Target="../ink/ink1157.xml"/><Relationship Id="rId239" Type="http://schemas.openxmlformats.org/officeDocument/2006/relationships/image" Target="../media/image973.png"/><Relationship Id="rId250" Type="http://schemas.openxmlformats.org/officeDocument/2006/relationships/customXml" Target="../ink/ink1173.xml"/><Relationship Id="rId24" Type="http://schemas.openxmlformats.org/officeDocument/2006/relationships/image" Target="../media/image866.png"/><Relationship Id="rId45" Type="http://schemas.openxmlformats.org/officeDocument/2006/relationships/customXml" Target="../ink/ink1070.xml"/><Relationship Id="rId66" Type="http://schemas.openxmlformats.org/officeDocument/2006/relationships/customXml" Target="../ink/ink1081.xml"/><Relationship Id="rId87" Type="http://schemas.openxmlformats.org/officeDocument/2006/relationships/image" Target="../media/image897.png"/><Relationship Id="rId110" Type="http://schemas.openxmlformats.org/officeDocument/2006/relationships/customXml" Target="../ink/ink1103.xml"/><Relationship Id="rId131" Type="http://schemas.openxmlformats.org/officeDocument/2006/relationships/image" Target="../media/image919.png"/><Relationship Id="rId152" Type="http://schemas.openxmlformats.org/officeDocument/2006/relationships/customXml" Target="../ink/ink1124.xml"/><Relationship Id="rId173" Type="http://schemas.openxmlformats.org/officeDocument/2006/relationships/image" Target="../media/image940.png"/><Relationship Id="rId194" Type="http://schemas.openxmlformats.org/officeDocument/2006/relationships/customXml" Target="../ink/ink1145.xml"/><Relationship Id="rId208" Type="http://schemas.openxmlformats.org/officeDocument/2006/relationships/customXml" Target="../ink/ink1152.xml"/><Relationship Id="rId229" Type="http://schemas.openxmlformats.org/officeDocument/2006/relationships/image" Target="../media/image968.png"/><Relationship Id="rId240" Type="http://schemas.openxmlformats.org/officeDocument/2006/relationships/customXml" Target="../ink/ink1168.xml"/><Relationship Id="rId261" Type="http://schemas.openxmlformats.org/officeDocument/2006/relationships/image" Target="../media/image984.png"/><Relationship Id="rId14" Type="http://schemas.openxmlformats.org/officeDocument/2006/relationships/image" Target="../media/image862.png"/><Relationship Id="rId35" Type="http://schemas.openxmlformats.org/officeDocument/2006/relationships/customXml" Target="../ink/ink1065.xml"/><Relationship Id="rId56" Type="http://schemas.openxmlformats.org/officeDocument/2006/relationships/image" Target="../media/image882.png"/><Relationship Id="rId77" Type="http://schemas.openxmlformats.org/officeDocument/2006/relationships/image" Target="../media/image892.png"/><Relationship Id="rId100" Type="http://schemas.openxmlformats.org/officeDocument/2006/relationships/customXml" Target="../ink/ink1098.xml"/><Relationship Id="rId8" Type="http://schemas.openxmlformats.org/officeDocument/2006/relationships/image" Target="../media/image859.png"/><Relationship Id="rId98" Type="http://schemas.openxmlformats.org/officeDocument/2006/relationships/customXml" Target="../ink/ink1097.xml"/><Relationship Id="rId121" Type="http://schemas.openxmlformats.org/officeDocument/2006/relationships/image" Target="../media/image914.png"/><Relationship Id="rId142" Type="http://schemas.openxmlformats.org/officeDocument/2006/relationships/customXml" Target="../ink/ink1119.xml"/><Relationship Id="rId163" Type="http://schemas.openxmlformats.org/officeDocument/2006/relationships/image" Target="../media/image935.png"/><Relationship Id="rId184" Type="http://schemas.openxmlformats.org/officeDocument/2006/relationships/customXml" Target="../ink/ink1140.xml"/><Relationship Id="rId219" Type="http://schemas.openxmlformats.org/officeDocument/2006/relationships/image" Target="../media/image963.png"/><Relationship Id="rId230" Type="http://schemas.openxmlformats.org/officeDocument/2006/relationships/customXml" Target="../ink/ink1163.xml"/><Relationship Id="rId251" Type="http://schemas.openxmlformats.org/officeDocument/2006/relationships/image" Target="../media/image979.png"/><Relationship Id="rId25" Type="http://schemas.openxmlformats.org/officeDocument/2006/relationships/customXml" Target="../ink/ink1060.xml"/><Relationship Id="rId46" Type="http://schemas.openxmlformats.org/officeDocument/2006/relationships/image" Target="../media/image877.png"/><Relationship Id="rId67" Type="http://schemas.openxmlformats.org/officeDocument/2006/relationships/image" Target="../media/image887.png"/><Relationship Id="rId88" Type="http://schemas.openxmlformats.org/officeDocument/2006/relationships/customXml" Target="../ink/ink1092.xml"/><Relationship Id="rId111" Type="http://schemas.openxmlformats.org/officeDocument/2006/relationships/image" Target="../media/image909.png"/><Relationship Id="rId132" Type="http://schemas.openxmlformats.org/officeDocument/2006/relationships/customXml" Target="../ink/ink1114.xml"/><Relationship Id="rId153" Type="http://schemas.openxmlformats.org/officeDocument/2006/relationships/image" Target="../media/image930.png"/><Relationship Id="rId174" Type="http://schemas.openxmlformats.org/officeDocument/2006/relationships/customXml" Target="../ink/ink1135.xml"/><Relationship Id="rId195" Type="http://schemas.openxmlformats.org/officeDocument/2006/relationships/image" Target="../media/image951.png"/><Relationship Id="rId209" Type="http://schemas.openxmlformats.org/officeDocument/2006/relationships/image" Target="../media/image958.png"/><Relationship Id="rId220" Type="http://schemas.openxmlformats.org/officeDocument/2006/relationships/customXml" Target="../ink/ink1158.xml"/><Relationship Id="rId241" Type="http://schemas.openxmlformats.org/officeDocument/2006/relationships/image" Target="../media/image974.png"/><Relationship Id="rId15" Type="http://schemas.openxmlformats.org/officeDocument/2006/relationships/customXml" Target="../ink/ink1055.xml"/><Relationship Id="rId36" Type="http://schemas.openxmlformats.org/officeDocument/2006/relationships/image" Target="../media/image872.png"/><Relationship Id="rId57" Type="http://schemas.openxmlformats.org/officeDocument/2006/relationships/customXml" Target="../ink/ink1076.xml"/><Relationship Id="rId262" Type="http://schemas.openxmlformats.org/officeDocument/2006/relationships/customXml" Target="../ink/ink1179.xml"/><Relationship Id="rId78" Type="http://schemas.openxmlformats.org/officeDocument/2006/relationships/customXml" Target="../ink/ink1087.xml"/><Relationship Id="rId99" Type="http://schemas.openxmlformats.org/officeDocument/2006/relationships/image" Target="../media/image903.png"/><Relationship Id="rId101" Type="http://schemas.openxmlformats.org/officeDocument/2006/relationships/image" Target="../media/image904.png"/><Relationship Id="rId122" Type="http://schemas.openxmlformats.org/officeDocument/2006/relationships/customXml" Target="../ink/ink1109.xml"/><Relationship Id="rId143" Type="http://schemas.openxmlformats.org/officeDocument/2006/relationships/image" Target="../media/image925.png"/><Relationship Id="rId164" Type="http://schemas.openxmlformats.org/officeDocument/2006/relationships/customXml" Target="../ink/ink1130.xml"/><Relationship Id="rId185" Type="http://schemas.openxmlformats.org/officeDocument/2006/relationships/image" Target="../media/image946.png"/><Relationship Id="rId9" Type="http://schemas.openxmlformats.org/officeDocument/2006/relationships/customXml" Target="../ink/ink1052.xml"/><Relationship Id="rId210" Type="http://schemas.openxmlformats.org/officeDocument/2006/relationships/customXml" Target="../ink/ink1153.xml"/><Relationship Id="rId26" Type="http://schemas.openxmlformats.org/officeDocument/2006/relationships/image" Target="../media/image867.png"/><Relationship Id="rId231" Type="http://schemas.openxmlformats.org/officeDocument/2006/relationships/image" Target="../media/image969.png"/><Relationship Id="rId252" Type="http://schemas.openxmlformats.org/officeDocument/2006/relationships/customXml" Target="../ink/ink1174.xml"/><Relationship Id="rId47" Type="http://schemas.openxmlformats.org/officeDocument/2006/relationships/customXml" Target="../ink/ink1071.xml"/><Relationship Id="rId68" Type="http://schemas.openxmlformats.org/officeDocument/2006/relationships/customXml" Target="../ink/ink1082.xml"/><Relationship Id="rId89" Type="http://schemas.openxmlformats.org/officeDocument/2006/relationships/image" Target="../media/image898.png"/><Relationship Id="rId112" Type="http://schemas.openxmlformats.org/officeDocument/2006/relationships/customXml" Target="../ink/ink1104.xml"/><Relationship Id="rId133" Type="http://schemas.openxmlformats.org/officeDocument/2006/relationships/image" Target="../media/image920.png"/><Relationship Id="rId154" Type="http://schemas.openxmlformats.org/officeDocument/2006/relationships/customXml" Target="../ink/ink1125.xml"/><Relationship Id="rId175" Type="http://schemas.openxmlformats.org/officeDocument/2006/relationships/image" Target="../media/image941.png"/><Relationship Id="rId196" Type="http://schemas.openxmlformats.org/officeDocument/2006/relationships/customXml" Target="../ink/ink1146.xml"/><Relationship Id="rId200" Type="http://schemas.openxmlformats.org/officeDocument/2006/relationships/customXml" Target="../ink/ink1148.xml"/><Relationship Id="rId16" Type="http://schemas.openxmlformats.org/officeDocument/2006/relationships/image" Target="../media/image863.png"/><Relationship Id="rId221" Type="http://schemas.openxmlformats.org/officeDocument/2006/relationships/image" Target="../media/image964.png"/><Relationship Id="rId242" Type="http://schemas.openxmlformats.org/officeDocument/2006/relationships/customXml" Target="../ink/ink1169.xml"/><Relationship Id="rId263" Type="http://schemas.openxmlformats.org/officeDocument/2006/relationships/image" Target="../media/image985.png"/><Relationship Id="rId37" Type="http://schemas.openxmlformats.org/officeDocument/2006/relationships/customXml" Target="../ink/ink1066.xml"/><Relationship Id="rId58" Type="http://schemas.openxmlformats.org/officeDocument/2006/relationships/image" Target="../media/image883.png"/><Relationship Id="rId79" Type="http://schemas.openxmlformats.org/officeDocument/2006/relationships/image" Target="../media/image893.png"/><Relationship Id="rId102" Type="http://schemas.openxmlformats.org/officeDocument/2006/relationships/customXml" Target="../ink/ink1099.xml"/><Relationship Id="rId123" Type="http://schemas.openxmlformats.org/officeDocument/2006/relationships/image" Target="../media/image915.png"/><Relationship Id="rId144" Type="http://schemas.openxmlformats.org/officeDocument/2006/relationships/customXml" Target="../ink/ink1120.xml"/><Relationship Id="rId90" Type="http://schemas.openxmlformats.org/officeDocument/2006/relationships/customXml" Target="../ink/ink1093.xml"/><Relationship Id="rId165" Type="http://schemas.openxmlformats.org/officeDocument/2006/relationships/image" Target="../media/image936.png"/><Relationship Id="rId186" Type="http://schemas.openxmlformats.org/officeDocument/2006/relationships/customXml" Target="../ink/ink1141.xml"/><Relationship Id="rId211" Type="http://schemas.openxmlformats.org/officeDocument/2006/relationships/image" Target="../media/image959.png"/><Relationship Id="rId232" Type="http://schemas.openxmlformats.org/officeDocument/2006/relationships/customXml" Target="../ink/ink1164.xml"/><Relationship Id="rId253" Type="http://schemas.openxmlformats.org/officeDocument/2006/relationships/image" Target="../media/image980.png"/><Relationship Id="rId27" Type="http://schemas.openxmlformats.org/officeDocument/2006/relationships/customXml" Target="../ink/ink1061.xml"/><Relationship Id="rId48" Type="http://schemas.openxmlformats.org/officeDocument/2006/relationships/image" Target="../media/image878.png"/><Relationship Id="rId69" Type="http://schemas.openxmlformats.org/officeDocument/2006/relationships/image" Target="../media/image888.png"/><Relationship Id="rId113" Type="http://schemas.openxmlformats.org/officeDocument/2006/relationships/image" Target="../media/image910.png"/><Relationship Id="rId134" Type="http://schemas.openxmlformats.org/officeDocument/2006/relationships/customXml" Target="../ink/ink1115.xml"/><Relationship Id="rId80" Type="http://schemas.openxmlformats.org/officeDocument/2006/relationships/customXml" Target="../ink/ink1088.xml"/><Relationship Id="rId155" Type="http://schemas.openxmlformats.org/officeDocument/2006/relationships/image" Target="../media/image931.png"/><Relationship Id="rId176" Type="http://schemas.openxmlformats.org/officeDocument/2006/relationships/customXml" Target="../ink/ink1136.xml"/><Relationship Id="rId197" Type="http://schemas.openxmlformats.org/officeDocument/2006/relationships/image" Target="../media/image952.png"/><Relationship Id="rId201" Type="http://schemas.openxmlformats.org/officeDocument/2006/relationships/image" Target="../media/image954.png"/><Relationship Id="rId222" Type="http://schemas.openxmlformats.org/officeDocument/2006/relationships/customXml" Target="../ink/ink1159.xml"/><Relationship Id="rId243" Type="http://schemas.openxmlformats.org/officeDocument/2006/relationships/image" Target="../media/image975.png"/><Relationship Id="rId264" Type="http://schemas.openxmlformats.org/officeDocument/2006/relationships/customXml" Target="../ink/ink1180.xml"/><Relationship Id="rId17" Type="http://schemas.openxmlformats.org/officeDocument/2006/relationships/customXml" Target="../ink/ink1056.xml"/><Relationship Id="rId38" Type="http://schemas.openxmlformats.org/officeDocument/2006/relationships/image" Target="../media/image873.png"/><Relationship Id="rId59" Type="http://schemas.openxmlformats.org/officeDocument/2006/relationships/customXml" Target="../ink/ink1077.xml"/><Relationship Id="rId103" Type="http://schemas.openxmlformats.org/officeDocument/2006/relationships/image" Target="../media/image905.png"/><Relationship Id="rId124" Type="http://schemas.openxmlformats.org/officeDocument/2006/relationships/customXml" Target="../ink/ink1110.xml"/><Relationship Id="rId70" Type="http://schemas.openxmlformats.org/officeDocument/2006/relationships/customXml" Target="../ink/ink1083.xml"/><Relationship Id="rId91" Type="http://schemas.openxmlformats.org/officeDocument/2006/relationships/image" Target="../media/image899.png"/><Relationship Id="rId145" Type="http://schemas.openxmlformats.org/officeDocument/2006/relationships/image" Target="../media/image926.png"/><Relationship Id="rId166" Type="http://schemas.openxmlformats.org/officeDocument/2006/relationships/customXml" Target="../ink/ink1131.xml"/><Relationship Id="rId187" Type="http://schemas.openxmlformats.org/officeDocument/2006/relationships/image" Target="../media/image947.png"/><Relationship Id="rId1" Type="http://schemas.openxmlformats.org/officeDocument/2006/relationships/slideLayout" Target="../slideLayouts/slideLayout9.xml"/><Relationship Id="rId212" Type="http://schemas.openxmlformats.org/officeDocument/2006/relationships/customXml" Target="../ink/ink1154.xml"/><Relationship Id="rId233" Type="http://schemas.openxmlformats.org/officeDocument/2006/relationships/image" Target="../media/image970.png"/><Relationship Id="rId254" Type="http://schemas.openxmlformats.org/officeDocument/2006/relationships/customXml" Target="../ink/ink1175.xml"/><Relationship Id="rId28" Type="http://schemas.openxmlformats.org/officeDocument/2006/relationships/image" Target="../media/image868.png"/><Relationship Id="rId49" Type="http://schemas.openxmlformats.org/officeDocument/2006/relationships/customXml" Target="../ink/ink1072.xml"/><Relationship Id="rId114" Type="http://schemas.openxmlformats.org/officeDocument/2006/relationships/customXml" Target="../ink/ink1105.xml"/><Relationship Id="rId60" Type="http://schemas.openxmlformats.org/officeDocument/2006/relationships/image" Target="../media/image884.png"/><Relationship Id="rId81" Type="http://schemas.openxmlformats.org/officeDocument/2006/relationships/image" Target="../media/image894.png"/><Relationship Id="rId135" Type="http://schemas.openxmlformats.org/officeDocument/2006/relationships/image" Target="../media/image921.png"/><Relationship Id="rId156" Type="http://schemas.openxmlformats.org/officeDocument/2006/relationships/customXml" Target="../ink/ink1126.xml"/><Relationship Id="rId177" Type="http://schemas.openxmlformats.org/officeDocument/2006/relationships/image" Target="../media/image942.png"/><Relationship Id="rId198" Type="http://schemas.openxmlformats.org/officeDocument/2006/relationships/customXml" Target="../ink/ink1147.xml"/><Relationship Id="rId202" Type="http://schemas.openxmlformats.org/officeDocument/2006/relationships/customXml" Target="../ink/ink1149.xml"/><Relationship Id="rId223" Type="http://schemas.openxmlformats.org/officeDocument/2006/relationships/image" Target="../media/image965.png"/><Relationship Id="rId244" Type="http://schemas.openxmlformats.org/officeDocument/2006/relationships/customXml" Target="../ink/ink1170.xml"/><Relationship Id="rId18" Type="http://schemas.openxmlformats.org/officeDocument/2006/relationships/image" Target="../media/image864.png"/><Relationship Id="rId39" Type="http://schemas.openxmlformats.org/officeDocument/2006/relationships/customXml" Target="../ink/ink1067.xml"/><Relationship Id="rId265" Type="http://schemas.openxmlformats.org/officeDocument/2006/relationships/image" Target="../media/image986.png"/><Relationship Id="rId50" Type="http://schemas.openxmlformats.org/officeDocument/2006/relationships/image" Target="../media/image879.png"/><Relationship Id="rId104" Type="http://schemas.openxmlformats.org/officeDocument/2006/relationships/customXml" Target="../ink/ink1100.xml"/><Relationship Id="rId125" Type="http://schemas.openxmlformats.org/officeDocument/2006/relationships/image" Target="../media/image916.png"/><Relationship Id="rId146" Type="http://schemas.openxmlformats.org/officeDocument/2006/relationships/customXml" Target="../ink/ink1121.xml"/><Relationship Id="rId167" Type="http://schemas.openxmlformats.org/officeDocument/2006/relationships/image" Target="../media/image937.png"/><Relationship Id="rId188" Type="http://schemas.openxmlformats.org/officeDocument/2006/relationships/customXml" Target="../ink/ink1142.xml"/><Relationship Id="rId71" Type="http://schemas.openxmlformats.org/officeDocument/2006/relationships/image" Target="../media/image889.png"/><Relationship Id="rId92" Type="http://schemas.openxmlformats.org/officeDocument/2006/relationships/customXml" Target="../ink/ink1094.xml"/><Relationship Id="rId213" Type="http://schemas.openxmlformats.org/officeDocument/2006/relationships/image" Target="../media/image960.png"/><Relationship Id="rId234" Type="http://schemas.openxmlformats.org/officeDocument/2006/relationships/customXml" Target="../ink/ink1165.xml"/><Relationship Id="rId2" Type="http://schemas.openxmlformats.org/officeDocument/2006/relationships/image" Target="../media/image38.png"/><Relationship Id="rId29" Type="http://schemas.openxmlformats.org/officeDocument/2006/relationships/customXml" Target="../ink/ink1062.xml"/><Relationship Id="rId255" Type="http://schemas.openxmlformats.org/officeDocument/2006/relationships/image" Target="../media/image981.png"/><Relationship Id="rId40" Type="http://schemas.openxmlformats.org/officeDocument/2006/relationships/image" Target="../media/image874.png"/><Relationship Id="rId115" Type="http://schemas.openxmlformats.org/officeDocument/2006/relationships/image" Target="../media/image911.png"/><Relationship Id="rId136" Type="http://schemas.openxmlformats.org/officeDocument/2006/relationships/customXml" Target="../ink/ink1116.xml"/><Relationship Id="rId157" Type="http://schemas.openxmlformats.org/officeDocument/2006/relationships/image" Target="../media/image932.png"/><Relationship Id="rId178" Type="http://schemas.openxmlformats.org/officeDocument/2006/relationships/customXml" Target="../ink/ink1137.xml"/><Relationship Id="rId61" Type="http://schemas.openxmlformats.org/officeDocument/2006/relationships/customXml" Target="../ink/ink1078.xml"/><Relationship Id="rId82" Type="http://schemas.openxmlformats.org/officeDocument/2006/relationships/customXml" Target="../ink/ink1089.xml"/><Relationship Id="rId199" Type="http://schemas.openxmlformats.org/officeDocument/2006/relationships/image" Target="../media/image953.png"/><Relationship Id="rId203" Type="http://schemas.openxmlformats.org/officeDocument/2006/relationships/image" Target="../media/image955.png"/><Relationship Id="rId19" Type="http://schemas.openxmlformats.org/officeDocument/2006/relationships/customXml" Target="../ink/ink1057.xml"/><Relationship Id="rId224" Type="http://schemas.openxmlformats.org/officeDocument/2006/relationships/customXml" Target="../ink/ink1160.xml"/><Relationship Id="rId245" Type="http://schemas.openxmlformats.org/officeDocument/2006/relationships/image" Target="../media/image976.png"/><Relationship Id="rId30" Type="http://schemas.openxmlformats.org/officeDocument/2006/relationships/image" Target="../media/image869.png"/><Relationship Id="rId105" Type="http://schemas.openxmlformats.org/officeDocument/2006/relationships/image" Target="../media/image906.png"/><Relationship Id="rId126" Type="http://schemas.openxmlformats.org/officeDocument/2006/relationships/customXml" Target="../ink/ink1111.xml"/><Relationship Id="rId147" Type="http://schemas.openxmlformats.org/officeDocument/2006/relationships/image" Target="../media/image927.png"/><Relationship Id="rId168" Type="http://schemas.openxmlformats.org/officeDocument/2006/relationships/customXml" Target="../ink/ink1132.xml"/><Relationship Id="rId51" Type="http://schemas.openxmlformats.org/officeDocument/2006/relationships/customXml" Target="../ink/ink1073.xml"/><Relationship Id="rId72" Type="http://schemas.openxmlformats.org/officeDocument/2006/relationships/customXml" Target="../ink/ink1084.xml"/><Relationship Id="rId93" Type="http://schemas.openxmlformats.org/officeDocument/2006/relationships/image" Target="../media/image900.png"/><Relationship Id="rId189" Type="http://schemas.openxmlformats.org/officeDocument/2006/relationships/image" Target="../media/image948.png"/><Relationship Id="rId3" Type="http://schemas.openxmlformats.org/officeDocument/2006/relationships/customXml" Target="../ink/ink1049.xml"/><Relationship Id="rId214" Type="http://schemas.openxmlformats.org/officeDocument/2006/relationships/customXml" Target="../ink/ink1155.xml"/><Relationship Id="rId235" Type="http://schemas.openxmlformats.org/officeDocument/2006/relationships/image" Target="../media/image971.png"/><Relationship Id="rId256" Type="http://schemas.openxmlformats.org/officeDocument/2006/relationships/customXml" Target="../ink/ink1176.xml"/><Relationship Id="rId116" Type="http://schemas.openxmlformats.org/officeDocument/2006/relationships/customXml" Target="../ink/ink1106.xml"/><Relationship Id="rId137" Type="http://schemas.openxmlformats.org/officeDocument/2006/relationships/image" Target="../media/image922.png"/><Relationship Id="rId158" Type="http://schemas.openxmlformats.org/officeDocument/2006/relationships/customXml" Target="../ink/ink1127.xml"/><Relationship Id="rId20" Type="http://schemas.openxmlformats.org/officeDocument/2006/relationships/image" Target="../media/image507.png"/><Relationship Id="rId41" Type="http://schemas.openxmlformats.org/officeDocument/2006/relationships/customXml" Target="../ink/ink1068.xml"/><Relationship Id="rId62" Type="http://schemas.openxmlformats.org/officeDocument/2006/relationships/image" Target="../media/image885.png"/><Relationship Id="rId83" Type="http://schemas.openxmlformats.org/officeDocument/2006/relationships/image" Target="../media/image895.png"/><Relationship Id="rId179" Type="http://schemas.openxmlformats.org/officeDocument/2006/relationships/image" Target="../media/image943.png"/><Relationship Id="rId190" Type="http://schemas.openxmlformats.org/officeDocument/2006/relationships/customXml" Target="../ink/ink1143.xml"/><Relationship Id="rId204" Type="http://schemas.openxmlformats.org/officeDocument/2006/relationships/customXml" Target="../ink/ink1150.xml"/><Relationship Id="rId225" Type="http://schemas.openxmlformats.org/officeDocument/2006/relationships/image" Target="../media/image966.png"/><Relationship Id="rId246" Type="http://schemas.openxmlformats.org/officeDocument/2006/relationships/customXml" Target="../ink/ink1171.xml"/><Relationship Id="rId106" Type="http://schemas.openxmlformats.org/officeDocument/2006/relationships/customXml" Target="../ink/ink1101.xml"/><Relationship Id="rId127" Type="http://schemas.openxmlformats.org/officeDocument/2006/relationships/image" Target="../media/image917.png"/><Relationship Id="rId10" Type="http://schemas.openxmlformats.org/officeDocument/2006/relationships/image" Target="../media/image860.png"/><Relationship Id="rId31" Type="http://schemas.openxmlformats.org/officeDocument/2006/relationships/customXml" Target="../ink/ink1063.xml"/><Relationship Id="rId52" Type="http://schemas.openxmlformats.org/officeDocument/2006/relationships/image" Target="../media/image880.png"/><Relationship Id="rId73" Type="http://schemas.openxmlformats.org/officeDocument/2006/relationships/image" Target="../media/image890.png"/><Relationship Id="rId94" Type="http://schemas.openxmlformats.org/officeDocument/2006/relationships/customXml" Target="../ink/ink1095.xml"/><Relationship Id="rId148" Type="http://schemas.openxmlformats.org/officeDocument/2006/relationships/customXml" Target="../ink/ink1122.xml"/><Relationship Id="rId169" Type="http://schemas.openxmlformats.org/officeDocument/2006/relationships/image" Target="../media/image938.png"/><Relationship Id="rId4" Type="http://schemas.openxmlformats.org/officeDocument/2006/relationships/image" Target="../media/image857.png"/><Relationship Id="rId180" Type="http://schemas.openxmlformats.org/officeDocument/2006/relationships/customXml" Target="../ink/ink1138.xml"/><Relationship Id="rId215" Type="http://schemas.openxmlformats.org/officeDocument/2006/relationships/image" Target="../media/image961.png"/><Relationship Id="rId236" Type="http://schemas.openxmlformats.org/officeDocument/2006/relationships/customXml" Target="../ink/ink1166.xml"/><Relationship Id="rId257" Type="http://schemas.openxmlformats.org/officeDocument/2006/relationships/image" Target="../media/image982.png"/><Relationship Id="rId42" Type="http://schemas.openxmlformats.org/officeDocument/2006/relationships/image" Target="../media/image875.png"/><Relationship Id="rId84" Type="http://schemas.openxmlformats.org/officeDocument/2006/relationships/customXml" Target="../ink/ink1090.xml"/><Relationship Id="rId138" Type="http://schemas.openxmlformats.org/officeDocument/2006/relationships/customXml" Target="../ink/ink1117.xml"/><Relationship Id="rId191" Type="http://schemas.openxmlformats.org/officeDocument/2006/relationships/image" Target="../media/image949.png"/><Relationship Id="rId205" Type="http://schemas.openxmlformats.org/officeDocument/2006/relationships/image" Target="../media/image956.png"/><Relationship Id="rId247" Type="http://schemas.openxmlformats.org/officeDocument/2006/relationships/image" Target="../media/image977.png"/></Relationships>
</file>

<file path=ppt/slides/_rels/slide78.xml.rels><?xml version="1.0" encoding="UTF-8" standalone="yes"?>
<Relationships xmlns="http://schemas.openxmlformats.org/package/2006/relationships"><Relationship Id="rId13" Type="http://schemas.openxmlformats.org/officeDocument/2006/relationships/customXml" Target="../ink/ink1186.xml"/><Relationship Id="rId18" Type="http://schemas.openxmlformats.org/officeDocument/2006/relationships/image" Target="../media/image994.png"/><Relationship Id="rId26" Type="http://schemas.openxmlformats.org/officeDocument/2006/relationships/image" Target="../media/image998.png"/><Relationship Id="rId39" Type="http://schemas.openxmlformats.org/officeDocument/2006/relationships/customXml" Target="../ink/ink1199.xml"/><Relationship Id="rId21" Type="http://schemas.openxmlformats.org/officeDocument/2006/relationships/customXml" Target="../ink/ink1190.xml"/><Relationship Id="rId34" Type="http://schemas.openxmlformats.org/officeDocument/2006/relationships/image" Target="../media/image1002.png"/><Relationship Id="rId42" Type="http://schemas.openxmlformats.org/officeDocument/2006/relationships/image" Target="../media/image1006.png"/><Relationship Id="rId47" Type="http://schemas.openxmlformats.org/officeDocument/2006/relationships/customXml" Target="../ink/ink1203.xml"/><Relationship Id="rId50" Type="http://schemas.openxmlformats.org/officeDocument/2006/relationships/image" Target="../media/image1010.png"/><Relationship Id="rId55" Type="http://schemas.openxmlformats.org/officeDocument/2006/relationships/customXml" Target="../ink/ink1207.xml"/><Relationship Id="rId7" Type="http://schemas.openxmlformats.org/officeDocument/2006/relationships/customXml" Target="../ink/ink1183.xml"/><Relationship Id="rId2" Type="http://schemas.openxmlformats.org/officeDocument/2006/relationships/image" Target="../media/image38.png"/><Relationship Id="rId16" Type="http://schemas.openxmlformats.org/officeDocument/2006/relationships/image" Target="../media/image993.png"/><Relationship Id="rId29" Type="http://schemas.openxmlformats.org/officeDocument/2006/relationships/customXml" Target="../ink/ink1194.xml"/><Relationship Id="rId11" Type="http://schemas.openxmlformats.org/officeDocument/2006/relationships/customXml" Target="../ink/ink1185.xml"/><Relationship Id="rId24" Type="http://schemas.openxmlformats.org/officeDocument/2006/relationships/image" Target="../media/image997.png"/><Relationship Id="rId32" Type="http://schemas.openxmlformats.org/officeDocument/2006/relationships/image" Target="../media/image1001.png"/><Relationship Id="rId37" Type="http://schemas.openxmlformats.org/officeDocument/2006/relationships/customXml" Target="../ink/ink1198.xml"/><Relationship Id="rId40" Type="http://schemas.openxmlformats.org/officeDocument/2006/relationships/image" Target="../media/image1005.png"/><Relationship Id="rId45" Type="http://schemas.openxmlformats.org/officeDocument/2006/relationships/customXml" Target="../ink/ink1202.xml"/><Relationship Id="rId53" Type="http://schemas.openxmlformats.org/officeDocument/2006/relationships/customXml" Target="../ink/ink1206.xml"/><Relationship Id="rId58" Type="http://schemas.openxmlformats.org/officeDocument/2006/relationships/image" Target="../media/image1014.png"/><Relationship Id="rId5" Type="http://schemas.openxmlformats.org/officeDocument/2006/relationships/customXml" Target="../ink/ink1182.xml"/><Relationship Id="rId61" Type="http://schemas.openxmlformats.org/officeDocument/2006/relationships/customXml" Target="../ink/ink1210.xml"/><Relationship Id="rId19" Type="http://schemas.openxmlformats.org/officeDocument/2006/relationships/customXml" Target="../ink/ink1189.xml"/><Relationship Id="rId14" Type="http://schemas.openxmlformats.org/officeDocument/2006/relationships/image" Target="../media/image992.png"/><Relationship Id="rId22" Type="http://schemas.openxmlformats.org/officeDocument/2006/relationships/image" Target="../media/image996.png"/><Relationship Id="rId27" Type="http://schemas.openxmlformats.org/officeDocument/2006/relationships/customXml" Target="../ink/ink1193.xml"/><Relationship Id="rId30" Type="http://schemas.openxmlformats.org/officeDocument/2006/relationships/image" Target="../media/image1000.png"/><Relationship Id="rId35" Type="http://schemas.openxmlformats.org/officeDocument/2006/relationships/customXml" Target="../ink/ink1197.xml"/><Relationship Id="rId43" Type="http://schemas.openxmlformats.org/officeDocument/2006/relationships/customXml" Target="../ink/ink1201.xml"/><Relationship Id="rId48" Type="http://schemas.openxmlformats.org/officeDocument/2006/relationships/image" Target="../media/image1009.png"/><Relationship Id="rId56" Type="http://schemas.openxmlformats.org/officeDocument/2006/relationships/image" Target="../media/image1013.png"/><Relationship Id="rId8" Type="http://schemas.openxmlformats.org/officeDocument/2006/relationships/image" Target="../media/image989.png"/><Relationship Id="rId51" Type="http://schemas.openxmlformats.org/officeDocument/2006/relationships/customXml" Target="../ink/ink1205.xml"/><Relationship Id="rId3" Type="http://schemas.openxmlformats.org/officeDocument/2006/relationships/customXml" Target="../ink/ink1181.xml"/><Relationship Id="rId12" Type="http://schemas.openxmlformats.org/officeDocument/2006/relationships/image" Target="../media/image991.png"/><Relationship Id="rId17" Type="http://schemas.openxmlformats.org/officeDocument/2006/relationships/customXml" Target="../ink/ink1188.xml"/><Relationship Id="rId25" Type="http://schemas.openxmlformats.org/officeDocument/2006/relationships/customXml" Target="../ink/ink1192.xml"/><Relationship Id="rId33" Type="http://schemas.openxmlformats.org/officeDocument/2006/relationships/customXml" Target="../ink/ink1196.xml"/><Relationship Id="rId38" Type="http://schemas.openxmlformats.org/officeDocument/2006/relationships/image" Target="../media/image1004.png"/><Relationship Id="rId46" Type="http://schemas.openxmlformats.org/officeDocument/2006/relationships/image" Target="../media/image1008.png"/><Relationship Id="rId59" Type="http://schemas.openxmlformats.org/officeDocument/2006/relationships/customXml" Target="../ink/ink1209.xml"/><Relationship Id="rId20" Type="http://schemas.openxmlformats.org/officeDocument/2006/relationships/image" Target="../media/image995.png"/><Relationship Id="rId41" Type="http://schemas.openxmlformats.org/officeDocument/2006/relationships/customXml" Target="../ink/ink1200.xml"/><Relationship Id="rId54" Type="http://schemas.openxmlformats.org/officeDocument/2006/relationships/image" Target="../media/image1012.png"/><Relationship Id="rId62" Type="http://schemas.openxmlformats.org/officeDocument/2006/relationships/image" Target="../media/image1016.png"/><Relationship Id="rId1" Type="http://schemas.openxmlformats.org/officeDocument/2006/relationships/slideLayout" Target="../slideLayouts/slideLayout9.xml"/><Relationship Id="rId6" Type="http://schemas.openxmlformats.org/officeDocument/2006/relationships/image" Target="../media/image988.png"/><Relationship Id="rId15" Type="http://schemas.openxmlformats.org/officeDocument/2006/relationships/customXml" Target="../ink/ink1187.xml"/><Relationship Id="rId23" Type="http://schemas.openxmlformats.org/officeDocument/2006/relationships/customXml" Target="../ink/ink1191.xml"/><Relationship Id="rId28" Type="http://schemas.openxmlformats.org/officeDocument/2006/relationships/image" Target="../media/image999.png"/><Relationship Id="rId36" Type="http://schemas.openxmlformats.org/officeDocument/2006/relationships/image" Target="../media/image1003.png"/><Relationship Id="rId49" Type="http://schemas.openxmlformats.org/officeDocument/2006/relationships/customXml" Target="../ink/ink1204.xml"/><Relationship Id="rId57" Type="http://schemas.openxmlformats.org/officeDocument/2006/relationships/customXml" Target="../ink/ink1208.xml"/><Relationship Id="rId10" Type="http://schemas.openxmlformats.org/officeDocument/2006/relationships/image" Target="../media/image990.png"/><Relationship Id="rId31" Type="http://schemas.openxmlformats.org/officeDocument/2006/relationships/customXml" Target="../ink/ink1195.xml"/><Relationship Id="rId44" Type="http://schemas.openxmlformats.org/officeDocument/2006/relationships/image" Target="../media/image1007.png"/><Relationship Id="rId52" Type="http://schemas.openxmlformats.org/officeDocument/2006/relationships/image" Target="../media/image1011.png"/><Relationship Id="rId60" Type="http://schemas.openxmlformats.org/officeDocument/2006/relationships/image" Target="../media/image1015.png"/><Relationship Id="rId4" Type="http://schemas.openxmlformats.org/officeDocument/2006/relationships/image" Target="../media/image987.png"/><Relationship Id="rId9" Type="http://schemas.openxmlformats.org/officeDocument/2006/relationships/customXml" Target="../ink/ink1184.xml"/></Relationships>
</file>

<file path=ppt/slides/_rels/slide7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3" Type="http://schemas.openxmlformats.org/officeDocument/2006/relationships/image" Target="../media/image254.jpeg"/><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117" Type="http://schemas.openxmlformats.org/officeDocument/2006/relationships/customXml" Target="../ink/ink1268.xml"/><Relationship Id="rId299" Type="http://schemas.openxmlformats.org/officeDocument/2006/relationships/image" Target="../media/image1164.png"/><Relationship Id="rId21" Type="http://schemas.openxmlformats.org/officeDocument/2006/relationships/customXml" Target="../ink/ink1220.xml"/><Relationship Id="rId63" Type="http://schemas.openxmlformats.org/officeDocument/2006/relationships/customXml" Target="../ink/ink1241.xml"/><Relationship Id="rId159" Type="http://schemas.openxmlformats.org/officeDocument/2006/relationships/customXml" Target="../ink/ink1289.xml"/><Relationship Id="rId170" Type="http://schemas.openxmlformats.org/officeDocument/2006/relationships/image" Target="../media/image1100.png"/><Relationship Id="rId226" Type="http://schemas.openxmlformats.org/officeDocument/2006/relationships/customXml" Target="../ink/ink1323.xml"/><Relationship Id="rId268" Type="http://schemas.openxmlformats.org/officeDocument/2006/relationships/customXml" Target="../ink/ink1344.xml"/><Relationship Id="rId32" Type="http://schemas.openxmlformats.org/officeDocument/2006/relationships/image" Target="../media/image1031.png"/><Relationship Id="rId74" Type="http://schemas.openxmlformats.org/officeDocument/2006/relationships/image" Target="../media/image1052.png"/><Relationship Id="rId128" Type="http://schemas.openxmlformats.org/officeDocument/2006/relationships/image" Target="../media/image1079.png"/><Relationship Id="rId5" Type="http://schemas.openxmlformats.org/officeDocument/2006/relationships/customXml" Target="../ink/ink1212.xml"/><Relationship Id="rId181" Type="http://schemas.openxmlformats.org/officeDocument/2006/relationships/image" Target="../media/image1105.png"/><Relationship Id="rId237" Type="http://schemas.openxmlformats.org/officeDocument/2006/relationships/image" Target="../media/image1133.png"/><Relationship Id="rId279" Type="http://schemas.openxmlformats.org/officeDocument/2006/relationships/image" Target="../media/image1154.png"/><Relationship Id="rId43" Type="http://schemas.openxmlformats.org/officeDocument/2006/relationships/customXml" Target="../ink/ink1231.xml"/><Relationship Id="rId139" Type="http://schemas.openxmlformats.org/officeDocument/2006/relationships/customXml" Target="../ink/ink1279.xml"/><Relationship Id="rId290" Type="http://schemas.openxmlformats.org/officeDocument/2006/relationships/customXml" Target="../ink/ink1355.xml"/><Relationship Id="rId304" Type="http://schemas.openxmlformats.org/officeDocument/2006/relationships/customXml" Target="../ink/ink1362.xml"/><Relationship Id="rId85" Type="http://schemas.openxmlformats.org/officeDocument/2006/relationships/customXml" Target="../ink/ink1252.xml"/><Relationship Id="rId150" Type="http://schemas.openxmlformats.org/officeDocument/2006/relationships/image" Target="../media/image1090.png"/><Relationship Id="rId192" Type="http://schemas.openxmlformats.org/officeDocument/2006/relationships/customXml" Target="../ink/ink1306.xml"/><Relationship Id="rId206" Type="http://schemas.openxmlformats.org/officeDocument/2006/relationships/customXml" Target="../ink/ink1313.xml"/><Relationship Id="rId248" Type="http://schemas.openxmlformats.org/officeDocument/2006/relationships/customXml" Target="../ink/ink1334.xml"/><Relationship Id="rId12" Type="http://schemas.openxmlformats.org/officeDocument/2006/relationships/image" Target="../media/image1021.png"/><Relationship Id="rId108" Type="http://schemas.openxmlformats.org/officeDocument/2006/relationships/image" Target="../media/image1069.png"/><Relationship Id="rId54" Type="http://schemas.openxmlformats.org/officeDocument/2006/relationships/image" Target="../media/image1042.png"/><Relationship Id="rId96" Type="http://schemas.openxmlformats.org/officeDocument/2006/relationships/image" Target="../media/image1063.png"/><Relationship Id="rId161" Type="http://schemas.openxmlformats.org/officeDocument/2006/relationships/customXml" Target="../ink/ink1290.xml"/><Relationship Id="rId217" Type="http://schemas.openxmlformats.org/officeDocument/2006/relationships/image" Target="../media/image1123.png"/><Relationship Id="rId259" Type="http://schemas.openxmlformats.org/officeDocument/2006/relationships/image" Target="../media/image1144.png"/><Relationship Id="rId23" Type="http://schemas.openxmlformats.org/officeDocument/2006/relationships/customXml" Target="../ink/ink1221.xml"/><Relationship Id="rId119" Type="http://schemas.openxmlformats.org/officeDocument/2006/relationships/customXml" Target="../ink/ink1269.xml"/><Relationship Id="rId270" Type="http://schemas.openxmlformats.org/officeDocument/2006/relationships/customXml" Target="../ink/ink1345.xml"/><Relationship Id="rId65" Type="http://schemas.openxmlformats.org/officeDocument/2006/relationships/customXml" Target="../ink/ink1242.xml"/><Relationship Id="rId130" Type="http://schemas.openxmlformats.org/officeDocument/2006/relationships/image" Target="../media/image1080.png"/><Relationship Id="rId172" Type="http://schemas.openxmlformats.org/officeDocument/2006/relationships/image" Target="../media/image1101.png"/><Relationship Id="rId193" Type="http://schemas.openxmlformats.org/officeDocument/2006/relationships/image" Target="../media/image1111.png"/><Relationship Id="rId207" Type="http://schemas.openxmlformats.org/officeDocument/2006/relationships/image" Target="../media/image1118.png"/><Relationship Id="rId228" Type="http://schemas.openxmlformats.org/officeDocument/2006/relationships/customXml" Target="../ink/ink1324.xml"/><Relationship Id="rId249" Type="http://schemas.openxmlformats.org/officeDocument/2006/relationships/image" Target="../media/image1139.png"/><Relationship Id="rId13" Type="http://schemas.openxmlformats.org/officeDocument/2006/relationships/customXml" Target="../ink/ink1216.xml"/><Relationship Id="rId109" Type="http://schemas.openxmlformats.org/officeDocument/2006/relationships/customXml" Target="../ink/ink1264.xml"/><Relationship Id="rId260" Type="http://schemas.openxmlformats.org/officeDocument/2006/relationships/customXml" Target="../ink/ink1340.xml"/><Relationship Id="rId281" Type="http://schemas.openxmlformats.org/officeDocument/2006/relationships/image" Target="../media/image1155.png"/><Relationship Id="rId34" Type="http://schemas.openxmlformats.org/officeDocument/2006/relationships/image" Target="../media/image1032.png"/><Relationship Id="rId55" Type="http://schemas.openxmlformats.org/officeDocument/2006/relationships/customXml" Target="../ink/ink1237.xml"/><Relationship Id="rId76" Type="http://schemas.openxmlformats.org/officeDocument/2006/relationships/image" Target="../media/image1053.png"/><Relationship Id="rId97" Type="http://schemas.openxmlformats.org/officeDocument/2006/relationships/customXml" Target="../ink/ink1258.xml"/><Relationship Id="rId120" Type="http://schemas.openxmlformats.org/officeDocument/2006/relationships/image" Target="../media/image1075.png"/><Relationship Id="rId141" Type="http://schemas.openxmlformats.org/officeDocument/2006/relationships/customXml" Target="../ink/ink1280.xml"/><Relationship Id="rId7" Type="http://schemas.openxmlformats.org/officeDocument/2006/relationships/customXml" Target="../ink/ink1213.xml"/><Relationship Id="rId162" Type="http://schemas.openxmlformats.org/officeDocument/2006/relationships/image" Target="../media/image1096.png"/><Relationship Id="rId183" Type="http://schemas.openxmlformats.org/officeDocument/2006/relationships/image" Target="../media/image1106.png"/><Relationship Id="rId218" Type="http://schemas.openxmlformats.org/officeDocument/2006/relationships/customXml" Target="../ink/ink1319.xml"/><Relationship Id="rId239" Type="http://schemas.openxmlformats.org/officeDocument/2006/relationships/image" Target="../media/image1134.png"/><Relationship Id="rId250" Type="http://schemas.openxmlformats.org/officeDocument/2006/relationships/customXml" Target="../ink/ink1335.xml"/><Relationship Id="rId271" Type="http://schemas.openxmlformats.org/officeDocument/2006/relationships/image" Target="../media/image1150.png"/><Relationship Id="rId292" Type="http://schemas.openxmlformats.org/officeDocument/2006/relationships/customXml" Target="../ink/ink1356.xml"/><Relationship Id="rId306" Type="http://schemas.openxmlformats.org/officeDocument/2006/relationships/customXml" Target="../ink/ink1363.xml"/><Relationship Id="rId24" Type="http://schemas.openxmlformats.org/officeDocument/2006/relationships/image" Target="../media/image1027.png"/><Relationship Id="rId45" Type="http://schemas.openxmlformats.org/officeDocument/2006/relationships/customXml" Target="../ink/ink1232.xml"/><Relationship Id="rId66" Type="http://schemas.openxmlformats.org/officeDocument/2006/relationships/image" Target="../media/image1048.png"/><Relationship Id="rId87" Type="http://schemas.openxmlformats.org/officeDocument/2006/relationships/customXml" Target="../ink/ink1253.xml"/><Relationship Id="rId110" Type="http://schemas.openxmlformats.org/officeDocument/2006/relationships/image" Target="../media/image1070.png"/><Relationship Id="rId131" Type="http://schemas.openxmlformats.org/officeDocument/2006/relationships/customXml" Target="../ink/ink1275.xml"/><Relationship Id="rId152" Type="http://schemas.openxmlformats.org/officeDocument/2006/relationships/image" Target="../media/image1091.png"/><Relationship Id="rId173" Type="http://schemas.openxmlformats.org/officeDocument/2006/relationships/customXml" Target="../ink/ink1296.xml"/><Relationship Id="rId194" Type="http://schemas.openxmlformats.org/officeDocument/2006/relationships/customXml" Target="../ink/ink1307.xml"/><Relationship Id="rId208" Type="http://schemas.openxmlformats.org/officeDocument/2006/relationships/customXml" Target="../ink/ink1314.xml"/><Relationship Id="rId229" Type="http://schemas.openxmlformats.org/officeDocument/2006/relationships/image" Target="../media/image1129.png"/><Relationship Id="rId240" Type="http://schemas.openxmlformats.org/officeDocument/2006/relationships/customXml" Target="../ink/ink1330.xml"/><Relationship Id="rId261" Type="http://schemas.openxmlformats.org/officeDocument/2006/relationships/image" Target="../media/image1145.png"/><Relationship Id="rId14" Type="http://schemas.openxmlformats.org/officeDocument/2006/relationships/image" Target="../media/image1022.png"/><Relationship Id="rId35" Type="http://schemas.openxmlformats.org/officeDocument/2006/relationships/customXml" Target="../ink/ink1227.xml"/><Relationship Id="rId56" Type="http://schemas.openxmlformats.org/officeDocument/2006/relationships/image" Target="../media/image1043.png"/><Relationship Id="rId77" Type="http://schemas.openxmlformats.org/officeDocument/2006/relationships/customXml" Target="../ink/ink1248.xml"/><Relationship Id="rId100" Type="http://schemas.openxmlformats.org/officeDocument/2006/relationships/image" Target="../media/image1065.png"/><Relationship Id="rId282" Type="http://schemas.openxmlformats.org/officeDocument/2006/relationships/customXml" Target="../ink/ink1351.xml"/><Relationship Id="rId8" Type="http://schemas.openxmlformats.org/officeDocument/2006/relationships/image" Target="../media/image1019.png"/><Relationship Id="rId98" Type="http://schemas.openxmlformats.org/officeDocument/2006/relationships/image" Target="../media/image1064.png"/><Relationship Id="rId121" Type="http://schemas.openxmlformats.org/officeDocument/2006/relationships/customXml" Target="../ink/ink1270.xml"/><Relationship Id="rId142" Type="http://schemas.openxmlformats.org/officeDocument/2006/relationships/image" Target="../media/image1086.png"/><Relationship Id="rId163" Type="http://schemas.openxmlformats.org/officeDocument/2006/relationships/customXml" Target="../ink/ink1291.xml"/><Relationship Id="rId184" Type="http://schemas.openxmlformats.org/officeDocument/2006/relationships/customXml" Target="../ink/ink1302.xml"/><Relationship Id="rId219" Type="http://schemas.openxmlformats.org/officeDocument/2006/relationships/image" Target="../media/image1124.png"/><Relationship Id="rId230" Type="http://schemas.openxmlformats.org/officeDocument/2006/relationships/customXml" Target="../ink/ink1325.xml"/><Relationship Id="rId251" Type="http://schemas.openxmlformats.org/officeDocument/2006/relationships/image" Target="../media/image1140.png"/><Relationship Id="rId25" Type="http://schemas.openxmlformats.org/officeDocument/2006/relationships/customXml" Target="../ink/ink1222.xml"/><Relationship Id="rId46" Type="http://schemas.openxmlformats.org/officeDocument/2006/relationships/image" Target="../media/image1038.png"/><Relationship Id="rId67" Type="http://schemas.openxmlformats.org/officeDocument/2006/relationships/customXml" Target="../ink/ink1243.xml"/><Relationship Id="rId272" Type="http://schemas.openxmlformats.org/officeDocument/2006/relationships/customXml" Target="../ink/ink1346.xml"/><Relationship Id="rId293" Type="http://schemas.openxmlformats.org/officeDocument/2006/relationships/image" Target="../media/image1161.png"/><Relationship Id="rId307" Type="http://schemas.openxmlformats.org/officeDocument/2006/relationships/image" Target="../media/image1168.png"/><Relationship Id="rId88" Type="http://schemas.openxmlformats.org/officeDocument/2006/relationships/image" Target="../media/image1059.png"/><Relationship Id="rId111" Type="http://schemas.openxmlformats.org/officeDocument/2006/relationships/customXml" Target="../ink/ink1265.xml"/><Relationship Id="rId132" Type="http://schemas.openxmlformats.org/officeDocument/2006/relationships/image" Target="../media/image1081.png"/><Relationship Id="rId153" Type="http://schemas.openxmlformats.org/officeDocument/2006/relationships/customXml" Target="../ink/ink1286.xml"/><Relationship Id="rId174" Type="http://schemas.openxmlformats.org/officeDocument/2006/relationships/image" Target="../media/image1102.png"/><Relationship Id="rId195" Type="http://schemas.openxmlformats.org/officeDocument/2006/relationships/image" Target="../media/image1112.png"/><Relationship Id="rId209" Type="http://schemas.openxmlformats.org/officeDocument/2006/relationships/image" Target="../media/image1119.png"/><Relationship Id="rId220" Type="http://schemas.openxmlformats.org/officeDocument/2006/relationships/customXml" Target="../ink/ink1320.xml"/><Relationship Id="rId241" Type="http://schemas.openxmlformats.org/officeDocument/2006/relationships/image" Target="../media/image1135.png"/><Relationship Id="rId15" Type="http://schemas.openxmlformats.org/officeDocument/2006/relationships/customXml" Target="../ink/ink1217.xml"/><Relationship Id="rId36" Type="http://schemas.openxmlformats.org/officeDocument/2006/relationships/image" Target="../media/image1033.png"/><Relationship Id="rId57" Type="http://schemas.openxmlformats.org/officeDocument/2006/relationships/customXml" Target="../ink/ink1238.xml"/><Relationship Id="rId262" Type="http://schemas.openxmlformats.org/officeDocument/2006/relationships/customXml" Target="../ink/ink1341.xml"/><Relationship Id="rId283" Type="http://schemas.openxmlformats.org/officeDocument/2006/relationships/image" Target="../media/image1156.png"/><Relationship Id="rId78" Type="http://schemas.openxmlformats.org/officeDocument/2006/relationships/image" Target="../media/image1054.png"/><Relationship Id="rId99" Type="http://schemas.openxmlformats.org/officeDocument/2006/relationships/customXml" Target="../ink/ink1259.xml"/><Relationship Id="rId101" Type="http://schemas.openxmlformats.org/officeDocument/2006/relationships/customXml" Target="../ink/ink1260.xml"/><Relationship Id="rId122" Type="http://schemas.openxmlformats.org/officeDocument/2006/relationships/image" Target="../media/image1076.png"/><Relationship Id="rId143" Type="http://schemas.openxmlformats.org/officeDocument/2006/relationships/customXml" Target="../ink/ink1281.xml"/><Relationship Id="rId164" Type="http://schemas.openxmlformats.org/officeDocument/2006/relationships/image" Target="../media/image1097.png"/><Relationship Id="rId185" Type="http://schemas.openxmlformats.org/officeDocument/2006/relationships/image" Target="../media/image1107.png"/><Relationship Id="rId9" Type="http://schemas.openxmlformats.org/officeDocument/2006/relationships/customXml" Target="../ink/ink1214.xml"/><Relationship Id="rId210" Type="http://schemas.openxmlformats.org/officeDocument/2006/relationships/customXml" Target="../ink/ink1315.xml"/><Relationship Id="rId26" Type="http://schemas.openxmlformats.org/officeDocument/2006/relationships/image" Target="../media/image1028.png"/><Relationship Id="rId231" Type="http://schemas.openxmlformats.org/officeDocument/2006/relationships/image" Target="../media/image1130.png"/><Relationship Id="rId252" Type="http://schemas.openxmlformats.org/officeDocument/2006/relationships/customXml" Target="../ink/ink1336.xml"/><Relationship Id="rId273" Type="http://schemas.openxmlformats.org/officeDocument/2006/relationships/image" Target="../media/image1151.png"/><Relationship Id="rId294" Type="http://schemas.openxmlformats.org/officeDocument/2006/relationships/customXml" Target="../ink/ink1357.xml"/><Relationship Id="rId308" Type="http://schemas.openxmlformats.org/officeDocument/2006/relationships/customXml" Target="../ink/ink1364.xml"/><Relationship Id="rId47" Type="http://schemas.openxmlformats.org/officeDocument/2006/relationships/customXml" Target="../ink/ink1233.xml"/><Relationship Id="rId68" Type="http://schemas.openxmlformats.org/officeDocument/2006/relationships/image" Target="../media/image1049.png"/><Relationship Id="rId89" Type="http://schemas.openxmlformats.org/officeDocument/2006/relationships/customXml" Target="../ink/ink1254.xml"/><Relationship Id="rId112" Type="http://schemas.openxmlformats.org/officeDocument/2006/relationships/image" Target="../media/image1071.png"/><Relationship Id="rId133" Type="http://schemas.openxmlformats.org/officeDocument/2006/relationships/customXml" Target="../ink/ink1276.xml"/><Relationship Id="rId154" Type="http://schemas.openxmlformats.org/officeDocument/2006/relationships/image" Target="../media/image1092.png"/><Relationship Id="rId175" Type="http://schemas.openxmlformats.org/officeDocument/2006/relationships/customXml" Target="../ink/ink1297.xml"/><Relationship Id="rId196" Type="http://schemas.openxmlformats.org/officeDocument/2006/relationships/customXml" Target="../ink/ink1308.xml"/><Relationship Id="rId200" Type="http://schemas.openxmlformats.org/officeDocument/2006/relationships/customXml" Target="../ink/ink1310.xml"/><Relationship Id="rId16" Type="http://schemas.openxmlformats.org/officeDocument/2006/relationships/image" Target="../media/image1023.png"/><Relationship Id="rId221" Type="http://schemas.openxmlformats.org/officeDocument/2006/relationships/image" Target="../media/image1125.png"/><Relationship Id="rId242" Type="http://schemas.openxmlformats.org/officeDocument/2006/relationships/customXml" Target="../ink/ink1331.xml"/><Relationship Id="rId263" Type="http://schemas.openxmlformats.org/officeDocument/2006/relationships/image" Target="../media/image1146.png"/><Relationship Id="rId284" Type="http://schemas.openxmlformats.org/officeDocument/2006/relationships/customXml" Target="../ink/ink1352.xml"/><Relationship Id="rId37" Type="http://schemas.openxmlformats.org/officeDocument/2006/relationships/customXml" Target="../ink/ink1228.xml"/><Relationship Id="rId58" Type="http://schemas.openxmlformats.org/officeDocument/2006/relationships/image" Target="../media/image1044.png"/><Relationship Id="rId79" Type="http://schemas.openxmlformats.org/officeDocument/2006/relationships/customXml" Target="../ink/ink1249.xml"/><Relationship Id="rId102" Type="http://schemas.openxmlformats.org/officeDocument/2006/relationships/image" Target="../media/image1066.png"/><Relationship Id="rId123" Type="http://schemas.openxmlformats.org/officeDocument/2006/relationships/customXml" Target="../ink/ink1271.xml"/><Relationship Id="rId144" Type="http://schemas.openxmlformats.org/officeDocument/2006/relationships/image" Target="../media/image1087.png"/><Relationship Id="rId90" Type="http://schemas.openxmlformats.org/officeDocument/2006/relationships/image" Target="../media/image1060.png"/><Relationship Id="rId165" Type="http://schemas.openxmlformats.org/officeDocument/2006/relationships/customXml" Target="../ink/ink1292.xml"/><Relationship Id="rId186" Type="http://schemas.openxmlformats.org/officeDocument/2006/relationships/customXml" Target="../ink/ink1303.xml"/><Relationship Id="rId211" Type="http://schemas.openxmlformats.org/officeDocument/2006/relationships/image" Target="../media/image1120.png"/><Relationship Id="rId232" Type="http://schemas.openxmlformats.org/officeDocument/2006/relationships/customXml" Target="../ink/ink1326.xml"/><Relationship Id="rId253" Type="http://schemas.openxmlformats.org/officeDocument/2006/relationships/image" Target="../media/image1141.png"/><Relationship Id="rId274" Type="http://schemas.openxmlformats.org/officeDocument/2006/relationships/customXml" Target="../ink/ink1347.xml"/><Relationship Id="rId295" Type="http://schemas.openxmlformats.org/officeDocument/2006/relationships/image" Target="../media/image1162.png"/><Relationship Id="rId309" Type="http://schemas.openxmlformats.org/officeDocument/2006/relationships/image" Target="../media/image1169.png"/><Relationship Id="rId27" Type="http://schemas.openxmlformats.org/officeDocument/2006/relationships/customXml" Target="../ink/ink1223.xml"/><Relationship Id="rId48" Type="http://schemas.openxmlformats.org/officeDocument/2006/relationships/image" Target="../media/image1039.png"/><Relationship Id="rId69" Type="http://schemas.openxmlformats.org/officeDocument/2006/relationships/customXml" Target="../ink/ink1244.xml"/><Relationship Id="rId113" Type="http://schemas.openxmlformats.org/officeDocument/2006/relationships/customXml" Target="../ink/ink1266.xml"/><Relationship Id="rId134" Type="http://schemas.openxmlformats.org/officeDocument/2006/relationships/image" Target="../media/image1082.png"/><Relationship Id="rId80" Type="http://schemas.openxmlformats.org/officeDocument/2006/relationships/image" Target="../media/image1055.png"/><Relationship Id="rId155" Type="http://schemas.openxmlformats.org/officeDocument/2006/relationships/customXml" Target="../ink/ink1287.xml"/><Relationship Id="rId176" Type="http://schemas.openxmlformats.org/officeDocument/2006/relationships/customXml" Target="../ink/ink1298.xml"/><Relationship Id="rId197" Type="http://schemas.openxmlformats.org/officeDocument/2006/relationships/image" Target="../media/image1113.png"/><Relationship Id="rId201" Type="http://schemas.openxmlformats.org/officeDocument/2006/relationships/image" Target="../media/image1115.png"/><Relationship Id="rId222" Type="http://schemas.openxmlformats.org/officeDocument/2006/relationships/customXml" Target="../ink/ink1321.xml"/><Relationship Id="rId243" Type="http://schemas.openxmlformats.org/officeDocument/2006/relationships/image" Target="../media/image1136.png"/><Relationship Id="rId264" Type="http://schemas.openxmlformats.org/officeDocument/2006/relationships/customXml" Target="../ink/ink1342.xml"/><Relationship Id="rId285" Type="http://schemas.openxmlformats.org/officeDocument/2006/relationships/image" Target="../media/image1157.png"/><Relationship Id="rId17" Type="http://schemas.openxmlformats.org/officeDocument/2006/relationships/customXml" Target="../ink/ink1218.xml"/><Relationship Id="rId38" Type="http://schemas.openxmlformats.org/officeDocument/2006/relationships/image" Target="../media/image1034.png"/><Relationship Id="rId59" Type="http://schemas.openxmlformats.org/officeDocument/2006/relationships/customXml" Target="../ink/ink1239.xml"/><Relationship Id="rId103" Type="http://schemas.openxmlformats.org/officeDocument/2006/relationships/customXml" Target="../ink/ink1261.xml"/><Relationship Id="rId124" Type="http://schemas.openxmlformats.org/officeDocument/2006/relationships/image" Target="../media/image1077.png"/><Relationship Id="rId310" Type="http://schemas.openxmlformats.org/officeDocument/2006/relationships/customXml" Target="../ink/ink1365.xml"/><Relationship Id="rId70" Type="http://schemas.openxmlformats.org/officeDocument/2006/relationships/image" Target="../media/image1050.png"/><Relationship Id="rId91" Type="http://schemas.openxmlformats.org/officeDocument/2006/relationships/customXml" Target="../ink/ink1255.xml"/><Relationship Id="rId145" Type="http://schemas.openxmlformats.org/officeDocument/2006/relationships/customXml" Target="../ink/ink1282.xml"/><Relationship Id="rId166" Type="http://schemas.openxmlformats.org/officeDocument/2006/relationships/image" Target="../media/image1098.png"/><Relationship Id="rId187" Type="http://schemas.openxmlformats.org/officeDocument/2006/relationships/image" Target="../media/image1108.png"/><Relationship Id="rId1" Type="http://schemas.openxmlformats.org/officeDocument/2006/relationships/slideLayout" Target="../slideLayouts/slideLayout9.xml"/><Relationship Id="rId212" Type="http://schemas.openxmlformats.org/officeDocument/2006/relationships/customXml" Target="../ink/ink1316.xml"/><Relationship Id="rId233" Type="http://schemas.openxmlformats.org/officeDocument/2006/relationships/image" Target="../media/image1131.png"/><Relationship Id="rId254" Type="http://schemas.openxmlformats.org/officeDocument/2006/relationships/customXml" Target="../ink/ink1337.xml"/><Relationship Id="rId28" Type="http://schemas.openxmlformats.org/officeDocument/2006/relationships/image" Target="../media/image1029.png"/><Relationship Id="rId49" Type="http://schemas.openxmlformats.org/officeDocument/2006/relationships/customXml" Target="../ink/ink1234.xml"/><Relationship Id="rId114" Type="http://schemas.openxmlformats.org/officeDocument/2006/relationships/image" Target="../media/image1072.png"/><Relationship Id="rId275" Type="http://schemas.openxmlformats.org/officeDocument/2006/relationships/image" Target="../media/image1152.png"/><Relationship Id="rId296" Type="http://schemas.openxmlformats.org/officeDocument/2006/relationships/customXml" Target="../ink/ink1358.xml"/><Relationship Id="rId300" Type="http://schemas.openxmlformats.org/officeDocument/2006/relationships/customXml" Target="../ink/ink1360.xml"/><Relationship Id="rId60" Type="http://schemas.openxmlformats.org/officeDocument/2006/relationships/image" Target="../media/image1045.png"/><Relationship Id="rId81" Type="http://schemas.openxmlformats.org/officeDocument/2006/relationships/customXml" Target="../ink/ink1250.xml"/><Relationship Id="rId135" Type="http://schemas.openxmlformats.org/officeDocument/2006/relationships/customXml" Target="../ink/ink1277.xml"/><Relationship Id="rId156" Type="http://schemas.openxmlformats.org/officeDocument/2006/relationships/image" Target="../media/image1093.png"/><Relationship Id="rId177" Type="http://schemas.openxmlformats.org/officeDocument/2006/relationships/image" Target="../media/image1103.png"/><Relationship Id="rId198" Type="http://schemas.openxmlformats.org/officeDocument/2006/relationships/customXml" Target="../ink/ink1309.xml"/><Relationship Id="rId202" Type="http://schemas.openxmlformats.org/officeDocument/2006/relationships/customXml" Target="../ink/ink1311.xml"/><Relationship Id="rId223" Type="http://schemas.openxmlformats.org/officeDocument/2006/relationships/image" Target="../media/image1126.png"/><Relationship Id="rId244" Type="http://schemas.openxmlformats.org/officeDocument/2006/relationships/customXml" Target="../ink/ink1332.xml"/><Relationship Id="rId18" Type="http://schemas.openxmlformats.org/officeDocument/2006/relationships/image" Target="../media/image1024.png"/><Relationship Id="rId39" Type="http://schemas.openxmlformats.org/officeDocument/2006/relationships/customXml" Target="../ink/ink1229.xml"/><Relationship Id="rId265" Type="http://schemas.openxmlformats.org/officeDocument/2006/relationships/image" Target="../media/image1147.png"/><Relationship Id="rId286" Type="http://schemas.openxmlformats.org/officeDocument/2006/relationships/customXml" Target="../ink/ink1353.xml"/><Relationship Id="rId50" Type="http://schemas.openxmlformats.org/officeDocument/2006/relationships/image" Target="../media/image1040.png"/><Relationship Id="rId104" Type="http://schemas.openxmlformats.org/officeDocument/2006/relationships/image" Target="../media/image1067.png"/><Relationship Id="rId125" Type="http://schemas.openxmlformats.org/officeDocument/2006/relationships/customXml" Target="../ink/ink1272.xml"/><Relationship Id="rId146" Type="http://schemas.openxmlformats.org/officeDocument/2006/relationships/image" Target="../media/image1088.png"/><Relationship Id="rId167" Type="http://schemas.openxmlformats.org/officeDocument/2006/relationships/customXml" Target="../ink/ink1293.xml"/><Relationship Id="rId188" Type="http://schemas.openxmlformats.org/officeDocument/2006/relationships/customXml" Target="../ink/ink1304.xml"/><Relationship Id="rId311" Type="http://schemas.openxmlformats.org/officeDocument/2006/relationships/image" Target="../media/image1170.png"/><Relationship Id="rId71" Type="http://schemas.openxmlformats.org/officeDocument/2006/relationships/customXml" Target="../ink/ink1245.xml"/><Relationship Id="rId92" Type="http://schemas.openxmlformats.org/officeDocument/2006/relationships/image" Target="../media/image1061.png"/><Relationship Id="rId213" Type="http://schemas.openxmlformats.org/officeDocument/2006/relationships/image" Target="../media/image1121.png"/><Relationship Id="rId234" Type="http://schemas.openxmlformats.org/officeDocument/2006/relationships/customXml" Target="../ink/ink1327.xml"/><Relationship Id="rId2" Type="http://schemas.openxmlformats.org/officeDocument/2006/relationships/image" Target="../media/image38.png"/><Relationship Id="rId29" Type="http://schemas.openxmlformats.org/officeDocument/2006/relationships/customXml" Target="../ink/ink1224.xml"/><Relationship Id="rId255" Type="http://schemas.openxmlformats.org/officeDocument/2006/relationships/image" Target="../media/image1142.png"/><Relationship Id="rId276" Type="http://schemas.openxmlformats.org/officeDocument/2006/relationships/customXml" Target="../ink/ink1348.xml"/><Relationship Id="rId297" Type="http://schemas.openxmlformats.org/officeDocument/2006/relationships/image" Target="../media/image1163.png"/><Relationship Id="rId40" Type="http://schemas.openxmlformats.org/officeDocument/2006/relationships/image" Target="../media/image1035.png"/><Relationship Id="rId115" Type="http://schemas.openxmlformats.org/officeDocument/2006/relationships/customXml" Target="../ink/ink1267.xml"/><Relationship Id="rId136" Type="http://schemas.openxmlformats.org/officeDocument/2006/relationships/image" Target="../media/image1083.png"/><Relationship Id="rId157" Type="http://schemas.openxmlformats.org/officeDocument/2006/relationships/customXml" Target="../ink/ink1288.xml"/><Relationship Id="rId178" Type="http://schemas.openxmlformats.org/officeDocument/2006/relationships/customXml" Target="../ink/ink1299.xml"/><Relationship Id="rId301" Type="http://schemas.openxmlformats.org/officeDocument/2006/relationships/image" Target="../media/image1165.png"/><Relationship Id="rId61" Type="http://schemas.openxmlformats.org/officeDocument/2006/relationships/customXml" Target="../ink/ink1240.xml"/><Relationship Id="rId82" Type="http://schemas.openxmlformats.org/officeDocument/2006/relationships/image" Target="../media/image1056.png"/><Relationship Id="rId199" Type="http://schemas.openxmlformats.org/officeDocument/2006/relationships/image" Target="../media/image1114.png"/><Relationship Id="rId203" Type="http://schemas.openxmlformats.org/officeDocument/2006/relationships/image" Target="../media/image1116.png"/><Relationship Id="rId19" Type="http://schemas.openxmlformats.org/officeDocument/2006/relationships/customXml" Target="../ink/ink1219.xml"/><Relationship Id="rId224" Type="http://schemas.openxmlformats.org/officeDocument/2006/relationships/customXml" Target="../ink/ink1322.xml"/><Relationship Id="rId245" Type="http://schemas.openxmlformats.org/officeDocument/2006/relationships/image" Target="../media/image1137.png"/><Relationship Id="rId266" Type="http://schemas.openxmlformats.org/officeDocument/2006/relationships/customXml" Target="../ink/ink1343.xml"/><Relationship Id="rId287" Type="http://schemas.openxmlformats.org/officeDocument/2006/relationships/image" Target="../media/image1158.png"/><Relationship Id="rId30" Type="http://schemas.openxmlformats.org/officeDocument/2006/relationships/image" Target="../media/image1030.png"/><Relationship Id="rId105" Type="http://schemas.openxmlformats.org/officeDocument/2006/relationships/customXml" Target="../ink/ink1262.xml"/><Relationship Id="rId126" Type="http://schemas.openxmlformats.org/officeDocument/2006/relationships/image" Target="../media/image1078.png"/><Relationship Id="rId147" Type="http://schemas.openxmlformats.org/officeDocument/2006/relationships/customXml" Target="../ink/ink1283.xml"/><Relationship Id="rId168" Type="http://schemas.openxmlformats.org/officeDocument/2006/relationships/image" Target="../media/image1099.png"/><Relationship Id="rId312" Type="http://schemas.openxmlformats.org/officeDocument/2006/relationships/customXml" Target="../ink/ink1366.xml"/><Relationship Id="rId51" Type="http://schemas.openxmlformats.org/officeDocument/2006/relationships/customXml" Target="../ink/ink1235.xml"/><Relationship Id="rId72" Type="http://schemas.openxmlformats.org/officeDocument/2006/relationships/image" Target="../media/image1051.png"/><Relationship Id="rId93" Type="http://schemas.openxmlformats.org/officeDocument/2006/relationships/customXml" Target="../ink/ink1256.xml"/><Relationship Id="rId189" Type="http://schemas.openxmlformats.org/officeDocument/2006/relationships/image" Target="../media/image1109.png"/><Relationship Id="rId3" Type="http://schemas.openxmlformats.org/officeDocument/2006/relationships/customXml" Target="../ink/ink1211.xml"/><Relationship Id="rId214" Type="http://schemas.openxmlformats.org/officeDocument/2006/relationships/customXml" Target="../ink/ink1317.xml"/><Relationship Id="rId235" Type="http://schemas.openxmlformats.org/officeDocument/2006/relationships/image" Target="../media/image1132.png"/><Relationship Id="rId256" Type="http://schemas.openxmlformats.org/officeDocument/2006/relationships/customXml" Target="../ink/ink1338.xml"/><Relationship Id="rId277" Type="http://schemas.openxmlformats.org/officeDocument/2006/relationships/image" Target="../media/image1153.png"/><Relationship Id="rId298" Type="http://schemas.openxmlformats.org/officeDocument/2006/relationships/customXml" Target="../ink/ink1359.xml"/><Relationship Id="rId116" Type="http://schemas.openxmlformats.org/officeDocument/2006/relationships/image" Target="../media/image1073.png"/><Relationship Id="rId137" Type="http://schemas.openxmlformats.org/officeDocument/2006/relationships/customXml" Target="../ink/ink1278.xml"/><Relationship Id="rId158" Type="http://schemas.openxmlformats.org/officeDocument/2006/relationships/image" Target="../media/image1094.png"/><Relationship Id="rId302" Type="http://schemas.openxmlformats.org/officeDocument/2006/relationships/customXml" Target="../ink/ink1361.xml"/><Relationship Id="rId20" Type="http://schemas.openxmlformats.org/officeDocument/2006/relationships/image" Target="../media/image1025.png"/><Relationship Id="rId41" Type="http://schemas.openxmlformats.org/officeDocument/2006/relationships/customXml" Target="../ink/ink1230.xml"/><Relationship Id="rId62" Type="http://schemas.openxmlformats.org/officeDocument/2006/relationships/image" Target="../media/image1046.png"/><Relationship Id="rId83" Type="http://schemas.openxmlformats.org/officeDocument/2006/relationships/customXml" Target="../ink/ink1251.xml"/><Relationship Id="rId179" Type="http://schemas.openxmlformats.org/officeDocument/2006/relationships/image" Target="../media/image1104.png"/><Relationship Id="rId190" Type="http://schemas.openxmlformats.org/officeDocument/2006/relationships/customXml" Target="../ink/ink1305.xml"/><Relationship Id="rId204" Type="http://schemas.openxmlformats.org/officeDocument/2006/relationships/customXml" Target="../ink/ink1312.xml"/><Relationship Id="rId225" Type="http://schemas.openxmlformats.org/officeDocument/2006/relationships/image" Target="../media/image1127.png"/><Relationship Id="rId246" Type="http://schemas.openxmlformats.org/officeDocument/2006/relationships/customXml" Target="../ink/ink1333.xml"/><Relationship Id="rId267" Type="http://schemas.openxmlformats.org/officeDocument/2006/relationships/image" Target="../media/image1148.png"/><Relationship Id="rId288" Type="http://schemas.openxmlformats.org/officeDocument/2006/relationships/customXml" Target="../ink/ink1354.xml"/><Relationship Id="rId106" Type="http://schemas.openxmlformats.org/officeDocument/2006/relationships/image" Target="../media/image1068.png"/><Relationship Id="rId127" Type="http://schemas.openxmlformats.org/officeDocument/2006/relationships/customXml" Target="../ink/ink1273.xml"/><Relationship Id="rId313" Type="http://schemas.openxmlformats.org/officeDocument/2006/relationships/image" Target="../media/image1171.png"/><Relationship Id="rId10" Type="http://schemas.openxmlformats.org/officeDocument/2006/relationships/image" Target="../media/image1020.png"/><Relationship Id="rId31" Type="http://schemas.openxmlformats.org/officeDocument/2006/relationships/customXml" Target="../ink/ink1225.xml"/><Relationship Id="rId52" Type="http://schemas.openxmlformats.org/officeDocument/2006/relationships/image" Target="../media/image1041.png"/><Relationship Id="rId73" Type="http://schemas.openxmlformats.org/officeDocument/2006/relationships/customXml" Target="../ink/ink1246.xml"/><Relationship Id="rId94" Type="http://schemas.openxmlformats.org/officeDocument/2006/relationships/image" Target="../media/image1062.png"/><Relationship Id="rId148" Type="http://schemas.openxmlformats.org/officeDocument/2006/relationships/image" Target="../media/image1089.png"/><Relationship Id="rId169" Type="http://schemas.openxmlformats.org/officeDocument/2006/relationships/customXml" Target="../ink/ink1294.xml"/><Relationship Id="rId4" Type="http://schemas.openxmlformats.org/officeDocument/2006/relationships/image" Target="../media/image1017.png"/><Relationship Id="rId180" Type="http://schemas.openxmlformats.org/officeDocument/2006/relationships/customXml" Target="../ink/ink1300.xml"/><Relationship Id="rId215" Type="http://schemas.openxmlformats.org/officeDocument/2006/relationships/image" Target="../media/image1122.png"/><Relationship Id="rId236" Type="http://schemas.openxmlformats.org/officeDocument/2006/relationships/customXml" Target="../ink/ink1328.xml"/><Relationship Id="rId257" Type="http://schemas.openxmlformats.org/officeDocument/2006/relationships/image" Target="../media/image1143.png"/><Relationship Id="rId278" Type="http://schemas.openxmlformats.org/officeDocument/2006/relationships/customXml" Target="../ink/ink1349.xml"/><Relationship Id="rId303" Type="http://schemas.openxmlformats.org/officeDocument/2006/relationships/image" Target="../media/image1166.png"/><Relationship Id="rId42" Type="http://schemas.openxmlformats.org/officeDocument/2006/relationships/image" Target="../media/image1036.png"/><Relationship Id="rId84" Type="http://schemas.openxmlformats.org/officeDocument/2006/relationships/image" Target="../media/image1057.png"/><Relationship Id="rId138" Type="http://schemas.openxmlformats.org/officeDocument/2006/relationships/image" Target="../media/image1084.png"/><Relationship Id="rId191" Type="http://schemas.openxmlformats.org/officeDocument/2006/relationships/image" Target="../media/image1110.png"/><Relationship Id="rId205" Type="http://schemas.openxmlformats.org/officeDocument/2006/relationships/image" Target="../media/image1117.png"/><Relationship Id="rId247" Type="http://schemas.openxmlformats.org/officeDocument/2006/relationships/image" Target="../media/image1138.png"/><Relationship Id="rId107" Type="http://schemas.openxmlformats.org/officeDocument/2006/relationships/customXml" Target="../ink/ink1263.xml"/><Relationship Id="rId289" Type="http://schemas.openxmlformats.org/officeDocument/2006/relationships/image" Target="../media/image1159.png"/><Relationship Id="rId11" Type="http://schemas.openxmlformats.org/officeDocument/2006/relationships/customXml" Target="../ink/ink1215.xml"/><Relationship Id="rId53" Type="http://schemas.openxmlformats.org/officeDocument/2006/relationships/customXml" Target="../ink/ink1236.xml"/><Relationship Id="rId149" Type="http://schemas.openxmlformats.org/officeDocument/2006/relationships/customXml" Target="../ink/ink1284.xml"/><Relationship Id="rId95" Type="http://schemas.openxmlformats.org/officeDocument/2006/relationships/customXml" Target="../ink/ink1257.xml"/><Relationship Id="rId160" Type="http://schemas.openxmlformats.org/officeDocument/2006/relationships/image" Target="../media/image1095.png"/><Relationship Id="rId216" Type="http://schemas.openxmlformats.org/officeDocument/2006/relationships/customXml" Target="../ink/ink1318.xml"/><Relationship Id="rId258" Type="http://schemas.openxmlformats.org/officeDocument/2006/relationships/customXml" Target="../ink/ink1339.xml"/><Relationship Id="rId22" Type="http://schemas.openxmlformats.org/officeDocument/2006/relationships/image" Target="../media/image1026.png"/><Relationship Id="rId64" Type="http://schemas.openxmlformats.org/officeDocument/2006/relationships/image" Target="../media/image1047.png"/><Relationship Id="rId118" Type="http://schemas.openxmlformats.org/officeDocument/2006/relationships/image" Target="../media/image1074.png"/><Relationship Id="rId171" Type="http://schemas.openxmlformats.org/officeDocument/2006/relationships/customXml" Target="../ink/ink1295.xml"/><Relationship Id="rId227" Type="http://schemas.openxmlformats.org/officeDocument/2006/relationships/image" Target="../media/image1128.png"/><Relationship Id="rId269" Type="http://schemas.openxmlformats.org/officeDocument/2006/relationships/image" Target="../media/image1149.png"/><Relationship Id="rId33" Type="http://schemas.openxmlformats.org/officeDocument/2006/relationships/customXml" Target="../ink/ink1226.xml"/><Relationship Id="rId129" Type="http://schemas.openxmlformats.org/officeDocument/2006/relationships/customXml" Target="../ink/ink1274.xml"/><Relationship Id="rId280" Type="http://schemas.openxmlformats.org/officeDocument/2006/relationships/customXml" Target="../ink/ink1350.xml"/><Relationship Id="rId75" Type="http://schemas.openxmlformats.org/officeDocument/2006/relationships/customXml" Target="../ink/ink1247.xml"/><Relationship Id="rId140" Type="http://schemas.openxmlformats.org/officeDocument/2006/relationships/image" Target="../media/image1085.png"/><Relationship Id="rId182" Type="http://schemas.openxmlformats.org/officeDocument/2006/relationships/customXml" Target="../ink/ink1301.xml"/><Relationship Id="rId6" Type="http://schemas.openxmlformats.org/officeDocument/2006/relationships/image" Target="../media/image1018.png"/><Relationship Id="rId238" Type="http://schemas.openxmlformats.org/officeDocument/2006/relationships/customXml" Target="../ink/ink1329.xml"/><Relationship Id="rId291" Type="http://schemas.openxmlformats.org/officeDocument/2006/relationships/image" Target="../media/image1160.png"/><Relationship Id="rId305" Type="http://schemas.openxmlformats.org/officeDocument/2006/relationships/image" Target="../media/image1167.png"/><Relationship Id="rId44" Type="http://schemas.openxmlformats.org/officeDocument/2006/relationships/image" Target="../media/image1037.png"/><Relationship Id="rId86" Type="http://schemas.openxmlformats.org/officeDocument/2006/relationships/image" Target="../media/image1058.png"/><Relationship Id="rId151" Type="http://schemas.openxmlformats.org/officeDocument/2006/relationships/customXml" Target="../ink/ink1285.xml"/></Relationships>
</file>

<file path=ppt/slides/_rels/slide83.xml.rels><?xml version="1.0" encoding="UTF-8" standalone="yes"?>
<Relationships xmlns="http://schemas.openxmlformats.org/package/2006/relationships"><Relationship Id="rId3" Type="http://schemas.openxmlformats.org/officeDocument/2006/relationships/image" Target="../media/image1172.png"/><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117" Type="http://schemas.openxmlformats.org/officeDocument/2006/relationships/customXml" Target="../ink/ink1424.xml"/><Relationship Id="rId21" Type="http://schemas.openxmlformats.org/officeDocument/2006/relationships/customXml" Target="../ink/ink1376.xml"/><Relationship Id="rId42" Type="http://schemas.openxmlformats.org/officeDocument/2006/relationships/image" Target="../media/image1191.png"/><Relationship Id="rId63" Type="http://schemas.openxmlformats.org/officeDocument/2006/relationships/customXml" Target="../ink/ink1397.xml"/><Relationship Id="rId84" Type="http://schemas.openxmlformats.org/officeDocument/2006/relationships/image" Target="../media/image1212.png"/><Relationship Id="rId138" Type="http://schemas.openxmlformats.org/officeDocument/2006/relationships/image" Target="../media/image1239.png"/><Relationship Id="rId159" Type="http://schemas.openxmlformats.org/officeDocument/2006/relationships/customXml" Target="../ink/ink1445.xml"/><Relationship Id="rId170" Type="http://schemas.openxmlformats.org/officeDocument/2006/relationships/image" Target="../media/image1255.png"/><Relationship Id="rId107" Type="http://schemas.openxmlformats.org/officeDocument/2006/relationships/customXml" Target="../ink/ink1419.xml"/><Relationship Id="rId11" Type="http://schemas.openxmlformats.org/officeDocument/2006/relationships/customXml" Target="../ink/ink1371.xml"/><Relationship Id="rId32" Type="http://schemas.openxmlformats.org/officeDocument/2006/relationships/image" Target="../media/image1186.png"/><Relationship Id="rId53" Type="http://schemas.openxmlformats.org/officeDocument/2006/relationships/customXml" Target="../ink/ink1392.xml"/><Relationship Id="rId74" Type="http://schemas.openxmlformats.org/officeDocument/2006/relationships/image" Target="../media/image1207.png"/><Relationship Id="rId128" Type="http://schemas.openxmlformats.org/officeDocument/2006/relationships/image" Target="../media/image1234.png"/><Relationship Id="rId149" Type="http://schemas.openxmlformats.org/officeDocument/2006/relationships/customXml" Target="../ink/ink1440.xml"/><Relationship Id="rId5" Type="http://schemas.openxmlformats.org/officeDocument/2006/relationships/customXml" Target="../ink/ink1368.xml"/><Relationship Id="rId95" Type="http://schemas.openxmlformats.org/officeDocument/2006/relationships/customXml" Target="../ink/ink1413.xml"/><Relationship Id="rId160" Type="http://schemas.openxmlformats.org/officeDocument/2006/relationships/image" Target="../media/image1250.png"/><Relationship Id="rId181" Type="http://schemas.openxmlformats.org/officeDocument/2006/relationships/customXml" Target="../ink/ink1456.xml"/><Relationship Id="rId22" Type="http://schemas.openxmlformats.org/officeDocument/2006/relationships/image" Target="../media/image1181.png"/><Relationship Id="rId43" Type="http://schemas.openxmlformats.org/officeDocument/2006/relationships/customXml" Target="../ink/ink1387.xml"/><Relationship Id="rId64" Type="http://schemas.openxmlformats.org/officeDocument/2006/relationships/image" Target="../media/image1202.png"/><Relationship Id="rId118" Type="http://schemas.openxmlformats.org/officeDocument/2006/relationships/image" Target="../media/image1229.png"/><Relationship Id="rId139" Type="http://schemas.openxmlformats.org/officeDocument/2006/relationships/customXml" Target="../ink/ink1435.xml"/><Relationship Id="rId85" Type="http://schemas.openxmlformats.org/officeDocument/2006/relationships/customXml" Target="../ink/ink1408.xml"/><Relationship Id="rId150" Type="http://schemas.openxmlformats.org/officeDocument/2006/relationships/image" Target="../media/image1245.png"/><Relationship Id="rId171" Type="http://schemas.openxmlformats.org/officeDocument/2006/relationships/customXml" Target="../ink/ink1451.xml"/><Relationship Id="rId12" Type="http://schemas.openxmlformats.org/officeDocument/2006/relationships/image" Target="../media/image1176.png"/><Relationship Id="rId33" Type="http://schemas.openxmlformats.org/officeDocument/2006/relationships/customXml" Target="../ink/ink1382.xml"/><Relationship Id="rId108" Type="http://schemas.openxmlformats.org/officeDocument/2006/relationships/image" Target="../media/image1224.png"/><Relationship Id="rId129" Type="http://schemas.openxmlformats.org/officeDocument/2006/relationships/customXml" Target="../ink/ink1430.xml"/><Relationship Id="rId54" Type="http://schemas.openxmlformats.org/officeDocument/2006/relationships/image" Target="../media/image1197.png"/><Relationship Id="rId75" Type="http://schemas.openxmlformats.org/officeDocument/2006/relationships/customXml" Target="../ink/ink1403.xml"/><Relationship Id="rId96" Type="http://schemas.openxmlformats.org/officeDocument/2006/relationships/image" Target="../media/image1218.png"/><Relationship Id="rId140" Type="http://schemas.openxmlformats.org/officeDocument/2006/relationships/image" Target="../media/image1240.png"/><Relationship Id="rId161" Type="http://schemas.openxmlformats.org/officeDocument/2006/relationships/customXml" Target="../ink/ink1446.xml"/><Relationship Id="rId182" Type="http://schemas.openxmlformats.org/officeDocument/2006/relationships/image" Target="../media/image1261.png"/><Relationship Id="rId6" Type="http://schemas.openxmlformats.org/officeDocument/2006/relationships/image" Target="../media/image1173.png"/><Relationship Id="rId23" Type="http://schemas.openxmlformats.org/officeDocument/2006/relationships/customXml" Target="../ink/ink1377.xml"/><Relationship Id="rId119" Type="http://schemas.openxmlformats.org/officeDocument/2006/relationships/customXml" Target="../ink/ink1425.xml"/><Relationship Id="rId44" Type="http://schemas.openxmlformats.org/officeDocument/2006/relationships/image" Target="../media/image1192.png"/><Relationship Id="rId60" Type="http://schemas.openxmlformats.org/officeDocument/2006/relationships/image" Target="../media/image1200.png"/><Relationship Id="rId65" Type="http://schemas.openxmlformats.org/officeDocument/2006/relationships/customXml" Target="../ink/ink1398.xml"/><Relationship Id="rId81" Type="http://schemas.openxmlformats.org/officeDocument/2006/relationships/customXml" Target="../ink/ink1406.xml"/><Relationship Id="rId86" Type="http://schemas.openxmlformats.org/officeDocument/2006/relationships/image" Target="../media/image1213.png"/><Relationship Id="rId130" Type="http://schemas.openxmlformats.org/officeDocument/2006/relationships/image" Target="../media/image1235.png"/><Relationship Id="rId135" Type="http://schemas.openxmlformats.org/officeDocument/2006/relationships/customXml" Target="../ink/ink1433.xml"/><Relationship Id="rId151" Type="http://schemas.openxmlformats.org/officeDocument/2006/relationships/customXml" Target="../ink/ink1441.xml"/><Relationship Id="rId156" Type="http://schemas.openxmlformats.org/officeDocument/2006/relationships/image" Target="../media/image1248.png"/><Relationship Id="rId177" Type="http://schemas.openxmlformats.org/officeDocument/2006/relationships/customXml" Target="../ink/ink1454.xml"/><Relationship Id="rId172" Type="http://schemas.openxmlformats.org/officeDocument/2006/relationships/image" Target="../media/image1256.png"/><Relationship Id="rId13" Type="http://schemas.openxmlformats.org/officeDocument/2006/relationships/customXml" Target="../ink/ink1372.xml"/><Relationship Id="rId18" Type="http://schemas.openxmlformats.org/officeDocument/2006/relationships/image" Target="../media/image1179.png"/><Relationship Id="rId39" Type="http://schemas.openxmlformats.org/officeDocument/2006/relationships/customXml" Target="../ink/ink1385.xml"/><Relationship Id="rId109" Type="http://schemas.openxmlformats.org/officeDocument/2006/relationships/customXml" Target="../ink/ink1420.xml"/><Relationship Id="rId34" Type="http://schemas.openxmlformats.org/officeDocument/2006/relationships/image" Target="../media/image1187.png"/><Relationship Id="rId50" Type="http://schemas.openxmlformats.org/officeDocument/2006/relationships/image" Target="../media/image1195.png"/><Relationship Id="rId55" Type="http://schemas.openxmlformats.org/officeDocument/2006/relationships/customXml" Target="../ink/ink1393.xml"/><Relationship Id="rId76" Type="http://schemas.openxmlformats.org/officeDocument/2006/relationships/image" Target="../media/image1208.png"/><Relationship Id="rId97" Type="http://schemas.openxmlformats.org/officeDocument/2006/relationships/customXml" Target="../ink/ink1414.xml"/><Relationship Id="rId104" Type="http://schemas.openxmlformats.org/officeDocument/2006/relationships/image" Target="../media/image1222.png"/><Relationship Id="rId120" Type="http://schemas.openxmlformats.org/officeDocument/2006/relationships/image" Target="../media/image1230.png"/><Relationship Id="rId125" Type="http://schemas.openxmlformats.org/officeDocument/2006/relationships/customXml" Target="../ink/ink1428.xml"/><Relationship Id="rId141" Type="http://schemas.openxmlformats.org/officeDocument/2006/relationships/customXml" Target="../ink/ink1436.xml"/><Relationship Id="rId146" Type="http://schemas.openxmlformats.org/officeDocument/2006/relationships/image" Target="../media/image1243.png"/><Relationship Id="rId167" Type="http://schemas.openxmlformats.org/officeDocument/2006/relationships/customXml" Target="../ink/ink1449.xml"/><Relationship Id="rId7" Type="http://schemas.openxmlformats.org/officeDocument/2006/relationships/customXml" Target="../ink/ink1369.xml"/><Relationship Id="rId71" Type="http://schemas.openxmlformats.org/officeDocument/2006/relationships/customXml" Target="../ink/ink1401.xml"/><Relationship Id="rId92" Type="http://schemas.openxmlformats.org/officeDocument/2006/relationships/image" Target="../media/image1216.png"/><Relationship Id="rId162" Type="http://schemas.openxmlformats.org/officeDocument/2006/relationships/image" Target="../media/image1251.png"/><Relationship Id="rId2" Type="http://schemas.openxmlformats.org/officeDocument/2006/relationships/image" Target="../media/image38.png"/><Relationship Id="rId29" Type="http://schemas.openxmlformats.org/officeDocument/2006/relationships/customXml" Target="../ink/ink1380.xml"/><Relationship Id="rId24" Type="http://schemas.openxmlformats.org/officeDocument/2006/relationships/image" Target="../media/image1182.png"/><Relationship Id="rId40" Type="http://schemas.openxmlformats.org/officeDocument/2006/relationships/image" Target="../media/image1190.png"/><Relationship Id="rId45" Type="http://schemas.openxmlformats.org/officeDocument/2006/relationships/customXml" Target="../ink/ink1388.xml"/><Relationship Id="rId66" Type="http://schemas.openxmlformats.org/officeDocument/2006/relationships/image" Target="../media/image1203.png"/><Relationship Id="rId87" Type="http://schemas.openxmlformats.org/officeDocument/2006/relationships/customXml" Target="../ink/ink1409.xml"/><Relationship Id="rId110" Type="http://schemas.openxmlformats.org/officeDocument/2006/relationships/image" Target="../media/image1225.png"/><Relationship Id="rId115" Type="http://schemas.openxmlformats.org/officeDocument/2006/relationships/customXml" Target="../ink/ink1423.xml"/><Relationship Id="rId131" Type="http://schemas.openxmlformats.org/officeDocument/2006/relationships/customXml" Target="../ink/ink1431.xml"/><Relationship Id="rId136" Type="http://schemas.openxmlformats.org/officeDocument/2006/relationships/image" Target="../media/image1238.png"/><Relationship Id="rId157" Type="http://schemas.openxmlformats.org/officeDocument/2006/relationships/customXml" Target="../ink/ink1444.xml"/><Relationship Id="rId178" Type="http://schemas.openxmlformats.org/officeDocument/2006/relationships/image" Target="../media/image1259.png"/><Relationship Id="rId61" Type="http://schemas.openxmlformats.org/officeDocument/2006/relationships/customXml" Target="../ink/ink1396.xml"/><Relationship Id="rId82" Type="http://schemas.openxmlformats.org/officeDocument/2006/relationships/image" Target="../media/image1211.png"/><Relationship Id="rId152" Type="http://schemas.openxmlformats.org/officeDocument/2006/relationships/image" Target="../media/image1246.png"/><Relationship Id="rId173" Type="http://schemas.openxmlformats.org/officeDocument/2006/relationships/customXml" Target="../ink/ink1452.xml"/><Relationship Id="rId19" Type="http://schemas.openxmlformats.org/officeDocument/2006/relationships/customXml" Target="../ink/ink1375.xml"/><Relationship Id="rId14" Type="http://schemas.openxmlformats.org/officeDocument/2006/relationships/image" Target="../media/image1177.png"/><Relationship Id="rId30" Type="http://schemas.openxmlformats.org/officeDocument/2006/relationships/image" Target="../media/image1185.png"/><Relationship Id="rId35" Type="http://schemas.openxmlformats.org/officeDocument/2006/relationships/customXml" Target="../ink/ink1383.xml"/><Relationship Id="rId56" Type="http://schemas.openxmlformats.org/officeDocument/2006/relationships/image" Target="../media/image1198.png"/><Relationship Id="rId77" Type="http://schemas.openxmlformats.org/officeDocument/2006/relationships/customXml" Target="../ink/ink1404.xml"/><Relationship Id="rId100" Type="http://schemas.openxmlformats.org/officeDocument/2006/relationships/image" Target="../media/image1220.png"/><Relationship Id="rId105" Type="http://schemas.openxmlformats.org/officeDocument/2006/relationships/customXml" Target="../ink/ink1418.xml"/><Relationship Id="rId126" Type="http://schemas.openxmlformats.org/officeDocument/2006/relationships/image" Target="../media/image1233.png"/><Relationship Id="rId147" Type="http://schemas.openxmlformats.org/officeDocument/2006/relationships/customXml" Target="../ink/ink1439.xml"/><Relationship Id="rId168" Type="http://schemas.openxmlformats.org/officeDocument/2006/relationships/image" Target="../media/image1254.png"/><Relationship Id="rId8" Type="http://schemas.openxmlformats.org/officeDocument/2006/relationships/image" Target="../media/image1174.png"/><Relationship Id="rId51" Type="http://schemas.openxmlformats.org/officeDocument/2006/relationships/customXml" Target="../ink/ink1391.xml"/><Relationship Id="rId72" Type="http://schemas.openxmlformats.org/officeDocument/2006/relationships/image" Target="../media/image1206.png"/><Relationship Id="rId93" Type="http://schemas.openxmlformats.org/officeDocument/2006/relationships/customXml" Target="../ink/ink1412.xml"/><Relationship Id="rId98" Type="http://schemas.openxmlformats.org/officeDocument/2006/relationships/image" Target="../media/image1219.png"/><Relationship Id="rId121" Type="http://schemas.openxmlformats.org/officeDocument/2006/relationships/customXml" Target="../ink/ink1426.xml"/><Relationship Id="rId142" Type="http://schemas.openxmlformats.org/officeDocument/2006/relationships/image" Target="../media/image1241.png"/><Relationship Id="rId163" Type="http://schemas.openxmlformats.org/officeDocument/2006/relationships/customXml" Target="../ink/ink1447.xml"/><Relationship Id="rId3" Type="http://schemas.openxmlformats.org/officeDocument/2006/relationships/customXml" Target="../ink/ink1367.xml"/><Relationship Id="rId25" Type="http://schemas.openxmlformats.org/officeDocument/2006/relationships/customXml" Target="../ink/ink1378.xml"/><Relationship Id="rId46" Type="http://schemas.openxmlformats.org/officeDocument/2006/relationships/image" Target="../media/image1193.png"/><Relationship Id="rId67" Type="http://schemas.openxmlformats.org/officeDocument/2006/relationships/customXml" Target="../ink/ink1399.xml"/><Relationship Id="rId116" Type="http://schemas.openxmlformats.org/officeDocument/2006/relationships/image" Target="../media/image1228.png"/><Relationship Id="rId137" Type="http://schemas.openxmlformats.org/officeDocument/2006/relationships/customXml" Target="../ink/ink1434.xml"/><Relationship Id="rId158" Type="http://schemas.openxmlformats.org/officeDocument/2006/relationships/image" Target="../media/image1249.png"/><Relationship Id="rId20" Type="http://schemas.openxmlformats.org/officeDocument/2006/relationships/image" Target="../media/image1180.png"/><Relationship Id="rId41" Type="http://schemas.openxmlformats.org/officeDocument/2006/relationships/customXml" Target="../ink/ink1386.xml"/><Relationship Id="rId62" Type="http://schemas.openxmlformats.org/officeDocument/2006/relationships/image" Target="../media/image1201.png"/><Relationship Id="rId83" Type="http://schemas.openxmlformats.org/officeDocument/2006/relationships/customXml" Target="../ink/ink1407.xml"/><Relationship Id="rId88" Type="http://schemas.openxmlformats.org/officeDocument/2006/relationships/image" Target="../media/image1214.png"/><Relationship Id="rId111" Type="http://schemas.openxmlformats.org/officeDocument/2006/relationships/customXml" Target="../ink/ink1421.xml"/><Relationship Id="rId132" Type="http://schemas.openxmlformats.org/officeDocument/2006/relationships/image" Target="../media/image1236.png"/><Relationship Id="rId153" Type="http://schemas.openxmlformats.org/officeDocument/2006/relationships/customXml" Target="../ink/ink1442.xml"/><Relationship Id="rId174" Type="http://schemas.openxmlformats.org/officeDocument/2006/relationships/image" Target="../media/image1257.png"/><Relationship Id="rId179" Type="http://schemas.openxmlformats.org/officeDocument/2006/relationships/customXml" Target="../ink/ink1455.xml"/><Relationship Id="rId15" Type="http://schemas.openxmlformats.org/officeDocument/2006/relationships/customXml" Target="../ink/ink1373.xml"/><Relationship Id="rId36" Type="http://schemas.openxmlformats.org/officeDocument/2006/relationships/image" Target="../media/image1188.png"/><Relationship Id="rId57" Type="http://schemas.openxmlformats.org/officeDocument/2006/relationships/customXml" Target="../ink/ink1394.xml"/><Relationship Id="rId106" Type="http://schemas.openxmlformats.org/officeDocument/2006/relationships/image" Target="../media/image1223.png"/><Relationship Id="rId127" Type="http://schemas.openxmlformats.org/officeDocument/2006/relationships/customXml" Target="../ink/ink1429.xml"/><Relationship Id="rId10" Type="http://schemas.openxmlformats.org/officeDocument/2006/relationships/image" Target="../media/image1175.png"/><Relationship Id="rId31" Type="http://schemas.openxmlformats.org/officeDocument/2006/relationships/customXml" Target="../ink/ink1381.xml"/><Relationship Id="rId52" Type="http://schemas.openxmlformats.org/officeDocument/2006/relationships/image" Target="../media/image1196.png"/><Relationship Id="rId73" Type="http://schemas.openxmlformats.org/officeDocument/2006/relationships/customXml" Target="../ink/ink1402.xml"/><Relationship Id="rId78" Type="http://schemas.openxmlformats.org/officeDocument/2006/relationships/image" Target="../media/image1209.png"/><Relationship Id="rId94" Type="http://schemas.openxmlformats.org/officeDocument/2006/relationships/image" Target="../media/image1217.png"/><Relationship Id="rId99" Type="http://schemas.openxmlformats.org/officeDocument/2006/relationships/customXml" Target="../ink/ink1415.xml"/><Relationship Id="rId101" Type="http://schemas.openxmlformats.org/officeDocument/2006/relationships/customXml" Target="../ink/ink1416.xml"/><Relationship Id="rId122" Type="http://schemas.openxmlformats.org/officeDocument/2006/relationships/image" Target="../media/image1231.png"/><Relationship Id="rId143" Type="http://schemas.openxmlformats.org/officeDocument/2006/relationships/customXml" Target="../ink/ink1437.xml"/><Relationship Id="rId148" Type="http://schemas.openxmlformats.org/officeDocument/2006/relationships/image" Target="../media/image1244.png"/><Relationship Id="rId164" Type="http://schemas.openxmlformats.org/officeDocument/2006/relationships/image" Target="../media/image1252.png"/><Relationship Id="rId169" Type="http://schemas.openxmlformats.org/officeDocument/2006/relationships/customXml" Target="../ink/ink1450.xml"/><Relationship Id="rId4" Type="http://schemas.openxmlformats.org/officeDocument/2006/relationships/image" Target="../media/image11720.png"/><Relationship Id="rId9" Type="http://schemas.openxmlformats.org/officeDocument/2006/relationships/customXml" Target="../ink/ink1370.xml"/><Relationship Id="rId180" Type="http://schemas.openxmlformats.org/officeDocument/2006/relationships/image" Target="../media/image1260.png"/><Relationship Id="rId26" Type="http://schemas.openxmlformats.org/officeDocument/2006/relationships/image" Target="../media/image1183.png"/><Relationship Id="rId47" Type="http://schemas.openxmlformats.org/officeDocument/2006/relationships/customXml" Target="../ink/ink1389.xml"/><Relationship Id="rId68" Type="http://schemas.openxmlformats.org/officeDocument/2006/relationships/image" Target="../media/image1204.png"/><Relationship Id="rId89" Type="http://schemas.openxmlformats.org/officeDocument/2006/relationships/customXml" Target="../ink/ink1410.xml"/><Relationship Id="rId112" Type="http://schemas.openxmlformats.org/officeDocument/2006/relationships/image" Target="../media/image1226.png"/><Relationship Id="rId133" Type="http://schemas.openxmlformats.org/officeDocument/2006/relationships/customXml" Target="../ink/ink1432.xml"/><Relationship Id="rId154" Type="http://schemas.openxmlformats.org/officeDocument/2006/relationships/image" Target="../media/image1247.png"/><Relationship Id="rId175" Type="http://schemas.openxmlformats.org/officeDocument/2006/relationships/customXml" Target="../ink/ink1453.xml"/><Relationship Id="rId16" Type="http://schemas.openxmlformats.org/officeDocument/2006/relationships/image" Target="../media/image1178.png"/><Relationship Id="rId37" Type="http://schemas.openxmlformats.org/officeDocument/2006/relationships/customXml" Target="../ink/ink1384.xml"/><Relationship Id="rId58" Type="http://schemas.openxmlformats.org/officeDocument/2006/relationships/image" Target="../media/image1199.png"/><Relationship Id="rId79" Type="http://schemas.openxmlformats.org/officeDocument/2006/relationships/customXml" Target="../ink/ink1405.xml"/><Relationship Id="rId102" Type="http://schemas.openxmlformats.org/officeDocument/2006/relationships/image" Target="../media/image1221.png"/><Relationship Id="rId123" Type="http://schemas.openxmlformats.org/officeDocument/2006/relationships/customXml" Target="../ink/ink1427.xml"/><Relationship Id="rId144" Type="http://schemas.openxmlformats.org/officeDocument/2006/relationships/image" Target="../media/image1242.png"/><Relationship Id="rId90" Type="http://schemas.openxmlformats.org/officeDocument/2006/relationships/image" Target="../media/image1215.png"/><Relationship Id="rId165" Type="http://schemas.openxmlformats.org/officeDocument/2006/relationships/customXml" Target="../ink/ink1448.xml"/><Relationship Id="rId27" Type="http://schemas.openxmlformats.org/officeDocument/2006/relationships/customXml" Target="../ink/ink1379.xml"/><Relationship Id="rId48" Type="http://schemas.openxmlformats.org/officeDocument/2006/relationships/image" Target="../media/image1194.png"/><Relationship Id="rId69" Type="http://schemas.openxmlformats.org/officeDocument/2006/relationships/customXml" Target="../ink/ink1400.xml"/><Relationship Id="rId113" Type="http://schemas.openxmlformats.org/officeDocument/2006/relationships/customXml" Target="../ink/ink1422.xml"/><Relationship Id="rId134" Type="http://schemas.openxmlformats.org/officeDocument/2006/relationships/image" Target="../media/image1237.png"/><Relationship Id="rId80" Type="http://schemas.openxmlformats.org/officeDocument/2006/relationships/image" Target="../media/image1210.png"/><Relationship Id="rId155" Type="http://schemas.openxmlformats.org/officeDocument/2006/relationships/customXml" Target="../ink/ink1443.xml"/><Relationship Id="rId176" Type="http://schemas.openxmlformats.org/officeDocument/2006/relationships/image" Target="../media/image1258.png"/><Relationship Id="rId17" Type="http://schemas.openxmlformats.org/officeDocument/2006/relationships/customXml" Target="../ink/ink1374.xml"/><Relationship Id="rId38" Type="http://schemas.openxmlformats.org/officeDocument/2006/relationships/image" Target="../media/image1189.png"/><Relationship Id="rId59" Type="http://schemas.openxmlformats.org/officeDocument/2006/relationships/customXml" Target="../ink/ink1395.xml"/><Relationship Id="rId103" Type="http://schemas.openxmlformats.org/officeDocument/2006/relationships/customXml" Target="../ink/ink1417.xml"/><Relationship Id="rId124" Type="http://schemas.openxmlformats.org/officeDocument/2006/relationships/image" Target="../media/image1232.png"/><Relationship Id="rId70" Type="http://schemas.openxmlformats.org/officeDocument/2006/relationships/image" Target="../media/image1205.png"/><Relationship Id="rId91" Type="http://schemas.openxmlformats.org/officeDocument/2006/relationships/customXml" Target="../ink/ink1411.xml"/><Relationship Id="rId145" Type="http://schemas.openxmlformats.org/officeDocument/2006/relationships/customXml" Target="../ink/ink1438.xml"/><Relationship Id="rId166" Type="http://schemas.openxmlformats.org/officeDocument/2006/relationships/image" Target="../media/image1253.png"/><Relationship Id="rId1" Type="http://schemas.openxmlformats.org/officeDocument/2006/relationships/slideLayout" Target="../slideLayouts/slideLayout9.xml"/><Relationship Id="rId28" Type="http://schemas.openxmlformats.org/officeDocument/2006/relationships/image" Target="../media/image1184.png"/><Relationship Id="rId49" Type="http://schemas.openxmlformats.org/officeDocument/2006/relationships/customXml" Target="../ink/ink1390.xml"/><Relationship Id="rId114" Type="http://schemas.openxmlformats.org/officeDocument/2006/relationships/image" Target="../media/image1227.png"/></Relationships>
</file>

<file path=ppt/slides/_rels/slide85.xml.rels><?xml version="1.0" encoding="UTF-8" standalone="yes"?>
<Relationships xmlns="http://schemas.openxmlformats.org/package/2006/relationships"><Relationship Id="rId117" Type="http://schemas.openxmlformats.org/officeDocument/2006/relationships/customXml" Target="../ink/ink1514.xml"/><Relationship Id="rId299" Type="http://schemas.openxmlformats.org/officeDocument/2006/relationships/customXml" Target="../ink/ink1605.xml"/><Relationship Id="rId21" Type="http://schemas.openxmlformats.org/officeDocument/2006/relationships/customXml" Target="../ink/ink1466.xml"/><Relationship Id="rId63" Type="http://schemas.openxmlformats.org/officeDocument/2006/relationships/customXml" Target="../ink/ink1487.xml"/><Relationship Id="rId159" Type="http://schemas.openxmlformats.org/officeDocument/2006/relationships/customXml" Target="../ink/ink1535.xml"/><Relationship Id="rId324" Type="http://schemas.openxmlformats.org/officeDocument/2006/relationships/image" Target="../media/image1419.png"/><Relationship Id="rId170" Type="http://schemas.openxmlformats.org/officeDocument/2006/relationships/image" Target="../media/image1344.png"/><Relationship Id="rId226" Type="http://schemas.openxmlformats.org/officeDocument/2006/relationships/image" Target="../media/image1371.png"/><Relationship Id="rId268" Type="http://schemas.openxmlformats.org/officeDocument/2006/relationships/image" Target="../media/image1392.png"/><Relationship Id="rId32" Type="http://schemas.openxmlformats.org/officeDocument/2006/relationships/image" Target="../media/image1276.png"/><Relationship Id="rId74" Type="http://schemas.openxmlformats.org/officeDocument/2006/relationships/image" Target="../media/image1297.png"/><Relationship Id="rId128" Type="http://schemas.openxmlformats.org/officeDocument/2006/relationships/image" Target="../media/image1323.png"/><Relationship Id="rId335" Type="http://schemas.openxmlformats.org/officeDocument/2006/relationships/customXml" Target="../ink/ink1623.xml"/><Relationship Id="rId5" Type="http://schemas.openxmlformats.org/officeDocument/2006/relationships/customXml" Target="../ink/ink1458.xml"/><Relationship Id="rId181" Type="http://schemas.openxmlformats.org/officeDocument/2006/relationships/customXml" Target="../ink/ink1546.xml"/><Relationship Id="rId237" Type="http://schemas.openxmlformats.org/officeDocument/2006/relationships/customXml" Target="../ink/ink1574.xml"/><Relationship Id="rId279" Type="http://schemas.openxmlformats.org/officeDocument/2006/relationships/customXml" Target="../ink/ink1595.xml"/><Relationship Id="rId43" Type="http://schemas.openxmlformats.org/officeDocument/2006/relationships/customXml" Target="../ink/ink1477.xml"/><Relationship Id="rId139" Type="http://schemas.openxmlformats.org/officeDocument/2006/relationships/customXml" Target="../ink/ink1525.xml"/><Relationship Id="rId290" Type="http://schemas.openxmlformats.org/officeDocument/2006/relationships/image" Target="../media/image1402.png"/><Relationship Id="rId304" Type="http://schemas.openxmlformats.org/officeDocument/2006/relationships/image" Target="../media/image1409.png"/><Relationship Id="rId85" Type="http://schemas.openxmlformats.org/officeDocument/2006/relationships/customXml" Target="../ink/ink1498.xml"/><Relationship Id="rId150" Type="http://schemas.openxmlformats.org/officeDocument/2006/relationships/image" Target="../media/image1334.png"/><Relationship Id="rId192" Type="http://schemas.openxmlformats.org/officeDocument/2006/relationships/image" Target="../media/image1355.png"/><Relationship Id="rId206" Type="http://schemas.openxmlformats.org/officeDocument/2006/relationships/image" Target="../media/image1232.png"/><Relationship Id="rId248" Type="http://schemas.openxmlformats.org/officeDocument/2006/relationships/image" Target="../media/image1382.png"/><Relationship Id="rId12" Type="http://schemas.openxmlformats.org/officeDocument/2006/relationships/image" Target="../media/image1266.png"/><Relationship Id="rId108" Type="http://schemas.openxmlformats.org/officeDocument/2006/relationships/image" Target="../media/image1313.png"/><Relationship Id="rId315" Type="http://schemas.openxmlformats.org/officeDocument/2006/relationships/customXml" Target="../ink/ink1613.xml"/><Relationship Id="rId54" Type="http://schemas.openxmlformats.org/officeDocument/2006/relationships/image" Target="../media/image1287.png"/><Relationship Id="rId96" Type="http://schemas.openxmlformats.org/officeDocument/2006/relationships/image" Target="../media/image1307.png"/><Relationship Id="rId161" Type="http://schemas.openxmlformats.org/officeDocument/2006/relationships/customXml" Target="../ink/ink1536.xml"/><Relationship Id="rId217" Type="http://schemas.openxmlformats.org/officeDocument/2006/relationships/customXml" Target="../ink/ink1564.xml"/><Relationship Id="rId259" Type="http://schemas.openxmlformats.org/officeDocument/2006/relationships/customXml" Target="../ink/ink1585.xml"/><Relationship Id="rId23" Type="http://schemas.openxmlformats.org/officeDocument/2006/relationships/customXml" Target="../ink/ink1467.xml"/><Relationship Id="rId119" Type="http://schemas.openxmlformats.org/officeDocument/2006/relationships/customXml" Target="../ink/ink1515.xml"/><Relationship Id="rId270" Type="http://schemas.openxmlformats.org/officeDocument/2006/relationships/image" Target="../media/image1393.png"/><Relationship Id="rId326" Type="http://schemas.openxmlformats.org/officeDocument/2006/relationships/image" Target="../media/image1420.png"/><Relationship Id="rId65" Type="http://schemas.openxmlformats.org/officeDocument/2006/relationships/customXml" Target="../ink/ink1488.xml"/><Relationship Id="rId130" Type="http://schemas.openxmlformats.org/officeDocument/2006/relationships/image" Target="../media/image1324.png"/><Relationship Id="rId172" Type="http://schemas.openxmlformats.org/officeDocument/2006/relationships/image" Target="../media/image1345.png"/><Relationship Id="rId228" Type="http://schemas.openxmlformats.org/officeDocument/2006/relationships/image" Target="../media/image1372.png"/><Relationship Id="rId281" Type="http://schemas.openxmlformats.org/officeDocument/2006/relationships/customXml" Target="../ink/ink1596.xml"/><Relationship Id="rId337" Type="http://schemas.openxmlformats.org/officeDocument/2006/relationships/customXml" Target="../ink/ink1624.xml"/><Relationship Id="rId34" Type="http://schemas.openxmlformats.org/officeDocument/2006/relationships/image" Target="../media/image1277.png"/><Relationship Id="rId76" Type="http://schemas.openxmlformats.org/officeDocument/2006/relationships/image" Target="../media/image1298.png"/><Relationship Id="rId141" Type="http://schemas.openxmlformats.org/officeDocument/2006/relationships/customXml" Target="../ink/ink1526.xml"/><Relationship Id="rId7" Type="http://schemas.openxmlformats.org/officeDocument/2006/relationships/customXml" Target="../ink/ink1459.xml"/><Relationship Id="rId183" Type="http://schemas.openxmlformats.org/officeDocument/2006/relationships/customXml" Target="../ink/ink1547.xml"/><Relationship Id="rId239" Type="http://schemas.openxmlformats.org/officeDocument/2006/relationships/customXml" Target="../ink/ink1575.xml"/><Relationship Id="rId250" Type="http://schemas.openxmlformats.org/officeDocument/2006/relationships/image" Target="../media/image1383.png"/><Relationship Id="rId292" Type="http://schemas.openxmlformats.org/officeDocument/2006/relationships/image" Target="../media/image1403.png"/><Relationship Id="rId306" Type="http://schemas.openxmlformats.org/officeDocument/2006/relationships/image" Target="../media/image1410.png"/><Relationship Id="rId45" Type="http://schemas.openxmlformats.org/officeDocument/2006/relationships/customXml" Target="../ink/ink1478.xml"/><Relationship Id="rId87" Type="http://schemas.openxmlformats.org/officeDocument/2006/relationships/customXml" Target="../ink/ink1499.xml"/><Relationship Id="rId110" Type="http://schemas.openxmlformats.org/officeDocument/2006/relationships/image" Target="../media/image1314.png"/><Relationship Id="rId152" Type="http://schemas.openxmlformats.org/officeDocument/2006/relationships/image" Target="../media/image1335.png"/><Relationship Id="rId173" Type="http://schemas.openxmlformats.org/officeDocument/2006/relationships/customXml" Target="../ink/ink1542.xml"/><Relationship Id="rId194" Type="http://schemas.openxmlformats.org/officeDocument/2006/relationships/image" Target="../media/image1356.png"/><Relationship Id="rId208" Type="http://schemas.openxmlformats.org/officeDocument/2006/relationships/image" Target="../media/image1362.png"/><Relationship Id="rId229" Type="http://schemas.openxmlformats.org/officeDocument/2006/relationships/customXml" Target="../ink/ink1570.xml"/><Relationship Id="rId240" Type="http://schemas.openxmlformats.org/officeDocument/2006/relationships/image" Target="../media/image1378.png"/><Relationship Id="rId261" Type="http://schemas.openxmlformats.org/officeDocument/2006/relationships/customXml" Target="../ink/ink1586.xml"/><Relationship Id="rId14" Type="http://schemas.openxmlformats.org/officeDocument/2006/relationships/image" Target="../media/image1267.png"/><Relationship Id="rId35" Type="http://schemas.openxmlformats.org/officeDocument/2006/relationships/customXml" Target="../ink/ink1473.xml"/><Relationship Id="rId56" Type="http://schemas.openxmlformats.org/officeDocument/2006/relationships/image" Target="../media/image1288.png"/><Relationship Id="rId77" Type="http://schemas.openxmlformats.org/officeDocument/2006/relationships/customXml" Target="../ink/ink1494.xml"/><Relationship Id="rId100" Type="http://schemas.openxmlformats.org/officeDocument/2006/relationships/image" Target="../media/image1309.png"/><Relationship Id="rId282" Type="http://schemas.openxmlformats.org/officeDocument/2006/relationships/image" Target="../media/image1398.png"/><Relationship Id="rId317" Type="http://schemas.openxmlformats.org/officeDocument/2006/relationships/customXml" Target="../ink/ink1614.xml"/><Relationship Id="rId338" Type="http://schemas.openxmlformats.org/officeDocument/2006/relationships/image" Target="../media/image1426.png"/><Relationship Id="rId8" Type="http://schemas.openxmlformats.org/officeDocument/2006/relationships/image" Target="../media/image1264.png"/><Relationship Id="rId98" Type="http://schemas.openxmlformats.org/officeDocument/2006/relationships/image" Target="../media/image1308.png"/><Relationship Id="rId121" Type="http://schemas.openxmlformats.org/officeDocument/2006/relationships/customXml" Target="../ink/ink1516.xml"/><Relationship Id="rId142" Type="http://schemas.openxmlformats.org/officeDocument/2006/relationships/image" Target="../media/image1330.png"/><Relationship Id="rId163" Type="http://schemas.openxmlformats.org/officeDocument/2006/relationships/customXml" Target="../ink/ink1537.xml"/><Relationship Id="rId184" Type="http://schemas.openxmlformats.org/officeDocument/2006/relationships/image" Target="../media/image1351.png"/><Relationship Id="rId219" Type="http://schemas.openxmlformats.org/officeDocument/2006/relationships/customXml" Target="../ink/ink1565.xml"/><Relationship Id="rId230" Type="http://schemas.openxmlformats.org/officeDocument/2006/relationships/image" Target="../media/image1373.png"/><Relationship Id="rId251" Type="http://schemas.openxmlformats.org/officeDocument/2006/relationships/customXml" Target="../ink/ink1581.xml"/><Relationship Id="rId25" Type="http://schemas.openxmlformats.org/officeDocument/2006/relationships/customXml" Target="../ink/ink1468.xml"/><Relationship Id="rId46" Type="http://schemas.openxmlformats.org/officeDocument/2006/relationships/image" Target="../media/image1283.png"/><Relationship Id="rId67" Type="http://schemas.openxmlformats.org/officeDocument/2006/relationships/customXml" Target="../ink/ink1489.xml"/><Relationship Id="rId272" Type="http://schemas.openxmlformats.org/officeDocument/2006/relationships/image" Target="../media/image1394.png"/><Relationship Id="rId293" Type="http://schemas.openxmlformats.org/officeDocument/2006/relationships/customXml" Target="../ink/ink1602.xml"/><Relationship Id="rId307" Type="http://schemas.openxmlformats.org/officeDocument/2006/relationships/customXml" Target="../ink/ink1609.xml"/><Relationship Id="rId328" Type="http://schemas.openxmlformats.org/officeDocument/2006/relationships/image" Target="../media/image1421.png"/><Relationship Id="rId88" Type="http://schemas.openxmlformats.org/officeDocument/2006/relationships/image" Target="../media/image1303.png"/><Relationship Id="rId111" Type="http://schemas.openxmlformats.org/officeDocument/2006/relationships/customXml" Target="../ink/ink1511.xml"/><Relationship Id="rId132" Type="http://schemas.openxmlformats.org/officeDocument/2006/relationships/image" Target="../media/image1325.png"/><Relationship Id="rId153" Type="http://schemas.openxmlformats.org/officeDocument/2006/relationships/customXml" Target="../ink/ink1532.xml"/><Relationship Id="rId174" Type="http://schemas.openxmlformats.org/officeDocument/2006/relationships/image" Target="../media/image1346.png"/><Relationship Id="rId195" Type="http://schemas.openxmlformats.org/officeDocument/2006/relationships/customXml" Target="../ink/ink1553.xml"/><Relationship Id="rId209" Type="http://schemas.openxmlformats.org/officeDocument/2006/relationships/customXml" Target="../ink/ink1560.xml"/><Relationship Id="rId220" Type="http://schemas.openxmlformats.org/officeDocument/2006/relationships/image" Target="../media/image1368.png"/><Relationship Id="rId241" Type="http://schemas.openxmlformats.org/officeDocument/2006/relationships/customXml" Target="../ink/ink1576.xml"/><Relationship Id="rId15" Type="http://schemas.openxmlformats.org/officeDocument/2006/relationships/customXml" Target="../ink/ink1463.xml"/><Relationship Id="rId36" Type="http://schemas.openxmlformats.org/officeDocument/2006/relationships/image" Target="../media/image1278.png"/><Relationship Id="rId57" Type="http://schemas.openxmlformats.org/officeDocument/2006/relationships/customXml" Target="../ink/ink1484.xml"/><Relationship Id="rId262" Type="http://schemas.openxmlformats.org/officeDocument/2006/relationships/image" Target="../media/image1389.png"/><Relationship Id="rId283" Type="http://schemas.openxmlformats.org/officeDocument/2006/relationships/customXml" Target="../ink/ink1597.xml"/><Relationship Id="rId318" Type="http://schemas.openxmlformats.org/officeDocument/2006/relationships/image" Target="../media/image1416.png"/><Relationship Id="rId339" Type="http://schemas.openxmlformats.org/officeDocument/2006/relationships/customXml" Target="../ink/ink1625.xml"/><Relationship Id="rId78" Type="http://schemas.openxmlformats.org/officeDocument/2006/relationships/image" Target="../media/image1299.png"/><Relationship Id="rId99" Type="http://schemas.openxmlformats.org/officeDocument/2006/relationships/customXml" Target="../ink/ink1505.xml"/><Relationship Id="rId101" Type="http://schemas.openxmlformats.org/officeDocument/2006/relationships/customXml" Target="../ink/ink1506.xml"/><Relationship Id="rId122" Type="http://schemas.openxmlformats.org/officeDocument/2006/relationships/image" Target="../media/image1320.png"/><Relationship Id="rId143" Type="http://schemas.openxmlformats.org/officeDocument/2006/relationships/customXml" Target="../ink/ink1527.xml"/><Relationship Id="rId164" Type="http://schemas.openxmlformats.org/officeDocument/2006/relationships/image" Target="../media/image1341.png"/><Relationship Id="rId185" Type="http://schemas.openxmlformats.org/officeDocument/2006/relationships/customXml" Target="../ink/ink1548.xml"/><Relationship Id="rId9" Type="http://schemas.openxmlformats.org/officeDocument/2006/relationships/customXml" Target="../ink/ink1460.xml"/><Relationship Id="rId210" Type="http://schemas.openxmlformats.org/officeDocument/2006/relationships/image" Target="../media/image1363.png"/><Relationship Id="rId26" Type="http://schemas.openxmlformats.org/officeDocument/2006/relationships/image" Target="../media/image1273.png"/><Relationship Id="rId231" Type="http://schemas.openxmlformats.org/officeDocument/2006/relationships/customXml" Target="../ink/ink1571.xml"/><Relationship Id="rId252" Type="http://schemas.openxmlformats.org/officeDocument/2006/relationships/image" Target="../media/image1384.png"/><Relationship Id="rId273" Type="http://schemas.openxmlformats.org/officeDocument/2006/relationships/customXml" Target="../ink/ink1592.xml"/><Relationship Id="rId294" Type="http://schemas.openxmlformats.org/officeDocument/2006/relationships/image" Target="../media/image1404.png"/><Relationship Id="rId308" Type="http://schemas.openxmlformats.org/officeDocument/2006/relationships/image" Target="../media/image1411.png"/><Relationship Id="rId329" Type="http://schemas.openxmlformats.org/officeDocument/2006/relationships/customXml" Target="../ink/ink1620.xml"/><Relationship Id="rId47" Type="http://schemas.openxmlformats.org/officeDocument/2006/relationships/customXml" Target="../ink/ink1479.xml"/><Relationship Id="rId68" Type="http://schemas.openxmlformats.org/officeDocument/2006/relationships/image" Target="../media/image1294.png"/><Relationship Id="rId89" Type="http://schemas.openxmlformats.org/officeDocument/2006/relationships/customXml" Target="../ink/ink1500.xml"/><Relationship Id="rId112" Type="http://schemas.openxmlformats.org/officeDocument/2006/relationships/image" Target="../media/image1315.png"/><Relationship Id="rId133" Type="http://schemas.openxmlformats.org/officeDocument/2006/relationships/customXml" Target="../ink/ink1522.xml"/><Relationship Id="rId154" Type="http://schemas.openxmlformats.org/officeDocument/2006/relationships/image" Target="../media/image1336.png"/><Relationship Id="rId175" Type="http://schemas.openxmlformats.org/officeDocument/2006/relationships/customXml" Target="../ink/ink1543.xml"/><Relationship Id="rId340" Type="http://schemas.openxmlformats.org/officeDocument/2006/relationships/image" Target="../media/image1427.png"/><Relationship Id="rId196" Type="http://schemas.openxmlformats.org/officeDocument/2006/relationships/image" Target="../media/image1357.png"/><Relationship Id="rId200" Type="http://schemas.openxmlformats.org/officeDocument/2006/relationships/image" Target="../media/image1359.png"/><Relationship Id="rId16" Type="http://schemas.openxmlformats.org/officeDocument/2006/relationships/image" Target="../media/image1268.png"/><Relationship Id="rId221" Type="http://schemas.openxmlformats.org/officeDocument/2006/relationships/customXml" Target="../ink/ink1566.xml"/><Relationship Id="rId242" Type="http://schemas.openxmlformats.org/officeDocument/2006/relationships/image" Target="../media/image1379.png"/><Relationship Id="rId263" Type="http://schemas.openxmlformats.org/officeDocument/2006/relationships/customXml" Target="../ink/ink1587.xml"/><Relationship Id="rId284" Type="http://schemas.openxmlformats.org/officeDocument/2006/relationships/image" Target="../media/image1399.png"/><Relationship Id="rId319" Type="http://schemas.openxmlformats.org/officeDocument/2006/relationships/customXml" Target="../ink/ink1615.xml"/><Relationship Id="rId37" Type="http://schemas.openxmlformats.org/officeDocument/2006/relationships/customXml" Target="../ink/ink1474.xml"/><Relationship Id="rId58" Type="http://schemas.openxmlformats.org/officeDocument/2006/relationships/image" Target="../media/image1289.png"/><Relationship Id="rId79" Type="http://schemas.openxmlformats.org/officeDocument/2006/relationships/customXml" Target="../ink/ink1495.xml"/><Relationship Id="rId102" Type="http://schemas.openxmlformats.org/officeDocument/2006/relationships/image" Target="../media/image1310.png"/><Relationship Id="rId123" Type="http://schemas.openxmlformats.org/officeDocument/2006/relationships/customXml" Target="../ink/ink1517.xml"/><Relationship Id="rId144" Type="http://schemas.openxmlformats.org/officeDocument/2006/relationships/image" Target="../media/image1331.png"/><Relationship Id="rId330" Type="http://schemas.openxmlformats.org/officeDocument/2006/relationships/image" Target="../media/image1422.png"/><Relationship Id="rId90" Type="http://schemas.openxmlformats.org/officeDocument/2006/relationships/image" Target="../media/image1304.png"/><Relationship Id="rId165" Type="http://schemas.openxmlformats.org/officeDocument/2006/relationships/customXml" Target="../ink/ink1538.xml"/><Relationship Id="rId186" Type="http://schemas.openxmlformats.org/officeDocument/2006/relationships/image" Target="../media/image1352.png"/><Relationship Id="rId211" Type="http://schemas.openxmlformats.org/officeDocument/2006/relationships/customXml" Target="../ink/ink1561.xml"/><Relationship Id="rId232" Type="http://schemas.openxmlformats.org/officeDocument/2006/relationships/image" Target="../media/image1374.png"/><Relationship Id="rId253" Type="http://schemas.openxmlformats.org/officeDocument/2006/relationships/customXml" Target="../ink/ink1582.xml"/><Relationship Id="rId274" Type="http://schemas.openxmlformats.org/officeDocument/2006/relationships/image" Target="../media/image1395.png"/><Relationship Id="rId295" Type="http://schemas.openxmlformats.org/officeDocument/2006/relationships/customXml" Target="../ink/ink1603.xml"/><Relationship Id="rId309" Type="http://schemas.openxmlformats.org/officeDocument/2006/relationships/customXml" Target="../ink/ink1610.xml"/><Relationship Id="rId27" Type="http://schemas.openxmlformats.org/officeDocument/2006/relationships/customXml" Target="../ink/ink1469.xml"/><Relationship Id="rId48" Type="http://schemas.openxmlformats.org/officeDocument/2006/relationships/image" Target="../media/image1284.png"/><Relationship Id="rId69" Type="http://schemas.openxmlformats.org/officeDocument/2006/relationships/customXml" Target="../ink/ink1490.xml"/><Relationship Id="rId113" Type="http://schemas.openxmlformats.org/officeDocument/2006/relationships/customXml" Target="../ink/ink1512.xml"/><Relationship Id="rId134" Type="http://schemas.openxmlformats.org/officeDocument/2006/relationships/image" Target="../media/image1326.png"/><Relationship Id="rId320" Type="http://schemas.openxmlformats.org/officeDocument/2006/relationships/image" Target="../media/image1417.png"/><Relationship Id="rId80" Type="http://schemas.openxmlformats.org/officeDocument/2006/relationships/image" Target="../media/image1300.png"/><Relationship Id="rId155" Type="http://schemas.openxmlformats.org/officeDocument/2006/relationships/customXml" Target="../ink/ink1533.xml"/><Relationship Id="rId176" Type="http://schemas.openxmlformats.org/officeDocument/2006/relationships/image" Target="../media/image1347.png"/><Relationship Id="rId197" Type="http://schemas.openxmlformats.org/officeDocument/2006/relationships/customXml" Target="../ink/ink1554.xml"/><Relationship Id="rId201" Type="http://schemas.openxmlformats.org/officeDocument/2006/relationships/customXml" Target="../ink/ink1556.xml"/><Relationship Id="rId222" Type="http://schemas.openxmlformats.org/officeDocument/2006/relationships/image" Target="../media/image1369.png"/><Relationship Id="rId243" Type="http://schemas.openxmlformats.org/officeDocument/2006/relationships/customXml" Target="../ink/ink1577.xml"/><Relationship Id="rId264" Type="http://schemas.openxmlformats.org/officeDocument/2006/relationships/image" Target="../media/image1390.png"/><Relationship Id="rId285" Type="http://schemas.openxmlformats.org/officeDocument/2006/relationships/customXml" Target="../ink/ink1598.xml"/><Relationship Id="rId17" Type="http://schemas.openxmlformats.org/officeDocument/2006/relationships/customXml" Target="../ink/ink1464.xml"/><Relationship Id="rId38" Type="http://schemas.openxmlformats.org/officeDocument/2006/relationships/image" Target="../media/image1279.png"/><Relationship Id="rId59" Type="http://schemas.openxmlformats.org/officeDocument/2006/relationships/customXml" Target="../ink/ink1485.xml"/><Relationship Id="rId103" Type="http://schemas.openxmlformats.org/officeDocument/2006/relationships/customXml" Target="../ink/ink1507.xml"/><Relationship Id="rId124" Type="http://schemas.openxmlformats.org/officeDocument/2006/relationships/image" Target="../media/image1321.png"/><Relationship Id="rId310" Type="http://schemas.openxmlformats.org/officeDocument/2006/relationships/image" Target="../media/image1412.png"/><Relationship Id="rId70" Type="http://schemas.openxmlformats.org/officeDocument/2006/relationships/image" Target="../media/image1295.png"/><Relationship Id="rId91" Type="http://schemas.openxmlformats.org/officeDocument/2006/relationships/customXml" Target="../ink/ink1501.xml"/><Relationship Id="rId145" Type="http://schemas.openxmlformats.org/officeDocument/2006/relationships/customXml" Target="../ink/ink1528.xml"/><Relationship Id="rId166" Type="http://schemas.openxmlformats.org/officeDocument/2006/relationships/image" Target="../media/image1342.png"/><Relationship Id="rId187" Type="http://schemas.openxmlformats.org/officeDocument/2006/relationships/customXml" Target="../ink/ink1549.xml"/><Relationship Id="rId331" Type="http://schemas.openxmlformats.org/officeDocument/2006/relationships/customXml" Target="../ink/ink1621.xml"/><Relationship Id="rId1" Type="http://schemas.openxmlformats.org/officeDocument/2006/relationships/slideLayout" Target="../slideLayouts/slideLayout9.xml"/><Relationship Id="rId212" Type="http://schemas.openxmlformats.org/officeDocument/2006/relationships/image" Target="../media/image1364.png"/><Relationship Id="rId233" Type="http://schemas.openxmlformats.org/officeDocument/2006/relationships/customXml" Target="../ink/ink1572.xml"/><Relationship Id="rId254" Type="http://schemas.openxmlformats.org/officeDocument/2006/relationships/image" Target="../media/image1385.png"/><Relationship Id="rId28" Type="http://schemas.openxmlformats.org/officeDocument/2006/relationships/image" Target="../media/image1274.png"/><Relationship Id="rId49" Type="http://schemas.openxmlformats.org/officeDocument/2006/relationships/customXml" Target="../ink/ink1480.xml"/><Relationship Id="rId114" Type="http://schemas.openxmlformats.org/officeDocument/2006/relationships/image" Target="../media/image1316.png"/><Relationship Id="rId275" Type="http://schemas.openxmlformats.org/officeDocument/2006/relationships/customXml" Target="../ink/ink1593.xml"/><Relationship Id="rId296" Type="http://schemas.openxmlformats.org/officeDocument/2006/relationships/image" Target="../media/image1405.png"/><Relationship Id="rId300" Type="http://schemas.openxmlformats.org/officeDocument/2006/relationships/image" Target="../media/image1407.png"/><Relationship Id="rId60" Type="http://schemas.openxmlformats.org/officeDocument/2006/relationships/image" Target="../media/image1290.png"/><Relationship Id="rId81" Type="http://schemas.openxmlformats.org/officeDocument/2006/relationships/customXml" Target="../ink/ink1496.xml"/><Relationship Id="rId135" Type="http://schemas.openxmlformats.org/officeDocument/2006/relationships/customXml" Target="../ink/ink1523.xml"/><Relationship Id="rId156" Type="http://schemas.openxmlformats.org/officeDocument/2006/relationships/image" Target="../media/image1337.png"/><Relationship Id="rId177" Type="http://schemas.openxmlformats.org/officeDocument/2006/relationships/customXml" Target="../ink/ink1544.xml"/><Relationship Id="rId198" Type="http://schemas.openxmlformats.org/officeDocument/2006/relationships/image" Target="../media/image1358.png"/><Relationship Id="rId321" Type="http://schemas.openxmlformats.org/officeDocument/2006/relationships/customXml" Target="../ink/ink1616.xml"/><Relationship Id="rId202" Type="http://schemas.openxmlformats.org/officeDocument/2006/relationships/image" Target="../media/image1360.png"/><Relationship Id="rId223" Type="http://schemas.openxmlformats.org/officeDocument/2006/relationships/customXml" Target="../ink/ink1567.xml"/><Relationship Id="rId244" Type="http://schemas.openxmlformats.org/officeDocument/2006/relationships/image" Target="../media/image1380.png"/><Relationship Id="rId18" Type="http://schemas.openxmlformats.org/officeDocument/2006/relationships/image" Target="../media/image1269.png"/><Relationship Id="rId39" Type="http://schemas.openxmlformats.org/officeDocument/2006/relationships/customXml" Target="../ink/ink1475.xml"/><Relationship Id="rId265" Type="http://schemas.openxmlformats.org/officeDocument/2006/relationships/customXml" Target="../ink/ink1588.xml"/><Relationship Id="rId286" Type="http://schemas.openxmlformats.org/officeDocument/2006/relationships/image" Target="../media/image1400.png"/><Relationship Id="rId50" Type="http://schemas.openxmlformats.org/officeDocument/2006/relationships/image" Target="../media/image1285.png"/><Relationship Id="rId104" Type="http://schemas.openxmlformats.org/officeDocument/2006/relationships/image" Target="../media/image1311.png"/><Relationship Id="rId125" Type="http://schemas.openxmlformats.org/officeDocument/2006/relationships/customXml" Target="../ink/ink1518.xml"/><Relationship Id="rId146" Type="http://schemas.openxmlformats.org/officeDocument/2006/relationships/image" Target="../media/image1332.png"/><Relationship Id="rId167" Type="http://schemas.openxmlformats.org/officeDocument/2006/relationships/customXml" Target="../ink/ink1539.xml"/><Relationship Id="rId188" Type="http://schemas.openxmlformats.org/officeDocument/2006/relationships/image" Target="../media/image1353.png"/><Relationship Id="rId311" Type="http://schemas.openxmlformats.org/officeDocument/2006/relationships/customXml" Target="../ink/ink1611.xml"/><Relationship Id="rId332" Type="http://schemas.openxmlformats.org/officeDocument/2006/relationships/image" Target="../media/image1423.png"/><Relationship Id="rId71" Type="http://schemas.openxmlformats.org/officeDocument/2006/relationships/customXml" Target="../ink/ink1491.xml"/><Relationship Id="rId92" Type="http://schemas.openxmlformats.org/officeDocument/2006/relationships/image" Target="../media/image1305.png"/><Relationship Id="rId213" Type="http://schemas.openxmlformats.org/officeDocument/2006/relationships/customXml" Target="../ink/ink1562.xml"/><Relationship Id="rId234" Type="http://schemas.openxmlformats.org/officeDocument/2006/relationships/image" Target="../media/image1375.png"/><Relationship Id="rId2" Type="http://schemas.openxmlformats.org/officeDocument/2006/relationships/image" Target="../media/image38.png"/><Relationship Id="rId29" Type="http://schemas.openxmlformats.org/officeDocument/2006/relationships/customXml" Target="../ink/ink1470.xml"/><Relationship Id="rId255" Type="http://schemas.openxmlformats.org/officeDocument/2006/relationships/customXml" Target="../ink/ink1583.xml"/><Relationship Id="rId276" Type="http://schemas.openxmlformats.org/officeDocument/2006/relationships/image" Target="../media/image1218.png"/><Relationship Id="rId297" Type="http://schemas.openxmlformats.org/officeDocument/2006/relationships/customXml" Target="../ink/ink1604.xml"/><Relationship Id="rId40" Type="http://schemas.openxmlformats.org/officeDocument/2006/relationships/image" Target="../media/image1280.png"/><Relationship Id="rId115" Type="http://schemas.openxmlformats.org/officeDocument/2006/relationships/customXml" Target="../ink/ink1513.xml"/><Relationship Id="rId136" Type="http://schemas.openxmlformats.org/officeDocument/2006/relationships/image" Target="../media/image1327.png"/><Relationship Id="rId157" Type="http://schemas.openxmlformats.org/officeDocument/2006/relationships/customXml" Target="../ink/ink1534.xml"/><Relationship Id="rId178" Type="http://schemas.openxmlformats.org/officeDocument/2006/relationships/image" Target="../media/image1348.png"/><Relationship Id="rId301" Type="http://schemas.openxmlformats.org/officeDocument/2006/relationships/customXml" Target="../ink/ink1606.xml"/><Relationship Id="rId322" Type="http://schemas.openxmlformats.org/officeDocument/2006/relationships/image" Target="../media/image1418.png"/><Relationship Id="rId61" Type="http://schemas.openxmlformats.org/officeDocument/2006/relationships/customXml" Target="../ink/ink1486.xml"/><Relationship Id="rId82" Type="http://schemas.openxmlformats.org/officeDocument/2006/relationships/image" Target="../media/image1224.png"/><Relationship Id="rId199" Type="http://schemas.openxmlformats.org/officeDocument/2006/relationships/customXml" Target="../ink/ink1555.xml"/><Relationship Id="rId203" Type="http://schemas.openxmlformats.org/officeDocument/2006/relationships/customXml" Target="../ink/ink1557.xml"/><Relationship Id="rId19" Type="http://schemas.openxmlformats.org/officeDocument/2006/relationships/customXml" Target="../ink/ink1465.xml"/><Relationship Id="rId224" Type="http://schemas.openxmlformats.org/officeDocument/2006/relationships/image" Target="../media/image1370.png"/><Relationship Id="rId245" Type="http://schemas.openxmlformats.org/officeDocument/2006/relationships/customXml" Target="../ink/ink1578.xml"/><Relationship Id="rId266" Type="http://schemas.openxmlformats.org/officeDocument/2006/relationships/image" Target="../media/image1391.png"/><Relationship Id="rId287" Type="http://schemas.openxmlformats.org/officeDocument/2006/relationships/customXml" Target="../ink/ink1599.xml"/><Relationship Id="rId30" Type="http://schemas.openxmlformats.org/officeDocument/2006/relationships/image" Target="../media/image1275.png"/><Relationship Id="rId105" Type="http://schemas.openxmlformats.org/officeDocument/2006/relationships/customXml" Target="../ink/ink1508.xml"/><Relationship Id="rId126" Type="http://schemas.openxmlformats.org/officeDocument/2006/relationships/image" Target="../media/image1322.png"/><Relationship Id="rId147" Type="http://schemas.openxmlformats.org/officeDocument/2006/relationships/customXml" Target="../ink/ink1529.xml"/><Relationship Id="rId168" Type="http://schemas.openxmlformats.org/officeDocument/2006/relationships/image" Target="../media/image1343.png"/><Relationship Id="rId312" Type="http://schemas.openxmlformats.org/officeDocument/2006/relationships/image" Target="../media/image1413.png"/><Relationship Id="rId333" Type="http://schemas.openxmlformats.org/officeDocument/2006/relationships/customXml" Target="../ink/ink1622.xml"/><Relationship Id="rId51" Type="http://schemas.openxmlformats.org/officeDocument/2006/relationships/customXml" Target="../ink/ink1481.xml"/><Relationship Id="rId72" Type="http://schemas.openxmlformats.org/officeDocument/2006/relationships/image" Target="../media/image1296.png"/><Relationship Id="rId93" Type="http://schemas.openxmlformats.org/officeDocument/2006/relationships/customXml" Target="../ink/ink1502.xml"/><Relationship Id="rId189" Type="http://schemas.openxmlformats.org/officeDocument/2006/relationships/customXml" Target="../ink/ink1550.xml"/><Relationship Id="rId3" Type="http://schemas.openxmlformats.org/officeDocument/2006/relationships/customXml" Target="../ink/ink1457.xml"/><Relationship Id="rId214" Type="http://schemas.openxmlformats.org/officeDocument/2006/relationships/image" Target="../media/image1365.png"/><Relationship Id="rId235" Type="http://schemas.openxmlformats.org/officeDocument/2006/relationships/customXml" Target="../ink/ink1573.xml"/><Relationship Id="rId256" Type="http://schemas.openxmlformats.org/officeDocument/2006/relationships/image" Target="../media/image1386.png"/><Relationship Id="rId277" Type="http://schemas.openxmlformats.org/officeDocument/2006/relationships/customXml" Target="../ink/ink1594.xml"/><Relationship Id="rId298" Type="http://schemas.openxmlformats.org/officeDocument/2006/relationships/image" Target="../media/image1406.png"/><Relationship Id="rId116" Type="http://schemas.openxmlformats.org/officeDocument/2006/relationships/image" Target="../media/image1317.png"/><Relationship Id="rId137" Type="http://schemas.openxmlformats.org/officeDocument/2006/relationships/customXml" Target="../ink/ink1524.xml"/><Relationship Id="rId158" Type="http://schemas.openxmlformats.org/officeDocument/2006/relationships/image" Target="../media/image1338.png"/><Relationship Id="rId302" Type="http://schemas.openxmlformats.org/officeDocument/2006/relationships/image" Target="../media/image1408.png"/><Relationship Id="rId323" Type="http://schemas.openxmlformats.org/officeDocument/2006/relationships/customXml" Target="../ink/ink1617.xml"/><Relationship Id="rId20" Type="http://schemas.openxmlformats.org/officeDocument/2006/relationships/image" Target="../media/image1270.png"/><Relationship Id="rId41" Type="http://schemas.openxmlformats.org/officeDocument/2006/relationships/customXml" Target="../ink/ink1476.xml"/><Relationship Id="rId62" Type="http://schemas.openxmlformats.org/officeDocument/2006/relationships/image" Target="../media/image1291.png"/><Relationship Id="rId83" Type="http://schemas.openxmlformats.org/officeDocument/2006/relationships/customXml" Target="../ink/ink1497.xml"/><Relationship Id="rId179" Type="http://schemas.openxmlformats.org/officeDocument/2006/relationships/customXml" Target="../ink/ink1545.xml"/><Relationship Id="rId190" Type="http://schemas.openxmlformats.org/officeDocument/2006/relationships/image" Target="../media/image1354.png"/><Relationship Id="rId204" Type="http://schemas.openxmlformats.org/officeDocument/2006/relationships/image" Target="../media/image1361.png"/><Relationship Id="rId225" Type="http://schemas.openxmlformats.org/officeDocument/2006/relationships/customXml" Target="../ink/ink1568.xml"/><Relationship Id="rId246" Type="http://schemas.openxmlformats.org/officeDocument/2006/relationships/image" Target="../media/image1381.png"/><Relationship Id="rId267" Type="http://schemas.openxmlformats.org/officeDocument/2006/relationships/customXml" Target="../ink/ink1589.xml"/><Relationship Id="rId288" Type="http://schemas.openxmlformats.org/officeDocument/2006/relationships/image" Target="../media/image1401.png"/><Relationship Id="rId106" Type="http://schemas.openxmlformats.org/officeDocument/2006/relationships/image" Target="../media/image1312.png"/><Relationship Id="rId127" Type="http://schemas.openxmlformats.org/officeDocument/2006/relationships/customXml" Target="../ink/ink1519.xml"/><Relationship Id="rId313" Type="http://schemas.openxmlformats.org/officeDocument/2006/relationships/customXml" Target="../ink/ink1612.xml"/><Relationship Id="rId10" Type="http://schemas.openxmlformats.org/officeDocument/2006/relationships/image" Target="../media/image1265.png"/><Relationship Id="rId31" Type="http://schemas.openxmlformats.org/officeDocument/2006/relationships/customXml" Target="../ink/ink1471.xml"/><Relationship Id="rId52" Type="http://schemas.openxmlformats.org/officeDocument/2006/relationships/image" Target="../media/image1286.png"/><Relationship Id="rId73" Type="http://schemas.openxmlformats.org/officeDocument/2006/relationships/customXml" Target="../ink/ink1492.xml"/><Relationship Id="rId94" Type="http://schemas.openxmlformats.org/officeDocument/2006/relationships/image" Target="../media/image1306.png"/><Relationship Id="rId148" Type="http://schemas.openxmlformats.org/officeDocument/2006/relationships/image" Target="../media/image1333.png"/><Relationship Id="rId169" Type="http://schemas.openxmlformats.org/officeDocument/2006/relationships/customXml" Target="../ink/ink1540.xml"/><Relationship Id="rId334" Type="http://schemas.openxmlformats.org/officeDocument/2006/relationships/image" Target="../media/image1424.png"/><Relationship Id="rId4" Type="http://schemas.openxmlformats.org/officeDocument/2006/relationships/image" Target="../media/image1262.png"/><Relationship Id="rId180" Type="http://schemas.openxmlformats.org/officeDocument/2006/relationships/image" Target="../media/image1349.png"/><Relationship Id="rId215" Type="http://schemas.openxmlformats.org/officeDocument/2006/relationships/customXml" Target="../ink/ink1563.xml"/><Relationship Id="rId236" Type="http://schemas.openxmlformats.org/officeDocument/2006/relationships/image" Target="../media/image1376.png"/><Relationship Id="rId257" Type="http://schemas.openxmlformats.org/officeDocument/2006/relationships/customXml" Target="../ink/ink1584.xml"/><Relationship Id="rId278" Type="http://schemas.openxmlformats.org/officeDocument/2006/relationships/image" Target="../media/image1396.png"/><Relationship Id="rId303" Type="http://schemas.openxmlformats.org/officeDocument/2006/relationships/customXml" Target="../ink/ink1607.xml"/><Relationship Id="rId42" Type="http://schemas.openxmlformats.org/officeDocument/2006/relationships/image" Target="../media/image1281.png"/><Relationship Id="rId84" Type="http://schemas.openxmlformats.org/officeDocument/2006/relationships/image" Target="../media/image1301.png"/><Relationship Id="rId138" Type="http://schemas.openxmlformats.org/officeDocument/2006/relationships/image" Target="../media/image1328.png"/><Relationship Id="rId191" Type="http://schemas.openxmlformats.org/officeDocument/2006/relationships/customXml" Target="../ink/ink1551.xml"/><Relationship Id="rId205" Type="http://schemas.openxmlformats.org/officeDocument/2006/relationships/customXml" Target="../ink/ink1558.xml"/><Relationship Id="rId247" Type="http://schemas.openxmlformats.org/officeDocument/2006/relationships/customXml" Target="../ink/ink1579.xml"/><Relationship Id="rId107" Type="http://schemas.openxmlformats.org/officeDocument/2006/relationships/customXml" Target="../ink/ink1509.xml"/><Relationship Id="rId289" Type="http://schemas.openxmlformats.org/officeDocument/2006/relationships/customXml" Target="../ink/ink1600.xml"/><Relationship Id="rId11" Type="http://schemas.openxmlformats.org/officeDocument/2006/relationships/customXml" Target="../ink/ink1461.xml"/><Relationship Id="rId53" Type="http://schemas.openxmlformats.org/officeDocument/2006/relationships/customXml" Target="../ink/ink1482.xml"/><Relationship Id="rId149" Type="http://schemas.openxmlformats.org/officeDocument/2006/relationships/customXml" Target="../ink/ink1530.xml"/><Relationship Id="rId314" Type="http://schemas.openxmlformats.org/officeDocument/2006/relationships/image" Target="../media/image1414.png"/><Relationship Id="rId95" Type="http://schemas.openxmlformats.org/officeDocument/2006/relationships/customXml" Target="../ink/ink1503.xml"/><Relationship Id="rId160" Type="http://schemas.openxmlformats.org/officeDocument/2006/relationships/image" Target="../media/image1339.png"/><Relationship Id="rId216" Type="http://schemas.openxmlformats.org/officeDocument/2006/relationships/image" Target="../media/image1366.png"/><Relationship Id="rId258" Type="http://schemas.openxmlformats.org/officeDocument/2006/relationships/image" Target="../media/image1387.png"/><Relationship Id="rId22" Type="http://schemas.openxmlformats.org/officeDocument/2006/relationships/image" Target="../media/image1271.png"/><Relationship Id="rId64" Type="http://schemas.openxmlformats.org/officeDocument/2006/relationships/image" Target="../media/image1292.png"/><Relationship Id="rId118" Type="http://schemas.openxmlformats.org/officeDocument/2006/relationships/image" Target="../media/image1318.png"/><Relationship Id="rId325" Type="http://schemas.openxmlformats.org/officeDocument/2006/relationships/customXml" Target="../ink/ink1618.xml"/><Relationship Id="rId171" Type="http://schemas.openxmlformats.org/officeDocument/2006/relationships/customXml" Target="../ink/ink1541.xml"/><Relationship Id="rId227" Type="http://schemas.openxmlformats.org/officeDocument/2006/relationships/customXml" Target="../ink/ink1569.xml"/><Relationship Id="rId269" Type="http://schemas.openxmlformats.org/officeDocument/2006/relationships/customXml" Target="../ink/ink1590.xml"/><Relationship Id="rId33" Type="http://schemas.openxmlformats.org/officeDocument/2006/relationships/customXml" Target="../ink/ink1472.xml"/><Relationship Id="rId129" Type="http://schemas.openxmlformats.org/officeDocument/2006/relationships/customXml" Target="../ink/ink1520.xml"/><Relationship Id="rId280" Type="http://schemas.openxmlformats.org/officeDocument/2006/relationships/image" Target="../media/image1397.png"/><Relationship Id="rId336" Type="http://schemas.openxmlformats.org/officeDocument/2006/relationships/image" Target="../media/image1425.png"/><Relationship Id="rId75" Type="http://schemas.openxmlformats.org/officeDocument/2006/relationships/customXml" Target="../ink/ink1493.xml"/><Relationship Id="rId140" Type="http://schemas.openxmlformats.org/officeDocument/2006/relationships/image" Target="../media/image1329.png"/><Relationship Id="rId182" Type="http://schemas.openxmlformats.org/officeDocument/2006/relationships/image" Target="../media/image1350.png"/><Relationship Id="rId6" Type="http://schemas.openxmlformats.org/officeDocument/2006/relationships/image" Target="../media/image1263.png"/><Relationship Id="rId238" Type="http://schemas.openxmlformats.org/officeDocument/2006/relationships/image" Target="../media/image1377.png"/><Relationship Id="rId291" Type="http://schemas.openxmlformats.org/officeDocument/2006/relationships/customXml" Target="../ink/ink1601.xml"/><Relationship Id="rId305" Type="http://schemas.openxmlformats.org/officeDocument/2006/relationships/customXml" Target="../ink/ink1608.xml"/><Relationship Id="rId44" Type="http://schemas.openxmlformats.org/officeDocument/2006/relationships/image" Target="../media/image1282.png"/><Relationship Id="rId86" Type="http://schemas.openxmlformats.org/officeDocument/2006/relationships/image" Target="../media/image1302.png"/><Relationship Id="rId151" Type="http://schemas.openxmlformats.org/officeDocument/2006/relationships/customXml" Target="../ink/ink1531.xml"/><Relationship Id="rId193" Type="http://schemas.openxmlformats.org/officeDocument/2006/relationships/customXml" Target="../ink/ink1552.xml"/><Relationship Id="rId207" Type="http://schemas.openxmlformats.org/officeDocument/2006/relationships/customXml" Target="../ink/ink1559.xml"/><Relationship Id="rId249" Type="http://schemas.openxmlformats.org/officeDocument/2006/relationships/customXml" Target="../ink/ink1580.xml"/><Relationship Id="rId13" Type="http://schemas.openxmlformats.org/officeDocument/2006/relationships/customXml" Target="../ink/ink1462.xml"/><Relationship Id="rId109" Type="http://schemas.openxmlformats.org/officeDocument/2006/relationships/customXml" Target="../ink/ink1510.xml"/><Relationship Id="rId260" Type="http://schemas.openxmlformats.org/officeDocument/2006/relationships/image" Target="../media/image1388.png"/><Relationship Id="rId316" Type="http://schemas.openxmlformats.org/officeDocument/2006/relationships/image" Target="../media/image1415.png"/><Relationship Id="rId55" Type="http://schemas.openxmlformats.org/officeDocument/2006/relationships/customXml" Target="../ink/ink1483.xml"/><Relationship Id="rId97" Type="http://schemas.openxmlformats.org/officeDocument/2006/relationships/customXml" Target="../ink/ink1504.xml"/><Relationship Id="rId120" Type="http://schemas.openxmlformats.org/officeDocument/2006/relationships/image" Target="../media/image1319.png"/><Relationship Id="rId162" Type="http://schemas.openxmlformats.org/officeDocument/2006/relationships/image" Target="../media/image1340.png"/><Relationship Id="rId218" Type="http://schemas.openxmlformats.org/officeDocument/2006/relationships/image" Target="../media/image1367.png"/><Relationship Id="rId271" Type="http://schemas.openxmlformats.org/officeDocument/2006/relationships/customXml" Target="../ink/ink1591.xml"/><Relationship Id="rId24" Type="http://schemas.openxmlformats.org/officeDocument/2006/relationships/image" Target="../media/image1272.png"/><Relationship Id="rId66" Type="http://schemas.openxmlformats.org/officeDocument/2006/relationships/image" Target="../media/image1293.png"/><Relationship Id="rId131" Type="http://schemas.openxmlformats.org/officeDocument/2006/relationships/customXml" Target="../ink/ink1521.xml"/><Relationship Id="rId327" Type="http://schemas.openxmlformats.org/officeDocument/2006/relationships/customXml" Target="../ink/ink1619.xml"/></Relationships>
</file>

<file path=ppt/slides/_rels/slide86.xml.rels><?xml version="1.0" encoding="UTF-8" standalone="yes"?>
<Relationships xmlns="http://schemas.openxmlformats.org/package/2006/relationships"><Relationship Id="rId3" Type="http://schemas.openxmlformats.org/officeDocument/2006/relationships/image" Target="../media/image1428.png"/><Relationship Id="rId2" Type="http://schemas.openxmlformats.org/officeDocument/2006/relationships/image" Target="../media/image38.png"/><Relationship Id="rId1" Type="http://schemas.openxmlformats.org/officeDocument/2006/relationships/slideLayout" Target="../slideLayouts/slideLayout9.xml"/><Relationship Id="rId4" Type="http://schemas.openxmlformats.org/officeDocument/2006/relationships/hyperlink" Target="https://www.nintendoblast.com.br/2013/01/top-10-itens-da-serie-zelda.html" TargetMode="External"/></Relationships>
</file>

<file path=ppt/slides/_rels/slide8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mailto:server@anubhavtrainings.com" TargetMode="External"/><Relationship Id="rId1" Type="http://schemas.openxmlformats.org/officeDocument/2006/relationships/slideLayout" Target="../slideLayouts/slideLayout9.xml"/><Relationship Id="rId5" Type="http://schemas.openxmlformats.org/officeDocument/2006/relationships/image" Target="../media/image1430.png"/><Relationship Id="rId4" Type="http://schemas.openxmlformats.org/officeDocument/2006/relationships/image" Target="../media/image1429.png"/></Relationships>
</file>

<file path=ppt/slides/_rels/slide88.xml.rels><?xml version="1.0" encoding="UTF-8" standalone="yes"?>
<Relationships xmlns="http://schemas.openxmlformats.org/package/2006/relationships"><Relationship Id="rId8" Type="http://schemas.openxmlformats.org/officeDocument/2006/relationships/image" Target="../media/image1433.png"/><Relationship Id="rId13" Type="http://schemas.openxmlformats.org/officeDocument/2006/relationships/customXml" Target="../ink/ink1631.xml"/><Relationship Id="rId18" Type="http://schemas.openxmlformats.org/officeDocument/2006/relationships/image" Target="../media/image1438.png"/><Relationship Id="rId26" Type="http://schemas.openxmlformats.org/officeDocument/2006/relationships/image" Target="../media/image1442.png"/><Relationship Id="rId3" Type="http://schemas.openxmlformats.org/officeDocument/2006/relationships/customXml" Target="../ink/ink1626.xml"/><Relationship Id="rId21" Type="http://schemas.openxmlformats.org/officeDocument/2006/relationships/customXml" Target="../ink/ink1635.xml"/><Relationship Id="rId7" Type="http://schemas.openxmlformats.org/officeDocument/2006/relationships/customXml" Target="../ink/ink1628.xml"/><Relationship Id="rId12" Type="http://schemas.openxmlformats.org/officeDocument/2006/relationships/image" Target="../media/image1435.png"/><Relationship Id="rId17" Type="http://schemas.openxmlformats.org/officeDocument/2006/relationships/customXml" Target="../ink/ink1633.xml"/><Relationship Id="rId25" Type="http://schemas.openxmlformats.org/officeDocument/2006/relationships/customXml" Target="../ink/ink1637.xml"/><Relationship Id="rId2" Type="http://schemas.openxmlformats.org/officeDocument/2006/relationships/image" Target="../media/image38.png"/><Relationship Id="rId16" Type="http://schemas.openxmlformats.org/officeDocument/2006/relationships/image" Target="../media/image1437.png"/><Relationship Id="rId20" Type="http://schemas.openxmlformats.org/officeDocument/2006/relationships/image" Target="../media/image1439.png"/><Relationship Id="rId1" Type="http://schemas.openxmlformats.org/officeDocument/2006/relationships/slideLayout" Target="../slideLayouts/slideLayout9.xml"/><Relationship Id="rId6" Type="http://schemas.openxmlformats.org/officeDocument/2006/relationships/image" Target="../media/image1432.png"/><Relationship Id="rId11" Type="http://schemas.openxmlformats.org/officeDocument/2006/relationships/customXml" Target="../ink/ink1630.xml"/><Relationship Id="rId24" Type="http://schemas.openxmlformats.org/officeDocument/2006/relationships/image" Target="../media/image1441.png"/><Relationship Id="rId5" Type="http://schemas.openxmlformats.org/officeDocument/2006/relationships/customXml" Target="../ink/ink1627.xml"/><Relationship Id="rId15" Type="http://schemas.openxmlformats.org/officeDocument/2006/relationships/customXml" Target="../ink/ink1632.xml"/><Relationship Id="rId23" Type="http://schemas.openxmlformats.org/officeDocument/2006/relationships/customXml" Target="../ink/ink1636.xml"/><Relationship Id="rId28" Type="http://schemas.openxmlformats.org/officeDocument/2006/relationships/image" Target="../media/image1443.png"/><Relationship Id="rId10" Type="http://schemas.openxmlformats.org/officeDocument/2006/relationships/image" Target="../media/image1434.png"/><Relationship Id="rId19" Type="http://schemas.openxmlformats.org/officeDocument/2006/relationships/customXml" Target="../ink/ink1634.xml"/><Relationship Id="rId4" Type="http://schemas.openxmlformats.org/officeDocument/2006/relationships/image" Target="../media/image1431.png"/><Relationship Id="rId9" Type="http://schemas.openxmlformats.org/officeDocument/2006/relationships/customXml" Target="../ink/ink1629.xml"/><Relationship Id="rId14" Type="http://schemas.openxmlformats.org/officeDocument/2006/relationships/image" Target="../media/image1436.png"/><Relationship Id="rId22" Type="http://schemas.openxmlformats.org/officeDocument/2006/relationships/image" Target="../media/image1440.png"/><Relationship Id="rId27" Type="http://schemas.openxmlformats.org/officeDocument/2006/relationships/customXml" Target="../ink/ink1638.xml"/></Relationships>
</file>

<file path=ppt/slides/_rels/slide8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hyperlink" Target="https://services.odata.org/V3/Northwind/Northwind.svc/$metadata" TargetMode="External"/><Relationship Id="rId7" Type="http://schemas.openxmlformats.org/officeDocument/2006/relationships/hyperlink" Target="https://services.odata.org/V2/Northwind/Northwind.svc/Customers?$format=json&amp;$filter=Country%20eq" TargetMode="External"/><Relationship Id="rId2" Type="http://schemas.openxmlformats.org/officeDocument/2006/relationships/hyperlink" Target="https://services.odata.org/V3/Northwind/Northwind.svc/" TargetMode="External"/><Relationship Id="rId1" Type="http://schemas.openxmlformats.org/officeDocument/2006/relationships/slideLayout" Target="../slideLayouts/slideLayout9.xml"/><Relationship Id="rId6" Type="http://schemas.openxmlformats.org/officeDocument/2006/relationships/hyperlink" Target="https://services.odata.org/V3/Northwind/Northwind.svc/Customers?$format=json&amp;$filter=Country%20eq%20%27Mexico%27" TargetMode="External"/><Relationship Id="rId5" Type="http://schemas.openxmlformats.org/officeDocument/2006/relationships/hyperlink" Target="https://services.odata.org/V3/Northwind/Northwind.svc/Customers('ANATR')?$format=json" TargetMode="External"/><Relationship Id="rId4" Type="http://schemas.openxmlformats.org/officeDocument/2006/relationships/hyperlink" Target="https://services.odata.org/V3/Northwind/Northwind.svc/Customers?$format=json" TargetMode="External"/></Relationships>
</file>

<file path=ppt/slides/_rels/slide90.xml.rels><?xml version="1.0" encoding="UTF-8" standalone="yes"?>
<Relationships xmlns="http://schemas.openxmlformats.org/package/2006/relationships"><Relationship Id="rId3" Type="http://schemas.openxmlformats.org/officeDocument/2006/relationships/hyperlink" Target="https://services.odata.org/V3/Northwind/Northwind.svc/Customers?$format=json&amp;$select=CustomerID,CompanyName,City,Country" TargetMode="External"/><Relationship Id="rId7" Type="http://schemas.openxmlformats.org/officeDocument/2006/relationships/image" Target="../media/image38.png"/><Relationship Id="rId2" Type="http://schemas.openxmlformats.org/officeDocument/2006/relationships/hyperlink" Target="https://services.odata.org/V3/Northwind/Northwind.svc/Customers?$format=json&amp;$filter=substringof(%27Mor%27,CompanyName)%20eq%20true" TargetMode="External"/><Relationship Id="rId1" Type="http://schemas.openxmlformats.org/officeDocument/2006/relationships/slideLayout" Target="../slideLayouts/slideLayout9.xml"/><Relationship Id="rId6" Type="http://schemas.openxmlformats.org/officeDocument/2006/relationships/hyperlink" Target="https://www.postman.com/product/tools/" TargetMode="External"/><Relationship Id="rId5" Type="http://schemas.openxmlformats.org/officeDocument/2006/relationships/hyperlink" Target="https://services.odata.org/V3/Northwind/Northwind.svc/Customers('ALFKI')?$format=json&amp;$expand=Orders" TargetMode="External"/><Relationship Id="rId4" Type="http://schemas.openxmlformats.org/officeDocument/2006/relationships/hyperlink" Target="https://services.odata.org/V3/Northwind/Northwind.svc/Customers/$count" TargetMode="External"/></Relationships>
</file>

<file path=ppt/slides/_rels/slide9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3" Type="http://schemas.openxmlformats.org/officeDocument/2006/relationships/hyperlink" Target="https://www.sap.com/documents/2018/02/f0148939-f27c-0010-82c7-eda71af511fa.html" TargetMode="External"/><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3" Type="http://schemas.openxmlformats.org/officeDocument/2006/relationships/image" Target="../media/image1444.png"/><Relationship Id="rId2" Type="http://schemas.openxmlformats.org/officeDocument/2006/relationships/image" Target="../media/image38.png"/><Relationship Id="rId1" Type="http://schemas.openxmlformats.org/officeDocument/2006/relationships/slideLayout" Target="../slideLayouts/slideLayout9.xml"/><Relationship Id="rId5" Type="http://schemas.openxmlformats.org/officeDocument/2006/relationships/hyperlink" Target="https://www.youtube.com/watch?v=6jk9G4vaFjQ&amp;t=2263s&amp;pp=ygUTc2FwIGNsb3VkIGNvbm5lY3Rvcg%3D%3D" TargetMode="External"/><Relationship Id="rId4" Type="http://schemas.openxmlformats.org/officeDocument/2006/relationships/hyperlink" Target="https://openclipart.org/detail/169006/computer-by-mrallowski" TargetMode="External"/></Relationships>
</file>

<file path=ppt/slides/_rels/slide99.xml.rels><?xml version="1.0" encoding="UTF-8" standalone="yes"?>
<Relationships xmlns="http://schemas.openxmlformats.org/package/2006/relationships"><Relationship Id="rId3" Type="http://schemas.openxmlformats.org/officeDocument/2006/relationships/image" Target="../media/image1445.png"/><Relationship Id="rId2" Type="http://schemas.openxmlformats.org/officeDocument/2006/relationships/image" Target="../media/image38.png"/><Relationship Id="rId1" Type="http://schemas.openxmlformats.org/officeDocument/2006/relationships/slideLayout" Target="../slideLayouts/slideLayout9.xml"/><Relationship Id="rId4" Type="http://schemas.openxmlformats.org/officeDocument/2006/relationships/hyperlink" Target="https://openclipart.org/detail/169006/computer-by-mrallowski" TargetMode="External"/></Relationships>
</file>

<file path=ppt/slides/_rels/slide10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0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0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3" Type="http://schemas.openxmlformats.org/officeDocument/2006/relationships/customXml" Target="../ink/ink1639.xml"/><Relationship Id="rId2" Type="http://schemas.openxmlformats.org/officeDocument/2006/relationships/image" Target="../media/image38.png"/><Relationship Id="rId1" Type="http://schemas.openxmlformats.org/officeDocument/2006/relationships/slideLayout" Target="../slideLayouts/slideLayout9.xml"/><Relationship Id="rId4" Type="http://schemas.openxmlformats.org/officeDocument/2006/relationships/image" Target="../media/image3900.png"/></Relationships>
</file>

<file path=ppt/slides/_rels/slide105.xml.rels><?xml version="1.0" encoding="UTF-8" standalone="yes"?>
<Relationships xmlns="http://schemas.openxmlformats.org/package/2006/relationships"><Relationship Id="rId3" Type="http://schemas.openxmlformats.org/officeDocument/2006/relationships/image" Target="../media/image1446.png"/><Relationship Id="rId7" Type="http://schemas.openxmlformats.org/officeDocument/2006/relationships/image" Target="../media/image1450.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1449.svg"/><Relationship Id="rId5" Type="http://schemas.openxmlformats.org/officeDocument/2006/relationships/image" Target="../media/image1448.png"/><Relationship Id="rId4" Type="http://schemas.openxmlformats.org/officeDocument/2006/relationships/image" Target="../media/image1447.svg"/></Relationships>
</file>

<file path=ppt/slides/_rels/slide106.xml.rels><?xml version="1.0" encoding="UTF-8" standalone="yes"?>
<Relationships xmlns="http://schemas.openxmlformats.org/package/2006/relationships"><Relationship Id="rId8" Type="http://schemas.openxmlformats.org/officeDocument/2006/relationships/hyperlink" Target="mailto:contact@anubhavtrainings.com" TargetMode="External"/><Relationship Id="rId3" Type="http://schemas.openxmlformats.org/officeDocument/2006/relationships/image" Target="../media/image1446.png"/><Relationship Id="rId7" Type="http://schemas.openxmlformats.org/officeDocument/2006/relationships/image" Target="../media/image1450.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449.svg"/><Relationship Id="rId5" Type="http://schemas.openxmlformats.org/officeDocument/2006/relationships/image" Target="../media/image1448.png"/><Relationship Id="rId4" Type="http://schemas.openxmlformats.org/officeDocument/2006/relationships/image" Target="../media/image1447.svg"/></Relationships>
</file>

<file path=ppt/slides/_rels/slide107.xml.rels><?xml version="1.0" encoding="UTF-8" standalone="yes"?>
<Relationships xmlns="http://schemas.openxmlformats.org/package/2006/relationships"><Relationship Id="rId8" Type="http://schemas.openxmlformats.org/officeDocument/2006/relationships/hyperlink" Target="mailto:contact@anubhavtrainings.com" TargetMode="External"/><Relationship Id="rId3" Type="http://schemas.openxmlformats.org/officeDocument/2006/relationships/image" Target="../media/image1451.png"/><Relationship Id="rId7" Type="http://schemas.openxmlformats.org/officeDocument/2006/relationships/image" Target="../media/image145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454.svg"/><Relationship Id="rId5" Type="http://schemas.openxmlformats.org/officeDocument/2006/relationships/image" Target="../media/image1453.png"/><Relationship Id="rId4" Type="http://schemas.openxmlformats.org/officeDocument/2006/relationships/image" Target="../media/image145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2" name="Group 81">
            <a:extLst>
              <a:ext uri="{FF2B5EF4-FFF2-40B4-BE49-F238E27FC236}">
                <a16:creationId xmlns:a16="http://schemas.microsoft.com/office/drawing/2014/main" id="{9EA33BBF-8F56-762A-9B9E-FD46B67B7B54}"/>
              </a:ext>
            </a:extLst>
          </p:cNvPr>
          <p:cNvGrpSpPr/>
          <p:nvPr/>
        </p:nvGrpSpPr>
        <p:grpSpPr>
          <a:xfrm>
            <a:off x="-5969" y="-7625"/>
            <a:ext cx="9176648" cy="5151125"/>
            <a:chOff x="-5969" y="-7625"/>
            <a:chExt cx="9176648" cy="5151125"/>
          </a:xfrm>
        </p:grpSpPr>
        <p:pic>
          <p:nvPicPr>
            <p:cNvPr id="75" name="Graphic 74">
              <a:extLst>
                <a:ext uri="{FF2B5EF4-FFF2-40B4-BE49-F238E27FC236}">
                  <a16:creationId xmlns:a16="http://schemas.microsoft.com/office/drawing/2014/main" id="{DCD76EFA-A3EB-A812-08EA-CAD546F81B1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0840" t="31947"/>
            <a:stretch>
              <a:fillRect/>
            </a:stretch>
          </p:blipFill>
          <p:spPr>
            <a:xfrm>
              <a:off x="-5969" y="0"/>
              <a:ext cx="3969101" cy="1981315"/>
            </a:xfrm>
            <a:custGeom>
              <a:avLst/>
              <a:gdLst>
                <a:gd name="connsiteX0" fmla="*/ 0 w 3969101"/>
                <a:gd name="connsiteY0" fmla="*/ 0 h 1981315"/>
                <a:gd name="connsiteX1" fmla="*/ 3969101 w 3969101"/>
                <a:gd name="connsiteY1" fmla="*/ 0 h 1981315"/>
                <a:gd name="connsiteX2" fmla="*/ 3969101 w 3969101"/>
                <a:gd name="connsiteY2" fmla="*/ 1981315 h 1981315"/>
                <a:gd name="connsiteX3" fmla="*/ 0 w 3969101"/>
                <a:gd name="connsiteY3" fmla="*/ 1981315 h 1981315"/>
              </a:gdLst>
              <a:ahLst/>
              <a:cxnLst>
                <a:cxn ang="0">
                  <a:pos x="connsiteX0" y="connsiteY0"/>
                </a:cxn>
                <a:cxn ang="0">
                  <a:pos x="connsiteX1" y="connsiteY1"/>
                </a:cxn>
                <a:cxn ang="0">
                  <a:pos x="connsiteX2" y="connsiteY2"/>
                </a:cxn>
                <a:cxn ang="0">
                  <a:pos x="connsiteX3" y="connsiteY3"/>
                </a:cxn>
              </a:cxnLst>
              <a:rect l="l" t="t" r="r" b="b"/>
              <a:pathLst>
                <a:path w="3969101" h="1981315">
                  <a:moveTo>
                    <a:pt x="0" y="0"/>
                  </a:moveTo>
                  <a:lnTo>
                    <a:pt x="3969101" y="0"/>
                  </a:lnTo>
                  <a:lnTo>
                    <a:pt x="3969101" y="1981315"/>
                  </a:lnTo>
                  <a:lnTo>
                    <a:pt x="0" y="1981315"/>
                  </a:lnTo>
                  <a:close/>
                </a:path>
              </a:pathLst>
            </a:custGeom>
          </p:spPr>
        </p:pic>
        <p:pic>
          <p:nvPicPr>
            <p:cNvPr id="81" name="Graphic 80">
              <a:extLst>
                <a:ext uri="{FF2B5EF4-FFF2-40B4-BE49-F238E27FC236}">
                  <a16:creationId xmlns:a16="http://schemas.microsoft.com/office/drawing/2014/main" id="{358E4C0E-422F-1A49-4286-D075824B21E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5004" r="4037" b="4614"/>
            <a:stretch>
              <a:fillRect/>
            </a:stretch>
          </p:blipFill>
          <p:spPr>
            <a:xfrm>
              <a:off x="3006487" y="-7625"/>
              <a:ext cx="6164192" cy="5151125"/>
            </a:xfrm>
            <a:custGeom>
              <a:avLst/>
              <a:gdLst>
                <a:gd name="connsiteX0" fmla="*/ 0 w 6164192"/>
                <a:gd name="connsiteY0" fmla="*/ 0 h 5151125"/>
                <a:gd name="connsiteX1" fmla="*/ 6164192 w 6164192"/>
                <a:gd name="connsiteY1" fmla="*/ 0 h 5151125"/>
                <a:gd name="connsiteX2" fmla="*/ 6164192 w 6164192"/>
                <a:gd name="connsiteY2" fmla="*/ 5151125 h 5151125"/>
                <a:gd name="connsiteX3" fmla="*/ 0 w 6164192"/>
                <a:gd name="connsiteY3" fmla="*/ 5151125 h 5151125"/>
              </a:gdLst>
              <a:ahLst/>
              <a:cxnLst>
                <a:cxn ang="0">
                  <a:pos x="connsiteX0" y="connsiteY0"/>
                </a:cxn>
                <a:cxn ang="0">
                  <a:pos x="connsiteX1" y="connsiteY1"/>
                </a:cxn>
                <a:cxn ang="0">
                  <a:pos x="connsiteX2" y="connsiteY2"/>
                </a:cxn>
                <a:cxn ang="0">
                  <a:pos x="connsiteX3" y="connsiteY3"/>
                </a:cxn>
              </a:cxnLst>
              <a:rect l="l" t="t" r="r" b="b"/>
              <a:pathLst>
                <a:path w="6164192" h="5151125">
                  <a:moveTo>
                    <a:pt x="0" y="0"/>
                  </a:moveTo>
                  <a:lnTo>
                    <a:pt x="6164192" y="0"/>
                  </a:lnTo>
                  <a:lnTo>
                    <a:pt x="6164192" y="5151125"/>
                  </a:lnTo>
                  <a:lnTo>
                    <a:pt x="0" y="5151125"/>
                  </a:lnTo>
                  <a:close/>
                </a:path>
              </a:pathLst>
            </a:custGeom>
          </p:spPr>
        </p:pic>
        <p:pic>
          <p:nvPicPr>
            <p:cNvPr id="65" name="Graphic 64">
              <a:extLst>
                <a:ext uri="{FF2B5EF4-FFF2-40B4-BE49-F238E27FC236}">
                  <a16:creationId xmlns:a16="http://schemas.microsoft.com/office/drawing/2014/main" id="{8558D096-D371-8A4C-A109-838CC98EFB5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15756" y="361950"/>
              <a:ext cx="1382889" cy="1066800"/>
            </a:xfrm>
            <a:prstGeom prst="rect">
              <a:avLst/>
            </a:prstGeom>
          </p:spPr>
        </p:pic>
        <p:pic>
          <p:nvPicPr>
            <p:cNvPr id="67" name="Graphic 66">
              <a:extLst>
                <a:ext uri="{FF2B5EF4-FFF2-40B4-BE49-F238E27FC236}">
                  <a16:creationId xmlns:a16="http://schemas.microsoft.com/office/drawing/2014/main" id="{DBAFAAED-1547-E14C-9DE1-F4696F61952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340423" y="1457683"/>
              <a:ext cx="556644" cy="455436"/>
            </a:xfrm>
            <a:prstGeom prst="rect">
              <a:avLst/>
            </a:prstGeom>
          </p:spPr>
        </p:pic>
      </p:grpSp>
      <p:sp>
        <p:nvSpPr>
          <p:cNvPr id="42" name="TextBox 41">
            <a:extLst>
              <a:ext uri="{FF2B5EF4-FFF2-40B4-BE49-F238E27FC236}">
                <a16:creationId xmlns:a16="http://schemas.microsoft.com/office/drawing/2014/main" id="{CD163703-08DA-FC4D-9F74-C015D754325A}"/>
              </a:ext>
            </a:extLst>
          </p:cNvPr>
          <p:cNvSpPr txBox="1"/>
          <p:nvPr/>
        </p:nvSpPr>
        <p:spPr>
          <a:xfrm>
            <a:off x="485574" y="1622927"/>
            <a:ext cx="3899723" cy="1323439"/>
          </a:xfrm>
          <a:prstGeom prst="rect">
            <a:avLst/>
          </a:prstGeom>
          <a:noFill/>
        </p:spPr>
        <p:txBody>
          <a:bodyPr wrap="square" rtlCol="0">
            <a:spAutoFit/>
          </a:bodyPr>
          <a:lstStyle/>
          <a:p>
            <a:r>
              <a:rPr lang="en-US" sz="4000" dirty="0">
                <a:solidFill>
                  <a:schemeClr val="tx2">
                    <a:lumMod val="60000"/>
                    <a:lumOff val="40000"/>
                  </a:schemeClr>
                </a:solidFill>
                <a:effectLst>
                  <a:outerShdw blurRad="38100" dist="38100" dir="2700000" algn="tl">
                    <a:srgbClr val="000000">
                      <a:alpha val="43137"/>
                    </a:srgbClr>
                  </a:outerShdw>
                </a:effectLst>
                <a:latin typeface="Cooper Black" panose="0208090404030B020404" pitchFamily="18" charset="0"/>
                <a:ea typeface="Open Sans" panose="020B0606030504020204" pitchFamily="34" charset="0"/>
                <a:cs typeface="Open Sans" panose="020B0606030504020204" pitchFamily="34" charset="0"/>
              </a:rPr>
              <a:t>U</a:t>
            </a:r>
            <a:r>
              <a:rPr lang="en-IN" sz="4000" dirty="0">
                <a:solidFill>
                  <a:schemeClr val="tx2">
                    <a:lumMod val="60000"/>
                    <a:lumOff val="40000"/>
                  </a:schemeClr>
                </a:solidFill>
                <a:effectLst>
                  <a:outerShdw blurRad="38100" dist="38100" dir="2700000" algn="tl">
                    <a:srgbClr val="000000">
                      <a:alpha val="43137"/>
                    </a:srgbClr>
                  </a:outerShdw>
                </a:effectLst>
                <a:latin typeface="Cooper Black" panose="0208090404030B020404" pitchFamily="18" charset="0"/>
                <a:ea typeface="Open Sans" panose="020B0606030504020204" pitchFamily="34" charset="0"/>
                <a:cs typeface="Open Sans" panose="020B0606030504020204" pitchFamily="34" charset="0"/>
              </a:rPr>
              <a:t>I5 and Fiori </a:t>
            </a:r>
            <a:br>
              <a:rPr lang="en-IN" sz="4000" dirty="0">
                <a:solidFill>
                  <a:schemeClr val="tx2">
                    <a:lumMod val="60000"/>
                    <a:lumOff val="40000"/>
                  </a:schemeClr>
                </a:solidFill>
                <a:effectLst>
                  <a:outerShdw blurRad="38100" dist="38100" dir="2700000" algn="tl">
                    <a:srgbClr val="000000">
                      <a:alpha val="43137"/>
                    </a:srgbClr>
                  </a:outerShdw>
                </a:effectLst>
                <a:latin typeface="Cooper Black" panose="0208090404030B020404" pitchFamily="18" charset="0"/>
                <a:ea typeface="Open Sans" panose="020B0606030504020204" pitchFamily="34" charset="0"/>
                <a:cs typeface="Open Sans" panose="020B0606030504020204" pitchFamily="34" charset="0"/>
              </a:rPr>
            </a:br>
            <a:r>
              <a:rPr lang="en-IN" sz="4000" dirty="0">
                <a:solidFill>
                  <a:schemeClr val="tx2">
                    <a:lumMod val="60000"/>
                    <a:lumOff val="40000"/>
                  </a:schemeClr>
                </a:solidFill>
                <a:effectLst>
                  <a:outerShdw blurRad="38100" dist="38100" dir="2700000" algn="tl">
                    <a:srgbClr val="000000">
                      <a:alpha val="43137"/>
                    </a:srgbClr>
                  </a:outerShdw>
                </a:effectLst>
                <a:latin typeface="Cooper Black" panose="0208090404030B020404" pitchFamily="18" charset="0"/>
                <a:ea typeface="Open Sans" panose="020B0606030504020204" pitchFamily="34" charset="0"/>
                <a:cs typeface="Open Sans" panose="020B0606030504020204" pitchFamily="34" charset="0"/>
              </a:rPr>
              <a:t>Training</a:t>
            </a:r>
            <a:endParaRPr lang="en-US" sz="4000" b="1" dirty="0">
              <a:solidFill>
                <a:schemeClr val="tx2">
                  <a:lumMod val="60000"/>
                  <a:lumOff val="40000"/>
                </a:schemeClr>
              </a:solidFill>
              <a:latin typeface="Segoe UI" panose="020B0502040204020203" pitchFamily="34" charset="0"/>
              <a:cs typeface="Segoe UI" panose="020B0502040204020203" pitchFamily="34" charset="0"/>
            </a:endParaRPr>
          </a:p>
        </p:txBody>
      </p:sp>
      <p:sp>
        <p:nvSpPr>
          <p:cNvPr id="56" name="Rectangle 55">
            <a:extLst>
              <a:ext uri="{FF2B5EF4-FFF2-40B4-BE49-F238E27FC236}">
                <a16:creationId xmlns:a16="http://schemas.microsoft.com/office/drawing/2014/main" id="{E73D9D17-204A-C548-A96D-121E09977CD4}"/>
              </a:ext>
            </a:extLst>
          </p:cNvPr>
          <p:cNvSpPr/>
          <p:nvPr/>
        </p:nvSpPr>
        <p:spPr>
          <a:xfrm>
            <a:off x="498365" y="2943909"/>
            <a:ext cx="3767940" cy="7667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422B7536-7A6B-9E4F-A862-4D7B03CBE979}"/>
              </a:ext>
            </a:extLst>
          </p:cNvPr>
          <p:cNvSpPr txBox="1"/>
          <p:nvPr/>
        </p:nvSpPr>
        <p:spPr>
          <a:xfrm>
            <a:off x="612562" y="2954819"/>
            <a:ext cx="3364139" cy="738664"/>
          </a:xfrm>
          <a:prstGeom prst="rect">
            <a:avLst/>
          </a:prstGeom>
          <a:noFill/>
        </p:spPr>
        <p:txBody>
          <a:bodyPr wrap="square" lIns="0" tIns="0" rIns="0" bIns="0" rtlCol="0" anchor="ctr">
            <a:spAutoFit/>
          </a:bodyPr>
          <a:lstStyle/>
          <a:p>
            <a:pPr marL="0" lvl="1"/>
            <a:r>
              <a:rPr lang="en-IN" sz="2400" b="1" dirty="0">
                <a:solidFill>
                  <a:srgbClr val="FCB040"/>
                </a:solidFill>
                <a:effectLst>
                  <a:outerShdw blurRad="38100" dist="38100" dir="2700000" algn="tl">
                    <a:srgbClr val="000000">
                      <a:alpha val="43137"/>
                    </a:srgbClr>
                  </a:outerShdw>
                </a:effectLst>
                <a:latin typeface="Cooper Black" panose="0208090404030B020404" pitchFamily="18" charset="0"/>
                <a:ea typeface="Open Sans" panose="020B0606030504020204" pitchFamily="34" charset="0"/>
                <a:cs typeface="Open Sans" panose="020B0606030504020204" pitchFamily="34" charset="0"/>
              </a:rPr>
              <a:t>on Business Application Studio</a:t>
            </a:r>
            <a:endParaRPr lang="en-US" sz="2400" spc="200" dirty="0">
              <a:solidFill>
                <a:srgbClr val="FCB04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grpSp>
        <p:nvGrpSpPr>
          <p:cNvPr id="2" name="Graphic 48">
            <a:extLst>
              <a:ext uri="{FF2B5EF4-FFF2-40B4-BE49-F238E27FC236}">
                <a16:creationId xmlns:a16="http://schemas.microsoft.com/office/drawing/2014/main" id="{8B6A8E6E-F913-2EFA-B110-7D575F549A83}"/>
              </a:ext>
            </a:extLst>
          </p:cNvPr>
          <p:cNvGrpSpPr/>
          <p:nvPr/>
        </p:nvGrpSpPr>
        <p:grpSpPr>
          <a:xfrm>
            <a:off x="4588130" y="895350"/>
            <a:ext cx="4100832" cy="4509825"/>
            <a:chOff x="4588130" y="895350"/>
            <a:chExt cx="4100832" cy="4509825"/>
          </a:xfrm>
        </p:grpSpPr>
        <p:grpSp>
          <p:nvGrpSpPr>
            <p:cNvPr id="3" name="Graphic 48">
              <a:extLst>
                <a:ext uri="{FF2B5EF4-FFF2-40B4-BE49-F238E27FC236}">
                  <a16:creationId xmlns:a16="http://schemas.microsoft.com/office/drawing/2014/main" id="{5AF57D61-EE36-120D-2B21-9C02B4E77B62}"/>
                </a:ext>
              </a:extLst>
            </p:cNvPr>
            <p:cNvGrpSpPr/>
            <p:nvPr/>
          </p:nvGrpSpPr>
          <p:grpSpPr>
            <a:xfrm>
              <a:off x="4588130" y="895350"/>
              <a:ext cx="2497808" cy="4509825"/>
              <a:chOff x="4588130" y="895350"/>
              <a:chExt cx="2497808" cy="4509825"/>
            </a:xfrm>
          </p:grpSpPr>
          <p:sp>
            <p:nvSpPr>
              <p:cNvPr id="4" name="Freeform: Shape 3">
                <a:extLst>
                  <a:ext uri="{FF2B5EF4-FFF2-40B4-BE49-F238E27FC236}">
                    <a16:creationId xmlns:a16="http://schemas.microsoft.com/office/drawing/2014/main" id="{4362622A-E3DE-F67F-A7CF-0D1F25154023}"/>
                  </a:ext>
                </a:extLst>
              </p:cNvPr>
              <p:cNvSpPr/>
              <p:nvPr/>
            </p:nvSpPr>
            <p:spPr>
              <a:xfrm>
                <a:off x="5160142" y="3779631"/>
                <a:ext cx="1564782" cy="164099"/>
              </a:xfrm>
              <a:custGeom>
                <a:avLst/>
                <a:gdLst>
                  <a:gd name="connsiteX0" fmla="*/ 1559039 w 1564782"/>
                  <a:gd name="connsiteY0" fmla="*/ 164099 h 164099"/>
                  <a:gd name="connsiteX1" fmla="*/ 0 w 1564782"/>
                  <a:gd name="connsiteY1" fmla="*/ 164099 h 164099"/>
                  <a:gd name="connsiteX2" fmla="*/ 0 w 1564782"/>
                  <a:gd name="connsiteY2" fmla="*/ 0 h 164099"/>
                  <a:gd name="connsiteX3" fmla="*/ 1559682 w 1564782"/>
                  <a:gd name="connsiteY3" fmla="*/ 0 h 164099"/>
                  <a:gd name="connsiteX4" fmla="*/ 1559039 w 1564782"/>
                  <a:gd name="connsiteY4" fmla="*/ 164099 h 16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4782" h="164099">
                    <a:moveTo>
                      <a:pt x="1559039" y="164099"/>
                    </a:moveTo>
                    <a:lnTo>
                      <a:pt x="0" y="164099"/>
                    </a:lnTo>
                    <a:lnTo>
                      <a:pt x="0" y="0"/>
                    </a:lnTo>
                    <a:lnTo>
                      <a:pt x="1559682" y="0"/>
                    </a:lnTo>
                    <a:cubicBezTo>
                      <a:pt x="1559039" y="0"/>
                      <a:pt x="1571908" y="151229"/>
                      <a:pt x="1559039" y="164099"/>
                    </a:cubicBezTo>
                    <a:close/>
                  </a:path>
                </a:pathLst>
              </a:custGeom>
              <a:solidFill>
                <a:schemeClr val="tx2"/>
              </a:solidFill>
              <a:ln w="6430" cap="flat">
                <a:noFill/>
                <a:prstDash val="solid"/>
                <a:miter/>
              </a:ln>
            </p:spPr>
            <p:txBody>
              <a:bodyPr rtlCol="0" anchor="ctr"/>
              <a:lstStyle/>
              <a:p>
                <a:endParaRPr lang="pt-BR"/>
              </a:p>
            </p:txBody>
          </p:sp>
          <p:sp>
            <p:nvSpPr>
              <p:cNvPr id="5" name="Freeform: Shape 4">
                <a:extLst>
                  <a:ext uri="{FF2B5EF4-FFF2-40B4-BE49-F238E27FC236}">
                    <a16:creationId xmlns:a16="http://schemas.microsoft.com/office/drawing/2014/main" id="{9B13A89B-D328-8549-901B-1660D52C81E5}"/>
                  </a:ext>
                </a:extLst>
              </p:cNvPr>
              <p:cNvSpPr/>
              <p:nvPr/>
            </p:nvSpPr>
            <p:spPr>
              <a:xfrm>
                <a:off x="5719285" y="955197"/>
                <a:ext cx="459411" cy="4449978"/>
              </a:xfrm>
              <a:custGeom>
                <a:avLst/>
                <a:gdLst>
                  <a:gd name="connsiteX0" fmla="*/ 0 w 459411"/>
                  <a:gd name="connsiteY0" fmla="*/ 4448049 h 4449978"/>
                  <a:gd name="connsiteX1" fmla="*/ 405363 w 459411"/>
                  <a:gd name="connsiteY1" fmla="*/ 0 h 4449978"/>
                  <a:gd name="connsiteX2" fmla="*/ 459411 w 459411"/>
                  <a:gd name="connsiteY2" fmla="*/ 4505 h 4449978"/>
                  <a:gd name="connsiteX3" fmla="*/ 117105 w 459411"/>
                  <a:gd name="connsiteY3" fmla="*/ 4449979 h 4449978"/>
                  <a:gd name="connsiteX4" fmla="*/ 0 w 459411"/>
                  <a:gd name="connsiteY4" fmla="*/ 4448049 h 4449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1" h="4449978">
                    <a:moveTo>
                      <a:pt x="0" y="4448049"/>
                    </a:moveTo>
                    <a:lnTo>
                      <a:pt x="405363" y="0"/>
                    </a:lnTo>
                    <a:lnTo>
                      <a:pt x="459411" y="4505"/>
                    </a:lnTo>
                    <a:lnTo>
                      <a:pt x="117105" y="4449979"/>
                    </a:lnTo>
                    <a:cubicBezTo>
                      <a:pt x="77855" y="4449336"/>
                      <a:pt x="39249" y="4448692"/>
                      <a:pt x="0" y="4448049"/>
                    </a:cubicBezTo>
                    <a:close/>
                  </a:path>
                </a:pathLst>
              </a:custGeom>
              <a:solidFill>
                <a:schemeClr val="tx2"/>
              </a:solidFill>
              <a:ln w="6430" cap="flat">
                <a:noFill/>
                <a:prstDash val="solid"/>
                <a:miter/>
              </a:ln>
            </p:spPr>
            <p:txBody>
              <a:bodyPr rtlCol="0" anchor="ctr"/>
              <a:lstStyle/>
              <a:p>
                <a:endParaRPr lang="pt-BR"/>
              </a:p>
            </p:txBody>
          </p:sp>
          <p:sp>
            <p:nvSpPr>
              <p:cNvPr id="6" name="Freeform: Shape 5">
                <a:extLst>
                  <a:ext uri="{FF2B5EF4-FFF2-40B4-BE49-F238E27FC236}">
                    <a16:creationId xmlns:a16="http://schemas.microsoft.com/office/drawing/2014/main" id="{ADD35B82-8BBF-FEEC-DA10-8CCA55ED2E95}"/>
                  </a:ext>
                </a:extLst>
              </p:cNvPr>
              <p:cNvSpPr/>
              <p:nvPr/>
            </p:nvSpPr>
            <p:spPr>
              <a:xfrm>
                <a:off x="4588130" y="1056231"/>
                <a:ext cx="2497808" cy="4305185"/>
              </a:xfrm>
              <a:custGeom>
                <a:avLst/>
                <a:gdLst>
                  <a:gd name="connsiteX0" fmla="*/ 0 w 2497808"/>
                  <a:gd name="connsiteY0" fmla="*/ 4279445 h 4305185"/>
                  <a:gd name="connsiteX1" fmla="*/ 1554535 w 2497808"/>
                  <a:gd name="connsiteY1" fmla="*/ 0 h 4305185"/>
                  <a:gd name="connsiteX2" fmla="*/ 1574481 w 2497808"/>
                  <a:gd name="connsiteY2" fmla="*/ 91381 h 4305185"/>
                  <a:gd name="connsiteX3" fmla="*/ 2497808 w 2497808"/>
                  <a:gd name="connsiteY3" fmla="*/ 4292959 h 4305185"/>
                  <a:gd name="connsiteX4" fmla="*/ 2387138 w 2497808"/>
                  <a:gd name="connsiteY4" fmla="*/ 4305186 h 4305185"/>
                  <a:gd name="connsiteX5" fmla="*/ 1541666 w 2497808"/>
                  <a:gd name="connsiteY5" fmla="*/ 194345 h 4305185"/>
                  <a:gd name="connsiteX6" fmla="*/ 119679 w 2497808"/>
                  <a:gd name="connsiteY6" fmla="*/ 4289098 h 4305185"/>
                  <a:gd name="connsiteX7" fmla="*/ 0 w 2497808"/>
                  <a:gd name="connsiteY7" fmla="*/ 4279445 h 4305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97808" h="4305185">
                    <a:moveTo>
                      <a:pt x="0" y="4279445"/>
                    </a:moveTo>
                    <a:lnTo>
                      <a:pt x="1554535" y="0"/>
                    </a:lnTo>
                    <a:lnTo>
                      <a:pt x="1574481" y="91381"/>
                    </a:lnTo>
                    <a:cubicBezTo>
                      <a:pt x="1850514" y="1364274"/>
                      <a:pt x="2344027" y="3624979"/>
                      <a:pt x="2497808" y="4292959"/>
                    </a:cubicBezTo>
                    <a:cubicBezTo>
                      <a:pt x="2461132" y="4297464"/>
                      <a:pt x="2423813" y="4301325"/>
                      <a:pt x="2387138" y="4305186"/>
                    </a:cubicBezTo>
                    <a:cubicBezTo>
                      <a:pt x="2213411" y="3472464"/>
                      <a:pt x="1595715" y="440815"/>
                      <a:pt x="1541666" y="194345"/>
                    </a:cubicBezTo>
                    <a:lnTo>
                      <a:pt x="119679" y="4289098"/>
                    </a:lnTo>
                    <a:cubicBezTo>
                      <a:pt x="79786" y="4285880"/>
                      <a:pt x="39893" y="4282663"/>
                      <a:pt x="0" y="4279445"/>
                    </a:cubicBezTo>
                    <a:close/>
                  </a:path>
                </a:pathLst>
              </a:custGeom>
              <a:solidFill>
                <a:schemeClr val="tx2"/>
              </a:solidFill>
              <a:ln w="6430" cap="flat">
                <a:noFill/>
                <a:prstDash val="solid"/>
                <a:miter/>
              </a:ln>
            </p:spPr>
            <p:txBody>
              <a:bodyPr rtlCol="0" anchor="ctr"/>
              <a:lstStyle/>
              <a:p>
                <a:endParaRPr lang="pt-BR"/>
              </a:p>
            </p:txBody>
          </p:sp>
          <p:sp>
            <p:nvSpPr>
              <p:cNvPr id="7" name="Freeform: Shape 6">
                <a:extLst>
                  <a:ext uri="{FF2B5EF4-FFF2-40B4-BE49-F238E27FC236}">
                    <a16:creationId xmlns:a16="http://schemas.microsoft.com/office/drawing/2014/main" id="{F83ED442-3FD1-FE46-3960-9D9EAEAF3F8E}"/>
                  </a:ext>
                </a:extLst>
              </p:cNvPr>
              <p:cNvSpPr/>
              <p:nvPr/>
            </p:nvSpPr>
            <p:spPr>
              <a:xfrm>
                <a:off x="4947809" y="1685599"/>
                <a:ext cx="2014589" cy="2186056"/>
              </a:xfrm>
              <a:custGeom>
                <a:avLst/>
                <a:gdLst>
                  <a:gd name="connsiteX0" fmla="*/ 37963 w 2014589"/>
                  <a:gd name="connsiteY0" fmla="*/ 2186056 h 2186056"/>
                  <a:gd name="connsiteX1" fmla="*/ 2014590 w 2014589"/>
                  <a:gd name="connsiteY1" fmla="*/ 2186056 h 2186056"/>
                  <a:gd name="connsiteX2" fmla="*/ 1965045 w 2014589"/>
                  <a:gd name="connsiteY2" fmla="*/ 37968 h 2186056"/>
                  <a:gd name="connsiteX3" fmla="*/ 1927083 w 2014589"/>
                  <a:gd name="connsiteY3" fmla="*/ 0 h 2186056"/>
                  <a:gd name="connsiteX4" fmla="*/ 371261 w 2014589"/>
                  <a:gd name="connsiteY4" fmla="*/ 37968 h 2186056"/>
                  <a:gd name="connsiteX5" fmla="*/ 0 w 2014589"/>
                  <a:gd name="connsiteY5" fmla="*/ 2148088 h 2186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4589" h="2186056">
                    <a:moveTo>
                      <a:pt x="37963" y="2186056"/>
                    </a:moveTo>
                    <a:lnTo>
                      <a:pt x="2014590" y="2186056"/>
                    </a:lnTo>
                    <a:lnTo>
                      <a:pt x="1965045" y="37968"/>
                    </a:lnTo>
                    <a:lnTo>
                      <a:pt x="1927083" y="0"/>
                    </a:lnTo>
                    <a:lnTo>
                      <a:pt x="371261" y="37968"/>
                    </a:lnTo>
                    <a:lnTo>
                      <a:pt x="0" y="2148088"/>
                    </a:lnTo>
                    <a:close/>
                  </a:path>
                </a:pathLst>
              </a:custGeom>
              <a:solidFill>
                <a:srgbClr val="FFFFFF"/>
              </a:solidFill>
              <a:ln w="6430" cap="flat">
                <a:solidFill>
                  <a:schemeClr val="tx2"/>
                </a:solidFill>
                <a:prstDash val="solid"/>
                <a:miter/>
              </a:ln>
            </p:spPr>
            <p:txBody>
              <a:bodyPr rtlCol="0" anchor="ctr"/>
              <a:lstStyle/>
              <a:p>
                <a:endParaRPr lang="pt-BR"/>
              </a:p>
            </p:txBody>
          </p:sp>
          <p:sp>
            <p:nvSpPr>
              <p:cNvPr id="8" name="Freeform: Shape 7">
                <a:extLst>
                  <a:ext uri="{FF2B5EF4-FFF2-40B4-BE49-F238E27FC236}">
                    <a16:creationId xmlns:a16="http://schemas.microsoft.com/office/drawing/2014/main" id="{13ADC8ED-EFFE-5A5A-AB99-466FC06B99A1}"/>
                  </a:ext>
                </a:extLst>
              </p:cNvPr>
              <p:cNvSpPr/>
              <p:nvPr/>
            </p:nvSpPr>
            <p:spPr>
              <a:xfrm>
                <a:off x="6092477" y="895350"/>
                <a:ext cx="119678" cy="119695"/>
              </a:xfrm>
              <a:custGeom>
                <a:avLst/>
                <a:gdLst>
                  <a:gd name="connsiteX0" fmla="*/ 119679 w 119678"/>
                  <a:gd name="connsiteY0" fmla="*/ 59848 h 119695"/>
                  <a:gd name="connsiteX1" fmla="*/ 59839 w 119678"/>
                  <a:gd name="connsiteY1" fmla="*/ 119696 h 119695"/>
                  <a:gd name="connsiteX2" fmla="*/ 0 w 119678"/>
                  <a:gd name="connsiteY2" fmla="*/ 59848 h 119695"/>
                  <a:gd name="connsiteX3" fmla="*/ 59839 w 119678"/>
                  <a:gd name="connsiteY3" fmla="*/ 0 h 119695"/>
                  <a:gd name="connsiteX4" fmla="*/ 119679 w 119678"/>
                  <a:gd name="connsiteY4" fmla="*/ 59848 h 119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678" h="119695">
                    <a:moveTo>
                      <a:pt x="119679" y="59848"/>
                    </a:moveTo>
                    <a:cubicBezTo>
                      <a:pt x="119679" y="92901"/>
                      <a:pt x="92888" y="119696"/>
                      <a:pt x="59839" y="119696"/>
                    </a:cubicBezTo>
                    <a:cubicBezTo>
                      <a:pt x="26791" y="119696"/>
                      <a:pt x="0" y="92901"/>
                      <a:pt x="0" y="59848"/>
                    </a:cubicBezTo>
                    <a:cubicBezTo>
                      <a:pt x="0" y="26795"/>
                      <a:pt x="26791" y="0"/>
                      <a:pt x="59839" y="0"/>
                    </a:cubicBezTo>
                    <a:cubicBezTo>
                      <a:pt x="92888" y="0"/>
                      <a:pt x="119679" y="26795"/>
                      <a:pt x="119679" y="59848"/>
                    </a:cubicBezTo>
                    <a:close/>
                  </a:path>
                </a:pathLst>
              </a:custGeom>
              <a:solidFill>
                <a:schemeClr val="tx2"/>
              </a:solidFill>
              <a:ln w="6430" cap="flat">
                <a:noFill/>
                <a:prstDash val="solid"/>
                <a:miter/>
              </a:ln>
            </p:spPr>
            <p:txBody>
              <a:bodyPr rtlCol="0" anchor="ctr"/>
              <a:lstStyle/>
              <a:p>
                <a:endParaRPr lang="pt-BR"/>
              </a:p>
            </p:txBody>
          </p:sp>
          <p:sp>
            <p:nvSpPr>
              <p:cNvPr id="9" name="Freeform: Shape 8">
                <a:extLst>
                  <a:ext uri="{FF2B5EF4-FFF2-40B4-BE49-F238E27FC236}">
                    <a16:creationId xmlns:a16="http://schemas.microsoft.com/office/drawing/2014/main" id="{8AF87D2B-5BA2-2404-0687-0383EA3597CC}"/>
                  </a:ext>
                </a:extLst>
              </p:cNvPr>
              <p:cNvSpPr/>
              <p:nvPr/>
            </p:nvSpPr>
            <p:spPr>
              <a:xfrm>
                <a:off x="4947809" y="1685599"/>
                <a:ext cx="1977270" cy="2148088"/>
              </a:xfrm>
              <a:custGeom>
                <a:avLst/>
                <a:gdLst>
                  <a:gd name="connsiteX0" fmla="*/ 0 w 1977270"/>
                  <a:gd name="connsiteY0" fmla="*/ 2148088 h 2148088"/>
                  <a:gd name="connsiteX1" fmla="*/ 1977271 w 1977270"/>
                  <a:gd name="connsiteY1" fmla="*/ 2148088 h 2148088"/>
                  <a:gd name="connsiteX2" fmla="*/ 1927083 w 1977270"/>
                  <a:gd name="connsiteY2" fmla="*/ 0 h 2148088"/>
                  <a:gd name="connsiteX3" fmla="*/ 333298 w 1977270"/>
                  <a:gd name="connsiteY3" fmla="*/ 0 h 2148088"/>
                </a:gdLst>
                <a:ahLst/>
                <a:cxnLst>
                  <a:cxn ang="0">
                    <a:pos x="connsiteX0" y="connsiteY0"/>
                  </a:cxn>
                  <a:cxn ang="0">
                    <a:pos x="connsiteX1" y="connsiteY1"/>
                  </a:cxn>
                  <a:cxn ang="0">
                    <a:pos x="connsiteX2" y="connsiteY2"/>
                  </a:cxn>
                  <a:cxn ang="0">
                    <a:pos x="connsiteX3" y="connsiteY3"/>
                  </a:cxn>
                </a:cxnLst>
                <a:rect l="l" t="t" r="r" b="b"/>
                <a:pathLst>
                  <a:path w="1977270" h="2148088">
                    <a:moveTo>
                      <a:pt x="0" y="2148088"/>
                    </a:moveTo>
                    <a:lnTo>
                      <a:pt x="1977271" y="2148088"/>
                    </a:lnTo>
                    <a:lnTo>
                      <a:pt x="1927083" y="0"/>
                    </a:lnTo>
                    <a:lnTo>
                      <a:pt x="333298" y="0"/>
                    </a:lnTo>
                    <a:close/>
                  </a:path>
                </a:pathLst>
              </a:custGeom>
              <a:solidFill>
                <a:schemeClr val="bg1"/>
              </a:solidFill>
              <a:ln w="6430" cap="flat">
                <a:solidFill>
                  <a:schemeClr val="tx2"/>
                </a:solidFill>
                <a:prstDash val="solid"/>
                <a:miter/>
              </a:ln>
            </p:spPr>
            <p:txBody>
              <a:bodyPr rtlCol="0" anchor="ctr"/>
              <a:lstStyle/>
              <a:p>
                <a:endParaRPr lang="pt-BR"/>
              </a:p>
            </p:txBody>
          </p:sp>
          <p:sp>
            <p:nvSpPr>
              <p:cNvPr id="10" name="Freeform: Shape 9">
                <a:extLst>
                  <a:ext uri="{FF2B5EF4-FFF2-40B4-BE49-F238E27FC236}">
                    <a16:creationId xmlns:a16="http://schemas.microsoft.com/office/drawing/2014/main" id="{2A4B92C0-123F-2CEB-B2AB-CE5278DC4BB8}"/>
                  </a:ext>
                </a:extLst>
              </p:cNvPr>
              <p:cNvSpPr/>
              <p:nvPr/>
            </p:nvSpPr>
            <p:spPr>
              <a:xfrm>
                <a:off x="6925079" y="3833687"/>
                <a:ext cx="37319" cy="37968"/>
              </a:xfrm>
              <a:custGeom>
                <a:avLst/>
                <a:gdLst>
                  <a:gd name="connsiteX0" fmla="*/ 0 w 37319"/>
                  <a:gd name="connsiteY0" fmla="*/ 0 h 37968"/>
                  <a:gd name="connsiteX1" fmla="*/ 37319 w 37319"/>
                  <a:gd name="connsiteY1" fmla="*/ 37968 h 37968"/>
                </a:gdLst>
                <a:ahLst/>
                <a:cxnLst>
                  <a:cxn ang="0">
                    <a:pos x="connsiteX0" y="connsiteY0"/>
                  </a:cxn>
                  <a:cxn ang="0">
                    <a:pos x="connsiteX1" y="connsiteY1"/>
                  </a:cxn>
                </a:cxnLst>
                <a:rect l="l" t="t" r="r" b="b"/>
                <a:pathLst>
                  <a:path w="37319" h="37968">
                    <a:moveTo>
                      <a:pt x="0" y="0"/>
                    </a:moveTo>
                    <a:lnTo>
                      <a:pt x="37319" y="37968"/>
                    </a:lnTo>
                  </a:path>
                </a:pathLst>
              </a:custGeom>
              <a:ln w="6430" cap="flat">
                <a:solidFill>
                  <a:schemeClr val="tx2"/>
                </a:solidFill>
                <a:prstDash val="solid"/>
                <a:miter/>
              </a:ln>
            </p:spPr>
            <p:txBody>
              <a:bodyPr rtlCol="0" anchor="ctr"/>
              <a:lstStyle/>
              <a:p>
                <a:endParaRPr lang="pt-BR"/>
              </a:p>
            </p:txBody>
          </p:sp>
        </p:grpSp>
        <p:grpSp>
          <p:nvGrpSpPr>
            <p:cNvPr id="11" name="Graphic 48">
              <a:extLst>
                <a:ext uri="{FF2B5EF4-FFF2-40B4-BE49-F238E27FC236}">
                  <a16:creationId xmlns:a16="http://schemas.microsoft.com/office/drawing/2014/main" id="{4EA63B71-5AE1-7A6A-6A97-AF3B6F488266}"/>
                </a:ext>
              </a:extLst>
            </p:cNvPr>
            <p:cNvGrpSpPr/>
            <p:nvPr/>
          </p:nvGrpSpPr>
          <p:grpSpPr>
            <a:xfrm>
              <a:off x="6457312" y="1348322"/>
              <a:ext cx="2231650" cy="3980275"/>
              <a:chOff x="6457312" y="1348322"/>
              <a:chExt cx="2231650" cy="3980275"/>
            </a:xfrm>
          </p:grpSpPr>
          <p:sp>
            <p:nvSpPr>
              <p:cNvPr id="12" name="Freeform: Shape 11">
                <a:extLst>
                  <a:ext uri="{FF2B5EF4-FFF2-40B4-BE49-F238E27FC236}">
                    <a16:creationId xmlns:a16="http://schemas.microsoft.com/office/drawing/2014/main" id="{D7BD67C7-DFDE-E2CE-8571-4BE30585F972}"/>
                  </a:ext>
                </a:extLst>
              </p:cNvPr>
              <p:cNvSpPr/>
              <p:nvPr/>
            </p:nvSpPr>
            <p:spPr>
              <a:xfrm>
                <a:off x="6659341" y="2175322"/>
                <a:ext cx="375764" cy="361661"/>
              </a:xfrm>
              <a:custGeom>
                <a:avLst/>
                <a:gdLst>
                  <a:gd name="connsiteX0" fmla="*/ 0 w 375764"/>
                  <a:gd name="connsiteY0" fmla="*/ 68214 h 361661"/>
                  <a:gd name="connsiteX1" fmla="*/ 151207 w 375764"/>
                  <a:gd name="connsiteY1" fmla="*/ 0 h 361661"/>
                  <a:gd name="connsiteX2" fmla="*/ 375765 w 375764"/>
                  <a:gd name="connsiteY2" fmla="*/ 290874 h 361661"/>
                  <a:gd name="connsiteX3" fmla="*/ 309491 w 375764"/>
                  <a:gd name="connsiteY3" fmla="*/ 361661 h 361661"/>
                </a:gdLst>
                <a:ahLst/>
                <a:cxnLst>
                  <a:cxn ang="0">
                    <a:pos x="connsiteX0" y="connsiteY0"/>
                  </a:cxn>
                  <a:cxn ang="0">
                    <a:pos x="connsiteX1" y="connsiteY1"/>
                  </a:cxn>
                  <a:cxn ang="0">
                    <a:pos x="connsiteX2" y="connsiteY2"/>
                  </a:cxn>
                  <a:cxn ang="0">
                    <a:pos x="connsiteX3" y="connsiteY3"/>
                  </a:cxn>
                </a:cxnLst>
                <a:rect l="l" t="t" r="r" b="b"/>
                <a:pathLst>
                  <a:path w="375764" h="361661">
                    <a:moveTo>
                      <a:pt x="0" y="68214"/>
                    </a:moveTo>
                    <a:lnTo>
                      <a:pt x="151207" y="0"/>
                    </a:lnTo>
                    <a:lnTo>
                      <a:pt x="375765" y="290874"/>
                    </a:lnTo>
                    <a:lnTo>
                      <a:pt x="309491" y="361661"/>
                    </a:lnTo>
                    <a:close/>
                  </a:path>
                </a:pathLst>
              </a:custGeom>
              <a:solidFill>
                <a:schemeClr val="bg1"/>
              </a:solidFill>
              <a:ln w="6430" cap="flat">
                <a:noFill/>
                <a:prstDash val="solid"/>
                <a:miter/>
              </a:ln>
            </p:spPr>
            <p:txBody>
              <a:bodyPr rtlCol="0" anchor="ctr"/>
              <a:lstStyle/>
              <a:p>
                <a:endParaRPr lang="pt-BR"/>
              </a:p>
            </p:txBody>
          </p:sp>
          <p:sp>
            <p:nvSpPr>
              <p:cNvPr id="13" name="Freeform: Shape 12">
                <a:extLst>
                  <a:ext uri="{FF2B5EF4-FFF2-40B4-BE49-F238E27FC236}">
                    <a16:creationId xmlns:a16="http://schemas.microsoft.com/office/drawing/2014/main" id="{1DA55A20-F4CA-E82E-2DF7-E12FCFF27627}"/>
                  </a:ext>
                </a:extLst>
              </p:cNvPr>
              <p:cNvSpPr/>
              <p:nvPr/>
            </p:nvSpPr>
            <p:spPr>
              <a:xfrm>
                <a:off x="6728189" y="2309175"/>
                <a:ext cx="192386" cy="182117"/>
              </a:xfrm>
              <a:custGeom>
                <a:avLst/>
                <a:gdLst>
                  <a:gd name="connsiteX0" fmla="*/ 192387 w 192386"/>
                  <a:gd name="connsiteY0" fmla="*/ 182118 h 182117"/>
                  <a:gd name="connsiteX1" fmla="*/ 0 w 192386"/>
                  <a:gd name="connsiteY1" fmla="*/ 0 h 182117"/>
                </a:gdLst>
                <a:ahLst/>
                <a:cxnLst>
                  <a:cxn ang="0">
                    <a:pos x="connsiteX0" y="connsiteY0"/>
                  </a:cxn>
                  <a:cxn ang="0">
                    <a:pos x="connsiteX1" y="connsiteY1"/>
                  </a:cxn>
                </a:cxnLst>
                <a:rect l="l" t="t" r="r" b="b"/>
                <a:pathLst>
                  <a:path w="192386" h="182117">
                    <a:moveTo>
                      <a:pt x="192387" y="182118"/>
                    </a:moveTo>
                    <a:lnTo>
                      <a:pt x="0" y="0"/>
                    </a:lnTo>
                  </a:path>
                </a:pathLst>
              </a:custGeom>
              <a:ln w="6430" cap="rnd">
                <a:solidFill>
                  <a:schemeClr val="tx2"/>
                </a:solidFill>
                <a:prstDash val="solid"/>
                <a:miter/>
              </a:ln>
            </p:spPr>
            <p:txBody>
              <a:bodyPr rtlCol="0" anchor="ctr"/>
              <a:lstStyle/>
              <a:p>
                <a:endParaRPr lang="pt-BR"/>
              </a:p>
            </p:txBody>
          </p:sp>
          <p:sp>
            <p:nvSpPr>
              <p:cNvPr id="14" name="Freeform: Shape 13">
                <a:extLst>
                  <a:ext uri="{FF2B5EF4-FFF2-40B4-BE49-F238E27FC236}">
                    <a16:creationId xmlns:a16="http://schemas.microsoft.com/office/drawing/2014/main" id="{7BE34295-4A2D-0695-8773-D6AF25E1F91F}"/>
                  </a:ext>
                </a:extLst>
              </p:cNvPr>
              <p:cNvSpPr/>
              <p:nvPr/>
            </p:nvSpPr>
            <p:spPr>
              <a:xfrm>
                <a:off x="7309641" y="1348322"/>
                <a:ext cx="1375857" cy="1285833"/>
              </a:xfrm>
              <a:custGeom>
                <a:avLst/>
                <a:gdLst>
                  <a:gd name="connsiteX0" fmla="*/ 587666 w 1375857"/>
                  <a:gd name="connsiteY0" fmla="*/ 33533 h 1285833"/>
                  <a:gd name="connsiteX1" fmla="*/ 721500 w 1375857"/>
                  <a:gd name="connsiteY1" fmla="*/ 713 h 1285833"/>
                  <a:gd name="connsiteX2" fmla="*/ 899731 w 1375857"/>
                  <a:gd name="connsiteY2" fmla="*/ 269063 h 1285833"/>
                  <a:gd name="connsiteX3" fmla="*/ 953779 w 1375857"/>
                  <a:gd name="connsiteY3" fmla="*/ 526473 h 1285833"/>
                  <a:gd name="connsiteX4" fmla="*/ 1287078 w 1375857"/>
                  <a:gd name="connsiteY4" fmla="*/ 623646 h 1285833"/>
                  <a:gd name="connsiteX5" fmla="*/ 1204075 w 1375857"/>
                  <a:gd name="connsiteY5" fmla="*/ 1202818 h 1285833"/>
                  <a:gd name="connsiteX6" fmla="*/ 540051 w 1375857"/>
                  <a:gd name="connsiteY6" fmla="*/ 1285833 h 1285833"/>
                  <a:gd name="connsiteX7" fmla="*/ 161713 w 1375857"/>
                  <a:gd name="connsiteY7" fmla="*/ 1063817 h 1285833"/>
                  <a:gd name="connsiteX8" fmla="*/ 2141 w 1375857"/>
                  <a:gd name="connsiteY8" fmla="*/ 803833 h 1285833"/>
                  <a:gd name="connsiteX9" fmla="*/ 211257 w 1375857"/>
                  <a:gd name="connsiteY9" fmla="*/ 484644 h 1285833"/>
                  <a:gd name="connsiteX10" fmla="*/ 357316 w 1375857"/>
                  <a:gd name="connsiteY10" fmla="*/ 271637 h 1285833"/>
                  <a:gd name="connsiteX11" fmla="*/ 587666 w 1375857"/>
                  <a:gd name="connsiteY11" fmla="*/ 33533 h 128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75857" h="1285833">
                    <a:moveTo>
                      <a:pt x="587666" y="33533"/>
                    </a:moveTo>
                    <a:cubicBezTo>
                      <a:pt x="587666" y="33533"/>
                      <a:pt x="635923" y="-5722"/>
                      <a:pt x="721500" y="713"/>
                    </a:cubicBezTo>
                    <a:cubicBezTo>
                      <a:pt x="818015" y="7792"/>
                      <a:pt x="902305" y="119765"/>
                      <a:pt x="899731" y="269063"/>
                    </a:cubicBezTo>
                    <a:cubicBezTo>
                      <a:pt x="897800" y="377819"/>
                      <a:pt x="907452" y="478852"/>
                      <a:pt x="953779" y="526473"/>
                    </a:cubicBezTo>
                    <a:cubicBezTo>
                      <a:pt x="1007184" y="581173"/>
                      <a:pt x="1144235" y="491723"/>
                      <a:pt x="1287078" y="623646"/>
                    </a:cubicBezTo>
                    <a:cubicBezTo>
                      <a:pt x="1414477" y="742054"/>
                      <a:pt x="1419625" y="1129457"/>
                      <a:pt x="1204075" y="1202818"/>
                    </a:cubicBezTo>
                    <a:cubicBezTo>
                      <a:pt x="989168" y="1276181"/>
                      <a:pt x="540051" y="1285833"/>
                      <a:pt x="540051" y="1285833"/>
                    </a:cubicBezTo>
                    <a:cubicBezTo>
                      <a:pt x="540051" y="1285833"/>
                      <a:pt x="164286" y="1072826"/>
                      <a:pt x="161713" y="1063817"/>
                    </a:cubicBezTo>
                    <a:cubicBezTo>
                      <a:pt x="159139" y="1054164"/>
                      <a:pt x="23375" y="981446"/>
                      <a:pt x="2141" y="803833"/>
                    </a:cubicBezTo>
                    <a:cubicBezTo>
                      <a:pt x="-19092" y="626863"/>
                      <a:pt x="122463" y="538057"/>
                      <a:pt x="211257" y="484644"/>
                    </a:cubicBezTo>
                    <a:cubicBezTo>
                      <a:pt x="285895" y="439597"/>
                      <a:pt x="333509" y="346930"/>
                      <a:pt x="357316" y="271637"/>
                    </a:cubicBezTo>
                    <a:cubicBezTo>
                      <a:pt x="381767" y="194414"/>
                      <a:pt x="403000" y="-7009"/>
                      <a:pt x="587666" y="33533"/>
                    </a:cubicBezTo>
                    <a:close/>
                  </a:path>
                </a:pathLst>
              </a:custGeom>
              <a:solidFill>
                <a:schemeClr val="tx2"/>
              </a:solidFill>
              <a:ln w="6430" cap="flat">
                <a:noFill/>
                <a:prstDash val="solid"/>
                <a:miter/>
              </a:ln>
            </p:spPr>
            <p:txBody>
              <a:bodyPr rtlCol="0" anchor="ctr"/>
              <a:lstStyle/>
              <a:p>
                <a:endParaRPr lang="pt-BR">
                  <a:solidFill>
                    <a:schemeClr val="tx2"/>
                  </a:solidFill>
                </a:endParaRPr>
              </a:p>
            </p:txBody>
          </p:sp>
          <p:sp>
            <p:nvSpPr>
              <p:cNvPr id="15" name="Freeform: Shape 14">
                <a:extLst>
                  <a:ext uri="{FF2B5EF4-FFF2-40B4-BE49-F238E27FC236}">
                    <a16:creationId xmlns:a16="http://schemas.microsoft.com/office/drawing/2014/main" id="{1F189C8A-307E-7047-FA8C-6C0AFA53C6E5}"/>
                  </a:ext>
                </a:extLst>
              </p:cNvPr>
              <p:cNvSpPr/>
              <p:nvPr/>
            </p:nvSpPr>
            <p:spPr>
              <a:xfrm>
                <a:off x="7540639" y="3156055"/>
                <a:ext cx="849481" cy="2172542"/>
              </a:xfrm>
              <a:custGeom>
                <a:avLst/>
                <a:gdLst>
                  <a:gd name="connsiteX0" fmla="*/ 848894 w 849481"/>
                  <a:gd name="connsiteY0" fmla="*/ 379680 h 2172542"/>
                  <a:gd name="connsiteX1" fmla="*/ 707982 w 849481"/>
                  <a:gd name="connsiteY1" fmla="*/ 0 h 2172542"/>
                  <a:gd name="connsiteX2" fmla="*/ 148839 w 849481"/>
                  <a:gd name="connsiteY2" fmla="*/ 10296 h 2172542"/>
                  <a:gd name="connsiteX3" fmla="*/ 205 w 849481"/>
                  <a:gd name="connsiteY3" fmla="*/ 480070 h 2172542"/>
                  <a:gd name="connsiteX4" fmla="*/ 78061 w 849481"/>
                  <a:gd name="connsiteY4" fmla="*/ 2172543 h 2172542"/>
                  <a:gd name="connsiteX5" fmla="*/ 205461 w 849481"/>
                  <a:gd name="connsiteY5" fmla="*/ 2160315 h 2172542"/>
                  <a:gd name="connsiteX6" fmla="*/ 379831 w 849481"/>
                  <a:gd name="connsiteY6" fmla="*/ 2141653 h 2172542"/>
                  <a:gd name="connsiteX7" fmla="*/ 399778 w 849481"/>
                  <a:gd name="connsiteY7" fmla="*/ 631942 h 2172542"/>
                  <a:gd name="connsiteX8" fmla="*/ 451252 w 849481"/>
                  <a:gd name="connsiteY8" fmla="*/ 649961 h 2172542"/>
                  <a:gd name="connsiteX9" fmla="*/ 464764 w 849481"/>
                  <a:gd name="connsiteY9" fmla="*/ 2131357 h 2172542"/>
                  <a:gd name="connsiteX10" fmla="*/ 767178 w 849481"/>
                  <a:gd name="connsiteY10" fmla="*/ 2086953 h 2172542"/>
                  <a:gd name="connsiteX11" fmla="*/ 848894 w 849481"/>
                  <a:gd name="connsiteY11" fmla="*/ 379680 h 2172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9481" h="2172542">
                    <a:moveTo>
                      <a:pt x="848894" y="379680"/>
                    </a:moveTo>
                    <a:cubicBezTo>
                      <a:pt x="834738" y="138358"/>
                      <a:pt x="707982" y="0"/>
                      <a:pt x="707982" y="0"/>
                    </a:cubicBezTo>
                    <a:lnTo>
                      <a:pt x="148839" y="10296"/>
                    </a:lnTo>
                    <a:cubicBezTo>
                      <a:pt x="148839" y="10296"/>
                      <a:pt x="13074" y="161525"/>
                      <a:pt x="205" y="480070"/>
                    </a:cubicBezTo>
                    <a:cubicBezTo>
                      <a:pt x="-3655" y="570807"/>
                      <a:pt x="47819" y="1583073"/>
                      <a:pt x="78061" y="2172543"/>
                    </a:cubicBezTo>
                    <a:cubicBezTo>
                      <a:pt x="120527" y="2168681"/>
                      <a:pt x="162994" y="2164820"/>
                      <a:pt x="205461" y="2160315"/>
                    </a:cubicBezTo>
                    <a:cubicBezTo>
                      <a:pt x="264013" y="2154524"/>
                      <a:pt x="322566" y="2148088"/>
                      <a:pt x="379831" y="2141653"/>
                    </a:cubicBezTo>
                    <a:lnTo>
                      <a:pt x="399778" y="631942"/>
                    </a:lnTo>
                    <a:lnTo>
                      <a:pt x="451252" y="649961"/>
                    </a:lnTo>
                    <a:lnTo>
                      <a:pt x="464764" y="2131357"/>
                    </a:lnTo>
                    <a:cubicBezTo>
                      <a:pt x="567070" y="2118486"/>
                      <a:pt x="668089" y="2103041"/>
                      <a:pt x="767178" y="2086953"/>
                    </a:cubicBezTo>
                    <a:cubicBezTo>
                      <a:pt x="797419" y="1552184"/>
                      <a:pt x="855972" y="498732"/>
                      <a:pt x="848894" y="379680"/>
                    </a:cubicBezTo>
                    <a:close/>
                  </a:path>
                </a:pathLst>
              </a:custGeom>
              <a:solidFill>
                <a:schemeClr val="tx2"/>
              </a:solidFill>
              <a:ln w="6430" cap="flat">
                <a:noFill/>
                <a:prstDash val="solid"/>
                <a:miter/>
              </a:ln>
            </p:spPr>
            <p:txBody>
              <a:bodyPr rtlCol="0" anchor="ctr"/>
              <a:lstStyle/>
              <a:p>
                <a:endParaRPr lang="pt-BR">
                  <a:solidFill>
                    <a:schemeClr val="tx2"/>
                  </a:solidFill>
                </a:endParaRPr>
              </a:p>
            </p:txBody>
          </p:sp>
          <p:sp>
            <p:nvSpPr>
              <p:cNvPr id="16" name="Freeform: Shape 15">
                <a:extLst>
                  <a:ext uri="{FF2B5EF4-FFF2-40B4-BE49-F238E27FC236}">
                    <a16:creationId xmlns:a16="http://schemas.microsoft.com/office/drawing/2014/main" id="{1A5A9B90-3561-52C6-0A96-68F521A1ED5B}"/>
                  </a:ext>
                </a:extLst>
              </p:cNvPr>
              <p:cNvSpPr/>
              <p:nvPr/>
            </p:nvSpPr>
            <p:spPr>
              <a:xfrm>
                <a:off x="7767977" y="1864499"/>
                <a:ext cx="281180" cy="480170"/>
              </a:xfrm>
              <a:custGeom>
                <a:avLst/>
                <a:gdLst>
                  <a:gd name="connsiteX0" fmla="*/ 25094 w 281180"/>
                  <a:gd name="connsiteY0" fmla="*/ 85589 h 480170"/>
                  <a:gd name="connsiteX1" fmla="*/ 0 w 281180"/>
                  <a:gd name="connsiteY1" fmla="*/ 335920 h 480170"/>
                  <a:gd name="connsiteX2" fmla="*/ 126113 w 281180"/>
                  <a:gd name="connsiteY2" fmla="*/ 480070 h 480170"/>
                  <a:gd name="connsiteX3" fmla="*/ 227775 w 281180"/>
                  <a:gd name="connsiteY3" fmla="*/ 429232 h 480170"/>
                  <a:gd name="connsiteX4" fmla="*/ 281180 w 281180"/>
                  <a:gd name="connsiteY4" fmla="*/ 261271 h 480170"/>
                  <a:gd name="connsiteX5" fmla="*/ 237427 w 281180"/>
                  <a:gd name="connsiteY5" fmla="*/ 0 h 480170"/>
                  <a:gd name="connsiteX6" fmla="*/ 25094 w 281180"/>
                  <a:gd name="connsiteY6" fmla="*/ 85589 h 480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180" h="480170">
                    <a:moveTo>
                      <a:pt x="25094" y="85589"/>
                    </a:moveTo>
                    <a:lnTo>
                      <a:pt x="0" y="335920"/>
                    </a:lnTo>
                    <a:cubicBezTo>
                      <a:pt x="0" y="335920"/>
                      <a:pt x="119035" y="484575"/>
                      <a:pt x="126113" y="480070"/>
                    </a:cubicBezTo>
                    <a:cubicBezTo>
                      <a:pt x="133191" y="475565"/>
                      <a:pt x="227775" y="429232"/>
                      <a:pt x="227775" y="429232"/>
                    </a:cubicBezTo>
                    <a:lnTo>
                      <a:pt x="281180" y="261271"/>
                    </a:lnTo>
                    <a:lnTo>
                      <a:pt x="237427" y="0"/>
                    </a:lnTo>
                    <a:lnTo>
                      <a:pt x="25094" y="85589"/>
                    </a:lnTo>
                    <a:close/>
                  </a:path>
                </a:pathLst>
              </a:custGeom>
              <a:solidFill>
                <a:schemeClr val="bg1"/>
              </a:solidFill>
              <a:ln w="6430" cap="flat">
                <a:noFill/>
                <a:prstDash val="solid"/>
                <a:miter/>
              </a:ln>
            </p:spPr>
            <p:txBody>
              <a:bodyPr rtlCol="0" anchor="ctr"/>
              <a:lstStyle/>
              <a:p>
                <a:endParaRPr lang="pt-BR"/>
              </a:p>
            </p:txBody>
          </p:sp>
          <p:sp>
            <p:nvSpPr>
              <p:cNvPr id="17" name="Freeform: Shape 16">
                <a:extLst>
                  <a:ext uri="{FF2B5EF4-FFF2-40B4-BE49-F238E27FC236}">
                    <a16:creationId xmlns:a16="http://schemas.microsoft.com/office/drawing/2014/main" id="{4AAC734C-8432-7299-3EBC-38F816FA2626}"/>
                  </a:ext>
                </a:extLst>
              </p:cNvPr>
              <p:cNvSpPr/>
              <p:nvPr/>
            </p:nvSpPr>
            <p:spPr>
              <a:xfrm>
                <a:off x="7609049" y="2030762"/>
                <a:ext cx="644076" cy="1183131"/>
              </a:xfrm>
              <a:custGeom>
                <a:avLst/>
                <a:gdLst>
                  <a:gd name="connsiteX0" fmla="*/ 606758 w 644076"/>
                  <a:gd name="connsiteY0" fmla="*/ 23577 h 1183131"/>
                  <a:gd name="connsiteX1" fmla="*/ 618339 w 644076"/>
                  <a:gd name="connsiteY1" fmla="*/ 744325 h 1183131"/>
                  <a:gd name="connsiteX2" fmla="*/ 644077 w 644076"/>
                  <a:gd name="connsiteY2" fmla="*/ 1130441 h 1183131"/>
                  <a:gd name="connsiteX3" fmla="*/ 74638 w 644076"/>
                  <a:gd name="connsiteY3" fmla="*/ 1145885 h 1183131"/>
                  <a:gd name="connsiteX4" fmla="*/ 0 w 644076"/>
                  <a:gd name="connsiteY4" fmla="*/ 682547 h 1183131"/>
                  <a:gd name="connsiteX5" fmla="*/ 59839 w 644076"/>
                  <a:gd name="connsiteY5" fmla="*/ 60901 h 1183131"/>
                  <a:gd name="connsiteX6" fmla="*/ 155067 w 644076"/>
                  <a:gd name="connsiteY6" fmla="*/ 59614 h 1183131"/>
                  <a:gd name="connsiteX7" fmla="*/ 162789 w 644076"/>
                  <a:gd name="connsiteY7" fmla="*/ 52535 h 1183131"/>
                  <a:gd name="connsiteX8" fmla="*/ 164719 w 644076"/>
                  <a:gd name="connsiteY8" fmla="*/ 27438 h 1183131"/>
                  <a:gd name="connsiteX9" fmla="*/ 170510 w 644076"/>
                  <a:gd name="connsiteY9" fmla="*/ 23577 h 1183131"/>
                  <a:gd name="connsiteX10" fmla="*/ 426596 w 644076"/>
                  <a:gd name="connsiteY10" fmla="*/ 410 h 1183131"/>
                  <a:gd name="connsiteX11" fmla="*/ 433031 w 644076"/>
                  <a:gd name="connsiteY11" fmla="*/ 3627 h 1183131"/>
                  <a:gd name="connsiteX12" fmla="*/ 439465 w 644076"/>
                  <a:gd name="connsiteY12" fmla="*/ 44813 h 1183131"/>
                  <a:gd name="connsiteX13" fmla="*/ 447829 w 644076"/>
                  <a:gd name="connsiteY13" fmla="*/ 51248 h 1183131"/>
                  <a:gd name="connsiteX14" fmla="*/ 606758 w 644076"/>
                  <a:gd name="connsiteY14" fmla="*/ 23577 h 1183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4076" h="1183131">
                    <a:moveTo>
                      <a:pt x="606758" y="23577"/>
                    </a:moveTo>
                    <a:cubicBezTo>
                      <a:pt x="606758" y="23577"/>
                      <a:pt x="604184" y="578939"/>
                      <a:pt x="618339" y="744325"/>
                    </a:cubicBezTo>
                    <a:cubicBezTo>
                      <a:pt x="632495" y="909711"/>
                      <a:pt x="644077" y="1130441"/>
                      <a:pt x="644077" y="1130441"/>
                    </a:cubicBezTo>
                    <a:cubicBezTo>
                      <a:pt x="644077" y="1130441"/>
                      <a:pt x="387347" y="1237909"/>
                      <a:pt x="74638" y="1145885"/>
                    </a:cubicBezTo>
                    <a:cubicBezTo>
                      <a:pt x="74638" y="1145885"/>
                      <a:pt x="0" y="723732"/>
                      <a:pt x="0" y="682547"/>
                    </a:cubicBezTo>
                    <a:cubicBezTo>
                      <a:pt x="0" y="488202"/>
                      <a:pt x="59839" y="60901"/>
                      <a:pt x="59839" y="60901"/>
                    </a:cubicBezTo>
                    <a:lnTo>
                      <a:pt x="155067" y="59614"/>
                    </a:lnTo>
                    <a:cubicBezTo>
                      <a:pt x="158928" y="59614"/>
                      <a:pt x="162145" y="56396"/>
                      <a:pt x="162789" y="52535"/>
                    </a:cubicBezTo>
                    <a:lnTo>
                      <a:pt x="164719" y="27438"/>
                    </a:lnTo>
                    <a:cubicBezTo>
                      <a:pt x="164719" y="24864"/>
                      <a:pt x="167293" y="22933"/>
                      <a:pt x="170510" y="23577"/>
                    </a:cubicBezTo>
                    <a:cubicBezTo>
                      <a:pt x="239357" y="39021"/>
                      <a:pt x="352601" y="31942"/>
                      <a:pt x="426596" y="410"/>
                    </a:cubicBezTo>
                    <a:cubicBezTo>
                      <a:pt x="429170" y="-877"/>
                      <a:pt x="432387" y="1053"/>
                      <a:pt x="433031" y="3627"/>
                    </a:cubicBezTo>
                    <a:lnTo>
                      <a:pt x="439465" y="44813"/>
                    </a:lnTo>
                    <a:cubicBezTo>
                      <a:pt x="440109" y="48674"/>
                      <a:pt x="443969" y="51892"/>
                      <a:pt x="447829" y="51248"/>
                    </a:cubicBezTo>
                    <a:lnTo>
                      <a:pt x="606758" y="23577"/>
                    </a:lnTo>
                    <a:close/>
                  </a:path>
                </a:pathLst>
              </a:custGeom>
              <a:solidFill>
                <a:schemeClr val="accent1"/>
              </a:solidFill>
              <a:ln w="6430" cap="flat">
                <a:noFill/>
                <a:prstDash val="solid"/>
                <a:miter/>
              </a:ln>
            </p:spPr>
            <p:txBody>
              <a:bodyPr rtlCol="0" anchor="ctr"/>
              <a:lstStyle/>
              <a:p>
                <a:endParaRPr lang="pt-BR"/>
              </a:p>
            </p:txBody>
          </p:sp>
          <p:sp>
            <p:nvSpPr>
              <p:cNvPr id="18" name="Freeform: Shape 17">
                <a:extLst>
                  <a:ext uri="{FF2B5EF4-FFF2-40B4-BE49-F238E27FC236}">
                    <a16:creationId xmlns:a16="http://schemas.microsoft.com/office/drawing/2014/main" id="{B500030C-6A25-0EB3-718A-3974B250744F}"/>
                  </a:ext>
                </a:extLst>
              </p:cNvPr>
              <p:cNvSpPr/>
              <p:nvPr/>
            </p:nvSpPr>
            <p:spPr>
              <a:xfrm>
                <a:off x="7784063" y="1923060"/>
                <a:ext cx="185308" cy="108732"/>
              </a:xfrm>
              <a:custGeom>
                <a:avLst/>
                <a:gdLst>
                  <a:gd name="connsiteX0" fmla="*/ 0 w 185308"/>
                  <a:gd name="connsiteY0" fmla="*/ 104895 h 108732"/>
                  <a:gd name="connsiteX1" fmla="*/ 185309 w 185308"/>
                  <a:gd name="connsiteY1" fmla="*/ 0 h 108732"/>
                  <a:gd name="connsiteX2" fmla="*/ 5791 w 185308"/>
                  <a:gd name="connsiteY2" fmla="*/ 46334 h 108732"/>
                  <a:gd name="connsiteX3" fmla="*/ 0 w 185308"/>
                  <a:gd name="connsiteY3" fmla="*/ 104895 h 108732"/>
                </a:gdLst>
                <a:ahLst/>
                <a:cxnLst>
                  <a:cxn ang="0">
                    <a:pos x="connsiteX0" y="connsiteY0"/>
                  </a:cxn>
                  <a:cxn ang="0">
                    <a:pos x="connsiteX1" y="connsiteY1"/>
                  </a:cxn>
                  <a:cxn ang="0">
                    <a:pos x="connsiteX2" y="connsiteY2"/>
                  </a:cxn>
                  <a:cxn ang="0">
                    <a:pos x="connsiteX3" y="connsiteY3"/>
                  </a:cxn>
                </a:cxnLst>
                <a:rect l="l" t="t" r="r" b="b"/>
                <a:pathLst>
                  <a:path w="185308" h="108732">
                    <a:moveTo>
                      <a:pt x="0" y="104895"/>
                    </a:moveTo>
                    <a:cubicBezTo>
                      <a:pt x="0" y="104895"/>
                      <a:pt x="135764" y="139645"/>
                      <a:pt x="185309" y="0"/>
                    </a:cubicBezTo>
                    <a:lnTo>
                      <a:pt x="5791" y="46334"/>
                    </a:lnTo>
                    <a:lnTo>
                      <a:pt x="0" y="104895"/>
                    </a:lnTo>
                    <a:close/>
                  </a:path>
                </a:pathLst>
              </a:custGeom>
              <a:solidFill>
                <a:schemeClr val="tx2"/>
              </a:solidFill>
              <a:ln w="6430" cap="flat">
                <a:noFill/>
                <a:prstDash val="solid"/>
                <a:miter/>
              </a:ln>
            </p:spPr>
            <p:txBody>
              <a:bodyPr rtlCol="0" anchor="ctr"/>
              <a:lstStyle/>
              <a:p>
                <a:endParaRPr lang="pt-BR"/>
              </a:p>
            </p:txBody>
          </p:sp>
          <p:sp>
            <p:nvSpPr>
              <p:cNvPr id="19" name="Freeform: Shape 18">
                <a:extLst>
                  <a:ext uri="{FF2B5EF4-FFF2-40B4-BE49-F238E27FC236}">
                    <a16:creationId xmlns:a16="http://schemas.microsoft.com/office/drawing/2014/main" id="{E4EC0432-49F9-4FB4-389C-1463226F735A}"/>
                  </a:ext>
                </a:extLst>
              </p:cNvPr>
              <p:cNvSpPr/>
              <p:nvPr/>
            </p:nvSpPr>
            <p:spPr>
              <a:xfrm>
                <a:off x="7691314" y="1486749"/>
                <a:ext cx="380363" cy="510809"/>
              </a:xfrm>
              <a:custGeom>
                <a:avLst/>
                <a:gdLst>
                  <a:gd name="connsiteX0" fmla="*/ 42561 w 380363"/>
                  <a:gd name="connsiteY0" fmla="*/ 42473 h 510809"/>
                  <a:gd name="connsiteX1" fmla="*/ 4598 w 380363"/>
                  <a:gd name="connsiteY1" fmla="*/ 373245 h 510809"/>
                  <a:gd name="connsiteX2" fmla="*/ 205349 w 380363"/>
                  <a:gd name="connsiteY2" fmla="*/ 498732 h 510809"/>
                  <a:gd name="connsiteX3" fmla="*/ 367495 w 380363"/>
                  <a:gd name="connsiteY3" fmla="*/ 306318 h 510809"/>
                  <a:gd name="connsiteX4" fmla="*/ 380363 w 380363"/>
                  <a:gd name="connsiteY4" fmla="*/ 153803 h 510809"/>
                  <a:gd name="connsiteX5" fmla="*/ 224652 w 380363"/>
                  <a:gd name="connsiteY5" fmla="*/ 0 h 510809"/>
                  <a:gd name="connsiteX6" fmla="*/ 42561 w 380363"/>
                  <a:gd name="connsiteY6" fmla="*/ 42473 h 510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0363" h="510809">
                    <a:moveTo>
                      <a:pt x="42561" y="42473"/>
                    </a:moveTo>
                    <a:cubicBezTo>
                      <a:pt x="42561" y="42473"/>
                      <a:pt x="-16635" y="258697"/>
                      <a:pt x="4598" y="373245"/>
                    </a:cubicBezTo>
                    <a:cubicBezTo>
                      <a:pt x="20040" y="456903"/>
                      <a:pt x="56716" y="543136"/>
                      <a:pt x="205349" y="498732"/>
                    </a:cubicBezTo>
                    <a:cubicBezTo>
                      <a:pt x="316663" y="465913"/>
                      <a:pt x="367495" y="306318"/>
                      <a:pt x="367495" y="306318"/>
                    </a:cubicBezTo>
                    <a:lnTo>
                      <a:pt x="380363" y="153803"/>
                    </a:lnTo>
                    <a:lnTo>
                      <a:pt x="224652" y="0"/>
                    </a:lnTo>
                    <a:lnTo>
                      <a:pt x="42561" y="42473"/>
                    </a:lnTo>
                    <a:close/>
                  </a:path>
                </a:pathLst>
              </a:custGeom>
              <a:solidFill>
                <a:schemeClr val="bg1"/>
              </a:solidFill>
              <a:ln w="6430" cap="flat">
                <a:noFill/>
                <a:prstDash val="solid"/>
                <a:miter/>
              </a:ln>
            </p:spPr>
            <p:txBody>
              <a:bodyPr rtlCol="0" anchor="ctr"/>
              <a:lstStyle/>
              <a:p>
                <a:endParaRPr lang="pt-BR"/>
              </a:p>
            </p:txBody>
          </p:sp>
          <p:sp>
            <p:nvSpPr>
              <p:cNvPr id="20" name="Freeform: Shape 19">
                <a:extLst>
                  <a:ext uri="{FF2B5EF4-FFF2-40B4-BE49-F238E27FC236}">
                    <a16:creationId xmlns:a16="http://schemas.microsoft.com/office/drawing/2014/main" id="{F29B30D4-30D7-D12A-6BBD-D50FAE8CF818}"/>
                  </a:ext>
                </a:extLst>
              </p:cNvPr>
              <p:cNvSpPr/>
              <p:nvPr/>
            </p:nvSpPr>
            <p:spPr>
              <a:xfrm>
                <a:off x="7873075" y="1459078"/>
                <a:ext cx="247850" cy="299882"/>
              </a:xfrm>
              <a:custGeom>
                <a:avLst/>
                <a:gdLst>
                  <a:gd name="connsiteX0" fmla="*/ 1712 w 247850"/>
                  <a:gd name="connsiteY0" fmla="*/ 644 h 299882"/>
                  <a:gd name="connsiteX1" fmla="*/ 221766 w 247850"/>
                  <a:gd name="connsiteY1" fmla="*/ 299883 h 299882"/>
                  <a:gd name="connsiteX2" fmla="*/ 247504 w 247850"/>
                  <a:gd name="connsiteY2" fmla="*/ 151229 h 299882"/>
                  <a:gd name="connsiteX3" fmla="*/ 188308 w 247850"/>
                  <a:gd name="connsiteY3" fmla="*/ 50839 h 299882"/>
                  <a:gd name="connsiteX4" fmla="*/ 84071 w 247850"/>
                  <a:gd name="connsiteY4" fmla="*/ 0 h 299882"/>
                  <a:gd name="connsiteX5" fmla="*/ 1712 w 247850"/>
                  <a:gd name="connsiteY5" fmla="*/ 644 h 29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850" h="299882">
                    <a:moveTo>
                      <a:pt x="1712" y="644"/>
                    </a:moveTo>
                    <a:cubicBezTo>
                      <a:pt x="-2148" y="3218"/>
                      <a:pt x="-18234" y="235530"/>
                      <a:pt x="221766" y="299883"/>
                    </a:cubicBezTo>
                    <a:cubicBezTo>
                      <a:pt x="221766" y="299883"/>
                      <a:pt x="251364" y="154446"/>
                      <a:pt x="247504" y="151229"/>
                    </a:cubicBezTo>
                    <a:cubicBezTo>
                      <a:pt x="243643" y="147367"/>
                      <a:pt x="194099" y="53413"/>
                      <a:pt x="188308" y="50839"/>
                    </a:cubicBezTo>
                    <a:cubicBezTo>
                      <a:pt x="182517" y="48264"/>
                      <a:pt x="84071" y="0"/>
                      <a:pt x="84071" y="0"/>
                    </a:cubicBezTo>
                    <a:lnTo>
                      <a:pt x="1712" y="644"/>
                    </a:lnTo>
                    <a:close/>
                  </a:path>
                </a:pathLst>
              </a:custGeom>
              <a:solidFill>
                <a:schemeClr val="tx2"/>
              </a:solidFill>
              <a:ln w="6430" cap="flat">
                <a:noFill/>
                <a:prstDash val="solid"/>
                <a:miter/>
              </a:ln>
            </p:spPr>
            <p:txBody>
              <a:bodyPr rtlCol="0" anchor="ctr"/>
              <a:lstStyle/>
              <a:p>
                <a:endParaRPr lang="pt-BR"/>
              </a:p>
            </p:txBody>
          </p:sp>
          <p:sp>
            <p:nvSpPr>
              <p:cNvPr id="21" name="Freeform: Shape 20">
                <a:extLst>
                  <a:ext uri="{FF2B5EF4-FFF2-40B4-BE49-F238E27FC236}">
                    <a16:creationId xmlns:a16="http://schemas.microsoft.com/office/drawing/2014/main" id="{FB66041B-426C-1CCC-C394-4F2431CA9FC6}"/>
                  </a:ext>
                </a:extLst>
              </p:cNvPr>
              <p:cNvSpPr/>
              <p:nvPr/>
            </p:nvSpPr>
            <p:spPr>
              <a:xfrm>
                <a:off x="7681757" y="1474522"/>
                <a:ext cx="232922" cy="204641"/>
              </a:xfrm>
              <a:custGeom>
                <a:avLst/>
                <a:gdLst>
                  <a:gd name="connsiteX0" fmla="*/ 232923 w 232922"/>
                  <a:gd name="connsiteY0" fmla="*/ 18019 h 204641"/>
                  <a:gd name="connsiteX1" fmla="*/ 0 w 232922"/>
                  <a:gd name="connsiteY1" fmla="*/ 204641 h 204641"/>
                  <a:gd name="connsiteX2" fmla="*/ 30885 w 232922"/>
                  <a:gd name="connsiteY2" fmla="*/ 57917 h 204641"/>
                  <a:gd name="connsiteX3" fmla="*/ 75925 w 232922"/>
                  <a:gd name="connsiteY3" fmla="*/ 0 h 204641"/>
                  <a:gd name="connsiteX4" fmla="*/ 232923 w 232922"/>
                  <a:gd name="connsiteY4" fmla="*/ 18019 h 204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922" h="204641">
                    <a:moveTo>
                      <a:pt x="232923" y="18019"/>
                    </a:moveTo>
                    <a:cubicBezTo>
                      <a:pt x="232923" y="18019"/>
                      <a:pt x="95872" y="194988"/>
                      <a:pt x="0" y="204641"/>
                    </a:cubicBezTo>
                    <a:lnTo>
                      <a:pt x="30885" y="57917"/>
                    </a:lnTo>
                    <a:cubicBezTo>
                      <a:pt x="30885" y="57917"/>
                      <a:pt x="72065" y="0"/>
                      <a:pt x="75925" y="0"/>
                    </a:cubicBezTo>
                    <a:cubicBezTo>
                      <a:pt x="79142" y="644"/>
                      <a:pt x="232923" y="18019"/>
                      <a:pt x="232923" y="18019"/>
                    </a:cubicBezTo>
                    <a:close/>
                  </a:path>
                </a:pathLst>
              </a:custGeom>
              <a:solidFill>
                <a:schemeClr val="tx2"/>
              </a:solidFill>
              <a:ln w="6430" cap="flat">
                <a:noFill/>
                <a:prstDash val="solid"/>
                <a:miter/>
              </a:ln>
            </p:spPr>
            <p:txBody>
              <a:bodyPr rtlCol="0" anchor="ctr"/>
              <a:lstStyle/>
              <a:p>
                <a:endParaRPr lang="pt-BR"/>
              </a:p>
            </p:txBody>
          </p:sp>
          <p:sp>
            <p:nvSpPr>
              <p:cNvPr id="22" name="Freeform: Shape 21">
                <a:extLst>
                  <a:ext uri="{FF2B5EF4-FFF2-40B4-BE49-F238E27FC236}">
                    <a16:creationId xmlns:a16="http://schemas.microsoft.com/office/drawing/2014/main" id="{EF9B3FFA-414B-AC57-92D0-F1AF62F9AC42}"/>
                  </a:ext>
                </a:extLst>
              </p:cNvPr>
              <p:cNvSpPr/>
              <p:nvPr/>
            </p:nvSpPr>
            <p:spPr>
              <a:xfrm>
                <a:off x="7544984" y="2230021"/>
                <a:ext cx="128408" cy="507741"/>
              </a:xfrm>
              <a:custGeom>
                <a:avLst/>
                <a:gdLst>
                  <a:gd name="connsiteX0" fmla="*/ 128408 w 128408"/>
                  <a:gd name="connsiteY0" fmla="*/ 0 h 507741"/>
                  <a:gd name="connsiteX1" fmla="*/ 1009 w 128408"/>
                  <a:gd name="connsiteY1" fmla="*/ 366166 h 507741"/>
                  <a:gd name="connsiteX2" fmla="*/ 102671 w 128408"/>
                  <a:gd name="connsiteY2" fmla="*/ 507742 h 507741"/>
                  <a:gd name="connsiteX3" fmla="*/ 128408 w 128408"/>
                  <a:gd name="connsiteY3" fmla="*/ 0 h 507741"/>
                </a:gdLst>
                <a:ahLst/>
                <a:cxnLst>
                  <a:cxn ang="0">
                    <a:pos x="connsiteX0" y="connsiteY0"/>
                  </a:cxn>
                  <a:cxn ang="0">
                    <a:pos x="connsiteX1" y="connsiteY1"/>
                  </a:cxn>
                  <a:cxn ang="0">
                    <a:pos x="connsiteX2" y="connsiteY2"/>
                  </a:cxn>
                  <a:cxn ang="0">
                    <a:pos x="connsiteX3" y="connsiteY3"/>
                  </a:cxn>
                </a:cxnLst>
                <a:rect l="l" t="t" r="r" b="b"/>
                <a:pathLst>
                  <a:path w="128408" h="507741">
                    <a:moveTo>
                      <a:pt x="128408" y="0"/>
                    </a:moveTo>
                    <a:cubicBezTo>
                      <a:pt x="128408" y="0"/>
                      <a:pt x="8730" y="293448"/>
                      <a:pt x="1009" y="366166"/>
                    </a:cubicBezTo>
                    <a:cubicBezTo>
                      <a:pt x="-11860" y="485218"/>
                      <a:pt x="102671" y="507742"/>
                      <a:pt x="102671" y="507742"/>
                    </a:cubicBezTo>
                    <a:lnTo>
                      <a:pt x="128408" y="0"/>
                    </a:lnTo>
                    <a:close/>
                  </a:path>
                </a:pathLst>
              </a:custGeom>
              <a:solidFill>
                <a:schemeClr val="accent1"/>
              </a:solidFill>
              <a:ln w="6430" cap="flat">
                <a:noFill/>
                <a:prstDash val="solid"/>
                <a:miter/>
              </a:ln>
            </p:spPr>
            <p:txBody>
              <a:bodyPr rtlCol="0" anchor="ctr"/>
              <a:lstStyle/>
              <a:p>
                <a:endParaRPr lang="pt-BR"/>
              </a:p>
            </p:txBody>
          </p:sp>
          <p:sp>
            <p:nvSpPr>
              <p:cNvPr id="23" name="Freeform: Shape 22">
                <a:extLst>
                  <a:ext uri="{FF2B5EF4-FFF2-40B4-BE49-F238E27FC236}">
                    <a16:creationId xmlns:a16="http://schemas.microsoft.com/office/drawing/2014/main" id="{0DFAC8E9-85F8-7960-BDD6-D1B702ECF2A3}"/>
                  </a:ext>
                </a:extLst>
              </p:cNvPr>
              <p:cNvSpPr/>
              <p:nvPr/>
            </p:nvSpPr>
            <p:spPr>
              <a:xfrm>
                <a:off x="6887760" y="2091020"/>
                <a:ext cx="805578" cy="709296"/>
              </a:xfrm>
              <a:custGeom>
                <a:avLst/>
                <a:gdLst>
                  <a:gd name="connsiteX0" fmla="*/ 781771 w 805578"/>
                  <a:gd name="connsiteY0" fmla="*/ 0 h 709296"/>
                  <a:gd name="connsiteX1" fmla="*/ 659519 w 805578"/>
                  <a:gd name="connsiteY1" fmla="*/ 55343 h 709296"/>
                  <a:gd name="connsiteX2" fmla="*/ 326221 w 805578"/>
                  <a:gd name="connsiteY2" fmla="*/ 417005 h 709296"/>
                  <a:gd name="connsiteX3" fmla="*/ 137051 w 805578"/>
                  <a:gd name="connsiteY3" fmla="*/ 261271 h 709296"/>
                  <a:gd name="connsiteX4" fmla="*/ 0 w 805578"/>
                  <a:gd name="connsiteY4" fmla="*/ 419579 h 709296"/>
                  <a:gd name="connsiteX5" fmla="*/ 257373 w 805578"/>
                  <a:gd name="connsiteY5" fmla="*/ 675058 h 709296"/>
                  <a:gd name="connsiteX6" fmla="*/ 429814 w 805578"/>
                  <a:gd name="connsiteY6" fmla="*/ 682137 h 709296"/>
                  <a:gd name="connsiteX7" fmla="*/ 710994 w 805578"/>
                  <a:gd name="connsiteY7" fmla="*/ 467199 h 709296"/>
                  <a:gd name="connsiteX8" fmla="*/ 805579 w 805578"/>
                  <a:gd name="connsiteY8" fmla="*/ 169247 h 709296"/>
                  <a:gd name="connsiteX9" fmla="*/ 781771 w 805578"/>
                  <a:gd name="connsiteY9" fmla="*/ 0 h 70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5578" h="709296">
                    <a:moveTo>
                      <a:pt x="781771" y="0"/>
                    </a:moveTo>
                    <a:cubicBezTo>
                      <a:pt x="781771" y="0"/>
                      <a:pt x="734801" y="1287"/>
                      <a:pt x="659519" y="55343"/>
                    </a:cubicBezTo>
                    <a:cubicBezTo>
                      <a:pt x="583594" y="109399"/>
                      <a:pt x="326221" y="417005"/>
                      <a:pt x="326221" y="417005"/>
                    </a:cubicBezTo>
                    <a:lnTo>
                      <a:pt x="137051" y="261271"/>
                    </a:lnTo>
                    <a:lnTo>
                      <a:pt x="0" y="419579"/>
                    </a:lnTo>
                    <a:lnTo>
                      <a:pt x="257373" y="675058"/>
                    </a:lnTo>
                    <a:cubicBezTo>
                      <a:pt x="257373" y="675058"/>
                      <a:pt x="324290" y="747133"/>
                      <a:pt x="429814" y="682137"/>
                    </a:cubicBezTo>
                    <a:cubicBezTo>
                      <a:pt x="490940" y="644169"/>
                      <a:pt x="523111" y="620359"/>
                      <a:pt x="710994" y="467199"/>
                    </a:cubicBezTo>
                    <a:lnTo>
                      <a:pt x="805579" y="169247"/>
                    </a:lnTo>
                    <a:lnTo>
                      <a:pt x="781771" y="0"/>
                    </a:lnTo>
                    <a:close/>
                  </a:path>
                </a:pathLst>
              </a:custGeom>
              <a:solidFill>
                <a:schemeClr val="accent1"/>
              </a:solidFill>
              <a:ln w="6430" cap="flat">
                <a:noFill/>
                <a:prstDash val="solid"/>
                <a:miter/>
              </a:ln>
            </p:spPr>
            <p:txBody>
              <a:bodyPr rtlCol="0" anchor="ctr"/>
              <a:lstStyle/>
              <a:p>
                <a:endParaRPr lang="pt-BR"/>
              </a:p>
            </p:txBody>
          </p:sp>
          <p:sp>
            <p:nvSpPr>
              <p:cNvPr id="24" name="Freeform: Shape 23">
                <a:extLst>
                  <a:ext uri="{FF2B5EF4-FFF2-40B4-BE49-F238E27FC236}">
                    <a16:creationId xmlns:a16="http://schemas.microsoft.com/office/drawing/2014/main" id="{F26A661F-870D-5240-86E4-0181CB698569}"/>
                  </a:ext>
                </a:extLst>
              </p:cNvPr>
              <p:cNvSpPr/>
              <p:nvPr/>
            </p:nvSpPr>
            <p:spPr>
              <a:xfrm>
                <a:off x="7904209" y="2464368"/>
                <a:ext cx="102481" cy="165926"/>
              </a:xfrm>
              <a:custGeom>
                <a:avLst/>
                <a:gdLst>
                  <a:gd name="connsiteX0" fmla="*/ 102481 w 102481"/>
                  <a:gd name="connsiteY0" fmla="*/ 165926 h 165926"/>
                  <a:gd name="connsiteX1" fmla="*/ 7897 w 102481"/>
                  <a:gd name="connsiteY1" fmla="*/ 540 h 165926"/>
                  <a:gd name="connsiteX2" fmla="*/ 14975 w 102481"/>
                  <a:gd name="connsiteY2" fmla="*/ 113801 h 165926"/>
                  <a:gd name="connsiteX3" fmla="*/ 102481 w 102481"/>
                  <a:gd name="connsiteY3" fmla="*/ 165926 h 165926"/>
                </a:gdLst>
                <a:ahLst/>
                <a:cxnLst>
                  <a:cxn ang="0">
                    <a:pos x="connsiteX0" y="connsiteY0"/>
                  </a:cxn>
                  <a:cxn ang="0">
                    <a:pos x="connsiteX1" y="connsiteY1"/>
                  </a:cxn>
                  <a:cxn ang="0">
                    <a:pos x="connsiteX2" y="connsiteY2"/>
                  </a:cxn>
                  <a:cxn ang="0">
                    <a:pos x="connsiteX3" y="connsiteY3"/>
                  </a:cxn>
                </a:cxnLst>
                <a:rect l="l" t="t" r="r" b="b"/>
                <a:pathLst>
                  <a:path w="102481" h="165926">
                    <a:moveTo>
                      <a:pt x="102481" y="165926"/>
                    </a:moveTo>
                    <a:cubicBezTo>
                      <a:pt x="102481" y="165926"/>
                      <a:pt x="29130" y="10193"/>
                      <a:pt x="7897" y="540"/>
                    </a:cubicBezTo>
                    <a:cubicBezTo>
                      <a:pt x="-13337" y="-9113"/>
                      <a:pt x="14975" y="113801"/>
                      <a:pt x="14975" y="113801"/>
                    </a:cubicBezTo>
                    <a:lnTo>
                      <a:pt x="102481" y="165926"/>
                    </a:lnTo>
                    <a:close/>
                  </a:path>
                </a:pathLst>
              </a:custGeom>
              <a:solidFill>
                <a:srgbClr val="FFFFFF"/>
              </a:solidFill>
              <a:ln w="6430" cap="flat">
                <a:noFill/>
                <a:prstDash val="solid"/>
                <a:miter/>
              </a:ln>
            </p:spPr>
            <p:txBody>
              <a:bodyPr rtlCol="0" anchor="ctr"/>
              <a:lstStyle/>
              <a:p>
                <a:endParaRPr lang="pt-BR"/>
              </a:p>
            </p:txBody>
          </p:sp>
          <p:sp>
            <p:nvSpPr>
              <p:cNvPr id="25" name="Freeform: Shape 24">
                <a:extLst>
                  <a:ext uri="{FF2B5EF4-FFF2-40B4-BE49-F238E27FC236}">
                    <a16:creationId xmlns:a16="http://schemas.microsoft.com/office/drawing/2014/main" id="{BAB6DB64-2D2E-F935-2E40-3FE5814E9214}"/>
                  </a:ext>
                </a:extLst>
              </p:cNvPr>
              <p:cNvSpPr/>
              <p:nvPr/>
            </p:nvSpPr>
            <p:spPr>
              <a:xfrm>
                <a:off x="7995752" y="1747415"/>
                <a:ext cx="110588" cy="138630"/>
              </a:xfrm>
              <a:custGeom>
                <a:avLst/>
                <a:gdLst>
                  <a:gd name="connsiteX0" fmla="*/ 33459 w 110588"/>
                  <a:gd name="connsiteY0" fmla="*/ 11546 h 138630"/>
                  <a:gd name="connsiteX1" fmla="*/ 101019 w 110588"/>
                  <a:gd name="connsiteY1" fmla="*/ 10259 h 138630"/>
                  <a:gd name="connsiteX2" fmla="*/ 0 w 110588"/>
                  <a:gd name="connsiteY2" fmla="*/ 137033 h 138630"/>
                  <a:gd name="connsiteX3" fmla="*/ 33459 w 110588"/>
                  <a:gd name="connsiteY3" fmla="*/ 11546 h 138630"/>
                </a:gdLst>
                <a:ahLst/>
                <a:cxnLst>
                  <a:cxn ang="0">
                    <a:pos x="connsiteX0" y="connsiteY0"/>
                  </a:cxn>
                  <a:cxn ang="0">
                    <a:pos x="connsiteX1" y="connsiteY1"/>
                  </a:cxn>
                  <a:cxn ang="0">
                    <a:pos x="connsiteX2" y="connsiteY2"/>
                  </a:cxn>
                  <a:cxn ang="0">
                    <a:pos x="connsiteX3" y="connsiteY3"/>
                  </a:cxn>
                </a:cxnLst>
                <a:rect l="l" t="t" r="r" b="b"/>
                <a:pathLst>
                  <a:path w="110588" h="138630">
                    <a:moveTo>
                      <a:pt x="33459" y="11546"/>
                    </a:moveTo>
                    <a:cubicBezTo>
                      <a:pt x="33459" y="11546"/>
                      <a:pt x="68204" y="-13552"/>
                      <a:pt x="101019" y="10259"/>
                    </a:cubicBezTo>
                    <a:cubicBezTo>
                      <a:pt x="133834" y="34069"/>
                      <a:pt x="77856" y="153765"/>
                      <a:pt x="0" y="137033"/>
                    </a:cubicBezTo>
                    <a:lnTo>
                      <a:pt x="33459" y="11546"/>
                    </a:lnTo>
                    <a:close/>
                  </a:path>
                </a:pathLst>
              </a:custGeom>
              <a:solidFill>
                <a:schemeClr val="bg1"/>
              </a:solidFill>
              <a:ln w="6430" cap="flat">
                <a:noFill/>
                <a:prstDash val="solid"/>
                <a:miter/>
              </a:ln>
            </p:spPr>
            <p:txBody>
              <a:bodyPr rtlCol="0" anchor="ctr"/>
              <a:lstStyle/>
              <a:p>
                <a:endParaRPr lang="pt-BR"/>
              </a:p>
            </p:txBody>
          </p:sp>
          <p:sp>
            <p:nvSpPr>
              <p:cNvPr id="26" name="Freeform: Shape 25">
                <a:extLst>
                  <a:ext uri="{FF2B5EF4-FFF2-40B4-BE49-F238E27FC236}">
                    <a16:creationId xmlns:a16="http://schemas.microsoft.com/office/drawing/2014/main" id="{72CBA061-0252-4825-3055-4E63D5242D7B}"/>
                  </a:ext>
                </a:extLst>
              </p:cNvPr>
              <p:cNvSpPr/>
              <p:nvPr/>
            </p:nvSpPr>
            <p:spPr>
              <a:xfrm>
                <a:off x="6639395" y="2212003"/>
                <a:ext cx="119913" cy="55790"/>
              </a:xfrm>
              <a:custGeom>
                <a:avLst/>
                <a:gdLst>
                  <a:gd name="connsiteX0" fmla="*/ 62413 w 119913"/>
                  <a:gd name="connsiteY0" fmla="*/ 0 h 55790"/>
                  <a:gd name="connsiteX1" fmla="*/ 119679 w 119913"/>
                  <a:gd name="connsiteY1" fmla="*/ 47621 h 55790"/>
                  <a:gd name="connsiteX2" fmla="*/ 0 w 119913"/>
                  <a:gd name="connsiteY2" fmla="*/ 37324 h 55790"/>
                  <a:gd name="connsiteX3" fmla="*/ 62413 w 119913"/>
                  <a:gd name="connsiteY3" fmla="*/ 0 h 55790"/>
                </a:gdLst>
                <a:ahLst/>
                <a:cxnLst>
                  <a:cxn ang="0">
                    <a:pos x="connsiteX0" y="connsiteY0"/>
                  </a:cxn>
                  <a:cxn ang="0">
                    <a:pos x="connsiteX1" y="connsiteY1"/>
                  </a:cxn>
                  <a:cxn ang="0">
                    <a:pos x="connsiteX2" y="connsiteY2"/>
                  </a:cxn>
                  <a:cxn ang="0">
                    <a:pos x="connsiteX3" y="connsiteY3"/>
                  </a:cxn>
                </a:cxnLst>
                <a:rect l="l" t="t" r="r" b="b"/>
                <a:pathLst>
                  <a:path w="119913" h="55790">
                    <a:moveTo>
                      <a:pt x="62413" y="0"/>
                    </a:moveTo>
                    <a:cubicBezTo>
                      <a:pt x="62413" y="0"/>
                      <a:pt x="124183" y="25097"/>
                      <a:pt x="119679" y="47621"/>
                    </a:cubicBezTo>
                    <a:cubicBezTo>
                      <a:pt x="115175" y="70788"/>
                      <a:pt x="0" y="37324"/>
                      <a:pt x="0" y="37324"/>
                    </a:cubicBezTo>
                    <a:lnTo>
                      <a:pt x="62413" y="0"/>
                    </a:lnTo>
                    <a:close/>
                  </a:path>
                </a:pathLst>
              </a:custGeom>
              <a:solidFill>
                <a:srgbClr val="FFFFFF"/>
              </a:solidFill>
              <a:ln w="6430" cap="flat">
                <a:noFill/>
                <a:prstDash val="solid"/>
                <a:miter/>
              </a:ln>
            </p:spPr>
            <p:txBody>
              <a:bodyPr rtlCol="0" anchor="ctr"/>
              <a:lstStyle/>
              <a:p>
                <a:endParaRPr lang="pt-BR"/>
              </a:p>
            </p:txBody>
          </p:sp>
          <p:sp>
            <p:nvSpPr>
              <p:cNvPr id="27" name="Freeform: Shape 26">
                <a:extLst>
                  <a:ext uri="{FF2B5EF4-FFF2-40B4-BE49-F238E27FC236}">
                    <a16:creationId xmlns:a16="http://schemas.microsoft.com/office/drawing/2014/main" id="{1EE95AFE-3004-04CF-7034-0AE7565BF4CD}"/>
                  </a:ext>
                </a:extLst>
              </p:cNvPr>
              <p:cNvSpPr/>
              <p:nvPr/>
            </p:nvSpPr>
            <p:spPr>
              <a:xfrm>
                <a:off x="6616875" y="2243535"/>
                <a:ext cx="126934" cy="65481"/>
              </a:xfrm>
              <a:custGeom>
                <a:avLst/>
                <a:gdLst>
                  <a:gd name="connsiteX0" fmla="*/ 48901 w 126934"/>
                  <a:gd name="connsiteY0" fmla="*/ 0 h 65481"/>
                  <a:gd name="connsiteX1" fmla="*/ 126756 w 126934"/>
                  <a:gd name="connsiteY1" fmla="*/ 60491 h 65481"/>
                  <a:gd name="connsiteX2" fmla="*/ 0 w 126934"/>
                  <a:gd name="connsiteY2" fmla="*/ 28315 h 65481"/>
                  <a:gd name="connsiteX3" fmla="*/ 48901 w 126934"/>
                  <a:gd name="connsiteY3" fmla="*/ 0 h 65481"/>
                </a:gdLst>
                <a:ahLst/>
                <a:cxnLst>
                  <a:cxn ang="0">
                    <a:pos x="connsiteX0" y="connsiteY0"/>
                  </a:cxn>
                  <a:cxn ang="0">
                    <a:pos x="connsiteX1" y="connsiteY1"/>
                  </a:cxn>
                  <a:cxn ang="0">
                    <a:pos x="connsiteX2" y="connsiteY2"/>
                  </a:cxn>
                  <a:cxn ang="0">
                    <a:pos x="connsiteX3" y="connsiteY3"/>
                  </a:cxn>
                </a:cxnLst>
                <a:rect l="l" t="t" r="r" b="b"/>
                <a:pathLst>
                  <a:path w="126934" h="65481">
                    <a:moveTo>
                      <a:pt x="48901" y="0"/>
                    </a:moveTo>
                    <a:cubicBezTo>
                      <a:pt x="48901" y="0"/>
                      <a:pt x="131261" y="39255"/>
                      <a:pt x="126756" y="60491"/>
                    </a:cubicBezTo>
                    <a:cubicBezTo>
                      <a:pt x="122252" y="81728"/>
                      <a:pt x="0" y="28315"/>
                      <a:pt x="0" y="28315"/>
                    </a:cubicBezTo>
                    <a:lnTo>
                      <a:pt x="48901" y="0"/>
                    </a:lnTo>
                    <a:close/>
                  </a:path>
                </a:pathLst>
              </a:custGeom>
              <a:solidFill>
                <a:srgbClr val="FFFFFF"/>
              </a:solidFill>
              <a:ln w="6430" cap="flat">
                <a:noFill/>
                <a:prstDash val="solid"/>
                <a:miter/>
              </a:ln>
            </p:spPr>
            <p:txBody>
              <a:bodyPr rtlCol="0" anchor="ctr"/>
              <a:lstStyle/>
              <a:p>
                <a:endParaRPr lang="pt-BR"/>
              </a:p>
            </p:txBody>
          </p:sp>
          <p:sp>
            <p:nvSpPr>
              <p:cNvPr id="28" name="Freeform: Shape 27">
                <a:extLst>
                  <a:ext uri="{FF2B5EF4-FFF2-40B4-BE49-F238E27FC236}">
                    <a16:creationId xmlns:a16="http://schemas.microsoft.com/office/drawing/2014/main" id="{4198656A-F589-0DA8-1A46-2E63BEF8DA50}"/>
                  </a:ext>
                </a:extLst>
              </p:cNvPr>
              <p:cNvSpPr/>
              <p:nvPr/>
            </p:nvSpPr>
            <p:spPr>
              <a:xfrm>
                <a:off x="6639395" y="2212003"/>
                <a:ext cx="119913" cy="55790"/>
              </a:xfrm>
              <a:custGeom>
                <a:avLst/>
                <a:gdLst>
                  <a:gd name="connsiteX0" fmla="*/ 62413 w 119913"/>
                  <a:gd name="connsiteY0" fmla="*/ 0 h 55790"/>
                  <a:gd name="connsiteX1" fmla="*/ 119679 w 119913"/>
                  <a:gd name="connsiteY1" fmla="*/ 47621 h 55790"/>
                  <a:gd name="connsiteX2" fmla="*/ 0 w 119913"/>
                  <a:gd name="connsiteY2" fmla="*/ 37324 h 55790"/>
                  <a:gd name="connsiteX3" fmla="*/ 62413 w 119913"/>
                  <a:gd name="connsiteY3" fmla="*/ 0 h 55790"/>
                </a:gdLst>
                <a:ahLst/>
                <a:cxnLst>
                  <a:cxn ang="0">
                    <a:pos x="connsiteX0" y="connsiteY0"/>
                  </a:cxn>
                  <a:cxn ang="0">
                    <a:pos x="connsiteX1" y="connsiteY1"/>
                  </a:cxn>
                  <a:cxn ang="0">
                    <a:pos x="connsiteX2" y="connsiteY2"/>
                  </a:cxn>
                  <a:cxn ang="0">
                    <a:pos x="connsiteX3" y="connsiteY3"/>
                  </a:cxn>
                </a:cxnLst>
                <a:rect l="l" t="t" r="r" b="b"/>
                <a:pathLst>
                  <a:path w="119913" h="55790">
                    <a:moveTo>
                      <a:pt x="62413" y="0"/>
                    </a:moveTo>
                    <a:cubicBezTo>
                      <a:pt x="62413" y="0"/>
                      <a:pt x="124183" y="25097"/>
                      <a:pt x="119679" y="47621"/>
                    </a:cubicBezTo>
                    <a:cubicBezTo>
                      <a:pt x="115175" y="70788"/>
                      <a:pt x="0" y="37324"/>
                      <a:pt x="0" y="37324"/>
                    </a:cubicBezTo>
                    <a:lnTo>
                      <a:pt x="62413" y="0"/>
                    </a:lnTo>
                    <a:close/>
                  </a:path>
                </a:pathLst>
              </a:custGeom>
              <a:noFill/>
              <a:ln w="6430" cap="rnd">
                <a:solidFill>
                  <a:schemeClr val="tx2"/>
                </a:solidFill>
                <a:prstDash val="solid"/>
                <a:round/>
              </a:ln>
            </p:spPr>
            <p:txBody>
              <a:bodyPr rtlCol="0" anchor="ctr"/>
              <a:lstStyle/>
              <a:p>
                <a:endParaRPr lang="pt-BR"/>
              </a:p>
            </p:txBody>
          </p:sp>
          <p:sp>
            <p:nvSpPr>
              <p:cNvPr id="29" name="Freeform: Shape 28">
                <a:extLst>
                  <a:ext uri="{FF2B5EF4-FFF2-40B4-BE49-F238E27FC236}">
                    <a16:creationId xmlns:a16="http://schemas.microsoft.com/office/drawing/2014/main" id="{09CDC8BB-0823-8C99-CACD-AA0A6B965066}"/>
                  </a:ext>
                </a:extLst>
              </p:cNvPr>
              <p:cNvSpPr/>
              <p:nvPr/>
            </p:nvSpPr>
            <p:spPr>
              <a:xfrm>
                <a:off x="6616875" y="2264772"/>
                <a:ext cx="126882" cy="44245"/>
              </a:xfrm>
              <a:custGeom>
                <a:avLst/>
                <a:gdLst>
                  <a:gd name="connsiteX0" fmla="*/ 87507 w 126882"/>
                  <a:gd name="connsiteY0" fmla="*/ 0 h 44245"/>
                  <a:gd name="connsiteX1" fmla="*/ 126756 w 126882"/>
                  <a:gd name="connsiteY1" fmla="*/ 39255 h 44245"/>
                  <a:gd name="connsiteX2" fmla="*/ 0 w 126882"/>
                  <a:gd name="connsiteY2" fmla="*/ 7079 h 44245"/>
                </a:gdLst>
                <a:ahLst/>
                <a:cxnLst>
                  <a:cxn ang="0">
                    <a:pos x="connsiteX0" y="connsiteY0"/>
                  </a:cxn>
                  <a:cxn ang="0">
                    <a:pos x="connsiteX1" y="connsiteY1"/>
                  </a:cxn>
                  <a:cxn ang="0">
                    <a:pos x="connsiteX2" y="connsiteY2"/>
                  </a:cxn>
                </a:cxnLst>
                <a:rect l="l" t="t" r="r" b="b"/>
                <a:pathLst>
                  <a:path w="126882" h="44245">
                    <a:moveTo>
                      <a:pt x="87507" y="0"/>
                    </a:moveTo>
                    <a:cubicBezTo>
                      <a:pt x="108097" y="12871"/>
                      <a:pt x="128687" y="28315"/>
                      <a:pt x="126756" y="39255"/>
                    </a:cubicBezTo>
                    <a:cubicBezTo>
                      <a:pt x="122252" y="60491"/>
                      <a:pt x="0" y="7079"/>
                      <a:pt x="0" y="7079"/>
                    </a:cubicBezTo>
                  </a:path>
                </a:pathLst>
              </a:custGeom>
              <a:solidFill>
                <a:schemeClr val="bg1"/>
              </a:solidFill>
              <a:ln w="6430" cap="rnd">
                <a:solidFill>
                  <a:schemeClr val="tx2"/>
                </a:solidFill>
                <a:prstDash val="solid"/>
                <a:round/>
              </a:ln>
            </p:spPr>
            <p:txBody>
              <a:bodyPr rtlCol="0" anchor="ctr"/>
              <a:lstStyle/>
              <a:p>
                <a:endParaRPr lang="pt-BR"/>
              </a:p>
            </p:txBody>
          </p:sp>
          <p:sp>
            <p:nvSpPr>
              <p:cNvPr id="30" name="Freeform: Shape 29">
                <a:extLst>
                  <a:ext uri="{FF2B5EF4-FFF2-40B4-BE49-F238E27FC236}">
                    <a16:creationId xmlns:a16="http://schemas.microsoft.com/office/drawing/2014/main" id="{8C2A81E1-3765-ADBC-7CF9-B76C805AACD2}"/>
                  </a:ext>
                </a:extLst>
              </p:cNvPr>
              <p:cNvSpPr/>
              <p:nvPr/>
            </p:nvSpPr>
            <p:spPr>
              <a:xfrm>
                <a:off x="6457312" y="2023450"/>
                <a:ext cx="494147" cy="290873"/>
              </a:xfrm>
              <a:custGeom>
                <a:avLst/>
                <a:gdLst>
                  <a:gd name="connsiteX0" fmla="*/ 494148 w 494147"/>
                  <a:gd name="connsiteY0" fmla="*/ 81084 h 290873"/>
                  <a:gd name="connsiteX1" fmla="*/ 79133 w 494147"/>
                  <a:gd name="connsiteY1" fmla="*/ 290874 h 290873"/>
                  <a:gd name="connsiteX2" fmla="*/ 12216 w 494147"/>
                  <a:gd name="connsiteY2" fmla="*/ 288299 h 290873"/>
                  <a:gd name="connsiteX3" fmla="*/ 1921 w 494147"/>
                  <a:gd name="connsiteY3" fmla="*/ 268994 h 290873"/>
                  <a:gd name="connsiteX4" fmla="*/ 37954 w 494147"/>
                  <a:gd name="connsiteY4" fmla="*/ 209789 h 290873"/>
                  <a:gd name="connsiteX5" fmla="*/ 452968 w 494147"/>
                  <a:gd name="connsiteY5" fmla="*/ 0 h 290873"/>
                  <a:gd name="connsiteX6" fmla="*/ 494148 w 494147"/>
                  <a:gd name="connsiteY6" fmla="*/ 81084 h 290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147" h="290873">
                    <a:moveTo>
                      <a:pt x="494148" y="81084"/>
                    </a:moveTo>
                    <a:lnTo>
                      <a:pt x="79133" y="290874"/>
                    </a:lnTo>
                    <a:lnTo>
                      <a:pt x="12216" y="288299"/>
                    </a:lnTo>
                    <a:cubicBezTo>
                      <a:pt x="2565" y="287656"/>
                      <a:pt x="-3226" y="277359"/>
                      <a:pt x="1921" y="268994"/>
                    </a:cubicBezTo>
                    <a:lnTo>
                      <a:pt x="37954" y="209789"/>
                    </a:lnTo>
                    <a:lnTo>
                      <a:pt x="452968" y="0"/>
                    </a:lnTo>
                    <a:lnTo>
                      <a:pt x="494148" y="81084"/>
                    </a:lnTo>
                    <a:close/>
                  </a:path>
                </a:pathLst>
              </a:custGeom>
              <a:solidFill>
                <a:schemeClr val="accent1"/>
              </a:solidFill>
              <a:ln w="6430" cap="flat">
                <a:noFill/>
                <a:prstDash val="solid"/>
                <a:miter/>
              </a:ln>
            </p:spPr>
            <p:txBody>
              <a:bodyPr rtlCol="0" anchor="ctr"/>
              <a:lstStyle/>
              <a:p>
                <a:endParaRPr lang="pt-BR"/>
              </a:p>
            </p:txBody>
          </p:sp>
          <p:sp>
            <p:nvSpPr>
              <p:cNvPr id="31" name="Freeform: Shape 30">
                <a:extLst>
                  <a:ext uri="{FF2B5EF4-FFF2-40B4-BE49-F238E27FC236}">
                    <a16:creationId xmlns:a16="http://schemas.microsoft.com/office/drawing/2014/main" id="{B4D49DE1-4B0F-201F-D53D-DF5D8E8FDE49}"/>
                  </a:ext>
                </a:extLst>
              </p:cNvPr>
              <p:cNvSpPr/>
              <p:nvPr/>
            </p:nvSpPr>
            <p:spPr>
              <a:xfrm>
                <a:off x="6748467" y="2039999"/>
                <a:ext cx="255111" cy="396594"/>
              </a:xfrm>
              <a:custGeom>
                <a:avLst/>
                <a:gdLst>
                  <a:gd name="connsiteX0" fmla="*/ 255111 w 255111"/>
                  <a:gd name="connsiteY0" fmla="*/ 335460 h 396594"/>
                  <a:gd name="connsiteX1" fmla="*/ 5459 w 255111"/>
                  <a:gd name="connsiteY1" fmla="*/ 183 h 396594"/>
                  <a:gd name="connsiteX2" fmla="*/ 43422 w 255111"/>
                  <a:gd name="connsiteY2" fmla="*/ 193884 h 396594"/>
                  <a:gd name="connsiteX3" fmla="*/ 202350 w 255111"/>
                  <a:gd name="connsiteY3" fmla="*/ 396595 h 396594"/>
                  <a:gd name="connsiteX4" fmla="*/ 255111 w 255111"/>
                  <a:gd name="connsiteY4" fmla="*/ 335460 h 396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11" h="396594">
                    <a:moveTo>
                      <a:pt x="255111" y="335460"/>
                    </a:moveTo>
                    <a:cubicBezTo>
                      <a:pt x="255111" y="335460"/>
                      <a:pt x="24119" y="5975"/>
                      <a:pt x="5459" y="183"/>
                    </a:cubicBezTo>
                    <a:cubicBezTo>
                      <a:pt x="-18348" y="-6896"/>
                      <a:pt x="43422" y="193884"/>
                      <a:pt x="43422" y="193884"/>
                    </a:cubicBezTo>
                    <a:lnTo>
                      <a:pt x="202350" y="396595"/>
                    </a:lnTo>
                    <a:lnTo>
                      <a:pt x="255111" y="335460"/>
                    </a:lnTo>
                    <a:close/>
                  </a:path>
                </a:pathLst>
              </a:custGeom>
              <a:solidFill>
                <a:schemeClr val="bg1"/>
              </a:solidFill>
              <a:ln w="6430" cap="flat">
                <a:noFill/>
                <a:prstDash val="solid"/>
                <a:miter/>
              </a:ln>
            </p:spPr>
            <p:txBody>
              <a:bodyPr rtlCol="0" anchor="ctr"/>
              <a:lstStyle/>
              <a:p>
                <a:endParaRPr lang="pt-BR"/>
              </a:p>
            </p:txBody>
          </p:sp>
          <p:sp>
            <p:nvSpPr>
              <p:cNvPr id="32" name="Freeform: Shape 31">
                <a:extLst>
                  <a:ext uri="{FF2B5EF4-FFF2-40B4-BE49-F238E27FC236}">
                    <a16:creationId xmlns:a16="http://schemas.microsoft.com/office/drawing/2014/main" id="{6B60CC94-ACBD-EFCA-B7E0-0E53583F116E}"/>
                  </a:ext>
                </a:extLst>
              </p:cNvPr>
              <p:cNvSpPr/>
              <p:nvPr/>
            </p:nvSpPr>
            <p:spPr>
              <a:xfrm>
                <a:off x="6749153" y="2040051"/>
                <a:ext cx="254425" cy="335407"/>
              </a:xfrm>
              <a:custGeom>
                <a:avLst/>
                <a:gdLst>
                  <a:gd name="connsiteX0" fmla="*/ 254425 w 254425"/>
                  <a:gd name="connsiteY0" fmla="*/ 335407 h 335407"/>
                  <a:gd name="connsiteX1" fmla="*/ 4773 w 254425"/>
                  <a:gd name="connsiteY1" fmla="*/ 130 h 335407"/>
                  <a:gd name="connsiteX2" fmla="*/ 8634 w 254425"/>
                  <a:gd name="connsiteY2" fmla="*/ 67700 h 335407"/>
                </a:gdLst>
                <a:ahLst/>
                <a:cxnLst>
                  <a:cxn ang="0">
                    <a:pos x="connsiteX0" y="connsiteY0"/>
                  </a:cxn>
                  <a:cxn ang="0">
                    <a:pos x="connsiteX1" y="connsiteY1"/>
                  </a:cxn>
                  <a:cxn ang="0">
                    <a:pos x="connsiteX2" y="connsiteY2"/>
                  </a:cxn>
                </a:cxnLst>
                <a:rect l="l" t="t" r="r" b="b"/>
                <a:pathLst>
                  <a:path w="254425" h="335407">
                    <a:moveTo>
                      <a:pt x="254425" y="335407"/>
                    </a:moveTo>
                    <a:cubicBezTo>
                      <a:pt x="254425" y="335407"/>
                      <a:pt x="23433" y="5922"/>
                      <a:pt x="4773" y="130"/>
                    </a:cubicBezTo>
                    <a:cubicBezTo>
                      <a:pt x="-4235" y="-2444"/>
                      <a:pt x="912" y="33594"/>
                      <a:pt x="8634" y="67700"/>
                    </a:cubicBezTo>
                  </a:path>
                </a:pathLst>
              </a:custGeom>
              <a:noFill/>
              <a:ln w="6430" cap="rnd">
                <a:solidFill>
                  <a:schemeClr val="tx2"/>
                </a:solidFill>
                <a:prstDash val="solid"/>
                <a:miter/>
              </a:ln>
            </p:spPr>
            <p:txBody>
              <a:bodyPr rtlCol="0" anchor="ctr"/>
              <a:lstStyle/>
              <a:p>
                <a:endParaRPr lang="pt-BR"/>
              </a:p>
            </p:txBody>
          </p:sp>
          <p:sp>
            <p:nvSpPr>
              <p:cNvPr id="33" name="Freeform: Shape 32">
                <a:extLst>
                  <a:ext uri="{FF2B5EF4-FFF2-40B4-BE49-F238E27FC236}">
                    <a16:creationId xmlns:a16="http://schemas.microsoft.com/office/drawing/2014/main" id="{89DA61AC-EC35-0F8F-59D7-0DC40CD2C39E}"/>
                  </a:ext>
                </a:extLst>
              </p:cNvPr>
              <p:cNvSpPr/>
              <p:nvPr/>
            </p:nvSpPr>
            <p:spPr>
              <a:xfrm>
                <a:off x="6637628" y="2095531"/>
                <a:ext cx="107290" cy="97942"/>
              </a:xfrm>
              <a:custGeom>
                <a:avLst/>
                <a:gdLst>
                  <a:gd name="connsiteX0" fmla="*/ 107290 w 107290"/>
                  <a:gd name="connsiteY0" fmla="*/ 12220 h 97942"/>
                  <a:gd name="connsiteX1" fmla="*/ 21714 w 107290"/>
                  <a:gd name="connsiteY1" fmla="*/ 1924 h 97942"/>
                  <a:gd name="connsiteX2" fmla="*/ 6915 w 107290"/>
                  <a:gd name="connsiteY2" fmla="*/ 97809 h 97942"/>
                  <a:gd name="connsiteX3" fmla="*/ 51312 w 107290"/>
                  <a:gd name="connsiteY3" fmla="*/ 45040 h 97942"/>
                  <a:gd name="connsiteX4" fmla="*/ 107290 w 107290"/>
                  <a:gd name="connsiteY4" fmla="*/ 12220 h 97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90" h="97942">
                    <a:moveTo>
                      <a:pt x="107290" y="12220"/>
                    </a:moveTo>
                    <a:cubicBezTo>
                      <a:pt x="107290" y="12220"/>
                      <a:pt x="34582" y="-5798"/>
                      <a:pt x="21714" y="1924"/>
                    </a:cubicBezTo>
                    <a:cubicBezTo>
                      <a:pt x="8845" y="9646"/>
                      <a:pt x="-10458" y="91374"/>
                      <a:pt x="6915" y="97809"/>
                    </a:cubicBezTo>
                    <a:cubicBezTo>
                      <a:pt x="16566" y="101027"/>
                      <a:pt x="51312" y="45040"/>
                      <a:pt x="51312" y="45040"/>
                    </a:cubicBezTo>
                    <a:lnTo>
                      <a:pt x="107290" y="12220"/>
                    </a:lnTo>
                    <a:close/>
                  </a:path>
                </a:pathLst>
              </a:custGeom>
              <a:solidFill>
                <a:srgbClr val="FFFFFF"/>
              </a:solidFill>
              <a:ln w="6430" cap="flat">
                <a:noFill/>
                <a:prstDash val="solid"/>
                <a:miter/>
              </a:ln>
            </p:spPr>
            <p:txBody>
              <a:bodyPr rtlCol="0" anchor="ctr"/>
              <a:lstStyle/>
              <a:p>
                <a:endParaRPr lang="pt-BR"/>
              </a:p>
            </p:txBody>
          </p:sp>
          <p:sp>
            <p:nvSpPr>
              <p:cNvPr id="34" name="Freeform: Shape 33">
                <a:extLst>
                  <a:ext uri="{FF2B5EF4-FFF2-40B4-BE49-F238E27FC236}">
                    <a16:creationId xmlns:a16="http://schemas.microsoft.com/office/drawing/2014/main" id="{DE08553E-8BD6-3AA5-4EC4-2389DD777A78}"/>
                  </a:ext>
                </a:extLst>
              </p:cNvPr>
              <p:cNvSpPr/>
              <p:nvPr/>
            </p:nvSpPr>
            <p:spPr>
              <a:xfrm>
                <a:off x="6638108" y="2095531"/>
                <a:ext cx="106809" cy="66276"/>
              </a:xfrm>
              <a:custGeom>
                <a:avLst/>
                <a:gdLst>
                  <a:gd name="connsiteX0" fmla="*/ 106810 w 106809"/>
                  <a:gd name="connsiteY0" fmla="*/ 12220 h 66276"/>
                  <a:gd name="connsiteX1" fmla="*/ 21233 w 106809"/>
                  <a:gd name="connsiteY1" fmla="*/ 1924 h 66276"/>
                  <a:gd name="connsiteX2" fmla="*/ 0 w 106809"/>
                  <a:gd name="connsiteY2" fmla="*/ 66276 h 66276"/>
                </a:gdLst>
                <a:ahLst/>
                <a:cxnLst>
                  <a:cxn ang="0">
                    <a:pos x="connsiteX0" y="connsiteY0"/>
                  </a:cxn>
                  <a:cxn ang="0">
                    <a:pos x="connsiteX1" y="connsiteY1"/>
                  </a:cxn>
                  <a:cxn ang="0">
                    <a:pos x="connsiteX2" y="connsiteY2"/>
                  </a:cxn>
                </a:cxnLst>
                <a:rect l="l" t="t" r="r" b="b"/>
                <a:pathLst>
                  <a:path w="106809" h="66276">
                    <a:moveTo>
                      <a:pt x="106810" y="12220"/>
                    </a:moveTo>
                    <a:cubicBezTo>
                      <a:pt x="106810" y="12220"/>
                      <a:pt x="34102" y="-5798"/>
                      <a:pt x="21233" y="1924"/>
                    </a:cubicBezTo>
                    <a:cubicBezTo>
                      <a:pt x="13512" y="6429"/>
                      <a:pt x="2574" y="39892"/>
                      <a:pt x="0" y="66276"/>
                    </a:cubicBezTo>
                  </a:path>
                </a:pathLst>
              </a:custGeom>
              <a:solidFill>
                <a:schemeClr val="bg1"/>
              </a:solidFill>
              <a:ln w="6430" cap="rnd">
                <a:solidFill>
                  <a:schemeClr val="tx2"/>
                </a:solidFill>
                <a:prstDash val="solid"/>
                <a:miter/>
              </a:ln>
            </p:spPr>
            <p:txBody>
              <a:bodyPr rtlCol="0" anchor="ctr"/>
              <a:lstStyle/>
              <a:p>
                <a:endParaRPr lang="pt-BR"/>
              </a:p>
            </p:txBody>
          </p:sp>
          <p:sp>
            <p:nvSpPr>
              <p:cNvPr id="35" name="Freeform: Shape 34">
                <a:extLst>
                  <a:ext uri="{FF2B5EF4-FFF2-40B4-BE49-F238E27FC236}">
                    <a16:creationId xmlns:a16="http://schemas.microsoft.com/office/drawing/2014/main" id="{07243CB6-AF24-52BE-DE3B-5153D95C1010}"/>
                  </a:ext>
                </a:extLst>
              </p:cNvPr>
              <p:cNvSpPr/>
              <p:nvPr/>
            </p:nvSpPr>
            <p:spPr>
              <a:xfrm>
                <a:off x="7544705" y="2307244"/>
                <a:ext cx="83002" cy="297952"/>
              </a:xfrm>
              <a:custGeom>
                <a:avLst/>
                <a:gdLst>
                  <a:gd name="connsiteX0" fmla="*/ 83003 w 83002"/>
                  <a:gd name="connsiteY0" fmla="*/ 0 h 297952"/>
                  <a:gd name="connsiteX1" fmla="*/ 0 w 83002"/>
                  <a:gd name="connsiteY1" fmla="*/ 297952 h 297952"/>
                </a:gdLst>
                <a:ahLst/>
                <a:cxnLst>
                  <a:cxn ang="0">
                    <a:pos x="connsiteX0" y="connsiteY0"/>
                  </a:cxn>
                  <a:cxn ang="0">
                    <a:pos x="connsiteX1" y="connsiteY1"/>
                  </a:cxn>
                </a:cxnLst>
                <a:rect l="l" t="t" r="r" b="b"/>
                <a:pathLst>
                  <a:path w="83002" h="297952">
                    <a:moveTo>
                      <a:pt x="83003" y="0"/>
                    </a:moveTo>
                    <a:cubicBezTo>
                      <a:pt x="83003" y="0"/>
                      <a:pt x="1287" y="229739"/>
                      <a:pt x="0" y="297952"/>
                    </a:cubicBezTo>
                  </a:path>
                </a:pathLst>
              </a:custGeom>
              <a:noFill/>
              <a:ln w="6430" cap="rnd">
                <a:solidFill>
                  <a:schemeClr val="tx2"/>
                </a:solidFill>
                <a:prstDash val="solid"/>
                <a:round/>
              </a:ln>
            </p:spPr>
            <p:txBody>
              <a:bodyPr rtlCol="0" anchor="ctr"/>
              <a:lstStyle/>
              <a:p>
                <a:endParaRPr lang="pt-BR"/>
              </a:p>
            </p:txBody>
          </p:sp>
          <p:sp>
            <p:nvSpPr>
              <p:cNvPr id="36" name="Freeform: Shape 35">
                <a:extLst>
                  <a:ext uri="{FF2B5EF4-FFF2-40B4-BE49-F238E27FC236}">
                    <a16:creationId xmlns:a16="http://schemas.microsoft.com/office/drawing/2014/main" id="{AF0FC259-D452-96D1-4DA7-171F77ABA134}"/>
                  </a:ext>
                </a:extLst>
              </p:cNvPr>
              <p:cNvSpPr/>
              <p:nvPr/>
            </p:nvSpPr>
            <p:spPr>
              <a:xfrm>
                <a:off x="7638955" y="2454382"/>
                <a:ext cx="553687" cy="397929"/>
              </a:xfrm>
              <a:custGeom>
                <a:avLst/>
                <a:gdLst>
                  <a:gd name="connsiteX0" fmla="*/ 553688 w 553687"/>
                  <a:gd name="connsiteY0" fmla="*/ 214524 h 397929"/>
                  <a:gd name="connsiteX1" fmla="*/ 405054 w 553687"/>
                  <a:gd name="connsiteY1" fmla="*/ 169478 h 397929"/>
                  <a:gd name="connsiteX2" fmla="*/ 236475 w 553687"/>
                  <a:gd name="connsiteY2" fmla="*/ 73592 h 397929"/>
                  <a:gd name="connsiteX3" fmla="*/ 110362 w 553687"/>
                  <a:gd name="connsiteY3" fmla="*/ 874 h 397929"/>
                  <a:gd name="connsiteX4" fmla="*/ 208807 w 553687"/>
                  <a:gd name="connsiteY4" fmla="*/ 117352 h 397929"/>
                  <a:gd name="connsiteX5" fmla="*/ 19638 w 553687"/>
                  <a:gd name="connsiteY5" fmla="*/ 8596 h 397929"/>
                  <a:gd name="connsiteX6" fmla="*/ 156689 w 553687"/>
                  <a:gd name="connsiteY6" fmla="*/ 143093 h 397929"/>
                  <a:gd name="connsiteX7" fmla="*/ 978 w 553687"/>
                  <a:gd name="connsiteY7" fmla="*/ 67157 h 397929"/>
                  <a:gd name="connsiteX8" fmla="*/ 130952 w 553687"/>
                  <a:gd name="connsiteY8" fmla="*/ 186209 h 397929"/>
                  <a:gd name="connsiteX9" fmla="*/ 52453 w 553687"/>
                  <a:gd name="connsiteY9" fmla="*/ 179774 h 397929"/>
                  <a:gd name="connsiteX10" fmla="*/ 221033 w 553687"/>
                  <a:gd name="connsiteY10" fmla="*/ 263432 h 397929"/>
                  <a:gd name="connsiteX11" fmla="*/ 331060 w 553687"/>
                  <a:gd name="connsiteY11" fmla="*/ 289173 h 397929"/>
                  <a:gd name="connsiteX12" fmla="*/ 523446 w 553687"/>
                  <a:gd name="connsiteY12" fmla="*/ 397929 h 397929"/>
                  <a:gd name="connsiteX13" fmla="*/ 553688 w 553687"/>
                  <a:gd name="connsiteY13" fmla="*/ 214524 h 397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3687" h="397929">
                    <a:moveTo>
                      <a:pt x="553688" y="214524"/>
                    </a:moveTo>
                    <a:cubicBezTo>
                      <a:pt x="553688" y="214524"/>
                      <a:pt x="436583" y="185566"/>
                      <a:pt x="405054" y="169478"/>
                    </a:cubicBezTo>
                    <a:cubicBezTo>
                      <a:pt x="367092" y="150815"/>
                      <a:pt x="288593" y="108986"/>
                      <a:pt x="236475" y="73592"/>
                    </a:cubicBezTo>
                    <a:cubicBezTo>
                      <a:pt x="184357" y="38198"/>
                      <a:pt x="118083" y="-6849"/>
                      <a:pt x="110362" y="874"/>
                    </a:cubicBezTo>
                    <a:cubicBezTo>
                      <a:pt x="104571" y="6666"/>
                      <a:pt x="208807" y="117352"/>
                      <a:pt x="208807" y="117352"/>
                    </a:cubicBezTo>
                    <a:cubicBezTo>
                      <a:pt x="208807" y="117352"/>
                      <a:pt x="38941" y="1517"/>
                      <a:pt x="19638" y="8596"/>
                    </a:cubicBezTo>
                    <a:cubicBezTo>
                      <a:pt x="978" y="15675"/>
                      <a:pt x="156689" y="143093"/>
                      <a:pt x="156689" y="143093"/>
                    </a:cubicBezTo>
                    <a:cubicBezTo>
                      <a:pt x="156689" y="143093"/>
                      <a:pt x="15134" y="58148"/>
                      <a:pt x="978" y="67157"/>
                    </a:cubicBezTo>
                    <a:cubicBezTo>
                      <a:pt x="-13177" y="76810"/>
                      <a:pt x="130952" y="186209"/>
                      <a:pt x="130952" y="186209"/>
                    </a:cubicBezTo>
                    <a:cubicBezTo>
                      <a:pt x="130952" y="186209"/>
                      <a:pt x="56957" y="165616"/>
                      <a:pt x="52453" y="179774"/>
                    </a:cubicBezTo>
                    <a:cubicBezTo>
                      <a:pt x="47949" y="193931"/>
                      <a:pt x="173419" y="249918"/>
                      <a:pt x="221033" y="263432"/>
                    </a:cubicBezTo>
                    <a:cubicBezTo>
                      <a:pt x="263499" y="275016"/>
                      <a:pt x="279585" y="266650"/>
                      <a:pt x="331060" y="289173"/>
                    </a:cubicBezTo>
                    <a:cubicBezTo>
                      <a:pt x="417923" y="327785"/>
                      <a:pt x="523446" y="397929"/>
                      <a:pt x="523446" y="397929"/>
                    </a:cubicBezTo>
                    <a:lnTo>
                      <a:pt x="553688" y="214524"/>
                    </a:lnTo>
                    <a:close/>
                  </a:path>
                </a:pathLst>
              </a:custGeom>
              <a:solidFill>
                <a:schemeClr val="bg1"/>
              </a:solidFill>
              <a:ln w="6430" cap="flat">
                <a:noFill/>
                <a:prstDash val="solid"/>
                <a:miter/>
              </a:ln>
            </p:spPr>
            <p:txBody>
              <a:bodyPr rtlCol="0" anchor="ctr"/>
              <a:lstStyle/>
              <a:p>
                <a:endParaRPr lang="pt-BR"/>
              </a:p>
            </p:txBody>
          </p:sp>
          <p:sp>
            <p:nvSpPr>
              <p:cNvPr id="37" name="Freeform: Shape 36">
                <a:extLst>
                  <a:ext uri="{FF2B5EF4-FFF2-40B4-BE49-F238E27FC236}">
                    <a16:creationId xmlns:a16="http://schemas.microsoft.com/office/drawing/2014/main" id="{2710EC9E-6361-A948-8302-403130B4EA8F}"/>
                  </a:ext>
                </a:extLst>
              </p:cNvPr>
              <p:cNvSpPr/>
              <p:nvPr/>
            </p:nvSpPr>
            <p:spPr>
              <a:xfrm>
                <a:off x="8124439" y="2053503"/>
                <a:ext cx="564523" cy="968490"/>
              </a:xfrm>
              <a:custGeom>
                <a:avLst/>
                <a:gdLst>
                  <a:gd name="connsiteX0" fmla="*/ 63057 w 564523"/>
                  <a:gd name="connsiteY0" fmla="*/ 4697 h 968490"/>
                  <a:gd name="connsiteX1" fmla="*/ 91368 w 564523"/>
                  <a:gd name="connsiteY1" fmla="*/ 836 h 968490"/>
                  <a:gd name="connsiteX2" fmla="*/ 277963 w 564523"/>
                  <a:gd name="connsiteY2" fmla="*/ 121175 h 968490"/>
                  <a:gd name="connsiteX3" fmla="*/ 533406 w 564523"/>
                  <a:gd name="connsiteY3" fmla="*/ 704853 h 968490"/>
                  <a:gd name="connsiteX4" fmla="*/ 464559 w 564523"/>
                  <a:gd name="connsiteY4" fmla="*/ 967411 h 968490"/>
                  <a:gd name="connsiteX5" fmla="*/ 0 w 564523"/>
                  <a:gd name="connsiteY5" fmla="*/ 800738 h 968490"/>
                  <a:gd name="connsiteX6" fmla="*/ 41180 w 564523"/>
                  <a:gd name="connsiteY6" fmla="*/ 587088 h 968490"/>
                  <a:gd name="connsiteX7" fmla="*/ 213620 w 564523"/>
                  <a:gd name="connsiteY7" fmla="*/ 634065 h 968490"/>
                  <a:gd name="connsiteX8" fmla="*/ 45684 w 564523"/>
                  <a:gd name="connsiteY8" fmla="*/ 352845 h 968490"/>
                  <a:gd name="connsiteX9" fmla="*/ 63057 w 564523"/>
                  <a:gd name="connsiteY9" fmla="*/ 4697 h 968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4523" h="968490">
                    <a:moveTo>
                      <a:pt x="63057" y="4697"/>
                    </a:moveTo>
                    <a:lnTo>
                      <a:pt x="91368" y="836"/>
                    </a:lnTo>
                    <a:cubicBezTo>
                      <a:pt x="91368" y="836"/>
                      <a:pt x="195604" y="-17826"/>
                      <a:pt x="277963" y="121175"/>
                    </a:cubicBezTo>
                    <a:cubicBezTo>
                      <a:pt x="360966" y="260821"/>
                      <a:pt x="533406" y="704853"/>
                      <a:pt x="533406" y="704853"/>
                    </a:cubicBezTo>
                    <a:cubicBezTo>
                      <a:pt x="533406" y="704853"/>
                      <a:pt x="637643" y="950680"/>
                      <a:pt x="464559" y="967411"/>
                    </a:cubicBezTo>
                    <a:cubicBezTo>
                      <a:pt x="292119" y="984143"/>
                      <a:pt x="0" y="800738"/>
                      <a:pt x="0" y="800738"/>
                    </a:cubicBezTo>
                    <a:lnTo>
                      <a:pt x="41180" y="587088"/>
                    </a:lnTo>
                    <a:cubicBezTo>
                      <a:pt x="41180" y="587088"/>
                      <a:pt x="213620" y="641144"/>
                      <a:pt x="213620" y="634065"/>
                    </a:cubicBezTo>
                    <a:cubicBezTo>
                      <a:pt x="213620" y="626987"/>
                      <a:pt x="48257" y="359923"/>
                      <a:pt x="45684" y="352845"/>
                    </a:cubicBezTo>
                    <a:cubicBezTo>
                      <a:pt x="44397" y="345766"/>
                      <a:pt x="63057" y="4697"/>
                      <a:pt x="63057" y="4697"/>
                    </a:cubicBezTo>
                    <a:close/>
                  </a:path>
                </a:pathLst>
              </a:custGeom>
              <a:solidFill>
                <a:schemeClr val="accent1"/>
              </a:solidFill>
              <a:ln w="6430" cap="flat">
                <a:noFill/>
                <a:prstDash val="solid"/>
                <a:miter/>
              </a:ln>
            </p:spPr>
            <p:txBody>
              <a:bodyPr rtlCol="0" anchor="ctr"/>
              <a:lstStyle/>
              <a:p>
                <a:endParaRPr lang="pt-BR"/>
              </a:p>
            </p:txBody>
          </p:sp>
          <p:sp>
            <p:nvSpPr>
              <p:cNvPr id="38" name="Freeform: Shape 37">
                <a:extLst>
                  <a:ext uri="{FF2B5EF4-FFF2-40B4-BE49-F238E27FC236}">
                    <a16:creationId xmlns:a16="http://schemas.microsoft.com/office/drawing/2014/main" id="{AAE3DD48-F239-E463-0005-392162E8A099}"/>
                  </a:ext>
                </a:extLst>
              </p:cNvPr>
              <p:cNvSpPr/>
              <p:nvPr/>
            </p:nvSpPr>
            <p:spPr>
              <a:xfrm>
                <a:off x="8161758" y="2642837"/>
                <a:ext cx="62412" cy="18346"/>
              </a:xfrm>
              <a:custGeom>
                <a:avLst/>
                <a:gdLst>
                  <a:gd name="connsiteX0" fmla="*/ 62413 w 62412"/>
                  <a:gd name="connsiteY0" fmla="*/ 16416 h 18346"/>
                  <a:gd name="connsiteX1" fmla="*/ 13512 w 62412"/>
                  <a:gd name="connsiteY1" fmla="*/ 328 h 18346"/>
                  <a:gd name="connsiteX2" fmla="*/ 2573 w 62412"/>
                  <a:gd name="connsiteY2" fmla="*/ 6763 h 18346"/>
                  <a:gd name="connsiteX3" fmla="*/ 0 w 62412"/>
                  <a:gd name="connsiteY3" fmla="*/ 18347 h 18346"/>
                </a:gdLst>
                <a:ahLst/>
                <a:cxnLst>
                  <a:cxn ang="0">
                    <a:pos x="connsiteX0" y="connsiteY0"/>
                  </a:cxn>
                  <a:cxn ang="0">
                    <a:pos x="connsiteX1" y="connsiteY1"/>
                  </a:cxn>
                  <a:cxn ang="0">
                    <a:pos x="connsiteX2" y="connsiteY2"/>
                  </a:cxn>
                  <a:cxn ang="0">
                    <a:pos x="connsiteX3" y="connsiteY3"/>
                  </a:cxn>
                </a:cxnLst>
                <a:rect l="l" t="t" r="r" b="b"/>
                <a:pathLst>
                  <a:path w="62412" h="18346">
                    <a:moveTo>
                      <a:pt x="62413" y="16416"/>
                    </a:moveTo>
                    <a:lnTo>
                      <a:pt x="13512" y="328"/>
                    </a:lnTo>
                    <a:cubicBezTo>
                      <a:pt x="8365" y="-959"/>
                      <a:pt x="3860" y="1615"/>
                      <a:pt x="2573" y="6763"/>
                    </a:cubicBezTo>
                    <a:lnTo>
                      <a:pt x="0" y="18347"/>
                    </a:lnTo>
                  </a:path>
                </a:pathLst>
              </a:custGeom>
              <a:noFill/>
              <a:ln w="6430" cap="rnd">
                <a:solidFill>
                  <a:schemeClr val="tx2"/>
                </a:solidFill>
                <a:prstDash val="solid"/>
                <a:round/>
              </a:ln>
            </p:spPr>
            <p:txBody>
              <a:bodyPr rtlCol="0" anchor="ctr"/>
              <a:lstStyle/>
              <a:p>
                <a:endParaRPr lang="pt-BR"/>
              </a:p>
            </p:txBody>
          </p:sp>
          <p:sp>
            <p:nvSpPr>
              <p:cNvPr id="39" name="Freeform: Shape 38">
                <a:extLst>
                  <a:ext uri="{FF2B5EF4-FFF2-40B4-BE49-F238E27FC236}">
                    <a16:creationId xmlns:a16="http://schemas.microsoft.com/office/drawing/2014/main" id="{DB5773B5-A47E-8644-170C-DE216CE011C1}"/>
                  </a:ext>
                </a:extLst>
              </p:cNvPr>
              <p:cNvSpPr/>
              <p:nvPr/>
            </p:nvSpPr>
            <p:spPr>
              <a:xfrm>
                <a:off x="8126246" y="2832361"/>
                <a:ext cx="116584" cy="86875"/>
              </a:xfrm>
              <a:custGeom>
                <a:avLst/>
                <a:gdLst>
                  <a:gd name="connsiteX0" fmla="*/ 3341 w 116584"/>
                  <a:gd name="connsiteY0" fmla="*/ 0 h 86875"/>
                  <a:gd name="connsiteX1" fmla="*/ 123 w 116584"/>
                  <a:gd name="connsiteY1" fmla="*/ 16088 h 86875"/>
                  <a:gd name="connsiteX2" fmla="*/ 4627 w 116584"/>
                  <a:gd name="connsiteY2" fmla="*/ 25097 h 86875"/>
                  <a:gd name="connsiteX3" fmla="*/ 116585 w 116584"/>
                  <a:gd name="connsiteY3" fmla="*/ 86876 h 86875"/>
                </a:gdLst>
                <a:ahLst/>
                <a:cxnLst>
                  <a:cxn ang="0">
                    <a:pos x="connsiteX0" y="connsiteY0"/>
                  </a:cxn>
                  <a:cxn ang="0">
                    <a:pos x="connsiteX1" y="connsiteY1"/>
                  </a:cxn>
                  <a:cxn ang="0">
                    <a:pos x="connsiteX2" y="connsiteY2"/>
                  </a:cxn>
                  <a:cxn ang="0">
                    <a:pos x="connsiteX3" y="connsiteY3"/>
                  </a:cxn>
                </a:cxnLst>
                <a:rect l="l" t="t" r="r" b="b"/>
                <a:pathLst>
                  <a:path w="116584" h="86875">
                    <a:moveTo>
                      <a:pt x="3341" y="0"/>
                    </a:moveTo>
                    <a:lnTo>
                      <a:pt x="123" y="16088"/>
                    </a:lnTo>
                    <a:cubicBezTo>
                      <a:pt x="-520" y="19949"/>
                      <a:pt x="1410" y="23167"/>
                      <a:pt x="4627" y="25097"/>
                    </a:cubicBezTo>
                    <a:lnTo>
                      <a:pt x="116585" y="86876"/>
                    </a:lnTo>
                  </a:path>
                </a:pathLst>
              </a:custGeom>
              <a:noFill/>
              <a:ln w="6430" cap="rnd">
                <a:solidFill>
                  <a:schemeClr val="tx2"/>
                </a:solidFill>
                <a:prstDash val="solid"/>
                <a:round/>
              </a:ln>
            </p:spPr>
            <p:txBody>
              <a:bodyPr rtlCol="0" anchor="ctr"/>
              <a:lstStyle/>
              <a:p>
                <a:endParaRPr lang="pt-BR"/>
              </a:p>
            </p:txBody>
          </p:sp>
          <p:sp>
            <p:nvSpPr>
              <p:cNvPr id="40" name="Freeform: Shape 39">
                <a:extLst>
                  <a:ext uri="{FF2B5EF4-FFF2-40B4-BE49-F238E27FC236}">
                    <a16:creationId xmlns:a16="http://schemas.microsoft.com/office/drawing/2014/main" id="{134AAAD7-5A5B-CE55-A647-7F43E6ABE7E5}"/>
                  </a:ext>
                </a:extLst>
              </p:cNvPr>
              <p:cNvSpPr/>
              <p:nvPr/>
            </p:nvSpPr>
            <p:spPr>
              <a:xfrm>
                <a:off x="8338059" y="2688212"/>
                <a:ext cx="157641" cy="52125"/>
              </a:xfrm>
              <a:custGeom>
                <a:avLst/>
                <a:gdLst>
                  <a:gd name="connsiteX0" fmla="*/ 0 w 157641"/>
                  <a:gd name="connsiteY0" fmla="*/ 0 h 52125"/>
                  <a:gd name="connsiteX1" fmla="*/ 157641 w 157641"/>
                  <a:gd name="connsiteY1" fmla="*/ 52126 h 52125"/>
                </a:gdLst>
                <a:ahLst/>
                <a:cxnLst>
                  <a:cxn ang="0">
                    <a:pos x="connsiteX0" y="connsiteY0"/>
                  </a:cxn>
                  <a:cxn ang="0">
                    <a:pos x="connsiteX1" y="connsiteY1"/>
                  </a:cxn>
                </a:cxnLst>
                <a:rect l="l" t="t" r="r" b="b"/>
                <a:pathLst>
                  <a:path w="157641" h="52125">
                    <a:moveTo>
                      <a:pt x="0" y="0"/>
                    </a:moveTo>
                    <a:lnTo>
                      <a:pt x="157641" y="52126"/>
                    </a:lnTo>
                  </a:path>
                </a:pathLst>
              </a:custGeom>
              <a:ln w="6430" cap="rnd">
                <a:solidFill>
                  <a:schemeClr val="tx2"/>
                </a:solidFill>
                <a:prstDash val="solid"/>
                <a:round/>
              </a:ln>
            </p:spPr>
            <p:txBody>
              <a:bodyPr rtlCol="0" anchor="ctr"/>
              <a:lstStyle/>
              <a:p>
                <a:endParaRPr lang="pt-BR"/>
              </a:p>
            </p:txBody>
          </p:sp>
          <p:sp>
            <p:nvSpPr>
              <p:cNvPr id="41" name="Freeform: Shape 40">
                <a:extLst>
                  <a:ext uri="{FF2B5EF4-FFF2-40B4-BE49-F238E27FC236}">
                    <a16:creationId xmlns:a16="http://schemas.microsoft.com/office/drawing/2014/main" id="{5E9FC698-6D21-0C94-5EBF-668DDE4D9336}"/>
                  </a:ext>
                </a:extLst>
              </p:cNvPr>
              <p:cNvSpPr/>
              <p:nvPr/>
            </p:nvSpPr>
            <p:spPr>
              <a:xfrm>
                <a:off x="6777420" y="2190766"/>
                <a:ext cx="57578" cy="124843"/>
              </a:xfrm>
              <a:custGeom>
                <a:avLst/>
                <a:gdLst>
                  <a:gd name="connsiteX0" fmla="*/ 2243 w 57578"/>
                  <a:gd name="connsiteY0" fmla="*/ 0 h 124843"/>
                  <a:gd name="connsiteX1" fmla="*/ 57579 w 57578"/>
                  <a:gd name="connsiteY1" fmla="*/ 124844 h 124843"/>
                </a:gdLst>
                <a:ahLst/>
                <a:cxnLst>
                  <a:cxn ang="0">
                    <a:pos x="connsiteX0" y="connsiteY0"/>
                  </a:cxn>
                  <a:cxn ang="0">
                    <a:pos x="connsiteX1" y="connsiteY1"/>
                  </a:cxn>
                </a:cxnLst>
                <a:rect l="l" t="t" r="r" b="b"/>
                <a:pathLst>
                  <a:path w="57578" h="124843">
                    <a:moveTo>
                      <a:pt x="2243" y="0"/>
                    </a:moveTo>
                    <a:cubicBezTo>
                      <a:pt x="2243" y="0"/>
                      <a:pt x="-17060" y="90737"/>
                      <a:pt x="57579" y="124844"/>
                    </a:cubicBezTo>
                  </a:path>
                </a:pathLst>
              </a:custGeom>
              <a:noFill/>
              <a:ln w="6430" cap="rnd">
                <a:solidFill>
                  <a:schemeClr val="tx2"/>
                </a:solidFill>
                <a:prstDash val="solid"/>
                <a:round/>
              </a:ln>
            </p:spPr>
            <p:txBody>
              <a:bodyPr rtlCol="0" anchor="ctr"/>
              <a:lstStyle/>
              <a:p>
                <a:endParaRPr lang="pt-BR"/>
              </a:p>
            </p:txBody>
          </p:sp>
        </p:grpSp>
        <p:grpSp>
          <p:nvGrpSpPr>
            <p:cNvPr id="43" name="Graphic 48">
              <a:extLst>
                <a:ext uri="{FF2B5EF4-FFF2-40B4-BE49-F238E27FC236}">
                  <a16:creationId xmlns:a16="http://schemas.microsoft.com/office/drawing/2014/main" id="{EB9E7F0A-2032-367F-1A14-DC923DA38F43}"/>
                </a:ext>
              </a:extLst>
            </p:cNvPr>
            <p:cNvGrpSpPr/>
            <p:nvPr/>
          </p:nvGrpSpPr>
          <p:grpSpPr>
            <a:xfrm>
              <a:off x="5333869" y="2036964"/>
              <a:ext cx="1288796" cy="1427862"/>
              <a:chOff x="5333869" y="2036964"/>
              <a:chExt cx="1288796" cy="1427862"/>
            </a:xfrm>
          </p:grpSpPr>
          <p:sp>
            <p:nvSpPr>
              <p:cNvPr id="44" name="Freeform: Shape 43">
                <a:extLst>
                  <a:ext uri="{FF2B5EF4-FFF2-40B4-BE49-F238E27FC236}">
                    <a16:creationId xmlns:a16="http://schemas.microsoft.com/office/drawing/2014/main" id="{BC2BE368-1F18-2CFD-E9A9-428322C84C5D}"/>
                  </a:ext>
                </a:extLst>
              </p:cNvPr>
              <p:cNvSpPr/>
              <p:nvPr/>
            </p:nvSpPr>
            <p:spPr>
              <a:xfrm rot="-2554830">
                <a:off x="5885673" y="3314211"/>
                <a:ext cx="124821" cy="124839"/>
              </a:xfrm>
              <a:custGeom>
                <a:avLst/>
                <a:gdLst>
                  <a:gd name="connsiteX0" fmla="*/ 124821 w 124821"/>
                  <a:gd name="connsiteY0" fmla="*/ 62420 h 124839"/>
                  <a:gd name="connsiteX1" fmla="*/ 62411 w 124821"/>
                  <a:gd name="connsiteY1" fmla="*/ 124839 h 124839"/>
                  <a:gd name="connsiteX2" fmla="*/ 0 w 124821"/>
                  <a:gd name="connsiteY2" fmla="*/ 62420 h 124839"/>
                  <a:gd name="connsiteX3" fmla="*/ 62411 w 124821"/>
                  <a:gd name="connsiteY3" fmla="*/ 0 h 124839"/>
                  <a:gd name="connsiteX4" fmla="*/ 124821 w 124821"/>
                  <a:gd name="connsiteY4" fmla="*/ 62420 h 124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1" h="124839">
                    <a:moveTo>
                      <a:pt x="124821" y="62420"/>
                    </a:moveTo>
                    <a:cubicBezTo>
                      <a:pt x="124821" y="96893"/>
                      <a:pt x="96879" y="124839"/>
                      <a:pt x="62411" y="124839"/>
                    </a:cubicBezTo>
                    <a:cubicBezTo>
                      <a:pt x="27942" y="124839"/>
                      <a:pt x="0" y="96893"/>
                      <a:pt x="0" y="62420"/>
                    </a:cubicBezTo>
                    <a:cubicBezTo>
                      <a:pt x="0" y="27946"/>
                      <a:pt x="27942" y="0"/>
                      <a:pt x="62411" y="0"/>
                    </a:cubicBezTo>
                    <a:cubicBezTo>
                      <a:pt x="96879" y="0"/>
                      <a:pt x="124821" y="27946"/>
                      <a:pt x="124821" y="62420"/>
                    </a:cubicBezTo>
                    <a:close/>
                  </a:path>
                </a:pathLst>
              </a:custGeom>
              <a:solidFill>
                <a:schemeClr val="tx2"/>
              </a:solidFill>
              <a:ln w="6430" cap="flat">
                <a:noFill/>
                <a:prstDash val="solid"/>
                <a:miter/>
              </a:ln>
            </p:spPr>
            <p:txBody>
              <a:bodyPr rtlCol="0" anchor="ctr"/>
              <a:lstStyle/>
              <a:p>
                <a:endParaRPr lang="pt-BR">
                  <a:solidFill>
                    <a:schemeClr val="tx2"/>
                  </a:solidFill>
                </a:endParaRPr>
              </a:p>
            </p:txBody>
          </p:sp>
          <p:sp>
            <p:nvSpPr>
              <p:cNvPr id="45" name="Freeform: Shape 44">
                <a:extLst>
                  <a:ext uri="{FF2B5EF4-FFF2-40B4-BE49-F238E27FC236}">
                    <a16:creationId xmlns:a16="http://schemas.microsoft.com/office/drawing/2014/main" id="{429D2F3A-26B9-2475-7585-451EB55C8BDE}"/>
                  </a:ext>
                </a:extLst>
              </p:cNvPr>
              <p:cNvSpPr/>
              <p:nvPr/>
            </p:nvSpPr>
            <p:spPr>
              <a:xfrm>
                <a:off x="5675178" y="2338864"/>
                <a:ext cx="610074" cy="850672"/>
              </a:xfrm>
              <a:custGeom>
                <a:avLst/>
                <a:gdLst>
                  <a:gd name="connsiteX0" fmla="*/ 609685 w 610074"/>
                  <a:gd name="connsiteY0" fmla="*/ 289499 h 850672"/>
                  <a:gd name="connsiteX1" fmla="*/ 318853 w 610074"/>
                  <a:gd name="connsiteY1" fmla="*/ 556 h 850672"/>
                  <a:gd name="connsiteX2" fmla="*/ 353 w 610074"/>
                  <a:gd name="connsiteY2" fmla="*/ 259254 h 850672"/>
                  <a:gd name="connsiteX3" fmla="*/ 89790 w 610074"/>
                  <a:gd name="connsiteY3" fmla="*/ 592600 h 850672"/>
                  <a:gd name="connsiteX4" fmla="*/ 123892 w 610074"/>
                  <a:gd name="connsiteY4" fmla="*/ 835209 h 850672"/>
                  <a:gd name="connsiteX5" fmla="*/ 428236 w 610074"/>
                  <a:gd name="connsiteY5" fmla="*/ 850654 h 850672"/>
                  <a:gd name="connsiteX6" fmla="*/ 490649 w 610074"/>
                  <a:gd name="connsiteY6" fmla="*/ 623489 h 850672"/>
                  <a:gd name="connsiteX7" fmla="*/ 609685 w 610074"/>
                  <a:gd name="connsiteY7" fmla="*/ 289499 h 850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0074" h="850672">
                    <a:moveTo>
                      <a:pt x="609685" y="289499"/>
                    </a:moveTo>
                    <a:cubicBezTo>
                      <a:pt x="617406" y="138271"/>
                      <a:pt x="509952" y="10209"/>
                      <a:pt x="318853" y="556"/>
                    </a:cubicBezTo>
                    <a:cubicBezTo>
                      <a:pt x="127753" y="-9096"/>
                      <a:pt x="8074" y="108025"/>
                      <a:pt x="353" y="259254"/>
                    </a:cubicBezTo>
                    <a:cubicBezTo>
                      <a:pt x="-5438" y="376375"/>
                      <a:pt x="61479" y="470974"/>
                      <a:pt x="89790" y="592600"/>
                    </a:cubicBezTo>
                    <a:cubicBezTo>
                      <a:pt x="123892" y="738680"/>
                      <a:pt x="123892" y="835209"/>
                      <a:pt x="123892" y="835209"/>
                    </a:cubicBezTo>
                    <a:cubicBezTo>
                      <a:pt x="124536" y="835209"/>
                      <a:pt x="428880" y="851297"/>
                      <a:pt x="428236" y="850654"/>
                    </a:cubicBezTo>
                    <a:cubicBezTo>
                      <a:pt x="428236" y="850654"/>
                      <a:pt x="442392" y="749620"/>
                      <a:pt x="490649" y="623489"/>
                    </a:cubicBezTo>
                    <a:cubicBezTo>
                      <a:pt x="530542" y="521812"/>
                      <a:pt x="603894" y="406621"/>
                      <a:pt x="609685" y="289499"/>
                    </a:cubicBezTo>
                    <a:close/>
                  </a:path>
                </a:pathLst>
              </a:custGeom>
              <a:solidFill>
                <a:schemeClr val="accent1">
                  <a:lumMod val="40000"/>
                  <a:lumOff val="60000"/>
                </a:schemeClr>
              </a:solidFill>
              <a:ln w="6430" cap="flat">
                <a:noFill/>
                <a:prstDash val="solid"/>
                <a:miter/>
              </a:ln>
            </p:spPr>
            <p:txBody>
              <a:bodyPr rtlCol="0" anchor="ctr"/>
              <a:lstStyle/>
              <a:p>
                <a:endParaRPr lang="pt-BR"/>
              </a:p>
            </p:txBody>
          </p:sp>
          <p:sp>
            <p:nvSpPr>
              <p:cNvPr id="46" name="Freeform: Shape 45">
                <a:extLst>
                  <a:ext uri="{FF2B5EF4-FFF2-40B4-BE49-F238E27FC236}">
                    <a16:creationId xmlns:a16="http://schemas.microsoft.com/office/drawing/2014/main" id="{778D1C0A-636A-DEBA-B48A-834D66A5B3AC}"/>
                  </a:ext>
                </a:extLst>
              </p:cNvPr>
              <p:cNvSpPr/>
              <p:nvPr/>
            </p:nvSpPr>
            <p:spPr>
              <a:xfrm>
                <a:off x="5870492" y="2660155"/>
                <a:ext cx="234853" cy="526145"/>
              </a:xfrm>
              <a:custGeom>
                <a:avLst/>
                <a:gdLst>
                  <a:gd name="connsiteX0" fmla="*/ 48901 w 234853"/>
                  <a:gd name="connsiteY0" fmla="*/ 519710 h 526145"/>
                  <a:gd name="connsiteX1" fmla="*/ 0 w 234853"/>
                  <a:gd name="connsiteY1" fmla="*/ 124585 h 526145"/>
                  <a:gd name="connsiteX2" fmla="*/ 64987 w 234853"/>
                  <a:gd name="connsiteY2" fmla="*/ 145822 h 526145"/>
                  <a:gd name="connsiteX3" fmla="*/ 139625 w 234853"/>
                  <a:gd name="connsiteY3" fmla="*/ 2315 h 526145"/>
                  <a:gd name="connsiteX4" fmla="*/ 126113 w 234853"/>
                  <a:gd name="connsiteY4" fmla="*/ 61520 h 526145"/>
                  <a:gd name="connsiteX5" fmla="*/ 234853 w 234853"/>
                  <a:gd name="connsiteY5" fmla="*/ 75034 h 526145"/>
                  <a:gd name="connsiteX6" fmla="*/ 122252 w 234853"/>
                  <a:gd name="connsiteY6" fmla="*/ 526145 h 526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853" h="526145">
                    <a:moveTo>
                      <a:pt x="48901" y="519710"/>
                    </a:moveTo>
                    <a:lnTo>
                      <a:pt x="0" y="124585"/>
                    </a:lnTo>
                    <a:cubicBezTo>
                      <a:pt x="0" y="124585"/>
                      <a:pt x="30241" y="159979"/>
                      <a:pt x="64987" y="145822"/>
                    </a:cubicBezTo>
                    <a:cubicBezTo>
                      <a:pt x="120965" y="123298"/>
                      <a:pt x="151207" y="15186"/>
                      <a:pt x="139625" y="2315"/>
                    </a:cubicBezTo>
                    <a:cubicBezTo>
                      <a:pt x="128687" y="-9912"/>
                      <a:pt x="103593" y="28700"/>
                      <a:pt x="126113" y="61520"/>
                    </a:cubicBezTo>
                    <a:cubicBezTo>
                      <a:pt x="171797" y="128446"/>
                      <a:pt x="234853" y="75034"/>
                      <a:pt x="234853" y="75034"/>
                    </a:cubicBezTo>
                    <a:lnTo>
                      <a:pt x="122252" y="526145"/>
                    </a:lnTo>
                  </a:path>
                </a:pathLst>
              </a:custGeom>
              <a:noFill/>
              <a:ln w="19289" cap="rnd">
                <a:solidFill>
                  <a:schemeClr val="tx2"/>
                </a:solidFill>
                <a:prstDash val="solid"/>
                <a:round/>
              </a:ln>
            </p:spPr>
            <p:txBody>
              <a:bodyPr rtlCol="0" anchor="ctr"/>
              <a:lstStyle/>
              <a:p>
                <a:endParaRPr lang="pt-BR"/>
              </a:p>
            </p:txBody>
          </p:sp>
          <p:sp>
            <p:nvSpPr>
              <p:cNvPr id="47" name="Freeform: Shape 46">
                <a:extLst>
                  <a:ext uri="{FF2B5EF4-FFF2-40B4-BE49-F238E27FC236}">
                    <a16:creationId xmlns:a16="http://schemas.microsoft.com/office/drawing/2014/main" id="{1AB7160A-EB47-1FE1-2CAA-37AF86C066A4}"/>
                  </a:ext>
                </a:extLst>
              </p:cNvPr>
              <p:cNvSpPr/>
              <p:nvPr/>
            </p:nvSpPr>
            <p:spPr>
              <a:xfrm>
                <a:off x="5333869" y="2584604"/>
                <a:ext cx="210402" cy="10939"/>
              </a:xfrm>
              <a:custGeom>
                <a:avLst/>
                <a:gdLst>
                  <a:gd name="connsiteX0" fmla="*/ 0 w 210402"/>
                  <a:gd name="connsiteY0" fmla="*/ 0 h 10939"/>
                  <a:gd name="connsiteX1" fmla="*/ 210403 w 210402"/>
                  <a:gd name="connsiteY1" fmla="*/ 10940 h 10939"/>
                </a:gdLst>
                <a:ahLst/>
                <a:cxnLst>
                  <a:cxn ang="0">
                    <a:pos x="connsiteX0" y="connsiteY0"/>
                  </a:cxn>
                  <a:cxn ang="0">
                    <a:pos x="connsiteX1" y="connsiteY1"/>
                  </a:cxn>
                </a:cxnLst>
                <a:rect l="l" t="t" r="r" b="b"/>
                <a:pathLst>
                  <a:path w="210402" h="10939">
                    <a:moveTo>
                      <a:pt x="0" y="0"/>
                    </a:moveTo>
                    <a:lnTo>
                      <a:pt x="210403" y="10940"/>
                    </a:lnTo>
                  </a:path>
                </a:pathLst>
              </a:custGeom>
              <a:solidFill>
                <a:schemeClr val="accent1">
                  <a:lumMod val="40000"/>
                  <a:lumOff val="60000"/>
                </a:schemeClr>
              </a:solidFill>
              <a:ln w="32149" cap="rnd">
                <a:solidFill>
                  <a:schemeClr val="accent1">
                    <a:lumMod val="40000"/>
                    <a:lumOff val="60000"/>
                  </a:schemeClr>
                </a:solidFill>
                <a:prstDash val="solid"/>
                <a:round/>
              </a:ln>
            </p:spPr>
            <p:txBody>
              <a:bodyPr rtlCol="0" anchor="ctr"/>
              <a:lstStyle/>
              <a:p>
                <a:endParaRPr lang="pt-BR"/>
              </a:p>
            </p:txBody>
          </p:sp>
          <p:sp>
            <p:nvSpPr>
              <p:cNvPr id="48" name="Freeform: Shape 47">
                <a:extLst>
                  <a:ext uri="{FF2B5EF4-FFF2-40B4-BE49-F238E27FC236}">
                    <a16:creationId xmlns:a16="http://schemas.microsoft.com/office/drawing/2014/main" id="{68C1285C-B9EC-C82D-3C5E-2EC4A47C2EB1}"/>
                  </a:ext>
                </a:extLst>
              </p:cNvPr>
              <p:cNvSpPr/>
              <p:nvPr/>
            </p:nvSpPr>
            <p:spPr>
              <a:xfrm>
                <a:off x="6412263" y="2638660"/>
                <a:ext cx="210402" cy="10939"/>
              </a:xfrm>
              <a:custGeom>
                <a:avLst/>
                <a:gdLst>
                  <a:gd name="connsiteX0" fmla="*/ 0 w 210402"/>
                  <a:gd name="connsiteY0" fmla="*/ 0 h 10939"/>
                  <a:gd name="connsiteX1" fmla="*/ 210403 w 210402"/>
                  <a:gd name="connsiteY1" fmla="*/ 10940 h 10939"/>
                </a:gdLst>
                <a:ahLst/>
                <a:cxnLst>
                  <a:cxn ang="0">
                    <a:pos x="connsiteX0" y="connsiteY0"/>
                  </a:cxn>
                  <a:cxn ang="0">
                    <a:pos x="connsiteX1" y="connsiteY1"/>
                  </a:cxn>
                </a:cxnLst>
                <a:rect l="l" t="t" r="r" b="b"/>
                <a:pathLst>
                  <a:path w="210402" h="10939">
                    <a:moveTo>
                      <a:pt x="0" y="0"/>
                    </a:moveTo>
                    <a:lnTo>
                      <a:pt x="210403" y="10940"/>
                    </a:lnTo>
                  </a:path>
                </a:pathLst>
              </a:custGeom>
              <a:solidFill>
                <a:schemeClr val="accent1">
                  <a:lumMod val="40000"/>
                  <a:lumOff val="60000"/>
                </a:schemeClr>
              </a:solidFill>
              <a:ln w="32149" cap="rnd">
                <a:solidFill>
                  <a:schemeClr val="accent1">
                    <a:lumMod val="40000"/>
                    <a:lumOff val="60000"/>
                  </a:schemeClr>
                </a:solidFill>
                <a:prstDash val="solid"/>
                <a:round/>
              </a:ln>
            </p:spPr>
            <p:txBody>
              <a:bodyPr rtlCol="0" anchor="ctr"/>
              <a:lstStyle/>
              <a:p>
                <a:endParaRPr lang="pt-BR"/>
              </a:p>
            </p:txBody>
          </p:sp>
          <p:sp>
            <p:nvSpPr>
              <p:cNvPr id="50" name="Freeform: Shape 49">
                <a:extLst>
                  <a:ext uri="{FF2B5EF4-FFF2-40B4-BE49-F238E27FC236}">
                    <a16:creationId xmlns:a16="http://schemas.microsoft.com/office/drawing/2014/main" id="{8C9CFCB7-D964-E5AD-9434-0AA7C0CC8F1F}"/>
                  </a:ext>
                </a:extLst>
              </p:cNvPr>
              <p:cNvSpPr/>
              <p:nvPr/>
            </p:nvSpPr>
            <p:spPr>
              <a:xfrm>
                <a:off x="5499874" y="2908941"/>
                <a:ext cx="155710" cy="140932"/>
              </a:xfrm>
              <a:custGeom>
                <a:avLst/>
                <a:gdLst>
                  <a:gd name="connsiteX0" fmla="*/ 0 w 155710"/>
                  <a:gd name="connsiteY0" fmla="*/ 140932 h 140932"/>
                  <a:gd name="connsiteX1" fmla="*/ 155711 w 155710"/>
                  <a:gd name="connsiteY1" fmla="*/ 0 h 140932"/>
                </a:gdLst>
                <a:ahLst/>
                <a:cxnLst>
                  <a:cxn ang="0">
                    <a:pos x="connsiteX0" y="connsiteY0"/>
                  </a:cxn>
                  <a:cxn ang="0">
                    <a:pos x="connsiteX1" y="connsiteY1"/>
                  </a:cxn>
                </a:cxnLst>
                <a:rect l="l" t="t" r="r" b="b"/>
                <a:pathLst>
                  <a:path w="155710" h="140932">
                    <a:moveTo>
                      <a:pt x="0" y="140932"/>
                    </a:moveTo>
                    <a:lnTo>
                      <a:pt x="155711" y="0"/>
                    </a:lnTo>
                  </a:path>
                </a:pathLst>
              </a:custGeom>
              <a:solidFill>
                <a:schemeClr val="accent1">
                  <a:lumMod val="40000"/>
                  <a:lumOff val="60000"/>
                </a:schemeClr>
              </a:solidFill>
              <a:ln w="32149" cap="rnd">
                <a:solidFill>
                  <a:schemeClr val="accent1">
                    <a:lumMod val="40000"/>
                    <a:lumOff val="60000"/>
                  </a:schemeClr>
                </a:solidFill>
                <a:prstDash val="solid"/>
                <a:round/>
              </a:ln>
            </p:spPr>
            <p:txBody>
              <a:bodyPr rtlCol="0" anchor="ctr"/>
              <a:lstStyle/>
              <a:p>
                <a:endParaRPr lang="pt-BR"/>
              </a:p>
            </p:txBody>
          </p:sp>
          <p:sp>
            <p:nvSpPr>
              <p:cNvPr id="51" name="Freeform: Shape 50">
                <a:extLst>
                  <a:ext uri="{FF2B5EF4-FFF2-40B4-BE49-F238E27FC236}">
                    <a16:creationId xmlns:a16="http://schemas.microsoft.com/office/drawing/2014/main" id="{F85D3199-045C-7C47-F589-649794F8A9D8}"/>
                  </a:ext>
                </a:extLst>
              </p:cNvPr>
              <p:cNvSpPr/>
              <p:nvPr/>
            </p:nvSpPr>
            <p:spPr>
              <a:xfrm>
                <a:off x="6300305" y="2184331"/>
                <a:ext cx="156354" cy="140932"/>
              </a:xfrm>
              <a:custGeom>
                <a:avLst/>
                <a:gdLst>
                  <a:gd name="connsiteX0" fmla="*/ 0 w 156354"/>
                  <a:gd name="connsiteY0" fmla="*/ 140932 h 140932"/>
                  <a:gd name="connsiteX1" fmla="*/ 156354 w 156354"/>
                  <a:gd name="connsiteY1" fmla="*/ 0 h 140932"/>
                </a:gdLst>
                <a:ahLst/>
                <a:cxnLst>
                  <a:cxn ang="0">
                    <a:pos x="connsiteX0" y="connsiteY0"/>
                  </a:cxn>
                  <a:cxn ang="0">
                    <a:pos x="connsiteX1" y="connsiteY1"/>
                  </a:cxn>
                </a:cxnLst>
                <a:rect l="l" t="t" r="r" b="b"/>
                <a:pathLst>
                  <a:path w="156354" h="140932">
                    <a:moveTo>
                      <a:pt x="0" y="140932"/>
                    </a:moveTo>
                    <a:lnTo>
                      <a:pt x="156354" y="0"/>
                    </a:lnTo>
                  </a:path>
                </a:pathLst>
              </a:custGeom>
              <a:solidFill>
                <a:schemeClr val="accent1">
                  <a:lumMod val="40000"/>
                  <a:lumOff val="60000"/>
                </a:schemeClr>
              </a:solidFill>
              <a:ln w="32149" cap="rnd">
                <a:solidFill>
                  <a:schemeClr val="accent1">
                    <a:lumMod val="40000"/>
                    <a:lumOff val="60000"/>
                  </a:schemeClr>
                </a:solidFill>
                <a:prstDash val="solid"/>
                <a:round/>
              </a:ln>
            </p:spPr>
            <p:txBody>
              <a:bodyPr rtlCol="0" anchor="ctr"/>
              <a:lstStyle/>
              <a:p>
                <a:endParaRPr lang="pt-BR"/>
              </a:p>
            </p:txBody>
          </p:sp>
          <p:sp>
            <p:nvSpPr>
              <p:cNvPr id="52" name="Freeform: Shape 51">
                <a:extLst>
                  <a:ext uri="{FF2B5EF4-FFF2-40B4-BE49-F238E27FC236}">
                    <a16:creationId xmlns:a16="http://schemas.microsoft.com/office/drawing/2014/main" id="{021920A0-B553-B0D6-EFA5-7509B503788F}"/>
                  </a:ext>
                </a:extLst>
              </p:cNvPr>
              <p:cNvSpPr/>
              <p:nvPr/>
            </p:nvSpPr>
            <p:spPr>
              <a:xfrm>
                <a:off x="6270064" y="2939830"/>
                <a:ext cx="140911" cy="155733"/>
              </a:xfrm>
              <a:custGeom>
                <a:avLst/>
                <a:gdLst>
                  <a:gd name="connsiteX0" fmla="*/ 140912 w 140911"/>
                  <a:gd name="connsiteY0" fmla="*/ 155733 h 155733"/>
                  <a:gd name="connsiteX1" fmla="*/ 0 w 140911"/>
                  <a:gd name="connsiteY1" fmla="*/ 0 h 155733"/>
                </a:gdLst>
                <a:ahLst/>
                <a:cxnLst>
                  <a:cxn ang="0">
                    <a:pos x="connsiteX0" y="connsiteY0"/>
                  </a:cxn>
                  <a:cxn ang="0">
                    <a:pos x="connsiteX1" y="connsiteY1"/>
                  </a:cxn>
                </a:cxnLst>
                <a:rect l="l" t="t" r="r" b="b"/>
                <a:pathLst>
                  <a:path w="140911" h="155733">
                    <a:moveTo>
                      <a:pt x="140912" y="155733"/>
                    </a:moveTo>
                    <a:lnTo>
                      <a:pt x="0" y="0"/>
                    </a:lnTo>
                  </a:path>
                </a:pathLst>
              </a:custGeom>
              <a:solidFill>
                <a:schemeClr val="accent1">
                  <a:lumMod val="40000"/>
                  <a:lumOff val="60000"/>
                </a:schemeClr>
              </a:solidFill>
              <a:ln w="32149" cap="rnd">
                <a:solidFill>
                  <a:schemeClr val="accent1">
                    <a:lumMod val="40000"/>
                    <a:lumOff val="60000"/>
                  </a:schemeClr>
                </a:solidFill>
                <a:prstDash val="solid"/>
                <a:round/>
              </a:ln>
            </p:spPr>
            <p:txBody>
              <a:bodyPr rtlCol="0" anchor="ctr"/>
              <a:lstStyle/>
              <a:p>
                <a:endParaRPr lang="pt-BR"/>
              </a:p>
            </p:txBody>
          </p:sp>
          <p:sp>
            <p:nvSpPr>
              <p:cNvPr id="53" name="Freeform: Shape 52">
                <a:extLst>
                  <a:ext uri="{FF2B5EF4-FFF2-40B4-BE49-F238E27FC236}">
                    <a16:creationId xmlns:a16="http://schemas.microsoft.com/office/drawing/2014/main" id="{552DC8DB-4D23-F92E-0F62-6C7621B2C400}"/>
                  </a:ext>
                </a:extLst>
              </p:cNvPr>
              <p:cNvSpPr/>
              <p:nvPr/>
            </p:nvSpPr>
            <p:spPr>
              <a:xfrm>
                <a:off x="5545558" y="2138641"/>
                <a:ext cx="140911" cy="155733"/>
              </a:xfrm>
              <a:custGeom>
                <a:avLst/>
                <a:gdLst>
                  <a:gd name="connsiteX0" fmla="*/ 140912 w 140911"/>
                  <a:gd name="connsiteY0" fmla="*/ 155733 h 155733"/>
                  <a:gd name="connsiteX1" fmla="*/ 0 w 140911"/>
                  <a:gd name="connsiteY1" fmla="*/ 0 h 155733"/>
                </a:gdLst>
                <a:ahLst/>
                <a:cxnLst>
                  <a:cxn ang="0">
                    <a:pos x="connsiteX0" y="connsiteY0"/>
                  </a:cxn>
                  <a:cxn ang="0">
                    <a:pos x="connsiteX1" y="connsiteY1"/>
                  </a:cxn>
                </a:cxnLst>
                <a:rect l="l" t="t" r="r" b="b"/>
                <a:pathLst>
                  <a:path w="140911" h="155733">
                    <a:moveTo>
                      <a:pt x="140912" y="155733"/>
                    </a:moveTo>
                    <a:lnTo>
                      <a:pt x="0" y="0"/>
                    </a:lnTo>
                  </a:path>
                </a:pathLst>
              </a:custGeom>
              <a:solidFill>
                <a:schemeClr val="accent1">
                  <a:lumMod val="40000"/>
                  <a:lumOff val="60000"/>
                </a:schemeClr>
              </a:solidFill>
              <a:ln w="32149" cap="rnd">
                <a:solidFill>
                  <a:schemeClr val="accent1">
                    <a:lumMod val="40000"/>
                    <a:lumOff val="60000"/>
                  </a:schemeClr>
                </a:solidFill>
                <a:prstDash val="solid"/>
                <a:round/>
              </a:ln>
            </p:spPr>
            <p:txBody>
              <a:bodyPr rtlCol="0" anchor="ctr"/>
              <a:lstStyle/>
              <a:p>
                <a:endParaRPr lang="pt-BR"/>
              </a:p>
            </p:txBody>
          </p:sp>
          <p:sp>
            <p:nvSpPr>
              <p:cNvPr id="54" name="Freeform: Shape 53">
                <a:extLst>
                  <a:ext uri="{FF2B5EF4-FFF2-40B4-BE49-F238E27FC236}">
                    <a16:creationId xmlns:a16="http://schemas.microsoft.com/office/drawing/2014/main" id="{6C7E4C56-7B80-2AB7-707D-799EDA8B955E}"/>
                  </a:ext>
                </a:extLst>
              </p:cNvPr>
              <p:cNvSpPr/>
              <p:nvPr/>
            </p:nvSpPr>
            <p:spPr>
              <a:xfrm>
                <a:off x="5996605" y="2036964"/>
                <a:ext cx="10938" cy="210432"/>
              </a:xfrm>
              <a:custGeom>
                <a:avLst/>
                <a:gdLst>
                  <a:gd name="connsiteX0" fmla="*/ 0 w 10938"/>
                  <a:gd name="connsiteY0" fmla="*/ 210433 h 210432"/>
                  <a:gd name="connsiteX1" fmla="*/ 10938 w 10938"/>
                  <a:gd name="connsiteY1" fmla="*/ 0 h 210432"/>
                </a:gdLst>
                <a:ahLst/>
                <a:cxnLst>
                  <a:cxn ang="0">
                    <a:pos x="connsiteX0" y="connsiteY0"/>
                  </a:cxn>
                  <a:cxn ang="0">
                    <a:pos x="connsiteX1" y="connsiteY1"/>
                  </a:cxn>
                </a:cxnLst>
                <a:rect l="l" t="t" r="r" b="b"/>
                <a:pathLst>
                  <a:path w="10938" h="210432">
                    <a:moveTo>
                      <a:pt x="0" y="210433"/>
                    </a:moveTo>
                    <a:lnTo>
                      <a:pt x="10938" y="0"/>
                    </a:lnTo>
                  </a:path>
                </a:pathLst>
              </a:custGeom>
              <a:solidFill>
                <a:schemeClr val="accent1">
                  <a:lumMod val="40000"/>
                  <a:lumOff val="60000"/>
                </a:schemeClr>
              </a:solidFill>
              <a:ln w="32149" cap="rnd">
                <a:solidFill>
                  <a:schemeClr val="accent1">
                    <a:lumMod val="40000"/>
                    <a:lumOff val="60000"/>
                  </a:schemeClr>
                </a:solidFill>
                <a:prstDash val="solid"/>
                <a:round/>
              </a:ln>
            </p:spPr>
            <p:txBody>
              <a:bodyPr rtlCol="0" anchor="ctr"/>
              <a:lstStyle/>
              <a:p>
                <a:endParaRPr lang="pt-BR"/>
              </a:p>
            </p:txBody>
          </p:sp>
          <p:sp>
            <p:nvSpPr>
              <p:cNvPr id="55" name="Freeform: Shape 54">
                <a:extLst>
                  <a:ext uri="{FF2B5EF4-FFF2-40B4-BE49-F238E27FC236}">
                    <a16:creationId xmlns:a16="http://schemas.microsoft.com/office/drawing/2014/main" id="{96AD9FD7-A1DA-D5DE-51D6-7EC6C0902FE8}"/>
                  </a:ext>
                </a:extLst>
              </p:cNvPr>
              <p:cNvSpPr/>
              <p:nvPr/>
            </p:nvSpPr>
            <p:spPr>
              <a:xfrm>
                <a:off x="5956712" y="2726180"/>
                <a:ext cx="46327" cy="459477"/>
              </a:xfrm>
              <a:custGeom>
                <a:avLst/>
                <a:gdLst>
                  <a:gd name="connsiteX0" fmla="*/ 0 w 46327"/>
                  <a:gd name="connsiteY0" fmla="*/ 459477 h 459477"/>
                  <a:gd name="connsiteX1" fmla="*/ 46327 w 46327"/>
                  <a:gd name="connsiteY1" fmla="*/ 0 h 459477"/>
                </a:gdLst>
                <a:ahLst/>
                <a:cxnLst>
                  <a:cxn ang="0">
                    <a:pos x="connsiteX0" y="connsiteY0"/>
                  </a:cxn>
                  <a:cxn ang="0">
                    <a:pos x="connsiteX1" y="connsiteY1"/>
                  </a:cxn>
                </a:cxnLst>
                <a:rect l="l" t="t" r="r" b="b"/>
                <a:pathLst>
                  <a:path w="46327" h="459477">
                    <a:moveTo>
                      <a:pt x="0" y="459477"/>
                    </a:moveTo>
                    <a:lnTo>
                      <a:pt x="46327" y="0"/>
                    </a:lnTo>
                  </a:path>
                </a:pathLst>
              </a:custGeom>
              <a:ln w="19289" cap="rnd">
                <a:solidFill>
                  <a:schemeClr val="tx2"/>
                </a:solidFill>
                <a:prstDash val="solid"/>
                <a:round/>
              </a:ln>
            </p:spPr>
            <p:txBody>
              <a:bodyPr rtlCol="0" anchor="ctr"/>
              <a:lstStyle/>
              <a:p>
                <a:endParaRPr lang="pt-BR"/>
              </a:p>
            </p:txBody>
          </p:sp>
          <p:sp>
            <p:nvSpPr>
              <p:cNvPr id="57" name="Freeform: Shape 56">
                <a:extLst>
                  <a:ext uri="{FF2B5EF4-FFF2-40B4-BE49-F238E27FC236}">
                    <a16:creationId xmlns:a16="http://schemas.microsoft.com/office/drawing/2014/main" id="{87FC5558-6C11-4DF3-22C9-956C90756E32}"/>
                  </a:ext>
                </a:extLst>
              </p:cNvPr>
              <p:cNvSpPr/>
              <p:nvPr/>
            </p:nvSpPr>
            <p:spPr>
              <a:xfrm>
                <a:off x="5799714" y="3174717"/>
                <a:ext cx="304343" cy="224068"/>
              </a:xfrm>
              <a:custGeom>
                <a:avLst/>
                <a:gdLst>
                  <a:gd name="connsiteX0" fmla="*/ 177588 w 304343"/>
                  <a:gd name="connsiteY0" fmla="*/ 223947 h 224068"/>
                  <a:gd name="connsiteX1" fmla="*/ 109384 w 304343"/>
                  <a:gd name="connsiteY1" fmla="*/ 220729 h 224068"/>
                  <a:gd name="connsiteX2" fmla="*/ 8365 w 304343"/>
                  <a:gd name="connsiteY2" fmla="*/ 117122 h 224068"/>
                  <a:gd name="connsiteX3" fmla="*/ 0 w 304343"/>
                  <a:gd name="connsiteY3" fmla="*/ 0 h 224068"/>
                  <a:gd name="connsiteX4" fmla="*/ 304344 w 304343"/>
                  <a:gd name="connsiteY4" fmla="*/ 15445 h 224068"/>
                  <a:gd name="connsiteX5" fmla="*/ 283754 w 304343"/>
                  <a:gd name="connsiteY5" fmla="*/ 135140 h 224068"/>
                  <a:gd name="connsiteX6" fmla="*/ 177588 w 304343"/>
                  <a:gd name="connsiteY6" fmla="*/ 223947 h 224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343" h="224068">
                    <a:moveTo>
                      <a:pt x="177588" y="223947"/>
                    </a:moveTo>
                    <a:lnTo>
                      <a:pt x="109384" y="220729"/>
                    </a:lnTo>
                    <a:cubicBezTo>
                      <a:pt x="54048" y="218155"/>
                      <a:pt x="9651" y="173108"/>
                      <a:pt x="8365" y="117122"/>
                    </a:cubicBezTo>
                    <a:lnTo>
                      <a:pt x="0" y="0"/>
                    </a:lnTo>
                    <a:lnTo>
                      <a:pt x="304344" y="15445"/>
                    </a:lnTo>
                    <a:lnTo>
                      <a:pt x="283754" y="135140"/>
                    </a:lnTo>
                    <a:cubicBezTo>
                      <a:pt x="277320" y="187909"/>
                      <a:pt x="230993" y="226521"/>
                      <a:pt x="177588" y="223947"/>
                    </a:cubicBezTo>
                    <a:close/>
                  </a:path>
                </a:pathLst>
              </a:custGeom>
              <a:solidFill>
                <a:schemeClr val="tx2"/>
              </a:solidFill>
              <a:ln w="6430" cap="flat">
                <a:noFill/>
                <a:prstDash val="solid"/>
                <a:miter/>
              </a:ln>
            </p:spPr>
            <p:txBody>
              <a:bodyPr rtlCol="0" anchor="ctr"/>
              <a:lstStyle/>
              <a:p>
                <a:endParaRPr lang="pt-BR">
                  <a:solidFill>
                    <a:schemeClr val="tx2"/>
                  </a:solidFill>
                </a:endParaRPr>
              </a:p>
            </p:txBody>
          </p:sp>
        </p:grpSp>
        <p:grpSp>
          <p:nvGrpSpPr>
            <p:cNvPr id="58" name="Graphic 48">
              <a:extLst>
                <a:ext uri="{FF2B5EF4-FFF2-40B4-BE49-F238E27FC236}">
                  <a16:creationId xmlns:a16="http://schemas.microsoft.com/office/drawing/2014/main" id="{C3AE18EE-04F6-CD26-C43F-96518D4AC1B9}"/>
                </a:ext>
              </a:extLst>
            </p:cNvPr>
            <p:cNvGrpSpPr/>
            <p:nvPr/>
          </p:nvGrpSpPr>
          <p:grpSpPr>
            <a:xfrm>
              <a:off x="7784063" y="2045330"/>
              <a:ext cx="258660" cy="63913"/>
              <a:chOff x="7784063" y="2045330"/>
              <a:chExt cx="258660" cy="63913"/>
            </a:xfrm>
            <a:noFill/>
          </p:grpSpPr>
          <p:sp>
            <p:nvSpPr>
              <p:cNvPr id="59" name="Freeform: Shape 58">
                <a:extLst>
                  <a:ext uri="{FF2B5EF4-FFF2-40B4-BE49-F238E27FC236}">
                    <a16:creationId xmlns:a16="http://schemas.microsoft.com/office/drawing/2014/main" id="{D22C6ECD-151D-F527-5E50-3CED53232360}"/>
                  </a:ext>
                </a:extLst>
              </p:cNvPr>
              <p:cNvSpPr/>
              <p:nvPr/>
            </p:nvSpPr>
            <p:spPr>
              <a:xfrm>
                <a:off x="7784063" y="2086515"/>
                <a:ext cx="258660" cy="22728"/>
              </a:xfrm>
              <a:custGeom>
                <a:avLst/>
                <a:gdLst>
                  <a:gd name="connsiteX0" fmla="*/ 0 w 258660"/>
                  <a:gd name="connsiteY0" fmla="*/ 8366 h 22728"/>
                  <a:gd name="connsiteX1" fmla="*/ 258660 w 258660"/>
                  <a:gd name="connsiteY1" fmla="*/ 0 h 22728"/>
                </a:gdLst>
                <a:ahLst/>
                <a:cxnLst>
                  <a:cxn ang="0">
                    <a:pos x="connsiteX0" y="connsiteY0"/>
                  </a:cxn>
                  <a:cxn ang="0">
                    <a:pos x="connsiteX1" y="connsiteY1"/>
                  </a:cxn>
                </a:cxnLst>
                <a:rect l="l" t="t" r="r" b="b"/>
                <a:pathLst>
                  <a:path w="258660" h="22728">
                    <a:moveTo>
                      <a:pt x="0" y="8366"/>
                    </a:moveTo>
                    <a:cubicBezTo>
                      <a:pt x="0" y="8366"/>
                      <a:pt x="111957" y="45690"/>
                      <a:pt x="258660" y="0"/>
                    </a:cubicBezTo>
                  </a:path>
                </a:pathLst>
              </a:custGeom>
              <a:noFill/>
              <a:ln w="6430" cap="rnd">
                <a:solidFill>
                  <a:schemeClr val="tx2"/>
                </a:solidFill>
                <a:prstDash val="solid"/>
                <a:round/>
              </a:ln>
            </p:spPr>
            <p:txBody>
              <a:bodyPr rtlCol="0" anchor="ctr"/>
              <a:lstStyle/>
              <a:p>
                <a:endParaRPr lang="pt-BR"/>
              </a:p>
            </p:txBody>
          </p:sp>
          <p:sp>
            <p:nvSpPr>
              <p:cNvPr id="60" name="Freeform: Shape 59">
                <a:extLst>
                  <a:ext uri="{FF2B5EF4-FFF2-40B4-BE49-F238E27FC236}">
                    <a16:creationId xmlns:a16="http://schemas.microsoft.com/office/drawing/2014/main" id="{B2EDD121-2F2C-7243-48A8-687849204B05}"/>
                  </a:ext>
                </a:extLst>
              </p:cNvPr>
              <p:cNvSpPr/>
              <p:nvPr/>
            </p:nvSpPr>
            <p:spPr>
              <a:xfrm>
                <a:off x="7792427" y="2061418"/>
                <a:ext cx="3217" cy="24453"/>
              </a:xfrm>
              <a:custGeom>
                <a:avLst/>
                <a:gdLst>
                  <a:gd name="connsiteX0" fmla="*/ 3217 w 3217"/>
                  <a:gd name="connsiteY0" fmla="*/ 0 h 24453"/>
                  <a:gd name="connsiteX1" fmla="*/ 0 w 3217"/>
                  <a:gd name="connsiteY1" fmla="*/ 24454 h 24453"/>
                </a:gdLst>
                <a:ahLst/>
                <a:cxnLst>
                  <a:cxn ang="0">
                    <a:pos x="connsiteX0" y="connsiteY0"/>
                  </a:cxn>
                  <a:cxn ang="0">
                    <a:pos x="connsiteX1" y="connsiteY1"/>
                  </a:cxn>
                </a:cxnLst>
                <a:rect l="l" t="t" r="r" b="b"/>
                <a:pathLst>
                  <a:path w="3217" h="24453">
                    <a:moveTo>
                      <a:pt x="3217" y="0"/>
                    </a:moveTo>
                    <a:lnTo>
                      <a:pt x="0" y="24454"/>
                    </a:lnTo>
                  </a:path>
                </a:pathLst>
              </a:custGeom>
              <a:ln w="6430" cap="rnd">
                <a:solidFill>
                  <a:schemeClr val="tx2"/>
                </a:solidFill>
                <a:prstDash val="solid"/>
                <a:round/>
              </a:ln>
            </p:spPr>
            <p:txBody>
              <a:bodyPr rtlCol="0" anchor="ctr"/>
              <a:lstStyle/>
              <a:p>
                <a:endParaRPr lang="pt-BR"/>
              </a:p>
            </p:txBody>
          </p:sp>
          <p:sp>
            <p:nvSpPr>
              <p:cNvPr id="62" name="Freeform: Shape 61">
                <a:extLst>
                  <a:ext uri="{FF2B5EF4-FFF2-40B4-BE49-F238E27FC236}">
                    <a16:creationId xmlns:a16="http://schemas.microsoft.com/office/drawing/2014/main" id="{59D6C015-FC01-CF70-A499-5AEE329D4FEE}"/>
                  </a:ext>
                </a:extLst>
              </p:cNvPr>
              <p:cNvSpPr/>
              <p:nvPr/>
            </p:nvSpPr>
            <p:spPr>
              <a:xfrm>
                <a:off x="7822025" y="2067853"/>
                <a:ext cx="3217" cy="25097"/>
              </a:xfrm>
              <a:custGeom>
                <a:avLst/>
                <a:gdLst>
                  <a:gd name="connsiteX0" fmla="*/ 3217 w 3217"/>
                  <a:gd name="connsiteY0" fmla="*/ 0 h 25097"/>
                  <a:gd name="connsiteX1" fmla="*/ 0 w 3217"/>
                  <a:gd name="connsiteY1" fmla="*/ 25098 h 25097"/>
                </a:gdLst>
                <a:ahLst/>
                <a:cxnLst>
                  <a:cxn ang="0">
                    <a:pos x="connsiteX0" y="connsiteY0"/>
                  </a:cxn>
                  <a:cxn ang="0">
                    <a:pos x="connsiteX1" y="connsiteY1"/>
                  </a:cxn>
                </a:cxnLst>
                <a:rect l="l" t="t" r="r" b="b"/>
                <a:pathLst>
                  <a:path w="3217" h="25097">
                    <a:moveTo>
                      <a:pt x="3217" y="0"/>
                    </a:moveTo>
                    <a:lnTo>
                      <a:pt x="0" y="25098"/>
                    </a:lnTo>
                  </a:path>
                </a:pathLst>
              </a:custGeom>
              <a:ln w="6430" cap="rnd">
                <a:solidFill>
                  <a:schemeClr val="tx2"/>
                </a:solidFill>
                <a:prstDash val="solid"/>
                <a:round/>
              </a:ln>
            </p:spPr>
            <p:txBody>
              <a:bodyPr rtlCol="0" anchor="ctr"/>
              <a:lstStyle/>
              <a:p>
                <a:endParaRPr lang="pt-BR"/>
              </a:p>
            </p:txBody>
          </p:sp>
          <p:sp>
            <p:nvSpPr>
              <p:cNvPr id="64" name="Freeform: Shape 63">
                <a:extLst>
                  <a:ext uri="{FF2B5EF4-FFF2-40B4-BE49-F238E27FC236}">
                    <a16:creationId xmlns:a16="http://schemas.microsoft.com/office/drawing/2014/main" id="{06919A9E-EE23-5305-2BE8-A5D88F8A42A9}"/>
                  </a:ext>
                </a:extLst>
              </p:cNvPr>
              <p:cNvSpPr/>
              <p:nvPr/>
            </p:nvSpPr>
            <p:spPr>
              <a:xfrm>
                <a:off x="7867066" y="2069784"/>
                <a:ext cx="6434" cy="27671"/>
              </a:xfrm>
              <a:custGeom>
                <a:avLst/>
                <a:gdLst>
                  <a:gd name="connsiteX0" fmla="*/ 0 w 6434"/>
                  <a:gd name="connsiteY0" fmla="*/ 0 h 27671"/>
                  <a:gd name="connsiteX1" fmla="*/ 0 w 6434"/>
                  <a:gd name="connsiteY1" fmla="*/ 27672 h 27671"/>
                </a:gdLst>
                <a:ahLst/>
                <a:cxnLst>
                  <a:cxn ang="0">
                    <a:pos x="connsiteX0" y="connsiteY0"/>
                  </a:cxn>
                  <a:cxn ang="0">
                    <a:pos x="connsiteX1" y="connsiteY1"/>
                  </a:cxn>
                </a:cxnLst>
                <a:rect l="l" t="t" r="r" b="b"/>
                <a:pathLst>
                  <a:path w="6434" h="27671">
                    <a:moveTo>
                      <a:pt x="0" y="0"/>
                    </a:moveTo>
                    <a:lnTo>
                      <a:pt x="0" y="27672"/>
                    </a:lnTo>
                  </a:path>
                </a:pathLst>
              </a:custGeom>
              <a:ln w="6430" cap="rnd">
                <a:solidFill>
                  <a:schemeClr val="tx2"/>
                </a:solidFill>
                <a:prstDash val="solid"/>
                <a:round/>
              </a:ln>
            </p:spPr>
            <p:txBody>
              <a:bodyPr rtlCol="0" anchor="ctr"/>
              <a:lstStyle/>
              <a:p>
                <a:endParaRPr lang="pt-BR"/>
              </a:p>
            </p:txBody>
          </p:sp>
          <p:sp>
            <p:nvSpPr>
              <p:cNvPr id="66" name="Freeform: Shape 65">
                <a:extLst>
                  <a:ext uri="{FF2B5EF4-FFF2-40B4-BE49-F238E27FC236}">
                    <a16:creationId xmlns:a16="http://schemas.microsoft.com/office/drawing/2014/main" id="{9C5A8152-1C0A-6FE7-0C6F-F39562C8533B}"/>
                  </a:ext>
                </a:extLst>
              </p:cNvPr>
              <p:cNvSpPr/>
              <p:nvPr/>
            </p:nvSpPr>
            <p:spPr>
              <a:xfrm>
                <a:off x="7906315" y="2067853"/>
                <a:ext cx="2573" cy="29602"/>
              </a:xfrm>
              <a:custGeom>
                <a:avLst/>
                <a:gdLst>
                  <a:gd name="connsiteX0" fmla="*/ 0 w 2573"/>
                  <a:gd name="connsiteY0" fmla="*/ 0 h 29602"/>
                  <a:gd name="connsiteX1" fmla="*/ 2574 w 2573"/>
                  <a:gd name="connsiteY1" fmla="*/ 29602 h 29602"/>
                </a:gdLst>
                <a:ahLst/>
                <a:cxnLst>
                  <a:cxn ang="0">
                    <a:pos x="connsiteX0" y="connsiteY0"/>
                  </a:cxn>
                  <a:cxn ang="0">
                    <a:pos x="connsiteX1" y="connsiteY1"/>
                  </a:cxn>
                </a:cxnLst>
                <a:rect l="l" t="t" r="r" b="b"/>
                <a:pathLst>
                  <a:path w="2573" h="29602">
                    <a:moveTo>
                      <a:pt x="0" y="0"/>
                    </a:moveTo>
                    <a:lnTo>
                      <a:pt x="2574" y="29602"/>
                    </a:lnTo>
                  </a:path>
                </a:pathLst>
              </a:custGeom>
              <a:ln w="6430" cap="rnd">
                <a:solidFill>
                  <a:schemeClr val="tx2"/>
                </a:solidFill>
                <a:prstDash val="solid"/>
                <a:round/>
              </a:ln>
            </p:spPr>
            <p:txBody>
              <a:bodyPr rtlCol="0" anchor="ctr"/>
              <a:lstStyle/>
              <a:p>
                <a:endParaRPr lang="pt-BR"/>
              </a:p>
            </p:txBody>
          </p:sp>
          <p:sp>
            <p:nvSpPr>
              <p:cNvPr id="68" name="Freeform: Shape 67">
                <a:extLst>
                  <a:ext uri="{FF2B5EF4-FFF2-40B4-BE49-F238E27FC236}">
                    <a16:creationId xmlns:a16="http://schemas.microsoft.com/office/drawing/2014/main" id="{50DE084E-4AE0-37CD-7FBA-9C1C1B81A1F5}"/>
                  </a:ext>
                </a:extLst>
              </p:cNvPr>
              <p:cNvSpPr/>
              <p:nvPr/>
            </p:nvSpPr>
            <p:spPr>
              <a:xfrm>
                <a:off x="7952642" y="2061418"/>
                <a:ext cx="5147" cy="33463"/>
              </a:xfrm>
              <a:custGeom>
                <a:avLst/>
                <a:gdLst>
                  <a:gd name="connsiteX0" fmla="*/ 0 w 5147"/>
                  <a:gd name="connsiteY0" fmla="*/ 0 h 33463"/>
                  <a:gd name="connsiteX1" fmla="*/ 5148 w 5147"/>
                  <a:gd name="connsiteY1" fmla="*/ 33463 h 33463"/>
                </a:gdLst>
                <a:ahLst/>
                <a:cxnLst>
                  <a:cxn ang="0">
                    <a:pos x="connsiteX0" y="connsiteY0"/>
                  </a:cxn>
                  <a:cxn ang="0">
                    <a:pos x="connsiteX1" y="connsiteY1"/>
                  </a:cxn>
                </a:cxnLst>
                <a:rect l="l" t="t" r="r" b="b"/>
                <a:pathLst>
                  <a:path w="5147" h="33463">
                    <a:moveTo>
                      <a:pt x="0" y="0"/>
                    </a:moveTo>
                    <a:lnTo>
                      <a:pt x="5148" y="33463"/>
                    </a:lnTo>
                  </a:path>
                </a:pathLst>
              </a:custGeom>
              <a:ln w="6430" cap="rnd">
                <a:solidFill>
                  <a:schemeClr val="tx2"/>
                </a:solidFill>
                <a:prstDash val="solid"/>
                <a:round/>
              </a:ln>
            </p:spPr>
            <p:txBody>
              <a:bodyPr rtlCol="0" anchor="ctr"/>
              <a:lstStyle/>
              <a:p>
                <a:endParaRPr lang="pt-BR"/>
              </a:p>
            </p:txBody>
          </p:sp>
          <p:sp>
            <p:nvSpPr>
              <p:cNvPr id="71" name="Freeform: Shape 70">
                <a:extLst>
                  <a:ext uri="{FF2B5EF4-FFF2-40B4-BE49-F238E27FC236}">
                    <a16:creationId xmlns:a16="http://schemas.microsoft.com/office/drawing/2014/main" id="{DA0A74CE-2F38-C2C1-D9A1-4525DF368A2F}"/>
                  </a:ext>
                </a:extLst>
              </p:cNvPr>
              <p:cNvSpPr/>
              <p:nvPr/>
            </p:nvSpPr>
            <p:spPr>
              <a:xfrm>
                <a:off x="7980953" y="2056270"/>
                <a:ext cx="9651" cy="32176"/>
              </a:xfrm>
              <a:custGeom>
                <a:avLst/>
                <a:gdLst>
                  <a:gd name="connsiteX0" fmla="*/ 0 w 9651"/>
                  <a:gd name="connsiteY0" fmla="*/ 0 h 32176"/>
                  <a:gd name="connsiteX1" fmla="*/ 9651 w 9651"/>
                  <a:gd name="connsiteY1" fmla="*/ 32176 h 32176"/>
                </a:gdLst>
                <a:ahLst/>
                <a:cxnLst>
                  <a:cxn ang="0">
                    <a:pos x="connsiteX0" y="connsiteY0"/>
                  </a:cxn>
                  <a:cxn ang="0">
                    <a:pos x="connsiteX1" y="connsiteY1"/>
                  </a:cxn>
                </a:cxnLst>
                <a:rect l="l" t="t" r="r" b="b"/>
                <a:pathLst>
                  <a:path w="9651" h="32176">
                    <a:moveTo>
                      <a:pt x="0" y="0"/>
                    </a:moveTo>
                    <a:lnTo>
                      <a:pt x="9651" y="32176"/>
                    </a:lnTo>
                  </a:path>
                </a:pathLst>
              </a:custGeom>
              <a:ln w="6430" cap="rnd">
                <a:solidFill>
                  <a:schemeClr val="tx2"/>
                </a:solidFill>
                <a:prstDash val="solid"/>
                <a:round/>
              </a:ln>
            </p:spPr>
            <p:txBody>
              <a:bodyPr rtlCol="0" anchor="ctr"/>
              <a:lstStyle/>
              <a:p>
                <a:endParaRPr lang="pt-BR"/>
              </a:p>
            </p:txBody>
          </p:sp>
          <p:sp>
            <p:nvSpPr>
              <p:cNvPr id="72" name="Freeform: Shape 71">
                <a:extLst>
                  <a:ext uri="{FF2B5EF4-FFF2-40B4-BE49-F238E27FC236}">
                    <a16:creationId xmlns:a16="http://schemas.microsoft.com/office/drawing/2014/main" id="{E2EEFF4D-F839-284F-6ED4-877035991F98}"/>
                  </a:ext>
                </a:extLst>
              </p:cNvPr>
              <p:cNvSpPr/>
              <p:nvPr/>
            </p:nvSpPr>
            <p:spPr>
              <a:xfrm>
                <a:off x="8020846" y="2045330"/>
                <a:ext cx="6434" cy="32819"/>
              </a:xfrm>
              <a:custGeom>
                <a:avLst/>
                <a:gdLst>
                  <a:gd name="connsiteX0" fmla="*/ 0 w 6434"/>
                  <a:gd name="connsiteY0" fmla="*/ 0 h 32819"/>
                  <a:gd name="connsiteX1" fmla="*/ 6434 w 6434"/>
                  <a:gd name="connsiteY1" fmla="*/ 32820 h 32819"/>
                </a:gdLst>
                <a:ahLst/>
                <a:cxnLst>
                  <a:cxn ang="0">
                    <a:pos x="connsiteX0" y="connsiteY0"/>
                  </a:cxn>
                  <a:cxn ang="0">
                    <a:pos x="connsiteX1" y="connsiteY1"/>
                  </a:cxn>
                </a:cxnLst>
                <a:rect l="l" t="t" r="r" b="b"/>
                <a:pathLst>
                  <a:path w="6434" h="32819">
                    <a:moveTo>
                      <a:pt x="0" y="0"/>
                    </a:moveTo>
                    <a:lnTo>
                      <a:pt x="6434" y="32820"/>
                    </a:lnTo>
                  </a:path>
                </a:pathLst>
              </a:custGeom>
              <a:ln w="6430" cap="rnd">
                <a:solidFill>
                  <a:schemeClr val="tx2"/>
                </a:solidFill>
                <a:prstDash val="solid"/>
                <a:round/>
              </a:ln>
            </p:spPr>
            <p:txBody>
              <a:bodyPr rtlCol="0" anchor="ctr"/>
              <a:lstStyle/>
              <a:p>
                <a:endParaRPr lang="pt-BR"/>
              </a:p>
            </p:txBody>
          </p:sp>
        </p:grpSp>
      </p:grpSp>
      <p:sp>
        <p:nvSpPr>
          <p:cNvPr id="83" name="TextBox 82">
            <a:extLst>
              <a:ext uri="{FF2B5EF4-FFF2-40B4-BE49-F238E27FC236}">
                <a16:creationId xmlns:a16="http://schemas.microsoft.com/office/drawing/2014/main" id="{96D4FC65-F010-818E-B727-74BC732BC4F3}"/>
              </a:ext>
            </a:extLst>
          </p:cNvPr>
          <p:cNvSpPr txBox="1"/>
          <p:nvPr/>
        </p:nvSpPr>
        <p:spPr>
          <a:xfrm>
            <a:off x="0" y="4041000"/>
            <a:ext cx="4626735" cy="553998"/>
          </a:xfrm>
          <a:prstGeom prst="rect">
            <a:avLst/>
          </a:prstGeom>
          <a:noFill/>
        </p:spPr>
        <p:txBody>
          <a:bodyPr wrap="square" lIns="0" tIns="0" rIns="0" bIns="0" rtlCol="0" anchor="ctr">
            <a:spAutoFit/>
          </a:bodyPr>
          <a:lstStyle/>
          <a:p>
            <a:pPr algn="ctr"/>
            <a:r>
              <a:rPr lang="en-US" sz="3600" b="1" baseline="30000" dirty="0">
                <a:solidFill>
                  <a:schemeClr val="tx2">
                    <a:lumMod val="60000"/>
                    <a:lumOff val="40000"/>
                  </a:schemeClr>
                </a:solidFill>
                <a:effectLst>
                  <a:outerShdw blurRad="38100" dist="38100" dir="2700000" algn="tl">
                    <a:srgbClr val="000000">
                      <a:alpha val="43137"/>
                    </a:srgbClr>
                  </a:outerShdw>
                </a:effectLst>
                <a:latin typeface="Cooper Black" panose="0208090404030B020404" pitchFamily="18" charset="0"/>
              </a:rPr>
              <a:t>LIVE SESSIONS</a:t>
            </a:r>
            <a:endParaRPr lang="en-US" sz="3600" spc="1500" dirty="0">
              <a:solidFill>
                <a:schemeClr val="tx2">
                  <a:lumMod val="60000"/>
                  <a:lumOff val="40000"/>
                </a:schemeClr>
              </a:solidFill>
              <a:effectLst>
                <a:outerShdw blurRad="38100" dist="38100" dir="2700000" algn="tl">
                  <a:srgbClr val="000000">
                    <a:alpha val="43137"/>
                  </a:srgbClr>
                </a:outerShdw>
              </a:effectLst>
              <a:latin typeface="Cooper Black" panose="0208090404030B020404" pitchFamily="18" charset="0"/>
            </a:endParaRPr>
          </a:p>
        </p:txBody>
      </p:sp>
      <p:pic>
        <p:nvPicPr>
          <p:cNvPr id="63" name="Picture 62">
            <a:extLst>
              <a:ext uri="{FF2B5EF4-FFF2-40B4-BE49-F238E27FC236}">
                <a16:creationId xmlns:a16="http://schemas.microsoft.com/office/drawing/2014/main" id="{EB4F0F71-863D-8984-2507-D24F705A280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7625" y="-38645"/>
            <a:ext cx="1307739" cy="1291660"/>
          </a:xfrm>
          <a:prstGeom prst="rect">
            <a:avLst/>
          </a:prstGeom>
        </p:spPr>
      </p:pic>
      <p:pic>
        <p:nvPicPr>
          <p:cNvPr id="69" name="Picture 68">
            <a:extLst>
              <a:ext uri="{FF2B5EF4-FFF2-40B4-BE49-F238E27FC236}">
                <a16:creationId xmlns:a16="http://schemas.microsoft.com/office/drawing/2014/main" id="{68EC01F3-2B84-8BF5-B0B6-7B55EA95E3C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664862" y="4669273"/>
            <a:ext cx="484525" cy="478568"/>
          </a:xfrm>
          <a:prstGeom prst="rect">
            <a:avLst/>
          </a:prstGeom>
        </p:spPr>
      </p:pic>
      <p:pic>
        <p:nvPicPr>
          <p:cNvPr id="70" name="Picture 69">
            <a:extLst>
              <a:ext uri="{FF2B5EF4-FFF2-40B4-BE49-F238E27FC236}">
                <a16:creationId xmlns:a16="http://schemas.microsoft.com/office/drawing/2014/main" id="{5317C93C-90B5-6015-EE6D-119A23480D06}"/>
              </a:ext>
            </a:extLst>
          </p:cNvPr>
          <p:cNvPicPr>
            <a:picLocks noChangeAspect="1"/>
          </p:cNvPicPr>
          <p:nvPr/>
        </p:nvPicPr>
        <p:blipFill>
          <a:blip r:embed="rId13" cstate="print"/>
          <a:stretch>
            <a:fillRect/>
          </a:stretch>
        </p:blipFill>
        <p:spPr>
          <a:xfrm>
            <a:off x="6860200" y="-61228"/>
            <a:ext cx="2129738" cy="1569858"/>
          </a:xfrm>
          <a:prstGeom prst="rect">
            <a:avLst/>
          </a:prstGeom>
        </p:spPr>
      </p:pic>
      <p:sp>
        <p:nvSpPr>
          <p:cNvPr id="73" name="Rectangle 72">
            <a:extLst>
              <a:ext uri="{FF2B5EF4-FFF2-40B4-BE49-F238E27FC236}">
                <a16:creationId xmlns:a16="http://schemas.microsoft.com/office/drawing/2014/main" id="{1FA031E5-8C12-7535-8678-24DD26CA2AA3}"/>
              </a:ext>
            </a:extLst>
          </p:cNvPr>
          <p:cNvSpPr/>
          <p:nvPr/>
        </p:nvSpPr>
        <p:spPr>
          <a:xfrm>
            <a:off x="2667000" y="6005"/>
            <a:ext cx="3660243" cy="407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95000"/>
                  </a:schemeClr>
                </a:solidFill>
                <a:latin typeface="Cooper Black" panose="0208090404030B020404" pitchFamily="18" charset="0"/>
              </a:rPr>
              <a:t>www.anubhavtrainings.com</a:t>
            </a:r>
          </a:p>
        </p:txBody>
      </p:sp>
    </p:spTree>
    <p:extLst>
      <p:ext uri="{BB962C8B-B14F-4D97-AF65-F5344CB8AC3E}">
        <p14:creationId xmlns:p14="http://schemas.microsoft.com/office/powerpoint/2010/main" val="511845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63" name="Group 162">
            <a:extLst>
              <a:ext uri="{FF2B5EF4-FFF2-40B4-BE49-F238E27FC236}">
                <a16:creationId xmlns:a16="http://schemas.microsoft.com/office/drawing/2014/main" id="{AC5DD74D-3008-BB0C-C7FE-B8C5C8CA7630}"/>
              </a:ext>
            </a:extLst>
          </p:cNvPr>
          <p:cNvGrpSpPr/>
          <p:nvPr/>
        </p:nvGrpSpPr>
        <p:grpSpPr>
          <a:xfrm>
            <a:off x="-5969" y="-7625"/>
            <a:ext cx="9176648" cy="5151125"/>
            <a:chOff x="-5969" y="-7625"/>
            <a:chExt cx="9176648" cy="5151125"/>
          </a:xfrm>
          <a:solidFill>
            <a:schemeClr val="bg2"/>
          </a:solidFill>
        </p:grpSpPr>
        <p:pic>
          <p:nvPicPr>
            <p:cNvPr id="164" name="Graphic 163">
              <a:extLst>
                <a:ext uri="{FF2B5EF4-FFF2-40B4-BE49-F238E27FC236}">
                  <a16:creationId xmlns:a16="http://schemas.microsoft.com/office/drawing/2014/main" id="{C7BD0906-4C16-E999-457F-7AFC7F3742C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0840" t="31947"/>
            <a:stretch>
              <a:fillRect/>
            </a:stretch>
          </p:blipFill>
          <p:spPr>
            <a:xfrm>
              <a:off x="-5969" y="0"/>
              <a:ext cx="3969101" cy="1981315"/>
            </a:xfrm>
            <a:prstGeom prst="rect">
              <a:avLst/>
            </a:prstGeom>
          </p:spPr>
        </p:pic>
        <p:pic>
          <p:nvPicPr>
            <p:cNvPr id="165" name="Graphic 164">
              <a:extLst>
                <a:ext uri="{FF2B5EF4-FFF2-40B4-BE49-F238E27FC236}">
                  <a16:creationId xmlns:a16="http://schemas.microsoft.com/office/drawing/2014/main" id="{F2C13715-57F4-8E49-F41E-5B7761080F6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5004" r="4037" b="4614"/>
            <a:stretch>
              <a:fillRect/>
            </a:stretch>
          </p:blipFill>
          <p:spPr>
            <a:xfrm>
              <a:off x="3006487" y="-7625"/>
              <a:ext cx="6164192" cy="5151125"/>
            </a:xfrm>
            <a:prstGeom prst="rect">
              <a:avLst/>
            </a:prstGeom>
          </p:spPr>
        </p:pic>
      </p:grpSp>
      <p:sp>
        <p:nvSpPr>
          <p:cNvPr id="111" name="TextBox 110" title="0">
            <a:extLst>
              <a:ext uri="{FF2B5EF4-FFF2-40B4-BE49-F238E27FC236}">
                <a16:creationId xmlns:a16="http://schemas.microsoft.com/office/drawing/2014/main" id="{CD9E1C1F-096B-C247-A85C-706F30C83BE3}"/>
              </a:ext>
            </a:extLst>
          </p:cNvPr>
          <p:cNvSpPr txBox="1"/>
          <p:nvPr/>
        </p:nvSpPr>
        <p:spPr>
          <a:xfrm>
            <a:off x="1215449" y="1861602"/>
            <a:ext cx="3166824" cy="2115176"/>
          </a:xfrm>
          <a:prstGeom prst="rect">
            <a:avLst/>
          </a:prstGeom>
          <a:noFill/>
        </p:spPr>
        <p:txBody>
          <a:bodyPr wrap="square" lIns="72000" tIns="144000" rIns="0" bIns="0" rtlCol="0">
            <a:spAutoFit/>
          </a:bodyPr>
          <a:lstStyle/>
          <a:p>
            <a:pPr marL="342900" indent="-342900">
              <a:buFont typeface="+mj-lt"/>
              <a:buAutoNum type="arabicPeriod"/>
            </a:pPr>
            <a:r>
              <a:rPr lang="en-US" sz="1600" dirty="0">
                <a:solidFill>
                  <a:schemeClr val="tx2">
                    <a:lumMod val="40000"/>
                    <a:lumOff val="60000"/>
                  </a:schemeClr>
                </a:solidFill>
                <a:latin typeface="Arial Black" panose="020B0A04020102020204" pitchFamily="34" charset="0"/>
                <a:cs typeface="Arial" panose="020B0604020202020204" pitchFamily="34" charset="0"/>
              </a:rPr>
              <a:t>Who is this course for</a:t>
            </a:r>
          </a:p>
          <a:p>
            <a:pPr marL="342900" indent="-342900">
              <a:buFont typeface="+mj-lt"/>
              <a:buAutoNum type="arabicPeriod"/>
            </a:pPr>
            <a:endParaRPr lang="en-US" sz="1600" dirty="0">
              <a:solidFill>
                <a:schemeClr val="tx2">
                  <a:lumMod val="40000"/>
                  <a:lumOff val="60000"/>
                </a:schemeClr>
              </a:solidFill>
              <a:latin typeface="Arial Black" panose="020B0A04020102020204" pitchFamily="34" charset="0"/>
              <a:cs typeface="Arial" panose="020B0604020202020204" pitchFamily="34" charset="0"/>
            </a:endParaRPr>
          </a:p>
          <a:p>
            <a:pPr marL="342900" indent="-342900">
              <a:buFont typeface="+mj-lt"/>
              <a:buAutoNum type="arabicPeriod"/>
            </a:pPr>
            <a:r>
              <a:rPr lang="en-US" sz="1600" b="1" dirty="0">
                <a:solidFill>
                  <a:schemeClr val="tx2">
                    <a:lumMod val="40000"/>
                    <a:lumOff val="60000"/>
                  </a:schemeClr>
                </a:solidFill>
                <a:latin typeface="Arial Black" panose="020B0A04020102020204" pitchFamily="34" charset="0"/>
                <a:cs typeface="Arial" panose="020B0604020202020204" pitchFamily="34" charset="0"/>
              </a:rPr>
              <a:t>Overview of the course</a:t>
            </a:r>
          </a:p>
          <a:p>
            <a:pPr marL="342900" indent="-342900">
              <a:buFont typeface="+mj-lt"/>
              <a:buAutoNum type="arabicPeriod"/>
            </a:pPr>
            <a:endParaRPr lang="en-US" sz="1600" b="1" dirty="0">
              <a:solidFill>
                <a:schemeClr val="tx2">
                  <a:lumMod val="40000"/>
                  <a:lumOff val="60000"/>
                </a:schemeClr>
              </a:solidFill>
              <a:latin typeface="Arial Black" panose="020B0A04020102020204" pitchFamily="34" charset="0"/>
              <a:cs typeface="Arial" panose="020B0604020202020204" pitchFamily="34" charset="0"/>
            </a:endParaRPr>
          </a:p>
          <a:p>
            <a:pPr marL="342900" indent="-342900">
              <a:buFont typeface="+mj-lt"/>
              <a:buAutoNum type="arabicPeriod"/>
            </a:pPr>
            <a:r>
              <a:rPr lang="en-US" sz="1600" dirty="0">
                <a:solidFill>
                  <a:schemeClr val="tx2">
                    <a:lumMod val="40000"/>
                    <a:lumOff val="60000"/>
                  </a:schemeClr>
                </a:solidFill>
                <a:latin typeface="Arial Black" panose="020B0A04020102020204" pitchFamily="34" charset="0"/>
                <a:cs typeface="Arial" panose="020B0604020202020204" pitchFamily="34" charset="0"/>
              </a:rPr>
              <a:t>Our use case for Demo</a:t>
            </a:r>
          </a:p>
          <a:p>
            <a:pPr marL="342900" indent="-342900">
              <a:buFont typeface="+mj-lt"/>
              <a:buAutoNum type="arabicPeriod"/>
            </a:pPr>
            <a:endParaRPr lang="en-US" sz="1600" dirty="0">
              <a:solidFill>
                <a:schemeClr val="tx2">
                  <a:lumMod val="40000"/>
                  <a:lumOff val="60000"/>
                </a:schemeClr>
              </a:solidFill>
              <a:latin typeface="Arial Black" panose="020B0A04020102020204" pitchFamily="34" charset="0"/>
              <a:cs typeface="Arial" panose="020B0604020202020204" pitchFamily="34" charset="0"/>
            </a:endParaRPr>
          </a:p>
          <a:p>
            <a:pPr marL="342900" indent="-342900">
              <a:buFont typeface="+mj-lt"/>
              <a:buAutoNum type="arabicPeriod"/>
            </a:pPr>
            <a:r>
              <a:rPr lang="en-US" sz="1600" b="1" dirty="0">
                <a:solidFill>
                  <a:schemeClr val="tx2">
                    <a:lumMod val="40000"/>
                    <a:lumOff val="60000"/>
                  </a:schemeClr>
                </a:solidFill>
                <a:latin typeface="Arial Black" panose="020B0A04020102020204" pitchFamily="34" charset="0"/>
                <a:cs typeface="Times New Roman" panose="02020603050405020304" pitchFamily="18" charset="0"/>
              </a:rPr>
              <a:t>FAQs and Q&amp;A</a:t>
            </a:r>
            <a:endParaRPr lang="en-US" sz="1600" dirty="0">
              <a:solidFill>
                <a:schemeClr val="tx2">
                  <a:lumMod val="40000"/>
                  <a:lumOff val="60000"/>
                </a:schemeClr>
              </a:solidFill>
              <a:latin typeface="Arial Black" panose="020B0A04020102020204" pitchFamily="34" charset="0"/>
              <a:cs typeface="Arial" panose="020B0604020202020204" pitchFamily="34" charset="0"/>
            </a:endParaRPr>
          </a:p>
          <a:p>
            <a:endParaRPr lang="en-US" sz="1600" dirty="0">
              <a:solidFill>
                <a:schemeClr val="tx2">
                  <a:lumMod val="50000"/>
                </a:schemeClr>
              </a:solidFill>
              <a:latin typeface="Segoe UI" panose="020B0502040204020203" pitchFamily="34" charset="0"/>
              <a:cs typeface="Segoe UI" panose="020B0502040204020203" pitchFamily="34" charset="0"/>
            </a:endParaRPr>
          </a:p>
        </p:txBody>
      </p:sp>
      <p:sp>
        <p:nvSpPr>
          <p:cNvPr id="114" name="Rectangle 113" title="0">
            <a:extLst>
              <a:ext uri="{FF2B5EF4-FFF2-40B4-BE49-F238E27FC236}">
                <a16:creationId xmlns:a16="http://schemas.microsoft.com/office/drawing/2014/main" id="{43916489-76E2-E746-AAB6-92E2415267A7}"/>
              </a:ext>
            </a:extLst>
          </p:cNvPr>
          <p:cNvSpPr/>
          <p:nvPr/>
        </p:nvSpPr>
        <p:spPr>
          <a:xfrm>
            <a:off x="198687" y="254377"/>
            <a:ext cx="1751737" cy="4660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TextBox 114" title="0">
            <a:extLst>
              <a:ext uri="{FF2B5EF4-FFF2-40B4-BE49-F238E27FC236}">
                <a16:creationId xmlns:a16="http://schemas.microsoft.com/office/drawing/2014/main" id="{B23106CA-5CA1-6143-ACF0-7287D5E06542}"/>
              </a:ext>
            </a:extLst>
          </p:cNvPr>
          <p:cNvSpPr txBox="1"/>
          <p:nvPr/>
        </p:nvSpPr>
        <p:spPr>
          <a:xfrm>
            <a:off x="301840" y="223600"/>
            <a:ext cx="1545433" cy="430887"/>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ct val="0"/>
              </a:spcBef>
              <a:spcAft>
                <a:spcPts val="0"/>
              </a:spcAft>
              <a:buClrTx/>
              <a:buSzTx/>
              <a:buFontTx/>
              <a:buNone/>
              <a:tabLst/>
              <a:defRPr/>
            </a:pPr>
            <a:r>
              <a:rPr kumimoji="0" lang="en-GB" sz="2800" b="1" i="0" u="none" strike="noStrike" kern="1200" cap="none" spc="0" normalizeH="0" baseline="0" noProof="0" dirty="0">
                <a:ln>
                  <a:noFill/>
                </a:ln>
                <a:solidFill>
                  <a:schemeClr val="bg1"/>
                </a:solidFill>
                <a:effectLst/>
                <a:uLnTx/>
                <a:uFillTx/>
                <a:latin typeface="Cooper Black" pitchFamily="18" charset="0"/>
                <a:ea typeface="Segoe UI Black" panose="020B0A02040204020203" pitchFamily="34" charset="0"/>
                <a:cs typeface="+mj-cs"/>
              </a:rPr>
              <a:t>Agenda</a:t>
            </a:r>
            <a:endParaRPr kumimoji="0" lang="en-GB" sz="2400" b="1" i="0" u="none" strike="noStrike" kern="1200" cap="none" spc="0" normalizeH="0" baseline="0" noProof="0" dirty="0">
              <a:ln>
                <a:noFill/>
              </a:ln>
              <a:solidFill>
                <a:schemeClr val="bg1"/>
              </a:solidFill>
              <a:effectLst/>
              <a:uLnTx/>
              <a:uFillTx/>
              <a:latin typeface="Cooper Black" pitchFamily="18" charset="0"/>
              <a:ea typeface="Segoe UI Black" panose="020B0A02040204020203" pitchFamily="34" charset="0"/>
              <a:cs typeface="+mj-cs"/>
            </a:endParaRPr>
          </a:p>
        </p:txBody>
      </p:sp>
      <p:cxnSp>
        <p:nvCxnSpPr>
          <p:cNvPr id="168" name="Straight Arrow Connector 167" title="0">
            <a:extLst>
              <a:ext uri="{FF2B5EF4-FFF2-40B4-BE49-F238E27FC236}">
                <a16:creationId xmlns:a16="http://schemas.microsoft.com/office/drawing/2014/main" id="{BB4EBFF4-97C5-7BB1-7FB6-E52FEA9EB59C}"/>
              </a:ext>
            </a:extLst>
          </p:cNvPr>
          <p:cNvCxnSpPr/>
          <p:nvPr/>
        </p:nvCxnSpPr>
        <p:spPr>
          <a:xfrm>
            <a:off x="492501" y="2114036"/>
            <a:ext cx="381000" cy="0"/>
          </a:xfrm>
          <a:prstGeom prst="straightConnector1">
            <a:avLst/>
          </a:prstGeom>
          <a:ln w="539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9" title="0">
            <a:extLst>
              <a:ext uri="{FF2B5EF4-FFF2-40B4-BE49-F238E27FC236}">
                <a16:creationId xmlns:a16="http://schemas.microsoft.com/office/drawing/2014/main" id="{E238156B-CE3C-6C5E-9B5F-8C2314139E0F}"/>
              </a:ext>
            </a:extLst>
          </p:cNvPr>
          <p:cNvCxnSpPr/>
          <p:nvPr/>
        </p:nvCxnSpPr>
        <p:spPr>
          <a:xfrm>
            <a:off x="492501" y="3563092"/>
            <a:ext cx="381000" cy="0"/>
          </a:xfrm>
          <a:prstGeom prst="straightConnector1">
            <a:avLst/>
          </a:prstGeom>
          <a:ln w="53975">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729B1FA8-8A78-DF0C-5E8E-E09737C1834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05963" y="0"/>
            <a:ext cx="660427" cy="652307"/>
          </a:xfrm>
          <a:prstGeom prst="rect">
            <a:avLst/>
          </a:prstGeom>
        </p:spPr>
      </p:pic>
      <p:pic>
        <p:nvPicPr>
          <p:cNvPr id="3" name="Picture 2">
            <a:extLst>
              <a:ext uri="{FF2B5EF4-FFF2-40B4-BE49-F238E27FC236}">
                <a16:creationId xmlns:a16="http://schemas.microsoft.com/office/drawing/2014/main" id="{A936AB23-2CE6-30B5-AD9A-C5D017F3A60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997" y="4745549"/>
            <a:ext cx="402905" cy="397951"/>
          </a:xfrm>
          <a:prstGeom prst="rect">
            <a:avLst/>
          </a:prstGeom>
        </p:spPr>
      </p:pic>
      <p:cxnSp>
        <p:nvCxnSpPr>
          <p:cNvPr id="4" name="Straight Arrow Connector 3" title="0">
            <a:extLst>
              <a:ext uri="{FF2B5EF4-FFF2-40B4-BE49-F238E27FC236}">
                <a16:creationId xmlns:a16="http://schemas.microsoft.com/office/drawing/2014/main" id="{050097A6-632B-E45D-35A6-3B05D2312ABD}"/>
              </a:ext>
            </a:extLst>
          </p:cNvPr>
          <p:cNvCxnSpPr/>
          <p:nvPr/>
        </p:nvCxnSpPr>
        <p:spPr>
          <a:xfrm>
            <a:off x="492501" y="2616782"/>
            <a:ext cx="381000" cy="0"/>
          </a:xfrm>
          <a:prstGeom prst="straightConnector1">
            <a:avLst/>
          </a:prstGeom>
          <a:ln w="539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title="0">
            <a:extLst>
              <a:ext uri="{FF2B5EF4-FFF2-40B4-BE49-F238E27FC236}">
                <a16:creationId xmlns:a16="http://schemas.microsoft.com/office/drawing/2014/main" id="{E20E45E7-4EDB-2077-F1CE-FACB07053D54}"/>
              </a:ext>
            </a:extLst>
          </p:cNvPr>
          <p:cNvCxnSpPr/>
          <p:nvPr/>
        </p:nvCxnSpPr>
        <p:spPr>
          <a:xfrm>
            <a:off x="492501" y="3107513"/>
            <a:ext cx="381000" cy="0"/>
          </a:xfrm>
          <a:prstGeom prst="straightConnector1">
            <a:avLst/>
          </a:prstGeom>
          <a:ln w="539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08D1A70-C8AB-0729-0D0B-1E3ECE283C3B}"/>
              </a:ext>
            </a:extLst>
          </p:cNvPr>
          <p:cNvSpPr txBox="1"/>
          <p:nvPr/>
        </p:nvSpPr>
        <p:spPr>
          <a:xfrm>
            <a:off x="2718769" y="29011"/>
            <a:ext cx="4590000" cy="276999"/>
          </a:xfrm>
          <a:prstGeom prst="rect">
            <a:avLst/>
          </a:prstGeom>
          <a:noFill/>
        </p:spPr>
        <p:txBody>
          <a:bodyPr wrap="square">
            <a:spAutoFit/>
          </a:bodyPr>
          <a:lstStyle/>
          <a:p>
            <a:pPr algn="ctr"/>
            <a:r>
              <a:rPr lang="en-US" sz="1200" dirty="0">
                <a:solidFill>
                  <a:schemeClr val="tx2">
                    <a:lumMod val="60000"/>
                    <a:lumOff val="40000"/>
                  </a:schemeClr>
                </a:solidFill>
                <a:effectLst>
                  <a:outerShdw blurRad="38100" dist="38100" dir="2700000" algn="tl">
                    <a:srgbClr val="000000">
                      <a:alpha val="43137"/>
                    </a:srgbClr>
                  </a:outerShdw>
                </a:effectLst>
                <a:latin typeface="Cooper Black" panose="0208090404030B020404" pitchFamily="18" charset="0"/>
              </a:rPr>
              <a:t>www.anubhavtrainings.com</a:t>
            </a:r>
          </a:p>
        </p:txBody>
      </p:sp>
      <p:grpSp>
        <p:nvGrpSpPr>
          <p:cNvPr id="8" name="Graphic 37">
            <a:extLst>
              <a:ext uri="{FF2B5EF4-FFF2-40B4-BE49-F238E27FC236}">
                <a16:creationId xmlns:a16="http://schemas.microsoft.com/office/drawing/2014/main" id="{8E837A1A-8F4A-B371-3DDA-F9380346855A}"/>
              </a:ext>
            </a:extLst>
          </p:cNvPr>
          <p:cNvGrpSpPr/>
          <p:nvPr/>
        </p:nvGrpSpPr>
        <p:grpSpPr>
          <a:xfrm>
            <a:off x="5019196" y="1123950"/>
            <a:ext cx="3709698" cy="3103485"/>
            <a:chOff x="5548056" y="1374555"/>
            <a:chExt cx="3180837" cy="2852880"/>
          </a:xfrm>
        </p:grpSpPr>
        <p:grpSp>
          <p:nvGrpSpPr>
            <p:cNvPr id="9" name="Graphic 37">
              <a:extLst>
                <a:ext uri="{FF2B5EF4-FFF2-40B4-BE49-F238E27FC236}">
                  <a16:creationId xmlns:a16="http://schemas.microsoft.com/office/drawing/2014/main" id="{7AC95AEC-D4A5-B1B8-055A-3E4B4E9C2781}"/>
                </a:ext>
              </a:extLst>
            </p:cNvPr>
            <p:cNvGrpSpPr/>
            <p:nvPr/>
          </p:nvGrpSpPr>
          <p:grpSpPr>
            <a:xfrm>
              <a:off x="5548056" y="1374555"/>
              <a:ext cx="3180837" cy="2846461"/>
              <a:chOff x="5548056" y="1374555"/>
              <a:chExt cx="3180837" cy="2846461"/>
            </a:xfrm>
          </p:grpSpPr>
          <p:grpSp>
            <p:nvGrpSpPr>
              <p:cNvPr id="10" name="Graphic 37">
                <a:extLst>
                  <a:ext uri="{FF2B5EF4-FFF2-40B4-BE49-F238E27FC236}">
                    <a16:creationId xmlns:a16="http://schemas.microsoft.com/office/drawing/2014/main" id="{4FBA6FA2-9353-2647-508E-5D23D382393C}"/>
                  </a:ext>
                </a:extLst>
              </p:cNvPr>
              <p:cNvGrpSpPr/>
              <p:nvPr/>
            </p:nvGrpSpPr>
            <p:grpSpPr>
              <a:xfrm>
                <a:off x="6446428" y="2425775"/>
                <a:ext cx="349922" cy="460589"/>
                <a:chOff x="6446428" y="2425775"/>
                <a:chExt cx="349922" cy="460589"/>
              </a:xfrm>
              <a:solidFill>
                <a:srgbClr val="9D70F2"/>
              </a:solidFill>
            </p:grpSpPr>
            <p:sp>
              <p:nvSpPr>
                <p:cNvPr id="266" name="Freeform: Shape 265">
                  <a:extLst>
                    <a:ext uri="{FF2B5EF4-FFF2-40B4-BE49-F238E27FC236}">
                      <a16:creationId xmlns:a16="http://schemas.microsoft.com/office/drawing/2014/main" id="{77CF32B7-0D78-8B54-53DB-4EC0234745CC}"/>
                    </a:ext>
                  </a:extLst>
                </p:cNvPr>
                <p:cNvSpPr/>
                <p:nvPr/>
              </p:nvSpPr>
              <p:spPr>
                <a:xfrm>
                  <a:off x="6508171" y="2450196"/>
                  <a:ext cx="288179" cy="390288"/>
                </a:xfrm>
                <a:custGeom>
                  <a:avLst/>
                  <a:gdLst>
                    <a:gd name="connsiteX0" fmla="*/ 131360 w 288179"/>
                    <a:gd name="connsiteY0" fmla="*/ 76401 h 390288"/>
                    <a:gd name="connsiteX1" fmla="*/ 122998 w 288179"/>
                    <a:gd name="connsiteY1" fmla="*/ 80893 h 390288"/>
                    <a:gd name="connsiteX2" fmla="*/ 104986 w 288179"/>
                    <a:gd name="connsiteY2" fmla="*/ 81535 h 390288"/>
                    <a:gd name="connsiteX3" fmla="*/ 90191 w 288179"/>
                    <a:gd name="connsiteY3" fmla="*/ 87312 h 390288"/>
                    <a:gd name="connsiteX4" fmla="*/ 81185 w 288179"/>
                    <a:gd name="connsiteY4" fmla="*/ 86028 h 390288"/>
                    <a:gd name="connsiteX5" fmla="*/ 67676 w 288179"/>
                    <a:gd name="connsiteY5" fmla="*/ 68699 h 390288"/>
                    <a:gd name="connsiteX6" fmla="*/ 53525 w 288179"/>
                    <a:gd name="connsiteY6" fmla="*/ 49444 h 390288"/>
                    <a:gd name="connsiteX7" fmla="*/ 49022 w 288179"/>
                    <a:gd name="connsiteY7" fmla="*/ 47518 h 390288"/>
                    <a:gd name="connsiteX8" fmla="*/ 36800 w 288179"/>
                    <a:gd name="connsiteY8" fmla="*/ 36607 h 390288"/>
                    <a:gd name="connsiteX9" fmla="*/ 27150 w 288179"/>
                    <a:gd name="connsiteY9" fmla="*/ 24413 h 390288"/>
                    <a:gd name="connsiteX10" fmla="*/ 33583 w 288179"/>
                    <a:gd name="connsiteY10" fmla="*/ 35965 h 390288"/>
                    <a:gd name="connsiteX11" fmla="*/ 45805 w 288179"/>
                    <a:gd name="connsiteY11" fmla="*/ 49444 h 390288"/>
                    <a:gd name="connsiteX12" fmla="*/ 52238 w 288179"/>
                    <a:gd name="connsiteY12" fmla="*/ 55862 h 390288"/>
                    <a:gd name="connsiteX13" fmla="*/ 67033 w 288179"/>
                    <a:gd name="connsiteY13" fmla="*/ 75759 h 390288"/>
                    <a:gd name="connsiteX14" fmla="*/ 68963 w 288179"/>
                    <a:gd name="connsiteY14" fmla="*/ 86028 h 390288"/>
                    <a:gd name="connsiteX15" fmla="*/ 66390 w 288179"/>
                    <a:gd name="connsiteY15" fmla="*/ 97581 h 390288"/>
                    <a:gd name="connsiteX16" fmla="*/ 60601 w 288179"/>
                    <a:gd name="connsiteY16" fmla="*/ 102074 h 390288"/>
                    <a:gd name="connsiteX17" fmla="*/ 51595 w 288179"/>
                    <a:gd name="connsiteY17" fmla="*/ 105924 h 390288"/>
                    <a:gd name="connsiteX18" fmla="*/ 44519 w 288179"/>
                    <a:gd name="connsiteY18" fmla="*/ 99506 h 390288"/>
                    <a:gd name="connsiteX19" fmla="*/ 34226 w 288179"/>
                    <a:gd name="connsiteY19" fmla="*/ 96939 h 390288"/>
                    <a:gd name="connsiteX20" fmla="*/ 41302 w 288179"/>
                    <a:gd name="connsiteY20" fmla="*/ 107208 h 390288"/>
                    <a:gd name="connsiteX21" fmla="*/ 45805 w 288179"/>
                    <a:gd name="connsiteY21" fmla="*/ 121328 h 390288"/>
                    <a:gd name="connsiteX22" fmla="*/ 34870 w 288179"/>
                    <a:gd name="connsiteY22" fmla="*/ 130314 h 390288"/>
                    <a:gd name="connsiteX23" fmla="*/ 30367 w 288179"/>
                    <a:gd name="connsiteY23" fmla="*/ 145076 h 390288"/>
                    <a:gd name="connsiteX24" fmla="*/ 20718 w 288179"/>
                    <a:gd name="connsiteY24" fmla="*/ 154061 h 390288"/>
                    <a:gd name="connsiteX25" fmla="*/ 18788 w 288179"/>
                    <a:gd name="connsiteY25" fmla="*/ 170749 h 390288"/>
                    <a:gd name="connsiteX26" fmla="*/ 12998 w 288179"/>
                    <a:gd name="connsiteY26" fmla="*/ 181018 h 390288"/>
                    <a:gd name="connsiteX27" fmla="*/ 16858 w 288179"/>
                    <a:gd name="connsiteY27" fmla="*/ 193855 h 390288"/>
                    <a:gd name="connsiteX28" fmla="*/ 11712 w 288179"/>
                    <a:gd name="connsiteY28" fmla="*/ 206691 h 390288"/>
                    <a:gd name="connsiteX29" fmla="*/ 133 w 288179"/>
                    <a:gd name="connsiteY29" fmla="*/ 215677 h 390288"/>
                    <a:gd name="connsiteX30" fmla="*/ 9139 w 288179"/>
                    <a:gd name="connsiteY30" fmla="*/ 218886 h 390288"/>
                    <a:gd name="connsiteX31" fmla="*/ 22004 w 288179"/>
                    <a:gd name="connsiteY31" fmla="*/ 224021 h 390288"/>
                    <a:gd name="connsiteX32" fmla="*/ 32297 w 288179"/>
                    <a:gd name="connsiteY32" fmla="*/ 247768 h 390288"/>
                    <a:gd name="connsiteX33" fmla="*/ 18145 w 288179"/>
                    <a:gd name="connsiteY33" fmla="*/ 259321 h 390288"/>
                    <a:gd name="connsiteX34" fmla="*/ 7852 w 288179"/>
                    <a:gd name="connsiteY34" fmla="*/ 268948 h 390288"/>
                    <a:gd name="connsiteX35" fmla="*/ 23291 w 288179"/>
                    <a:gd name="connsiteY35" fmla="*/ 267023 h 390288"/>
                    <a:gd name="connsiteX36" fmla="*/ 39373 w 288179"/>
                    <a:gd name="connsiteY36" fmla="*/ 259963 h 390288"/>
                    <a:gd name="connsiteX37" fmla="*/ 48378 w 288179"/>
                    <a:gd name="connsiteY37" fmla="*/ 276008 h 390288"/>
                    <a:gd name="connsiteX38" fmla="*/ 50951 w 288179"/>
                    <a:gd name="connsiteY38" fmla="*/ 291412 h 390288"/>
                    <a:gd name="connsiteX39" fmla="*/ 61244 w 288179"/>
                    <a:gd name="connsiteY39" fmla="*/ 292054 h 390288"/>
                    <a:gd name="connsiteX40" fmla="*/ 73466 w 288179"/>
                    <a:gd name="connsiteY40" fmla="*/ 301040 h 390288"/>
                    <a:gd name="connsiteX41" fmla="*/ 67033 w 288179"/>
                    <a:gd name="connsiteY41" fmla="*/ 316443 h 390288"/>
                    <a:gd name="connsiteX42" fmla="*/ 74753 w 288179"/>
                    <a:gd name="connsiteY42" fmla="*/ 322862 h 390288"/>
                    <a:gd name="connsiteX43" fmla="*/ 84402 w 288179"/>
                    <a:gd name="connsiteY43" fmla="*/ 304249 h 390288"/>
                    <a:gd name="connsiteX44" fmla="*/ 102413 w 288179"/>
                    <a:gd name="connsiteY44" fmla="*/ 304891 h 390288"/>
                    <a:gd name="connsiteX45" fmla="*/ 104343 w 288179"/>
                    <a:gd name="connsiteY45" fmla="*/ 318369 h 390288"/>
                    <a:gd name="connsiteX46" fmla="*/ 99197 w 288179"/>
                    <a:gd name="connsiteY46" fmla="*/ 330564 h 390288"/>
                    <a:gd name="connsiteX47" fmla="*/ 92764 w 288179"/>
                    <a:gd name="connsiteY47" fmla="*/ 339549 h 390288"/>
                    <a:gd name="connsiteX48" fmla="*/ 88261 w 288179"/>
                    <a:gd name="connsiteY48" fmla="*/ 354311 h 390288"/>
                    <a:gd name="connsiteX49" fmla="*/ 84402 w 288179"/>
                    <a:gd name="connsiteY49" fmla="*/ 365864 h 390288"/>
                    <a:gd name="connsiteX50" fmla="*/ 81829 w 288179"/>
                    <a:gd name="connsiteY50" fmla="*/ 380626 h 390288"/>
                    <a:gd name="connsiteX51" fmla="*/ 78612 w 288179"/>
                    <a:gd name="connsiteY51" fmla="*/ 390253 h 390288"/>
                    <a:gd name="connsiteX52" fmla="*/ 85045 w 288179"/>
                    <a:gd name="connsiteY52" fmla="*/ 378059 h 390288"/>
                    <a:gd name="connsiteX53" fmla="*/ 88904 w 288179"/>
                    <a:gd name="connsiteY53" fmla="*/ 370357 h 390288"/>
                    <a:gd name="connsiteX54" fmla="*/ 98554 w 288179"/>
                    <a:gd name="connsiteY54" fmla="*/ 360729 h 390288"/>
                    <a:gd name="connsiteX55" fmla="*/ 99840 w 288179"/>
                    <a:gd name="connsiteY55" fmla="*/ 346609 h 390288"/>
                    <a:gd name="connsiteX56" fmla="*/ 103700 w 288179"/>
                    <a:gd name="connsiteY56" fmla="*/ 331847 h 390288"/>
                    <a:gd name="connsiteX57" fmla="*/ 113349 w 288179"/>
                    <a:gd name="connsiteY57" fmla="*/ 320936 h 390288"/>
                    <a:gd name="connsiteX58" fmla="*/ 123641 w 288179"/>
                    <a:gd name="connsiteY58" fmla="*/ 312592 h 390288"/>
                    <a:gd name="connsiteX59" fmla="*/ 132647 w 288179"/>
                    <a:gd name="connsiteY59" fmla="*/ 310025 h 390288"/>
                    <a:gd name="connsiteX60" fmla="*/ 142939 w 288179"/>
                    <a:gd name="connsiteY60" fmla="*/ 308742 h 390288"/>
                    <a:gd name="connsiteX61" fmla="*/ 143583 w 288179"/>
                    <a:gd name="connsiteY61" fmla="*/ 324145 h 390288"/>
                    <a:gd name="connsiteX62" fmla="*/ 139080 w 288179"/>
                    <a:gd name="connsiteY62" fmla="*/ 342117 h 390288"/>
                    <a:gd name="connsiteX63" fmla="*/ 149372 w 288179"/>
                    <a:gd name="connsiteY63" fmla="*/ 347893 h 390288"/>
                    <a:gd name="connsiteX64" fmla="*/ 154518 w 288179"/>
                    <a:gd name="connsiteY64" fmla="*/ 329280 h 390288"/>
                    <a:gd name="connsiteX65" fmla="*/ 165454 w 288179"/>
                    <a:gd name="connsiteY65" fmla="*/ 316443 h 390288"/>
                    <a:gd name="connsiteX66" fmla="*/ 188612 w 288179"/>
                    <a:gd name="connsiteY66" fmla="*/ 323504 h 390288"/>
                    <a:gd name="connsiteX67" fmla="*/ 197617 w 288179"/>
                    <a:gd name="connsiteY67" fmla="*/ 335698 h 390288"/>
                    <a:gd name="connsiteX68" fmla="*/ 198904 w 288179"/>
                    <a:gd name="connsiteY68" fmla="*/ 345968 h 390288"/>
                    <a:gd name="connsiteX69" fmla="*/ 205980 w 288179"/>
                    <a:gd name="connsiteY69" fmla="*/ 345326 h 390288"/>
                    <a:gd name="connsiteX70" fmla="*/ 202120 w 288179"/>
                    <a:gd name="connsiteY70" fmla="*/ 328638 h 390288"/>
                    <a:gd name="connsiteX71" fmla="*/ 202764 w 288179"/>
                    <a:gd name="connsiteY71" fmla="*/ 321578 h 390288"/>
                    <a:gd name="connsiteX72" fmla="*/ 206623 w 288179"/>
                    <a:gd name="connsiteY72" fmla="*/ 314518 h 390288"/>
                    <a:gd name="connsiteX73" fmla="*/ 211769 w 288179"/>
                    <a:gd name="connsiteY73" fmla="*/ 305532 h 390288"/>
                    <a:gd name="connsiteX74" fmla="*/ 219489 w 288179"/>
                    <a:gd name="connsiteY74" fmla="*/ 290770 h 390288"/>
                    <a:gd name="connsiteX75" fmla="*/ 232997 w 288179"/>
                    <a:gd name="connsiteY75" fmla="*/ 288845 h 390288"/>
                    <a:gd name="connsiteX76" fmla="*/ 239430 w 288179"/>
                    <a:gd name="connsiteY76" fmla="*/ 292696 h 390288"/>
                    <a:gd name="connsiteX77" fmla="*/ 245220 w 288179"/>
                    <a:gd name="connsiteY77" fmla="*/ 288203 h 390288"/>
                    <a:gd name="connsiteX78" fmla="*/ 249722 w 288179"/>
                    <a:gd name="connsiteY78" fmla="*/ 284994 h 390288"/>
                    <a:gd name="connsiteX79" fmla="*/ 251652 w 288179"/>
                    <a:gd name="connsiteY79" fmla="*/ 274725 h 390288"/>
                    <a:gd name="connsiteX80" fmla="*/ 245220 w 288179"/>
                    <a:gd name="connsiteY80" fmla="*/ 263814 h 390288"/>
                    <a:gd name="connsiteX81" fmla="*/ 249079 w 288179"/>
                    <a:gd name="connsiteY81" fmla="*/ 256112 h 390288"/>
                    <a:gd name="connsiteX82" fmla="*/ 251652 w 288179"/>
                    <a:gd name="connsiteY82" fmla="*/ 245843 h 390288"/>
                    <a:gd name="connsiteX83" fmla="*/ 263231 w 288179"/>
                    <a:gd name="connsiteY83" fmla="*/ 247126 h 390288"/>
                    <a:gd name="connsiteX84" fmla="*/ 271594 w 288179"/>
                    <a:gd name="connsiteY84" fmla="*/ 249052 h 390288"/>
                    <a:gd name="connsiteX85" fmla="*/ 276097 w 288179"/>
                    <a:gd name="connsiteY85" fmla="*/ 238782 h 390288"/>
                    <a:gd name="connsiteX86" fmla="*/ 279313 w 288179"/>
                    <a:gd name="connsiteY86" fmla="*/ 229155 h 390288"/>
                    <a:gd name="connsiteX87" fmla="*/ 283173 w 288179"/>
                    <a:gd name="connsiteY87" fmla="*/ 216319 h 390288"/>
                    <a:gd name="connsiteX88" fmla="*/ 270950 w 288179"/>
                    <a:gd name="connsiteY88" fmla="*/ 211184 h 390288"/>
                    <a:gd name="connsiteX89" fmla="*/ 272237 w 288179"/>
                    <a:gd name="connsiteY89" fmla="*/ 202198 h 390288"/>
                    <a:gd name="connsiteX90" fmla="*/ 286389 w 288179"/>
                    <a:gd name="connsiteY90" fmla="*/ 191929 h 390288"/>
                    <a:gd name="connsiteX91" fmla="*/ 274167 w 288179"/>
                    <a:gd name="connsiteY91" fmla="*/ 190004 h 390288"/>
                    <a:gd name="connsiteX92" fmla="*/ 265804 w 288179"/>
                    <a:gd name="connsiteY92" fmla="*/ 170749 h 390288"/>
                    <a:gd name="connsiteX93" fmla="*/ 280599 w 288179"/>
                    <a:gd name="connsiteY93" fmla="*/ 161122 h 390288"/>
                    <a:gd name="connsiteX94" fmla="*/ 284459 w 288179"/>
                    <a:gd name="connsiteY94" fmla="*/ 152778 h 390288"/>
                    <a:gd name="connsiteX95" fmla="*/ 270950 w 288179"/>
                    <a:gd name="connsiteY95" fmla="*/ 141867 h 390288"/>
                    <a:gd name="connsiteX96" fmla="*/ 256155 w 288179"/>
                    <a:gd name="connsiteY96" fmla="*/ 142509 h 390288"/>
                    <a:gd name="connsiteX97" fmla="*/ 235570 w 288179"/>
                    <a:gd name="connsiteY97" fmla="*/ 139941 h 390288"/>
                    <a:gd name="connsiteX98" fmla="*/ 248436 w 288179"/>
                    <a:gd name="connsiteY98" fmla="*/ 129672 h 390288"/>
                    <a:gd name="connsiteX99" fmla="*/ 254225 w 288179"/>
                    <a:gd name="connsiteY99" fmla="*/ 123254 h 390288"/>
                    <a:gd name="connsiteX100" fmla="*/ 256798 w 288179"/>
                    <a:gd name="connsiteY100" fmla="*/ 110417 h 390288"/>
                    <a:gd name="connsiteX101" fmla="*/ 242646 w 288179"/>
                    <a:gd name="connsiteY101" fmla="*/ 109134 h 390288"/>
                    <a:gd name="connsiteX102" fmla="*/ 227851 w 288179"/>
                    <a:gd name="connsiteY102" fmla="*/ 103999 h 390288"/>
                    <a:gd name="connsiteX103" fmla="*/ 229138 w 288179"/>
                    <a:gd name="connsiteY103" fmla="*/ 90521 h 390288"/>
                    <a:gd name="connsiteX104" fmla="*/ 223348 w 288179"/>
                    <a:gd name="connsiteY104" fmla="*/ 84744 h 390288"/>
                    <a:gd name="connsiteX105" fmla="*/ 213699 w 288179"/>
                    <a:gd name="connsiteY105" fmla="*/ 92446 h 390288"/>
                    <a:gd name="connsiteX106" fmla="*/ 205980 w 288179"/>
                    <a:gd name="connsiteY106" fmla="*/ 81535 h 390288"/>
                    <a:gd name="connsiteX107" fmla="*/ 215629 w 288179"/>
                    <a:gd name="connsiteY107" fmla="*/ 67415 h 390288"/>
                    <a:gd name="connsiteX108" fmla="*/ 218845 w 288179"/>
                    <a:gd name="connsiteY108" fmla="*/ 57146 h 390288"/>
                    <a:gd name="connsiteX109" fmla="*/ 207910 w 288179"/>
                    <a:gd name="connsiteY109" fmla="*/ 59713 h 390288"/>
                    <a:gd name="connsiteX110" fmla="*/ 204050 w 288179"/>
                    <a:gd name="connsiteY110" fmla="*/ 65489 h 390288"/>
                    <a:gd name="connsiteX111" fmla="*/ 201477 w 288179"/>
                    <a:gd name="connsiteY111" fmla="*/ 72550 h 390288"/>
                    <a:gd name="connsiteX112" fmla="*/ 191828 w 288179"/>
                    <a:gd name="connsiteY112" fmla="*/ 82819 h 390288"/>
                    <a:gd name="connsiteX113" fmla="*/ 179606 w 288179"/>
                    <a:gd name="connsiteY113" fmla="*/ 87312 h 390288"/>
                    <a:gd name="connsiteX114" fmla="*/ 157091 w 288179"/>
                    <a:gd name="connsiteY114" fmla="*/ 75759 h 390288"/>
                    <a:gd name="connsiteX115" fmla="*/ 152588 w 288179"/>
                    <a:gd name="connsiteY115" fmla="*/ 59071 h 390288"/>
                    <a:gd name="connsiteX116" fmla="*/ 151945 w 288179"/>
                    <a:gd name="connsiteY116" fmla="*/ 48802 h 390288"/>
                    <a:gd name="connsiteX117" fmla="*/ 153232 w 288179"/>
                    <a:gd name="connsiteY117" fmla="*/ 38533 h 390288"/>
                    <a:gd name="connsiteX118" fmla="*/ 159664 w 288179"/>
                    <a:gd name="connsiteY118" fmla="*/ 19278 h 390288"/>
                    <a:gd name="connsiteX119" fmla="*/ 157735 w 288179"/>
                    <a:gd name="connsiteY119" fmla="*/ 23 h 390288"/>
                    <a:gd name="connsiteX120" fmla="*/ 149372 w 288179"/>
                    <a:gd name="connsiteY120" fmla="*/ 9009 h 390288"/>
                    <a:gd name="connsiteX121" fmla="*/ 148085 w 288179"/>
                    <a:gd name="connsiteY121" fmla="*/ 17352 h 390288"/>
                    <a:gd name="connsiteX122" fmla="*/ 148085 w 288179"/>
                    <a:gd name="connsiteY122" fmla="*/ 27622 h 390288"/>
                    <a:gd name="connsiteX123" fmla="*/ 144226 w 288179"/>
                    <a:gd name="connsiteY123" fmla="*/ 35965 h 390288"/>
                    <a:gd name="connsiteX124" fmla="*/ 145512 w 288179"/>
                    <a:gd name="connsiteY124" fmla="*/ 48802 h 390288"/>
                    <a:gd name="connsiteX125" fmla="*/ 142939 w 288179"/>
                    <a:gd name="connsiteY125" fmla="*/ 59071 h 390288"/>
                    <a:gd name="connsiteX126" fmla="*/ 141010 w 288179"/>
                    <a:gd name="connsiteY126" fmla="*/ 69982 h 390288"/>
                    <a:gd name="connsiteX127" fmla="*/ 131360 w 288179"/>
                    <a:gd name="connsiteY127" fmla="*/ 76401 h 39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288179" h="390288">
                      <a:moveTo>
                        <a:pt x="131360" y="76401"/>
                      </a:moveTo>
                      <a:cubicBezTo>
                        <a:pt x="130717" y="76401"/>
                        <a:pt x="128144" y="78326"/>
                        <a:pt x="122998" y="80893"/>
                      </a:cubicBezTo>
                      <a:cubicBezTo>
                        <a:pt x="117852" y="83461"/>
                        <a:pt x="107559" y="82177"/>
                        <a:pt x="104986" y="81535"/>
                      </a:cubicBezTo>
                      <a:cubicBezTo>
                        <a:pt x="102413" y="81535"/>
                        <a:pt x="95981" y="82819"/>
                        <a:pt x="90191" y="87312"/>
                      </a:cubicBezTo>
                      <a:cubicBezTo>
                        <a:pt x="85045" y="91804"/>
                        <a:pt x="83115" y="88595"/>
                        <a:pt x="81185" y="86028"/>
                      </a:cubicBezTo>
                      <a:cubicBezTo>
                        <a:pt x="79255" y="83461"/>
                        <a:pt x="69606" y="73191"/>
                        <a:pt x="67676" y="68699"/>
                      </a:cubicBezTo>
                      <a:cubicBezTo>
                        <a:pt x="65103" y="64206"/>
                        <a:pt x="54811" y="52011"/>
                        <a:pt x="53525" y="49444"/>
                      </a:cubicBezTo>
                      <a:cubicBezTo>
                        <a:pt x="52881" y="46877"/>
                        <a:pt x="51595" y="48160"/>
                        <a:pt x="49022" y="47518"/>
                      </a:cubicBezTo>
                      <a:cubicBezTo>
                        <a:pt x="46449" y="46877"/>
                        <a:pt x="38086" y="38533"/>
                        <a:pt x="36800" y="36607"/>
                      </a:cubicBezTo>
                      <a:cubicBezTo>
                        <a:pt x="35513" y="34682"/>
                        <a:pt x="31653" y="22487"/>
                        <a:pt x="27150" y="24413"/>
                      </a:cubicBezTo>
                      <a:cubicBezTo>
                        <a:pt x="22647" y="26338"/>
                        <a:pt x="30367" y="32756"/>
                        <a:pt x="33583" y="35965"/>
                      </a:cubicBezTo>
                      <a:cubicBezTo>
                        <a:pt x="36156" y="39175"/>
                        <a:pt x="40659" y="46235"/>
                        <a:pt x="45805" y="49444"/>
                      </a:cubicBezTo>
                      <a:cubicBezTo>
                        <a:pt x="50308" y="52653"/>
                        <a:pt x="49665" y="53295"/>
                        <a:pt x="52238" y="55862"/>
                      </a:cubicBezTo>
                      <a:cubicBezTo>
                        <a:pt x="55454" y="58429"/>
                        <a:pt x="65103" y="71266"/>
                        <a:pt x="67033" y="75759"/>
                      </a:cubicBezTo>
                      <a:cubicBezTo>
                        <a:pt x="68963" y="79610"/>
                        <a:pt x="71536" y="79610"/>
                        <a:pt x="68963" y="86028"/>
                      </a:cubicBezTo>
                      <a:cubicBezTo>
                        <a:pt x="66390" y="92446"/>
                        <a:pt x="68963" y="95655"/>
                        <a:pt x="66390" y="97581"/>
                      </a:cubicBezTo>
                      <a:cubicBezTo>
                        <a:pt x="63817" y="99506"/>
                        <a:pt x="61887" y="98223"/>
                        <a:pt x="60601" y="102074"/>
                      </a:cubicBezTo>
                      <a:cubicBezTo>
                        <a:pt x="59314" y="105924"/>
                        <a:pt x="55454" y="105924"/>
                        <a:pt x="51595" y="105924"/>
                      </a:cubicBezTo>
                      <a:cubicBezTo>
                        <a:pt x="47735" y="105283"/>
                        <a:pt x="45805" y="102074"/>
                        <a:pt x="44519" y="99506"/>
                      </a:cubicBezTo>
                      <a:cubicBezTo>
                        <a:pt x="43232" y="96939"/>
                        <a:pt x="37443" y="92446"/>
                        <a:pt x="34226" y="96939"/>
                      </a:cubicBezTo>
                      <a:cubicBezTo>
                        <a:pt x="31010" y="101432"/>
                        <a:pt x="38086" y="104641"/>
                        <a:pt x="41302" y="107208"/>
                      </a:cubicBezTo>
                      <a:cubicBezTo>
                        <a:pt x="44519" y="109775"/>
                        <a:pt x="51595" y="112985"/>
                        <a:pt x="45805" y="121328"/>
                      </a:cubicBezTo>
                      <a:cubicBezTo>
                        <a:pt x="40016" y="130314"/>
                        <a:pt x="38086" y="126463"/>
                        <a:pt x="34870" y="130314"/>
                      </a:cubicBezTo>
                      <a:cubicBezTo>
                        <a:pt x="31653" y="134165"/>
                        <a:pt x="33583" y="141867"/>
                        <a:pt x="30367" y="145076"/>
                      </a:cubicBezTo>
                      <a:cubicBezTo>
                        <a:pt x="27150" y="148285"/>
                        <a:pt x="22647" y="148927"/>
                        <a:pt x="20718" y="154061"/>
                      </a:cubicBezTo>
                      <a:cubicBezTo>
                        <a:pt x="18788" y="159196"/>
                        <a:pt x="21361" y="165614"/>
                        <a:pt x="18788" y="170749"/>
                      </a:cubicBezTo>
                      <a:cubicBezTo>
                        <a:pt x="16858" y="175884"/>
                        <a:pt x="12998" y="175884"/>
                        <a:pt x="12998" y="181018"/>
                      </a:cubicBezTo>
                      <a:cubicBezTo>
                        <a:pt x="12998" y="186795"/>
                        <a:pt x="16215" y="188720"/>
                        <a:pt x="16858" y="193855"/>
                      </a:cubicBezTo>
                      <a:cubicBezTo>
                        <a:pt x="16858" y="198989"/>
                        <a:pt x="16215" y="204124"/>
                        <a:pt x="11712" y="206691"/>
                      </a:cubicBezTo>
                      <a:cubicBezTo>
                        <a:pt x="7209" y="208617"/>
                        <a:pt x="-1154" y="213109"/>
                        <a:pt x="133" y="215677"/>
                      </a:cubicBezTo>
                      <a:cubicBezTo>
                        <a:pt x="1420" y="218244"/>
                        <a:pt x="3993" y="219528"/>
                        <a:pt x="9139" y="218886"/>
                      </a:cubicBezTo>
                      <a:cubicBezTo>
                        <a:pt x="14285" y="218244"/>
                        <a:pt x="18145" y="219528"/>
                        <a:pt x="22004" y="224021"/>
                      </a:cubicBezTo>
                      <a:cubicBezTo>
                        <a:pt x="25221" y="228513"/>
                        <a:pt x="34226" y="238782"/>
                        <a:pt x="32297" y="247768"/>
                      </a:cubicBezTo>
                      <a:cubicBezTo>
                        <a:pt x="30367" y="256754"/>
                        <a:pt x="27150" y="256754"/>
                        <a:pt x="18145" y="259321"/>
                      </a:cubicBezTo>
                      <a:cubicBezTo>
                        <a:pt x="9139" y="261888"/>
                        <a:pt x="5279" y="267023"/>
                        <a:pt x="7852" y="268948"/>
                      </a:cubicBezTo>
                      <a:cubicBezTo>
                        <a:pt x="10425" y="270874"/>
                        <a:pt x="19431" y="270874"/>
                        <a:pt x="23291" y="267023"/>
                      </a:cubicBezTo>
                      <a:cubicBezTo>
                        <a:pt x="27150" y="263172"/>
                        <a:pt x="32940" y="258679"/>
                        <a:pt x="39373" y="259963"/>
                      </a:cubicBezTo>
                      <a:cubicBezTo>
                        <a:pt x="45805" y="261246"/>
                        <a:pt x="47735" y="268948"/>
                        <a:pt x="48378" y="276008"/>
                      </a:cubicBezTo>
                      <a:cubicBezTo>
                        <a:pt x="49665" y="283069"/>
                        <a:pt x="47735" y="288845"/>
                        <a:pt x="50951" y="291412"/>
                      </a:cubicBezTo>
                      <a:cubicBezTo>
                        <a:pt x="53525" y="293980"/>
                        <a:pt x="57384" y="292696"/>
                        <a:pt x="61244" y="292054"/>
                      </a:cubicBezTo>
                      <a:cubicBezTo>
                        <a:pt x="65103" y="291412"/>
                        <a:pt x="72823" y="296547"/>
                        <a:pt x="73466" y="301040"/>
                      </a:cubicBezTo>
                      <a:cubicBezTo>
                        <a:pt x="74109" y="305532"/>
                        <a:pt x="70250" y="311309"/>
                        <a:pt x="67033" y="316443"/>
                      </a:cubicBezTo>
                      <a:cubicBezTo>
                        <a:pt x="63817" y="321578"/>
                        <a:pt x="70893" y="329280"/>
                        <a:pt x="74753" y="322862"/>
                      </a:cubicBezTo>
                      <a:cubicBezTo>
                        <a:pt x="78612" y="316443"/>
                        <a:pt x="81829" y="306816"/>
                        <a:pt x="84402" y="304249"/>
                      </a:cubicBezTo>
                      <a:cubicBezTo>
                        <a:pt x="86975" y="301040"/>
                        <a:pt x="99197" y="301040"/>
                        <a:pt x="102413" y="304891"/>
                      </a:cubicBezTo>
                      <a:cubicBezTo>
                        <a:pt x="105630" y="308742"/>
                        <a:pt x="106273" y="313876"/>
                        <a:pt x="104343" y="318369"/>
                      </a:cubicBezTo>
                      <a:cubicBezTo>
                        <a:pt x="102413" y="322862"/>
                        <a:pt x="100483" y="327354"/>
                        <a:pt x="99197" y="330564"/>
                      </a:cubicBezTo>
                      <a:cubicBezTo>
                        <a:pt x="97267" y="333773"/>
                        <a:pt x="94051" y="334415"/>
                        <a:pt x="92764" y="339549"/>
                      </a:cubicBezTo>
                      <a:cubicBezTo>
                        <a:pt x="91478" y="344042"/>
                        <a:pt x="90834" y="349177"/>
                        <a:pt x="88261" y="354311"/>
                      </a:cubicBezTo>
                      <a:cubicBezTo>
                        <a:pt x="85688" y="359446"/>
                        <a:pt x="83758" y="363939"/>
                        <a:pt x="84402" y="365864"/>
                      </a:cubicBezTo>
                      <a:cubicBezTo>
                        <a:pt x="85688" y="367790"/>
                        <a:pt x="83758" y="374850"/>
                        <a:pt x="81829" y="380626"/>
                      </a:cubicBezTo>
                      <a:cubicBezTo>
                        <a:pt x="79899" y="386402"/>
                        <a:pt x="77326" y="389612"/>
                        <a:pt x="78612" y="390253"/>
                      </a:cubicBezTo>
                      <a:cubicBezTo>
                        <a:pt x="79899" y="390895"/>
                        <a:pt x="83115" y="382552"/>
                        <a:pt x="85045" y="378059"/>
                      </a:cubicBezTo>
                      <a:cubicBezTo>
                        <a:pt x="86331" y="373566"/>
                        <a:pt x="85688" y="370357"/>
                        <a:pt x="88904" y="370357"/>
                      </a:cubicBezTo>
                      <a:cubicBezTo>
                        <a:pt x="92121" y="370357"/>
                        <a:pt x="95981" y="366506"/>
                        <a:pt x="98554" y="360729"/>
                      </a:cubicBezTo>
                      <a:cubicBezTo>
                        <a:pt x="101127" y="354953"/>
                        <a:pt x="98554" y="351102"/>
                        <a:pt x="99840" y="346609"/>
                      </a:cubicBezTo>
                      <a:cubicBezTo>
                        <a:pt x="101127" y="342117"/>
                        <a:pt x="99197" y="334415"/>
                        <a:pt x="103700" y="331847"/>
                      </a:cubicBezTo>
                      <a:cubicBezTo>
                        <a:pt x="108203" y="329280"/>
                        <a:pt x="110776" y="326071"/>
                        <a:pt x="113349" y="320936"/>
                      </a:cubicBezTo>
                      <a:cubicBezTo>
                        <a:pt x="115922" y="315802"/>
                        <a:pt x="121068" y="313876"/>
                        <a:pt x="123641" y="312592"/>
                      </a:cubicBezTo>
                      <a:cubicBezTo>
                        <a:pt x="125571" y="311309"/>
                        <a:pt x="130074" y="310025"/>
                        <a:pt x="132647" y="310025"/>
                      </a:cubicBezTo>
                      <a:cubicBezTo>
                        <a:pt x="135863" y="310025"/>
                        <a:pt x="142296" y="306816"/>
                        <a:pt x="142939" y="308742"/>
                      </a:cubicBezTo>
                      <a:cubicBezTo>
                        <a:pt x="143583" y="310667"/>
                        <a:pt x="145512" y="317727"/>
                        <a:pt x="143583" y="324145"/>
                      </a:cubicBezTo>
                      <a:cubicBezTo>
                        <a:pt x="143583" y="324145"/>
                        <a:pt x="137150" y="344684"/>
                        <a:pt x="139080" y="342117"/>
                      </a:cubicBezTo>
                      <a:cubicBezTo>
                        <a:pt x="147442" y="333773"/>
                        <a:pt x="147442" y="343400"/>
                        <a:pt x="149372" y="347893"/>
                      </a:cubicBezTo>
                      <a:cubicBezTo>
                        <a:pt x="150659" y="351744"/>
                        <a:pt x="152588" y="333773"/>
                        <a:pt x="154518" y="329280"/>
                      </a:cubicBezTo>
                      <a:cubicBezTo>
                        <a:pt x="156448" y="324787"/>
                        <a:pt x="162238" y="317727"/>
                        <a:pt x="165454" y="316443"/>
                      </a:cubicBezTo>
                      <a:cubicBezTo>
                        <a:pt x="168670" y="315160"/>
                        <a:pt x="182822" y="317727"/>
                        <a:pt x="188612" y="323504"/>
                      </a:cubicBezTo>
                      <a:cubicBezTo>
                        <a:pt x="194401" y="328638"/>
                        <a:pt x="195044" y="331847"/>
                        <a:pt x="197617" y="335698"/>
                      </a:cubicBezTo>
                      <a:cubicBezTo>
                        <a:pt x="200191" y="339549"/>
                        <a:pt x="198904" y="342758"/>
                        <a:pt x="198904" y="345968"/>
                      </a:cubicBezTo>
                      <a:cubicBezTo>
                        <a:pt x="198904" y="349818"/>
                        <a:pt x="207910" y="353669"/>
                        <a:pt x="205980" y="345326"/>
                      </a:cubicBezTo>
                      <a:cubicBezTo>
                        <a:pt x="204693" y="336982"/>
                        <a:pt x="202764" y="332489"/>
                        <a:pt x="202120" y="328638"/>
                      </a:cubicBezTo>
                      <a:cubicBezTo>
                        <a:pt x="200834" y="324787"/>
                        <a:pt x="201477" y="323504"/>
                        <a:pt x="202764" y="321578"/>
                      </a:cubicBezTo>
                      <a:cubicBezTo>
                        <a:pt x="204050" y="319653"/>
                        <a:pt x="202120" y="316443"/>
                        <a:pt x="206623" y="314518"/>
                      </a:cubicBezTo>
                      <a:cubicBezTo>
                        <a:pt x="211126" y="312592"/>
                        <a:pt x="211769" y="310667"/>
                        <a:pt x="211769" y="305532"/>
                      </a:cubicBezTo>
                      <a:cubicBezTo>
                        <a:pt x="211769" y="299756"/>
                        <a:pt x="211769" y="296547"/>
                        <a:pt x="219489" y="290770"/>
                      </a:cubicBezTo>
                      <a:cubicBezTo>
                        <a:pt x="227208" y="284352"/>
                        <a:pt x="231068" y="287561"/>
                        <a:pt x="232997" y="288845"/>
                      </a:cubicBezTo>
                      <a:cubicBezTo>
                        <a:pt x="234927" y="290129"/>
                        <a:pt x="238144" y="292696"/>
                        <a:pt x="239430" y="292696"/>
                      </a:cubicBezTo>
                      <a:cubicBezTo>
                        <a:pt x="240717" y="292696"/>
                        <a:pt x="243290" y="288845"/>
                        <a:pt x="245220" y="288203"/>
                      </a:cubicBezTo>
                      <a:cubicBezTo>
                        <a:pt x="247149" y="288203"/>
                        <a:pt x="247793" y="289487"/>
                        <a:pt x="249722" y="284994"/>
                      </a:cubicBezTo>
                      <a:cubicBezTo>
                        <a:pt x="251652" y="279859"/>
                        <a:pt x="253582" y="277292"/>
                        <a:pt x="251652" y="274725"/>
                      </a:cubicBezTo>
                      <a:cubicBezTo>
                        <a:pt x="249722" y="271516"/>
                        <a:pt x="244576" y="268307"/>
                        <a:pt x="245220" y="263814"/>
                      </a:cubicBezTo>
                      <a:cubicBezTo>
                        <a:pt x="245863" y="259963"/>
                        <a:pt x="249722" y="259321"/>
                        <a:pt x="249079" y="256112"/>
                      </a:cubicBezTo>
                      <a:cubicBezTo>
                        <a:pt x="249079" y="252261"/>
                        <a:pt x="249079" y="248410"/>
                        <a:pt x="251652" y="245843"/>
                      </a:cubicBezTo>
                      <a:cubicBezTo>
                        <a:pt x="254225" y="243275"/>
                        <a:pt x="261301" y="245201"/>
                        <a:pt x="263231" y="247126"/>
                      </a:cubicBezTo>
                      <a:cubicBezTo>
                        <a:pt x="265161" y="249052"/>
                        <a:pt x="270950" y="250977"/>
                        <a:pt x="271594" y="249052"/>
                      </a:cubicBezTo>
                      <a:cubicBezTo>
                        <a:pt x="272237" y="247126"/>
                        <a:pt x="272880" y="241992"/>
                        <a:pt x="276097" y="238782"/>
                      </a:cubicBezTo>
                      <a:cubicBezTo>
                        <a:pt x="279313" y="235573"/>
                        <a:pt x="278026" y="233648"/>
                        <a:pt x="279313" y="229155"/>
                      </a:cubicBezTo>
                      <a:cubicBezTo>
                        <a:pt x="280599" y="225304"/>
                        <a:pt x="285102" y="218244"/>
                        <a:pt x="283173" y="216319"/>
                      </a:cubicBezTo>
                      <a:cubicBezTo>
                        <a:pt x="281886" y="214393"/>
                        <a:pt x="274167" y="213751"/>
                        <a:pt x="270950" y="211184"/>
                      </a:cubicBezTo>
                      <a:cubicBezTo>
                        <a:pt x="267734" y="208617"/>
                        <a:pt x="265804" y="204124"/>
                        <a:pt x="272237" y="202198"/>
                      </a:cubicBezTo>
                      <a:cubicBezTo>
                        <a:pt x="278670" y="200273"/>
                        <a:pt x="290249" y="195780"/>
                        <a:pt x="286389" y="191929"/>
                      </a:cubicBezTo>
                      <a:cubicBezTo>
                        <a:pt x="281886" y="188078"/>
                        <a:pt x="276740" y="191287"/>
                        <a:pt x="274167" y="190004"/>
                      </a:cubicBezTo>
                      <a:cubicBezTo>
                        <a:pt x="270950" y="188720"/>
                        <a:pt x="261945" y="177167"/>
                        <a:pt x="265804" y="170749"/>
                      </a:cubicBezTo>
                      <a:cubicBezTo>
                        <a:pt x="269664" y="164331"/>
                        <a:pt x="276097" y="161763"/>
                        <a:pt x="280599" y="161122"/>
                      </a:cubicBezTo>
                      <a:cubicBezTo>
                        <a:pt x="285102" y="160480"/>
                        <a:pt x="292822" y="157912"/>
                        <a:pt x="284459" y="152778"/>
                      </a:cubicBezTo>
                      <a:cubicBezTo>
                        <a:pt x="276740" y="147643"/>
                        <a:pt x="274167" y="143792"/>
                        <a:pt x="270950" y="141867"/>
                      </a:cubicBezTo>
                      <a:cubicBezTo>
                        <a:pt x="267091" y="139941"/>
                        <a:pt x="260015" y="142509"/>
                        <a:pt x="256155" y="142509"/>
                      </a:cubicBezTo>
                      <a:cubicBezTo>
                        <a:pt x="252296" y="142509"/>
                        <a:pt x="236214" y="143150"/>
                        <a:pt x="235570" y="139941"/>
                      </a:cubicBezTo>
                      <a:cubicBezTo>
                        <a:pt x="234927" y="136732"/>
                        <a:pt x="243933" y="130956"/>
                        <a:pt x="248436" y="129672"/>
                      </a:cubicBezTo>
                      <a:cubicBezTo>
                        <a:pt x="252939" y="128388"/>
                        <a:pt x="254225" y="126463"/>
                        <a:pt x="254225" y="123254"/>
                      </a:cubicBezTo>
                      <a:cubicBezTo>
                        <a:pt x="253582" y="120045"/>
                        <a:pt x="258085" y="114268"/>
                        <a:pt x="256798" y="110417"/>
                      </a:cubicBezTo>
                      <a:cubicBezTo>
                        <a:pt x="255512" y="106566"/>
                        <a:pt x="249079" y="106566"/>
                        <a:pt x="242646" y="109134"/>
                      </a:cubicBezTo>
                      <a:cubicBezTo>
                        <a:pt x="236214" y="111701"/>
                        <a:pt x="229138" y="107850"/>
                        <a:pt x="227851" y="103999"/>
                      </a:cubicBezTo>
                      <a:cubicBezTo>
                        <a:pt x="227208" y="100148"/>
                        <a:pt x="227208" y="92446"/>
                        <a:pt x="229138" y="90521"/>
                      </a:cubicBezTo>
                      <a:cubicBezTo>
                        <a:pt x="231068" y="87953"/>
                        <a:pt x="227851" y="81535"/>
                        <a:pt x="223348" y="84744"/>
                      </a:cubicBezTo>
                      <a:cubicBezTo>
                        <a:pt x="218845" y="87953"/>
                        <a:pt x="217559" y="93088"/>
                        <a:pt x="213699" y="92446"/>
                      </a:cubicBezTo>
                      <a:cubicBezTo>
                        <a:pt x="209840" y="92446"/>
                        <a:pt x="204050" y="88595"/>
                        <a:pt x="205980" y="81535"/>
                      </a:cubicBezTo>
                      <a:cubicBezTo>
                        <a:pt x="207910" y="74475"/>
                        <a:pt x="213056" y="69340"/>
                        <a:pt x="215629" y="67415"/>
                      </a:cubicBezTo>
                      <a:cubicBezTo>
                        <a:pt x="218202" y="65489"/>
                        <a:pt x="223348" y="60997"/>
                        <a:pt x="218845" y="57146"/>
                      </a:cubicBezTo>
                      <a:cubicBezTo>
                        <a:pt x="214342" y="53295"/>
                        <a:pt x="209196" y="57788"/>
                        <a:pt x="207910" y="59713"/>
                      </a:cubicBezTo>
                      <a:cubicBezTo>
                        <a:pt x="206623" y="61639"/>
                        <a:pt x="205980" y="63564"/>
                        <a:pt x="204050" y="65489"/>
                      </a:cubicBezTo>
                      <a:cubicBezTo>
                        <a:pt x="202120" y="68057"/>
                        <a:pt x="202764" y="69982"/>
                        <a:pt x="201477" y="72550"/>
                      </a:cubicBezTo>
                      <a:cubicBezTo>
                        <a:pt x="200191" y="75759"/>
                        <a:pt x="193114" y="78968"/>
                        <a:pt x="191828" y="82819"/>
                      </a:cubicBezTo>
                      <a:cubicBezTo>
                        <a:pt x="190541" y="86670"/>
                        <a:pt x="183465" y="87312"/>
                        <a:pt x="179606" y="87312"/>
                      </a:cubicBezTo>
                      <a:cubicBezTo>
                        <a:pt x="175746" y="87312"/>
                        <a:pt x="163524" y="82819"/>
                        <a:pt x="157091" y="75759"/>
                      </a:cubicBezTo>
                      <a:cubicBezTo>
                        <a:pt x="150659" y="68699"/>
                        <a:pt x="151302" y="63564"/>
                        <a:pt x="152588" y="59071"/>
                      </a:cubicBezTo>
                      <a:cubicBezTo>
                        <a:pt x="153232" y="55220"/>
                        <a:pt x="153875" y="50086"/>
                        <a:pt x="151945" y="48802"/>
                      </a:cubicBezTo>
                      <a:cubicBezTo>
                        <a:pt x="150015" y="47518"/>
                        <a:pt x="150015" y="44951"/>
                        <a:pt x="153232" y="38533"/>
                      </a:cubicBezTo>
                      <a:cubicBezTo>
                        <a:pt x="155805" y="32756"/>
                        <a:pt x="157091" y="26338"/>
                        <a:pt x="159664" y="19278"/>
                      </a:cubicBezTo>
                      <a:cubicBezTo>
                        <a:pt x="161594" y="12218"/>
                        <a:pt x="164167" y="-619"/>
                        <a:pt x="157735" y="23"/>
                      </a:cubicBezTo>
                      <a:cubicBezTo>
                        <a:pt x="151302" y="665"/>
                        <a:pt x="149372" y="7083"/>
                        <a:pt x="149372" y="9009"/>
                      </a:cubicBezTo>
                      <a:cubicBezTo>
                        <a:pt x="149372" y="10934"/>
                        <a:pt x="148729" y="15427"/>
                        <a:pt x="148085" y="17352"/>
                      </a:cubicBezTo>
                      <a:cubicBezTo>
                        <a:pt x="147442" y="19278"/>
                        <a:pt x="150015" y="24413"/>
                        <a:pt x="148085" y="27622"/>
                      </a:cubicBezTo>
                      <a:cubicBezTo>
                        <a:pt x="146156" y="31473"/>
                        <a:pt x="144869" y="32114"/>
                        <a:pt x="144226" y="35965"/>
                      </a:cubicBezTo>
                      <a:cubicBezTo>
                        <a:pt x="144226" y="39816"/>
                        <a:pt x="144869" y="43667"/>
                        <a:pt x="145512" y="48802"/>
                      </a:cubicBezTo>
                      <a:cubicBezTo>
                        <a:pt x="146156" y="53937"/>
                        <a:pt x="143583" y="55862"/>
                        <a:pt x="142939" y="59071"/>
                      </a:cubicBezTo>
                      <a:cubicBezTo>
                        <a:pt x="142939" y="62280"/>
                        <a:pt x="144869" y="65489"/>
                        <a:pt x="141010" y="69982"/>
                      </a:cubicBezTo>
                      <a:cubicBezTo>
                        <a:pt x="138436" y="76401"/>
                        <a:pt x="137150" y="73833"/>
                        <a:pt x="131360" y="76401"/>
                      </a:cubicBezTo>
                      <a:close/>
                    </a:path>
                  </a:pathLst>
                </a:custGeom>
                <a:solidFill>
                  <a:schemeClr val="accent1"/>
                </a:solidFill>
                <a:ln w="6424" cap="flat">
                  <a:noFill/>
                  <a:prstDash val="solid"/>
                  <a:miter/>
                </a:ln>
              </p:spPr>
              <p:txBody>
                <a:bodyPr rtlCol="0" anchor="ctr"/>
                <a:lstStyle/>
                <a:p>
                  <a:endParaRPr lang="pt-BR"/>
                </a:p>
              </p:txBody>
            </p:sp>
            <p:sp>
              <p:nvSpPr>
                <p:cNvPr id="267" name="Freeform: Shape 266">
                  <a:extLst>
                    <a:ext uri="{FF2B5EF4-FFF2-40B4-BE49-F238E27FC236}">
                      <a16:creationId xmlns:a16="http://schemas.microsoft.com/office/drawing/2014/main" id="{40425396-6F29-2D25-27E6-24187096F715}"/>
                    </a:ext>
                  </a:extLst>
                </p:cNvPr>
                <p:cNvSpPr/>
                <p:nvPr/>
              </p:nvSpPr>
              <p:spPr>
                <a:xfrm>
                  <a:off x="6686391" y="2464733"/>
                  <a:ext cx="40603" cy="41184"/>
                </a:xfrm>
                <a:custGeom>
                  <a:avLst/>
                  <a:gdLst>
                    <a:gd name="connsiteX0" fmla="*/ 9749 w 40603"/>
                    <a:gd name="connsiteY0" fmla="*/ 36190 h 41184"/>
                    <a:gd name="connsiteX1" fmla="*/ 1386 w 40603"/>
                    <a:gd name="connsiteY1" fmla="*/ 24637 h 41184"/>
                    <a:gd name="connsiteX2" fmla="*/ 2673 w 40603"/>
                    <a:gd name="connsiteY2" fmla="*/ 13726 h 41184"/>
                    <a:gd name="connsiteX3" fmla="*/ 12322 w 40603"/>
                    <a:gd name="connsiteY3" fmla="*/ 1531 h 41184"/>
                    <a:gd name="connsiteX4" fmla="*/ 27760 w 40603"/>
                    <a:gd name="connsiteY4" fmla="*/ 2815 h 41184"/>
                    <a:gd name="connsiteX5" fmla="*/ 38052 w 40603"/>
                    <a:gd name="connsiteY5" fmla="*/ 9875 h 41184"/>
                    <a:gd name="connsiteX6" fmla="*/ 38696 w 40603"/>
                    <a:gd name="connsiteY6" fmla="*/ 23995 h 41184"/>
                    <a:gd name="connsiteX7" fmla="*/ 33550 w 40603"/>
                    <a:gd name="connsiteY7" fmla="*/ 32981 h 41184"/>
                    <a:gd name="connsiteX8" fmla="*/ 26474 w 40603"/>
                    <a:gd name="connsiteY8" fmla="*/ 32339 h 41184"/>
                    <a:gd name="connsiteX9" fmla="*/ 22614 w 40603"/>
                    <a:gd name="connsiteY9" fmla="*/ 38757 h 41184"/>
                    <a:gd name="connsiteX10" fmla="*/ 9749 w 40603"/>
                    <a:gd name="connsiteY10" fmla="*/ 36190 h 4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603" h="41184">
                      <a:moveTo>
                        <a:pt x="9749" y="36190"/>
                      </a:moveTo>
                      <a:cubicBezTo>
                        <a:pt x="9749" y="36190"/>
                        <a:pt x="4602" y="29771"/>
                        <a:pt x="1386" y="24637"/>
                      </a:cubicBezTo>
                      <a:cubicBezTo>
                        <a:pt x="-1830" y="18860"/>
                        <a:pt x="1386" y="16935"/>
                        <a:pt x="2673" y="13726"/>
                      </a:cubicBezTo>
                      <a:cubicBezTo>
                        <a:pt x="3959" y="10517"/>
                        <a:pt x="9105" y="3457"/>
                        <a:pt x="12322" y="1531"/>
                      </a:cubicBezTo>
                      <a:cubicBezTo>
                        <a:pt x="15538" y="-394"/>
                        <a:pt x="23257" y="-1036"/>
                        <a:pt x="27760" y="2815"/>
                      </a:cubicBezTo>
                      <a:cubicBezTo>
                        <a:pt x="32263" y="7308"/>
                        <a:pt x="35479" y="4740"/>
                        <a:pt x="38052" y="9875"/>
                      </a:cubicBezTo>
                      <a:cubicBezTo>
                        <a:pt x="40626" y="14368"/>
                        <a:pt x="41912" y="18860"/>
                        <a:pt x="38696" y="23995"/>
                      </a:cubicBezTo>
                      <a:cubicBezTo>
                        <a:pt x="35479" y="29130"/>
                        <a:pt x="36766" y="29771"/>
                        <a:pt x="33550" y="32981"/>
                      </a:cubicBezTo>
                      <a:cubicBezTo>
                        <a:pt x="30333" y="36190"/>
                        <a:pt x="29690" y="31055"/>
                        <a:pt x="26474" y="32339"/>
                      </a:cubicBezTo>
                      <a:cubicBezTo>
                        <a:pt x="22614" y="34264"/>
                        <a:pt x="27117" y="34264"/>
                        <a:pt x="22614" y="38757"/>
                      </a:cubicBezTo>
                      <a:cubicBezTo>
                        <a:pt x="18754" y="42608"/>
                        <a:pt x="14251" y="41966"/>
                        <a:pt x="9749" y="36190"/>
                      </a:cubicBezTo>
                      <a:close/>
                    </a:path>
                  </a:pathLst>
                </a:custGeom>
                <a:solidFill>
                  <a:schemeClr val="accent1"/>
                </a:solidFill>
                <a:ln w="6424" cap="flat">
                  <a:noFill/>
                  <a:prstDash val="solid"/>
                  <a:miter/>
                </a:ln>
              </p:spPr>
              <p:txBody>
                <a:bodyPr rtlCol="0" anchor="ctr"/>
                <a:lstStyle/>
                <a:p>
                  <a:endParaRPr lang="pt-BR"/>
                </a:p>
              </p:txBody>
            </p:sp>
            <p:sp>
              <p:nvSpPr>
                <p:cNvPr id="268" name="Freeform: Shape 267">
                  <a:extLst>
                    <a:ext uri="{FF2B5EF4-FFF2-40B4-BE49-F238E27FC236}">
                      <a16:creationId xmlns:a16="http://schemas.microsoft.com/office/drawing/2014/main" id="{8D179282-29C4-87B2-1C17-977C0A0159BA}"/>
                    </a:ext>
                  </a:extLst>
                </p:cNvPr>
                <p:cNvSpPr/>
                <p:nvPr/>
              </p:nvSpPr>
              <p:spPr>
                <a:xfrm>
                  <a:off x="6750174" y="2508378"/>
                  <a:ext cx="5789" cy="8591"/>
                </a:xfrm>
                <a:custGeom>
                  <a:avLst/>
                  <a:gdLst>
                    <a:gd name="connsiteX0" fmla="*/ 0 w 5789"/>
                    <a:gd name="connsiteY0" fmla="*/ 8591 h 8591"/>
                    <a:gd name="connsiteX1" fmla="*/ 1287 w 5789"/>
                    <a:gd name="connsiteY1" fmla="*/ 2173 h 8591"/>
                    <a:gd name="connsiteX2" fmla="*/ 5789 w 5789"/>
                    <a:gd name="connsiteY2" fmla="*/ 2173 h 8591"/>
                    <a:gd name="connsiteX3" fmla="*/ 0 w 5789"/>
                    <a:gd name="connsiteY3" fmla="*/ 8591 h 8591"/>
                  </a:gdLst>
                  <a:ahLst/>
                  <a:cxnLst>
                    <a:cxn ang="0">
                      <a:pos x="connsiteX0" y="connsiteY0"/>
                    </a:cxn>
                    <a:cxn ang="0">
                      <a:pos x="connsiteX1" y="connsiteY1"/>
                    </a:cxn>
                    <a:cxn ang="0">
                      <a:pos x="connsiteX2" y="connsiteY2"/>
                    </a:cxn>
                    <a:cxn ang="0">
                      <a:pos x="connsiteX3" y="connsiteY3"/>
                    </a:cxn>
                  </a:cxnLst>
                  <a:rect l="l" t="t" r="r" b="b"/>
                  <a:pathLst>
                    <a:path w="5789" h="8591">
                      <a:moveTo>
                        <a:pt x="0" y="8591"/>
                      </a:moveTo>
                      <a:cubicBezTo>
                        <a:pt x="0" y="8591"/>
                        <a:pt x="0" y="4740"/>
                        <a:pt x="1287" y="2173"/>
                      </a:cubicBezTo>
                      <a:cubicBezTo>
                        <a:pt x="1930" y="-395"/>
                        <a:pt x="5789" y="-1036"/>
                        <a:pt x="5789" y="2173"/>
                      </a:cubicBezTo>
                      <a:cubicBezTo>
                        <a:pt x="5789" y="6024"/>
                        <a:pt x="1930" y="7949"/>
                        <a:pt x="0" y="8591"/>
                      </a:cubicBezTo>
                      <a:close/>
                    </a:path>
                  </a:pathLst>
                </a:custGeom>
                <a:solidFill>
                  <a:srgbClr val="9D70F2"/>
                </a:solidFill>
                <a:ln w="6424" cap="flat">
                  <a:noFill/>
                  <a:prstDash val="solid"/>
                  <a:miter/>
                </a:ln>
              </p:spPr>
              <p:txBody>
                <a:bodyPr rtlCol="0" anchor="ctr"/>
                <a:lstStyle/>
                <a:p>
                  <a:endParaRPr lang="pt-BR"/>
                </a:p>
              </p:txBody>
            </p:sp>
            <p:sp>
              <p:nvSpPr>
                <p:cNvPr id="269" name="Freeform: Shape 268">
                  <a:extLst>
                    <a:ext uri="{FF2B5EF4-FFF2-40B4-BE49-F238E27FC236}">
                      <a16:creationId xmlns:a16="http://schemas.microsoft.com/office/drawing/2014/main" id="{9428E2ED-0DF7-EFD0-13E7-8BC26F183035}"/>
                    </a:ext>
                  </a:extLst>
                </p:cNvPr>
                <p:cNvSpPr/>
                <p:nvPr/>
              </p:nvSpPr>
              <p:spPr>
                <a:xfrm>
                  <a:off x="6772689" y="2490468"/>
                  <a:ext cx="3296" cy="4678"/>
                </a:xfrm>
                <a:custGeom>
                  <a:avLst/>
                  <a:gdLst>
                    <a:gd name="connsiteX0" fmla="*/ 0 w 3296"/>
                    <a:gd name="connsiteY0" fmla="*/ 4679 h 4678"/>
                    <a:gd name="connsiteX1" fmla="*/ 1930 w 3296"/>
                    <a:gd name="connsiteY1" fmla="*/ 186 h 4678"/>
                    <a:gd name="connsiteX2" fmla="*/ 0 w 3296"/>
                    <a:gd name="connsiteY2" fmla="*/ 4679 h 4678"/>
                  </a:gdLst>
                  <a:ahLst/>
                  <a:cxnLst>
                    <a:cxn ang="0">
                      <a:pos x="connsiteX0" y="connsiteY0"/>
                    </a:cxn>
                    <a:cxn ang="0">
                      <a:pos x="connsiteX1" y="connsiteY1"/>
                    </a:cxn>
                    <a:cxn ang="0">
                      <a:pos x="connsiteX2" y="connsiteY2"/>
                    </a:cxn>
                  </a:cxnLst>
                  <a:rect l="l" t="t" r="r" b="b"/>
                  <a:pathLst>
                    <a:path w="3296" h="4678">
                      <a:moveTo>
                        <a:pt x="0" y="4679"/>
                      </a:moveTo>
                      <a:cubicBezTo>
                        <a:pt x="0" y="4679"/>
                        <a:pt x="0" y="-1098"/>
                        <a:pt x="1930" y="186"/>
                      </a:cubicBezTo>
                      <a:cubicBezTo>
                        <a:pt x="5146" y="1470"/>
                        <a:pt x="1930" y="3395"/>
                        <a:pt x="0" y="4679"/>
                      </a:cubicBezTo>
                      <a:close/>
                    </a:path>
                  </a:pathLst>
                </a:custGeom>
                <a:solidFill>
                  <a:srgbClr val="9D70F2"/>
                </a:solidFill>
                <a:ln w="6424" cap="flat">
                  <a:noFill/>
                  <a:prstDash val="solid"/>
                  <a:miter/>
                </a:ln>
              </p:spPr>
              <p:txBody>
                <a:bodyPr rtlCol="0" anchor="ctr"/>
                <a:lstStyle/>
                <a:p>
                  <a:endParaRPr lang="pt-BR"/>
                </a:p>
              </p:txBody>
            </p:sp>
            <p:sp>
              <p:nvSpPr>
                <p:cNvPr id="270" name="Freeform: Shape 269">
                  <a:extLst>
                    <a:ext uri="{FF2B5EF4-FFF2-40B4-BE49-F238E27FC236}">
                      <a16:creationId xmlns:a16="http://schemas.microsoft.com/office/drawing/2014/main" id="{A28831A2-9C0C-B913-11EE-DD4868E439BE}"/>
                    </a:ext>
                  </a:extLst>
                </p:cNvPr>
                <p:cNvSpPr/>
                <p:nvPr/>
              </p:nvSpPr>
              <p:spPr>
                <a:xfrm>
                  <a:off x="6758606" y="2492393"/>
                  <a:ext cx="3124" cy="4678"/>
                </a:xfrm>
                <a:custGeom>
                  <a:avLst/>
                  <a:gdLst>
                    <a:gd name="connsiteX0" fmla="*/ 574 w 3124"/>
                    <a:gd name="connsiteY0" fmla="*/ 4679 h 4678"/>
                    <a:gd name="connsiteX1" fmla="*/ 1861 w 3124"/>
                    <a:gd name="connsiteY1" fmla="*/ 186 h 4678"/>
                    <a:gd name="connsiteX2" fmla="*/ 574 w 3124"/>
                    <a:gd name="connsiteY2" fmla="*/ 4679 h 4678"/>
                  </a:gdLst>
                  <a:ahLst/>
                  <a:cxnLst>
                    <a:cxn ang="0">
                      <a:pos x="connsiteX0" y="connsiteY0"/>
                    </a:cxn>
                    <a:cxn ang="0">
                      <a:pos x="connsiteX1" y="connsiteY1"/>
                    </a:cxn>
                    <a:cxn ang="0">
                      <a:pos x="connsiteX2" y="connsiteY2"/>
                    </a:cxn>
                  </a:cxnLst>
                  <a:rect l="l" t="t" r="r" b="b"/>
                  <a:pathLst>
                    <a:path w="3124" h="4678">
                      <a:moveTo>
                        <a:pt x="574" y="4679"/>
                      </a:moveTo>
                      <a:cubicBezTo>
                        <a:pt x="574" y="4679"/>
                        <a:pt x="-1356" y="-1098"/>
                        <a:pt x="1861" y="186"/>
                      </a:cubicBezTo>
                      <a:cubicBezTo>
                        <a:pt x="5077" y="828"/>
                        <a:pt x="1217" y="4679"/>
                        <a:pt x="574" y="4679"/>
                      </a:cubicBezTo>
                      <a:close/>
                    </a:path>
                  </a:pathLst>
                </a:custGeom>
                <a:solidFill>
                  <a:srgbClr val="9D70F2"/>
                </a:solidFill>
                <a:ln w="6424" cap="flat">
                  <a:noFill/>
                  <a:prstDash val="solid"/>
                  <a:miter/>
                </a:ln>
              </p:spPr>
              <p:txBody>
                <a:bodyPr rtlCol="0" anchor="ctr"/>
                <a:lstStyle/>
                <a:p>
                  <a:endParaRPr lang="pt-BR"/>
                </a:p>
              </p:txBody>
            </p:sp>
            <p:sp>
              <p:nvSpPr>
                <p:cNvPr id="271" name="Freeform: Shape 270">
                  <a:extLst>
                    <a:ext uri="{FF2B5EF4-FFF2-40B4-BE49-F238E27FC236}">
                      <a16:creationId xmlns:a16="http://schemas.microsoft.com/office/drawing/2014/main" id="{C0E8BAAF-99D7-3227-6727-7723CE13B437}"/>
                    </a:ext>
                  </a:extLst>
                </p:cNvPr>
                <p:cNvSpPr/>
                <p:nvPr/>
              </p:nvSpPr>
              <p:spPr>
                <a:xfrm>
                  <a:off x="6625770" y="2494006"/>
                  <a:ext cx="4112" cy="29381"/>
                </a:xfrm>
                <a:custGeom>
                  <a:avLst/>
                  <a:gdLst>
                    <a:gd name="connsiteX0" fmla="*/ 3469 w 4112"/>
                    <a:gd name="connsiteY0" fmla="*/ 25530 h 29381"/>
                    <a:gd name="connsiteX1" fmla="*/ 4112 w 4112"/>
                    <a:gd name="connsiteY1" fmla="*/ 29381 h 29381"/>
                    <a:gd name="connsiteX2" fmla="*/ 1539 w 4112"/>
                    <a:gd name="connsiteY2" fmla="*/ 18470 h 29381"/>
                    <a:gd name="connsiteX3" fmla="*/ 252 w 4112"/>
                    <a:gd name="connsiteY3" fmla="*/ 1783 h 29381"/>
                    <a:gd name="connsiteX4" fmla="*/ 1539 w 4112"/>
                    <a:gd name="connsiteY4" fmla="*/ 3708 h 29381"/>
                    <a:gd name="connsiteX5" fmla="*/ 3469 w 4112"/>
                    <a:gd name="connsiteY5" fmla="*/ 25530 h 2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2" h="29381">
                      <a:moveTo>
                        <a:pt x="3469" y="25530"/>
                      </a:moveTo>
                      <a:cubicBezTo>
                        <a:pt x="3469" y="25530"/>
                        <a:pt x="4112" y="29381"/>
                        <a:pt x="4112" y="29381"/>
                      </a:cubicBezTo>
                      <a:cubicBezTo>
                        <a:pt x="3469" y="29381"/>
                        <a:pt x="2825" y="24889"/>
                        <a:pt x="1539" y="18470"/>
                      </a:cubicBezTo>
                      <a:cubicBezTo>
                        <a:pt x="252" y="12052"/>
                        <a:pt x="-391" y="5634"/>
                        <a:pt x="252" y="1783"/>
                      </a:cubicBezTo>
                      <a:cubicBezTo>
                        <a:pt x="896" y="-2068"/>
                        <a:pt x="1539" y="1141"/>
                        <a:pt x="1539" y="3708"/>
                      </a:cubicBezTo>
                      <a:cubicBezTo>
                        <a:pt x="1539" y="6276"/>
                        <a:pt x="3469" y="25530"/>
                        <a:pt x="3469" y="25530"/>
                      </a:cubicBezTo>
                      <a:close/>
                    </a:path>
                  </a:pathLst>
                </a:custGeom>
                <a:solidFill>
                  <a:srgbClr val="9D70F2"/>
                </a:solidFill>
                <a:ln w="6424" cap="flat">
                  <a:noFill/>
                  <a:prstDash val="solid"/>
                  <a:miter/>
                </a:ln>
              </p:spPr>
              <p:txBody>
                <a:bodyPr rtlCol="0" anchor="ctr"/>
                <a:lstStyle/>
                <a:p>
                  <a:endParaRPr lang="pt-BR"/>
                </a:p>
              </p:txBody>
            </p:sp>
            <p:sp>
              <p:nvSpPr>
                <p:cNvPr id="272" name="Freeform: Shape 271">
                  <a:extLst>
                    <a:ext uri="{FF2B5EF4-FFF2-40B4-BE49-F238E27FC236}">
                      <a16:creationId xmlns:a16="http://schemas.microsoft.com/office/drawing/2014/main" id="{5EF82A20-F049-C2C9-7CDA-84254394E721}"/>
                    </a:ext>
                  </a:extLst>
                </p:cNvPr>
                <p:cNvSpPr/>
                <p:nvPr/>
              </p:nvSpPr>
              <p:spPr>
                <a:xfrm>
                  <a:off x="6571116" y="2497764"/>
                  <a:ext cx="8092" cy="10723"/>
                </a:xfrm>
                <a:custGeom>
                  <a:avLst/>
                  <a:gdLst>
                    <a:gd name="connsiteX0" fmla="*/ 1515 w 8092"/>
                    <a:gd name="connsiteY0" fmla="*/ 592 h 10723"/>
                    <a:gd name="connsiteX1" fmla="*/ 7948 w 8092"/>
                    <a:gd name="connsiteY1" fmla="*/ 10220 h 10723"/>
                    <a:gd name="connsiteX2" fmla="*/ 4089 w 8092"/>
                    <a:gd name="connsiteY2" fmla="*/ 7652 h 10723"/>
                    <a:gd name="connsiteX3" fmla="*/ 1515 w 8092"/>
                    <a:gd name="connsiteY3" fmla="*/ 592 h 10723"/>
                  </a:gdLst>
                  <a:ahLst/>
                  <a:cxnLst>
                    <a:cxn ang="0">
                      <a:pos x="connsiteX0" y="connsiteY0"/>
                    </a:cxn>
                    <a:cxn ang="0">
                      <a:pos x="connsiteX1" y="connsiteY1"/>
                    </a:cxn>
                    <a:cxn ang="0">
                      <a:pos x="connsiteX2" y="connsiteY2"/>
                    </a:cxn>
                    <a:cxn ang="0">
                      <a:pos x="connsiteX3" y="connsiteY3"/>
                    </a:cxn>
                  </a:cxnLst>
                  <a:rect l="l" t="t" r="r" b="b"/>
                  <a:pathLst>
                    <a:path w="8092" h="10723">
                      <a:moveTo>
                        <a:pt x="1515" y="592"/>
                      </a:moveTo>
                      <a:cubicBezTo>
                        <a:pt x="1515" y="592"/>
                        <a:pt x="9235" y="8936"/>
                        <a:pt x="7948" y="10220"/>
                      </a:cubicBezTo>
                      <a:cubicBezTo>
                        <a:pt x="7305" y="11503"/>
                        <a:pt x="6018" y="10220"/>
                        <a:pt x="4089" y="7652"/>
                      </a:cubicBezTo>
                      <a:cubicBezTo>
                        <a:pt x="2159" y="4443"/>
                        <a:pt x="-2344" y="-1975"/>
                        <a:pt x="1515" y="592"/>
                      </a:cubicBezTo>
                      <a:close/>
                    </a:path>
                  </a:pathLst>
                </a:custGeom>
                <a:solidFill>
                  <a:srgbClr val="9D70F2"/>
                </a:solidFill>
                <a:ln w="6424" cap="flat">
                  <a:noFill/>
                  <a:prstDash val="solid"/>
                  <a:miter/>
                </a:ln>
              </p:spPr>
              <p:txBody>
                <a:bodyPr rtlCol="0" anchor="ctr"/>
                <a:lstStyle/>
                <a:p>
                  <a:endParaRPr lang="pt-BR"/>
                </a:p>
              </p:txBody>
            </p:sp>
            <p:sp>
              <p:nvSpPr>
                <p:cNvPr id="273" name="Freeform: Shape 272">
                  <a:extLst>
                    <a:ext uri="{FF2B5EF4-FFF2-40B4-BE49-F238E27FC236}">
                      <a16:creationId xmlns:a16="http://schemas.microsoft.com/office/drawing/2014/main" id="{E46ABDE0-5C23-BE5E-CB8B-58412C025A2F}"/>
                    </a:ext>
                  </a:extLst>
                </p:cNvPr>
                <p:cNvSpPr/>
                <p:nvPr/>
              </p:nvSpPr>
              <p:spPr>
                <a:xfrm>
                  <a:off x="6513540" y="2425775"/>
                  <a:ext cx="44296" cy="55600"/>
                </a:xfrm>
                <a:custGeom>
                  <a:avLst/>
                  <a:gdLst>
                    <a:gd name="connsiteX0" fmla="*/ 44296 w 44296"/>
                    <a:gd name="connsiteY0" fmla="*/ 54610 h 55600"/>
                    <a:gd name="connsiteX1" fmla="*/ 39150 w 44296"/>
                    <a:gd name="connsiteY1" fmla="*/ 52685 h 55600"/>
                    <a:gd name="connsiteX2" fmla="*/ 18565 w 44296"/>
                    <a:gd name="connsiteY2" fmla="*/ 27653 h 55600"/>
                    <a:gd name="connsiteX3" fmla="*/ 6986 w 44296"/>
                    <a:gd name="connsiteY3" fmla="*/ 12250 h 55600"/>
                    <a:gd name="connsiteX4" fmla="*/ 1197 w 44296"/>
                    <a:gd name="connsiteY4" fmla="*/ 55 h 55600"/>
                    <a:gd name="connsiteX5" fmla="*/ 8916 w 44296"/>
                    <a:gd name="connsiteY5" fmla="*/ 7757 h 55600"/>
                    <a:gd name="connsiteX6" fmla="*/ 34647 w 44296"/>
                    <a:gd name="connsiteY6" fmla="*/ 39848 h 55600"/>
                    <a:gd name="connsiteX7" fmla="*/ 44296 w 44296"/>
                    <a:gd name="connsiteY7" fmla="*/ 54610 h 5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296" h="55600">
                      <a:moveTo>
                        <a:pt x="44296" y="54610"/>
                      </a:moveTo>
                      <a:cubicBezTo>
                        <a:pt x="44296" y="54610"/>
                        <a:pt x="43009" y="57819"/>
                        <a:pt x="39150" y="52685"/>
                      </a:cubicBezTo>
                      <a:cubicBezTo>
                        <a:pt x="35933" y="48192"/>
                        <a:pt x="21138" y="30863"/>
                        <a:pt x="18565" y="27653"/>
                      </a:cubicBezTo>
                      <a:cubicBezTo>
                        <a:pt x="15992" y="24444"/>
                        <a:pt x="9559" y="16101"/>
                        <a:pt x="6986" y="12250"/>
                      </a:cubicBezTo>
                      <a:cubicBezTo>
                        <a:pt x="3770" y="8399"/>
                        <a:pt x="-2663" y="697"/>
                        <a:pt x="1197" y="55"/>
                      </a:cubicBezTo>
                      <a:cubicBezTo>
                        <a:pt x="5056" y="-587"/>
                        <a:pt x="6986" y="4548"/>
                        <a:pt x="8916" y="7757"/>
                      </a:cubicBezTo>
                      <a:cubicBezTo>
                        <a:pt x="10846" y="10966"/>
                        <a:pt x="30787" y="34714"/>
                        <a:pt x="34647" y="39848"/>
                      </a:cubicBezTo>
                      <a:cubicBezTo>
                        <a:pt x="37220" y="43699"/>
                        <a:pt x="44296" y="52685"/>
                        <a:pt x="44296" y="54610"/>
                      </a:cubicBezTo>
                      <a:close/>
                    </a:path>
                  </a:pathLst>
                </a:custGeom>
                <a:solidFill>
                  <a:srgbClr val="9D70F2"/>
                </a:solidFill>
                <a:ln w="6424" cap="flat">
                  <a:noFill/>
                  <a:prstDash val="solid"/>
                  <a:miter/>
                </a:ln>
              </p:spPr>
              <p:txBody>
                <a:bodyPr rtlCol="0" anchor="ctr"/>
                <a:lstStyle/>
                <a:p>
                  <a:endParaRPr lang="pt-BR"/>
                </a:p>
              </p:txBody>
            </p:sp>
            <p:sp>
              <p:nvSpPr>
                <p:cNvPr id="274" name="Freeform: Shape 273">
                  <a:extLst>
                    <a:ext uri="{FF2B5EF4-FFF2-40B4-BE49-F238E27FC236}">
                      <a16:creationId xmlns:a16="http://schemas.microsoft.com/office/drawing/2014/main" id="{1FA4F770-8CF4-A2F5-C413-CEAFB9FE3BB8}"/>
                    </a:ext>
                  </a:extLst>
                </p:cNvPr>
                <p:cNvSpPr/>
                <p:nvPr/>
              </p:nvSpPr>
              <p:spPr>
                <a:xfrm>
                  <a:off x="6602119" y="2461130"/>
                  <a:ext cx="3096" cy="19896"/>
                </a:xfrm>
                <a:custGeom>
                  <a:avLst/>
                  <a:gdLst>
                    <a:gd name="connsiteX0" fmla="*/ 2676 w 3096"/>
                    <a:gd name="connsiteY0" fmla="*/ 12195 h 19896"/>
                    <a:gd name="connsiteX1" fmla="*/ 2033 w 3096"/>
                    <a:gd name="connsiteY1" fmla="*/ 19897 h 19896"/>
                    <a:gd name="connsiteX2" fmla="*/ 103 w 3096"/>
                    <a:gd name="connsiteY2" fmla="*/ 10269 h 19896"/>
                    <a:gd name="connsiteX3" fmla="*/ 1389 w 3096"/>
                    <a:gd name="connsiteY3" fmla="*/ 0 h 19896"/>
                    <a:gd name="connsiteX4" fmla="*/ 2676 w 3096"/>
                    <a:gd name="connsiteY4" fmla="*/ 12195 h 19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 h="19896">
                      <a:moveTo>
                        <a:pt x="2676" y="12195"/>
                      </a:moveTo>
                      <a:cubicBezTo>
                        <a:pt x="2676" y="12195"/>
                        <a:pt x="3963" y="19255"/>
                        <a:pt x="2033" y="19897"/>
                      </a:cubicBezTo>
                      <a:cubicBezTo>
                        <a:pt x="103" y="19897"/>
                        <a:pt x="103" y="14762"/>
                        <a:pt x="103" y="10269"/>
                      </a:cubicBezTo>
                      <a:cubicBezTo>
                        <a:pt x="103" y="5776"/>
                        <a:pt x="-540" y="0"/>
                        <a:pt x="1389" y="0"/>
                      </a:cubicBezTo>
                      <a:cubicBezTo>
                        <a:pt x="3319" y="0"/>
                        <a:pt x="2676" y="12195"/>
                        <a:pt x="2676" y="12195"/>
                      </a:cubicBezTo>
                      <a:close/>
                    </a:path>
                  </a:pathLst>
                </a:custGeom>
                <a:solidFill>
                  <a:srgbClr val="9D70F2"/>
                </a:solidFill>
                <a:ln w="6424" cap="flat">
                  <a:noFill/>
                  <a:prstDash val="solid"/>
                  <a:miter/>
                </a:ln>
              </p:spPr>
              <p:txBody>
                <a:bodyPr rtlCol="0" anchor="ctr"/>
                <a:lstStyle/>
                <a:p>
                  <a:endParaRPr lang="pt-BR"/>
                </a:p>
              </p:txBody>
            </p:sp>
            <p:sp>
              <p:nvSpPr>
                <p:cNvPr id="275" name="Freeform: Shape 274">
                  <a:extLst>
                    <a:ext uri="{FF2B5EF4-FFF2-40B4-BE49-F238E27FC236}">
                      <a16:creationId xmlns:a16="http://schemas.microsoft.com/office/drawing/2014/main" id="{CA1DFAED-72A7-7CBC-BA71-55E0C8ADC263}"/>
                    </a:ext>
                  </a:extLst>
                </p:cNvPr>
                <p:cNvSpPr/>
                <p:nvPr/>
              </p:nvSpPr>
              <p:spPr>
                <a:xfrm>
                  <a:off x="6527562" y="2588925"/>
                  <a:ext cx="6115" cy="5163"/>
                </a:xfrm>
                <a:custGeom>
                  <a:avLst/>
                  <a:gdLst>
                    <a:gd name="connsiteX0" fmla="*/ 683 w 6115"/>
                    <a:gd name="connsiteY0" fmla="*/ 571 h 5163"/>
                    <a:gd name="connsiteX1" fmla="*/ 5186 w 6115"/>
                    <a:gd name="connsiteY1" fmla="*/ 571 h 5163"/>
                    <a:gd name="connsiteX2" fmla="*/ 3257 w 6115"/>
                    <a:gd name="connsiteY2" fmla="*/ 5063 h 5163"/>
                    <a:gd name="connsiteX3" fmla="*/ 683 w 6115"/>
                    <a:gd name="connsiteY3" fmla="*/ 571 h 5163"/>
                  </a:gdLst>
                  <a:ahLst/>
                  <a:cxnLst>
                    <a:cxn ang="0">
                      <a:pos x="connsiteX0" y="connsiteY0"/>
                    </a:cxn>
                    <a:cxn ang="0">
                      <a:pos x="connsiteX1" y="connsiteY1"/>
                    </a:cxn>
                    <a:cxn ang="0">
                      <a:pos x="connsiteX2" y="connsiteY2"/>
                    </a:cxn>
                    <a:cxn ang="0">
                      <a:pos x="connsiteX3" y="connsiteY3"/>
                    </a:cxn>
                  </a:cxnLst>
                  <a:rect l="l" t="t" r="r" b="b"/>
                  <a:pathLst>
                    <a:path w="6115" h="5163">
                      <a:moveTo>
                        <a:pt x="683" y="571"/>
                      </a:moveTo>
                      <a:cubicBezTo>
                        <a:pt x="683" y="571"/>
                        <a:pt x="3257" y="-713"/>
                        <a:pt x="5186" y="571"/>
                      </a:cubicBezTo>
                      <a:cubicBezTo>
                        <a:pt x="7116" y="2496"/>
                        <a:pt x="5830" y="5063"/>
                        <a:pt x="3257" y="5063"/>
                      </a:cubicBezTo>
                      <a:cubicBezTo>
                        <a:pt x="1327" y="5705"/>
                        <a:pt x="-1246" y="3138"/>
                        <a:pt x="683" y="571"/>
                      </a:cubicBezTo>
                      <a:close/>
                    </a:path>
                  </a:pathLst>
                </a:custGeom>
                <a:solidFill>
                  <a:srgbClr val="9D70F2"/>
                </a:solidFill>
                <a:ln w="6424" cap="flat">
                  <a:noFill/>
                  <a:prstDash val="solid"/>
                  <a:miter/>
                </a:ln>
              </p:spPr>
              <p:txBody>
                <a:bodyPr rtlCol="0" anchor="ctr"/>
                <a:lstStyle/>
                <a:p>
                  <a:endParaRPr lang="pt-BR"/>
                </a:p>
              </p:txBody>
            </p:sp>
            <p:sp>
              <p:nvSpPr>
                <p:cNvPr id="276" name="Freeform: Shape 275">
                  <a:extLst>
                    <a:ext uri="{FF2B5EF4-FFF2-40B4-BE49-F238E27FC236}">
                      <a16:creationId xmlns:a16="http://schemas.microsoft.com/office/drawing/2014/main" id="{B5CB5BD0-98FE-890E-47D1-DD381CD81527}"/>
                    </a:ext>
                  </a:extLst>
                </p:cNvPr>
                <p:cNvSpPr/>
                <p:nvPr/>
              </p:nvSpPr>
              <p:spPr>
                <a:xfrm>
                  <a:off x="6473491" y="2556883"/>
                  <a:ext cx="34812" cy="17163"/>
                </a:xfrm>
                <a:custGeom>
                  <a:avLst/>
                  <a:gdLst>
                    <a:gd name="connsiteX0" fmla="*/ 27736 w 34812"/>
                    <a:gd name="connsiteY0" fmla="*/ 12074 h 17163"/>
                    <a:gd name="connsiteX1" fmla="*/ 34812 w 34812"/>
                    <a:gd name="connsiteY1" fmla="*/ 16566 h 17163"/>
                    <a:gd name="connsiteX2" fmla="*/ 20017 w 34812"/>
                    <a:gd name="connsiteY2" fmla="*/ 10790 h 17163"/>
                    <a:gd name="connsiteX3" fmla="*/ 76 w 34812"/>
                    <a:gd name="connsiteY3" fmla="*/ 1163 h 17163"/>
                    <a:gd name="connsiteX4" fmla="*/ 5222 w 34812"/>
                    <a:gd name="connsiteY4" fmla="*/ 1804 h 17163"/>
                    <a:gd name="connsiteX5" fmla="*/ 27736 w 34812"/>
                    <a:gd name="connsiteY5" fmla="*/ 12074 h 1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812" h="17163">
                      <a:moveTo>
                        <a:pt x="27736" y="12074"/>
                      </a:moveTo>
                      <a:cubicBezTo>
                        <a:pt x="27736" y="12074"/>
                        <a:pt x="34169" y="13999"/>
                        <a:pt x="34812" y="16566"/>
                      </a:cubicBezTo>
                      <a:cubicBezTo>
                        <a:pt x="34812" y="19134"/>
                        <a:pt x="25807" y="12715"/>
                        <a:pt x="20017" y="10790"/>
                      </a:cubicBezTo>
                      <a:cubicBezTo>
                        <a:pt x="14228" y="8864"/>
                        <a:pt x="-1211" y="3088"/>
                        <a:pt x="76" y="1163"/>
                      </a:cubicBezTo>
                      <a:cubicBezTo>
                        <a:pt x="1362" y="-763"/>
                        <a:pt x="2649" y="-121"/>
                        <a:pt x="5222" y="1804"/>
                      </a:cubicBezTo>
                      <a:cubicBezTo>
                        <a:pt x="8438" y="3088"/>
                        <a:pt x="27736" y="12074"/>
                        <a:pt x="27736" y="12074"/>
                      </a:cubicBezTo>
                      <a:close/>
                    </a:path>
                  </a:pathLst>
                </a:custGeom>
                <a:solidFill>
                  <a:srgbClr val="9D70F2"/>
                </a:solidFill>
                <a:ln w="6424" cap="flat">
                  <a:noFill/>
                  <a:prstDash val="solid"/>
                  <a:miter/>
                </a:ln>
              </p:spPr>
              <p:txBody>
                <a:bodyPr rtlCol="0" anchor="ctr"/>
                <a:lstStyle/>
                <a:p>
                  <a:endParaRPr lang="pt-BR"/>
                </a:p>
              </p:txBody>
            </p:sp>
            <p:sp>
              <p:nvSpPr>
                <p:cNvPr id="277" name="Freeform: Shape 276">
                  <a:extLst>
                    <a:ext uri="{FF2B5EF4-FFF2-40B4-BE49-F238E27FC236}">
                      <a16:creationId xmlns:a16="http://schemas.microsoft.com/office/drawing/2014/main" id="{94C9E74A-9E8C-A24F-CD3E-9BD76C3D25FA}"/>
                    </a:ext>
                  </a:extLst>
                </p:cNvPr>
                <p:cNvSpPr/>
                <p:nvPr/>
              </p:nvSpPr>
              <p:spPr>
                <a:xfrm>
                  <a:off x="6743741" y="2746432"/>
                  <a:ext cx="19791" cy="20648"/>
                </a:xfrm>
                <a:custGeom>
                  <a:avLst/>
                  <a:gdLst>
                    <a:gd name="connsiteX0" fmla="*/ 0 w 19791"/>
                    <a:gd name="connsiteY0" fmla="*/ 311 h 20648"/>
                    <a:gd name="connsiteX1" fmla="*/ 2573 w 19791"/>
                    <a:gd name="connsiteY1" fmla="*/ 4803 h 20648"/>
                    <a:gd name="connsiteX2" fmla="*/ 16082 w 19791"/>
                    <a:gd name="connsiteY2" fmla="*/ 19565 h 20648"/>
                    <a:gd name="connsiteX3" fmla="*/ 19298 w 19791"/>
                    <a:gd name="connsiteY3" fmla="*/ 20207 h 20648"/>
                    <a:gd name="connsiteX4" fmla="*/ 16082 w 19791"/>
                    <a:gd name="connsiteY4" fmla="*/ 14431 h 20648"/>
                    <a:gd name="connsiteX5" fmla="*/ 0 w 19791"/>
                    <a:gd name="connsiteY5" fmla="*/ 311 h 20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791" h="20648">
                      <a:moveTo>
                        <a:pt x="0" y="311"/>
                      </a:moveTo>
                      <a:cubicBezTo>
                        <a:pt x="0" y="311"/>
                        <a:pt x="0" y="2236"/>
                        <a:pt x="2573" y="4803"/>
                      </a:cubicBezTo>
                      <a:cubicBezTo>
                        <a:pt x="5146" y="7371"/>
                        <a:pt x="16082" y="19565"/>
                        <a:pt x="16082" y="19565"/>
                      </a:cubicBezTo>
                      <a:cubicBezTo>
                        <a:pt x="16082" y="19565"/>
                        <a:pt x="18012" y="21491"/>
                        <a:pt x="19298" y="20207"/>
                      </a:cubicBezTo>
                      <a:cubicBezTo>
                        <a:pt x="20585" y="18924"/>
                        <a:pt x="19298" y="16998"/>
                        <a:pt x="16082" y="14431"/>
                      </a:cubicBezTo>
                      <a:cubicBezTo>
                        <a:pt x="12865" y="11863"/>
                        <a:pt x="0" y="-2257"/>
                        <a:pt x="0" y="311"/>
                      </a:cubicBezTo>
                      <a:close/>
                    </a:path>
                  </a:pathLst>
                </a:custGeom>
                <a:solidFill>
                  <a:srgbClr val="9D70F2"/>
                </a:solidFill>
                <a:ln w="6424" cap="flat">
                  <a:noFill/>
                  <a:prstDash val="solid"/>
                  <a:miter/>
                </a:ln>
              </p:spPr>
              <p:txBody>
                <a:bodyPr rtlCol="0" anchor="ctr"/>
                <a:lstStyle/>
                <a:p>
                  <a:endParaRPr lang="pt-BR"/>
                </a:p>
              </p:txBody>
            </p:sp>
            <p:sp>
              <p:nvSpPr>
                <p:cNvPr id="278" name="Freeform: Shape 277">
                  <a:extLst>
                    <a:ext uri="{FF2B5EF4-FFF2-40B4-BE49-F238E27FC236}">
                      <a16:creationId xmlns:a16="http://schemas.microsoft.com/office/drawing/2014/main" id="{298A7AC9-2CD5-B179-719B-3E90BFB85B2A}"/>
                    </a:ext>
                  </a:extLst>
                </p:cNvPr>
                <p:cNvSpPr/>
                <p:nvPr/>
              </p:nvSpPr>
              <p:spPr>
                <a:xfrm>
                  <a:off x="6720785" y="2817343"/>
                  <a:ext cx="6572" cy="12836"/>
                </a:xfrm>
                <a:custGeom>
                  <a:avLst/>
                  <a:gdLst>
                    <a:gd name="connsiteX0" fmla="*/ 1086 w 6572"/>
                    <a:gd name="connsiteY0" fmla="*/ 6418 h 12836"/>
                    <a:gd name="connsiteX1" fmla="*/ 442 w 6572"/>
                    <a:gd name="connsiteY1" fmla="*/ 0 h 12836"/>
                    <a:gd name="connsiteX2" fmla="*/ 4945 w 6572"/>
                    <a:gd name="connsiteY2" fmla="*/ 7702 h 12836"/>
                    <a:gd name="connsiteX3" fmla="*/ 5588 w 6572"/>
                    <a:gd name="connsiteY3" fmla="*/ 12837 h 12836"/>
                    <a:gd name="connsiteX4" fmla="*/ 1086 w 6572"/>
                    <a:gd name="connsiteY4" fmla="*/ 6418 h 128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 h="12836">
                      <a:moveTo>
                        <a:pt x="1086" y="6418"/>
                      </a:moveTo>
                      <a:cubicBezTo>
                        <a:pt x="1086" y="6418"/>
                        <a:pt x="-844" y="0"/>
                        <a:pt x="442" y="0"/>
                      </a:cubicBezTo>
                      <a:cubicBezTo>
                        <a:pt x="1729" y="0"/>
                        <a:pt x="3659" y="6418"/>
                        <a:pt x="4945" y="7702"/>
                      </a:cubicBezTo>
                      <a:cubicBezTo>
                        <a:pt x="6232" y="9627"/>
                        <a:pt x="7518" y="12837"/>
                        <a:pt x="5588" y="12837"/>
                      </a:cubicBezTo>
                      <a:cubicBezTo>
                        <a:pt x="3659" y="12195"/>
                        <a:pt x="1086" y="6418"/>
                        <a:pt x="1086" y="6418"/>
                      </a:cubicBezTo>
                      <a:close/>
                    </a:path>
                  </a:pathLst>
                </a:custGeom>
                <a:solidFill>
                  <a:srgbClr val="9D70F2"/>
                </a:solidFill>
                <a:ln w="6424" cap="flat">
                  <a:noFill/>
                  <a:prstDash val="solid"/>
                  <a:miter/>
                </a:ln>
              </p:spPr>
              <p:txBody>
                <a:bodyPr rtlCol="0" anchor="ctr"/>
                <a:lstStyle/>
                <a:p>
                  <a:endParaRPr lang="pt-BR"/>
                </a:p>
              </p:txBody>
            </p:sp>
            <p:sp>
              <p:nvSpPr>
                <p:cNvPr id="279" name="Freeform: Shape 278">
                  <a:extLst>
                    <a:ext uri="{FF2B5EF4-FFF2-40B4-BE49-F238E27FC236}">
                      <a16:creationId xmlns:a16="http://schemas.microsoft.com/office/drawing/2014/main" id="{BBAC6A71-4DD0-8729-56B3-0159EE010A46}"/>
                    </a:ext>
                  </a:extLst>
                </p:cNvPr>
                <p:cNvSpPr/>
                <p:nvPr/>
              </p:nvSpPr>
              <p:spPr>
                <a:xfrm>
                  <a:off x="6721870" y="2834775"/>
                  <a:ext cx="18309" cy="51588"/>
                </a:xfrm>
                <a:custGeom>
                  <a:avLst/>
                  <a:gdLst>
                    <a:gd name="connsiteX0" fmla="*/ 1930 w 18309"/>
                    <a:gd name="connsiteY0" fmla="*/ 2465 h 51588"/>
                    <a:gd name="connsiteX1" fmla="*/ 0 w 18309"/>
                    <a:gd name="connsiteY1" fmla="*/ 539 h 51588"/>
                    <a:gd name="connsiteX2" fmla="*/ 7076 w 18309"/>
                    <a:gd name="connsiteY2" fmla="*/ 24929 h 51588"/>
                    <a:gd name="connsiteX3" fmla="*/ 15438 w 18309"/>
                    <a:gd name="connsiteY3" fmla="*/ 48034 h 51588"/>
                    <a:gd name="connsiteX4" fmla="*/ 18012 w 18309"/>
                    <a:gd name="connsiteY4" fmla="*/ 51243 h 51588"/>
                    <a:gd name="connsiteX5" fmla="*/ 14795 w 18309"/>
                    <a:gd name="connsiteY5" fmla="*/ 41616 h 51588"/>
                    <a:gd name="connsiteX6" fmla="*/ 1930 w 18309"/>
                    <a:gd name="connsiteY6" fmla="*/ 2465 h 5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09" h="51588">
                      <a:moveTo>
                        <a:pt x="1930" y="2465"/>
                      </a:moveTo>
                      <a:cubicBezTo>
                        <a:pt x="1930" y="2465"/>
                        <a:pt x="0" y="-1386"/>
                        <a:pt x="0" y="539"/>
                      </a:cubicBezTo>
                      <a:cubicBezTo>
                        <a:pt x="0" y="1823"/>
                        <a:pt x="5789" y="19794"/>
                        <a:pt x="7076" y="24929"/>
                      </a:cubicBezTo>
                      <a:cubicBezTo>
                        <a:pt x="8362" y="30063"/>
                        <a:pt x="14795" y="46109"/>
                        <a:pt x="15438" y="48034"/>
                      </a:cubicBezTo>
                      <a:cubicBezTo>
                        <a:pt x="16082" y="49960"/>
                        <a:pt x="17368" y="52527"/>
                        <a:pt x="18012" y="51243"/>
                      </a:cubicBezTo>
                      <a:cubicBezTo>
                        <a:pt x="19298" y="49960"/>
                        <a:pt x="16082" y="44183"/>
                        <a:pt x="14795" y="41616"/>
                      </a:cubicBezTo>
                      <a:cubicBezTo>
                        <a:pt x="14795" y="39691"/>
                        <a:pt x="1930" y="2465"/>
                        <a:pt x="1930" y="2465"/>
                      </a:cubicBezTo>
                      <a:close/>
                    </a:path>
                  </a:pathLst>
                </a:custGeom>
                <a:solidFill>
                  <a:srgbClr val="9D70F2"/>
                </a:solidFill>
                <a:ln w="6424" cap="flat">
                  <a:noFill/>
                  <a:prstDash val="solid"/>
                  <a:miter/>
                </a:ln>
              </p:spPr>
              <p:txBody>
                <a:bodyPr rtlCol="0" anchor="ctr"/>
                <a:lstStyle/>
                <a:p>
                  <a:endParaRPr lang="pt-BR"/>
                </a:p>
              </p:txBody>
            </p:sp>
            <p:sp>
              <p:nvSpPr>
                <p:cNvPr id="280" name="Freeform: Shape 279">
                  <a:extLst>
                    <a:ext uri="{FF2B5EF4-FFF2-40B4-BE49-F238E27FC236}">
                      <a16:creationId xmlns:a16="http://schemas.microsoft.com/office/drawing/2014/main" id="{DB42EE23-E2F9-5ABA-4F08-ABF35EE7622E}"/>
                    </a:ext>
                  </a:extLst>
                </p:cNvPr>
                <p:cNvSpPr/>
                <p:nvPr/>
              </p:nvSpPr>
              <p:spPr>
                <a:xfrm>
                  <a:off x="6663084" y="2830822"/>
                  <a:ext cx="4179" cy="19295"/>
                </a:xfrm>
                <a:custGeom>
                  <a:avLst/>
                  <a:gdLst>
                    <a:gd name="connsiteX0" fmla="*/ 2178 w 4179"/>
                    <a:gd name="connsiteY0" fmla="*/ 0 h 19295"/>
                    <a:gd name="connsiteX1" fmla="*/ 4108 w 4179"/>
                    <a:gd name="connsiteY1" fmla="*/ 7060 h 19295"/>
                    <a:gd name="connsiteX2" fmla="*/ 2178 w 4179"/>
                    <a:gd name="connsiteY2" fmla="*/ 19255 h 19295"/>
                    <a:gd name="connsiteX3" fmla="*/ 2178 w 4179"/>
                    <a:gd name="connsiteY3" fmla="*/ 0 h 19295"/>
                  </a:gdLst>
                  <a:ahLst/>
                  <a:cxnLst>
                    <a:cxn ang="0">
                      <a:pos x="connsiteX0" y="connsiteY0"/>
                    </a:cxn>
                    <a:cxn ang="0">
                      <a:pos x="connsiteX1" y="connsiteY1"/>
                    </a:cxn>
                    <a:cxn ang="0">
                      <a:pos x="connsiteX2" y="connsiteY2"/>
                    </a:cxn>
                    <a:cxn ang="0">
                      <a:pos x="connsiteX3" y="connsiteY3"/>
                    </a:cxn>
                  </a:cxnLst>
                  <a:rect l="l" t="t" r="r" b="b"/>
                  <a:pathLst>
                    <a:path w="4179" h="19295">
                      <a:moveTo>
                        <a:pt x="2178" y="0"/>
                      </a:moveTo>
                      <a:cubicBezTo>
                        <a:pt x="2178" y="0"/>
                        <a:pt x="4108" y="642"/>
                        <a:pt x="4108" y="7060"/>
                      </a:cubicBezTo>
                      <a:cubicBezTo>
                        <a:pt x="4108" y="12837"/>
                        <a:pt x="4751" y="19897"/>
                        <a:pt x="2178" y="19255"/>
                      </a:cubicBezTo>
                      <a:cubicBezTo>
                        <a:pt x="-395" y="17971"/>
                        <a:pt x="-1039" y="0"/>
                        <a:pt x="2178" y="0"/>
                      </a:cubicBezTo>
                      <a:close/>
                    </a:path>
                  </a:pathLst>
                </a:custGeom>
                <a:solidFill>
                  <a:srgbClr val="9D70F2"/>
                </a:solidFill>
                <a:ln w="6424" cap="flat">
                  <a:noFill/>
                  <a:prstDash val="solid"/>
                  <a:miter/>
                </a:ln>
              </p:spPr>
              <p:txBody>
                <a:bodyPr rtlCol="0" anchor="ctr"/>
                <a:lstStyle/>
                <a:p>
                  <a:endParaRPr lang="pt-BR"/>
                </a:p>
              </p:txBody>
            </p:sp>
            <p:sp>
              <p:nvSpPr>
                <p:cNvPr id="281" name="Freeform: Shape 280">
                  <a:extLst>
                    <a:ext uri="{FF2B5EF4-FFF2-40B4-BE49-F238E27FC236}">
                      <a16:creationId xmlns:a16="http://schemas.microsoft.com/office/drawing/2014/main" id="{C37C5D3A-0576-057C-957E-07AACE872DE1}"/>
                    </a:ext>
                  </a:extLst>
                </p:cNvPr>
                <p:cNvSpPr/>
                <p:nvPr/>
              </p:nvSpPr>
              <p:spPr>
                <a:xfrm>
                  <a:off x="6446428" y="2663947"/>
                  <a:ext cx="57523" cy="13891"/>
                </a:xfrm>
                <a:custGeom>
                  <a:avLst/>
                  <a:gdLst>
                    <a:gd name="connsiteX0" fmla="*/ 54800 w 57523"/>
                    <a:gd name="connsiteY0" fmla="*/ 0 h 13891"/>
                    <a:gd name="connsiteX1" fmla="*/ 36145 w 57523"/>
                    <a:gd name="connsiteY1" fmla="*/ 3209 h 13891"/>
                    <a:gd name="connsiteX2" fmla="*/ 9128 w 57523"/>
                    <a:gd name="connsiteY2" fmla="*/ 7060 h 13891"/>
                    <a:gd name="connsiteX3" fmla="*/ 765 w 57523"/>
                    <a:gd name="connsiteY3" fmla="*/ 12837 h 13891"/>
                    <a:gd name="connsiteX4" fmla="*/ 10414 w 57523"/>
                    <a:gd name="connsiteY4" fmla="*/ 10911 h 13891"/>
                    <a:gd name="connsiteX5" fmla="*/ 48368 w 57523"/>
                    <a:gd name="connsiteY5" fmla="*/ 4493 h 13891"/>
                    <a:gd name="connsiteX6" fmla="*/ 54800 w 57523"/>
                    <a:gd name="connsiteY6" fmla="*/ 0 h 1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523" h="13891">
                      <a:moveTo>
                        <a:pt x="54800" y="0"/>
                      </a:moveTo>
                      <a:cubicBezTo>
                        <a:pt x="54800" y="0"/>
                        <a:pt x="41935" y="1925"/>
                        <a:pt x="36145" y="3209"/>
                      </a:cubicBezTo>
                      <a:cubicBezTo>
                        <a:pt x="30356" y="4493"/>
                        <a:pt x="12988" y="6418"/>
                        <a:pt x="9128" y="7060"/>
                      </a:cubicBezTo>
                      <a:cubicBezTo>
                        <a:pt x="5268" y="7702"/>
                        <a:pt x="-2451" y="10269"/>
                        <a:pt x="765" y="12837"/>
                      </a:cubicBezTo>
                      <a:cubicBezTo>
                        <a:pt x="3982" y="16046"/>
                        <a:pt x="5912" y="10911"/>
                        <a:pt x="10414" y="10911"/>
                      </a:cubicBezTo>
                      <a:cubicBezTo>
                        <a:pt x="14917" y="10911"/>
                        <a:pt x="43221" y="5135"/>
                        <a:pt x="48368" y="4493"/>
                      </a:cubicBezTo>
                      <a:cubicBezTo>
                        <a:pt x="53514" y="3209"/>
                        <a:pt x="61876" y="642"/>
                        <a:pt x="54800" y="0"/>
                      </a:cubicBezTo>
                      <a:close/>
                    </a:path>
                  </a:pathLst>
                </a:custGeom>
                <a:solidFill>
                  <a:srgbClr val="9D70F2"/>
                </a:solidFill>
                <a:ln w="6424" cap="flat">
                  <a:noFill/>
                  <a:prstDash val="solid"/>
                  <a:miter/>
                </a:ln>
              </p:spPr>
              <p:txBody>
                <a:bodyPr rtlCol="0" anchor="ctr"/>
                <a:lstStyle/>
                <a:p>
                  <a:endParaRPr lang="pt-BR"/>
                </a:p>
              </p:txBody>
            </p:sp>
            <p:sp>
              <p:nvSpPr>
                <p:cNvPr id="282" name="Freeform: Shape 281">
                  <a:extLst>
                    <a:ext uri="{FF2B5EF4-FFF2-40B4-BE49-F238E27FC236}">
                      <a16:creationId xmlns:a16="http://schemas.microsoft.com/office/drawing/2014/main" id="{FCC9D8CB-A737-EF47-3B14-08111CDDDFAA}"/>
                    </a:ext>
                  </a:extLst>
                </p:cNvPr>
                <p:cNvSpPr/>
                <p:nvPr/>
              </p:nvSpPr>
              <p:spPr>
                <a:xfrm>
                  <a:off x="6501198" y="2676057"/>
                  <a:ext cx="19931" cy="7216"/>
                </a:xfrm>
                <a:custGeom>
                  <a:avLst/>
                  <a:gdLst>
                    <a:gd name="connsiteX0" fmla="*/ 18042 w 19931"/>
                    <a:gd name="connsiteY0" fmla="*/ 84 h 7216"/>
                    <a:gd name="connsiteX1" fmla="*/ 5176 w 19931"/>
                    <a:gd name="connsiteY1" fmla="*/ 3294 h 7216"/>
                    <a:gd name="connsiteX2" fmla="*/ 1317 w 19931"/>
                    <a:gd name="connsiteY2" fmla="*/ 7145 h 7216"/>
                    <a:gd name="connsiteX3" fmla="*/ 10966 w 19931"/>
                    <a:gd name="connsiteY3" fmla="*/ 3294 h 7216"/>
                    <a:gd name="connsiteX4" fmla="*/ 18042 w 19931"/>
                    <a:gd name="connsiteY4" fmla="*/ 84 h 7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31" h="7216">
                      <a:moveTo>
                        <a:pt x="18042" y="84"/>
                      </a:moveTo>
                      <a:cubicBezTo>
                        <a:pt x="18042" y="84"/>
                        <a:pt x="9036" y="2010"/>
                        <a:pt x="5176" y="3294"/>
                      </a:cubicBezTo>
                      <a:cubicBezTo>
                        <a:pt x="1317" y="3935"/>
                        <a:pt x="-1900" y="7786"/>
                        <a:pt x="1317" y="7145"/>
                      </a:cubicBezTo>
                      <a:cubicBezTo>
                        <a:pt x="4533" y="7145"/>
                        <a:pt x="6463" y="3935"/>
                        <a:pt x="10966" y="3294"/>
                      </a:cubicBezTo>
                      <a:cubicBezTo>
                        <a:pt x="14825" y="2652"/>
                        <a:pt x="23831" y="-557"/>
                        <a:pt x="18042" y="84"/>
                      </a:cubicBezTo>
                      <a:close/>
                    </a:path>
                  </a:pathLst>
                </a:custGeom>
                <a:solidFill>
                  <a:srgbClr val="9D70F2"/>
                </a:solidFill>
                <a:ln w="6424" cap="flat">
                  <a:noFill/>
                  <a:prstDash val="solid"/>
                  <a:miter/>
                </a:ln>
              </p:spPr>
              <p:txBody>
                <a:bodyPr rtlCol="0" anchor="ctr"/>
                <a:lstStyle/>
                <a:p>
                  <a:endParaRPr lang="pt-BR"/>
                </a:p>
              </p:txBody>
            </p:sp>
            <p:sp>
              <p:nvSpPr>
                <p:cNvPr id="283" name="Freeform: Shape 282">
                  <a:extLst>
                    <a:ext uri="{FF2B5EF4-FFF2-40B4-BE49-F238E27FC236}">
                      <a16:creationId xmlns:a16="http://schemas.microsoft.com/office/drawing/2014/main" id="{A09208A9-002C-B699-8014-0950914DF532}"/>
                    </a:ext>
                  </a:extLst>
                </p:cNvPr>
                <p:cNvSpPr/>
                <p:nvPr/>
              </p:nvSpPr>
              <p:spPr>
                <a:xfrm>
                  <a:off x="6499825" y="2719786"/>
                  <a:ext cx="10408" cy="5184"/>
                </a:xfrm>
                <a:custGeom>
                  <a:avLst/>
                  <a:gdLst>
                    <a:gd name="connsiteX0" fmla="*/ 10408 w 10408"/>
                    <a:gd name="connsiteY0" fmla="*/ 0 h 5184"/>
                    <a:gd name="connsiteX1" fmla="*/ 1403 w 10408"/>
                    <a:gd name="connsiteY1" fmla="*/ 5135 h 5184"/>
                    <a:gd name="connsiteX2" fmla="*/ 2689 w 10408"/>
                    <a:gd name="connsiteY2" fmla="*/ 1925 h 5184"/>
                    <a:gd name="connsiteX3" fmla="*/ 10408 w 10408"/>
                    <a:gd name="connsiteY3" fmla="*/ 0 h 5184"/>
                  </a:gdLst>
                  <a:ahLst/>
                  <a:cxnLst>
                    <a:cxn ang="0">
                      <a:pos x="connsiteX0" y="connsiteY0"/>
                    </a:cxn>
                    <a:cxn ang="0">
                      <a:pos x="connsiteX1" y="connsiteY1"/>
                    </a:cxn>
                    <a:cxn ang="0">
                      <a:pos x="connsiteX2" y="connsiteY2"/>
                    </a:cxn>
                    <a:cxn ang="0">
                      <a:pos x="connsiteX3" y="connsiteY3"/>
                    </a:cxn>
                  </a:cxnLst>
                  <a:rect l="l" t="t" r="r" b="b"/>
                  <a:pathLst>
                    <a:path w="10408" h="5184">
                      <a:moveTo>
                        <a:pt x="10408" y="0"/>
                      </a:moveTo>
                      <a:cubicBezTo>
                        <a:pt x="10408" y="0"/>
                        <a:pt x="3976" y="5776"/>
                        <a:pt x="1403" y="5135"/>
                      </a:cubicBezTo>
                      <a:cubicBezTo>
                        <a:pt x="-1171" y="3851"/>
                        <a:pt x="116" y="3209"/>
                        <a:pt x="2689" y="1925"/>
                      </a:cubicBezTo>
                      <a:cubicBezTo>
                        <a:pt x="5905" y="642"/>
                        <a:pt x="8479" y="1284"/>
                        <a:pt x="10408" y="0"/>
                      </a:cubicBezTo>
                      <a:close/>
                    </a:path>
                  </a:pathLst>
                </a:custGeom>
                <a:solidFill>
                  <a:srgbClr val="9D70F2"/>
                </a:solidFill>
                <a:ln w="6424" cap="flat">
                  <a:noFill/>
                  <a:prstDash val="solid"/>
                  <a:miter/>
                </a:ln>
              </p:spPr>
              <p:txBody>
                <a:bodyPr rtlCol="0" anchor="ctr"/>
                <a:lstStyle/>
                <a:p>
                  <a:endParaRPr lang="pt-BR"/>
                </a:p>
              </p:txBody>
            </p:sp>
            <p:sp>
              <p:nvSpPr>
                <p:cNvPr id="284" name="Freeform: Shape 283">
                  <a:extLst>
                    <a:ext uri="{FF2B5EF4-FFF2-40B4-BE49-F238E27FC236}">
                      <a16:creationId xmlns:a16="http://schemas.microsoft.com/office/drawing/2014/main" id="{FC53736F-A445-878B-2154-DAFC9C98A989}"/>
                    </a:ext>
                  </a:extLst>
                </p:cNvPr>
                <p:cNvSpPr/>
                <p:nvPr/>
              </p:nvSpPr>
              <p:spPr>
                <a:xfrm>
                  <a:off x="6510624" y="2581690"/>
                  <a:ext cx="4280" cy="3953"/>
                </a:xfrm>
                <a:custGeom>
                  <a:avLst/>
                  <a:gdLst>
                    <a:gd name="connsiteX0" fmla="*/ 897 w 4280"/>
                    <a:gd name="connsiteY0" fmla="*/ 103 h 3953"/>
                    <a:gd name="connsiteX1" fmla="*/ 4113 w 4280"/>
                    <a:gd name="connsiteY1" fmla="*/ 1386 h 3953"/>
                    <a:gd name="connsiteX2" fmla="*/ 1540 w 4280"/>
                    <a:gd name="connsiteY2" fmla="*/ 3954 h 3953"/>
                    <a:gd name="connsiteX3" fmla="*/ 897 w 4280"/>
                    <a:gd name="connsiteY3" fmla="*/ 103 h 3953"/>
                  </a:gdLst>
                  <a:ahLst/>
                  <a:cxnLst>
                    <a:cxn ang="0">
                      <a:pos x="connsiteX0" y="connsiteY0"/>
                    </a:cxn>
                    <a:cxn ang="0">
                      <a:pos x="connsiteX1" y="connsiteY1"/>
                    </a:cxn>
                    <a:cxn ang="0">
                      <a:pos x="connsiteX2" y="connsiteY2"/>
                    </a:cxn>
                    <a:cxn ang="0">
                      <a:pos x="connsiteX3" y="connsiteY3"/>
                    </a:cxn>
                  </a:cxnLst>
                  <a:rect l="l" t="t" r="r" b="b"/>
                  <a:pathLst>
                    <a:path w="4280" h="3953">
                      <a:moveTo>
                        <a:pt x="897" y="103"/>
                      </a:moveTo>
                      <a:cubicBezTo>
                        <a:pt x="897" y="103"/>
                        <a:pt x="4113" y="-539"/>
                        <a:pt x="4113" y="1386"/>
                      </a:cubicBezTo>
                      <a:cubicBezTo>
                        <a:pt x="4756" y="3312"/>
                        <a:pt x="3470" y="3954"/>
                        <a:pt x="1540" y="3954"/>
                      </a:cubicBezTo>
                      <a:cubicBezTo>
                        <a:pt x="-390" y="2670"/>
                        <a:pt x="-390" y="1386"/>
                        <a:pt x="897" y="103"/>
                      </a:cubicBezTo>
                      <a:close/>
                    </a:path>
                  </a:pathLst>
                </a:custGeom>
                <a:solidFill>
                  <a:srgbClr val="9D70F2"/>
                </a:solidFill>
                <a:ln w="6424" cap="flat">
                  <a:noFill/>
                  <a:prstDash val="solid"/>
                  <a:miter/>
                </a:ln>
              </p:spPr>
              <p:txBody>
                <a:bodyPr rtlCol="0" anchor="ctr"/>
                <a:lstStyle/>
                <a:p>
                  <a:endParaRPr lang="pt-BR"/>
                </a:p>
              </p:txBody>
            </p:sp>
            <p:sp>
              <p:nvSpPr>
                <p:cNvPr id="285" name="Freeform: Shape 284">
                  <a:extLst>
                    <a:ext uri="{FF2B5EF4-FFF2-40B4-BE49-F238E27FC236}">
                      <a16:creationId xmlns:a16="http://schemas.microsoft.com/office/drawing/2014/main" id="{4D941889-3172-E070-FD84-4E738821A3B1}"/>
                    </a:ext>
                  </a:extLst>
                </p:cNvPr>
                <p:cNvSpPr/>
                <p:nvPr/>
              </p:nvSpPr>
              <p:spPr>
                <a:xfrm>
                  <a:off x="6526155" y="2556833"/>
                  <a:ext cx="3251" cy="3137"/>
                </a:xfrm>
                <a:custGeom>
                  <a:avLst/>
                  <a:gdLst>
                    <a:gd name="connsiteX0" fmla="*/ 161 w 3251"/>
                    <a:gd name="connsiteY0" fmla="*/ 571 h 3137"/>
                    <a:gd name="connsiteX1" fmla="*/ 2734 w 3251"/>
                    <a:gd name="connsiteY1" fmla="*/ 571 h 3137"/>
                    <a:gd name="connsiteX2" fmla="*/ 804 w 3251"/>
                    <a:gd name="connsiteY2" fmla="*/ 3138 h 3137"/>
                    <a:gd name="connsiteX3" fmla="*/ 161 w 3251"/>
                    <a:gd name="connsiteY3" fmla="*/ 571 h 3137"/>
                  </a:gdLst>
                  <a:ahLst/>
                  <a:cxnLst>
                    <a:cxn ang="0">
                      <a:pos x="connsiteX0" y="connsiteY0"/>
                    </a:cxn>
                    <a:cxn ang="0">
                      <a:pos x="connsiteX1" y="connsiteY1"/>
                    </a:cxn>
                    <a:cxn ang="0">
                      <a:pos x="connsiteX2" y="connsiteY2"/>
                    </a:cxn>
                    <a:cxn ang="0">
                      <a:pos x="connsiteX3" y="connsiteY3"/>
                    </a:cxn>
                  </a:cxnLst>
                  <a:rect l="l" t="t" r="r" b="b"/>
                  <a:pathLst>
                    <a:path w="3251" h="3137">
                      <a:moveTo>
                        <a:pt x="161" y="571"/>
                      </a:moveTo>
                      <a:cubicBezTo>
                        <a:pt x="161" y="571"/>
                        <a:pt x="1447" y="-713"/>
                        <a:pt x="2734" y="571"/>
                      </a:cubicBezTo>
                      <a:cubicBezTo>
                        <a:pt x="4020" y="1854"/>
                        <a:pt x="2734" y="3138"/>
                        <a:pt x="804" y="3138"/>
                      </a:cubicBezTo>
                      <a:cubicBezTo>
                        <a:pt x="-482" y="3138"/>
                        <a:pt x="161" y="571"/>
                        <a:pt x="161" y="571"/>
                      </a:cubicBezTo>
                      <a:close/>
                    </a:path>
                  </a:pathLst>
                </a:custGeom>
                <a:solidFill>
                  <a:srgbClr val="9D70F2"/>
                </a:solidFill>
                <a:ln w="6424" cap="flat">
                  <a:noFill/>
                  <a:prstDash val="solid"/>
                  <a:miter/>
                </a:ln>
              </p:spPr>
              <p:txBody>
                <a:bodyPr rtlCol="0" anchor="ctr"/>
                <a:lstStyle/>
                <a:p>
                  <a:endParaRPr lang="pt-BR"/>
                </a:p>
              </p:txBody>
            </p:sp>
            <p:sp>
              <p:nvSpPr>
                <p:cNvPr id="286" name="Freeform: Shape 285">
                  <a:extLst>
                    <a:ext uri="{FF2B5EF4-FFF2-40B4-BE49-F238E27FC236}">
                      <a16:creationId xmlns:a16="http://schemas.microsoft.com/office/drawing/2014/main" id="{93CD87C8-9CF6-E20A-40D6-BC8F5AA4EA90}"/>
                    </a:ext>
                  </a:extLst>
                </p:cNvPr>
                <p:cNvSpPr/>
                <p:nvPr/>
              </p:nvSpPr>
              <p:spPr>
                <a:xfrm>
                  <a:off x="6512382" y="2513831"/>
                  <a:ext cx="4073" cy="3137"/>
                </a:xfrm>
                <a:custGeom>
                  <a:avLst/>
                  <a:gdLst>
                    <a:gd name="connsiteX0" fmla="*/ 424 w 4073"/>
                    <a:gd name="connsiteY0" fmla="*/ 571 h 3137"/>
                    <a:gd name="connsiteX1" fmla="*/ 3641 w 4073"/>
                    <a:gd name="connsiteY1" fmla="*/ 571 h 3137"/>
                    <a:gd name="connsiteX2" fmla="*/ 2354 w 4073"/>
                    <a:gd name="connsiteY2" fmla="*/ 3138 h 3137"/>
                    <a:gd name="connsiteX3" fmla="*/ 424 w 4073"/>
                    <a:gd name="connsiteY3" fmla="*/ 571 h 3137"/>
                  </a:gdLst>
                  <a:ahLst/>
                  <a:cxnLst>
                    <a:cxn ang="0">
                      <a:pos x="connsiteX0" y="connsiteY0"/>
                    </a:cxn>
                    <a:cxn ang="0">
                      <a:pos x="connsiteX1" y="connsiteY1"/>
                    </a:cxn>
                    <a:cxn ang="0">
                      <a:pos x="connsiteX2" y="connsiteY2"/>
                    </a:cxn>
                    <a:cxn ang="0">
                      <a:pos x="connsiteX3" y="connsiteY3"/>
                    </a:cxn>
                  </a:cxnLst>
                  <a:rect l="l" t="t" r="r" b="b"/>
                  <a:pathLst>
                    <a:path w="4073" h="3137">
                      <a:moveTo>
                        <a:pt x="424" y="571"/>
                      </a:moveTo>
                      <a:cubicBezTo>
                        <a:pt x="424" y="571"/>
                        <a:pt x="2354" y="-713"/>
                        <a:pt x="3641" y="571"/>
                      </a:cubicBezTo>
                      <a:cubicBezTo>
                        <a:pt x="4927" y="1854"/>
                        <a:pt x="2997" y="3138"/>
                        <a:pt x="2354" y="3138"/>
                      </a:cubicBezTo>
                      <a:cubicBezTo>
                        <a:pt x="1068" y="3138"/>
                        <a:pt x="-862" y="1854"/>
                        <a:pt x="424" y="571"/>
                      </a:cubicBezTo>
                      <a:close/>
                    </a:path>
                  </a:pathLst>
                </a:custGeom>
                <a:solidFill>
                  <a:srgbClr val="9D70F2"/>
                </a:solidFill>
                <a:ln w="6424" cap="flat">
                  <a:noFill/>
                  <a:prstDash val="solid"/>
                  <a:miter/>
                </a:ln>
              </p:spPr>
              <p:txBody>
                <a:bodyPr rtlCol="0" anchor="ctr"/>
                <a:lstStyle/>
                <a:p>
                  <a:endParaRPr lang="pt-BR"/>
                </a:p>
              </p:txBody>
            </p:sp>
            <p:sp>
              <p:nvSpPr>
                <p:cNvPr id="287" name="Freeform: Shape 286">
                  <a:extLst>
                    <a:ext uri="{FF2B5EF4-FFF2-40B4-BE49-F238E27FC236}">
                      <a16:creationId xmlns:a16="http://schemas.microsoft.com/office/drawing/2014/main" id="{6D7938D3-82EF-BA96-BEB2-E03C5ADA2402}"/>
                    </a:ext>
                  </a:extLst>
                </p:cNvPr>
                <p:cNvSpPr/>
                <p:nvPr/>
              </p:nvSpPr>
              <p:spPr>
                <a:xfrm>
                  <a:off x="6533865" y="2762308"/>
                  <a:ext cx="7601" cy="6897"/>
                </a:xfrm>
                <a:custGeom>
                  <a:avLst/>
                  <a:gdLst>
                    <a:gd name="connsiteX0" fmla="*/ 170 w 7601"/>
                    <a:gd name="connsiteY0" fmla="*/ 3047 h 6897"/>
                    <a:gd name="connsiteX1" fmla="*/ 5316 w 7601"/>
                    <a:gd name="connsiteY1" fmla="*/ 480 h 6897"/>
                    <a:gd name="connsiteX2" fmla="*/ 3386 w 7601"/>
                    <a:gd name="connsiteY2" fmla="*/ 6898 h 6897"/>
                    <a:gd name="connsiteX3" fmla="*/ 170 w 7601"/>
                    <a:gd name="connsiteY3" fmla="*/ 3047 h 6897"/>
                  </a:gdLst>
                  <a:ahLst/>
                  <a:cxnLst>
                    <a:cxn ang="0">
                      <a:pos x="connsiteX0" y="connsiteY0"/>
                    </a:cxn>
                    <a:cxn ang="0">
                      <a:pos x="connsiteX1" y="connsiteY1"/>
                    </a:cxn>
                    <a:cxn ang="0">
                      <a:pos x="connsiteX2" y="connsiteY2"/>
                    </a:cxn>
                    <a:cxn ang="0">
                      <a:pos x="connsiteX3" y="connsiteY3"/>
                    </a:cxn>
                  </a:cxnLst>
                  <a:rect l="l" t="t" r="r" b="b"/>
                  <a:pathLst>
                    <a:path w="7601" h="6897">
                      <a:moveTo>
                        <a:pt x="170" y="3047"/>
                      </a:moveTo>
                      <a:cubicBezTo>
                        <a:pt x="170" y="3047"/>
                        <a:pt x="1457" y="-1446"/>
                        <a:pt x="5316" y="480"/>
                      </a:cubicBezTo>
                      <a:cubicBezTo>
                        <a:pt x="9176" y="2405"/>
                        <a:pt x="7889" y="6898"/>
                        <a:pt x="3386" y="6898"/>
                      </a:cubicBezTo>
                      <a:cubicBezTo>
                        <a:pt x="-1116" y="6898"/>
                        <a:pt x="170" y="3047"/>
                        <a:pt x="170" y="3047"/>
                      </a:cubicBezTo>
                      <a:close/>
                    </a:path>
                  </a:pathLst>
                </a:custGeom>
                <a:solidFill>
                  <a:srgbClr val="9D70F2"/>
                </a:solidFill>
                <a:ln w="6424" cap="flat">
                  <a:noFill/>
                  <a:prstDash val="solid"/>
                  <a:miter/>
                </a:ln>
              </p:spPr>
              <p:txBody>
                <a:bodyPr rtlCol="0" anchor="ctr"/>
                <a:lstStyle/>
                <a:p>
                  <a:endParaRPr lang="pt-BR"/>
                </a:p>
              </p:txBody>
            </p:sp>
            <p:sp>
              <p:nvSpPr>
                <p:cNvPr id="288" name="Freeform: Shape 287">
                  <a:extLst>
                    <a:ext uri="{FF2B5EF4-FFF2-40B4-BE49-F238E27FC236}">
                      <a16:creationId xmlns:a16="http://schemas.microsoft.com/office/drawing/2014/main" id="{0AA8FA7B-2088-D476-B8CB-FD66F29BE4FF}"/>
                    </a:ext>
                  </a:extLst>
                </p:cNvPr>
                <p:cNvSpPr/>
                <p:nvPr/>
              </p:nvSpPr>
              <p:spPr>
                <a:xfrm>
                  <a:off x="6771724" y="2792954"/>
                  <a:ext cx="3889" cy="6481"/>
                </a:xfrm>
                <a:custGeom>
                  <a:avLst/>
                  <a:gdLst>
                    <a:gd name="connsiteX0" fmla="*/ 322 w 3889"/>
                    <a:gd name="connsiteY0" fmla="*/ 2567 h 6481"/>
                    <a:gd name="connsiteX1" fmla="*/ 2251 w 3889"/>
                    <a:gd name="connsiteY1" fmla="*/ 0 h 6481"/>
                    <a:gd name="connsiteX2" fmla="*/ 1608 w 3889"/>
                    <a:gd name="connsiteY2" fmla="*/ 6418 h 6481"/>
                    <a:gd name="connsiteX3" fmla="*/ 322 w 3889"/>
                    <a:gd name="connsiteY3" fmla="*/ 2567 h 6481"/>
                  </a:gdLst>
                  <a:ahLst/>
                  <a:cxnLst>
                    <a:cxn ang="0">
                      <a:pos x="connsiteX0" y="connsiteY0"/>
                    </a:cxn>
                    <a:cxn ang="0">
                      <a:pos x="connsiteX1" y="connsiteY1"/>
                    </a:cxn>
                    <a:cxn ang="0">
                      <a:pos x="connsiteX2" y="connsiteY2"/>
                    </a:cxn>
                    <a:cxn ang="0">
                      <a:pos x="connsiteX3" y="connsiteY3"/>
                    </a:cxn>
                  </a:cxnLst>
                  <a:rect l="l" t="t" r="r" b="b"/>
                  <a:pathLst>
                    <a:path w="3889" h="6481">
                      <a:moveTo>
                        <a:pt x="322" y="2567"/>
                      </a:moveTo>
                      <a:cubicBezTo>
                        <a:pt x="322" y="2567"/>
                        <a:pt x="-322" y="0"/>
                        <a:pt x="2251" y="0"/>
                      </a:cubicBezTo>
                      <a:cubicBezTo>
                        <a:pt x="4825" y="0"/>
                        <a:pt x="4181" y="5776"/>
                        <a:pt x="1608" y="6418"/>
                      </a:cubicBezTo>
                      <a:cubicBezTo>
                        <a:pt x="-965" y="7060"/>
                        <a:pt x="322" y="2567"/>
                        <a:pt x="322" y="2567"/>
                      </a:cubicBezTo>
                      <a:close/>
                    </a:path>
                  </a:pathLst>
                </a:custGeom>
                <a:solidFill>
                  <a:srgbClr val="9D70F2"/>
                </a:solidFill>
                <a:ln w="6424" cap="flat">
                  <a:noFill/>
                  <a:prstDash val="solid"/>
                  <a:miter/>
                </a:ln>
              </p:spPr>
              <p:txBody>
                <a:bodyPr rtlCol="0" anchor="ctr"/>
                <a:lstStyle/>
                <a:p>
                  <a:endParaRPr lang="pt-BR"/>
                </a:p>
              </p:txBody>
            </p:sp>
            <p:sp>
              <p:nvSpPr>
                <p:cNvPr id="289" name="Freeform: Shape 288">
                  <a:extLst>
                    <a:ext uri="{FF2B5EF4-FFF2-40B4-BE49-F238E27FC236}">
                      <a16:creationId xmlns:a16="http://schemas.microsoft.com/office/drawing/2014/main" id="{23481211-AD03-57E7-CD5E-420B6634588C}"/>
                    </a:ext>
                  </a:extLst>
                </p:cNvPr>
                <p:cNvSpPr/>
                <p:nvPr/>
              </p:nvSpPr>
              <p:spPr>
                <a:xfrm>
                  <a:off x="6623839" y="2856597"/>
                  <a:ext cx="8092" cy="6315"/>
                </a:xfrm>
                <a:custGeom>
                  <a:avLst/>
                  <a:gdLst>
                    <a:gd name="connsiteX0" fmla="*/ 254 w 8092"/>
                    <a:gd name="connsiteY0" fmla="*/ 2465 h 6315"/>
                    <a:gd name="connsiteX1" fmla="*/ 7330 w 8092"/>
                    <a:gd name="connsiteY1" fmla="*/ 539 h 6315"/>
                    <a:gd name="connsiteX2" fmla="*/ 2184 w 8092"/>
                    <a:gd name="connsiteY2" fmla="*/ 6316 h 6315"/>
                    <a:gd name="connsiteX3" fmla="*/ 254 w 8092"/>
                    <a:gd name="connsiteY3" fmla="*/ 2465 h 6315"/>
                  </a:gdLst>
                  <a:ahLst/>
                  <a:cxnLst>
                    <a:cxn ang="0">
                      <a:pos x="connsiteX0" y="connsiteY0"/>
                    </a:cxn>
                    <a:cxn ang="0">
                      <a:pos x="connsiteX1" y="connsiteY1"/>
                    </a:cxn>
                    <a:cxn ang="0">
                      <a:pos x="connsiteX2" y="connsiteY2"/>
                    </a:cxn>
                    <a:cxn ang="0">
                      <a:pos x="connsiteX3" y="connsiteY3"/>
                    </a:cxn>
                  </a:cxnLst>
                  <a:rect l="l" t="t" r="r" b="b"/>
                  <a:pathLst>
                    <a:path w="8092" h="6315">
                      <a:moveTo>
                        <a:pt x="254" y="2465"/>
                      </a:moveTo>
                      <a:cubicBezTo>
                        <a:pt x="254" y="2465"/>
                        <a:pt x="4757" y="-1386"/>
                        <a:pt x="7330" y="539"/>
                      </a:cubicBezTo>
                      <a:cubicBezTo>
                        <a:pt x="9903" y="1823"/>
                        <a:pt x="5400" y="6316"/>
                        <a:pt x="2184" y="6316"/>
                      </a:cubicBezTo>
                      <a:cubicBezTo>
                        <a:pt x="-1032" y="5674"/>
                        <a:pt x="254" y="2465"/>
                        <a:pt x="254" y="2465"/>
                      </a:cubicBezTo>
                      <a:close/>
                    </a:path>
                  </a:pathLst>
                </a:custGeom>
                <a:solidFill>
                  <a:srgbClr val="9D70F2"/>
                </a:solidFill>
                <a:ln w="6424" cap="flat">
                  <a:noFill/>
                  <a:prstDash val="solid"/>
                  <a:miter/>
                </a:ln>
              </p:spPr>
              <p:txBody>
                <a:bodyPr rtlCol="0" anchor="ctr"/>
                <a:lstStyle/>
                <a:p>
                  <a:endParaRPr lang="pt-BR"/>
                </a:p>
              </p:txBody>
            </p:sp>
          </p:grpSp>
          <p:sp>
            <p:nvSpPr>
              <p:cNvPr id="30" name="Freeform: Shape 29">
                <a:extLst>
                  <a:ext uri="{FF2B5EF4-FFF2-40B4-BE49-F238E27FC236}">
                    <a16:creationId xmlns:a16="http://schemas.microsoft.com/office/drawing/2014/main" id="{20C1B605-3526-B5C8-7567-0CFDD1D23C4A}"/>
                  </a:ext>
                </a:extLst>
              </p:cNvPr>
              <p:cNvSpPr/>
              <p:nvPr/>
            </p:nvSpPr>
            <p:spPr>
              <a:xfrm>
                <a:off x="7645608" y="2817985"/>
                <a:ext cx="454792" cy="670066"/>
              </a:xfrm>
              <a:custGeom>
                <a:avLst/>
                <a:gdLst>
                  <a:gd name="connsiteX0" fmla="*/ 165321 w 454792"/>
                  <a:gd name="connsiteY0" fmla="*/ 48779 h 670066"/>
                  <a:gd name="connsiteX1" fmla="*/ 0 w 454792"/>
                  <a:gd name="connsiteY1" fmla="*/ 462757 h 670066"/>
                  <a:gd name="connsiteX2" fmla="*/ 257952 w 454792"/>
                  <a:gd name="connsiteY2" fmla="*/ 670066 h 670066"/>
                  <a:gd name="connsiteX3" fmla="*/ 454793 w 454792"/>
                  <a:gd name="connsiteY3" fmla="*/ 505759 h 670066"/>
                  <a:gd name="connsiteX4" fmla="*/ 395612 w 454792"/>
                  <a:gd name="connsiteY4" fmla="*/ 0 h 670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792" h="670066">
                    <a:moveTo>
                      <a:pt x="165321" y="48779"/>
                    </a:moveTo>
                    <a:lnTo>
                      <a:pt x="0" y="462757"/>
                    </a:lnTo>
                    <a:lnTo>
                      <a:pt x="257952" y="670066"/>
                    </a:lnTo>
                    <a:lnTo>
                      <a:pt x="454793" y="505759"/>
                    </a:lnTo>
                    <a:lnTo>
                      <a:pt x="395612" y="0"/>
                    </a:lnTo>
                    <a:close/>
                  </a:path>
                </a:pathLst>
              </a:custGeom>
              <a:solidFill>
                <a:schemeClr val="bg1"/>
              </a:solidFill>
              <a:ln w="6424" cap="flat">
                <a:noFill/>
                <a:prstDash val="solid"/>
                <a:miter/>
              </a:ln>
            </p:spPr>
            <p:txBody>
              <a:bodyPr rtlCol="0" anchor="ctr"/>
              <a:lstStyle/>
              <a:p>
                <a:endParaRPr lang="pt-BR"/>
              </a:p>
            </p:txBody>
          </p:sp>
          <p:sp>
            <p:nvSpPr>
              <p:cNvPr id="31" name="Freeform: Shape 30">
                <a:extLst>
                  <a:ext uri="{FF2B5EF4-FFF2-40B4-BE49-F238E27FC236}">
                    <a16:creationId xmlns:a16="http://schemas.microsoft.com/office/drawing/2014/main" id="{9C83EF87-B861-406C-3E86-5895348BD887}"/>
                  </a:ext>
                </a:extLst>
              </p:cNvPr>
              <p:cNvSpPr/>
              <p:nvPr/>
            </p:nvSpPr>
            <p:spPr>
              <a:xfrm>
                <a:off x="7645608" y="2817985"/>
                <a:ext cx="454792" cy="670066"/>
              </a:xfrm>
              <a:custGeom>
                <a:avLst/>
                <a:gdLst>
                  <a:gd name="connsiteX0" fmla="*/ 165321 w 454792"/>
                  <a:gd name="connsiteY0" fmla="*/ 48779 h 670066"/>
                  <a:gd name="connsiteX1" fmla="*/ 0 w 454792"/>
                  <a:gd name="connsiteY1" fmla="*/ 462757 h 670066"/>
                  <a:gd name="connsiteX2" fmla="*/ 257952 w 454792"/>
                  <a:gd name="connsiteY2" fmla="*/ 670066 h 670066"/>
                  <a:gd name="connsiteX3" fmla="*/ 454793 w 454792"/>
                  <a:gd name="connsiteY3" fmla="*/ 505759 h 670066"/>
                  <a:gd name="connsiteX4" fmla="*/ 395612 w 454792"/>
                  <a:gd name="connsiteY4" fmla="*/ 0 h 670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792" h="670066">
                    <a:moveTo>
                      <a:pt x="165321" y="48779"/>
                    </a:moveTo>
                    <a:lnTo>
                      <a:pt x="0" y="462757"/>
                    </a:lnTo>
                    <a:lnTo>
                      <a:pt x="257952" y="670066"/>
                    </a:lnTo>
                    <a:lnTo>
                      <a:pt x="454793" y="505759"/>
                    </a:lnTo>
                    <a:lnTo>
                      <a:pt x="395612" y="0"/>
                    </a:lnTo>
                    <a:close/>
                  </a:path>
                </a:pathLst>
              </a:custGeom>
              <a:noFill/>
              <a:ln w="6424" cap="rnd">
                <a:solidFill>
                  <a:schemeClr val="tx2"/>
                </a:solidFill>
                <a:prstDash val="solid"/>
                <a:round/>
              </a:ln>
            </p:spPr>
            <p:txBody>
              <a:bodyPr rtlCol="0" anchor="ctr"/>
              <a:lstStyle/>
              <a:p>
                <a:endParaRPr lang="pt-BR"/>
              </a:p>
            </p:txBody>
          </p:sp>
          <p:grpSp>
            <p:nvGrpSpPr>
              <p:cNvPr id="32" name="Graphic 37">
                <a:extLst>
                  <a:ext uri="{FF2B5EF4-FFF2-40B4-BE49-F238E27FC236}">
                    <a16:creationId xmlns:a16="http://schemas.microsoft.com/office/drawing/2014/main" id="{5E0241A7-2CA7-EE7E-6C46-44A3F8438548}"/>
                  </a:ext>
                </a:extLst>
              </p:cNvPr>
              <p:cNvGrpSpPr/>
              <p:nvPr/>
            </p:nvGrpSpPr>
            <p:grpSpPr>
              <a:xfrm>
                <a:off x="6201277" y="2515043"/>
                <a:ext cx="377178" cy="378677"/>
                <a:chOff x="6201277" y="2515043"/>
                <a:chExt cx="377178" cy="378677"/>
              </a:xfrm>
              <a:solidFill>
                <a:srgbClr val="9D70F2"/>
              </a:solidFill>
            </p:grpSpPr>
            <p:sp>
              <p:nvSpPr>
                <p:cNvPr id="242" name="Freeform: Shape 241">
                  <a:extLst>
                    <a:ext uri="{FF2B5EF4-FFF2-40B4-BE49-F238E27FC236}">
                      <a16:creationId xmlns:a16="http://schemas.microsoft.com/office/drawing/2014/main" id="{4C6A7582-73BA-43AC-A1D3-DBC55505700D}"/>
                    </a:ext>
                  </a:extLst>
                </p:cNvPr>
                <p:cNvSpPr/>
                <p:nvPr/>
              </p:nvSpPr>
              <p:spPr>
                <a:xfrm>
                  <a:off x="6264898" y="2546153"/>
                  <a:ext cx="217064" cy="242165"/>
                </a:xfrm>
                <a:custGeom>
                  <a:avLst/>
                  <a:gdLst>
                    <a:gd name="connsiteX0" fmla="*/ 119254 w 217064"/>
                    <a:gd name="connsiteY0" fmla="*/ 52328 h 242165"/>
                    <a:gd name="connsiteX1" fmla="*/ 117324 w 217064"/>
                    <a:gd name="connsiteY1" fmla="*/ 61955 h 242165"/>
                    <a:gd name="connsiteX2" fmla="*/ 116038 w 217064"/>
                    <a:gd name="connsiteY2" fmla="*/ 72866 h 242165"/>
                    <a:gd name="connsiteX3" fmla="*/ 121184 w 217064"/>
                    <a:gd name="connsiteY3" fmla="*/ 69015 h 242165"/>
                    <a:gd name="connsiteX4" fmla="*/ 125687 w 217064"/>
                    <a:gd name="connsiteY4" fmla="*/ 55537 h 242165"/>
                    <a:gd name="connsiteX5" fmla="*/ 132120 w 217064"/>
                    <a:gd name="connsiteY5" fmla="*/ 34999 h 242165"/>
                    <a:gd name="connsiteX6" fmla="*/ 141125 w 217064"/>
                    <a:gd name="connsiteY6" fmla="*/ 10609 h 242165"/>
                    <a:gd name="connsiteX7" fmla="*/ 144342 w 217064"/>
                    <a:gd name="connsiteY7" fmla="*/ 1624 h 242165"/>
                    <a:gd name="connsiteX8" fmla="*/ 148845 w 217064"/>
                    <a:gd name="connsiteY8" fmla="*/ 982 h 242165"/>
                    <a:gd name="connsiteX9" fmla="*/ 146272 w 217064"/>
                    <a:gd name="connsiteY9" fmla="*/ 8684 h 242165"/>
                    <a:gd name="connsiteX10" fmla="*/ 140482 w 217064"/>
                    <a:gd name="connsiteY10" fmla="*/ 20237 h 242165"/>
                    <a:gd name="connsiteX11" fmla="*/ 136623 w 217064"/>
                    <a:gd name="connsiteY11" fmla="*/ 31790 h 242165"/>
                    <a:gd name="connsiteX12" fmla="*/ 133406 w 217064"/>
                    <a:gd name="connsiteY12" fmla="*/ 42059 h 242165"/>
                    <a:gd name="connsiteX13" fmla="*/ 132120 w 217064"/>
                    <a:gd name="connsiteY13" fmla="*/ 51686 h 242165"/>
                    <a:gd name="connsiteX14" fmla="*/ 145628 w 217064"/>
                    <a:gd name="connsiteY14" fmla="*/ 56821 h 242165"/>
                    <a:gd name="connsiteX15" fmla="*/ 153348 w 217064"/>
                    <a:gd name="connsiteY15" fmla="*/ 42701 h 242165"/>
                    <a:gd name="connsiteX16" fmla="*/ 157207 w 217064"/>
                    <a:gd name="connsiteY16" fmla="*/ 36924 h 242165"/>
                    <a:gd name="connsiteX17" fmla="*/ 161710 w 217064"/>
                    <a:gd name="connsiteY17" fmla="*/ 33073 h 242165"/>
                    <a:gd name="connsiteX18" fmla="*/ 171359 w 217064"/>
                    <a:gd name="connsiteY18" fmla="*/ 18311 h 242165"/>
                    <a:gd name="connsiteX19" fmla="*/ 175219 w 217064"/>
                    <a:gd name="connsiteY19" fmla="*/ 11251 h 242165"/>
                    <a:gd name="connsiteX20" fmla="*/ 181008 w 217064"/>
                    <a:gd name="connsiteY20" fmla="*/ 8042 h 242165"/>
                    <a:gd name="connsiteX21" fmla="*/ 176505 w 217064"/>
                    <a:gd name="connsiteY21" fmla="*/ 15102 h 242165"/>
                    <a:gd name="connsiteX22" fmla="*/ 163640 w 217064"/>
                    <a:gd name="connsiteY22" fmla="*/ 34999 h 242165"/>
                    <a:gd name="connsiteX23" fmla="*/ 161710 w 217064"/>
                    <a:gd name="connsiteY23" fmla="*/ 39491 h 242165"/>
                    <a:gd name="connsiteX24" fmla="*/ 157207 w 217064"/>
                    <a:gd name="connsiteY24" fmla="*/ 48477 h 242165"/>
                    <a:gd name="connsiteX25" fmla="*/ 156564 w 217064"/>
                    <a:gd name="connsiteY25" fmla="*/ 56179 h 242165"/>
                    <a:gd name="connsiteX26" fmla="*/ 153348 w 217064"/>
                    <a:gd name="connsiteY26" fmla="*/ 68374 h 242165"/>
                    <a:gd name="connsiteX27" fmla="*/ 162997 w 217064"/>
                    <a:gd name="connsiteY27" fmla="*/ 65165 h 242165"/>
                    <a:gd name="connsiteX28" fmla="*/ 179078 w 217064"/>
                    <a:gd name="connsiteY28" fmla="*/ 51686 h 242165"/>
                    <a:gd name="connsiteX29" fmla="*/ 188084 w 217064"/>
                    <a:gd name="connsiteY29" fmla="*/ 45268 h 242165"/>
                    <a:gd name="connsiteX30" fmla="*/ 184868 w 217064"/>
                    <a:gd name="connsiteY30" fmla="*/ 51044 h 242165"/>
                    <a:gd name="connsiteX31" fmla="*/ 169429 w 217064"/>
                    <a:gd name="connsiteY31" fmla="*/ 62597 h 242165"/>
                    <a:gd name="connsiteX32" fmla="*/ 158494 w 217064"/>
                    <a:gd name="connsiteY32" fmla="*/ 71583 h 242165"/>
                    <a:gd name="connsiteX33" fmla="*/ 147558 w 217064"/>
                    <a:gd name="connsiteY33" fmla="*/ 80568 h 242165"/>
                    <a:gd name="connsiteX34" fmla="*/ 153991 w 217064"/>
                    <a:gd name="connsiteY34" fmla="*/ 84419 h 242165"/>
                    <a:gd name="connsiteX35" fmla="*/ 165570 w 217064"/>
                    <a:gd name="connsiteY35" fmla="*/ 83777 h 242165"/>
                    <a:gd name="connsiteX36" fmla="*/ 175862 w 217064"/>
                    <a:gd name="connsiteY36" fmla="*/ 83777 h 242165"/>
                    <a:gd name="connsiteX37" fmla="*/ 188084 w 217064"/>
                    <a:gd name="connsiteY37" fmla="*/ 78643 h 242165"/>
                    <a:gd name="connsiteX38" fmla="*/ 195804 w 217064"/>
                    <a:gd name="connsiteY38" fmla="*/ 76076 h 242165"/>
                    <a:gd name="connsiteX39" fmla="*/ 197090 w 217064"/>
                    <a:gd name="connsiteY39" fmla="*/ 78001 h 242165"/>
                    <a:gd name="connsiteX40" fmla="*/ 186154 w 217064"/>
                    <a:gd name="connsiteY40" fmla="*/ 83136 h 242165"/>
                    <a:gd name="connsiteX41" fmla="*/ 174576 w 217064"/>
                    <a:gd name="connsiteY41" fmla="*/ 92763 h 242165"/>
                    <a:gd name="connsiteX42" fmla="*/ 179078 w 217064"/>
                    <a:gd name="connsiteY42" fmla="*/ 97898 h 242165"/>
                    <a:gd name="connsiteX43" fmla="*/ 191301 w 217064"/>
                    <a:gd name="connsiteY43" fmla="*/ 95330 h 242165"/>
                    <a:gd name="connsiteX44" fmla="*/ 201593 w 217064"/>
                    <a:gd name="connsiteY44" fmla="*/ 93405 h 242165"/>
                    <a:gd name="connsiteX45" fmla="*/ 211242 w 217064"/>
                    <a:gd name="connsiteY45" fmla="*/ 89554 h 242165"/>
                    <a:gd name="connsiteX46" fmla="*/ 217032 w 217064"/>
                    <a:gd name="connsiteY46" fmla="*/ 92763 h 242165"/>
                    <a:gd name="connsiteX47" fmla="*/ 208669 w 217064"/>
                    <a:gd name="connsiteY47" fmla="*/ 94047 h 242165"/>
                    <a:gd name="connsiteX48" fmla="*/ 197090 w 217064"/>
                    <a:gd name="connsiteY48" fmla="*/ 95330 h 242165"/>
                    <a:gd name="connsiteX49" fmla="*/ 180365 w 217064"/>
                    <a:gd name="connsiteY49" fmla="*/ 109450 h 242165"/>
                    <a:gd name="connsiteX50" fmla="*/ 195160 w 217064"/>
                    <a:gd name="connsiteY50" fmla="*/ 116511 h 242165"/>
                    <a:gd name="connsiteX51" fmla="*/ 194517 w 217064"/>
                    <a:gd name="connsiteY51" fmla="*/ 122929 h 242165"/>
                    <a:gd name="connsiteX52" fmla="*/ 183581 w 217064"/>
                    <a:gd name="connsiteY52" fmla="*/ 129347 h 242165"/>
                    <a:gd name="connsiteX53" fmla="*/ 190657 w 217064"/>
                    <a:gd name="connsiteY53" fmla="*/ 132556 h 242165"/>
                    <a:gd name="connsiteX54" fmla="*/ 196447 w 217064"/>
                    <a:gd name="connsiteY54" fmla="*/ 131914 h 242165"/>
                    <a:gd name="connsiteX55" fmla="*/ 208026 w 217064"/>
                    <a:gd name="connsiteY55" fmla="*/ 131273 h 242165"/>
                    <a:gd name="connsiteX56" fmla="*/ 217032 w 217064"/>
                    <a:gd name="connsiteY56" fmla="*/ 131914 h 242165"/>
                    <a:gd name="connsiteX57" fmla="*/ 208026 w 217064"/>
                    <a:gd name="connsiteY57" fmla="*/ 132556 h 242165"/>
                    <a:gd name="connsiteX58" fmla="*/ 205453 w 217064"/>
                    <a:gd name="connsiteY58" fmla="*/ 140900 h 242165"/>
                    <a:gd name="connsiteX59" fmla="*/ 193874 w 217064"/>
                    <a:gd name="connsiteY59" fmla="*/ 143467 h 242165"/>
                    <a:gd name="connsiteX60" fmla="*/ 185511 w 217064"/>
                    <a:gd name="connsiteY60" fmla="*/ 143467 h 242165"/>
                    <a:gd name="connsiteX61" fmla="*/ 177149 w 217064"/>
                    <a:gd name="connsiteY61" fmla="*/ 144751 h 242165"/>
                    <a:gd name="connsiteX62" fmla="*/ 163640 w 217064"/>
                    <a:gd name="connsiteY62" fmla="*/ 151811 h 242165"/>
                    <a:gd name="connsiteX63" fmla="*/ 168143 w 217064"/>
                    <a:gd name="connsiteY63" fmla="*/ 162722 h 242165"/>
                    <a:gd name="connsiteX64" fmla="*/ 172002 w 217064"/>
                    <a:gd name="connsiteY64" fmla="*/ 169782 h 242165"/>
                    <a:gd name="connsiteX65" fmla="*/ 178435 w 217064"/>
                    <a:gd name="connsiteY65" fmla="*/ 177484 h 242165"/>
                    <a:gd name="connsiteX66" fmla="*/ 188084 w 217064"/>
                    <a:gd name="connsiteY66" fmla="*/ 184544 h 242165"/>
                    <a:gd name="connsiteX67" fmla="*/ 193874 w 217064"/>
                    <a:gd name="connsiteY67" fmla="*/ 186470 h 242165"/>
                    <a:gd name="connsiteX68" fmla="*/ 201593 w 217064"/>
                    <a:gd name="connsiteY68" fmla="*/ 192888 h 242165"/>
                    <a:gd name="connsiteX69" fmla="*/ 210599 w 217064"/>
                    <a:gd name="connsiteY69" fmla="*/ 197381 h 242165"/>
                    <a:gd name="connsiteX70" fmla="*/ 210599 w 217064"/>
                    <a:gd name="connsiteY70" fmla="*/ 201232 h 242165"/>
                    <a:gd name="connsiteX71" fmla="*/ 205453 w 217064"/>
                    <a:gd name="connsiteY71" fmla="*/ 199306 h 242165"/>
                    <a:gd name="connsiteX72" fmla="*/ 197090 w 217064"/>
                    <a:gd name="connsiteY72" fmla="*/ 192888 h 242165"/>
                    <a:gd name="connsiteX73" fmla="*/ 187441 w 217064"/>
                    <a:gd name="connsiteY73" fmla="*/ 188395 h 242165"/>
                    <a:gd name="connsiteX74" fmla="*/ 178435 w 217064"/>
                    <a:gd name="connsiteY74" fmla="*/ 181977 h 242165"/>
                    <a:gd name="connsiteX75" fmla="*/ 172646 w 217064"/>
                    <a:gd name="connsiteY75" fmla="*/ 188395 h 242165"/>
                    <a:gd name="connsiteX76" fmla="*/ 170716 w 217064"/>
                    <a:gd name="connsiteY76" fmla="*/ 191604 h 242165"/>
                    <a:gd name="connsiteX77" fmla="*/ 161067 w 217064"/>
                    <a:gd name="connsiteY77" fmla="*/ 187111 h 242165"/>
                    <a:gd name="connsiteX78" fmla="*/ 150775 w 217064"/>
                    <a:gd name="connsiteY78" fmla="*/ 198664 h 242165"/>
                    <a:gd name="connsiteX79" fmla="*/ 155277 w 217064"/>
                    <a:gd name="connsiteY79" fmla="*/ 207008 h 242165"/>
                    <a:gd name="connsiteX80" fmla="*/ 156564 w 217064"/>
                    <a:gd name="connsiteY80" fmla="*/ 210217 h 242165"/>
                    <a:gd name="connsiteX81" fmla="*/ 159137 w 217064"/>
                    <a:gd name="connsiteY81" fmla="*/ 216635 h 242165"/>
                    <a:gd name="connsiteX82" fmla="*/ 151418 w 217064"/>
                    <a:gd name="connsiteY82" fmla="*/ 212143 h 242165"/>
                    <a:gd name="connsiteX83" fmla="*/ 141125 w 217064"/>
                    <a:gd name="connsiteY83" fmla="*/ 203157 h 242165"/>
                    <a:gd name="connsiteX84" fmla="*/ 136623 w 217064"/>
                    <a:gd name="connsiteY84" fmla="*/ 210859 h 242165"/>
                    <a:gd name="connsiteX85" fmla="*/ 135336 w 217064"/>
                    <a:gd name="connsiteY85" fmla="*/ 214068 h 242165"/>
                    <a:gd name="connsiteX86" fmla="*/ 129547 w 217064"/>
                    <a:gd name="connsiteY86" fmla="*/ 210859 h 242165"/>
                    <a:gd name="connsiteX87" fmla="*/ 121184 w 217064"/>
                    <a:gd name="connsiteY87" fmla="*/ 210217 h 242165"/>
                    <a:gd name="connsiteX88" fmla="*/ 114108 w 217064"/>
                    <a:gd name="connsiteY88" fmla="*/ 216635 h 242165"/>
                    <a:gd name="connsiteX89" fmla="*/ 107032 w 217064"/>
                    <a:gd name="connsiteY89" fmla="*/ 217277 h 242165"/>
                    <a:gd name="connsiteX90" fmla="*/ 97383 w 217064"/>
                    <a:gd name="connsiteY90" fmla="*/ 221128 h 242165"/>
                    <a:gd name="connsiteX91" fmla="*/ 101243 w 217064"/>
                    <a:gd name="connsiteY91" fmla="*/ 228830 h 242165"/>
                    <a:gd name="connsiteX92" fmla="*/ 99313 w 217064"/>
                    <a:gd name="connsiteY92" fmla="*/ 240383 h 242165"/>
                    <a:gd name="connsiteX93" fmla="*/ 95453 w 217064"/>
                    <a:gd name="connsiteY93" fmla="*/ 237174 h 242165"/>
                    <a:gd name="connsiteX94" fmla="*/ 94167 w 217064"/>
                    <a:gd name="connsiteY94" fmla="*/ 221770 h 242165"/>
                    <a:gd name="connsiteX95" fmla="*/ 80015 w 217064"/>
                    <a:gd name="connsiteY95" fmla="*/ 209575 h 242165"/>
                    <a:gd name="connsiteX96" fmla="*/ 63290 w 217064"/>
                    <a:gd name="connsiteY96" fmla="*/ 219203 h 242165"/>
                    <a:gd name="connsiteX97" fmla="*/ 55570 w 217064"/>
                    <a:gd name="connsiteY97" fmla="*/ 232681 h 242165"/>
                    <a:gd name="connsiteX98" fmla="*/ 56214 w 217064"/>
                    <a:gd name="connsiteY98" fmla="*/ 226263 h 242165"/>
                    <a:gd name="connsiteX99" fmla="*/ 60716 w 217064"/>
                    <a:gd name="connsiteY99" fmla="*/ 210859 h 242165"/>
                    <a:gd name="connsiteX100" fmla="*/ 56857 w 217064"/>
                    <a:gd name="connsiteY100" fmla="*/ 204441 h 242165"/>
                    <a:gd name="connsiteX101" fmla="*/ 53640 w 217064"/>
                    <a:gd name="connsiteY101" fmla="*/ 197381 h 242165"/>
                    <a:gd name="connsiteX102" fmla="*/ 45278 w 217064"/>
                    <a:gd name="connsiteY102" fmla="*/ 190321 h 242165"/>
                    <a:gd name="connsiteX103" fmla="*/ 36272 w 217064"/>
                    <a:gd name="connsiteY103" fmla="*/ 187753 h 242165"/>
                    <a:gd name="connsiteX104" fmla="*/ 31126 w 217064"/>
                    <a:gd name="connsiteY104" fmla="*/ 191604 h 242165"/>
                    <a:gd name="connsiteX105" fmla="*/ 25337 w 217064"/>
                    <a:gd name="connsiteY105" fmla="*/ 197381 h 242165"/>
                    <a:gd name="connsiteX106" fmla="*/ 30483 w 217064"/>
                    <a:gd name="connsiteY106" fmla="*/ 191604 h 242165"/>
                    <a:gd name="connsiteX107" fmla="*/ 33699 w 217064"/>
                    <a:gd name="connsiteY107" fmla="*/ 186470 h 242165"/>
                    <a:gd name="connsiteX108" fmla="*/ 29839 w 217064"/>
                    <a:gd name="connsiteY108" fmla="*/ 183902 h 242165"/>
                    <a:gd name="connsiteX109" fmla="*/ 20190 w 217064"/>
                    <a:gd name="connsiteY109" fmla="*/ 189037 h 242165"/>
                    <a:gd name="connsiteX110" fmla="*/ 15687 w 217064"/>
                    <a:gd name="connsiteY110" fmla="*/ 189679 h 242165"/>
                    <a:gd name="connsiteX111" fmla="*/ 14401 w 217064"/>
                    <a:gd name="connsiteY111" fmla="*/ 180051 h 242165"/>
                    <a:gd name="connsiteX112" fmla="*/ 15687 w 217064"/>
                    <a:gd name="connsiteY112" fmla="*/ 175559 h 242165"/>
                    <a:gd name="connsiteX113" fmla="*/ 25980 w 217064"/>
                    <a:gd name="connsiteY113" fmla="*/ 171066 h 242165"/>
                    <a:gd name="connsiteX114" fmla="*/ 23407 w 217064"/>
                    <a:gd name="connsiteY114" fmla="*/ 160155 h 242165"/>
                    <a:gd name="connsiteX115" fmla="*/ 19547 w 217064"/>
                    <a:gd name="connsiteY115" fmla="*/ 156304 h 242165"/>
                    <a:gd name="connsiteX116" fmla="*/ 13758 w 217064"/>
                    <a:gd name="connsiteY116" fmla="*/ 152453 h 242165"/>
                    <a:gd name="connsiteX117" fmla="*/ 16331 w 217064"/>
                    <a:gd name="connsiteY117" fmla="*/ 148602 h 242165"/>
                    <a:gd name="connsiteX118" fmla="*/ 17617 w 217064"/>
                    <a:gd name="connsiteY118" fmla="*/ 143467 h 242165"/>
                    <a:gd name="connsiteX119" fmla="*/ 7968 w 217064"/>
                    <a:gd name="connsiteY119" fmla="*/ 138975 h 242165"/>
                    <a:gd name="connsiteX120" fmla="*/ 9255 w 217064"/>
                    <a:gd name="connsiteY120" fmla="*/ 136407 h 242165"/>
                    <a:gd name="connsiteX121" fmla="*/ 16974 w 217064"/>
                    <a:gd name="connsiteY121" fmla="*/ 128063 h 242165"/>
                    <a:gd name="connsiteX122" fmla="*/ 12471 w 217064"/>
                    <a:gd name="connsiteY122" fmla="*/ 121645 h 242165"/>
                    <a:gd name="connsiteX123" fmla="*/ 11185 w 217064"/>
                    <a:gd name="connsiteY123" fmla="*/ 116511 h 242165"/>
                    <a:gd name="connsiteX124" fmla="*/ 16331 w 217064"/>
                    <a:gd name="connsiteY124" fmla="*/ 108167 h 242165"/>
                    <a:gd name="connsiteX125" fmla="*/ 13114 w 217064"/>
                    <a:gd name="connsiteY125" fmla="*/ 101107 h 242165"/>
                    <a:gd name="connsiteX126" fmla="*/ 7968 w 217064"/>
                    <a:gd name="connsiteY126" fmla="*/ 99823 h 242165"/>
                    <a:gd name="connsiteX127" fmla="*/ 2179 w 217064"/>
                    <a:gd name="connsiteY127" fmla="*/ 97256 h 242165"/>
                    <a:gd name="connsiteX128" fmla="*/ 2822 w 217064"/>
                    <a:gd name="connsiteY128" fmla="*/ 94047 h 242165"/>
                    <a:gd name="connsiteX129" fmla="*/ 13758 w 217064"/>
                    <a:gd name="connsiteY129" fmla="*/ 97898 h 242165"/>
                    <a:gd name="connsiteX130" fmla="*/ 22763 w 217064"/>
                    <a:gd name="connsiteY130" fmla="*/ 97256 h 242165"/>
                    <a:gd name="connsiteX131" fmla="*/ 22120 w 217064"/>
                    <a:gd name="connsiteY131" fmla="*/ 87628 h 242165"/>
                    <a:gd name="connsiteX132" fmla="*/ 23407 w 217064"/>
                    <a:gd name="connsiteY132" fmla="*/ 86345 h 242165"/>
                    <a:gd name="connsiteX133" fmla="*/ 25337 w 217064"/>
                    <a:gd name="connsiteY133" fmla="*/ 78643 h 242165"/>
                    <a:gd name="connsiteX134" fmla="*/ 21477 w 217064"/>
                    <a:gd name="connsiteY134" fmla="*/ 70941 h 242165"/>
                    <a:gd name="connsiteX135" fmla="*/ 25337 w 217064"/>
                    <a:gd name="connsiteY135" fmla="*/ 65806 h 242165"/>
                    <a:gd name="connsiteX136" fmla="*/ 33056 w 217064"/>
                    <a:gd name="connsiteY136" fmla="*/ 63881 h 242165"/>
                    <a:gd name="connsiteX137" fmla="*/ 36915 w 217064"/>
                    <a:gd name="connsiteY137" fmla="*/ 65165 h 242165"/>
                    <a:gd name="connsiteX138" fmla="*/ 49138 w 217064"/>
                    <a:gd name="connsiteY138" fmla="*/ 67090 h 242165"/>
                    <a:gd name="connsiteX139" fmla="*/ 58787 w 217064"/>
                    <a:gd name="connsiteY139" fmla="*/ 51686 h 242165"/>
                    <a:gd name="connsiteX140" fmla="*/ 51067 w 217064"/>
                    <a:gd name="connsiteY140" fmla="*/ 38208 h 242165"/>
                    <a:gd name="connsiteX141" fmla="*/ 52354 w 217064"/>
                    <a:gd name="connsiteY141" fmla="*/ 30506 h 242165"/>
                    <a:gd name="connsiteX142" fmla="*/ 58143 w 217064"/>
                    <a:gd name="connsiteY142" fmla="*/ 36282 h 242165"/>
                    <a:gd name="connsiteX143" fmla="*/ 69079 w 217064"/>
                    <a:gd name="connsiteY143" fmla="*/ 49119 h 242165"/>
                    <a:gd name="connsiteX144" fmla="*/ 86447 w 217064"/>
                    <a:gd name="connsiteY144" fmla="*/ 38208 h 242165"/>
                    <a:gd name="connsiteX145" fmla="*/ 90307 w 217064"/>
                    <a:gd name="connsiteY145" fmla="*/ 31148 h 242165"/>
                    <a:gd name="connsiteX146" fmla="*/ 92880 w 217064"/>
                    <a:gd name="connsiteY146" fmla="*/ 24729 h 242165"/>
                    <a:gd name="connsiteX147" fmla="*/ 93523 w 217064"/>
                    <a:gd name="connsiteY147" fmla="*/ 19595 h 242165"/>
                    <a:gd name="connsiteX148" fmla="*/ 94810 w 217064"/>
                    <a:gd name="connsiteY148" fmla="*/ 17028 h 242165"/>
                    <a:gd name="connsiteX149" fmla="*/ 96740 w 217064"/>
                    <a:gd name="connsiteY149" fmla="*/ 15102 h 242165"/>
                    <a:gd name="connsiteX150" fmla="*/ 98669 w 217064"/>
                    <a:gd name="connsiteY150" fmla="*/ 22162 h 242165"/>
                    <a:gd name="connsiteX151" fmla="*/ 99313 w 217064"/>
                    <a:gd name="connsiteY151" fmla="*/ 27939 h 242165"/>
                    <a:gd name="connsiteX152" fmla="*/ 99313 w 217064"/>
                    <a:gd name="connsiteY152" fmla="*/ 36924 h 242165"/>
                    <a:gd name="connsiteX153" fmla="*/ 103172 w 217064"/>
                    <a:gd name="connsiteY153" fmla="*/ 33715 h 242165"/>
                    <a:gd name="connsiteX154" fmla="*/ 103816 w 217064"/>
                    <a:gd name="connsiteY154" fmla="*/ 41417 h 242165"/>
                    <a:gd name="connsiteX155" fmla="*/ 107032 w 217064"/>
                    <a:gd name="connsiteY155" fmla="*/ 47835 h 242165"/>
                    <a:gd name="connsiteX156" fmla="*/ 113465 w 217064"/>
                    <a:gd name="connsiteY156" fmla="*/ 42701 h 242165"/>
                    <a:gd name="connsiteX157" fmla="*/ 113465 w 217064"/>
                    <a:gd name="connsiteY157" fmla="*/ 34357 h 242165"/>
                    <a:gd name="connsiteX158" fmla="*/ 114751 w 217064"/>
                    <a:gd name="connsiteY158" fmla="*/ 30506 h 242165"/>
                    <a:gd name="connsiteX159" fmla="*/ 116681 w 217064"/>
                    <a:gd name="connsiteY159" fmla="*/ 35640 h 242165"/>
                    <a:gd name="connsiteX160" fmla="*/ 121827 w 217064"/>
                    <a:gd name="connsiteY160" fmla="*/ 30506 h 242165"/>
                    <a:gd name="connsiteX161" fmla="*/ 128903 w 217064"/>
                    <a:gd name="connsiteY161" fmla="*/ 24088 h 242165"/>
                    <a:gd name="connsiteX162" fmla="*/ 128260 w 217064"/>
                    <a:gd name="connsiteY162" fmla="*/ 29864 h 242165"/>
                    <a:gd name="connsiteX163" fmla="*/ 124400 w 217064"/>
                    <a:gd name="connsiteY163" fmla="*/ 38208 h 242165"/>
                    <a:gd name="connsiteX164" fmla="*/ 122471 w 217064"/>
                    <a:gd name="connsiteY164" fmla="*/ 45268 h 242165"/>
                    <a:gd name="connsiteX165" fmla="*/ 119254 w 217064"/>
                    <a:gd name="connsiteY165" fmla="*/ 52328 h 242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217064" h="242165">
                      <a:moveTo>
                        <a:pt x="119254" y="52328"/>
                      </a:moveTo>
                      <a:cubicBezTo>
                        <a:pt x="119254" y="52328"/>
                        <a:pt x="119254" y="58104"/>
                        <a:pt x="117324" y="61955"/>
                      </a:cubicBezTo>
                      <a:cubicBezTo>
                        <a:pt x="116038" y="65806"/>
                        <a:pt x="114108" y="70941"/>
                        <a:pt x="116038" y="72866"/>
                      </a:cubicBezTo>
                      <a:cubicBezTo>
                        <a:pt x="117968" y="74792"/>
                        <a:pt x="119254" y="70941"/>
                        <a:pt x="121184" y="69015"/>
                      </a:cubicBezTo>
                      <a:cubicBezTo>
                        <a:pt x="123114" y="67090"/>
                        <a:pt x="123757" y="60672"/>
                        <a:pt x="125687" y="55537"/>
                      </a:cubicBezTo>
                      <a:cubicBezTo>
                        <a:pt x="126973" y="50402"/>
                        <a:pt x="130190" y="43342"/>
                        <a:pt x="132120" y="34999"/>
                      </a:cubicBezTo>
                      <a:cubicBezTo>
                        <a:pt x="134049" y="26655"/>
                        <a:pt x="139196" y="13818"/>
                        <a:pt x="141125" y="10609"/>
                      </a:cubicBezTo>
                      <a:cubicBezTo>
                        <a:pt x="143055" y="7400"/>
                        <a:pt x="143055" y="2907"/>
                        <a:pt x="144342" y="1624"/>
                      </a:cubicBezTo>
                      <a:cubicBezTo>
                        <a:pt x="145628" y="340"/>
                        <a:pt x="147558" y="-944"/>
                        <a:pt x="148845" y="982"/>
                      </a:cubicBezTo>
                      <a:cubicBezTo>
                        <a:pt x="150131" y="2907"/>
                        <a:pt x="148845" y="6117"/>
                        <a:pt x="146272" y="8684"/>
                      </a:cubicBezTo>
                      <a:cubicBezTo>
                        <a:pt x="144342" y="10609"/>
                        <a:pt x="141125" y="17669"/>
                        <a:pt x="140482" y="20237"/>
                      </a:cubicBezTo>
                      <a:cubicBezTo>
                        <a:pt x="139196" y="22804"/>
                        <a:pt x="138552" y="26655"/>
                        <a:pt x="136623" y="31790"/>
                      </a:cubicBezTo>
                      <a:cubicBezTo>
                        <a:pt x="134693" y="36924"/>
                        <a:pt x="135336" y="38208"/>
                        <a:pt x="133406" y="42059"/>
                      </a:cubicBezTo>
                      <a:cubicBezTo>
                        <a:pt x="131476" y="45910"/>
                        <a:pt x="129547" y="49761"/>
                        <a:pt x="132120" y="51686"/>
                      </a:cubicBezTo>
                      <a:cubicBezTo>
                        <a:pt x="134049" y="53612"/>
                        <a:pt x="141769" y="61314"/>
                        <a:pt x="145628" y="56821"/>
                      </a:cubicBezTo>
                      <a:cubicBezTo>
                        <a:pt x="149488" y="51686"/>
                        <a:pt x="152061" y="45268"/>
                        <a:pt x="153348" y="42701"/>
                      </a:cubicBezTo>
                      <a:cubicBezTo>
                        <a:pt x="154634" y="40133"/>
                        <a:pt x="155277" y="38208"/>
                        <a:pt x="157207" y="36924"/>
                      </a:cubicBezTo>
                      <a:cubicBezTo>
                        <a:pt x="158494" y="35640"/>
                        <a:pt x="159137" y="36924"/>
                        <a:pt x="161710" y="33073"/>
                      </a:cubicBezTo>
                      <a:cubicBezTo>
                        <a:pt x="164926" y="28580"/>
                        <a:pt x="168786" y="21520"/>
                        <a:pt x="171359" y="18311"/>
                      </a:cubicBezTo>
                      <a:cubicBezTo>
                        <a:pt x="173289" y="15744"/>
                        <a:pt x="175219" y="12535"/>
                        <a:pt x="175219" y="11251"/>
                      </a:cubicBezTo>
                      <a:cubicBezTo>
                        <a:pt x="175862" y="9967"/>
                        <a:pt x="178435" y="6758"/>
                        <a:pt x="181008" y="8042"/>
                      </a:cubicBezTo>
                      <a:cubicBezTo>
                        <a:pt x="182938" y="9967"/>
                        <a:pt x="177792" y="13177"/>
                        <a:pt x="176505" y="15102"/>
                      </a:cubicBezTo>
                      <a:cubicBezTo>
                        <a:pt x="175219" y="17028"/>
                        <a:pt x="164926" y="32431"/>
                        <a:pt x="163640" y="34999"/>
                      </a:cubicBezTo>
                      <a:cubicBezTo>
                        <a:pt x="162353" y="37566"/>
                        <a:pt x="162353" y="37566"/>
                        <a:pt x="161710" y="39491"/>
                      </a:cubicBezTo>
                      <a:cubicBezTo>
                        <a:pt x="161067" y="42059"/>
                        <a:pt x="158494" y="46551"/>
                        <a:pt x="157207" y="48477"/>
                      </a:cubicBezTo>
                      <a:cubicBezTo>
                        <a:pt x="155921" y="50402"/>
                        <a:pt x="157207" y="52970"/>
                        <a:pt x="156564" y="56179"/>
                      </a:cubicBezTo>
                      <a:cubicBezTo>
                        <a:pt x="155921" y="59388"/>
                        <a:pt x="152061" y="66448"/>
                        <a:pt x="153348" y="68374"/>
                      </a:cubicBezTo>
                      <a:cubicBezTo>
                        <a:pt x="154634" y="70299"/>
                        <a:pt x="159137" y="69015"/>
                        <a:pt x="162997" y="65165"/>
                      </a:cubicBezTo>
                      <a:cubicBezTo>
                        <a:pt x="166856" y="61314"/>
                        <a:pt x="176505" y="53612"/>
                        <a:pt x="179078" y="51686"/>
                      </a:cubicBezTo>
                      <a:cubicBezTo>
                        <a:pt x="181652" y="49761"/>
                        <a:pt x="186798" y="43984"/>
                        <a:pt x="188084" y="45268"/>
                      </a:cubicBezTo>
                      <a:cubicBezTo>
                        <a:pt x="189371" y="46551"/>
                        <a:pt x="189371" y="47835"/>
                        <a:pt x="184868" y="51044"/>
                      </a:cubicBezTo>
                      <a:cubicBezTo>
                        <a:pt x="180365" y="54253"/>
                        <a:pt x="172646" y="60030"/>
                        <a:pt x="169429" y="62597"/>
                      </a:cubicBezTo>
                      <a:cubicBezTo>
                        <a:pt x="166856" y="65165"/>
                        <a:pt x="161067" y="70299"/>
                        <a:pt x="158494" y="71583"/>
                      </a:cubicBezTo>
                      <a:cubicBezTo>
                        <a:pt x="155921" y="73508"/>
                        <a:pt x="147558" y="78001"/>
                        <a:pt x="147558" y="80568"/>
                      </a:cubicBezTo>
                      <a:cubicBezTo>
                        <a:pt x="148201" y="83136"/>
                        <a:pt x="149488" y="85703"/>
                        <a:pt x="153991" y="84419"/>
                      </a:cubicBezTo>
                      <a:cubicBezTo>
                        <a:pt x="158494" y="83136"/>
                        <a:pt x="162353" y="83136"/>
                        <a:pt x="165570" y="83777"/>
                      </a:cubicBezTo>
                      <a:cubicBezTo>
                        <a:pt x="168786" y="84419"/>
                        <a:pt x="173289" y="85061"/>
                        <a:pt x="175862" y="83777"/>
                      </a:cubicBezTo>
                      <a:cubicBezTo>
                        <a:pt x="178435" y="82494"/>
                        <a:pt x="185511" y="79927"/>
                        <a:pt x="188084" y="78643"/>
                      </a:cubicBezTo>
                      <a:cubicBezTo>
                        <a:pt x="190657" y="77359"/>
                        <a:pt x="192587" y="77359"/>
                        <a:pt x="195804" y="76076"/>
                      </a:cubicBezTo>
                      <a:cubicBezTo>
                        <a:pt x="199663" y="74792"/>
                        <a:pt x="199663" y="76717"/>
                        <a:pt x="197090" y="78001"/>
                      </a:cubicBezTo>
                      <a:cubicBezTo>
                        <a:pt x="194517" y="79285"/>
                        <a:pt x="189371" y="81210"/>
                        <a:pt x="186154" y="83136"/>
                      </a:cubicBezTo>
                      <a:cubicBezTo>
                        <a:pt x="182938" y="85061"/>
                        <a:pt x="174576" y="90838"/>
                        <a:pt x="174576" y="92763"/>
                      </a:cubicBezTo>
                      <a:cubicBezTo>
                        <a:pt x="174576" y="94688"/>
                        <a:pt x="175219" y="98539"/>
                        <a:pt x="179078" y="97898"/>
                      </a:cubicBezTo>
                      <a:cubicBezTo>
                        <a:pt x="182295" y="97256"/>
                        <a:pt x="188728" y="95972"/>
                        <a:pt x="191301" y="95330"/>
                      </a:cubicBezTo>
                      <a:cubicBezTo>
                        <a:pt x="193874" y="95330"/>
                        <a:pt x="199663" y="94688"/>
                        <a:pt x="201593" y="93405"/>
                      </a:cubicBezTo>
                      <a:cubicBezTo>
                        <a:pt x="203523" y="92763"/>
                        <a:pt x="209955" y="89554"/>
                        <a:pt x="211242" y="89554"/>
                      </a:cubicBezTo>
                      <a:cubicBezTo>
                        <a:pt x="212529" y="88912"/>
                        <a:pt x="217032" y="90196"/>
                        <a:pt x="217032" y="92763"/>
                      </a:cubicBezTo>
                      <a:cubicBezTo>
                        <a:pt x="217032" y="95330"/>
                        <a:pt x="211885" y="94047"/>
                        <a:pt x="208669" y="94047"/>
                      </a:cubicBezTo>
                      <a:cubicBezTo>
                        <a:pt x="205453" y="94047"/>
                        <a:pt x="201593" y="94688"/>
                        <a:pt x="197090" y="95330"/>
                      </a:cubicBezTo>
                      <a:cubicBezTo>
                        <a:pt x="192587" y="96614"/>
                        <a:pt x="179722" y="102390"/>
                        <a:pt x="180365" y="109450"/>
                      </a:cubicBezTo>
                      <a:cubicBezTo>
                        <a:pt x="181008" y="116511"/>
                        <a:pt x="190014" y="116511"/>
                        <a:pt x="195160" y="116511"/>
                      </a:cubicBezTo>
                      <a:cubicBezTo>
                        <a:pt x="200306" y="116511"/>
                        <a:pt x="200950" y="121003"/>
                        <a:pt x="194517" y="122929"/>
                      </a:cubicBezTo>
                      <a:cubicBezTo>
                        <a:pt x="188084" y="124854"/>
                        <a:pt x="182295" y="125496"/>
                        <a:pt x="183581" y="129347"/>
                      </a:cubicBezTo>
                      <a:cubicBezTo>
                        <a:pt x="184868" y="132556"/>
                        <a:pt x="188728" y="130631"/>
                        <a:pt x="190657" y="132556"/>
                      </a:cubicBezTo>
                      <a:cubicBezTo>
                        <a:pt x="191944" y="134482"/>
                        <a:pt x="194517" y="131914"/>
                        <a:pt x="196447" y="131914"/>
                      </a:cubicBezTo>
                      <a:cubicBezTo>
                        <a:pt x="197733" y="131914"/>
                        <a:pt x="204809" y="130631"/>
                        <a:pt x="208026" y="131273"/>
                      </a:cubicBezTo>
                      <a:cubicBezTo>
                        <a:pt x="208669" y="131273"/>
                        <a:pt x="217675" y="129989"/>
                        <a:pt x="217032" y="131914"/>
                      </a:cubicBezTo>
                      <a:cubicBezTo>
                        <a:pt x="217032" y="134482"/>
                        <a:pt x="210599" y="132556"/>
                        <a:pt x="208026" y="132556"/>
                      </a:cubicBezTo>
                      <a:cubicBezTo>
                        <a:pt x="205453" y="132556"/>
                        <a:pt x="209312" y="139616"/>
                        <a:pt x="205453" y="140900"/>
                      </a:cubicBezTo>
                      <a:cubicBezTo>
                        <a:pt x="202236" y="141542"/>
                        <a:pt x="197733" y="142825"/>
                        <a:pt x="193874" y="143467"/>
                      </a:cubicBezTo>
                      <a:cubicBezTo>
                        <a:pt x="190657" y="144109"/>
                        <a:pt x="187441" y="144109"/>
                        <a:pt x="185511" y="143467"/>
                      </a:cubicBezTo>
                      <a:cubicBezTo>
                        <a:pt x="183581" y="142825"/>
                        <a:pt x="179078" y="144109"/>
                        <a:pt x="177149" y="144751"/>
                      </a:cubicBezTo>
                      <a:cubicBezTo>
                        <a:pt x="174576" y="145393"/>
                        <a:pt x="164926" y="146676"/>
                        <a:pt x="163640" y="151811"/>
                      </a:cubicBezTo>
                      <a:cubicBezTo>
                        <a:pt x="162353" y="156946"/>
                        <a:pt x="166856" y="161438"/>
                        <a:pt x="168143" y="162722"/>
                      </a:cubicBezTo>
                      <a:cubicBezTo>
                        <a:pt x="169429" y="164006"/>
                        <a:pt x="170716" y="167215"/>
                        <a:pt x="172002" y="169782"/>
                      </a:cubicBezTo>
                      <a:cubicBezTo>
                        <a:pt x="173289" y="172349"/>
                        <a:pt x="176505" y="175559"/>
                        <a:pt x="178435" y="177484"/>
                      </a:cubicBezTo>
                      <a:cubicBezTo>
                        <a:pt x="179722" y="179410"/>
                        <a:pt x="186154" y="184544"/>
                        <a:pt x="188084" y="184544"/>
                      </a:cubicBezTo>
                      <a:cubicBezTo>
                        <a:pt x="190014" y="184544"/>
                        <a:pt x="191944" y="183902"/>
                        <a:pt x="193874" y="186470"/>
                      </a:cubicBezTo>
                      <a:cubicBezTo>
                        <a:pt x="196447" y="188395"/>
                        <a:pt x="199663" y="191604"/>
                        <a:pt x="201593" y="192888"/>
                      </a:cubicBezTo>
                      <a:cubicBezTo>
                        <a:pt x="203523" y="193530"/>
                        <a:pt x="209312" y="194813"/>
                        <a:pt x="210599" y="197381"/>
                      </a:cubicBezTo>
                      <a:cubicBezTo>
                        <a:pt x="211885" y="199306"/>
                        <a:pt x="211885" y="199948"/>
                        <a:pt x="210599" y="201232"/>
                      </a:cubicBezTo>
                      <a:cubicBezTo>
                        <a:pt x="209312" y="202515"/>
                        <a:pt x="208026" y="201873"/>
                        <a:pt x="205453" y="199306"/>
                      </a:cubicBezTo>
                      <a:cubicBezTo>
                        <a:pt x="202880" y="196739"/>
                        <a:pt x="198377" y="192888"/>
                        <a:pt x="197090" y="192888"/>
                      </a:cubicBezTo>
                      <a:cubicBezTo>
                        <a:pt x="195804" y="192888"/>
                        <a:pt x="190014" y="190962"/>
                        <a:pt x="187441" y="188395"/>
                      </a:cubicBezTo>
                      <a:cubicBezTo>
                        <a:pt x="184868" y="186470"/>
                        <a:pt x="181652" y="181977"/>
                        <a:pt x="178435" y="181977"/>
                      </a:cubicBezTo>
                      <a:cubicBezTo>
                        <a:pt x="175219" y="181977"/>
                        <a:pt x="171359" y="186470"/>
                        <a:pt x="172646" y="188395"/>
                      </a:cubicBezTo>
                      <a:cubicBezTo>
                        <a:pt x="173932" y="190321"/>
                        <a:pt x="172646" y="192888"/>
                        <a:pt x="170716" y="191604"/>
                      </a:cubicBezTo>
                      <a:cubicBezTo>
                        <a:pt x="168143" y="190321"/>
                        <a:pt x="164926" y="185828"/>
                        <a:pt x="161067" y="187111"/>
                      </a:cubicBezTo>
                      <a:cubicBezTo>
                        <a:pt x="157207" y="188395"/>
                        <a:pt x="149488" y="192888"/>
                        <a:pt x="150775" y="198664"/>
                      </a:cubicBezTo>
                      <a:cubicBezTo>
                        <a:pt x="152061" y="203799"/>
                        <a:pt x="154634" y="205724"/>
                        <a:pt x="155277" y="207008"/>
                      </a:cubicBezTo>
                      <a:cubicBezTo>
                        <a:pt x="155921" y="208934"/>
                        <a:pt x="155921" y="208934"/>
                        <a:pt x="156564" y="210217"/>
                      </a:cubicBezTo>
                      <a:cubicBezTo>
                        <a:pt x="157851" y="211501"/>
                        <a:pt x="161710" y="214068"/>
                        <a:pt x="159137" y="216635"/>
                      </a:cubicBezTo>
                      <a:cubicBezTo>
                        <a:pt x="157207" y="219203"/>
                        <a:pt x="152704" y="214068"/>
                        <a:pt x="151418" y="212143"/>
                      </a:cubicBezTo>
                      <a:cubicBezTo>
                        <a:pt x="150131" y="210217"/>
                        <a:pt x="146272" y="202515"/>
                        <a:pt x="141125" y="203157"/>
                      </a:cubicBezTo>
                      <a:cubicBezTo>
                        <a:pt x="135979" y="203799"/>
                        <a:pt x="136623" y="210217"/>
                        <a:pt x="136623" y="210859"/>
                      </a:cubicBezTo>
                      <a:cubicBezTo>
                        <a:pt x="136623" y="211501"/>
                        <a:pt x="137266" y="212785"/>
                        <a:pt x="135336" y="214068"/>
                      </a:cubicBezTo>
                      <a:cubicBezTo>
                        <a:pt x="133406" y="214710"/>
                        <a:pt x="130190" y="211501"/>
                        <a:pt x="129547" y="210859"/>
                      </a:cubicBezTo>
                      <a:cubicBezTo>
                        <a:pt x="128260" y="210217"/>
                        <a:pt x="124400" y="207650"/>
                        <a:pt x="121184" y="210217"/>
                      </a:cubicBezTo>
                      <a:cubicBezTo>
                        <a:pt x="117968" y="212785"/>
                        <a:pt x="116681" y="215352"/>
                        <a:pt x="114108" y="216635"/>
                      </a:cubicBezTo>
                      <a:cubicBezTo>
                        <a:pt x="111535" y="217919"/>
                        <a:pt x="109605" y="217919"/>
                        <a:pt x="107032" y="217277"/>
                      </a:cubicBezTo>
                      <a:cubicBezTo>
                        <a:pt x="105102" y="216635"/>
                        <a:pt x="98669" y="216635"/>
                        <a:pt x="97383" y="221128"/>
                      </a:cubicBezTo>
                      <a:cubicBezTo>
                        <a:pt x="96096" y="225621"/>
                        <a:pt x="101243" y="227547"/>
                        <a:pt x="101243" y="228830"/>
                      </a:cubicBezTo>
                      <a:cubicBezTo>
                        <a:pt x="101243" y="230114"/>
                        <a:pt x="99956" y="238458"/>
                        <a:pt x="99313" y="240383"/>
                      </a:cubicBezTo>
                      <a:cubicBezTo>
                        <a:pt x="98669" y="242308"/>
                        <a:pt x="96740" y="244234"/>
                        <a:pt x="95453" y="237174"/>
                      </a:cubicBezTo>
                      <a:cubicBezTo>
                        <a:pt x="94167" y="230114"/>
                        <a:pt x="94167" y="224337"/>
                        <a:pt x="94167" y="221770"/>
                      </a:cubicBezTo>
                      <a:cubicBezTo>
                        <a:pt x="94167" y="219203"/>
                        <a:pt x="93523" y="212785"/>
                        <a:pt x="80015" y="209575"/>
                      </a:cubicBezTo>
                      <a:cubicBezTo>
                        <a:pt x="65863" y="206366"/>
                        <a:pt x="65863" y="213426"/>
                        <a:pt x="63290" y="219203"/>
                      </a:cubicBezTo>
                      <a:cubicBezTo>
                        <a:pt x="61360" y="224979"/>
                        <a:pt x="59430" y="233323"/>
                        <a:pt x="55570" y="232681"/>
                      </a:cubicBezTo>
                      <a:cubicBezTo>
                        <a:pt x="52354" y="232039"/>
                        <a:pt x="54284" y="229472"/>
                        <a:pt x="56214" y="226263"/>
                      </a:cubicBezTo>
                      <a:cubicBezTo>
                        <a:pt x="57500" y="223054"/>
                        <a:pt x="60716" y="214710"/>
                        <a:pt x="60716" y="210859"/>
                      </a:cubicBezTo>
                      <a:cubicBezTo>
                        <a:pt x="60716" y="207008"/>
                        <a:pt x="58787" y="205724"/>
                        <a:pt x="56857" y="204441"/>
                      </a:cubicBezTo>
                      <a:cubicBezTo>
                        <a:pt x="54927" y="202515"/>
                        <a:pt x="54927" y="199948"/>
                        <a:pt x="53640" y="197381"/>
                      </a:cubicBezTo>
                      <a:cubicBezTo>
                        <a:pt x="52354" y="195455"/>
                        <a:pt x="49781" y="192888"/>
                        <a:pt x="45278" y="190321"/>
                      </a:cubicBezTo>
                      <a:cubicBezTo>
                        <a:pt x="40775" y="188395"/>
                        <a:pt x="37559" y="187753"/>
                        <a:pt x="36272" y="187753"/>
                      </a:cubicBezTo>
                      <a:cubicBezTo>
                        <a:pt x="34986" y="188395"/>
                        <a:pt x="33056" y="189679"/>
                        <a:pt x="31126" y="191604"/>
                      </a:cubicBezTo>
                      <a:cubicBezTo>
                        <a:pt x="28553" y="194171"/>
                        <a:pt x="25980" y="198664"/>
                        <a:pt x="25337" y="197381"/>
                      </a:cubicBezTo>
                      <a:cubicBezTo>
                        <a:pt x="24050" y="196097"/>
                        <a:pt x="27910" y="194171"/>
                        <a:pt x="30483" y="191604"/>
                      </a:cubicBezTo>
                      <a:cubicBezTo>
                        <a:pt x="33056" y="189037"/>
                        <a:pt x="33699" y="187753"/>
                        <a:pt x="33699" y="186470"/>
                      </a:cubicBezTo>
                      <a:cubicBezTo>
                        <a:pt x="33699" y="185186"/>
                        <a:pt x="32413" y="183902"/>
                        <a:pt x="29839" y="183902"/>
                      </a:cubicBezTo>
                      <a:cubicBezTo>
                        <a:pt x="25980" y="184544"/>
                        <a:pt x="23407" y="187111"/>
                        <a:pt x="20190" y="189037"/>
                      </a:cubicBezTo>
                      <a:cubicBezTo>
                        <a:pt x="17617" y="190962"/>
                        <a:pt x="15687" y="192246"/>
                        <a:pt x="15687" y="189679"/>
                      </a:cubicBezTo>
                      <a:cubicBezTo>
                        <a:pt x="15687" y="187111"/>
                        <a:pt x="14401" y="181977"/>
                        <a:pt x="14401" y="180051"/>
                      </a:cubicBezTo>
                      <a:cubicBezTo>
                        <a:pt x="14401" y="178126"/>
                        <a:pt x="13758" y="176200"/>
                        <a:pt x="15687" y="175559"/>
                      </a:cubicBezTo>
                      <a:cubicBezTo>
                        <a:pt x="17617" y="174275"/>
                        <a:pt x="25337" y="172349"/>
                        <a:pt x="25980" y="171066"/>
                      </a:cubicBezTo>
                      <a:cubicBezTo>
                        <a:pt x="26623" y="169140"/>
                        <a:pt x="24693" y="162722"/>
                        <a:pt x="23407" y="160155"/>
                      </a:cubicBezTo>
                      <a:cubicBezTo>
                        <a:pt x="22120" y="157587"/>
                        <a:pt x="21477" y="156946"/>
                        <a:pt x="19547" y="156304"/>
                      </a:cubicBezTo>
                      <a:cubicBezTo>
                        <a:pt x="17617" y="155662"/>
                        <a:pt x="13758" y="155020"/>
                        <a:pt x="13758" y="152453"/>
                      </a:cubicBezTo>
                      <a:cubicBezTo>
                        <a:pt x="13758" y="149886"/>
                        <a:pt x="15687" y="149244"/>
                        <a:pt x="16331" y="148602"/>
                      </a:cubicBezTo>
                      <a:cubicBezTo>
                        <a:pt x="17617" y="147960"/>
                        <a:pt x="18260" y="144751"/>
                        <a:pt x="17617" y="143467"/>
                      </a:cubicBezTo>
                      <a:cubicBezTo>
                        <a:pt x="16974" y="142184"/>
                        <a:pt x="14401" y="138975"/>
                        <a:pt x="7968" y="138975"/>
                      </a:cubicBezTo>
                      <a:cubicBezTo>
                        <a:pt x="2179" y="138975"/>
                        <a:pt x="6682" y="137691"/>
                        <a:pt x="9255" y="136407"/>
                      </a:cubicBezTo>
                      <a:cubicBezTo>
                        <a:pt x="11828" y="135124"/>
                        <a:pt x="17617" y="131273"/>
                        <a:pt x="16974" y="128063"/>
                      </a:cubicBezTo>
                      <a:cubicBezTo>
                        <a:pt x="16331" y="124854"/>
                        <a:pt x="14401" y="123571"/>
                        <a:pt x="12471" y="121645"/>
                      </a:cubicBezTo>
                      <a:cubicBezTo>
                        <a:pt x="10541" y="119720"/>
                        <a:pt x="9898" y="117794"/>
                        <a:pt x="11185" y="116511"/>
                      </a:cubicBezTo>
                      <a:cubicBezTo>
                        <a:pt x="12471" y="115227"/>
                        <a:pt x="16974" y="112660"/>
                        <a:pt x="16331" y="108167"/>
                      </a:cubicBezTo>
                      <a:cubicBezTo>
                        <a:pt x="16331" y="103674"/>
                        <a:pt x="15687" y="101749"/>
                        <a:pt x="13114" y="101107"/>
                      </a:cubicBezTo>
                      <a:cubicBezTo>
                        <a:pt x="11185" y="100465"/>
                        <a:pt x="9255" y="101107"/>
                        <a:pt x="7968" y="99823"/>
                      </a:cubicBezTo>
                      <a:cubicBezTo>
                        <a:pt x="6682" y="98539"/>
                        <a:pt x="3465" y="97898"/>
                        <a:pt x="2179" y="97256"/>
                      </a:cubicBezTo>
                      <a:cubicBezTo>
                        <a:pt x="892" y="96614"/>
                        <a:pt x="-2324" y="93405"/>
                        <a:pt x="2822" y="94047"/>
                      </a:cubicBezTo>
                      <a:cubicBezTo>
                        <a:pt x="7968" y="94688"/>
                        <a:pt x="11828" y="96614"/>
                        <a:pt x="13758" y="97898"/>
                      </a:cubicBezTo>
                      <a:cubicBezTo>
                        <a:pt x="15687" y="99181"/>
                        <a:pt x="20190" y="100465"/>
                        <a:pt x="22763" y="97256"/>
                      </a:cubicBezTo>
                      <a:cubicBezTo>
                        <a:pt x="25337" y="94047"/>
                        <a:pt x="25980" y="88270"/>
                        <a:pt x="22120" y="87628"/>
                      </a:cubicBezTo>
                      <a:cubicBezTo>
                        <a:pt x="18904" y="86987"/>
                        <a:pt x="22120" y="86987"/>
                        <a:pt x="23407" y="86345"/>
                      </a:cubicBezTo>
                      <a:cubicBezTo>
                        <a:pt x="24693" y="85061"/>
                        <a:pt x="26623" y="81852"/>
                        <a:pt x="25337" y="78643"/>
                      </a:cubicBezTo>
                      <a:cubicBezTo>
                        <a:pt x="24050" y="75434"/>
                        <a:pt x="21477" y="72866"/>
                        <a:pt x="21477" y="70941"/>
                      </a:cubicBezTo>
                      <a:cubicBezTo>
                        <a:pt x="21477" y="69015"/>
                        <a:pt x="21477" y="65806"/>
                        <a:pt x="25337" y="65806"/>
                      </a:cubicBezTo>
                      <a:cubicBezTo>
                        <a:pt x="29196" y="65806"/>
                        <a:pt x="31769" y="64523"/>
                        <a:pt x="33056" y="63881"/>
                      </a:cubicBezTo>
                      <a:cubicBezTo>
                        <a:pt x="34986" y="63239"/>
                        <a:pt x="35629" y="63881"/>
                        <a:pt x="36915" y="65165"/>
                      </a:cubicBezTo>
                      <a:cubicBezTo>
                        <a:pt x="38202" y="66448"/>
                        <a:pt x="43991" y="69015"/>
                        <a:pt x="49138" y="67090"/>
                      </a:cubicBezTo>
                      <a:cubicBezTo>
                        <a:pt x="54284" y="65806"/>
                        <a:pt x="60073" y="60030"/>
                        <a:pt x="58787" y="51686"/>
                      </a:cubicBezTo>
                      <a:cubicBezTo>
                        <a:pt x="57500" y="43342"/>
                        <a:pt x="52997" y="39491"/>
                        <a:pt x="51067" y="38208"/>
                      </a:cubicBezTo>
                      <a:cubicBezTo>
                        <a:pt x="49138" y="36924"/>
                        <a:pt x="47208" y="31148"/>
                        <a:pt x="52354" y="30506"/>
                      </a:cubicBezTo>
                      <a:cubicBezTo>
                        <a:pt x="57500" y="29864"/>
                        <a:pt x="57500" y="33715"/>
                        <a:pt x="58143" y="36282"/>
                      </a:cubicBezTo>
                      <a:cubicBezTo>
                        <a:pt x="58787" y="38850"/>
                        <a:pt x="61360" y="49119"/>
                        <a:pt x="69079" y="49119"/>
                      </a:cubicBezTo>
                      <a:cubicBezTo>
                        <a:pt x="76155" y="48477"/>
                        <a:pt x="83874" y="43342"/>
                        <a:pt x="86447" y="38208"/>
                      </a:cubicBezTo>
                      <a:cubicBezTo>
                        <a:pt x="89020" y="33073"/>
                        <a:pt x="89020" y="32431"/>
                        <a:pt x="90307" y="31148"/>
                      </a:cubicBezTo>
                      <a:cubicBezTo>
                        <a:pt x="91594" y="29864"/>
                        <a:pt x="92880" y="27297"/>
                        <a:pt x="92880" y="24729"/>
                      </a:cubicBezTo>
                      <a:cubicBezTo>
                        <a:pt x="92880" y="21520"/>
                        <a:pt x="92237" y="19595"/>
                        <a:pt x="93523" y="19595"/>
                      </a:cubicBezTo>
                      <a:cubicBezTo>
                        <a:pt x="94810" y="18953"/>
                        <a:pt x="94810" y="17669"/>
                        <a:pt x="94810" y="17028"/>
                      </a:cubicBezTo>
                      <a:cubicBezTo>
                        <a:pt x="94810" y="16386"/>
                        <a:pt x="96096" y="14460"/>
                        <a:pt x="96740" y="15102"/>
                      </a:cubicBezTo>
                      <a:cubicBezTo>
                        <a:pt x="98026" y="15744"/>
                        <a:pt x="98026" y="20237"/>
                        <a:pt x="98669" y="22162"/>
                      </a:cubicBezTo>
                      <a:cubicBezTo>
                        <a:pt x="99313" y="24088"/>
                        <a:pt x="100599" y="25371"/>
                        <a:pt x="99313" y="27939"/>
                      </a:cubicBezTo>
                      <a:cubicBezTo>
                        <a:pt x="98669" y="30506"/>
                        <a:pt x="97383" y="36924"/>
                        <a:pt x="99313" y="36924"/>
                      </a:cubicBezTo>
                      <a:cubicBezTo>
                        <a:pt x="100599" y="36924"/>
                        <a:pt x="101886" y="33073"/>
                        <a:pt x="103172" y="33715"/>
                      </a:cubicBezTo>
                      <a:cubicBezTo>
                        <a:pt x="103816" y="34357"/>
                        <a:pt x="103816" y="39491"/>
                        <a:pt x="103816" y="41417"/>
                      </a:cubicBezTo>
                      <a:cubicBezTo>
                        <a:pt x="103816" y="43984"/>
                        <a:pt x="103816" y="49119"/>
                        <a:pt x="107032" y="47835"/>
                      </a:cubicBezTo>
                      <a:cubicBezTo>
                        <a:pt x="110892" y="46551"/>
                        <a:pt x="113465" y="45268"/>
                        <a:pt x="113465" y="42701"/>
                      </a:cubicBezTo>
                      <a:cubicBezTo>
                        <a:pt x="113465" y="39491"/>
                        <a:pt x="113465" y="35640"/>
                        <a:pt x="113465" y="34357"/>
                      </a:cubicBezTo>
                      <a:cubicBezTo>
                        <a:pt x="113465" y="32431"/>
                        <a:pt x="113465" y="30506"/>
                        <a:pt x="114751" y="30506"/>
                      </a:cubicBezTo>
                      <a:cubicBezTo>
                        <a:pt x="115395" y="30506"/>
                        <a:pt x="114108" y="35640"/>
                        <a:pt x="116681" y="35640"/>
                      </a:cubicBezTo>
                      <a:cubicBezTo>
                        <a:pt x="119254" y="34999"/>
                        <a:pt x="121184" y="34357"/>
                        <a:pt x="121827" y="30506"/>
                      </a:cubicBezTo>
                      <a:cubicBezTo>
                        <a:pt x="122471" y="27297"/>
                        <a:pt x="125687" y="21520"/>
                        <a:pt x="128903" y="24088"/>
                      </a:cubicBezTo>
                      <a:cubicBezTo>
                        <a:pt x="130833" y="25371"/>
                        <a:pt x="128903" y="26655"/>
                        <a:pt x="128260" y="29864"/>
                      </a:cubicBezTo>
                      <a:cubicBezTo>
                        <a:pt x="128260" y="31148"/>
                        <a:pt x="126330" y="36282"/>
                        <a:pt x="124400" y="38208"/>
                      </a:cubicBezTo>
                      <a:cubicBezTo>
                        <a:pt x="123114" y="40133"/>
                        <a:pt x="122471" y="42059"/>
                        <a:pt x="122471" y="45268"/>
                      </a:cubicBezTo>
                      <a:cubicBezTo>
                        <a:pt x="119897" y="47193"/>
                        <a:pt x="119254" y="52328"/>
                        <a:pt x="119254" y="52328"/>
                      </a:cubicBezTo>
                      <a:close/>
                    </a:path>
                  </a:pathLst>
                </a:custGeom>
                <a:solidFill>
                  <a:schemeClr val="accent1"/>
                </a:solidFill>
                <a:ln w="6424" cap="flat">
                  <a:noFill/>
                  <a:prstDash val="solid"/>
                  <a:miter/>
                </a:ln>
              </p:spPr>
              <p:txBody>
                <a:bodyPr rtlCol="0" anchor="ctr"/>
                <a:lstStyle/>
                <a:p>
                  <a:endParaRPr lang="pt-BR"/>
                </a:p>
              </p:txBody>
            </p:sp>
            <p:sp>
              <p:nvSpPr>
                <p:cNvPr id="243" name="Freeform: Shape 242">
                  <a:extLst>
                    <a:ext uri="{FF2B5EF4-FFF2-40B4-BE49-F238E27FC236}">
                      <a16:creationId xmlns:a16="http://schemas.microsoft.com/office/drawing/2014/main" id="{3FBC7B3E-A3E1-9B1C-7B49-7B9195B62948}"/>
                    </a:ext>
                  </a:extLst>
                </p:cNvPr>
                <p:cNvSpPr/>
                <p:nvPr/>
              </p:nvSpPr>
              <p:spPr>
                <a:xfrm>
                  <a:off x="6476784" y="2604646"/>
                  <a:ext cx="16081" cy="7954"/>
                </a:xfrm>
                <a:custGeom>
                  <a:avLst/>
                  <a:gdLst>
                    <a:gd name="connsiteX0" fmla="*/ 0 w 16081"/>
                    <a:gd name="connsiteY0" fmla="*/ 7955 h 7954"/>
                    <a:gd name="connsiteX1" fmla="*/ 10292 w 16081"/>
                    <a:gd name="connsiteY1" fmla="*/ 895 h 7954"/>
                    <a:gd name="connsiteX2" fmla="*/ 16082 w 16081"/>
                    <a:gd name="connsiteY2" fmla="*/ 1536 h 7954"/>
                    <a:gd name="connsiteX3" fmla="*/ 10292 w 16081"/>
                    <a:gd name="connsiteY3" fmla="*/ 4746 h 7954"/>
                    <a:gd name="connsiteX4" fmla="*/ 0 w 16081"/>
                    <a:gd name="connsiteY4" fmla="*/ 7955 h 7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81" h="7954">
                      <a:moveTo>
                        <a:pt x="0" y="7955"/>
                      </a:moveTo>
                      <a:cubicBezTo>
                        <a:pt x="0" y="7955"/>
                        <a:pt x="6433" y="2178"/>
                        <a:pt x="10292" y="895"/>
                      </a:cubicBezTo>
                      <a:cubicBezTo>
                        <a:pt x="12222" y="-389"/>
                        <a:pt x="16082" y="-389"/>
                        <a:pt x="16082" y="1536"/>
                      </a:cubicBezTo>
                      <a:cubicBezTo>
                        <a:pt x="16082" y="2820"/>
                        <a:pt x="12865" y="4104"/>
                        <a:pt x="10292" y="4746"/>
                      </a:cubicBezTo>
                      <a:cubicBezTo>
                        <a:pt x="7076" y="5387"/>
                        <a:pt x="0" y="7955"/>
                        <a:pt x="0" y="7955"/>
                      </a:cubicBezTo>
                      <a:close/>
                    </a:path>
                  </a:pathLst>
                </a:custGeom>
                <a:solidFill>
                  <a:srgbClr val="9D70F2"/>
                </a:solidFill>
                <a:ln w="6424" cap="flat">
                  <a:noFill/>
                  <a:prstDash val="solid"/>
                  <a:miter/>
                </a:ln>
              </p:spPr>
              <p:txBody>
                <a:bodyPr rtlCol="0" anchor="ctr"/>
                <a:lstStyle/>
                <a:p>
                  <a:endParaRPr lang="pt-BR"/>
                </a:p>
              </p:txBody>
            </p:sp>
            <p:sp>
              <p:nvSpPr>
                <p:cNvPr id="244" name="Freeform: Shape 243">
                  <a:extLst>
                    <a:ext uri="{FF2B5EF4-FFF2-40B4-BE49-F238E27FC236}">
                      <a16:creationId xmlns:a16="http://schemas.microsoft.com/office/drawing/2014/main" id="{F966B643-1C22-E2AB-1533-477FAD6C8E20}"/>
                    </a:ext>
                  </a:extLst>
                </p:cNvPr>
                <p:cNvSpPr/>
                <p:nvPr/>
              </p:nvSpPr>
              <p:spPr>
                <a:xfrm>
                  <a:off x="6499486" y="2595108"/>
                  <a:ext cx="22970" cy="6822"/>
                </a:xfrm>
                <a:custGeom>
                  <a:avLst/>
                  <a:gdLst>
                    <a:gd name="connsiteX0" fmla="*/ 1742 w 22970"/>
                    <a:gd name="connsiteY0" fmla="*/ 4656 h 6822"/>
                    <a:gd name="connsiteX1" fmla="*/ 15251 w 22970"/>
                    <a:gd name="connsiteY1" fmla="*/ 164 h 6822"/>
                    <a:gd name="connsiteX2" fmla="*/ 22970 w 22970"/>
                    <a:gd name="connsiteY2" fmla="*/ 3373 h 6822"/>
                    <a:gd name="connsiteX3" fmla="*/ 17181 w 22970"/>
                    <a:gd name="connsiteY3" fmla="*/ 5940 h 6822"/>
                    <a:gd name="connsiteX4" fmla="*/ 4959 w 22970"/>
                    <a:gd name="connsiteY4" fmla="*/ 6582 h 6822"/>
                    <a:gd name="connsiteX5" fmla="*/ 1742 w 22970"/>
                    <a:gd name="connsiteY5" fmla="*/ 4656 h 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70" h="6822">
                      <a:moveTo>
                        <a:pt x="1742" y="4656"/>
                      </a:moveTo>
                      <a:cubicBezTo>
                        <a:pt x="1742" y="4656"/>
                        <a:pt x="12035" y="805"/>
                        <a:pt x="15251" y="164"/>
                      </a:cubicBezTo>
                      <a:cubicBezTo>
                        <a:pt x="18467" y="-478"/>
                        <a:pt x="22327" y="805"/>
                        <a:pt x="22970" y="3373"/>
                      </a:cubicBezTo>
                      <a:cubicBezTo>
                        <a:pt x="22970" y="5940"/>
                        <a:pt x="19754" y="5940"/>
                        <a:pt x="17181" y="5940"/>
                      </a:cubicBezTo>
                      <a:cubicBezTo>
                        <a:pt x="14608" y="5940"/>
                        <a:pt x="8175" y="5940"/>
                        <a:pt x="4959" y="6582"/>
                      </a:cubicBezTo>
                      <a:cubicBezTo>
                        <a:pt x="1099" y="7224"/>
                        <a:pt x="-2117" y="6582"/>
                        <a:pt x="1742" y="4656"/>
                      </a:cubicBezTo>
                      <a:close/>
                    </a:path>
                  </a:pathLst>
                </a:custGeom>
                <a:solidFill>
                  <a:srgbClr val="9D70F2"/>
                </a:solidFill>
                <a:ln w="6424" cap="flat">
                  <a:noFill/>
                  <a:prstDash val="solid"/>
                  <a:miter/>
                </a:ln>
              </p:spPr>
              <p:txBody>
                <a:bodyPr rtlCol="0" anchor="ctr"/>
                <a:lstStyle/>
                <a:p>
                  <a:endParaRPr lang="pt-BR"/>
                </a:p>
              </p:txBody>
            </p:sp>
            <p:sp>
              <p:nvSpPr>
                <p:cNvPr id="245" name="Freeform: Shape 244">
                  <a:extLst>
                    <a:ext uri="{FF2B5EF4-FFF2-40B4-BE49-F238E27FC236}">
                      <a16:creationId xmlns:a16="http://schemas.microsoft.com/office/drawing/2014/main" id="{45DD5F12-AD03-6E96-904F-F4861FEE2104}"/>
                    </a:ext>
                  </a:extLst>
                </p:cNvPr>
                <p:cNvSpPr/>
                <p:nvPr/>
              </p:nvSpPr>
              <p:spPr>
                <a:xfrm>
                  <a:off x="6465848" y="2590191"/>
                  <a:ext cx="29628" cy="18237"/>
                </a:xfrm>
                <a:custGeom>
                  <a:avLst/>
                  <a:gdLst>
                    <a:gd name="connsiteX0" fmla="*/ 11579 w 29628"/>
                    <a:gd name="connsiteY0" fmla="*/ 12140 h 18237"/>
                    <a:gd name="connsiteX1" fmla="*/ 4503 w 29628"/>
                    <a:gd name="connsiteY1" fmla="*/ 17275 h 18237"/>
                    <a:gd name="connsiteX2" fmla="*/ 0 w 29628"/>
                    <a:gd name="connsiteY2" fmla="*/ 17275 h 18237"/>
                    <a:gd name="connsiteX3" fmla="*/ 9006 w 29628"/>
                    <a:gd name="connsiteY3" fmla="*/ 10857 h 18237"/>
                    <a:gd name="connsiteX4" fmla="*/ 18012 w 29628"/>
                    <a:gd name="connsiteY4" fmla="*/ 4438 h 18237"/>
                    <a:gd name="connsiteX5" fmla="*/ 29590 w 29628"/>
                    <a:gd name="connsiteY5" fmla="*/ 587 h 18237"/>
                    <a:gd name="connsiteX6" fmla="*/ 18655 w 29628"/>
                    <a:gd name="connsiteY6" fmla="*/ 8289 h 18237"/>
                    <a:gd name="connsiteX7" fmla="*/ 11579 w 29628"/>
                    <a:gd name="connsiteY7" fmla="*/ 12140 h 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628" h="18237">
                      <a:moveTo>
                        <a:pt x="11579" y="12140"/>
                      </a:moveTo>
                      <a:cubicBezTo>
                        <a:pt x="11579" y="12140"/>
                        <a:pt x="6433" y="15991"/>
                        <a:pt x="4503" y="17275"/>
                      </a:cubicBezTo>
                      <a:cubicBezTo>
                        <a:pt x="2573" y="18558"/>
                        <a:pt x="0" y="18558"/>
                        <a:pt x="0" y="17275"/>
                      </a:cubicBezTo>
                      <a:cubicBezTo>
                        <a:pt x="0" y="15991"/>
                        <a:pt x="5146" y="12782"/>
                        <a:pt x="9006" y="10857"/>
                      </a:cubicBezTo>
                      <a:cubicBezTo>
                        <a:pt x="12865" y="8931"/>
                        <a:pt x="13509" y="7006"/>
                        <a:pt x="18012" y="4438"/>
                      </a:cubicBezTo>
                      <a:cubicBezTo>
                        <a:pt x="22515" y="1871"/>
                        <a:pt x="28304" y="-1338"/>
                        <a:pt x="29590" y="587"/>
                      </a:cubicBezTo>
                      <a:cubicBezTo>
                        <a:pt x="30234" y="1871"/>
                        <a:pt x="22515" y="6364"/>
                        <a:pt x="18655" y="8289"/>
                      </a:cubicBezTo>
                      <a:cubicBezTo>
                        <a:pt x="14795" y="9573"/>
                        <a:pt x="12865" y="10857"/>
                        <a:pt x="11579" y="12140"/>
                      </a:cubicBezTo>
                      <a:close/>
                    </a:path>
                  </a:pathLst>
                </a:custGeom>
                <a:solidFill>
                  <a:srgbClr val="9D70F2"/>
                </a:solidFill>
                <a:ln w="6424" cap="flat">
                  <a:noFill/>
                  <a:prstDash val="solid"/>
                  <a:miter/>
                </a:ln>
              </p:spPr>
              <p:txBody>
                <a:bodyPr rtlCol="0" anchor="ctr"/>
                <a:lstStyle/>
                <a:p>
                  <a:endParaRPr lang="pt-BR"/>
                </a:p>
              </p:txBody>
            </p:sp>
            <p:sp>
              <p:nvSpPr>
                <p:cNvPr id="246" name="Freeform: Shape 245">
                  <a:extLst>
                    <a:ext uri="{FF2B5EF4-FFF2-40B4-BE49-F238E27FC236}">
                      <a16:creationId xmlns:a16="http://schemas.microsoft.com/office/drawing/2014/main" id="{5B68DB06-250E-66BE-96FE-08D3EC5B2A79}"/>
                    </a:ext>
                  </a:extLst>
                </p:cNvPr>
                <p:cNvSpPr/>
                <p:nvPr/>
              </p:nvSpPr>
              <p:spPr>
                <a:xfrm>
                  <a:off x="6402636" y="2570882"/>
                  <a:ext cx="4673" cy="7701"/>
                </a:xfrm>
                <a:custGeom>
                  <a:avLst/>
                  <a:gdLst>
                    <a:gd name="connsiteX0" fmla="*/ 2101 w 4673"/>
                    <a:gd name="connsiteY0" fmla="*/ 4493 h 7701"/>
                    <a:gd name="connsiteX1" fmla="*/ 171 w 4673"/>
                    <a:gd name="connsiteY1" fmla="*/ 7702 h 7701"/>
                    <a:gd name="connsiteX2" fmla="*/ 2101 w 4673"/>
                    <a:gd name="connsiteY2" fmla="*/ 1284 h 7701"/>
                    <a:gd name="connsiteX3" fmla="*/ 4674 w 4673"/>
                    <a:gd name="connsiteY3" fmla="*/ 642 h 7701"/>
                    <a:gd name="connsiteX4" fmla="*/ 2101 w 4673"/>
                    <a:gd name="connsiteY4" fmla="*/ 4493 h 7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 h="7701">
                      <a:moveTo>
                        <a:pt x="2101" y="4493"/>
                      </a:moveTo>
                      <a:cubicBezTo>
                        <a:pt x="2101" y="4493"/>
                        <a:pt x="814" y="7702"/>
                        <a:pt x="171" y="7702"/>
                      </a:cubicBezTo>
                      <a:cubicBezTo>
                        <a:pt x="-472" y="7702"/>
                        <a:pt x="814" y="3209"/>
                        <a:pt x="2101" y="1284"/>
                      </a:cubicBezTo>
                      <a:cubicBezTo>
                        <a:pt x="3387" y="-642"/>
                        <a:pt x="4674" y="0"/>
                        <a:pt x="4674" y="642"/>
                      </a:cubicBezTo>
                      <a:cubicBezTo>
                        <a:pt x="4674" y="1926"/>
                        <a:pt x="2744" y="2567"/>
                        <a:pt x="2101" y="4493"/>
                      </a:cubicBezTo>
                      <a:close/>
                    </a:path>
                  </a:pathLst>
                </a:custGeom>
                <a:solidFill>
                  <a:srgbClr val="9D70F2"/>
                </a:solidFill>
                <a:ln w="6424" cap="flat">
                  <a:noFill/>
                  <a:prstDash val="solid"/>
                  <a:miter/>
                </a:ln>
              </p:spPr>
              <p:txBody>
                <a:bodyPr rtlCol="0" anchor="ctr"/>
                <a:lstStyle/>
                <a:p>
                  <a:endParaRPr lang="pt-BR"/>
                </a:p>
              </p:txBody>
            </p:sp>
            <p:sp>
              <p:nvSpPr>
                <p:cNvPr id="247" name="Freeform: Shape 246">
                  <a:extLst>
                    <a:ext uri="{FF2B5EF4-FFF2-40B4-BE49-F238E27FC236}">
                      <a16:creationId xmlns:a16="http://schemas.microsoft.com/office/drawing/2014/main" id="{BA72EF54-20DF-DA34-8878-6FF0A8A5808E}"/>
                    </a:ext>
                  </a:extLst>
                </p:cNvPr>
                <p:cNvSpPr/>
                <p:nvPr/>
              </p:nvSpPr>
              <p:spPr>
                <a:xfrm>
                  <a:off x="6373217" y="2515043"/>
                  <a:ext cx="1553" cy="5134"/>
                </a:xfrm>
                <a:custGeom>
                  <a:avLst/>
                  <a:gdLst>
                    <a:gd name="connsiteX0" fmla="*/ 643 w 1553"/>
                    <a:gd name="connsiteY0" fmla="*/ 0 h 5134"/>
                    <a:gd name="connsiteX1" fmla="*/ 1287 w 1553"/>
                    <a:gd name="connsiteY1" fmla="*/ 2567 h 5134"/>
                    <a:gd name="connsiteX2" fmla="*/ 0 w 1553"/>
                    <a:gd name="connsiteY2" fmla="*/ 5135 h 5134"/>
                    <a:gd name="connsiteX3" fmla="*/ 643 w 1553"/>
                    <a:gd name="connsiteY3" fmla="*/ 0 h 5134"/>
                  </a:gdLst>
                  <a:ahLst/>
                  <a:cxnLst>
                    <a:cxn ang="0">
                      <a:pos x="connsiteX0" y="connsiteY0"/>
                    </a:cxn>
                    <a:cxn ang="0">
                      <a:pos x="connsiteX1" y="connsiteY1"/>
                    </a:cxn>
                    <a:cxn ang="0">
                      <a:pos x="connsiteX2" y="connsiteY2"/>
                    </a:cxn>
                    <a:cxn ang="0">
                      <a:pos x="connsiteX3" y="connsiteY3"/>
                    </a:cxn>
                  </a:cxnLst>
                  <a:rect l="l" t="t" r="r" b="b"/>
                  <a:pathLst>
                    <a:path w="1553" h="5134">
                      <a:moveTo>
                        <a:pt x="643" y="0"/>
                      </a:moveTo>
                      <a:cubicBezTo>
                        <a:pt x="1287" y="0"/>
                        <a:pt x="1930" y="0"/>
                        <a:pt x="1287" y="2567"/>
                      </a:cubicBezTo>
                      <a:cubicBezTo>
                        <a:pt x="643" y="5135"/>
                        <a:pt x="643" y="5135"/>
                        <a:pt x="0" y="5135"/>
                      </a:cubicBezTo>
                      <a:cubicBezTo>
                        <a:pt x="0" y="4493"/>
                        <a:pt x="0" y="0"/>
                        <a:pt x="643" y="0"/>
                      </a:cubicBezTo>
                      <a:close/>
                    </a:path>
                  </a:pathLst>
                </a:custGeom>
                <a:solidFill>
                  <a:srgbClr val="9D70F2"/>
                </a:solidFill>
                <a:ln w="6424" cap="flat">
                  <a:noFill/>
                  <a:prstDash val="solid"/>
                  <a:miter/>
                </a:ln>
              </p:spPr>
              <p:txBody>
                <a:bodyPr rtlCol="0" anchor="ctr"/>
                <a:lstStyle/>
                <a:p>
                  <a:endParaRPr lang="pt-BR"/>
                </a:p>
              </p:txBody>
            </p:sp>
            <p:sp>
              <p:nvSpPr>
                <p:cNvPr id="248" name="Freeform: Shape 247">
                  <a:extLst>
                    <a:ext uri="{FF2B5EF4-FFF2-40B4-BE49-F238E27FC236}">
                      <a16:creationId xmlns:a16="http://schemas.microsoft.com/office/drawing/2014/main" id="{75EBFE2A-31BC-F942-BC3F-87653900C5E1}"/>
                    </a:ext>
                  </a:extLst>
                </p:cNvPr>
                <p:cNvSpPr/>
                <p:nvPr/>
              </p:nvSpPr>
              <p:spPr>
                <a:xfrm>
                  <a:off x="6364478" y="2531731"/>
                  <a:ext cx="2085" cy="5776"/>
                </a:xfrm>
                <a:custGeom>
                  <a:avLst/>
                  <a:gdLst>
                    <a:gd name="connsiteX0" fmla="*/ 1019 w 2085"/>
                    <a:gd name="connsiteY0" fmla="*/ 0 h 5776"/>
                    <a:gd name="connsiteX1" fmla="*/ 1663 w 2085"/>
                    <a:gd name="connsiteY1" fmla="*/ 2567 h 5776"/>
                    <a:gd name="connsiteX2" fmla="*/ 1019 w 2085"/>
                    <a:gd name="connsiteY2" fmla="*/ 5776 h 5776"/>
                    <a:gd name="connsiteX3" fmla="*/ 1019 w 2085"/>
                    <a:gd name="connsiteY3" fmla="*/ 0 h 5776"/>
                  </a:gdLst>
                  <a:ahLst/>
                  <a:cxnLst>
                    <a:cxn ang="0">
                      <a:pos x="connsiteX0" y="connsiteY0"/>
                    </a:cxn>
                    <a:cxn ang="0">
                      <a:pos x="connsiteX1" y="connsiteY1"/>
                    </a:cxn>
                    <a:cxn ang="0">
                      <a:pos x="connsiteX2" y="connsiteY2"/>
                    </a:cxn>
                    <a:cxn ang="0">
                      <a:pos x="connsiteX3" y="connsiteY3"/>
                    </a:cxn>
                  </a:cxnLst>
                  <a:rect l="l" t="t" r="r" b="b"/>
                  <a:pathLst>
                    <a:path w="2085" h="5776">
                      <a:moveTo>
                        <a:pt x="1019" y="0"/>
                      </a:moveTo>
                      <a:cubicBezTo>
                        <a:pt x="2306" y="0"/>
                        <a:pt x="2306" y="1284"/>
                        <a:pt x="1663" y="2567"/>
                      </a:cubicBezTo>
                      <a:cubicBezTo>
                        <a:pt x="1663" y="3851"/>
                        <a:pt x="1663" y="5776"/>
                        <a:pt x="1019" y="5776"/>
                      </a:cubicBezTo>
                      <a:cubicBezTo>
                        <a:pt x="376" y="5135"/>
                        <a:pt x="-911" y="0"/>
                        <a:pt x="1019" y="0"/>
                      </a:cubicBezTo>
                      <a:close/>
                    </a:path>
                  </a:pathLst>
                </a:custGeom>
                <a:solidFill>
                  <a:srgbClr val="9D70F2"/>
                </a:solidFill>
                <a:ln w="6424" cap="flat">
                  <a:noFill/>
                  <a:prstDash val="solid"/>
                  <a:miter/>
                </a:ln>
              </p:spPr>
              <p:txBody>
                <a:bodyPr rtlCol="0" anchor="ctr"/>
                <a:lstStyle/>
                <a:p>
                  <a:endParaRPr lang="pt-BR"/>
                </a:p>
              </p:txBody>
            </p:sp>
            <p:sp>
              <p:nvSpPr>
                <p:cNvPr id="249" name="Freeform: Shape 248">
                  <a:extLst>
                    <a:ext uri="{FF2B5EF4-FFF2-40B4-BE49-F238E27FC236}">
                      <a16:creationId xmlns:a16="http://schemas.microsoft.com/office/drawing/2014/main" id="{463514D7-46F4-8B30-311A-F25D76F105DD}"/>
                    </a:ext>
                  </a:extLst>
                </p:cNvPr>
                <p:cNvSpPr/>
                <p:nvPr/>
              </p:nvSpPr>
              <p:spPr>
                <a:xfrm>
                  <a:off x="6377076" y="2876965"/>
                  <a:ext cx="2631" cy="16755"/>
                </a:xfrm>
                <a:custGeom>
                  <a:avLst/>
                  <a:gdLst>
                    <a:gd name="connsiteX0" fmla="*/ 1287 w 2631"/>
                    <a:gd name="connsiteY0" fmla="*/ 68 h 16755"/>
                    <a:gd name="connsiteX1" fmla="*/ 0 w 2631"/>
                    <a:gd name="connsiteY1" fmla="*/ 5203 h 16755"/>
                    <a:gd name="connsiteX2" fmla="*/ 1930 w 2631"/>
                    <a:gd name="connsiteY2" fmla="*/ 16755 h 16755"/>
                    <a:gd name="connsiteX3" fmla="*/ 1287 w 2631"/>
                    <a:gd name="connsiteY3" fmla="*/ 68 h 16755"/>
                  </a:gdLst>
                  <a:ahLst/>
                  <a:cxnLst>
                    <a:cxn ang="0">
                      <a:pos x="connsiteX0" y="connsiteY0"/>
                    </a:cxn>
                    <a:cxn ang="0">
                      <a:pos x="connsiteX1" y="connsiteY1"/>
                    </a:cxn>
                    <a:cxn ang="0">
                      <a:pos x="connsiteX2" y="connsiteY2"/>
                    </a:cxn>
                    <a:cxn ang="0">
                      <a:pos x="connsiteX3" y="connsiteY3"/>
                    </a:cxn>
                  </a:cxnLst>
                  <a:rect l="l" t="t" r="r" b="b"/>
                  <a:pathLst>
                    <a:path w="2631" h="16755">
                      <a:moveTo>
                        <a:pt x="1287" y="68"/>
                      </a:moveTo>
                      <a:cubicBezTo>
                        <a:pt x="1287" y="68"/>
                        <a:pt x="0" y="1352"/>
                        <a:pt x="0" y="5203"/>
                      </a:cubicBezTo>
                      <a:cubicBezTo>
                        <a:pt x="0" y="9054"/>
                        <a:pt x="643" y="16755"/>
                        <a:pt x="1930" y="16755"/>
                      </a:cubicBezTo>
                      <a:cubicBezTo>
                        <a:pt x="3216" y="16114"/>
                        <a:pt x="2573" y="-1216"/>
                        <a:pt x="1287" y="68"/>
                      </a:cubicBezTo>
                      <a:close/>
                    </a:path>
                  </a:pathLst>
                </a:custGeom>
                <a:solidFill>
                  <a:srgbClr val="9D70F2"/>
                </a:solidFill>
                <a:ln w="6424" cap="flat">
                  <a:noFill/>
                  <a:prstDash val="solid"/>
                  <a:miter/>
                </a:ln>
              </p:spPr>
              <p:txBody>
                <a:bodyPr rtlCol="0" anchor="ctr"/>
                <a:lstStyle/>
                <a:p>
                  <a:endParaRPr lang="pt-BR"/>
                </a:p>
              </p:txBody>
            </p:sp>
            <p:sp>
              <p:nvSpPr>
                <p:cNvPr id="250" name="Freeform: Shape 249">
                  <a:extLst>
                    <a:ext uri="{FF2B5EF4-FFF2-40B4-BE49-F238E27FC236}">
                      <a16:creationId xmlns:a16="http://schemas.microsoft.com/office/drawing/2014/main" id="{151FE3A8-F3C6-716F-B21E-5B117C596333}"/>
                    </a:ext>
                  </a:extLst>
                </p:cNvPr>
                <p:cNvSpPr/>
                <p:nvPr/>
              </p:nvSpPr>
              <p:spPr>
                <a:xfrm>
                  <a:off x="6514737" y="2769309"/>
                  <a:ext cx="16916" cy="11490"/>
                </a:xfrm>
                <a:custGeom>
                  <a:avLst/>
                  <a:gdLst>
                    <a:gd name="connsiteX0" fmla="*/ 6433 w 16916"/>
                    <a:gd name="connsiteY0" fmla="*/ 2465 h 11490"/>
                    <a:gd name="connsiteX1" fmla="*/ 0 w 16916"/>
                    <a:gd name="connsiteY1" fmla="*/ 539 h 11490"/>
                    <a:gd name="connsiteX2" fmla="*/ 12865 w 16916"/>
                    <a:gd name="connsiteY2" fmla="*/ 10808 h 11490"/>
                    <a:gd name="connsiteX3" fmla="*/ 15439 w 16916"/>
                    <a:gd name="connsiteY3" fmla="*/ 8241 h 11490"/>
                    <a:gd name="connsiteX4" fmla="*/ 6433 w 16916"/>
                    <a:gd name="connsiteY4" fmla="*/ 2465 h 11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16" h="11490">
                      <a:moveTo>
                        <a:pt x="6433" y="2465"/>
                      </a:moveTo>
                      <a:cubicBezTo>
                        <a:pt x="6433" y="2465"/>
                        <a:pt x="0" y="-1386"/>
                        <a:pt x="0" y="539"/>
                      </a:cubicBezTo>
                      <a:cubicBezTo>
                        <a:pt x="0" y="2465"/>
                        <a:pt x="9006" y="8241"/>
                        <a:pt x="12865" y="10808"/>
                      </a:cubicBezTo>
                      <a:cubicBezTo>
                        <a:pt x="16082" y="12734"/>
                        <a:pt x="18655" y="10167"/>
                        <a:pt x="15439" y="8241"/>
                      </a:cubicBezTo>
                      <a:cubicBezTo>
                        <a:pt x="12865" y="5674"/>
                        <a:pt x="6433" y="2465"/>
                        <a:pt x="6433" y="2465"/>
                      </a:cubicBezTo>
                      <a:close/>
                    </a:path>
                  </a:pathLst>
                </a:custGeom>
                <a:solidFill>
                  <a:srgbClr val="9D70F2"/>
                </a:solidFill>
                <a:ln w="6424" cap="flat">
                  <a:noFill/>
                  <a:prstDash val="solid"/>
                  <a:miter/>
                </a:ln>
              </p:spPr>
              <p:txBody>
                <a:bodyPr rtlCol="0" anchor="ctr"/>
                <a:lstStyle/>
                <a:p>
                  <a:endParaRPr lang="pt-BR"/>
                </a:p>
              </p:txBody>
            </p:sp>
            <p:sp>
              <p:nvSpPr>
                <p:cNvPr id="251" name="Freeform: Shape 250">
                  <a:extLst>
                    <a:ext uri="{FF2B5EF4-FFF2-40B4-BE49-F238E27FC236}">
                      <a16:creationId xmlns:a16="http://schemas.microsoft.com/office/drawing/2014/main" id="{2BD5B72E-304A-34B9-1F7D-D588A6690BC0}"/>
                    </a:ext>
                  </a:extLst>
                </p:cNvPr>
                <p:cNvSpPr/>
                <p:nvPr/>
              </p:nvSpPr>
              <p:spPr>
                <a:xfrm>
                  <a:off x="6228968" y="2639660"/>
                  <a:ext cx="5945" cy="2464"/>
                </a:xfrm>
                <a:custGeom>
                  <a:avLst/>
                  <a:gdLst>
                    <a:gd name="connsiteX0" fmla="*/ 5946 w 5945"/>
                    <a:gd name="connsiteY0" fmla="*/ 2465 h 2464"/>
                    <a:gd name="connsiteX1" fmla="*/ 156 w 5945"/>
                    <a:gd name="connsiteY1" fmla="*/ 539 h 2464"/>
                    <a:gd name="connsiteX2" fmla="*/ 5946 w 5945"/>
                    <a:gd name="connsiteY2" fmla="*/ 2465 h 2464"/>
                  </a:gdLst>
                  <a:ahLst/>
                  <a:cxnLst>
                    <a:cxn ang="0">
                      <a:pos x="connsiteX0" y="connsiteY0"/>
                    </a:cxn>
                    <a:cxn ang="0">
                      <a:pos x="connsiteX1" y="connsiteY1"/>
                    </a:cxn>
                    <a:cxn ang="0">
                      <a:pos x="connsiteX2" y="connsiteY2"/>
                    </a:cxn>
                  </a:cxnLst>
                  <a:rect l="l" t="t" r="r" b="b"/>
                  <a:pathLst>
                    <a:path w="5945" h="2464">
                      <a:moveTo>
                        <a:pt x="5946" y="2465"/>
                      </a:moveTo>
                      <a:cubicBezTo>
                        <a:pt x="5946" y="2465"/>
                        <a:pt x="-1130" y="2465"/>
                        <a:pt x="156" y="539"/>
                      </a:cubicBezTo>
                      <a:cubicBezTo>
                        <a:pt x="800" y="-1386"/>
                        <a:pt x="5946" y="2465"/>
                        <a:pt x="5946" y="2465"/>
                      </a:cubicBezTo>
                      <a:close/>
                    </a:path>
                  </a:pathLst>
                </a:custGeom>
                <a:solidFill>
                  <a:srgbClr val="9D70F2"/>
                </a:solidFill>
                <a:ln w="6424" cap="flat">
                  <a:noFill/>
                  <a:prstDash val="solid"/>
                  <a:miter/>
                </a:ln>
              </p:spPr>
              <p:txBody>
                <a:bodyPr rtlCol="0" anchor="ctr"/>
                <a:lstStyle/>
                <a:p>
                  <a:endParaRPr lang="pt-BR"/>
                </a:p>
              </p:txBody>
            </p:sp>
            <p:sp>
              <p:nvSpPr>
                <p:cNvPr id="252" name="Freeform: Shape 251">
                  <a:extLst>
                    <a:ext uri="{FF2B5EF4-FFF2-40B4-BE49-F238E27FC236}">
                      <a16:creationId xmlns:a16="http://schemas.microsoft.com/office/drawing/2014/main" id="{54568A23-5B24-AA23-EB7F-70186F96D4DB}"/>
                    </a:ext>
                  </a:extLst>
                </p:cNvPr>
                <p:cNvSpPr/>
                <p:nvPr/>
              </p:nvSpPr>
              <p:spPr>
                <a:xfrm>
                  <a:off x="6301556" y="2767252"/>
                  <a:ext cx="4920" cy="9656"/>
                </a:xfrm>
                <a:custGeom>
                  <a:avLst/>
                  <a:gdLst>
                    <a:gd name="connsiteX0" fmla="*/ 4760 w 4920"/>
                    <a:gd name="connsiteY0" fmla="*/ 29 h 9656"/>
                    <a:gd name="connsiteX1" fmla="*/ 4117 w 4920"/>
                    <a:gd name="connsiteY1" fmla="*/ 2596 h 9656"/>
                    <a:gd name="connsiteX2" fmla="*/ 257 w 4920"/>
                    <a:gd name="connsiteY2" fmla="*/ 9656 h 9656"/>
                    <a:gd name="connsiteX3" fmla="*/ 4760 w 4920"/>
                    <a:gd name="connsiteY3" fmla="*/ 29 h 9656"/>
                  </a:gdLst>
                  <a:ahLst/>
                  <a:cxnLst>
                    <a:cxn ang="0">
                      <a:pos x="connsiteX0" y="connsiteY0"/>
                    </a:cxn>
                    <a:cxn ang="0">
                      <a:pos x="connsiteX1" y="connsiteY1"/>
                    </a:cxn>
                    <a:cxn ang="0">
                      <a:pos x="connsiteX2" y="connsiteY2"/>
                    </a:cxn>
                    <a:cxn ang="0">
                      <a:pos x="connsiteX3" y="connsiteY3"/>
                    </a:cxn>
                  </a:cxnLst>
                  <a:rect l="l" t="t" r="r" b="b"/>
                  <a:pathLst>
                    <a:path w="4920" h="9656">
                      <a:moveTo>
                        <a:pt x="4760" y="29"/>
                      </a:moveTo>
                      <a:cubicBezTo>
                        <a:pt x="4760" y="29"/>
                        <a:pt x="5403" y="29"/>
                        <a:pt x="4117" y="2596"/>
                      </a:cubicBezTo>
                      <a:cubicBezTo>
                        <a:pt x="2830" y="5163"/>
                        <a:pt x="900" y="9656"/>
                        <a:pt x="257" y="9656"/>
                      </a:cubicBezTo>
                      <a:cubicBezTo>
                        <a:pt x="-1029" y="9656"/>
                        <a:pt x="2830" y="-613"/>
                        <a:pt x="4760" y="29"/>
                      </a:cubicBezTo>
                      <a:close/>
                    </a:path>
                  </a:pathLst>
                </a:custGeom>
                <a:solidFill>
                  <a:srgbClr val="9D70F2"/>
                </a:solidFill>
                <a:ln w="6424" cap="flat">
                  <a:noFill/>
                  <a:prstDash val="solid"/>
                  <a:miter/>
                </a:ln>
              </p:spPr>
              <p:txBody>
                <a:bodyPr rtlCol="0" anchor="ctr"/>
                <a:lstStyle/>
                <a:p>
                  <a:endParaRPr lang="pt-BR"/>
                </a:p>
              </p:txBody>
            </p:sp>
            <p:sp>
              <p:nvSpPr>
                <p:cNvPr id="253" name="Freeform: Shape 252">
                  <a:extLst>
                    <a:ext uri="{FF2B5EF4-FFF2-40B4-BE49-F238E27FC236}">
                      <a16:creationId xmlns:a16="http://schemas.microsoft.com/office/drawing/2014/main" id="{C3043C96-40CF-9953-5FA5-6319B843E9AB}"/>
                    </a:ext>
                  </a:extLst>
                </p:cNvPr>
                <p:cNvSpPr/>
                <p:nvPr/>
              </p:nvSpPr>
              <p:spPr>
                <a:xfrm>
                  <a:off x="6398681" y="2805149"/>
                  <a:ext cx="1819" cy="5190"/>
                </a:xfrm>
                <a:custGeom>
                  <a:avLst/>
                  <a:gdLst>
                    <a:gd name="connsiteX0" fmla="*/ 266 w 1819"/>
                    <a:gd name="connsiteY0" fmla="*/ 0 h 5190"/>
                    <a:gd name="connsiteX1" fmla="*/ 1553 w 1819"/>
                    <a:gd name="connsiteY1" fmla="*/ 2567 h 5190"/>
                    <a:gd name="connsiteX2" fmla="*/ 910 w 1819"/>
                    <a:gd name="connsiteY2" fmla="*/ 5135 h 5190"/>
                    <a:gd name="connsiteX3" fmla="*/ 266 w 1819"/>
                    <a:gd name="connsiteY3" fmla="*/ 0 h 5190"/>
                  </a:gdLst>
                  <a:ahLst/>
                  <a:cxnLst>
                    <a:cxn ang="0">
                      <a:pos x="connsiteX0" y="connsiteY0"/>
                    </a:cxn>
                    <a:cxn ang="0">
                      <a:pos x="connsiteX1" y="connsiteY1"/>
                    </a:cxn>
                    <a:cxn ang="0">
                      <a:pos x="connsiteX2" y="connsiteY2"/>
                    </a:cxn>
                    <a:cxn ang="0">
                      <a:pos x="connsiteX3" y="connsiteY3"/>
                    </a:cxn>
                  </a:cxnLst>
                  <a:rect l="l" t="t" r="r" b="b"/>
                  <a:pathLst>
                    <a:path w="1819" h="5190">
                      <a:moveTo>
                        <a:pt x="266" y="0"/>
                      </a:moveTo>
                      <a:cubicBezTo>
                        <a:pt x="910" y="0"/>
                        <a:pt x="1553" y="1284"/>
                        <a:pt x="1553" y="2567"/>
                      </a:cubicBezTo>
                      <a:cubicBezTo>
                        <a:pt x="2196" y="4493"/>
                        <a:pt x="1553" y="5135"/>
                        <a:pt x="910" y="5135"/>
                      </a:cubicBezTo>
                      <a:cubicBezTo>
                        <a:pt x="266" y="5776"/>
                        <a:pt x="-377" y="642"/>
                        <a:pt x="266" y="0"/>
                      </a:cubicBezTo>
                      <a:close/>
                    </a:path>
                  </a:pathLst>
                </a:custGeom>
                <a:solidFill>
                  <a:srgbClr val="9D70F2"/>
                </a:solidFill>
                <a:ln w="6424" cap="flat">
                  <a:noFill/>
                  <a:prstDash val="solid"/>
                  <a:miter/>
                </a:ln>
              </p:spPr>
              <p:txBody>
                <a:bodyPr rtlCol="0" anchor="ctr"/>
                <a:lstStyle/>
                <a:p>
                  <a:endParaRPr lang="pt-BR"/>
                </a:p>
              </p:txBody>
            </p:sp>
            <p:sp>
              <p:nvSpPr>
                <p:cNvPr id="254" name="Freeform: Shape 253">
                  <a:extLst>
                    <a:ext uri="{FF2B5EF4-FFF2-40B4-BE49-F238E27FC236}">
                      <a16:creationId xmlns:a16="http://schemas.microsoft.com/office/drawing/2014/main" id="{5F9453AD-BBC4-6A04-449B-F2AE88EF8627}"/>
                    </a:ext>
                  </a:extLst>
                </p:cNvPr>
                <p:cNvSpPr/>
                <p:nvPr/>
              </p:nvSpPr>
              <p:spPr>
                <a:xfrm>
                  <a:off x="6401421" y="2814776"/>
                  <a:ext cx="2802" cy="5205"/>
                </a:xfrm>
                <a:custGeom>
                  <a:avLst/>
                  <a:gdLst>
                    <a:gd name="connsiteX0" fmla="*/ 743 w 2802"/>
                    <a:gd name="connsiteY0" fmla="*/ 0 h 5205"/>
                    <a:gd name="connsiteX1" fmla="*/ 2673 w 2802"/>
                    <a:gd name="connsiteY1" fmla="*/ 3209 h 5205"/>
                    <a:gd name="connsiteX2" fmla="*/ 743 w 2802"/>
                    <a:gd name="connsiteY2" fmla="*/ 5135 h 5205"/>
                    <a:gd name="connsiteX3" fmla="*/ 743 w 2802"/>
                    <a:gd name="connsiteY3" fmla="*/ 0 h 5205"/>
                  </a:gdLst>
                  <a:ahLst/>
                  <a:cxnLst>
                    <a:cxn ang="0">
                      <a:pos x="connsiteX0" y="connsiteY0"/>
                    </a:cxn>
                    <a:cxn ang="0">
                      <a:pos x="connsiteX1" y="connsiteY1"/>
                    </a:cxn>
                    <a:cxn ang="0">
                      <a:pos x="connsiteX2" y="connsiteY2"/>
                    </a:cxn>
                    <a:cxn ang="0">
                      <a:pos x="connsiteX3" y="connsiteY3"/>
                    </a:cxn>
                  </a:cxnLst>
                  <a:rect l="l" t="t" r="r" b="b"/>
                  <a:pathLst>
                    <a:path w="2802" h="5205">
                      <a:moveTo>
                        <a:pt x="743" y="0"/>
                      </a:moveTo>
                      <a:cubicBezTo>
                        <a:pt x="743" y="0"/>
                        <a:pt x="2029" y="642"/>
                        <a:pt x="2673" y="3209"/>
                      </a:cubicBezTo>
                      <a:cubicBezTo>
                        <a:pt x="3316" y="5776"/>
                        <a:pt x="1386" y="5135"/>
                        <a:pt x="743" y="5135"/>
                      </a:cubicBezTo>
                      <a:cubicBezTo>
                        <a:pt x="100" y="3851"/>
                        <a:pt x="-544" y="1284"/>
                        <a:pt x="743" y="0"/>
                      </a:cubicBezTo>
                      <a:close/>
                    </a:path>
                  </a:pathLst>
                </a:custGeom>
                <a:solidFill>
                  <a:srgbClr val="9D70F2"/>
                </a:solidFill>
                <a:ln w="6424" cap="flat">
                  <a:noFill/>
                  <a:prstDash val="solid"/>
                  <a:miter/>
                </a:ln>
              </p:spPr>
              <p:txBody>
                <a:bodyPr rtlCol="0" anchor="ctr"/>
                <a:lstStyle/>
                <a:p>
                  <a:endParaRPr lang="pt-BR"/>
                </a:p>
              </p:txBody>
            </p:sp>
            <p:sp>
              <p:nvSpPr>
                <p:cNvPr id="255" name="Freeform: Shape 254">
                  <a:extLst>
                    <a:ext uri="{FF2B5EF4-FFF2-40B4-BE49-F238E27FC236}">
                      <a16:creationId xmlns:a16="http://schemas.microsoft.com/office/drawing/2014/main" id="{4073EBA8-337D-F818-8E03-977201BEF4BD}"/>
                    </a:ext>
                  </a:extLst>
                </p:cNvPr>
                <p:cNvSpPr/>
                <p:nvPr/>
              </p:nvSpPr>
              <p:spPr>
                <a:xfrm>
                  <a:off x="6355426" y="2791453"/>
                  <a:ext cx="6211" cy="12191"/>
                </a:xfrm>
                <a:custGeom>
                  <a:avLst/>
                  <a:gdLst>
                    <a:gd name="connsiteX0" fmla="*/ 422 w 6211"/>
                    <a:gd name="connsiteY0" fmla="*/ 4068 h 12191"/>
                    <a:gd name="connsiteX1" fmla="*/ 422 w 6211"/>
                    <a:gd name="connsiteY1" fmla="*/ 7919 h 12191"/>
                    <a:gd name="connsiteX2" fmla="*/ 1066 w 6211"/>
                    <a:gd name="connsiteY2" fmla="*/ 11770 h 12191"/>
                    <a:gd name="connsiteX3" fmla="*/ 2996 w 6211"/>
                    <a:gd name="connsiteY3" fmla="*/ 11770 h 12191"/>
                    <a:gd name="connsiteX4" fmla="*/ 4925 w 6211"/>
                    <a:gd name="connsiteY4" fmla="*/ 11128 h 12191"/>
                    <a:gd name="connsiteX5" fmla="*/ 4925 w 6211"/>
                    <a:gd name="connsiteY5" fmla="*/ 8561 h 12191"/>
                    <a:gd name="connsiteX6" fmla="*/ 6212 w 6211"/>
                    <a:gd name="connsiteY6" fmla="*/ 5351 h 12191"/>
                    <a:gd name="connsiteX7" fmla="*/ 4925 w 6211"/>
                    <a:gd name="connsiteY7" fmla="*/ 1501 h 12191"/>
                    <a:gd name="connsiteX8" fmla="*/ 2996 w 6211"/>
                    <a:gd name="connsiteY8" fmla="*/ 3426 h 12191"/>
                    <a:gd name="connsiteX9" fmla="*/ 1709 w 6211"/>
                    <a:gd name="connsiteY9" fmla="*/ 217 h 12191"/>
                    <a:gd name="connsiteX10" fmla="*/ 422 w 6211"/>
                    <a:gd name="connsiteY10" fmla="*/ 4068 h 12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11" h="12191">
                      <a:moveTo>
                        <a:pt x="422" y="4068"/>
                      </a:moveTo>
                      <a:cubicBezTo>
                        <a:pt x="422" y="4068"/>
                        <a:pt x="1066" y="5993"/>
                        <a:pt x="422" y="7919"/>
                      </a:cubicBezTo>
                      <a:cubicBezTo>
                        <a:pt x="-221" y="9202"/>
                        <a:pt x="-221" y="11128"/>
                        <a:pt x="1066" y="11770"/>
                      </a:cubicBezTo>
                      <a:cubicBezTo>
                        <a:pt x="2352" y="12412"/>
                        <a:pt x="2352" y="11128"/>
                        <a:pt x="2996" y="11770"/>
                      </a:cubicBezTo>
                      <a:cubicBezTo>
                        <a:pt x="3639" y="12412"/>
                        <a:pt x="4925" y="12412"/>
                        <a:pt x="4925" y="11128"/>
                      </a:cubicBezTo>
                      <a:cubicBezTo>
                        <a:pt x="5569" y="9202"/>
                        <a:pt x="4282" y="9202"/>
                        <a:pt x="4925" y="8561"/>
                      </a:cubicBezTo>
                      <a:cubicBezTo>
                        <a:pt x="4925" y="7919"/>
                        <a:pt x="6212" y="7277"/>
                        <a:pt x="6212" y="5351"/>
                      </a:cubicBezTo>
                      <a:cubicBezTo>
                        <a:pt x="6212" y="3426"/>
                        <a:pt x="5569" y="859"/>
                        <a:pt x="4925" y="1501"/>
                      </a:cubicBezTo>
                      <a:cubicBezTo>
                        <a:pt x="4282" y="2142"/>
                        <a:pt x="3639" y="4068"/>
                        <a:pt x="2996" y="3426"/>
                      </a:cubicBezTo>
                      <a:cubicBezTo>
                        <a:pt x="2352" y="3426"/>
                        <a:pt x="2352" y="859"/>
                        <a:pt x="1709" y="217"/>
                      </a:cubicBezTo>
                      <a:cubicBezTo>
                        <a:pt x="1709" y="-425"/>
                        <a:pt x="422" y="217"/>
                        <a:pt x="422" y="4068"/>
                      </a:cubicBezTo>
                      <a:close/>
                    </a:path>
                  </a:pathLst>
                </a:custGeom>
                <a:solidFill>
                  <a:srgbClr val="9D70F2"/>
                </a:solidFill>
                <a:ln w="6424" cap="flat">
                  <a:noFill/>
                  <a:prstDash val="solid"/>
                  <a:miter/>
                </a:ln>
              </p:spPr>
              <p:txBody>
                <a:bodyPr rtlCol="0" anchor="ctr"/>
                <a:lstStyle/>
                <a:p>
                  <a:endParaRPr lang="pt-BR"/>
                </a:p>
              </p:txBody>
            </p:sp>
            <p:sp>
              <p:nvSpPr>
                <p:cNvPr id="256" name="Freeform: Shape 255">
                  <a:extLst>
                    <a:ext uri="{FF2B5EF4-FFF2-40B4-BE49-F238E27FC236}">
                      <a16:creationId xmlns:a16="http://schemas.microsoft.com/office/drawing/2014/main" id="{292AA5ED-92FD-8240-AFB3-0C86447B882D}"/>
                    </a:ext>
                  </a:extLst>
                </p:cNvPr>
                <p:cNvSpPr/>
                <p:nvPr/>
              </p:nvSpPr>
              <p:spPr>
                <a:xfrm>
                  <a:off x="6279173" y="2743478"/>
                  <a:ext cx="3594" cy="5190"/>
                </a:xfrm>
                <a:custGeom>
                  <a:avLst/>
                  <a:gdLst>
                    <a:gd name="connsiteX0" fmla="*/ 3343 w 3594"/>
                    <a:gd name="connsiteY0" fmla="*/ 55 h 5190"/>
                    <a:gd name="connsiteX1" fmla="*/ 2056 w 3594"/>
                    <a:gd name="connsiteY1" fmla="*/ 3906 h 5190"/>
                    <a:gd name="connsiteX2" fmla="*/ 126 w 3594"/>
                    <a:gd name="connsiteY2" fmla="*/ 5190 h 5190"/>
                    <a:gd name="connsiteX3" fmla="*/ 3343 w 3594"/>
                    <a:gd name="connsiteY3" fmla="*/ 55 h 5190"/>
                  </a:gdLst>
                  <a:ahLst/>
                  <a:cxnLst>
                    <a:cxn ang="0">
                      <a:pos x="connsiteX0" y="connsiteY0"/>
                    </a:cxn>
                    <a:cxn ang="0">
                      <a:pos x="connsiteX1" y="connsiteY1"/>
                    </a:cxn>
                    <a:cxn ang="0">
                      <a:pos x="connsiteX2" y="connsiteY2"/>
                    </a:cxn>
                    <a:cxn ang="0">
                      <a:pos x="connsiteX3" y="connsiteY3"/>
                    </a:cxn>
                  </a:cxnLst>
                  <a:rect l="l" t="t" r="r" b="b"/>
                  <a:pathLst>
                    <a:path w="3594" h="5190">
                      <a:moveTo>
                        <a:pt x="3343" y="55"/>
                      </a:moveTo>
                      <a:cubicBezTo>
                        <a:pt x="3986" y="55"/>
                        <a:pt x="3343" y="1981"/>
                        <a:pt x="2056" y="3906"/>
                      </a:cubicBezTo>
                      <a:cubicBezTo>
                        <a:pt x="1413" y="5190"/>
                        <a:pt x="769" y="5190"/>
                        <a:pt x="126" y="5190"/>
                      </a:cubicBezTo>
                      <a:cubicBezTo>
                        <a:pt x="-517" y="4548"/>
                        <a:pt x="1413" y="-586"/>
                        <a:pt x="3343" y="55"/>
                      </a:cubicBezTo>
                      <a:close/>
                    </a:path>
                  </a:pathLst>
                </a:custGeom>
                <a:solidFill>
                  <a:srgbClr val="9D70F2"/>
                </a:solidFill>
                <a:ln w="6424" cap="flat">
                  <a:noFill/>
                  <a:prstDash val="solid"/>
                  <a:miter/>
                </a:ln>
              </p:spPr>
              <p:txBody>
                <a:bodyPr rtlCol="0" anchor="ctr"/>
                <a:lstStyle/>
                <a:p>
                  <a:endParaRPr lang="pt-BR"/>
                </a:p>
              </p:txBody>
            </p:sp>
            <p:sp>
              <p:nvSpPr>
                <p:cNvPr id="257" name="Freeform: Shape 256">
                  <a:extLst>
                    <a:ext uri="{FF2B5EF4-FFF2-40B4-BE49-F238E27FC236}">
                      <a16:creationId xmlns:a16="http://schemas.microsoft.com/office/drawing/2014/main" id="{3F3395A4-A046-093C-6076-FD3089492F21}"/>
                    </a:ext>
                  </a:extLst>
                </p:cNvPr>
                <p:cNvSpPr/>
                <p:nvPr/>
              </p:nvSpPr>
              <p:spPr>
                <a:xfrm>
                  <a:off x="6491579" y="2670436"/>
                  <a:ext cx="12892" cy="1587"/>
                </a:xfrm>
                <a:custGeom>
                  <a:avLst/>
                  <a:gdLst>
                    <a:gd name="connsiteX0" fmla="*/ 0 w 12892"/>
                    <a:gd name="connsiteY0" fmla="*/ 571 h 1587"/>
                    <a:gd name="connsiteX1" fmla="*/ 12865 w 12892"/>
                    <a:gd name="connsiteY1" fmla="*/ 571 h 1587"/>
                    <a:gd name="connsiteX2" fmla="*/ 0 w 12892"/>
                    <a:gd name="connsiteY2" fmla="*/ 571 h 1587"/>
                  </a:gdLst>
                  <a:ahLst/>
                  <a:cxnLst>
                    <a:cxn ang="0">
                      <a:pos x="connsiteX0" y="connsiteY0"/>
                    </a:cxn>
                    <a:cxn ang="0">
                      <a:pos x="connsiteX1" y="connsiteY1"/>
                    </a:cxn>
                    <a:cxn ang="0">
                      <a:pos x="connsiteX2" y="connsiteY2"/>
                    </a:cxn>
                  </a:cxnLst>
                  <a:rect l="l" t="t" r="r" b="b"/>
                  <a:pathLst>
                    <a:path w="12892" h="1587">
                      <a:moveTo>
                        <a:pt x="0" y="571"/>
                      </a:moveTo>
                      <a:cubicBezTo>
                        <a:pt x="0" y="571"/>
                        <a:pt x="12865" y="-713"/>
                        <a:pt x="12865" y="571"/>
                      </a:cubicBezTo>
                      <a:cubicBezTo>
                        <a:pt x="13509" y="2496"/>
                        <a:pt x="2573" y="1212"/>
                        <a:pt x="0" y="571"/>
                      </a:cubicBezTo>
                      <a:close/>
                    </a:path>
                  </a:pathLst>
                </a:custGeom>
                <a:solidFill>
                  <a:srgbClr val="9D70F2"/>
                </a:solidFill>
                <a:ln w="6424" cap="flat">
                  <a:noFill/>
                  <a:prstDash val="solid"/>
                  <a:miter/>
                </a:ln>
              </p:spPr>
              <p:txBody>
                <a:bodyPr rtlCol="0" anchor="ctr"/>
                <a:lstStyle/>
                <a:p>
                  <a:endParaRPr lang="pt-BR"/>
                </a:p>
              </p:txBody>
            </p:sp>
            <p:sp>
              <p:nvSpPr>
                <p:cNvPr id="258" name="Freeform: Shape 257">
                  <a:extLst>
                    <a:ext uri="{FF2B5EF4-FFF2-40B4-BE49-F238E27FC236}">
                      <a16:creationId xmlns:a16="http://schemas.microsoft.com/office/drawing/2014/main" id="{DEE680A4-A0CC-F670-4BBF-4716A1D01F99}"/>
                    </a:ext>
                  </a:extLst>
                </p:cNvPr>
                <p:cNvSpPr/>
                <p:nvPr/>
              </p:nvSpPr>
              <p:spPr>
                <a:xfrm>
                  <a:off x="6567485" y="2792312"/>
                  <a:ext cx="10970" cy="5977"/>
                </a:xfrm>
                <a:custGeom>
                  <a:avLst/>
                  <a:gdLst>
                    <a:gd name="connsiteX0" fmla="*/ 0 w 10970"/>
                    <a:gd name="connsiteY0" fmla="*/ 0 h 5977"/>
                    <a:gd name="connsiteX1" fmla="*/ 5146 w 10970"/>
                    <a:gd name="connsiteY1" fmla="*/ 3851 h 5977"/>
                    <a:gd name="connsiteX2" fmla="*/ 10936 w 10970"/>
                    <a:gd name="connsiteY2" fmla="*/ 5135 h 5977"/>
                    <a:gd name="connsiteX3" fmla="*/ 0 w 10970"/>
                    <a:gd name="connsiteY3" fmla="*/ 0 h 5977"/>
                  </a:gdLst>
                  <a:ahLst/>
                  <a:cxnLst>
                    <a:cxn ang="0">
                      <a:pos x="connsiteX0" y="connsiteY0"/>
                    </a:cxn>
                    <a:cxn ang="0">
                      <a:pos x="connsiteX1" y="connsiteY1"/>
                    </a:cxn>
                    <a:cxn ang="0">
                      <a:pos x="connsiteX2" y="connsiteY2"/>
                    </a:cxn>
                    <a:cxn ang="0">
                      <a:pos x="connsiteX3" y="connsiteY3"/>
                    </a:cxn>
                  </a:cxnLst>
                  <a:rect l="l" t="t" r="r" b="b"/>
                  <a:pathLst>
                    <a:path w="10970" h="5977">
                      <a:moveTo>
                        <a:pt x="0" y="0"/>
                      </a:moveTo>
                      <a:cubicBezTo>
                        <a:pt x="0" y="0"/>
                        <a:pt x="643" y="1284"/>
                        <a:pt x="5146" y="3851"/>
                      </a:cubicBezTo>
                      <a:cubicBezTo>
                        <a:pt x="9649" y="6418"/>
                        <a:pt x="10936" y="6418"/>
                        <a:pt x="10936" y="5135"/>
                      </a:cubicBezTo>
                      <a:cubicBezTo>
                        <a:pt x="11579" y="3851"/>
                        <a:pt x="3216" y="642"/>
                        <a:pt x="0" y="0"/>
                      </a:cubicBezTo>
                      <a:close/>
                    </a:path>
                  </a:pathLst>
                </a:custGeom>
                <a:solidFill>
                  <a:srgbClr val="9D70F2"/>
                </a:solidFill>
                <a:ln w="6424" cap="flat">
                  <a:noFill/>
                  <a:prstDash val="solid"/>
                  <a:miter/>
                </a:ln>
              </p:spPr>
              <p:txBody>
                <a:bodyPr rtlCol="0" anchor="ctr"/>
                <a:lstStyle/>
                <a:p>
                  <a:endParaRPr lang="pt-BR"/>
                </a:p>
              </p:txBody>
            </p:sp>
            <p:sp>
              <p:nvSpPr>
                <p:cNvPr id="259" name="Freeform: Shape 258">
                  <a:extLst>
                    <a:ext uri="{FF2B5EF4-FFF2-40B4-BE49-F238E27FC236}">
                      <a16:creationId xmlns:a16="http://schemas.microsoft.com/office/drawing/2014/main" id="{65958C64-BA04-30C0-CF5C-BF9B7EAAACA0}"/>
                    </a:ext>
                  </a:extLst>
                </p:cNvPr>
                <p:cNvSpPr/>
                <p:nvPr/>
              </p:nvSpPr>
              <p:spPr>
                <a:xfrm>
                  <a:off x="6251680" y="2647775"/>
                  <a:ext cx="15397" cy="3335"/>
                </a:xfrm>
                <a:custGeom>
                  <a:avLst/>
                  <a:gdLst>
                    <a:gd name="connsiteX0" fmla="*/ 15397 w 15397"/>
                    <a:gd name="connsiteY0" fmla="*/ 3335 h 3335"/>
                    <a:gd name="connsiteX1" fmla="*/ 3819 w 15397"/>
                    <a:gd name="connsiteY1" fmla="*/ 2051 h 3335"/>
                    <a:gd name="connsiteX2" fmla="*/ 602 w 15397"/>
                    <a:gd name="connsiteY2" fmla="*/ 126 h 3335"/>
                    <a:gd name="connsiteX3" fmla="*/ 15397 w 15397"/>
                    <a:gd name="connsiteY3" fmla="*/ 3335 h 3335"/>
                  </a:gdLst>
                  <a:ahLst/>
                  <a:cxnLst>
                    <a:cxn ang="0">
                      <a:pos x="connsiteX0" y="connsiteY0"/>
                    </a:cxn>
                    <a:cxn ang="0">
                      <a:pos x="connsiteX1" y="connsiteY1"/>
                    </a:cxn>
                    <a:cxn ang="0">
                      <a:pos x="connsiteX2" y="connsiteY2"/>
                    </a:cxn>
                    <a:cxn ang="0">
                      <a:pos x="connsiteX3" y="connsiteY3"/>
                    </a:cxn>
                  </a:cxnLst>
                  <a:rect l="l" t="t" r="r" b="b"/>
                  <a:pathLst>
                    <a:path w="15397" h="3335">
                      <a:moveTo>
                        <a:pt x="15397" y="3335"/>
                      </a:moveTo>
                      <a:cubicBezTo>
                        <a:pt x="15397" y="3335"/>
                        <a:pt x="7035" y="2051"/>
                        <a:pt x="3819" y="2051"/>
                      </a:cubicBezTo>
                      <a:cubicBezTo>
                        <a:pt x="-41" y="2051"/>
                        <a:pt x="-684" y="768"/>
                        <a:pt x="602" y="126"/>
                      </a:cubicBezTo>
                      <a:cubicBezTo>
                        <a:pt x="2532" y="-516"/>
                        <a:pt x="11538" y="1410"/>
                        <a:pt x="15397" y="3335"/>
                      </a:cubicBezTo>
                      <a:close/>
                    </a:path>
                  </a:pathLst>
                </a:custGeom>
                <a:solidFill>
                  <a:srgbClr val="9D70F2"/>
                </a:solidFill>
                <a:ln w="6424" cap="flat">
                  <a:noFill/>
                  <a:prstDash val="solid"/>
                  <a:miter/>
                </a:ln>
              </p:spPr>
              <p:txBody>
                <a:bodyPr rtlCol="0" anchor="ctr"/>
                <a:lstStyle/>
                <a:p>
                  <a:endParaRPr lang="pt-BR"/>
                </a:p>
              </p:txBody>
            </p:sp>
            <p:sp>
              <p:nvSpPr>
                <p:cNvPr id="260" name="Freeform: Shape 259">
                  <a:extLst>
                    <a:ext uri="{FF2B5EF4-FFF2-40B4-BE49-F238E27FC236}">
                      <a16:creationId xmlns:a16="http://schemas.microsoft.com/office/drawing/2014/main" id="{5CAC4B0B-8895-8A59-8091-3933562D3143}"/>
                    </a:ext>
                  </a:extLst>
                </p:cNvPr>
                <p:cNvSpPr/>
                <p:nvPr/>
              </p:nvSpPr>
              <p:spPr>
                <a:xfrm>
                  <a:off x="6257428" y="2617674"/>
                  <a:ext cx="9163" cy="4296"/>
                </a:xfrm>
                <a:custGeom>
                  <a:avLst/>
                  <a:gdLst>
                    <a:gd name="connsiteX0" fmla="*/ 9006 w 9163"/>
                    <a:gd name="connsiteY0" fmla="*/ 3913 h 4296"/>
                    <a:gd name="connsiteX1" fmla="*/ 4503 w 9163"/>
                    <a:gd name="connsiteY1" fmla="*/ 2629 h 4296"/>
                    <a:gd name="connsiteX2" fmla="*/ 0 w 9163"/>
                    <a:gd name="connsiteY2" fmla="*/ 704 h 4296"/>
                    <a:gd name="connsiteX3" fmla="*/ 4503 w 9163"/>
                    <a:gd name="connsiteY3" fmla="*/ 1987 h 4296"/>
                    <a:gd name="connsiteX4" fmla="*/ 9006 w 9163"/>
                    <a:gd name="connsiteY4" fmla="*/ 3913 h 4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3" h="4296">
                      <a:moveTo>
                        <a:pt x="9006" y="3913"/>
                      </a:moveTo>
                      <a:cubicBezTo>
                        <a:pt x="9006" y="4555"/>
                        <a:pt x="7719" y="4555"/>
                        <a:pt x="4503" y="2629"/>
                      </a:cubicBezTo>
                      <a:cubicBezTo>
                        <a:pt x="2573" y="1346"/>
                        <a:pt x="0" y="1987"/>
                        <a:pt x="0" y="704"/>
                      </a:cubicBezTo>
                      <a:cubicBezTo>
                        <a:pt x="643" y="-1222"/>
                        <a:pt x="1287" y="1346"/>
                        <a:pt x="4503" y="1987"/>
                      </a:cubicBezTo>
                      <a:cubicBezTo>
                        <a:pt x="8363" y="2629"/>
                        <a:pt x="9649" y="1987"/>
                        <a:pt x="9006" y="3913"/>
                      </a:cubicBezTo>
                      <a:close/>
                    </a:path>
                  </a:pathLst>
                </a:custGeom>
                <a:solidFill>
                  <a:srgbClr val="9D70F2"/>
                </a:solidFill>
                <a:ln w="6424" cap="flat">
                  <a:noFill/>
                  <a:prstDash val="solid"/>
                  <a:miter/>
                </a:ln>
              </p:spPr>
              <p:txBody>
                <a:bodyPr rtlCol="0" anchor="ctr"/>
                <a:lstStyle/>
                <a:p>
                  <a:endParaRPr lang="pt-BR"/>
                </a:p>
              </p:txBody>
            </p:sp>
            <p:sp>
              <p:nvSpPr>
                <p:cNvPr id="261" name="Freeform: Shape 260">
                  <a:extLst>
                    <a:ext uri="{FF2B5EF4-FFF2-40B4-BE49-F238E27FC236}">
                      <a16:creationId xmlns:a16="http://schemas.microsoft.com/office/drawing/2014/main" id="{F39EE7E8-523C-59C7-9940-C35B83B2B75F}"/>
                    </a:ext>
                  </a:extLst>
                </p:cNvPr>
                <p:cNvSpPr/>
                <p:nvPr/>
              </p:nvSpPr>
              <p:spPr>
                <a:xfrm>
                  <a:off x="6246239" y="2737865"/>
                  <a:ext cx="8962" cy="6412"/>
                </a:xfrm>
                <a:custGeom>
                  <a:avLst/>
                  <a:gdLst>
                    <a:gd name="connsiteX0" fmla="*/ 4113 w 8962"/>
                    <a:gd name="connsiteY0" fmla="*/ 3101 h 6412"/>
                    <a:gd name="connsiteX1" fmla="*/ 1540 w 8962"/>
                    <a:gd name="connsiteY1" fmla="*/ 4385 h 6412"/>
                    <a:gd name="connsiteX2" fmla="*/ 897 w 8962"/>
                    <a:gd name="connsiteY2" fmla="*/ 6311 h 6412"/>
                    <a:gd name="connsiteX3" fmla="*/ 5400 w 8962"/>
                    <a:gd name="connsiteY3" fmla="*/ 3743 h 6412"/>
                    <a:gd name="connsiteX4" fmla="*/ 8616 w 8962"/>
                    <a:gd name="connsiteY4" fmla="*/ 534 h 6412"/>
                    <a:gd name="connsiteX5" fmla="*/ 4113 w 8962"/>
                    <a:gd name="connsiteY5" fmla="*/ 3101 h 6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2" h="6412">
                      <a:moveTo>
                        <a:pt x="4113" y="3101"/>
                      </a:moveTo>
                      <a:cubicBezTo>
                        <a:pt x="2826" y="3743"/>
                        <a:pt x="2826" y="3743"/>
                        <a:pt x="1540" y="4385"/>
                      </a:cubicBezTo>
                      <a:cubicBezTo>
                        <a:pt x="-390" y="5027"/>
                        <a:pt x="-390" y="5669"/>
                        <a:pt x="897" y="6311"/>
                      </a:cubicBezTo>
                      <a:cubicBezTo>
                        <a:pt x="2183" y="6952"/>
                        <a:pt x="3470" y="4385"/>
                        <a:pt x="5400" y="3743"/>
                      </a:cubicBezTo>
                      <a:cubicBezTo>
                        <a:pt x="7329" y="2460"/>
                        <a:pt x="9902" y="2460"/>
                        <a:pt x="8616" y="534"/>
                      </a:cubicBezTo>
                      <a:cubicBezTo>
                        <a:pt x="7329" y="-1391"/>
                        <a:pt x="4756" y="2460"/>
                        <a:pt x="4113" y="3101"/>
                      </a:cubicBezTo>
                      <a:close/>
                    </a:path>
                  </a:pathLst>
                </a:custGeom>
                <a:solidFill>
                  <a:srgbClr val="9D70F2"/>
                </a:solidFill>
                <a:ln w="6424" cap="flat">
                  <a:noFill/>
                  <a:prstDash val="solid"/>
                  <a:miter/>
                </a:ln>
              </p:spPr>
              <p:txBody>
                <a:bodyPr rtlCol="0" anchor="ctr"/>
                <a:lstStyle/>
                <a:p>
                  <a:endParaRPr lang="pt-BR"/>
                </a:p>
              </p:txBody>
            </p:sp>
            <p:sp>
              <p:nvSpPr>
                <p:cNvPr id="262" name="Freeform: Shape 261">
                  <a:extLst>
                    <a:ext uri="{FF2B5EF4-FFF2-40B4-BE49-F238E27FC236}">
                      <a16:creationId xmlns:a16="http://schemas.microsoft.com/office/drawing/2014/main" id="{3D5C3EFA-64AE-BCC1-7B2D-FA0D15017F26}"/>
                    </a:ext>
                  </a:extLst>
                </p:cNvPr>
                <p:cNvSpPr/>
                <p:nvPr/>
              </p:nvSpPr>
              <p:spPr>
                <a:xfrm>
                  <a:off x="6409240" y="2800656"/>
                  <a:ext cx="2704" cy="3266"/>
                </a:xfrm>
                <a:custGeom>
                  <a:avLst/>
                  <a:gdLst>
                    <a:gd name="connsiteX0" fmla="*/ 1287 w 2704"/>
                    <a:gd name="connsiteY0" fmla="*/ 0 h 3266"/>
                    <a:gd name="connsiteX1" fmla="*/ 2573 w 2704"/>
                    <a:gd name="connsiteY1" fmla="*/ 2567 h 3266"/>
                    <a:gd name="connsiteX2" fmla="*/ 0 w 2704"/>
                    <a:gd name="connsiteY2" fmla="*/ 1925 h 3266"/>
                    <a:gd name="connsiteX3" fmla="*/ 1287 w 2704"/>
                    <a:gd name="connsiteY3" fmla="*/ 0 h 3266"/>
                  </a:gdLst>
                  <a:ahLst/>
                  <a:cxnLst>
                    <a:cxn ang="0">
                      <a:pos x="connsiteX0" y="connsiteY0"/>
                    </a:cxn>
                    <a:cxn ang="0">
                      <a:pos x="connsiteX1" y="connsiteY1"/>
                    </a:cxn>
                    <a:cxn ang="0">
                      <a:pos x="connsiteX2" y="connsiteY2"/>
                    </a:cxn>
                    <a:cxn ang="0">
                      <a:pos x="connsiteX3" y="connsiteY3"/>
                    </a:cxn>
                  </a:cxnLst>
                  <a:rect l="l" t="t" r="r" b="b"/>
                  <a:pathLst>
                    <a:path w="2704" h="3266">
                      <a:moveTo>
                        <a:pt x="1287" y="0"/>
                      </a:moveTo>
                      <a:cubicBezTo>
                        <a:pt x="1287" y="0"/>
                        <a:pt x="3216" y="642"/>
                        <a:pt x="2573" y="2567"/>
                      </a:cubicBezTo>
                      <a:cubicBezTo>
                        <a:pt x="1930" y="3851"/>
                        <a:pt x="643" y="3209"/>
                        <a:pt x="0" y="1925"/>
                      </a:cubicBezTo>
                      <a:cubicBezTo>
                        <a:pt x="0" y="1284"/>
                        <a:pt x="0" y="0"/>
                        <a:pt x="1287" y="0"/>
                      </a:cubicBezTo>
                      <a:close/>
                    </a:path>
                  </a:pathLst>
                </a:custGeom>
                <a:solidFill>
                  <a:srgbClr val="9D70F2"/>
                </a:solidFill>
                <a:ln w="6424" cap="flat">
                  <a:noFill/>
                  <a:prstDash val="solid"/>
                  <a:miter/>
                </a:ln>
              </p:spPr>
              <p:txBody>
                <a:bodyPr rtlCol="0" anchor="ctr"/>
                <a:lstStyle/>
                <a:p>
                  <a:endParaRPr lang="pt-BR"/>
                </a:p>
              </p:txBody>
            </p:sp>
            <p:sp>
              <p:nvSpPr>
                <p:cNvPr id="263" name="Freeform: Shape 262">
                  <a:extLst>
                    <a:ext uri="{FF2B5EF4-FFF2-40B4-BE49-F238E27FC236}">
                      <a16:creationId xmlns:a16="http://schemas.microsoft.com/office/drawing/2014/main" id="{FFB2CA53-C4E0-2798-86DF-F3AC345EC55A}"/>
                    </a:ext>
                  </a:extLst>
                </p:cNvPr>
                <p:cNvSpPr/>
                <p:nvPr/>
              </p:nvSpPr>
              <p:spPr>
                <a:xfrm>
                  <a:off x="6228996" y="2809641"/>
                  <a:ext cx="27397" cy="23747"/>
                </a:xfrm>
                <a:custGeom>
                  <a:avLst/>
                  <a:gdLst>
                    <a:gd name="connsiteX0" fmla="*/ 9134 w 27397"/>
                    <a:gd name="connsiteY0" fmla="*/ 1284 h 23747"/>
                    <a:gd name="connsiteX1" fmla="*/ 19426 w 27397"/>
                    <a:gd name="connsiteY1" fmla="*/ 0 h 23747"/>
                    <a:gd name="connsiteX2" fmla="*/ 23929 w 27397"/>
                    <a:gd name="connsiteY2" fmla="*/ 3209 h 23747"/>
                    <a:gd name="connsiteX3" fmla="*/ 27145 w 27397"/>
                    <a:gd name="connsiteY3" fmla="*/ 11553 h 23747"/>
                    <a:gd name="connsiteX4" fmla="*/ 25859 w 27397"/>
                    <a:gd name="connsiteY4" fmla="*/ 16046 h 23747"/>
                    <a:gd name="connsiteX5" fmla="*/ 21999 w 27397"/>
                    <a:gd name="connsiteY5" fmla="*/ 21180 h 23747"/>
                    <a:gd name="connsiteX6" fmla="*/ 18139 w 27397"/>
                    <a:gd name="connsiteY6" fmla="*/ 23106 h 23747"/>
                    <a:gd name="connsiteX7" fmla="*/ 12350 w 27397"/>
                    <a:gd name="connsiteY7" fmla="*/ 23748 h 23747"/>
                    <a:gd name="connsiteX8" fmla="*/ 8490 w 27397"/>
                    <a:gd name="connsiteY8" fmla="*/ 19897 h 23747"/>
                    <a:gd name="connsiteX9" fmla="*/ 3344 w 27397"/>
                    <a:gd name="connsiteY9" fmla="*/ 17971 h 23747"/>
                    <a:gd name="connsiteX10" fmla="*/ 2701 w 27397"/>
                    <a:gd name="connsiteY10" fmla="*/ 13478 h 23747"/>
                    <a:gd name="connsiteX11" fmla="*/ 128 w 27397"/>
                    <a:gd name="connsiteY11" fmla="*/ 8344 h 23747"/>
                    <a:gd name="connsiteX12" fmla="*/ 4631 w 27397"/>
                    <a:gd name="connsiteY12" fmla="*/ 7060 h 23747"/>
                    <a:gd name="connsiteX13" fmla="*/ 9134 w 27397"/>
                    <a:gd name="connsiteY13" fmla="*/ 1284 h 23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397" h="23747">
                      <a:moveTo>
                        <a:pt x="9134" y="1284"/>
                      </a:moveTo>
                      <a:cubicBezTo>
                        <a:pt x="9134" y="1284"/>
                        <a:pt x="15566" y="0"/>
                        <a:pt x="19426" y="0"/>
                      </a:cubicBezTo>
                      <a:cubicBezTo>
                        <a:pt x="22642" y="642"/>
                        <a:pt x="23286" y="0"/>
                        <a:pt x="23929" y="3209"/>
                      </a:cubicBezTo>
                      <a:cubicBezTo>
                        <a:pt x="24572" y="5776"/>
                        <a:pt x="26502" y="9627"/>
                        <a:pt x="27145" y="11553"/>
                      </a:cubicBezTo>
                      <a:cubicBezTo>
                        <a:pt x="27788" y="14120"/>
                        <a:pt x="27145" y="14762"/>
                        <a:pt x="25859" y="16046"/>
                      </a:cubicBezTo>
                      <a:cubicBezTo>
                        <a:pt x="24572" y="17329"/>
                        <a:pt x="22642" y="19897"/>
                        <a:pt x="21999" y="21180"/>
                      </a:cubicBezTo>
                      <a:cubicBezTo>
                        <a:pt x="21999" y="22464"/>
                        <a:pt x="21999" y="23106"/>
                        <a:pt x="18139" y="23106"/>
                      </a:cubicBezTo>
                      <a:cubicBezTo>
                        <a:pt x="14280" y="23106"/>
                        <a:pt x="14280" y="23748"/>
                        <a:pt x="12350" y="23748"/>
                      </a:cubicBezTo>
                      <a:cubicBezTo>
                        <a:pt x="10420" y="23748"/>
                        <a:pt x="9777" y="20538"/>
                        <a:pt x="8490" y="19897"/>
                      </a:cubicBezTo>
                      <a:cubicBezTo>
                        <a:pt x="7204" y="19255"/>
                        <a:pt x="3987" y="19255"/>
                        <a:pt x="3344" y="17971"/>
                      </a:cubicBezTo>
                      <a:cubicBezTo>
                        <a:pt x="2701" y="16046"/>
                        <a:pt x="3987" y="15404"/>
                        <a:pt x="2701" y="13478"/>
                      </a:cubicBezTo>
                      <a:cubicBezTo>
                        <a:pt x="1414" y="11553"/>
                        <a:pt x="-515" y="10269"/>
                        <a:pt x="128" y="8344"/>
                      </a:cubicBezTo>
                      <a:cubicBezTo>
                        <a:pt x="771" y="6418"/>
                        <a:pt x="2701" y="8344"/>
                        <a:pt x="4631" y="7060"/>
                      </a:cubicBezTo>
                      <a:cubicBezTo>
                        <a:pt x="6560" y="5776"/>
                        <a:pt x="6560" y="1925"/>
                        <a:pt x="9134" y="1284"/>
                      </a:cubicBezTo>
                      <a:close/>
                    </a:path>
                  </a:pathLst>
                </a:custGeom>
                <a:solidFill>
                  <a:schemeClr val="accent1"/>
                </a:solidFill>
                <a:ln w="6424" cap="flat">
                  <a:noFill/>
                  <a:prstDash val="solid"/>
                  <a:miter/>
                </a:ln>
              </p:spPr>
              <p:txBody>
                <a:bodyPr rtlCol="0" anchor="ctr"/>
                <a:lstStyle/>
                <a:p>
                  <a:endParaRPr lang="pt-BR"/>
                </a:p>
              </p:txBody>
            </p:sp>
            <p:sp>
              <p:nvSpPr>
                <p:cNvPr id="264" name="Freeform: Shape 263">
                  <a:extLst>
                    <a:ext uri="{FF2B5EF4-FFF2-40B4-BE49-F238E27FC236}">
                      <a16:creationId xmlns:a16="http://schemas.microsoft.com/office/drawing/2014/main" id="{1054457B-19ED-428C-DF7E-E6477F726740}"/>
                    </a:ext>
                  </a:extLst>
                </p:cNvPr>
                <p:cNvSpPr/>
                <p:nvPr/>
              </p:nvSpPr>
              <p:spPr>
                <a:xfrm>
                  <a:off x="6292911" y="2787819"/>
                  <a:ext cx="2470" cy="3913"/>
                </a:xfrm>
                <a:custGeom>
                  <a:avLst/>
                  <a:gdLst>
                    <a:gd name="connsiteX0" fmla="*/ 2470 w 2470"/>
                    <a:gd name="connsiteY0" fmla="*/ 0 h 3913"/>
                    <a:gd name="connsiteX1" fmla="*/ 540 w 2470"/>
                    <a:gd name="connsiteY1" fmla="*/ 3851 h 3913"/>
                    <a:gd name="connsiteX2" fmla="*/ 2470 w 2470"/>
                    <a:gd name="connsiteY2" fmla="*/ 0 h 3913"/>
                  </a:gdLst>
                  <a:ahLst/>
                  <a:cxnLst>
                    <a:cxn ang="0">
                      <a:pos x="connsiteX0" y="connsiteY0"/>
                    </a:cxn>
                    <a:cxn ang="0">
                      <a:pos x="connsiteX1" y="connsiteY1"/>
                    </a:cxn>
                    <a:cxn ang="0">
                      <a:pos x="connsiteX2" y="connsiteY2"/>
                    </a:cxn>
                  </a:cxnLst>
                  <a:rect l="l" t="t" r="r" b="b"/>
                  <a:pathLst>
                    <a:path w="2470" h="3913">
                      <a:moveTo>
                        <a:pt x="2470" y="0"/>
                      </a:moveTo>
                      <a:cubicBezTo>
                        <a:pt x="2470" y="0"/>
                        <a:pt x="2470" y="4493"/>
                        <a:pt x="540" y="3851"/>
                      </a:cubicBezTo>
                      <a:cubicBezTo>
                        <a:pt x="-1389" y="3209"/>
                        <a:pt x="2470" y="0"/>
                        <a:pt x="2470" y="0"/>
                      </a:cubicBezTo>
                      <a:close/>
                    </a:path>
                  </a:pathLst>
                </a:custGeom>
                <a:solidFill>
                  <a:srgbClr val="9D70F2"/>
                </a:solidFill>
                <a:ln w="6424" cap="flat">
                  <a:noFill/>
                  <a:prstDash val="solid"/>
                  <a:miter/>
                </a:ln>
              </p:spPr>
              <p:txBody>
                <a:bodyPr rtlCol="0" anchor="ctr"/>
                <a:lstStyle/>
                <a:p>
                  <a:endParaRPr lang="pt-BR"/>
                </a:p>
              </p:txBody>
            </p:sp>
            <p:sp>
              <p:nvSpPr>
                <p:cNvPr id="265" name="Freeform: Shape 264">
                  <a:extLst>
                    <a:ext uri="{FF2B5EF4-FFF2-40B4-BE49-F238E27FC236}">
                      <a16:creationId xmlns:a16="http://schemas.microsoft.com/office/drawing/2014/main" id="{4DE26BF9-2922-00C0-8C6D-59FF0BADEA23}"/>
                    </a:ext>
                  </a:extLst>
                </p:cNvPr>
                <p:cNvSpPr/>
                <p:nvPr/>
              </p:nvSpPr>
              <p:spPr>
                <a:xfrm>
                  <a:off x="6201277" y="2769848"/>
                  <a:ext cx="4689" cy="3439"/>
                </a:xfrm>
                <a:custGeom>
                  <a:avLst/>
                  <a:gdLst>
                    <a:gd name="connsiteX0" fmla="*/ 4689 w 4689"/>
                    <a:gd name="connsiteY0" fmla="*/ 0 h 3439"/>
                    <a:gd name="connsiteX1" fmla="*/ 187 w 4689"/>
                    <a:gd name="connsiteY1" fmla="*/ 3209 h 3439"/>
                    <a:gd name="connsiteX2" fmla="*/ 4689 w 4689"/>
                    <a:gd name="connsiteY2" fmla="*/ 0 h 3439"/>
                  </a:gdLst>
                  <a:ahLst/>
                  <a:cxnLst>
                    <a:cxn ang="0">
                      <a:pos x="connsiteX0" y="connsiteY0"/>
                    </a:cxn>
                    <a:cxn ang="0">
                      <a:pos x="connsiteX1" y="connsiteY1"/>
                    </a:cxn>
                    <a:cxn ang="0">
                      <a:pos x="connsiteX2" y="connsiteY2"/>
                    </a:cxn>
                  </a:cxnLst>
                  <a:rect l="l" t="t" r="r" b="b"/>
                  <a:pathLst>
                    <a:path w="4689" h="3439">
                      <a:moveTo>
                        <a:pt x="4689" y="0"/>
                      </a:moveTo>
                      <a:cubicBezTo>
                        <a:pt x="4689" y="0"/>
                        <a:pt x="2116" y="4493"/>
                        <a:pt x="187" y="3209"/>
                      </a:cubicBezTo>
                      <a:cubicBezTo>
                        <a:pt x="-1100" y="1925"/>
                        <a:pt x="4689" y="0"/>
                        <a:pt x="4689" y="0"/>
                      </a:cubicBezTo>
                      <a:close/>
                    </a:path>
                  </a:pathLst>
                </a:custGeom>
                <a:solidFill>
                  <a:srgbClr val="9D70F2"/>
                </a:solidFill>
                <a:ln w="6424" cap="flat">
                  <a:noFill/>
                  <a:prstDash val="solid"/>
                  <a:miter/>
                </a:ln>
              </p:spPr>
              <p:txBody>
                <a:bodyPr rtlCol="0" anchor="ctr"/>
                <a:lstStyle/>
                <a:p>
                  <a:endParaRPr lang="pt-BR"/>
                </a:p>
              </p:txBody>
            </p:sp>
          </p:grpSp>
          <p:sp>
            <p:nvSpPr>
              <p:cNvPr id="59" name="Freeform: Shape 58">
                <a:extLst>
                  <a:ext uri="{FF2B5EF4-FFF2-40B4-BE49-F238E27FC236}">
                    <a16:creationId xmlns:a16="http://schemas.microsoft.com/office/drawing/2014/main" id="{A82ABC70-EDEC-76B6-8E74-AF326A768F76}"/>
                  </a:ext>
                </a:extLst>
              </p:cNvPr>
              <p:cNvSpPr/>
              <p:nvPr/>
            </p:nvSpPr>
            <p:spPr>
              <a:xfrm>
                <a:off x="7770403" y="2888586"/>
                <a:ext cx="173683" cy="85307"/>
              </a:xfrm>
              <a:custGeom>
                <a:avLst/>
                <a:gdLst>
                  <a:gd name="connsiteX0" fmla="*/ 173683 w 173683"/>
                  <a:gd name="connsiteY0" fmla="*/ 10911 h 85307"/>
                  <a:gd name="connsiteX1" fmla="*/ 0 w 173683"/>
                  <a:gd name="connsiteY1" fmla="*/ 82154 h 85307"/>
                  <a:gd name="connsiteX2" fmla="*/ 31520 w 173683"/>
                  <a:gd name="connsiteY2" fmla="*/ 0 h 85307"/>
                  <a:gd name="connsiteX3" fmla="*/ 173683 w 173683"/>
                  <a:gd name="connsiteY3" fmla="*/ 10911 h 85307"/>
                </a:gdLst>
                <a:ahLst/>
                <a:cxnLst>
                  <a:cxn ang="0">
                    <a:pos x="connsiteX0" y="connsiteY0"/>
                  </a:cxn>
                  <a:cxn ang="0">
                    <a:pos x="connsiteX1" y="connsiteY1"/>
                  </a:cxn>
                  <a:cxn ang="0">
                    <a:pos x="connsiteX2" y="connsiteY2"/>
                  </a:cxn>
                  <a:cxn ang="0">
                    <a:pos x="connsiteX3" y="connsiteY3"/>
                  </a:cxn>
                </a:cxnLst>
                <a:rect l="l" t="t" r="r" b="b"/>
                <a:pathLst>
                  <a:path w="173683" h="85307">
                    <a:moveTo>
                      <a:pt x="173683" y="10911"/>
                    </a:moveTo>
                    <a:cubicBezTo>
                      <a:pt x="173683" y="10911"/>
                      <a:pt x="115789" y="103334"/>
                      <a:pt x="0" y="82154"/>
                    </a:cubicBezTo>
                    <a:lnTo>
                      <a:pt x="31520" y="0"/>
                    </a:lnTo>
                    <a:cubicBezTo>
                      <a:pt x="31520" y="0"/>
                      <a:pt x="73976" y="36584"/>
                      <a:pt x="173683" y="10911"/>
                    </a:cubicBezTo>
                    <a:close/>
                  </a:path>
                </a:pathLst>
              </a:custGeom>
              <a:solidFill>
                <a:schemeClr val="tx2"/>
              </a:solidFill>
              <a:ln w="6424" cap="flat">
                <a:solidFill>
                  <a:schemeClr val="tx2"/>
                </a:solidFill>
                <a:prstDash val="solid"/>
                <a:miter/>
              </a:ln>
            </p:spPr>
            <p:txBody>
              <a:bodyPr rtlCol="0" anchor="ctr"/>
              <a:lstStyle/>
              <a:p>
                <a:endParaRPr lang="pt-BR"/>
              </a:p>
            </p:txBody>
          </p:sp>
          <p:grpSp>
            <p:nvGrpSpPr>
              <p:cNvPr id="62" name="Graphic 37">
                <a:extLst>
                  <a:ext uri="{FF2B5EF4-FFF2-40B4-BE49-F238E27FC236}">
                    <a16:creationId xmlns:a16="http://schemas.microsoft.com/office/drawing/2014/main" id="{0D920F38-2962-4D7B-921C-31D6E52E432C}"/>
                  </a:ext>
                </a:extLst>
              </p:cNvPr>
              <p:cNvGrpSpPr/>
              <p:nvPr/>
            </p:nvGrpSpPr>
            <p:grpSpPr>
              <a:xfrm>
                <a:off x="5548056" y="1374555"/>
                <a:ext cx="1904056" cy="2043660"/>
                <a:chOff x="5548056" y="1374555"/>
                <a:chExt cx="1904056" cy="2043660"/>
              </a:xfrm>
              <a:solidFill>
                <a:srgbClr val="9D70F2"/>
              </a:solidFill>
            </p:grpSpPr>
            <p:sp>
              <p:nvSpPr>
                <p:cNvPr id="166" name="Freeform: Shape 165">
                  <a:extLst>
                    <a:ext uri="{FF2B5EF4-FFF2-40B4-BE49-F238E27FC236}">
                      <a16:creationId xmlns:a16="http://schemas.microsoft.com/office/drawing/2014/main" id="{BA976D9A-5F9E-A0C6-BB19-B1ECF5E2C0D5}"/>
                    </a:ext>
                  </a:extLst>
                </p:cNvPr>
                <p:cNvSpPr/>
                <p:nvPr/>
              </p:nvSpPr>
              <p:spPr>
                <a:xfrm>
                  <a:off x="5638800" y="1695922"/>
                  <a:ext cx="1611312" cy="1637828"/>
                </a:xfrm>
                <a:custGeom>
                  <a:avLst/>
                  <a:gdLst>
                    <a:gd name="connsiteX0" fmla="*/ 1603899 w 1611312"/>
                    <a:gd name="connsiteY0" fmla="*/ 310555 h 1637828"/>
                    <a:gd name="connsiteX1" fmla="*/ 1603899 w 1611312"/>
                    <a:gd name="connsiteY1" fmla="*/ 310555 h 1637828"/>
                    <a:gd name="connsiteX2" fmla="*/ 1609689 w 1611312"/>
                    <a:gd name="connsiteY2" fmla="*/ 295793 h 1637828"/>
                    <a:gd name="connsiteX3" fmla="*/ 1607116 w 1611312"/>
                    <a:gd name="connsiteY3" fmla="*/ 283598 h 1637828"/>
                    <a:gd name="connsiteX4" fmla="*/ 1596180 w 1611312"/>
                    <a:gd name="connsiteY4" fmla="*/ 263060 h 1637828"/>
                    <a:gd name="connsiteX5" fmla="*/ 1587818 w 1611312"/>
                    <a:gd name="connsiteY5" fmla="*/ 241879 h 1637828"/>
                    <a:gd name="connsiteX6" fmla="*/ 1553724 w 1611312"/>
                    <a:gd name="connsiteY6" fmla="*/ 236103 h 1637828"/>
                    <a:gd name="connsiteX7" fmla="*/ 1533140 w 1611312"/>
                    <a:gd name="connsiteY7" fmla="*/ 242521 h 1637828"/>
                    <a:gd name="connsiteX8" fmla="*/ 1514485 w 1611312"/>
                    <a:gd name="connsiteY8" fmla="*/ 247656 h 1637828"/>
                    <a:gd name="connsiteX9" fmla="*/ 1505479 w 1611312"/>
                    <a:gd name="connsiteY9" fmla="*/ 255999 h 1637828"/>
                    <a:gd name="connsiteX10" fmla="*/ 1503549 w 1611312"/>
                    <a:gd name="connsiteY10" fmla="*/ 250223 h 1637828"/>
                    <a:gd name="connsiteX11" fmla="*/ 1505479 w 1611312"/>
                    <a:gd name="connsiteY11" fmla="*/ 239312 h 1637828"/>
                    <a:gd name="connsiteX12" fmla="*/ 1494543 w 1611312"/>
                    <a:gd name="connsiteY12" fmla="*/ 242521 h 1637828"/>
                    <a:gd name="connsiteX13" fmla="*/ 1481678 w 1611312"/>
                    <a:gd name="connsiteY13" fmla="*/ 237386 h 1637828"/>
                    <a:gd name="connsiteX14" fmla="*/ 1477818 w 1611312"/>
                    <a:gd name="connsiteY14" fmla="*/ 229043 h 1637828"/>
                    <a:gd name="connsiteX15" fmla="*/ 1472029 w 1611312"/>
                    <a:gd name="connsiteY15" fmla="*/ 227759 h 1637828"/>
                    <a:gd name="connsiteX16" fmla="*/ 1459807 w 1611312"/>
                    <a:gd name="connsiteY16" fmla="*/ 236103 h 1637828"/>
                    <a:gd name="connsiteX17" fmla="*/ 1452087 w 1611312"/>
                    <a:gd name="connsiteY17" fmla="*/ 232894 h 1637828"/>
                    <a:gd name="connsiteX18" fmla="*/ 1436006 w 1611312"/>
                    <a:gd name="connsiteY18" fmla="*/ 229685 h 1637828"/>
                    <a:gd name="connsiteX19" fmla="*/ 1424427 w 1611312"/>
                    <a:gd name="connsiteY19" fmla="*/ 227117 h 1637828"/>
                    <a:gd name="connsiteX20" fmla="*/ 1413491 w 1611312"/>
                    <a:gd name="connsiteY20" fmla="*/ 222624 h 1637828"/>
                    <a:gd name="connsiteX21" fmla="*/ 1401912 w 1611312"/>
                    <a:gd name="connsiteY21" fmla="*/ 222624 h 1637828"/>
                    <a:gd name="connsiteX22" fmla="*/ 1394193 w 1611312"/>
                    <a:gd name="connsiteY22" fmla="*/ 232252 h 1637828"/>
                    <a:gd name="connsiteX23" fmla="*/ 1389047 w 1611312"/>
                    <a:gd name="connsiteY23" fmla="*/ 239312 h 1637828"/>
                    <a:gd name="connsiteX24" fmla="*/ 1380041 w 1611312"/>
                    <a:gd name="connsiteY24" fmla="*/ 252148 h 1637828"/>
                    <a:gd name="connsiteX25" fmla="*/ 1369105 w 1611312"/>
                    <a:gd name="connsiteY25" fmla="*/ 252790 h 1637828"/>
                    <a:gd name="connsiteX26" fmla="*/ 1358170 w 1611312"/>
                    <a:gd name="connsiteY26" fmla="*/ 239312 h 1637828"/>
                    <a:gd name="connsiteX27" fmla="*/ 1354953 w 1611312"/>
                    <a:gd name="connsiteY27" fmla="*/ 240596 h 1637828"/>
                    <a:gd name="connsiteX28" fmla="*/ 1358170 w 1611312"/>
                    <a:gd name="connsiteY28" fmla="*/ 262418 h 1637828"/>
                    <a:gd name="connsiteX29" fmla="*/ 1352380 w 1611312"/>
                    <a:gd name="connsiteY29" fmla="*/ 270761 h 1637828"/>
                    <a:gd name="connsiteX30" fmla="*/ 1347877 w 1611312"/>
                    <a:gd name="connsiteY30" fmla="*/ 278463 h 1637828"/>
                    <a:gd name="connsiteX31" fmla="*/ 1339515 w 1611312"/>
                    <a:gd name="connsiteY31" fmla="*/ 280389 h 1637828"/>
                    <a:gd name="connsiteX32" fmla="*/ 1331796 w 1611312"/>
                    <a:gd name="connsiteY32" fmla="*/ 268836 h 1637828"/>
                    <a:gd name="connsiteX33" fmla="*/ 1318930 w 1611312"/>
                    <a:gd name="connsiteY33" fmla="*/ 261776 h 1637828"/>
                    <a:gd name="connsiteX34" fmla="*/ 1316357 w 1611312"/>
                    <a:gd name="connsiteY34" fmla="*/ 272045 h 1637828"/>
                    <a:gd name="connsiteX35" fmla="*/ 1329866 w 1611312"/>
                    <a:gd name="connsiteY35" fmla="*/ 284240 h 1637828"/>
                    <a:gd name="connsiteX36" fmla="*/ 1331152 w 1611312"/>
                    <a:gd name="connsiteY36" fmla="*/ 296434 h 1637828"/>
                    <a:gd name="connsiteX37" fmla="*/ 1320217 w 1611312"/>
                    <a:gd name="connsiteY37" fmla="*/ 299644 h 1637828"/>
                    <a:gd name="connsiteX38" fmla="*/ 1307994 w 1611312"/>
                    <a:gd name="connsiteY38" fmla="*/ 296434 h 1637828"/>
                    <a:gd name="connsiteX39" fmla="*/ 1307351 w 1611312"/>
                    <a:gd name="connsiteY39" fmla="*/ 306062 h 1637828"/>
                    <a:gd name="connsiteX40" fmla="*/ 1317644 w 1611312"/>
                    <a:gd name="connsiteY40" fmla="*/ 315689 h 1637828"/>
                    <a:gd name="connsiteX41" fmla="*/ 1318287 w 1611312"/>
                    <a:gd name="connsiteY41" fmla="*/ 324033 h 1637828"/>
                    <a:gd name="connsiteX42" fmla="*/ 1312497 w 1611312"/>
                    <a:gd name="connsiteY42" fmla="*/ 340079 h 1637828"/>
                    <a:gd name="connsiteX43" fmla="*/ 1317644 w 1611312"/>
                    <a:gd name="connsiteY43" fmla="*/ 347139 h 1637828"/>
                    <a:gd name="connsiteX44" fmla="*/ 1318287 w 1611312"/>
                    <a:gd name="connsiteY44" fmla="*/ 358692 h 1637828"/>
                    <a:gd name="connsiteX45" fmla="*/ 1305421 w 1611312"/>
                    <a:gd name="connsiteY45" fmla="*/ 368319 h 1637828"/>
                    <a:gd name="connsiteX46" fmla="*/ 1300275 w 1611312"/>
                    <a:gd name="connsiteY46" fmla="*/ 374095 h 1637828"/>
                    <a:gd name="connsiteX47" fmla="*/ 1298989 w 1611312"/>
                    <a:gd name="connsiteY47" fmla="*/ 374737 h 1637828"/>
                    <a:gd name="connsiteX48" fmla="*/ 1279691 w 1611312"/>
                    <a:gd name="connsiteY48" fmla="*/ 379872 h 1637828"/>
                    <a:gd name="connsiteX49" fmla="*/ 1274544 w 1611312"/>
                    <a:gd name="connsiteY49" fmla="*/ 384365 h 1637828"/>
                    <a:gd name="connsiteX50" fmla="*/ 1266825 w 1611312"/>
                    <a:gd name="connsiteY50" fmla="*/ 377305 h 1637828"/>
                    <a:gd name="connsiteX51" fmla="*/ 1261036 w 1611312"/>
                    <a:gd name="connsiteY51" fmla="*/ 375379 h 1637828"/>
                    <a:gd name="connsiteX52" fmla="*/ 1254603 w 1611312"/>
                    <a:gd name="connsiteY52" fmla="*/ 375379 h 1637828"/>
                    <a:gd name="connsiteX53" fmla="*/ 1250743 w 1611312"/>
                    <a:gd name="connsiteY53" fmla="*/ 378588 h 1637828"/>
                    <a:gd name="connsiteX54" fmla="*/ 1243667 w 1611312"/>
                    <a:gd name="connsiteY54" fmla="*/ 393350 h 1637828"/>
                    <a:gd name="connsiteX55" fmla="*/ 1252673 w 1611312"/>
                    <a:gd name="connsiteY55" fmla="*/ 405545 h 1637828"/>
                    <a:gd name="connsiteX56" fmla="*/ 1253316 w 1611312"/>
                    <a:gd name="connsiteY56" fmla="*/ 406187 h 1637828"/>
                    <a:gd name="connsiteX57" fmla="*/ 1248814 w 1611312"/>
                    <a:gd name="connsiteY57" fmla="*/ 412605 h 1637828"/>
                    <a:gd name="connsiteX58" fmla="*/ 1239808 w 1611312"/>
                    <a:gd name="connsiteY58" fmla="*/ 428009 h 1637828"/>
                    <a:gd name="connsiteX59" fmla="*/ 1229515 w 1611312"/>
                    <a:gd name="connsiteY59" fmla="*/ 450473 h 1637828"/>
                    <a:gd name="connsiteX60" fmla="*/ 1234018 w 1611312"/>
                    <a:gd name="connsiteY60" fmla="*/ 467160 h 1637828"/>
                    <a:gd name="connsiteX61" fmla="*/ 1246884 w 1611312"/>
                    <a:gd name="connsiteY61" fmla="*/ 501819 h 1637828"/>
                    <a:gd name="connsiteX62" fmla="*/ 1270685 w 1611312"/>
                    <a:gd name="connsiteY62" fmla="*/ 516581 h 1637828"/>
                    <a:gd name="connsiteX63" fmla="*/ 1285480 w 1611312"/>
                    <a:gd name="connsiteY63" fmla="*/ 532626 h 1637828"/>
                    <a:gd name="connsiteX64" fmla="*/ 1286767 w 1611312"/>
                    <a:gd name="connsiteY64" fmla="*/ 535194 h 1637828"/>
                    <a:gd name="connsiteX65" fmla="*/ 1240451 w 1611312"/>
                    <a:gd name="connsiteY65" fmla="*/ 525566 h 1637828"/>
                    <a:gd name="connsiteX66" fmla="*/ 1183843 w 1611312"/>
                    <a:gd name="connsiteY66" fmla="*/ 497968 h 1637828"/>
                    <a:gd name="connsiteX67" fmla="*/ 1187703 w 1611312"/>
                    <a:gd name="connsiteY67" fmla="*/ 485131 h 1637828"/>
                    <a:gd name="connsiteX68" fmla="*/ 1181270 w 1611312"/>
                    <a:gd name="connsiteY68" fmla="*/ 480639 h 1637828"/>
                    <a:gd name="connsiteX69" fmla="*/ 1184486 w 1611312"/>
                    <a:gd name="connsiteY69" fmla="*/ 477429 h 1637828"/>
                    <a:gd name="connsiteX70" fmla="*/ 1187703 w 1611312"/>
                    <a:gd name="connsiteY70" fmla="*/ 481922 h 1637828"/>
                    <a:gd name="connsiteX71" fmla="*/ 1199925 w 1611312"/>
                    <a:gd name="connsiteY71" fmla="*/ 473578 h 1637828"/>
                    <a:gd name="connsiteX72" fmla="*/ 1192849 w 1611312"/>
                    <a:gd name="connsiteY72" fmla="*/ 465877 h 1637828"/>
                    <a:gd name="connsiteX73" fmla="*/ 1188989 w 1611312"/>
                    <a:gd name="connsiteY73" fmla="*/ 463309 h 1637828"/>
                    <a:gd name="connsiteX74" fmla="*/ 1184486 w 1611312"/>
                    <a:gd name="connsiteY74" fmla="*/ 441487 h 1637828"/>
                    <a:gd name="connsiteX75" fmla="*/ 1174837 w 1611312"/>
                    <a:gd name="connsiteY75" fmla="*/ 424800 h 1637828"/>
                    <a:gd name="connsiteX76" fmla="*/ 1181913 w 1611312"/>
                    <a:gd name="connsiteY76" fmla="*/ 411321 h 1637828"/>
                    <a:gd name="connsiteX77" fmla="*/ 1182557 w 1611312"/>
                    <a:gd name="connsiteY77" fmla="*/ 393350 h 1637828"/>
                    <a:gd name="connsiteX78" fmla="*/ 1184486 w 1611312"/>
                    <a:gd name="connsiteY78" fmla="*/ 390141 h 1637828"/>
                    <a:gd name="connsiteX79" fmla="*/ 1185773 w 1611312"/>
                    <a:gd name="connsiteY79" fmla="*/ 381156 h 1637828"/>
                    <a:gd name="connsiteX80" fmla="*/ 1190276 w 1611312"/>
                    <a:gd name="connsiteY80" fmla="*/ 377305 h 1637828"/>
                    <a:gd name="connsiteX81" fmla="*/ 1194779 w 1611312"/>
                    <a:gd name="connsiteY81" fmla="*/ 374737 h 1637828"/>
                    <a:gd name="connsiteX82" fmla="*/ 1195422 w 1611312"/>
                    <a:gd name="connsiteY82" fmla="*/ 377946 h 1637828"/>
                    <a:gd name="connsiteX83" fmla="*/ 1202498 w 1611312"/>
                    <a:gd name="connsiteY83" fmla="*/ 380514 h 1637828"/>
                    <a:gd name="connsiteX84" fmla="*/ 1208287 w 1611312"/>
                    <a:gd name="connsiteY84" fmla="*/ 386932 h 1637828"/>
                    <a:gd name="connsiteX85" fmla="*/ 1217293 w 1611312"/>
                    <a:gd name="connsiteY85" fmla="*/ 395276 h 1637828"/>
                    <a:gd name="connsiteX86" fmla="*/ 1221153 w 1611312"/>
                    <a:gd name="connsiteY86" fmla="*/ 401694 h 1637828"/>
                    <a:gd name="connsiteX87" fmla="*/ 1232089 w 1611312"/>
                    <a:gd name="connsiteY87" fmla="*/ 411321 h 1637828"/>
                    <a:gd name="connsiteX88" fmla="*/ 1234018 w 1611312"/>
                    <a:gd name="connsiteY88" fmla="*/ 403619 h 1637828"/>
                    <a:gd name="connsiteX89" fmla="*/ 1217293 w 1611312"/>
                    <a:gd name="connsiteY89" fmla="*/ 389499 h 1637828"/>
                    <a:gd name="connsiteX90" fmla="*/ 1209574 w 1611312"/>
                    <a:gd name="connsiteY90" fmla="*/ 375379 h 1637828"/>
                    <a:gd name="connsiteX91" fmla="*/ 1213434 w 1611312"/>
                    <a:gd name="connsiteY91" fmla="*/ 363826 h 1637828"/>
                    <a:gd name="connsiteX92" fmla="*/ 1217293 w 1611312"/>
                    <a:gd name="connsiteY92" fmla="*/ 358050 h 1637828"/>
                    <a:gd name="connsiteX93" fmla="*/ 1220510 w 1611312"/>
                    <a:gd name="connsiteY93" fmla="*/ 352915 h 1637828"/>
                    <a:gd name="connsiteX94" fmla="*/ 1221796 w 1611312"/>
                    <a:gd name="connsiteY94" fmla="*/ 346497 h 1637828"/>
                    <a:gd name="connsiteX95" fmla="*/ 1224369 w 1611312"/>
                    <a:gd name="connsiteY95" fmla="*/ 349706 h 1637828"/>
                    <a:gd name="connsiteX96" fmla="*/ 1234018 w 1611312"/>
                    <a:gd name="connsiteY96" fmla="*/ 352273 h 1637828"/>
                    <a:gd name="connsiteX97" fmla="*/ 1242381 w 1611312"/>
                    <a:gd name="connsiteY97" fmla="*/ 351632 h 1637828"/>
                    <a:gd name="connsiteX98" fmla="*/ 1249457 w 1611312"/>
                    <a:gd name="connsiteY98" fmla="*/ 351632 h 1637828"/>
                    <a:gd name="connsiteX99" fmla="*/ 1255890 w 1611312"/>
                    <a:gd name="connsiteY99" fmla="*/ 350348 h 1637828"/>
                    <a:gd name="connsiteX100" fmla="*/ 1251387 w 1611312"/>
                    <a:gd name="connsiteY100" fmla="*/ 343930 h 1637828"/>
                    <a:gd name="connsiteX101" fmla="*/ 1235305 w 1611312"/>
                    <a:gd name="connsiteY101" fmla="*/ 338795 h 1637828"/>
                    <a:gd name="connsiteX102" fmla="*/ 1232732 w 1611312"/>
                    <a:gd name="connsiteY102" fmla="*/ 329168 h 1637828"/>
                    <a:gd name="connsiteX103" fmla="*/ 1238521 w 1611312"/>
                    <a:gd name="connsiteY103" fmla="*/ 318898 h 1637828"/>
                    <a:gd name="connsiteX104" fmla="*/ 1248814 w 1611312"/>
                    <a:gd name="connsiteY104" fmla="*/ 314406 h 1637828"/>
                    <a:gd name="connsiteX105" fmla="*/ 1254603 w 1611312"/>
                    <a:gd name="connsiteY105" fmla="*/ 305420 h 1637828"/>
                    <a:gd name="connsiteX106" fmla="*/ 1248170 w 1611312"/>
                    <a:gd name="connsiteY106" fmla="*/ 287449 h 1637828"/>
                    <a:gd name="connsiteX107" fmla="*/ 1266182 w 1611312"/>
                    <a:gd name="connsiteY107" fmla="*/ 273971 h 1637828"/>
                    <a:gd name="connsiteX108" fmla="*/ 1277118 w 1611312"/>
                    <a:gd name="connsiteY108" fmla="*/ 274612 h 1637828"/>
                    <a:gd name="connsiteX109" fmla="*/ 1288696 w 1611312"/>
                    <a:gd name="connsiteY109" fmla="*/ 270120 h 1637828"/>
                    <a:gd name="connsiteX110" fmla="*/ 1281620 w 1611312"/>
                    <a:gd name="connsiteY110" fmla="*/ 264985 h 1637828"/>
                    <a:gd name="connsiteX111" fmla="*/ 1259106 w 1611312"/>
                    <a:gd name="connsiteY111" fmla="*/ 271403 h 1637828"/>
                    <a:gd name="connsiteX112" fmla="*/ 1258463 w 1611312"/>
                    <a:gd name="connsiteY112" fmla="*/ 271403 h 1637828"/>
                    <a:gd name="connsiteX113" fmla="*/ 1262965 w 1611312"/>
                    <a:gd name="connsiteY113" fmla="*/ 265627 h 1637828"/>
                    <a:gd name="connsiteX114" fmla="*/ 1262965 w 1611312"/>
                    <a:gd name="connsiteY114" fmla="*/ 244447 h 1637828"/>
                    <a:gd name="connsiteX115" fmla="*/ 1262322 w 1611312"/>
                    <a:gd name="connsiteY115" fmla="*/ 243805 h 1637828"/>
                    <a:gd name="connsiteX116" fmla="*/ 1266825 w 1611312"/>
                    <a:gd name="connsiteY116" fmla="*/ 243163 h 1637828"/>
                    <a:gd name="connsiteX117" fmla="*/ 1273258 w 1611312"/>
                    <a:gd name="connsiteY117" fmla="*/ 232894 h 1637828"/>
                    <a:gd name="connsiteX118" fmla="*/ 1261679 w 1611312"/>
                    <a:gd name="connsiteY118" fmla="*/ 232252 h 1637828"/>
                    <a:gd name="connsiteX119" fmla="*/ 1253960 w 1611312"/>
                    <a:gd name="connsiteY119" fmla="*/ 234819 h 1637828"/>
                    <a:gd name="connsiteX120" fmla="*/ 1253316 w 1611312"/>
                    <a:gd name="connsiteY120" fmla="*/ 235461 h 1637828"/>
                    <a:gd name="connsiteX121" fmla="*/ 1251387 w 1611312"/>
                    <a:gd name="connsiteY121" fmla="*/ 234819 h 1637828"/>
                    <a:gd name="connsiteX122" fmla="*/ 1243024 w 1611312"/>
                    <a:gd name="connsiteY122" fmla="*/ 231610 h 1637828"/>
                    <a:gd name="connsiteX123" fmla="*/ 1242381 w 1611312"/>
                    <a:gd name="connsiteY123" fmla="*/ 224550 h 1637828"/>
                    <a:gd name="connsiteX124" fmla="*/ 1239164 w 1611312"/>
                    <a:gd name="connsiteY124" fmla="*/ 221341 h 1637828"/>
                    <a:gd name="connsiteX125" fmla="*/ 1234018 w 1611312"/>
                    <a:gd name="connsiteY125" fmla="*/ 229685 h 1637828"/>
                    <a:gd name="connsiteX126" fmla="*/ 1238521 w 1611312"/>
                    <a:gd name="connsiteY126" fmla="*/ 235461 h 1637828"/>
                    <a:gd name="connsiteX127" fmla="*/ 1232732 w 1611312"/>
                    <a:gd name="connsiteY127" fmla="*/ 239312 h 1637828"/>
                    <a:gd name="connsiteX128" fmla="*/ 1229515 w 1611312"/>
                    <a:gd name="connsiteY128" fmla="*/ 234177 h 1637828"/>
                    <a:gd name="connsiteX129" fmla="*/ 1223083 w 1611312"/>
                    <a:gd name="connsiteY129" fmla="*/ 229685 h 1637828"/>
                    <a:gd name="connsiteX130" fmla="*/ 1216650 w 1611312"/>
                    <a:gd name="connsiteY130" fmla="*/ 234177 h 1637828"/>
                    <a:gd name="connsiteX131" fmla="*/ 1216007 w 1611312"/>
                    <a:gd name="connsiteY131" fmla="*/ 228401 h 1637828"/>
                    <a:gd name="connsiteX132" fmla="*/ 1219866 w 1611312"/>
                    <a:gd name="connsiteY132" fmla="*/ 215564 h 1637828"/>
                    <a:gd name="connsiteX133" fmla="*/ 1221153 w 1611312"/>
                    <a:gd name="connsiteY133" fmla="*/ 206579 h 1637828"/>
                    <a:gd name="connsiteX134" fmla="*/ 1222439 w 1611312"/>
                    <a:gd name="connsiteY134" fmla="*/ 195668 h 1637828"/>
                    <a:gd name="connsiteX135" fmla="*/ 1233375 w 1611312"/>
                    <a:gd name="connsiteY135" fmla="*/ 190533 h 1637828"/>
                    <a:gd name="connsiteX136" fmla="*/ 1243024 w 1611312"/>
                    <a:gd name="connsiteY136" fmla="*/ 178338 h 1637828"/>
                    <a:gd name="connsiteX137" fmla="*/ 1250100 w 1611312"/>
                    <a:gd name="connsiteY137" fmla="*/ 174488 h 1637828"/>
                    <a:gd name="connsiteX138" fmla="*/ 1250743 w 1611312"/>
                    <a:gd name="connsiteY138" fmla="*/ 162293 h 1637828"/>
                    <a:gd name="connsiteX139" fmla="*/ 1235948 w 1611312"/>
                    <a:gd name="connsiteY139" fmla="*/ 171920 h 1637828"/>
                    <a:gd name="connsiteX140" fmla="*/ 1226299 w 1611312"/>
                    <a:gd name="connsiteY140" fmla="*/ 178980 h 1637828"/>
                    <a:gd name="connsiteX141" fmla="*/ 1221153 w 1611312"/>
                    <a:gd name="connsiteY141" fmla="*/ 176413 h 1637828"/>
                    <a:gd name="connsiteX142" fmla="*/ 1217293 w 1611312"/>
                    <a:gd name="connsiteY142" fmla="*/ 166144 h 1637828"/>
                    <a:gd name="connsiteX143" fmla="*/ 1214077 w 1611312"/>
                    <a:gd name="connsiteY143" fmla="*/ 163576 h 1637828"/>
                    <a:gd name="connsiteX144" fmla="*/ 1201855 w 1611312"/>
                    <a:gd name="connsiteY144" fmla="*/ 169995 h 1637828"/>
                    <a:gd name="connsiteX145" fmla="*/ 1197352 w 1611312"/>
                    <a:gd name="connsiteY145" fmla="*/ 171920 h 1637828"/>
                    <a:gd name="connsiteX146" fmla="*/ 1182557 w 1611312"/>
                    <a:gd name="connsiteY146" fmla="*/ 171920 h 1637828"/>
                    <a:gd name="connsiteX147" fmla="*/ 1174837 w 1611312"/>
                    <a:gd name="connsiteY147" fmla="*/ 166144 h 1637828"/>
                    <a:gd name="connsiteX148" fmla="*/ 1177410 w 1611312"/>
                    <a:gd name="connsiteY148" fmla="*/ 155233 h 1637828"/>
                    <a:gd name="connsiteX149" fmla="*/ 1181270 w 1611312"/>
                    <a:gd name="connsiteY149" fmla="*/ 147531 h 1637828"/>
                    <a:gd name="connsiteX150" fmla="*/ 1187059 w 1611312"/>
                    <a:gd name="connsiteY150" fmla="*/ 139187 h 1637828"/>
                    <a:gd name="connsiteX151" fmla="*/ 1194135 w 1611312"/>
                    <a:gd name="connsiteY151" fmla="*/ 126992 h 1637828"/>
                    <a:gd name="connsiteX152" fmla="*/ 1210861 w 1611312"/>
                    <a:gd name="connsiteY152" fmla="*/ 121216 h 1637828"/>
                    <a:gd name="connsiteX153" fmla="*/ 1226299 w 1611312"/>
                    <a:gd name="connsiteY153" fmla="*/ 115440 h 1637828"/>
                    <a:gd name="connsiteX154" fmla="*/ 1239808 w 1611312"/>
                    <a:gd name="connsiteY154" fmla="*/ 109663 h 1637828"/>
                    <a:gd name="connsiteX155" fmla="*/ 1246240 w 1611312"/>
                    <a:gd name="connsiteY155" fmla="*/ 98110 h 1637828"/>
                    <a:gd name="connsiteX156" fmla="*/ 1246884 w 1611312"/>
                    <a:gd name="connsiteY156" fmla="*/ 79497 h 1637828"/>
                    <a:gd name="connsiteX157" fmla="*/ 1247527 w 1611312"/>
                    <a:gd name="connsiteY157" fmla="*/ 69870 h 1637828"/>
                    <a:gd name="connsiteX158" fmla="*/ 1246884 w 1611312"/>
                    <a:gd name="connsiteY158" fmla="*/ 51257 h 1637828"/>
                    <a:gd name="connsiteX159" fmla="*/ 1247527 w 1611312"/>
                    <a:gd name="connsiteY159" fmla="*/ 41630 h 1637828"/>
                    <a:gd name="connsiteX160" fmla="*/ 1230802 w 1611312"/>
                    <a:gd name="connsiteY160" fmla="*/ 40346 h 1637828"/>
                    <a:gd name="connsiteX161" fmla="*/ 1220510 w 1611312"/>
                    <a:gd name="connsiteY161" fmla="*/ 28793 h 1637828"/>
                    <a:gd name="connsiteX162" fmla="*/ 1203784 w 1611312"/>
                    <a:gd name="connsiteY162" fmla="*/ 29435 h 1637828"/>
                    <a:gd name="connsiteX163" fmla="*/ 1192849 w 1611312"/>
                    <a:gd name="connsiteY163" fmla="*/ 25584 h 1637828"/>
                    <a:gd name="connsiteX164" fmla="*/ 1179983 w 1611312"/>
                    <a:gd name="connsiteY164" fmla="*/ 30718 h 1637828"/>
                    <a:gd name="connsiteX165" fmla="*/ 1167761 w 1611312"/>
                    <a:gd name="connsiteY165" fmla="*/ 31360 h 1637828"/>
                    <a:gd name="connsiteX166" fmla="*/ 1163902 w 1611312"/>
                    <a:gd name="connsiteY166" fmla="*/ 44197 h 1637828"/>
                    <a:gd name="connsiteX167" fmla="*/ 1160685 w 1611312"/>
                    <a:gd name="connsiteY167" fmla="*/ 49973 h 1637828"/>
                    <a:gd name="connsiteX168" fmla="*/ 1152323 w 1611312"/>
                    <a:gd name="connsiteY168" fmla="*/ 58317 h 1637828"/>
                    <a:gd name="connsiteX169" fmla="*/ 1149106 w 1611312"/>
                    <a:gd name="connsiteY169" fmla="*/ 64735 h 1637828"/>
                    <a:gd name="connsiteX170" fmla="*/ 1149750 w 1611312"/>
                    <a:gd name="connsiteY170" fmla="*/ 79497 h 1637828"/>
                    <a:gd name="connsiteX171" fmla="*/ 1153609 w 1611312"/>
                    <a:gd name="connsiteY171" fmla="*/ 98752 h 1637828"/>
                    <a:gd name="connsiteX172" fmla="*/ 1152323 w 1611312"/>
                    <a:gd name="connsiteY172" fmla="*/ 108379 h 1637828"/>
                    <a:gd name="connsiteX173" fmla="*/ 1161329 w 1611312"/>
                    <a:gd name="connsiteY173" fmla="*/ 112872 h 1637828"/>
                    <a:gd name="connsiteX174" fmla="*/ 1156826 w 1611312"/>
                    <a:gd name="connsiteY174" fmla="*/ 123783 h 1637828"/>
                    <a:gd name="connsiteX175" fmla="*/ 1147820 w 1611312"/>
                    <a:gd name="connsiteY175" fmla="*/ 135336 h 1637828"/>
                    <a:gd name="connsiteX176" fmla="*/ 1134954 w 1611312"/>
                    <a:gd name="connsiteY176" fmla="*/ 145605 h 1637828"/>
                    <a:gd name="connsiteX177" fmla="*/ 1120802 w 1611312"/>
                    <a:gd name="connsiteY177" fmla="*/ 144964 h 1637828"/>
                    <a:gd name="connsiteX178" fmla="*/ 1105364 w 1611312"/>
                    <a:gd name="connsiteY178" fmla="*/ 151382 h 1637828"/>
                    <a:gd name="connsiteX179" fmla="*/ 1087352 w 1611312"/>
                    <a:gd name="connsiteY179" fmla="*/ 148814 h 1637828"/>
                    <a:gd name="connsiteX180" fmla="*/ 1082849 w 1611312"/>
                    <a:gd name="connsiteY180" fmla="*/ 140471 h 1637828"/>
                    <a:gd name="connsiteX181" fmla="*/ 1084779 w 1611312"/>
                    <a:gd name="connsiteY181" fmla="*/ 131485 h 1637828"/>
                    <a:gd name="connsiteX182" fmla="*/ 1088639 w 1611312"/>
                    <a:gd name="connsiteY182" fmla="*/ 116081 h 1637828"/>
                    <a:gd name="connsiteX183" fmla="*/ 1086066 w 1611312"/>
                    <a:gd name="connsiteY183" fmla="*/ 105170 h 1637828"/>
                    <a:gd name="connsiteX184" fmla="*/ 1083493 w 1611312"/>
                    <a:gd name="connsiteY184" fmla="*/ 94259 h 1637828"/>
                    <a:gd name="connsiteX185" fmla="*/ 1073200 w 1611312"/>
                    <a:gd name="connsiteY185" fmla="*/ 80139 h 1637828"/>
                    <a:gd name="connsiteX186" fmla="*/ 1061621 w 1611312"/>
                    <a:gd name="connsiteY186" fmla="*/ 66661 h 1637828"/>
                    <a:gd name="connsiteX187" fmla="*/ 1040393 w 1611312"/>
                    <a:gd name="connsiteY187" fmla="*/ 58317 h 1637828"/>
                    <a:gd name="connsiteX188" fmla="*/ 1022382 w 1611312"/>
                    <a:gd name="connsiteY188" fmla="*/ 66019 h 1637828"/>
                    <a:gd name="connsiteX189" fmla="*/ 1017236 w 1611312"/>
                    <a:gd name="connsiteY189" fmla="*/ 67303 h 1637828"/>
                    <a:gd name="connsiteX190" fmla="*/ 982499 w 1611312"/>
                    <a:gd name="connsiteY190" fmla="*/ 80781 h 1637828"/>
                    <a:gd name="connsiteX191" fmla="*/ 991505 w 1611312"/>
                    <a:gd name="connsiteY191" fmla="*/ 83348 h 1637828"/>
                    <a:gd name="connsiteX192" fmla="*/ 1017879 w 1611312"/>
                    <a:gd name="connsiteY192" fmla="*/ 78214 h 1637828"/>
                    <a:gd name="connsiteX193" fmla="*/ 1004370 w 1611312"/>
                    <a:gd name="connsiteY193" fmla="*/ 100036 h 1637828"/>
                    <a:gd name="connsiteX194" fmla="*/ 1003084 w 1611312"/>
                    <a:gd name="connsiteY194" fmla="*/ 103245 h 1637828"/>
                    <a:gd name="connsiteX195" fmla="*/ 1003084 w 1611312"/>
                    <a:gd name="connsiteY195" fmla="*/ 103245 h 1637828"/>
                    <a:gd name="connsiteX196" fmla="*/ 995364 w 1611312"/>
                    <a:gd name="connsiteY196" fmla="*/ 101319 h 1637828"/>
                    <a:gd name="connsiteX197" fmla="*/ 988932 w 1611312"/>
                    <a:gd name="connsiteY197" fmla="*/ 99394 h 1637828"/>
                    <a:gd name="connsiteX198" fmla="*/ 981856 w 1611312"/>
                    <a:gd name="connsiteY198" fmla="*/ 98752 h 1637828"/>
                    <a:gd name="connsiteX199" fmla="*/ 977353 w 1611312"/>
                    <a:gd name="connsiteY199" fmla="*/ 96827 h 1637828"/>
                    <a:gd name="connsiteX200" fmla="*/ 969634 w 1611312"/>
                    <a:gd name="connsiteY200" fmla="*/ 101319 h 1637828"/>
                    <a:gd name="connsiteX201" fmla="*/ 962558 w 1611312"/>
                    <a:gd name="connsiteY201" fmla="*/ 110947 h 1637828"/>
                    <a:gd name="connsiteX202" fmla="*/ 960628 w 1611312"/>
                    <a:gd name="connsiteY202" fmla="*/ 124425 h 1637828"/>
                    <a:gd name="connsiteX203" fmla="*/ 963844 w 1611312"/>
                    <a:gd name="connsiteY203" fmla="*/ 129560 h 1637828"/>
                    <a:gd name="connsiteX204" fmla="*/ 967704 w 1611312"/>
                    <a:gd name="connsiteY204" fmla="*/ 134052 h 1637828"/>
                    <a:gd name="connsiteX205" fmla="*/ 971563 w 1611312"/>
                    <a:gd name="connsiteY205" fmla="*/ 137262 h 1637828"/>
                    <a:gd name="connsiteX206" fmla="*/ 978639 w 1611312"/>
                    <a:gd name="connsiteY206" fmla="*/ 139187 h 1637828"/>
                    <a:gd name="connsiteX207" fmla="*/ 983786 w 1611312"/>
                    <a:gd name="connsiteY207" fmla="*/ 140471 h 1637828"/>
                    <a:gd name="connsiteX208" fmla="*/ 990862 w 1611312"/>
                    <a:gd name="connsiteY208" fmla="*/ 142396 h 1637828"/>
                    <a:gd name="connsiteX209" fmla="*/ 994078 w 1611312"/>
                    <a:gd name="connsiteY209" fmla="*/ 141113 h 1637828"/>
                    <a:gd name="connsiteX210" fmla="*/ 995364 w 1611312"/>
                    <a:gd name="connsiteY210" fmla="*/ 138545 h 1637828"/>
                    <a:gd name="connsiteX211" fmla="*/ 1003727 w 1611312"/>
                    <a:gd name="connsiteY211" fmla="*/ 155233 h 1637828"/>
                    <a:gd name="connsiteX212" fmla="*/ 1013376 w 1611312"/>
                    <a:gd name="connsiteY212" fmla="*/ 166144 h 1637828"/>
                    <a:gd name="connsiteX213" fmla="*/ 1030101 w 1611312"/>
                    <a:gd name="connsiteY213" fmla="*/ 167427 h 1637828"/>
                    <a:gd name="connsiteX214" fmla="*/ 1037820 w 1611312"/>
                    <a:gd name="connsiteY214" fmla="*/ 168711 h 1637828"/>
                    <a:gd name="connsiteX215" fmla="*/ 1032031 w 1611312"/>
                    <a:gd name="connsiteY215" fmla="*/ 184757 h 1637828"/>
                    <a:gd name="connsiteX216" fmla="*/ 1026242 w 1611312"/>
                    <a:gd name="connsiteY216" fmla="*/ 207221 h 1637828"/>
                    <a:gd name="connsiteX217" fmla="*/ 1013376 w 1611312"/>
                    <a:gd name="connsiteY217" fmla="*/ 215564 h 1637828"/>
                    <a:gd name="connsiteX218" fmla="*/ 1008230 w 1611312"/>
                    <a:gd name="connsiteY218" fmla="*/ 194384 h 1637828"/>
                    <a:gd name="connsiteX219" fmla="*/ 1001797 w 1611312"/>
                    <a:gd name="connsiteY219" fmla="*/ 180264 h 1637828"/>
                    <a:gd name="connsiteX220" fmla="*/ 994721 w 1611312"/>
                    <a:gd name="connsiteY220" fmla="*/ 175129 h 1637828"/>
                    <a:gd name="connsiteX221" fmla="*/ 990862 w 1611312"/>
                    <a:gd name="connsiteY221" fmla="*/ 171278 h 1637828"/>
                    <a:gd name="connsiteX222" fmla="*/ 986359 w 1611312"/>
                    <a:gd name="connsiteY222" fmla="*/ 168711 h 1637828"/>
                    <a:gd name="connsiteX223" fmla="*/ 977353 w 1611312"/>
                    <a:gd name="connsiteY223" fmla="*/ 169995 h 1637828"/>
                    <a:gd name="connsiteX224" fmla="*/ 967060 w 1611312"/>
                    <a:gd name="connsiteY224" fmla="*/ 176413 h 1637828"/>
                    <a:gd name="connsiteX225" fmla="*/ 958698 w 1611312"/>
                    <a:gd name="connsiteY225" fmla="*/ 181548 h 1637828"/>
                    <a:gd name="connsiteX226" fmla="*/ 956125 w 1611312"/>
                    <a:gd name="connsiteY226" fmla="*/ 179622 h 1637828"/>
                    <a:gd name="connsiteX227" fmla="*/ 950979 w 1611312"/>
                    <a:gd name="connsiteY227" fmla="*/ 175771 h 1637828"/>
                    <a:gd name="connsiteX228" fmla="*/ 942616 w 1611312"/>
                    <a:gd name="connsiteY228" fmla="*/ 169995 h 1637828"/>
                    <a:gd name="connsiteX229" fmla="*/ 945833 w 1611312"/>
                    <a:gd name="connsiteY229" fmla="*/ 174488 h 1637828"/>
                    <a:gd name="connsiteX230" fmla="*/ 951622 w 1611312"/>
                    <a:gd name="connsiteY230" fmla="*/ 178980 h 1637828"/>
                    <a:gd name="connsiteX231" fmla="*/ 958055 w 1611312"/>
                    <a:gd name="connsiteY231" fmla="*/ 183473 h 1637828"/>
                    <a:gd name="connsiteX232" fmla="*/ 948406 w 1611312"/>
                    <a:gd name="connsiteY232" fmla="*/ 192459 h 1637828"/>
                    <a:gd name="connsiteX233" fmla="*/ 938113 w 1611312"/>
                    <a:gd name="connsiteY233" fmla="*/ 209146 h 1637828"/>
                    <a:gd name="connsiteX234" fmla="*/ 935540 w 1611312"/>
                    <a:gd name="connsiteY234" fmla="*/ 216206 h 1637828"/>
                    <a:gd name="connsiteX235" fmla="*/ 934897 w 1611312"/>
                    <a:gd name="connsiteY235" fmla="*/ 223266 h 1637828"/>
                    <a:gd name="connsiteX236" fmla="*/ 931681 w 1611312"/>
                    <a:gd name="connsiteY236" fmla="*/ 217490 h 1637828"/>
                    <a:gd name="connsiteX237" fmla="*/ 907879 w 1611312"/>
                    <a:gd name="connsiteY237" fmla="*/ 205295 h 1637828"/>
                    <a:gd name="connsiteX238" fmla="*/ 894371 w 1611312"/>
                    <a:gd name="connsiteY238" fmla="*/ 198877 h 1637828"/>
                    <a:gd name="connsiteX239" fmla="*/ 887295 w 1611312"/>
                    <a:gd name="connsiteY239" fmla="*/ 195668 h 1637828"/>
                    <a:gd name="connsiteX240" fmla="*/ 886008 w 1611312"/>
                    <a:gd name="connsiteY240" fmla="*/ 190533 h 1637828"/>
                    <a:gd name="connsiteX241" fmla="*/ 886008 w 1611312"/>
                    <a:gd name="connsiteY241" fmla="*/ 169353 h 1637828"/>
                    <a:gd name="connsiteX242" fmla="*/ 902733 w 1611312"/>
                    <a:gd name="connsiteY242" fmla="*/ 158442 h 1637828"/>
                    <a:gd name="connsiteX243" fmla="*/ 889868 w 1611312"/>
                    <a:gd name="connsiteY243" fmla="*/ 152024 h 1637828"/>
                    <a:gd name="connsiteX244" fmla="*/ 878289 w 1611312"/>
                    <a:gd name="connsiteY244" fmla="*/ 141754 h 1637828"/>
                    <a:gd name="connsiteX245" fmla="*/ 893084 w 1611312"/>
                    <a:gd name="connsiteY245" fmla="*/ 128276 h 1637828"/>
                    <a:gd name="connsiteX246" fmla="*/ 909809 w 1611312"/>
                    <a:gd name="connsiteY246" fmla="*/ 113514 h 1637828"/>
                    <a:gd name="connsiteX247" fmla="*/ 891798 w 1611312"/>
                    <a:gd name="connsiteY247" fmla="*/ 117365 h 1637828"/>
                    <a:gd name="connsiteX248" fmla="*/ 866067 w 1611312"/>
                    <a:gd name="connsiteY248" fmla="*/ 126351 h 1637828"/>
                    <a:gd name="connsiteX249" fmla="*/ 840979 w 1611312"/>
                    <a:gd name="connsiteY249" fmla="*/ 130843 h 1637828"/>
                    <a:gd name="connsiteX250" fmla="*/ 817821 w 1611312"/>
                    <a:gd name="connsiteY250" fmla="*/ 139187 h 1637828"/>
                    <a:gd name="connsiteX251" fmla="*/ 806886 w 1611312"/>
                    <a:gd name="connsiteY251" fmla="*/ 136620 h 1637828"/>
                    <a:gd name="connsiteX252" fmla="*/ 828114 w 1611312"/>
                    <a:gd name="connsiteY252" fmla="*/ 106454 h 1637828"/>
                    <a:gd name="connsiteX253" fmla="*/ 837763 w 1611312"/>
                    <a:gd name="connsiteY253" fmla="*/ 92334 h 1637828"/>
                    <a:gd name="connsiteX254" fmla="*/ 846125 w 1611312"/>
                    <a:gd name="connsiteY254" fmla="*/ 75646 h 1637828"/>
                    <a:gd name="connsiteX255" fmla="*/ 851915 w 1611312"/>
                    <a:gd name="connsiteY255" fmla="*/ 58959 h 1637828"/>
                    <a:gd name="connsiteX256" fmla="*/ 834547 w 1611312"/>
                    <a:gd name="connsiteY256" fmla="*/ 66019 h 1637828"/>
                    <a:gd name="connsiteX257" fmla="*/ 816535 w 1611312"/>
                    <a:gd name="connsiteY257" fmla="*/ 67944 h 1637828"/>
                    <a:gd name="connsiteX258" fmla="*/ 812675 w 1611312"/>
                    <a:gd name="connsiteY258" fmla="*/ 62168 h 1637828"/>
                    <a:gd name="connsiteX259" fmla="*/ 815892 w 1611312"/>
                    <a:gd name="connsiteY259" fmla="*/ 55108 h 1637828"/>
                    <a:gd name="connsiteX260" fmla="*/ 820395 w 1611312"/>
                    <a:gd name="connsiteY260" fmla="*/ 44839 h 1637828"/>
                    <a:gd name="connsiteX261" fmla="*/ 808816 w 1611312"/>
                    <a:gd name="connsiteY261" fmla="*/ 60242 h 1637828"/>
                    <a:gd name="connsiteX262" fmla="*/ 804313 w 1611312"/>
                    <a:gd name="connsiteY262" fmla="*/ 58959 h 1637828"/>
                    <a:gd name="connsiteX263" fmla="*/ 799167 w 1611312"/>
                    <a:gd name="connsiteY263" fmla="*/ 69228 h 1637828"/>
                    <a:gd name="connsiteX264" fmla="*/ 799810 w 1611312"/>
                    <a:gd name="connsiteY264" fmla="*/ 73721 h 1637828"/>
                    <a:gd name="connsiteX265" fmla="*/ 789518 w 1611312"/>
                    <a:gd name="connsiteY265" fmla="*/ 80139 h 1637828"/>
                    <a:gd name="connsiteX266" fmla="*/ 765716 w 1611312"/>
                    <a:gd name="connsiteY266" fmla="*/ 66661 h 1637828"/>
                    <a:gd name="connsiteX267" fmla="*/ 762500 w 1611312"/>
                    <a:gd name="connsiteY267" fmla="*/ 64735 h 1637828"/>
                    <a:gd name="connsiteX268" fmla="*/ 765073 w 1611312"/>
                    <a:gd name="connsiteY268" fmla="*/ 61526 h 1637828"/>
                    <a:gd name="connsiteX269" fmla="*/ 770863 w 1611312"/>
                    <a:gd name="connsiteY269" fmla="*/ 28151 h 1637828"/>
                    <a:gd name="connsiteX270" fmla="*/ 752851 w 1611312"/>
                    <a:gd name="connsiteY270" fmla="*/ 15315 h 1637828"/>
                    <a:gd name="connsiteX271" fmla="*/ 740629 w 1611312"/>
                    <a:gd name="connsiteY271" fmla="*/ 14673 h 1637828"/>
                    <a:gd name="connsiteX272" fmla="*/ 739342 w 1611312"/>
                    <a:gd name="connsiteY272" fmla="*/ 10822 h 1637828"/>
                    <a:gd name="connsiteX273" fmla="*/ 738056 w 1611312"/>
                    <a:gd name="connsiteY273" fmla="*/ 15315 h 1637828"/>
                    <a:gd name="connsiteX274" fmla="*/ 714898 w 1611312"/>
                    <a:gd name="connsiteY274" fmla="*/ 31360 h 1637828"/>
                    <a:gd name="connsiteX275" fmla="*/ 711038 w 1611312"/>
                    <a:gd name="connsiteY275" fmla="*/ 41630 h 1637828"/>
                    <a:gd name="connsiteX276" fmla="*/ 703319 w 1611312"/>
                    <a:gd name="connsiteY276" fmla="*/ 33286 h 1637828"/>
                    <a:gd name="connsiteX277" fmla="*/ 698816 w 1611312"/>
                    <a:gd name="connsiteY277" fmla="*/ 9538 h 1637828"/>
                    <a:gd name="connsiteX278" fmla="*/ 687881 w 1611312"/>
                    <a:gd name="connsiteY278" fmla="*/ 2478 h 1637828"/>
                    <a:gd name="connsiteX279" fmla="*/ 694313 w 1611312"/>
                    <a:gd name="connsiteY279" fmla="*/ 30718 h 1637828"/>
                    <a:gd name="connsiteX280" fmla="*/ 700746 w 1611312"/>
                    <a:gd name="connsiteY280" fmla="*/ 58317 h 1637828"/>
                    <a:gd name="connsiteX281" fmla="*/ 707822 w 1611312"/>
                    <a:gd name="connsiteY281" fmla="*/ 75646 h 1637828"/>
                    <a:gd name="connsiteX282" fmla="*/ 703962 w 1611312"/>
                    <a:gd name="connsiteY282" fmla="*/ 92334 h 1637828"/>
                    <a:gd name="connsiteX283" fmla="*/ 696243 w 1611312"/>
                    <a:gd name="connsiteY283" fmla="*/ 102603 h 1637828"/>
                    <a:gd name="connsiteX284" fmla="*/ 681448 w 1611312"/>
                    <a:gd name="connsiteY284" fmla="*/ 102603 h 1637828"/>
                    <a:gd name="connsiteX285" fmla="*/ 658933 w 1611312"/>
                    <a:gd name="connsiteY285" fmla="*/ 83990 h 1637828"/>
                    <a:gd name="connsiteX286" fmla="*/ 662793 w 1611312"/>
                    <a:gd name="connsiteY286" fmla="*/ 73721 h 1637828"/>
                    <a:gd name="connsiteX287" fmla="*/ 657004 w 1611312"/>
                    <a:gd name="connsiteY287" fmla="*/ 49331 h 1637828"/>
                    <a:gd name="connsiteX288" fmla="*/ 638992 w 1611312"/>
                    <a:gd name="connsiteY288" fmla="*/ 42913 h 1637828"/>
                    <a:gd name="connsiteX289" fmla="*/ 616477 w 1611312"/>
                    <a:gd name="connsiteY289" fmla="*/ 49331 h 1637828"/>
                    <a:gd name="connsiteX290" fmla="*/ 615191 w 1611312"/>
                    <a:gd name="connsiteY290" fmla="*/ 49973 h 1637828"/>
                    <a:gd name="connsiteX291" fmla="*/ 608115 w 1611312"/>
                    <a:gd name="connsiteY291" fmla="*/ 40346 h 1637828"/>
                    <a:gd name="connsiteX292" fmla="*/ 598466 w 1611312"/>
                    <a:gd name="connsiteY292" fmla="*/ 30077 h 1637828"/>
                    <a:gd name="connsiteX293" fmla="*/ 592676 w 1611312"/>
                    <a:gd name="connsiteY293" fmla="*/ 43555 h 1637828"/>
                    <a:gd name="connsiteX294" fmla="*/ 611331 w 1611312"/>
                    <a:gd name="connsiteY294" fmla="*/ 62168 h 1637828"/>
                    <a:gd name="connsiteX295" fmla="*/ 620337 w 1611312"/>
                    <a:gd name="connsiteY295" fmla="*/ 80139 h 1637828"/>
                    <a:gd name="connsiteX296" fmla="*/ 631916 w 1611312"/>
                    <a:gd name="connsiteY296" fmla="*/ 88483 h 1637828"/>
                    <a:gd name="connsiteX297" fmla="*/ 631916 w 1611312"/>
                    <a:gd name="connsiteY297" fmla="*/ 88483 h 1637828"/>
                    <a:gd name="connsiteX298" fmla="*/ 633202 w 1611312"/>
                    <a:gd name="connsiteY298" fmla="*/ 100678 h 1637828"/>
                    <a:gd name="connsiteX299" fmla="*/ 613904 w 1611312"/>
                    <a:gd name="connsiteY299" fmla="*/ 93617 h 1637828"/>
                    <a:gd name="connsiteX300" fmla="*/ 609401 w 1611312"/>
                    <a:gd name="connsiteY300" fmla="*/ 102603 h 1637828"/>
                    <a:gd name="connsiteX301" fmla="*/ 604255 w 1611312"/>
                    <a:gd name="connsiteY301" fmla="*/ 115440 h 1637828"/>
                    <a:gd name="connsiteX302" fmla="*/ 590103 w 1611312"/>
                    <a:gd name="connsiteY302" fmla="*/ 143680 h 1637828"/>
                    <a:gd name="connsiteX303" fmla="*/ 588173 w 1611312"/>
                    <a:gd name="connsiteY303" fmla="*/ 143038 h 1637828"/>
                    <a:gd name="connsiteX304" fmla="*/ 563086 w 1611312"/>
                    <a:gd name="connsiteY304" fmla="*/ 134694 h 1637828"/>
                    <a:gd name="connsiteX305" fmla="*/ 562443 w 1611312"/>
                    <a:gd name="connsiteY305" fmla="*/ 130202 h 1637828"/>
                    <a:gd name="connsiteX306" fmla="*/ 557296 w 1611312"/>
                    <a:gd name="connsiteY306" fmla="*/ 124425 h 1637828"/>
                    <a:gd name="connsiteX307" fmla="*/ 550864 w 1611312"/>
                    <a:gd name="connsiteY307" fmla="*/ 135978 h 1637828"/>
                    <a:gd name="connsiteX308" fmla="*/ 560513 w 1611312"/>
                    <a:gd name="connsiteY308" fmla="*/ 152665 h 1637828"/>
                    <a:gd name="connsiteX309" fmla="*/ 564372 w 1611312"/>
                    <a:gd name="connsiteY309" fmla="*/ 140471 h 1637828"/>
                    <a:gd name="connsiteX310" fmla="*/ 570805 w 1611312"/>
                    <a:gd name="connsiteY310" fmla="*/ 143038 h 1637828"/>
                    <a:gd name="connsiteX311" fmla="*/ 580454 w 1611312"/>
                    <a:gd name="connsiteY311" fmla="*/ 149456 h 1637828"/>
                    <a:gd name="connsiteX312" fmla="*/ 583027 w 1611312"/>
                    <a:gd name="connsiteY312" fmla="*/ 152665 h 1637828"/>
                    <a:gd name="connsiteX313" fmla="*/ 577238 w 1611312"/>
                    <a:gd name="connsiteY313" fmla="*/ 153949 h 1637828"/>
                    <a:gd name="connsiteX314" fmla="*/ 575308 w 1611312"/>
                    <a:gd name="connsiteY314" fmla="*/ 157158 h 1637828"/>
                    <a:gd name="connsiteX315" fmla="*/ 575308 w 1611312"/>
                    <a:gd name="connsiteY315" fmla="*/ 157158 h 1637828"/>
                    <a:gd name="connsiteX316" fmla="*/ 570805 w 1611312"/>
                    <a:gd name="connsiteY316" fmla="*/ 167427 h 1637828"/>
                    <a:gd name="connsiteX317" fmla="*/ 571448 w 1611312"/>
                    <a:gd name="connsiteY317" fmla="*/ 178338 h 1637828"/>
                    <a:gd name="connsiteX318" fmla="*/ 558583 w 1611312"/>
                    <a:gd name="connsiteY318" fmla="*/ 182831 h 1637828"/>
                    <a:gd name="connsiteX319" fmla="*/ 554723 w 1611312"/>
                    <a:gd name="connsiteY319" fmla="*/ 182831 h 1637828"/>
                    <a:gd name="connsiteX320" fmla="*/ 549577 w 1611312"/>
                    <a:gd name="connsiteY320" fmla="*/ 189250 h 1637828"/>
                    <a:gd name="connsiteX321" fmla="*/ 542501 w 1611312"/>
                    <a:gd name="connsiteY321" fmla="*/ 190533 h 1637828"/>
                    <a:gd name="connsiteX322" fmla="*/ 539928 w 1611312"/>
                    <a:gd name="connsiteY322" fmla="*/ 184757 h 1637828"/>
                    <a:gd name="connsiteX323" fmla="*/ 539285 w 1611312"/>
                    <a:gd name="connsiteY323" fmla="*/ 184757 h 1637828"/>
                    <a:gd name="connsiteX324" fmla="*/ 538642 w 1611312"/>
                    <a:gd name="connsiteY324" fmla="*/ 180906 h 1637828"/>
                    <a:gd name="connsiteX325" fmla="*/ 535425 w 1611312"/>
                    <a:gd name="connsiteY325" fmla="*/ 176413 h 1637828"/>
                    <a:gd name="connsiteX326" fmla="*/ 531566 w 1611312"/>
                    <a:gd name="connsiteY326" fmla="*/ 179622 h 1637828"/>
                    <a:gd name="connsiteX327" fmla="*/ 528349 w 1611312"/>
                    <a:gd name="connsiteY327" fmla="*/ 177055 h 1637828"/>
                    <a:gd name="connsiteX328" fmla="*/ 525776 w 1611312"/>
                    <a:gd name="connsiteY328" fmla="*/ 161009 h 1637828"/>
                    <a:gd name="connsiteX329" fmla="*/ 523846 w 1611312"/>
                    <a:gd name="connsiteY329" fmla="*/ 146889 h 1637828"/>
                    <a:gd name="connsiteX330" fmla="*/ 520630 w 1611312"/>
                    <a:gd name="connsiteY330" fmla="*/ 155875 h 1637828"/>
                    <a:gd name="connsiteX331" fmla="*/ 523203 w 1611312"/>
                    <a:gd name="connsiteY331" fmla="*/ 173204 h 1637828"/>
                    <a:gd name="connsiteX332" fmla="*/ 518700 w 1611312"/>
                    <a:gd name="connsiteY332" fmla="*/ 176413 h 1637828"/>
                    <a:gd name="connsiteX333" fmla="*/ 514197 w 1611312"/>
                    <a:gd name="connsiteY333" fmla="*/ 171920 h 1637828"/>
                    <a:gd name="connsiteX334" fmla="*/ 508408 w 1611312"/>
                    <a:gd name="connsiteY334" fmla="*/ 184115 h 1637828"/>
                    <a:gd name="connsiteX335" fmla="*/ 498759 w 1611312"/>
                    <a:gd name="connsiteY335" fmla="*/ 187966 h 1637828"/>
                    <a:gd name="connsiteX336" fmla="*/ 495542 w 1611312"/>
                    <a:gd name="connsiteY336" fmla="*/ 171920 h 1637828"/>
                    <a:gd name="connsiteX337" fmla="*/ 493613 w 1611312"/>
                    <a:gd name="connsiteY337" fmla="*/ 153949 h 1637828"/>
                    <a:gd name="connsiteX338" fmla="*/ 491683 w 1611312"/>
                    <a:gd name="connsiteY338" fmla="*/ 140471 h 1637828"/>
                    <a:gd name="connsiteX339" fmla="*/ 487823 w 1611312"/>
                    <a:gd name="connsiteY339" fmla="*/ 143680 h 1637828"/>
                    <a:gd name="connsiteX340" fmla="*/ 490396 w 1611312"/>
                    <a:gd name="connsiteY340" fmla="*/ 156516 h 1637828"/>
                    <a:gd name="connsiteX341" fmla="*/ 491039 w 1611312"/>
                    <a:gd name="connsiteY341" fmla="*/ 169995 h 1637828"/>
                    <a:gd name="connsiteX342" fmla="*/ 491683 w 1611312"/>
                    <a:gd name="connsiteY342" fmla="*/ 182831 h 1637828"/>
                    <a:gd name="connsiteX343" fmla="*/ 488466 w 1611312"/>
                    <a:gd name="connsiteY343" fmla="*/ 193100 h 1637828"/>
                    <a:gd name="connsiteX344" fmla="*/ 479461 w 1611312"/>
                    <a:gd name="connsiteY344" fmla="*/ 184757 h 1637828"/>
                    <a:gd name="connsiteX345" fmla="*/ 473671 w 1611312"/>
                    <a:gd name="connsiteY345" fmla="*/ 179622 h 1637828"/>
                    <a:gd name="connsiteX346" fmla="*/ 470455 w 1611312"/>
                    <a:gd name="connsiteY346" fmla="*/ 175129 h 1637828"/>
                    <a:gd name="connsiteX347" fmla="*/ 466595 w 1611312"/>
                    <a:gd name="connsiteY347" fmla="*/ 187966 h 1637828"/>
                    <a:gd name="connsiteX348" fmla="*/ 464022 w 1611312"/>
                    <a:gd name="connsiteY348" fmla="*/ 191175 h 1637828"/>
                    <a:gd name="connsiteX349" fmla="*/ 465309 w 1611312"/>
                    <a:gd name="connsiteY349" fmla="*/ 198877 h 1637828"/>
                    <a:gd name="connsiteX350" fmla="*/ 457589 w 1611312"/>
                    <a:gd name="connsiteY350" fmla="*/ 208504 h 1637828"/>
                    <a:gd name="connsiteX351" fmla="*/ 449870 w 1611312"/>
                    <a:gd name="connsiteY351" fmla="*/ 208504 h 1637828"/>
                    <a:gd name="connsiteX352" fmla="*/ 448583 w 1611312"/>
                    <a:gd name="connsiteY352" fmla="*/ 199519 h 1637828"/>
                    <a:gd name="connsiteX353" fmla="*/ 448583 w 1611312"/>
                    <a:gd name="connsiteY353" fmla="*/ 190533 h 1637828"/>
                    <a:gd name="connsiteX354" fmla="*/ 445367 w 1611312"/>
                    <a:gd name="connsiteY354" fmla="*/ 188608 h 1637828"/>
                    <a:gd name="connsiteX355" fmla="*/ 445367 w 1611312"/>
                    <a:gd name="connsiteY355" fmla="*/ 204012 h 1637828"/>
                    <a:gd name="connsiteX356" fmla="*/ 446654 w 1611312"/>
                    <a:gd name="connsiteY356" fmla="*/ 211713 h 1637828"/>
                    <a:gd name="connsiteX357" fmla="*/ 444081 w 1611312"/>
                    <a:gd name="connsiteY357" fmla="*/ 220057 h 1637828"/>
                    <a:gd name="connsiteX358" fmla="*/ 442794 w 1611312"/>
                    <a:gd name="connsiteY358" fmla="*/ 220699 h 1637828"/>
                    <a:gd name="connsiteX359" fmla="*/ 435075 w 1611312"/>
                    <a:gd name="connsiteY359" fmla="*/ 211713 h 1637828"/>
                    <a:gd name="connsiteX360" fmla="*/ 418350 w 1611312"/>
                    <a:gd name="connsiteY360" fmla="*/ 206579 h 1637828"/>
                    <a:gd name="connsiteX361" fmla="*/ 404841 w 1611312"/>
                    <a:gd name="connsiteY361" fmla="*/ 194384 h 1637828"/>
                    <a:gd name="connsiteX362" fmla="*/ 399052 w 1611312"/>
                    <a:gd name="connsiteY362" fmla="*/ 185399 h 1637828"/>
                    <a:gd name="connsiteX363" fmla="*/ 379753 w 1611312"/>
                    <a:gd name="connsiteY363" fmla="*/ 194384 h 1637828"/>
                    <a:gd name="connsiteX364" fmla="*/ 361099 w 1611312"/>
                    <a:gd name="connsiteY364" fmla="*/ 192459 h 1637828"/>
                    <a:gd name="connsiteX365" fmla="*/ 345017 w 1611312"/>
                    <a:gd name="connsiteY365" fmla="*/ 189250 h 1637828"/>
                    <a:gd name="connsiteX366" fmla="*/ 327648 w 1611312"/>
                    <a:gd name="connsiteY366" fmla="*/ 195668 h 1637828"/>
                    <a:gd name="connsiteX367" fmla="*/ 308350 w 1611312"/>
                    <a:gd name="connsiteY367" fmla="*/ 197593 h 1637828"/>
                    <a:gd name="connsiteX368" fmla="*/ 298701 w 1611312"/>
                    <a:gd name="connsiteY368" fmla="*/ 213639 h 1637828"/>
                    <a:gd name="connsiteX369" fmla="*/ 296128 w 1611312"/>
                    <a:gd name="connsiteY369" fmla="*/ 225192 h 1637828"/>
                    <a:gd name="connsiteX370" fmla="*/ 278116 w 1611312"/>
                    <a:gd name="connsiteY370" fmla="*/ 232894 h 1637828"/>
                    <a:gd name="connsiteX371" fmla="*/ 265894 w 1611312"/>
                    <a:gd name="connsiteY371" fmla="*/ 246372 h 1637828"/>
                    <a:gd name="connsiteX372" fmla="*/ 244023 w 1611312"/>
                    <a:gd name="connsiteY372" fmla="*/ 249581 h 1637828"/>
                    <a:gd name="connsiteX373" fmla="*/ 229871 w 1611312"/>
                    <a:gd name="connsiteY373" fmla="*/ 260492 h 1637828"/>
                    <a:gd name="connsiteX374" fmla="*/ 211216 w 1611312"/>
                    <a:gd name="connsiteY374" fmla="*/ 261134 h 1637828"/>
                    <a:gd name="connsiteX375" fmla="*/ 194491 w 1611312"/>
                    <a:gd name="connsiteY375" fmla="*/ 284240 h 1637828"/>
                    <a:gd name="connsiteX376" fmla="*/ 203497 w 1611312"/>
                    <a:gd name="connsiteY376" fmla="*/ 300927 h 1637828"/>
                    <a:gd name="connsiteX377" fmla="*/ 223438 w 1611312"/>
                    <a:gd name="connsiteY377" fmla="*/ 301569 h 1637828"/>
                    <a:gd name="connsiteX378" fmla="*/ 238234 w 1611312"/>
                    <a:gd name="connsiteY378" fmla="*/ 304136 h 1637828"/>
                    <a:gd name="connsiteX379" fmla="*/ 227941 w 1611312"/>
                    <a:gd name="connsiteY379" fmla="*/ 322749 h 1637828"/>
                    <a:gd name="connsiteX380" fmla="*/ 229228 w 1611312"/>
                    <a:gd name="connsiteY380" fmla="*/ 355482 h 1637828"/>
                    <a:gd name="connsiteX381" fmla="*/ 233731 w 1611312"/>
                    <a:gd name="connsiteY381" fmla="*/ 390783 h 1637828"/>
                    <a:gd name="connsiteX382" fmla="*/ 247239 w 1611312"/>
                    <a:gd name="connsiteY382" fmla="*/ 406829 h 1637828"/>
                    <a:gd name="connsiteX383" fmla="*/ 260105 w 1611312"/>
                    <a:gd name="connsiteY383" fmla="*/ 386932 h 1637828"/>
                    <a:gd name="connsiteX384" fmla="*/ 279403 w 1611312"/>
                    <a:gd name="connsiteY384" fmla="*/ 398485 h 1637828"/>
                    <a:gd name="connsiteX385" fmla="*/ 288409 w 1611312"/>
                    <a:gd name="connsiteY385" fmla="*/ 416456 h 1637828"/>
                    <a:gd name="connsiteX386" fmla="*/ 262035 w 1611312"/>
                    <a:gd name="connsiteY386" fmla="*/ 453682 h 1637828"/>
                    <a:gd name="connsiteX387" fmla="*/ 247239 w 1611312"/>
                    <a:gd name="connsiteY387" fmla="*/ 472937 h 1637828"/>
                    <a:gd name="connsiteX388" fmla="*/ 246596 w 1611312"/>
                    <a:gd name="connsiteY388" fmla="*/ 474220 h 1637828"/>
                    <a:gd name="connsiteX389" fmla="*/ 242737 w 1611312"/>
                    <a:gd name="connsiteY389" fmla="*/ 471011 h 1637828"/>
                    <a:gd name="connsiteX390" fmla="*/ 197064 w 1611312"/>
                    <a:gd name="connsiteY390" fmla="*/ 453040 h 1637828"/>
                    <a:gd name="connsiteX391" fmla="*/ 176480 w 1611312"/>
                    <a:gd name="connsiteY391" fmla="*/ 457533 h 1637828"/>
                    <a:gd name="connsiteX392" fmla="*/ 158468 w 1611312"/>
                    <a:gd name="connsiteY392" fmla="*/ 466518 h 1637828"/>
                    <a:gd name="connsiteX393" fmla="*/ 150749 w 1611312"/>
                    <a:gd name="connsiteY393" fmla="*/ 478713 h 1637828"/>
                    <a:gd name="connsiteX394" fmla="*/ 143673 w 1611312"/>
                    <a:gd name="connsiteY394" fmla="*/ 492833 h 1637828"/>
                    <a:gd name="connsiteX395" fmla="*/ 141100 w 1611312"/>
                    <a:gd name="connsiteY395" fmla="*/ 506312 h 1637828"/>
                    <a:gd name="connsiteX396" fmla="*/ 134667 w 1611312"/>
                    <a:gd name="connsiteY396" fmla="*/ 519148 h 1637828"/>
                    <a:gd name="connsiteX397" fmla="*/ 141100 w 1611312"/>
                    <a:gd name="connsiteY397" fmla="*/ 531343 h 1637828"/>
                    <a:gd name="connsiteX398" fmla="*/ 150105 w 1611312"/>
                    <a:gd name="connsiteY398" fmla="*/ 548030 h 1637828"/>
                    <a:gd name="connsiteX399" fmla="*/ 171977 w 1611312"/>
                    <a:gd name="connsiteY399" fmla="*/ 567927 h 1637828"/>
                    <a:gd name="connsiteX400" fmla="*/ 190631 w 1611312"/>
                    <a:gd name="connsiteY400" fmla="*/ 577554 h 1637828"/>
                    <a:gd name="connsiteX401" fmla="*/ 193205 w 1611312"/>
                    <a:gd name="connsiteY401" fmla="*/ 587182 h 1637828"/>
                    <a:gd name="connsiteX402" fmla="*/ 189345 w 1611312"/>
                    <a:gd name="connsiteY402" fmla="*/ 600660 h 1637828"/>
                    <a:gd name="connsiteX403" fmla="*/ 170047 w 1611312"/>
                    <a:gd name="connsiteY403" fmla="*/ 603227 h 1637828"/>
                    <a:gd name="connsiteX404" fmla="*/ 155252 w 1611312"/>
                    <a:gd name="connsiteY404" fmla="*/ 592316 h 1637828"/>
                    <a:gd name="connsiteX405" fmla="*/ 143673 w 1611312"/>
                    <a:gd name="connsiteY405" fmla="*/ 603869 h 1637828"/>
                    <a:gd name="connsiteX406" fmla="*/ 153322 w 1611312"/>
                    <a:gd name="connsiteY406" fmla="*/ 628900 h 1637828"/>
                    <a:gd name="connsiteX407" fmla="*/ 122445 w 1611312"/>
                    <a:gd name="connsiteY407" fmla="*/ 653932 h 1637828"/>
                    <a:gd name="connsiteX408" fmla="*/ 108293 w 1611312"/>
                    <a:gd name="connsiteY408" fmla="*/ 652648 h 1637828"/>
                    <a:gd name="connsiteX409" fmla="*/ 93497 w 1611312"/>
                    <a:gd name="connsiteY409" fmla="*/ 648155 h 1637828"/>
                    <a:gd name="connsiteX410" fmla="*/ 78702 w 1611312"/>
                    <a:gd name="connsiteY410" fmla="*/ 654573 h 1637828"/>
                    <a:gd name="connsiteX411" fmla="*/ 76129 w 1611312"/>
                    <a:gd name="connsiteY411" fmla="*/ 669977 h 1637828"/>
                    <a:gd name="connsiteX412" fmla="*/ 72913 w 1611312"/>
                    <a:gd name="connsiteY412" fmla="*/ 677037 h 1637828"/>
                    <a:gd name="connsiteX413" fmla="*/ 88995 w 1611312"/>
                    <a:gd name="connsiteY413" fmla="*/ 694367 h 1637828"/>
                    <a:gd name="connsiteX414" fmla="*/ 75486 w 1611312"/>
                    <a:gd name="connsiteY414" fmla="*/ 720040 h 1637828"/>
                    <a:gd name="connsiteX415" fmla="*/ 57474 w 1611312"/>
                    <a:gd name="connsiteY415" fmla="*/ 721965 h 1637828"/>
                    <a:gd name="connsiteX416" fmla="*/ 36246 w 1611312"/>
                    <a:gd name="connsiteY416" fmla="*/ 727100 h 1637828"/>
                    <a:gd name="connsiteX417" fmla="*/ 45252 w 1611312"/>
                    <a:gd name="connsiteY417" fmla="*/ 737369 h 1637828"/>
                    <a:gd name="connsiteX418" fmla="*/ 58761 w 1611312"/>
                    <a:gd name="connsiteY418" fmla="*/ 751489 h 1637828"/>
                    <a:gd name="connsiteX419" fmla="*/ 49755 w 1611312"/>
                    <a:gd name="connsiteY419" fmla="*/ 764326 h 1637828"/>
                    <a:gd name="connsiteX420" fmla="*/ 40749 w 1611312"/>
                    <a:gd name="connsiteY420" fmla="*/ 767535 h 1637828"/>
                    <a:gd name="connsiteX421" fmla="*/ 24667 w 1611312"/>
                    <a:gd name="connsiteY421" fmla="*/ 763042 h 1637828"/>
                    <a:gd name="connsiteX422" fmla="*/ 9229 w 1611312"/>
                    <a:gd name="connsiteY422" fmla="*/ 763684 h 1637828"/>
                    <a:gd name="connsiteX423" fmla="*/ 6013 w 1611312"/>
                    <a:gd name="connsiteY423" fmla="*/ 778446 h 1637828"/>
                    <a:gd name="connsiteX424" fmla="*/ 22738 w 1611312"/>
                    <a:gd name="connsiteY424" fmla="*/ 779088 h 1637828"/>
                    <a:gd name="connsiteX425" fmla="*/ 36890 w 1611312"/>
                    <a:gd name="connsiteY425" fmla="*/ 777804 h 1637828"/>
                    <a:gd name="connsiteX426" fmla="*/ 44609 w 1611312"/>
                    <a:gd name="connsiteY426" fmla="*/ 776520 h 1637828"/>
                    <a:gd name="connsiteX427" fmla="*/ 54258 w 1611312"/>
                    <a:gd name="connsiteY427" fmla="*/ 795133 h 1637828"/>
                    <a:gd name="connsiteX428" fmla="*/ 47825 w 1611312"/>
                    <a:gd name="connsiteY428" fmla="*/ 810537 h 1637828"/>
                    <a:gd name="connsiteX429" fmla="*/ 33030 w 1611312"/>
                    <a:gd name="connsiteY429" fmla="*/ 814388 h 1637828"/>
                    <a:gd name="connsiteX430" fmla="*/ 15662 w 1611312"/>
                    <a:gd name="connsiteY430" fmla="*/ 812463 h 1637828"/>
                    <a:gd name="connsiteX431" fmla="*/ 4083 w 1611312"/>
                    <a:gd name="connsiteY431" fmla="*/ 829792 h 1637828"/>
                    <a:gd name="connsiteX432" fmla="*/ 25954 w 1611312"/>
                    <a:gd name="connsiteY432" fmla="*/ 824657 h 1637828"/>
                    <a:gd name="connsiteX433" fmla="*/ 50398 w 1611312"/>
                    <a:gd name="connsiteY433" fmla="*/ 831717 h 1637828"/>
                    <a:gd name="connsiteX434" fmla="*/ 51042 w 1611312"/>
                    <a:gd name="connsiteY434" fmla="*/ 852898 h 1637828"/>
                    <a:gd name="connsiteX435" fmla="*/ 51042 w 1611312"/>
                    <a:gd name="connsiteY435" fmla="*/ 868943 h 1637828"/>
                    <a:gd name="connsiteX436" fmla="*/ 28527 w 1611312"/>
                    <a:gd name="connsiteY436" fmla="*/ 878571 h 1637828"/>
                    <a:gd name="connsiteX437" fmla="*/ 21451 w 1611312"/>
                    <a:gd name="connsiteY437" fmla="*/ 892691 h 1637828"/>
                    <a:gd name="connsiteX438" fmla="*/ 42036 w 1611312"/>
                    <a:gd name="connsiteY438" fmla="*/ 888198 h 1637828"/>
                    <a:gd name="connsiteX439" fmla="*/ 58761 w 1611312"/>
                    <a:gd name="connsiteY439" fmla="*/ 887556 h 1637828"/>
                    <a:gd name="connsiteX440" fmla="*/ 65837 w 1611312"/>
                    <a:gd name="connsiteY440" fmla="*/ 901035 h 1637828"/>
                    <a:gd name="connsiteX441" fmla="*/ 63907 w 1611312"/>
                    <a:gd name="connsiteY441" fmla="*/ 905527 h 1637828"/>
                    <a:gd name="connsiteX442" fmla="*/ 42036 w 1611312"/>
                    <a:gd name="connsiteY442" fmla="*/ 910662 h 1637828"/>
                    <a:gd name="connsiteX443" fmla="*/ 38176 w 1611312"/>
                    <a:gd name="connsiteY443" fmla="*/ 908095 h 1637828"/>
                    <a:gd name="connsiteX444" fmla="*/ 27884 w 1611312"/>
                    <a:gd name="connsiteY444" fmla="*/ 915797 h 1637828"/>
                    <a:gd name="connsiteX445" fmla="*/ 9872 w 1611312"/>
                    <a:gd name="connsiteY445" fmla="*/ 932484 h 1637828"/>
                    <a:gd name="connsiteX446" fmla="*/ 35603 w 1611312"/>
                    <a:gd name="connsiteY446" fmla="*/ 931200 h 1637828"/>
                    <a:gd name="connsiteX447" fmla="*/ 63907 w 1611312"/>
                    <a:gd name="connsiteY447" fmla="*/ 913871 h 1637828"/>
                    <a:gd name="connsiteX448" fmla="*/ 78702 w 1611312"/>
                    <a:gd name="connsiteY448" fmla="*/ 913229 h 1637828"/>
                    <a:gd name="connsiteX449" fmla="*/ 85135 w 1611312"/>
                    <a:gd name="connsiteY449" fmla="*/ 930559 h 1637828"/>
                    <a:gd name="connsiteX450" fmla="*/ 96071 w 1611312"/>
                    <a:gd name="connsiteY450" fmla="*/ 936335 h 1637828"/>
                    <a:gd name="connsiteX451" fmla="*/ 101217 w 1611312"/>
                    <a:gd name="connsiteY451" fmla="*/ 947246 h 1637828"/>
                    <a:gd name="connsiteX452" fmla="*/ 107649 w 1611312"/>
                    <a:gd name="connsiteY452" fmla="*/ 965217 h 1637828"/>
                    <a:gd name="connsiteX453" fmla="*/ 117942 w 1611312"/>
                    <a:gd name="connsiteY453" fmla="*/ 985756 h 1637828"/>
                    <a:gd name="connsiteX454" fmla="*/ 134024 w 1611312"/>
                    <a:gd name="connsiteY454" fmla="*/ 986398 h 1637828"/>
                    <a:gd name="connsiteX455" fmla="*/ 147532 w 1611312"/>
                    <a:gd name="connsiteY455" fmla="*/ 987681 h 1637828"/>
                    <a:gd name="connsiteX456" fmla="*/ 171977 w 1611312"/>
                    <a:gd name="connsiteY456" fmla="*/ 988323 h 1637828"/>
                    <a:gd name="connsiteX457" fmla="*/ 184199 w 1611312"/>
                    <a:gd name="connsiteY457" fmla="*/ 994741 h 1637828"/>
                    <a:gd name="connsiteX458" fmla="*/ 204140 w 1611312"/>
                    <a:gd name="connsiteY458" fmla="*/ 1015921 h 1637828"/>
                    <a:gd name="connsiteX459" fmla="*/ 211859 w 1611312"/>
                    <a:gd name="connsiteY459" fmla="*/ 1044804 h 1637828"/>
                    <a:gd name="connsiteX460" fmla="*/ 227298 w 1611312"/>
                    <a:gd name="connsiteY460" fmla="*/ 1062133 h 1637828"/>
                    <a:gd name="connsiteX461" fmla="*/ 246596 w 1611312"/>
                    <a:gd name="connsiteY461" fmla="*/ 1050580 h 1637828"/>
                    <a:gd name="connsiteX462" fmla="*/ 259462 w 1611312"/>
                    <a:gd name="connsiteY462" fmla="*/ 1036460 h 1637828"/>
                    <a:gd name="connsiteX463" fmla="*/ 253029 w 1611312"/>
                    <a:gd name="connsiteY463" fmla="*/ 1055073 h 1637828"/>
                    <a:gd name="connsiteX464" fmla="*/ 253029 w 1611312"/>
                    <a:gd name="connsiteY464" fmla="*/ 1055715 h 1637828"/>
                    <a:gd name="connsiteX465" fmla="*/ 231158 w 1611312"/>
                    <a:gd name="connsiteY465" fmla="*/ 1065984 h 1637828"/>
                    <a:gd name="connsiteX466" fmla="*/ 218935 w 1611312"/>
                    <a:gd name="connsiteY466" fmla="*/ 1083955 h 1637828"/>
                    <a:gd name="connsiteX467" fmla="*/ 177766 w 1611312"/>
                    <a:gd name="connsiteY467" fmla="*/ 1114763 h 1637828"/>
                    <a:gd name="connsiteX468" fmla="*/ 164257 w 1611312"/>
                    <a:gd name="connsiteY468" fmla="*/ 1145570 h 1637828"/>
                    <a:gd name="connsiteX469" fmla="*/ 157825 w 1611312"/>
                    <a:gd name="connsiteY469" fmla="*/ 1171243 h 1637828"/>
                    <a:gd name="connsiteX470" fmla="*/ 143673 w 1611312"/>
                    <a:gd name="connsiteY470" fmla="*/ 1196275 h 1637828"/>
                    <a:gd name="connsiteX471" fmla="*/ 166830 w 1611312"/>
                    <a:gd name="connsiteY471" fmla="*/ 1212320 h 1637828"/>
                    <a:gd name="connsiteX472" fmla="*/ 181626 w 1611312"/>
                    <a:gd name="connsiteY472" fmla="*/ 1179587 h 1637828"/>
                    <a:gd name="connsiteX473" fmla="*/ 187415 w 1611312"/>
                    <a:gd name="connsiteY473" fmla="*/ 1169318 h 1637828"/>
                    <a:gd name="connsiteX474" fmla="*/ 204784 w 1611312"/>
                    <a:gd name="connsiteY474" fmla="*/ 1148138 h 1637828"/>
                    <a:gd name="connsiteX475" fmla="*/ 220222 w 1611312"/>
                    <a:gd name="connsiteY475" fmla="*/ 1116688 h 1637828"/>
                    <a:gd name="connsiteX476" fmla="*/ 235661 w 1611312"/>
                    <a:gd name="connsiteY476" fmla="*/ 1106419 h 1637828"/>
                    <a:gd name="connsiteX477" fmla="*/ 234374 w 1611312"/>
                    <a:gd name="connsiteY477" fmla="*/ 1113479 h 1637828"/>
                    <a:gd name="connsiteX478" fmla="*/ 231158 w 1611312"/>
                    <a:gd name="connsiteY478" fmla="*/ 1128241 h 1637828"/>
                    <a:gd name="connsiteX479" fmla="*/ 217649 w 1611312"/>
                    <a:gd name="connsiteY479" fmla="*/ 1140436 h 1637828"/>
                    <a:gd name="connsiteX480" fmla="*/ 204140 w 1611312"/>
                    <a:gd name="connsiteY480" fmla="*/ 1165467 h 1637828"/>
                    <a:gd name="connsiteX481" fmla="*/ 196421 w 1611312"/>
                    <a:gd name="connsiteY481" fmla="*/ 1180229 h 1637828"/>
                    <a:gd name="connsiteX482" fmla="*/ 188702 w 1611312"/>
                    <a:gd name="connsiteY482" fmla="*/ 1189215 h 1637828"/>
                    <a:gd name="connsiteX483" fmla="*/ 188058 w 1611312"/>
                    <a:gd name="connsiteY483" fmla="*/ 1207828 h 1637828"/>
                    <a:gd name="connsiteX484" fmla="*/ 195778 w 1611312"/>
                    <a:gd name="connsiteY484" fmla="*/ 1227082 h 1637828"/>
                    <a:gd name="connsiteX485" fmla="*/ 198994 w 1611312"/>
                    <a:gd name="connsiteY485" fmla="*/ 1254681 h 1637828"/>
                    <a:gd name="connsiteX486" fmla="*/ 208000 w 1611312"/>
                    <a:gd name="connsiteY486" fmla="*/ 1266876 h 1637828"/>
                    <a:gd name="connsiteX487" fmla="*/ 212503 w 1611312"/>
                    <a:gd name="connsiteY487" fmla="*/ 1273294 h 1637828"/>
                    <a:gd name="connsiteX488" fmla="*/ 220222 w 1611312"/>
                    <a:gd name="connsiteY488" fmla="*/ 1280996 h 1637828"/>
                    <a:gd name="connsiteX489" fmla="*/ 227941 w 1611312"/>
                    <a:gd name="connsiteY489" fmla="*/ 1303460 h 1637828"/>
                    <a:gd name="connsiteX490" fmla="*/ 238877 w 1611312"/>
                    <a:gd name="connsiteY490" fmla="*/ 1317580 h 1637828"/>
                    <a:gd name="connsiteX491" fmla="*/ 247883 w 1611312"/>
                    <a:gd name="connsiteY491" fmla="*/ 1338118 h 1637828"/>
                    <a:gd name="connsiteX492" fmla="*/ 263321 w 1611312"/>
                    <a:gd name="connsiteY492" fmla="*/ 1352880 h 1637828"/>
                    <a:gd name="connsiteX493" fmla="*/ 283263 w 1611312"/>
                    <a:gd name="connsiteY493" fmla="*/ 1350313 h 1637828"/>
                    <a:gd name="connsiteX494" fmla="*/ 294842 w 1611312"/>
                    <a:gd name="connsiteY494" fmla="*/ 1349671 h 1637828"/>
                    <a:gd name="connsiteX495" fmla="*/ 305777 w 1611312"/>
                    <a:gd name="connsiteY495" fmla="*/ 1357373 h 1637828"/>
                    <a:gd name="connsiteX496" fmla="*/ 320572 w 1611312"/>
                    <a:gd name="connsiteY496" fmla="*/ 1356089 h 1637828"/>
                    <a:gd name="connsiteX497" fmla="*/ 332795 w 1611312"/>
                    <a:gd name="connsiteY497" fmla="*/ 1363791 h 1637828"/>
                    <a:gd name="connsiteX498" fmla="*/ 352736 w 1611312"/>
                    <a:gd name="connsiteY498" fmla="*/ 1365075 h 1637828"/>
                    <a:gd name="connsiteX499" fmla="*/ 363672 w 1611312"/>
                    <a:gd name="connsiteY499" fmla="*/ 1372135 h 1637828"/>
                    <a:gd name="connsiteX500" fmla="*/ 373321 w 1611312"/>
                    <a:gd name="connsiteY500" fmla="*/ 1355448 h 1637828"/>
                    <a:gd name="connsiteX501" fmla="*/ 372677 w 1611312"/>
                    <a:gd name="connsiteY501" fmla="*/ 1337476 h 1637828"/>
                    <a:gd name="connsiteX502" fmla="*/ 382970 w 1611312"/>
                    <a:gd name="connsiteY502" fmla="*/ 1329133 h 1637828"/>
                    <a:gd name="connsiteX503" fmla="*/ 388116 w 1611312"/>
                    <a:gd name="connsiteY503" fmla="*/ 1332984 h 1637828"/>
                    <a:gd name="connsiteX504" fmla="*/ 391976 w 1611312"/>
                    <a:gd name="connsiteY504" fmla="*/ 1343895 h 1637828"/>
                    <a:gd name="connsiteX505" fmla="*/ 395835 w 1611312"/>
                    <a:gd name="connsiteY505" fmla="*/ 1347746 h 1637828"/>
                    <a:gd name="connsiteX506" fmla="*/ 408701 w 1611312"/>
                    <a:gd name="connsiteY506" fmla="*/ 1349671 h 1637828"/>
                    <a:gd name="connsiteX507" fmla="*/ 416420 w 1611312"/>
                    <a:gd name="connsiteY507" fmla="*/ 1356089 h 1637828"/>
                    <a:gd name="connsiteX508" fmla="*/ 422209 w 1611312"/>
                    <a:gd name="connsiteY508" fmla="*/ 1359940 h 1637828"/>
                    <a:gd name="connsiteX509" fmla="*/ 418350 w 1611312"/>
                    <a:gd name="connsiteY509" fmla="*/ 1374702 h 1637828"/>
                    <a:gd name="connsiteX510" fmla="*/ 416420 w 1611312"/>
                    <a:gd name="connsiteY510" fmla="*/ 1388181 h 1637828"/>
                    <a:gd name="connsiteX511" fmla="*/ 427356 w 1611312"/>
                    <a:gd name="connsiteY511" fmla="*/ 1377270 h 1637828"/>
                    <a:gd name="connsiteX512" fmla="*/ 433145 w 1611312"/>
                    <a:gd name="connsiteY512" fmla="*/ 1365717 h 1637828"/>
                    <a:gd name="connsiteX513" fmla="*/ 443437 w 1611312"/>
                    <a:gd name="connsiteY513" fmla="*/ 1374060 h 1637828"/>
                    <a:gd name="connsiteX514" fmla="*/ 448583 w 1611312"/>
                    <a:gd name="connsiteY514" fmla="*/ 1380479 h 1637828"/>
                    <a:gd name="connsiteX515" fmla="*/ 450513 w 1611312"/>
                    <a:gd name="connsiteY515" fmla="*/ 1386897 h 1637828"/>
                    <a:gd name="connsiteX516" fmla="*/ 447940 w 1611312"/>
                    <a:gd name="connsiteY516" fmla="*/ 1397166 h 1637828"/>
                    <a:gd name="connsiteX517" fmla="*/ 454373 w 1611312"/>
                    <a:gd name="connsiteY517" fmla="*/ 1397166 h 1637828"/>
                    <a:gd name="connsiteX518" fmla="*/ 469168 w 1611312"/>
                    <a:gd name="connsiteY518" fmla="*/ 1384971 h 1637828"/>
                    <a:gd name="connsiteX519" fmla="*/ 479461 w 1611312"/>
                    <a:gd name="connsiteY519" fmla="*/ 1394599 h 1637828"/>
                    <a:gd name="connsiteX520" fmla="*/ 480104 w 1611312"/>
                    <a:gd name="connsiteY520" fmla="*/ 1417705 h 1637828"/>
                    <a:gd name="connsiteX521" fmla="*/ 491683 w 1611312"/>
                    <a:gd name="connsiteY521" fmla="*/ 1399092 h 1637828"/>
                    <a:gd name="connsiteX522" fmla="*/ 499402 w 1611312"/>
                    <a:gd name="connsiteY522" fmla="*/ 1387539 h 1637828"/>
                    <a:gd name="connsiteX523" fmla="*/ 508408 w 1611312"/>
                    <a:gd name="connsiteY523" fmla="*/ 1387539 h 1637828"/>
                    <a:gd name="connsiteX524" fmla="*/ 514840 w 1611312"/>
                    <a:gd name="connsiteY524" fmla="*/ 1388181 h 1637828"/>
                    <a:gd name="connsiteX525" fmla="*/ 520630 w 1611312"/>
                    <a:gd name="connsiteY525" fmla="*/ 1390106 h 1637828"/>
                    <a:gd name="connsiteX526" fmla="*/ 528992 w 1611312"/>
                    <a:gd name="connsiteY526" fmla="*/ 1394599 h 1637828"/>
                    <a:gd name="connsiteX527" fmla="*/ 539285 w 1611312"/>
                    <a:gd name="connsiteY527" fmla="*/ 1384971 h 1637828"/>
                    <a:gd name="connsiteX528" fmla="*/ 549577 w 1611312"/>
                    <a:gd name="connsiteY528" fmla="*/ 1385613 h 1637828"/>
                    <a:gd name="connsiteX529" fmla="*/ 555367 w 1611312"/>
                    <a:gd name="connsiteY529" fmla="*/ 1388181 h 1637828"/>
                    <a:gd name="connsiteX530" fmla="*/ 566302 w 1611312"/>
                    <a:gd name="connsiteY530" fmla="*/ 1388822 h 1637828"/>
                    <a:gd name="connsiteX531" fmla="*/ 570805 w 1611312"/>
                    <a:gd name="connsiteY531" fmla="*/ 1400375 h 1637828"/>
                    <a:gd name="connsiteX532" fmla="*/ 571448 w 1611312"/>
                    <a:gd name="connsiteY532" fmla="*/ 1409361 h 1637828"/>
                    <a:gd name="connsiteX533" fmla="*/ 563086 w 1611312"/>
                    <a:gd name="connsiteY533" fmla="*/ 1409361 h 1637828"/>
                    <a:gd name="connsiteX534" fmla="*/ 554723 w 1611312"/>
                    <a:gd name="connsiteY534" fmla="*/ 1406794 h 1637828"/>
                    <a:gd name="connsiteX535" fmla="*/ 547647 w 1611312"/>
                    <a:gd name="connsiteY535" fmla="*/ 1412570 h 1637828"/>
                    <a:gd name="connsiteX536" fmla="*/ 543788 w 1611312"/>
                    <a:gd name="connsiteY536" fmla="*/ 1420914 h 1637828"/>
                    <a:gd name="connsiteX537" fmla="*/ 541215 w 1611312"/>
                    <a:gd name="connsiteY537" fmla="*/ 1428616 h 1637828"/>
                    <a:gd name="connsiteX538" fmla="*/ 548934 w 1611312"/>
                    <a:gd name="connsiteY538" fmla="*/ 1438885 h 1637828"/>
                    <a:gd name="connsiteX539" fmla="*/ 539928 w 1611312"/>
                    <a:gd name="connsiteY539" fmla="*/ 1448512 h 1637828"/>
                    <a:gd name="connsiteX540" fmla="*/ 534782 w 1611312"/>
                    <a:gd name="connsiteY540" fmla="*/ 1458140 h 1637828"/>
                    <a:gd name="connsiteX541" fmla="*/ 536712 w 1611312"/>
                    <a:gd name="connsiteY541" fmla="*/ 1465842 h 1637828"/>
                    <a:gd name="connsiteX542" fmla="*/ 540571 w 1611312"/>
                    <a:gd name="connsiteY542" fmla="*/ 1470334 h 1637828"/>
                    <a:gd name="connsiteX543" fmla="*/ 545718 w 1611312"/>
                    <a:gd name="connsiteY543" fmla="*/ 1472902 h 1637828"/>
                    <a:gd name="connsiteX544" fmla="*/ 552150 w 1611312"/>
                    <a:gd name="connsiteY544" fmla="*/ 1476111 h 1637828"/>
                    <a:gd name="connsiteX545" fmla="*/ 557940 w 1611312"/>
                    <a:gd name="connsiteY545" fmla="*/ 1478036 h 1637828"/>
                    <a:gd name="connsiteX546" fmla="*/ 566945 w 1611312"/>
                    <a:gd name="connsiteY546" fmla="*/ 1476753 h 1637828"/>
                    <a:gd name="connsiteX547" fmla="*/ 578524 w 1611312"/>
                    <a:gd name="connsiteY547" fmla="*/ 1478678 h 1637828"/>
                    <a:gd name="connsiteX548" fmla="*/ 587530 w 1611312"/>
                    <a:gd name="connsiteY548" fmla="*/ 1467125 h 1637828"/>
                    <a:gd name="connsiteX549" fmla="*/ 597823 w 1611312"/>
                    <a:gd name="connsiteY549" fmla="*/ 1464558 h 1637828"/>
                    <a:gd name="connsiteX550" fmla="*/ 604899 w 1611312"/>
                    <a:gd name="connsiteY550" fmla="*/ 1466483 h 1637828"/>
                    <a:gd name="connsiteX551" fmla="*/ 608758 w 1611312"/>
                    <a:gd name="connsiteY551" fmla="*/ 1467125 h 1637828"/>
                    <a:gd name="connsiteX552" fmla="*/ 613261 w 1611312"/>
                    <a:gd name="connsiteY552" fmla="*/ 1461991 h 1637828"/>
                    <a:gd name="connsiteX553" fmla="*/ 616477 w 1611312"/>
                    <a:gd name="connsiteY553" fmla="*/ 1451721 h 1637828"/>
                    <a:gd name="connsiteX554" fmla="*/ 620980 w 1611312"/>
                    <a:gd name="connsiteY554" fmla="*/ 1434392 h 1637828"/>
                    <a:gd name="connsiteX555" fmla="*/ 628056 w 1611312"/>
                    <a:gd name="connsiteY555" fmla="*/ 1424765 h 1637828"/>
                    <a:gd name="connsiteX556" fmla="*/ 637062 w 1611312"/>
                    <a:gd name="connsiteY556" fmla="*/ 1422839 h 1637828"/>
                    <a:gd name="connsiteX557" fmla="*/ 651857 w 1611312"/>
                    <a:gd name="connsiteY557" fmla="*/ 1420914 h 1637828"/>
                    <a:gd name="connsiteX558" fmla="*/ 659577 w 1611312"/>
                    <a:gd name="connsiteY558" fmla="*/ 1411286 h 1637828"/>
                    <a:gd name="connsiteX559" fmla="*/ 661506 w 1611312"/>
                    <a:gd name="connsiteY559" fmla="*/ 1398450 h 1637828"/>
                    <a:gd name="connsiteX560" fmla="*/ 666009 w 1611312"/>
                    <a:gd name="connsiteY560" fmla="*/ 1388822 h 1637828"/>
                    <a:gd name="connsiteX561" fmla="*/ 670512 w 1611312"/>
                    <a:gd name="connsiteY561" fmla="*/ 1379837 h 1637828"/>
                    <a:gd name="connsiteX562" fmla="*/ 684664 w 1611312"/>
                    <a:gd name="connsiteY562" fmla="*/ 1364433 h 1637828"/>
                    <a:gd name="connsiteX563" fmla="*/ 689167 w 1611312"/>
                    <a:gd name="connsiteY563" fmla="*/ 1342611 h 1637828"/>
                    <a:gd name="connsiteX564" fmla="*/ 678875 w 1611312"/>
                    <a:gd name="connsiteY564" fmla="*/ 1325282 h 1637828"/>
                    <a:gd name="connsiteX565" fmla="*/ 671155 w 1611312"/>
                    <a:gd name="connsiteY565" fmla="*/ 1321431 h 1637828"/>
                    <a:gd name="connsiteX566" fmla="*/ 664723 w 1611312"/>
                    <a:gd name="connsiteY566" fmla="*/ 1328491 h 1637828"/>
                    <a:gd name="connsiteX567" fmla="*/ 658933 w 1611312"/>
                    <a:gd name="connsiteY567" fmla="*/ 1334909 h 1637828"/>
                    <a:gd name="connsiteX568" fmla="*/ 651857 w 1611312"/>
                    <a:gd name="connsiteY568" fmla="*/ 1338118 h 1637828"/>
                    <a:gd name="connsiteX569" fmla="*/ 646711 w 1611312"/>
                    <a:gd name="connsiteY569" fmla="*/ 1331700 h 1637828"/>
                    <a:gd name="connsiteX570" fmla="*/ 651857 w 1611312"/>
                    <a:gd name="connsiteY570" fmla="*/ 1320789 h 1637828"/>
                    <a:gd name="connsiteX571" fmla="*/ 658290 w 1611312"/>
                    <a:gd name="connsiteY571" fmla="*/ 1313729 h 1637828"/>
                    <a:gd name="connsiteX572" fmla="*/ 656360 w 1611312"/>
                    <a:gd name="connsiteY572" fmla="*/ 1305385 h 1637828"/>
                    <a:gd name="connsiteX573" fmla="*/ 652501 w 1611312"/>
                    <a:gd name="connsiteY573" fmla="*/ 1304743 h 1637828"/>
                    <a:gd name="connsiteX574" fmla="*/ 653787 w 1611312"/>
                    <a:gd name="connsiteY574" fmla="*/ 1295758 h 1637828"/>
                    <a:gd name="connsiteX575" fmla="*/ 657647 w 1611312"/>
                    <a:gd name="connsiteY575" fmla="*/ 1288056 h 1637828"/>
                    <a:gd name="connsiteX576" fmla="*/ 649928 w 1611312"/>
                    <a:gd name="connsiteY576" fmla="*/ 1297041 h 1637828"/>
                    <a:gd name="connsiteX577" fmla="*/ 644138 w 1611312"/>
                    <a:gd name="connsiteY577" fmla="*/ 1303460 h 1637828"/>
                    <a:gd name="connsiteX578" fmla="*/ 637705 w 1611312"/>
                    <a:gd name="connsiteY578" fmla="*/ 1311161 h 1637828"/>
                    <a:gd name="connsiteX579" fmla="*/ 633846 w 1611312"/>
                    <a:gd name="connsiteY579" fmla="*/ 1320789 h 1637828"/>
                    <a:gd name="connsiteX580" fmla="*/ 628056 w 1611312"/>
                    <a:gd name="connsiteY580" fmla="*/ 1324640 h 1637828"/>
                    <a:gd name="connsiteX581" fmla="*/ 630629 w 1611312"/>
                    <a:gd name="connsiteY581" fmla="*/ 1318222 h 1637828"/>
                    <a:gd name="connsiteX582" fmla="*/ 628056 w 1611312"/>
                    <a:gd name="connsiteY582" fmla="*/ 1309878 h 1637828"/>
                    <a:gd name="connsiteX583" fmla="*/ 622910 w 1611312"/>
                    <a:gd name="connsiteY583" fmla="*/ 1305385 h 1637828"/>
                    <a:gd name="connsiteX584" fmla="*/ 624840 w 1611312"/>
                    <a:gd name="connsiteY584" fmla="*/ 1296400 h 1637828"/>
                    <a:gd name="connsiteX585" fmla="*/ 631916 w 1611312"/>
                    <a:gd name="connsiteY585" fmla="*/ 1288056 h 1637828"/>
                    <a:gd name="connsiteX586" fmla="*/ 640279 w 1611312"/>
                    <a:gd name="connsiteY586" fmla="*/ 1275219 h 1637828"/>
                    <a:gd name="connsiteX587" fmla="*/ 650571 w 1611312"/>
                    <a:gd name="connsiteY587" fmla="*/ 1270727 h 1637828"/>
                    <a:gd name="connsiteX588" fmla="*/ 644138 w 1611312"/>
                    <a:gd name="connsiteY588" fmla="*/ 1262383 h 1637828"/>
                    <a:gd name="connsiteX589" fmla="*/ 641565 w 1611312"/>
                    <a:gd name="connsiteY589" fmla="*/ 1254681 h 1637828"/>
                    <a:gd name="connsiteX590" fmla="*/ 642852 w 1611312"/>
                    <a:gd name="connsiteY590" fmla="*/ 1246337 h 1637828"/>
                    <a:gd name="connsiteX591" fmla="*/ 650571 w 1611312"/>
                    <a:gd name="connsiteY591" fmla="*/ 1236710 h 1637828"/>
                    <a:gd name="connsiteX592" fmla="*/ 652501 w 1611312"/>
                    <a:gd name="connsiteY592" fmla="*/ 1230291 h 1637828"/>
                    <a:gd name="connsiteX593" fmla="*/ 646711 w 1611312"/>
                    <a:gd name="connsiteY593" fmla="*/ 1236068 h 1637828"/>
                    <a:gd name="connsiteX594" fmla="*/ 645425 w 1611312"/>
                    <a:gd name="connsiteY594" fmla="*/ 1229650 h 1637828"/>
                    <a:gd name="connsiteX595" fmla="*/ 650571 w 1611312"/>
                    <a:gd name="connsiteY595" fmla="*/ 1223231 h 1637828"/>
                    <a:gd name="connsiteX596" fmla="*/ 644781 w 1611312"/>
                    <a:gd name="connsiteY596" fmla="*/ 1227082 h 1637828"/>
                    <a:gd name="connsiteX597" fmla="*/ 638992 w 1611312"/>
                    <a:gd name="connsiteY597" fmla="*/ 1225157 h 1637828"/>
                    <a:gd name="connsiteX598" fmla="*/ 636419 w 1611312"/>
                    <a:gd name="connsiteY598" fmla="*/ 1218739 h 1637828"/>
                    <a:gd name="connsiteX599" fmla="*/ 635132 w 1611312"/>
                    <a:gd name="connsiteY599" fmla="*/ 1211037 h 1637828"/>
                    <a:gd name="connsiteX600" fmla="*/ 632559 w 1611312"/>
                    <a:gd name="connsiteY600" fmla="*/ 1200126 h 1637828"/>
                    <a:gd name="connsiteX601" fmla="*/ 635776 w 1611312"/>
                    <a:gd name="connsiteY601" fmla="*/ 1192424 h 1637828"/>
                    <a:gd name="connsiteX602" fmla="*/ 641565 w 1611312"/>
                    <a:gd name="connsiteY602" fmla="*/ 1184722 h 1637828"/>
                    <a:gd name="connsiteX603" fmla="*/ 640279 w 1611312"/>
                    <a:gd name="connsiteY603" fmla="*/ 1180871 h 1637828"/>
                    <a:gd name="connsiteX604" fmla="*/ 641565 w 1611312"/>
                    <a:gd name="connsiteY604" fmla="*/ 1180229 h 1637828"/>
                    <a:gd name="connsiteX605" fmla="*/ 645425 w 1611312"/>
                    <a:gd name="connsiteY605" fmla="*/ 1187931 h 1637828"/>
                    <a:gd name="connsiteX606" fmla="*/ 654430 w 1611312"/>
                    <a:gd name="connsiteY606" fmla="*/ 1193066 h 1637828"/>
                    <a:gd name="connsiteX607" fmla="*/ 654430 w 1611312"/>
                    <a:gd name="connsiteY607" fmla="*/ 1177020 h 1637828"/>
                    <a:gd name="connsiteX608" fmla="*/ 652501 w 1611312"/>
                    <a:gd name="connsiteY608" fmla="*/ 1175736 h 1637828"/>
                    <a:gd name="connsiteX609" fmla="*/ 673729 w 1611312"/>
                    <a:gd name="connsiteY609" fmla="*/ 1162900 h 1637828"/>
                    <a:gd name="connsiteX610" fmla="*/ 741915 w 1611312"/>
                    <a:gd name="connsiteY610" fmla="*/ 1110270 h 1637828"/>
                    <a:gd name="connsiteX611" fmla="*/ 741915 w 1611312"/>
                    <a:gd name="connsiteY611" fmla="*/ 1117330 h 1637828"/>
                    <a:gd name="connsiteX612" fmla="*/ 743845 w 1611312"/>
                    <a:gd name="connsiteY612" fmla="*/ 1125674 h 1637828"/>
                    <a:gd name="connsiteX613" fmla="*/ 748348 w 1611312"/>
                    <a:gd name="connsiteY613" fmla="*/ 1130808 h 1637828"/>
                    <a:gd name="connsiteX614" fmla="*/ 758640 w 1611312"/>
                    <a:gd name="connsiteY614" fmla="*/ 1134018 h 1637828"/>
                    <a:gd name="connsiteX615" fmla="*/ 751564 w 1611312"/>
                    <a:gd name="connsiteY615" fmla="*/ 1144287 h 1637828"/>
                    <a:gd name="connsiteX616" fmla="*/ 747062 w 1611312"/>
                    <a:gd name="connsiteY616" fmla="*/ 1149421 h 1637828"/>
                    <a:gd name="connsiteX617" fmla="*/ 743202 w 1611312"/>
                    <a:gd name="connsiteY617" fmla="*/ 1158407 h 1637828"/>
                    <a:gd name="connsiteX618" fmla="*/ 738056 w 1611312"/>
                    <a:gd name="connsiteY618" fmla="*/ 1168676 h 1637828"/>
                    <a:gd name="connsiteX619" fmla="*/ 732910 w 1611312"/>
                    <a:gd name="connsiteY619" fmla="*/ 1180229 h 1637828"/>
                    <a:gd name="connsiteX620" fmla="*/ 729693 w 1611312"/>
                    <a:gd name="connsiteY620" fmla="*/ 1189856 h 1637828"/>
                    <a:gd name="connsiteX621" fmla="*/ 730980 w 1611312"/>
                    <a:gd name="connsiteY621" fmla="*/ 1194349 h 1637828"/>
                    <a:gd name="connsiteX622" fmla="*/ 730980 w 1611312"/>
                    <a:gd name="connsiteY622" fmla="*/ 1202693 h 1637828"/>
                    <a:gd name="connsiteX623" fmla="*/ 726477 w 1611312"/>
                    <a:gd name="connsiteY623" fmla="*/ 1206544 h 1637828"/>
                    <a:gd name="connsiteX624" fmla="*/ 721331 w 1611312"/>
                    <a:gd name="connsiteY624" fmla="*/ 1214246 h 1637828"/>
                    <a:gd name="connsiteX625" fmla="*/ 717471 w 1611312"/>
                    <a:gd name="connsiteY625" fmla="*/ 1223231 h 1637828"/>
                    <a:gd name="connsiteX626" fmla="*/ 712968 w 1611312"/>
                    <a:gd name="connsiteY626" fmla="*/ 1225799 h 1637828"/>
                    <a:gd name="connsiteX627" fmla="*/ 710395 w 1611312"/>
                    <a:gd name="connsiteY627" fmla="*/ 1231575 h 1637828"/>
                    <a:gd name="connsiteX628" fmla="*/ 704606 w 1611312"/>
                    <a:gd name="connsiteY628" fmla="*/ 1234142 h 1637828"/>
                    <a:gd name="connsiteX629" fmla="*/ 701389 w 1611312"/>
                    <a:gd name="connsiteY629" fmla="*/ 1226440 h 1637828"/>
                    <a:gd name="connsiteX630" fmla="*/ 693027 w 1611312"/>
                    <a:gd name="connsiteY630" fmla="*/ 1228366 h 1637828"/>
                    <a:gd name="connsiteX631" fmla="*/ 694313 w 1611312"/>
                    <a:gd name="connsiteY631" fmla="*/ 1240561 h 1637828"/>
                    <a:gd name="connsiteX632" fmla="*/ 687237 w 1611312"/>
                    <a:gd name="connsiteY632" fmla="*/ 1251472 h 1637828"/>
                    <a:gd name="connsiteX633" fmla="*/ 681448 w 1611312"/>
                    <a:gd name="connsiteY633" fmla="*/ 1259174 h 1637828"/>
                    <a:gd name="connsiteX634" fmla="*/ 676945 w 1611312"/>
                    <a:gd name="connsiteY634" fmla="*/ 1266234 h 1637828"/>
                    <a:gd name="connsiteX635" fmla="*/ 680805 w 1611312"/>
                    <a:gd name="connsiteY635" fmla="*/ 1277145 h 1637828"/>
                    <a:gd name="connsiteX636" fmla="*/ 685951 w 1611312"/>
                    <a:gd name="connsiteY636" fmla="*/ 1291265 h 1637828"/>
                    <a:gd name="connsiteX637" fmla="*/ 687237 w 1611312"/>
                    <a:gd name="connsiteY637" fmla="*/ 1302818 h 1637828"/>
                    <a:gd name="connsiteX638" fmla="*/ 689167 w 1611312"/>
                    <a:gd name="connsiteY638" fmla="*/ 1309878 h 1637828"/>
                    <a:gd name="connsiteX639" fmla="*/ 695600 w 1611312"/>
                    <a:gd name="connsiteY639" fmla="*/ 1314371 h 1637828"/>
                    <a:gd name="connsiteX640" fmla="*/ 703319 w 1611312"/>
                    <a:gd name="connsiteY640" fmla="*/ 1302818 h 1637828"/>
                    <a:gd name="connsiteX641" fmla="*/ 712968 w 1611312"/>
                    <a:gd name="connsiteY641" fmla="*/ 1298967 h 1637828"/>
                    <a:gd name="connsiteX642" fmla="*/ 719401 w 1611312"/>
                    <a:gd name="connsiteY642" fmla="*/ 1290623 h 1637828"/>
                    <a:gd name="connsiteX643" fmla="*/ 723261 w 1611312"/>
                    <a:gd name="connsiteY643" fmla="*/ 1282279 h 1637828"/>
                    <a:gd name="connsiteX644" fmla="*/ 729693 w 1611312"/>
                    <a:gd name="connsiteY644" fmla="*/ 1277787 h 1637828"/>
                    <a:gd name="connsiteX645" fmla="*/ 738699 w 1611312"/>
                    <a:gd name="connsiteY645" fmla="*/ 1274577 h 1637828"/>
                    <a:gd name="connsiteX646" fmla="*/ 747062 w 1611312"/>
                    <a:gd name="connsiteY646" fmla="*/ 1268159 h 1637828"/>
                    <a:gd name="connsiteX647" fmla="*/ 755424 w 1611312"/>
                    <a:gd name="connsiteY647" fmla="*/ 1261099 h 1637828"/>
                    <a:gd name="connsiteX648" fmla="*/ 761214 w 1611312"/>
                    <a:gd name="connsiteY648" fmla="*/ 1254039 h 1637828"/>
                    <a:gd name="connsiteX649" fmla="*/ 765716 w 1611312"/>
                    <a:gd name="connsiteY649" fmla="*/ 1248904 h 1637828"/>
                    <a:gd name="connsiteX650" fmla="*/ 763143 w 1611312"/>
                    <a:gd name="connsiteY650" fmla="*/ 1239277 h 1637828"/>
                    <a:gd name="connsiteX651" fmla="*/ 761214 w 1611312"/>
                    <a:gd name="connsiteY651" fmla="*/ 1234784 h 1637828"/>
                    <a:gd name="connsiteX652" fmla="*/ 750921 w 1611312"/>
                    <a:gd name="connsiteY652" fmla="*/ 1232859 h 1637828"/>
                    <a:gd name="connsiteX653" fmla="*/ 745132 w 1611312"/>
                    <a:gd name="connsiteY653" fmla="*/ 1234142 h 1637828"/>
                    <a:gd name="connsiteX654" fmla="*/ 745132 w 1611312"/>
                    <a:gd name="connsiteY654" fmla="*/ 1226440 h 1637828"/>
                    <a:gd name="connsiteX655" fmla="*/ 754138 w 1611312"/>
                    <a:gd name="connsiteY655" fmla="*/ 1218739 h 1637828"/>
                    <a:gd name="connsiteX656" fmla="*/ 758640 w 1611312"/>
                    <a:gd name="connsiteY656" fmla="*/ 1211678 h 1637828"/>
                    <a:gd name="connsiteX657" fmla="*/ 767003 w 1611312"/>
                    <a:gd name="connsiteY657" fmla="*/ 1203977 h 1637828"/>
                    <a:gd name="connsiteX658" fmla="*/ 768933 w 1611312"/>
                    <a:gd name="connsiteY658" fmla="*/ 1197558 h 1637828"/>
                    <a:gd name="connsiteX659" fmla="*/ 770863 w 1611312"/>
                    <a:gd name="connsiteY659" fmla="*/ 1184080 h 1637828"/>
                    <a:gd name="connsiteX660" fmla="*/ 779225 w 1611312"/>
                    <a:gd name="connsiteY660" fmla="*/ 1174453 h 1637828"/>
                    <a:gd name="connsiteX661" fmla="*/ 782441 w 1611312"/>
                    <a:gd name="connsiteY661" fmla="*/ 1173169 h 1637828"/>
                    <a:gd name="connsiteX662" fmla="*/ 783085 w 1611312"/>
                    <a:gd name="connsiteY662" fmla="*/ 1162900 h 1637828"/>
                    <a:gd name="connsiteX663" fmla="*/ 788874 w 1611312"/>
                    <a:gd name="connsiteY663" fmla="*/ 1157123 h 1637828"/>
                    <a:gd name="connsiteX664" fmla="*/ 794664 w 1611312"/>
                    <a:gd name="connsiteY664" fmla="*/ 1150063 h 1637828"/>
                    <a:gd name="connsiteX665" fmla="*/ 797237 w 1611312"/>
                    <a:gd name="connsiteY665" fmla="*/ 1143645 h 1637828"/>
                    <a:gd name="connsiteX666" fmla="*/ 799810 w 1611312"/>
                    <a:gd name="connsiteY666" fmla="*/ 1144929 h 1637828"/>
                    <a:gd name="connsiteX667" fmla="*/ 803026 w 1611312"/>
                    <a:gd name="connsiteY667" fmla="*/ 1139794 h 1637828"/>
                    <a:gd name="connsiteX668" fmla="*/ 807529 w 1611312"/>
                    <a:gd name="connsiteY668" fmla="*/ 1134659 h 1637828"/>
                    <a:gd name="connsiteX669" fmla="*/ 813319 w 1611312"/>
                    <a:gd name="connsiteY669" fmla="*/ 1129525 h 1637828"/>
                    <a:gd name="connsiteX670" fmla="*/ 815892 w 1611312"/>
                    <a:gd name="connsiteY670" fmla="*/ 1135301 h 1637828"/>
                    <a:gd name="connsiteX671" fmla="*/ 825541 w 1611312"/>
                    <a:gd name="connsiteY671" fmla="*/ 1156481 h 1637828"/>
                    <a:gd name="connsiteX672" fmla="*/ 822324 w 1611312"/>
                    <a:gd name="connsiteY672" fmla="*/ 1163542 h 1637828"/>
                    <a:gd name="connsiteX673" fmla="*/ 817821 w 1611312"/>
                    <a:gd name="connsiteY673" fmla="*/ 1169318 h 1637828"/>
                    <a:gd name="connsiteX674" fmla="*/ 813319 w 1611312"/>
                    <a:gd name="connsiteY674" fmla="*/ 1172527 h 1637828"/>
                    <a:gd name="connsiteX675" fmla="*/ 810746 w 1611312"/>
                    <a:gd name="connsiteY675" fmla="*/ 1184080 h 1637828"/>
                    <a:gd name="connsiteX676" fmla="*/ 806886 w 1611312"/>
                    <a:gd name="connsiteY676" fmla="*/ 1189856 h 1637828"/>
                    <a:gd name="connsiteX677" fmla="*/ 803026 w 1611312"/>
                    <a:gd name="connsiteY677" fmla="*/ 1187931 h 1637828"/>
                    <a:gd name="connsiteX678" fmla="*/ 797880 w 1611312"/>
                    <a:gd name="connsiteY678" fmla="*/ 1184722 h 1637828"/>
                    <a:gd name="connsiteX679" fmla="*/ 790161 w 1611312"/>
                    <a:gd name="connsiteY679" fmla="*/ 1181513 h 1637828"/>
                    <a:gd name="connsiteX680" fmla="*/ 787588 w 1611312"/>
                    <a:gd name="connsiteY680" fmla="*/ 1191140 h 1637828"/>
                    <a:gd name="connsiteX681" fmla="*/ 778582 w 1611312"/>
                    <a:gd name="connsiteY681" fmla="*/ 1206544 h 1637828"/>
                    <a:gd name="connsiteX682" fmla="*/ 777939 w 1611312"/>
                    <a:gd name="connsiteY682" fmla="*/ 1218097 h 1637828"/>
                    <a:gd name="connsiteX683" fmla="*/ 776009 w 1611312"/>
                    <a:gd name="connsiteY683" fmla="*/ 1227082 h 1637828"/>
                    <a:gd name="connsiteX684" fmla="*/ 775366 w 1611312"/>
                    <a:gd name="connsiteY684" fmla="*/ 1236068 h 1637828"/>
                    <a:gd name="connsiteX685" fmla="*/ 784371 w 1611312"/>
                    <a:gd name="connsiteY685" fmla="*/ 1234784 h 1637828"/>
                    <a:gd name="connsiteX686" fmla="*/ 789518 w 1611312"/>
                    <a:gd name="connsiteY686" fmla="*/ 1227082 h 1637828"/>
                    <a:gd name="connsiteX687" fmla="*/ 799810 w 1611312"/>
                    <a:gd name="connsiteY687" fmla="*/ 1221948 h 1637828"/>
                    <a:gd name="connsiteX688" fmla="*/ 806886 w 1611312"/>
                    <a:gd name="connsiteY688" fmla="*/ 1209753 h 1637828"/>
                    <a:gd name="connsiteX689" fmla="*/ 808816 w 1611312"/>
                    <a:gd name="connsiteY689" fmla="*/ 1198842 h 1637828"/>
                    <a:gd name="connsiteX690" fmla="*/ 812032 w 1611312"/>
                    <a:gd name="connsiteY690" fmla="*/ 1191140 h 1637828"/>
                    <a:gd name="connsiteX691" fmla="*/ 817178 w 1611312"/>
                    <a:gd name="connsiteY691" fmla="*/ 1183438 h 1637828"/>
                    <a:gd name="connsiteX692" fmla="*/ 824897 w 1611312"/>
                    <a:gd name="connsiteY692" fmla="*/ 1177662 h 1637828"/>
                    <a:gd name="connsiteX693" fmla="*/ 831330 w 1611312"/>
                    <a:gd name="connsiteY693" fmla="*/ 1171885 h 1637828"/>
                    <a:gd name="connsiteX694" fmla="*/ 832617 w 1611312"/>
                    <a:gd name="connsiteY694" fmla="*/ 1170602 h 1637828"/>
                    <a:gd name="connsiteX695" fmla="*/ 835190 w 1611312"/>
                    <a:gd name="connsiteY695" fmla="*/ 1174453 h 1637828"/>
                    <a:gd name="connsiteX696" fmla="*/ 846769 w 1611312"/>
                    <a:gd name="connsiteY696" fmla="*/ 1200126 h 1637828"/>
                    <a:gd name="connsiteX697" fmla="*/ 849985 w 1611312"/>
                    <a:gd name="connsiteY697" fmla="*/ 1205260 h 1637828"/>
                    <a:gd name="connsiteX698" fmla="*/ 849342 w 1611312"/>
                    <a:gd name="connsiteY698" fmla="*/ 1207186 h 1637828"/>
                    <a:gd name="connsiteX699" fmla="*/ 846125 w 1611312"/>
                    <a:gd name="connsiteY699" fmla="*/ 1215529 h 1637828"/>
                    <a:gd name="connsiteX700" fmla="*/ 856418 w 1611312"/>
                    <a:gd name="connsiteY700" fmla="*/ 1224515 h 1637828"/>
                    <a:gd name="connsiteX701" fmla="*/ 860277 w 1611312"/>
                    <a:gd name="connsiteY701" fmla="*/ 1222590 h 1637828"/>
                    <a:gd name="connsiteX702" fmla="*/ 860277 w 1611312"/>
                    <a:gd name="connsiteY702" fmla="*/ 1227724 h 1637828"/>
                    <a:gd name="connsiteX703" fmla="*/ 869926 w 1611312"/>
                    <a:gd name="connsiteY703" fmla="*/ 1250188 h 1637828"/>
                    <a:gd name="connsiteX704" fmla="*/ 880862 w 1611312"/>
                    <a:gd name="connsiteY704" fmla="*/ 1263666 h 1637828"/>
                    <a:gd name="connsiteX705" fmla="*/ 880219 w 1611312"/>
                    <a:gd name="connsiteY705" fmla="*/ 1267517 h 1637828"/>
                    <a:gd name="connsiteX706" fmla="*/ 876359 w 1611312"/>
                    <a:gd name="connsiteY706" fmla="*/ 1278428 h 1637828"/>
                    <a:gd name="connsiteX707" fmla="*/ 871856 w 1611312"/>
                    <a:gd name="connsiteY707" fmla="*/ 1288698 h 1637828"/>
                    <a:gd name="connsiteX708" fmla="*/ 866710 w 1611312"/>
                    <a:gd name="connsiteY708" fmla="*/ 1300250 h 1637828"/>
                    <a:gd name="connsiteX709" fmla="*/ 862207 w 1611312"/>
                    <a:gd name="connsiteY709" fmla="*/ 1305385 h 1637828"/>
                    <a:gd name="connsiteX710" fmla="*/ 859634 w 1611312"/>
                    <a:gd name="connsiteY710" fmla="*/ 1317580 h 1637828"/>
                    <a:gd name="connsiteX711" fmla="*/ 852558 w 1611312"/>
                    <a:gd name="connsiteY711" fmla="*/ 1323998 h 1637828"/>
                    <a:gd name="connsiteX712" fmla="*/ 846125 w 1611312"/>
                    <a:gd name="connsiteY712" fmla="*/ 1329133 h 1637828"/>
                    <a:gd name="connsiteX713" fmla="*/ 839693 w 1611312"/>
                    <a:gd name="connsiteY713" fmla="*/ 1334267 h 1637828"/>
                    <a:gd name="connsiteX714" fmla="*/ 831330 w 1611312"/>
                    <a:gd name="connsiteY714" fmla="*/ 1333625 h 1637828"/>
                    <a:gd name="connsiteX715" fmla="*/ 826827 w 1611312"/>
                    <a:gd name="connsiteY715" fmla="*/ 1323998 h 1637828"/>
                    <a:gd name="connsiteX716" fmla="*/ 829400 w 1611312"/>
                    <a:gd name="connsiteY716" fmla="*/ 1313087 h 1637828"/>
                    <a:gd name="connsiteX717" fmla="*/ 831973 w 1611312"/>
                    <a:gd name="connsiteY717" fmla="*/ 1300892 h 1637828"/>
                    <a:gd name="connsiteX718" fmla="*/ 835190 w 1611312"/>
                    <a:gd name="connsiteY718" fmla="*/ 1290623 h 1637828"/>
                    <a:gd name="connsiteX719" fmla="*/ 829400 w 1611312"/>
                    <a:gd name="connsiteY719" fmla="*/ 1277787 h 1637828"/>
                    <a:gd name="connsiteX720" fmla="*/ 819108 w 1611312"/>
                    <a:gd name="connsiteY720" fmla="*/ 1286130 h 1637828"/>
                    <a:gd name="connsiteX721" fmla="*/ 815892 w 1611312"/>
                    <a:gd name="connsiteY721" fmla="*/ 1297041 h 1637828"/>
                    <a:gd name="connsiteX722" fmla="*/ 812032 w 1611312"/>
                    <a:gd name="connsiteY722" fmla="*/ 1307311 h 1637828"/>
                    <a:gd name="connsiteX723" fmla="*/ 812675 w 1611312"/>
                    <a:gd name="connsiteY723" fmla="*/ 1316938 h 1637828"/>
                    <a:gd name="connsiteX724" fmla="*/ 812032 w 1611312"/>
                    <a:gd name="connsiteY724" fmla="*/ 1324640 h 1637828"/>
                    <a:gd name="connsiteX725" fmla="*/ 808816 w 1611312"/>
                    <a:gd name="connsiteY725" fmla="*/ 1331700 h 1637828"/>
                    <a:gd name="connsiteX726" fmla="*/ 800453 w 1611312"/>
                    <a:gd name="connsiteY726" fmla="*/ 1338760 h 1637828"/>
                    <a:gd name="connsiteX727" fmla="*/ 803026 w 1611312"/>
                    <a:gd name="connsiteY727" fmla="*/ 1345178 h 1637828"/>
                    <a:gd name="connsiteX728" fmla="*/ 805599 w 1611312"/>
                    <a:gd name="connsiteY728" fmla="*/ 1350955 h 1637828"/>
                    <a:gd name="connsiteX729" fmla="*/ 810746 w 1611312"/>
                    <a:gd name="connsiteY729" fmla="*/ 1355448 h 1637828"/>
                    <a:gd name="connsiteX730" fmla="*/ 815892 w 1611312"/>
                    <a:gd name="connsiteY730" fmla="*/ 1359940 h 1637828"/>
                    <a:gd name="connsiteX731" fmla="*/ 820395 w 1611312"/>
                    <a:gd name="connsiteY731" fmla="*/ 1370851 h 1637828"/>
                    <a:gd name="connsiteX732" fmla="*/ 821038 w 1611312"/>
                    <a:gd name="connsiteY732" fmla="*/ 1377270 h 1637828"/>
                    <a:gd name="connsiteX733" fmla="*/ 822968 w 1611312"/>
                    <a:gd name="connsiteY733" fmla="*/ 1383046 h 1637828"/>
                    <a:gd name="connsiteX734" fmla="*/ 819108 w 1611312"/>
                    <a:gd name="connsiteY734" fmla="*/ 1390748 h 1637828"/>
                    <a:gd name="connsiteX735" fmla="*/ 813319 w 1611312"/>
                    <a:gd name="connsiteY735" fmla="*/ 1396524 h 1637828"/>
                    <a:gd name="connsiteX736" fmla="*/ 804956 w 1611312"/>
                    <a:gd name="connsiteY736" fmla="*/ 1404868 h 1637828"/>
                    <a:gd name="connsiteX737" fmla="*/ 804313 w 1611312"/>
                    <a:gd name="connsiteY737" fmla="*/ 1418988 h 1637828"/>
                    <a:gd name="connsiteX738" fmla="*/ 815892 w 1611312"/>
                    <a:gd name="connsiteY738" fmla="*/ 1421556 h 1637828"/>
                    <a:gd name="connsiteX739" fmla="*/ 828114 w 1611312"/>
                    <a:gd name="connsiteY739" fmla="*/ 1402301 h 1637828"/>
                    <a:gd name="connsiteX740" fmla="*/ 835833 w 1611312"/>
                    <a:gd name="connsiteY740" fmla="*/ 1384330 h 1637828"/>
                    <a:gd name="connsiteX741" fmla="*/ 842909 w 1611312"/>
                    <a:gd name="connsiteY741" fmla="*/ 1370210 h 1637828"/>
                    <a:gd name="connsiteX742" fmla="*/ 849342 w 1611312"/>
                    <a:gd name="connsiteY742" fmla="*/ 1363791 h 1637828"/>
                    <a:gd name="connsiteX743" fmla="*/ 858991 w 1611312"/>
                    <a:gd name="connsiteY743" fmla="*/ 1358657 h 1637828"/>
                    <a:gd name="connsiteX744" fmla="*/ 875073 w 1611312"/>
                    <a:gd name="connsiteY744" fmla="*/ 1347746 h 1637828"/>
                    <a:gd name="connsiteX745" fmla="*/ 878932 w 1611312"/>
                    <a:gd name="connsiteY745" fmla="*/ 1349029 h 1637828"/>
                    <a:gd name="connsiteX746" fmla="*/ 886651 w 1611312"/>
                    <a:gd name="connsiteY746" fmla="*/ 1346462 h 1637828"/>
                    <a:gd name="connsiteX747" fmla="*/ 890511 w 1611312"/>
                    <a:gd name="connsiteY747" fmla="*/ 1350313 h 1637828"/>
                    <a:gd name="connsiteX748" fmla="*/ 896944 w 1611312"/>
                    <a:gd name="connsiteY748" fmla="*/ 1352238 h 1637828"/>
                    <a:gd name="connsiteX749" fmla="*/ 901447 w 1611312"/>
                    <a:gd name="connsiteY749" fmla="*/ 1356731 h 1637828"/>
                    <a:gd name="connsiteX750" fmla="*/ 904020 w 1611312"/>
                    <a:gd name="connsiteY750" fmla="*/ 1362508 h 1637828"/>
                    <a:gd name="connsiteX751" fmla="*/ 904020 w 1611312"/>
                    <a:gd name="connsiteY751" fmla="*/ 1376628 h 1637828"/>
                    <a:gd name="connsiteX752" fmla="*/ 895014 w 1611312"/>
                    <a:gd name="connsiteY752" fmla="*/ 1381762 h 1637828"/>
                    <a:gd name="connsiteX753" fmla="*/ 892441 w 1611312"/>
                    <a:gd name="connsiteY753" fmla="*/ 1391390 h 1637828"/>
                    <a:gd name="connsiteX754" fmla="*/ 897587 w 1611312"/>
                    <a:gd name="connsiteY754" fmla="*/ 1400375 h 1637828"/>
                    <a:gd name="connsiteX755" fmla="*/ 899517 w 1611312"/>
                    <a:gd name="connsiteY755" fmla="*/ 1408077 h 1637828"/>
                    <a:gd name="connsiteX756" fmla="*/ 898874 w 1611312"/>
                    <a:gd name="connsiteY756" fmla="*/ 1416421 h 1637828"/>
                    <a:gd name="connsiteX757" fmla="*/ 896944 w 1611312"/>
                    <a:gd name="connsiteY757" fmla="*/ 1426048 h 1637828"/>
                    <a:gd name="connsiteX758" fmla="*/ 890511 w 1611312"/>
                    <a:gd name="connsiteY758" fmla="*/ 1440810 h 1637828"/>
                    <a:gd name="connsiteX759" fmla="*/ 888581 w 1611312"/>
                    <a:gd name="connsiteY759" fmla="*/ 1453647 h 1637828"/>
                    <a:gd name="connsiteX760" fmla="*/ 886008 w 1611312"/>
                    <a:gd name="connsiteY760" fmla="*/ 1464558 h 1637828"/>
                    <a:gd name="connsiteX761" fmla="*/ 889868 w 1611312"/>
                    <a:gd name="connsiteY761" fmla="*/ 1478036 h 1637828"/>
                    <a:gd name="connsiteX762" fmla="*/ 894371 w 1611312"/>
                    <a:gd name="connsiteY762" fmla="*/ 1492798 h 1637828"/>
                    <a:gd name="connsiteX763" fmla="*/ 893728 w 1611312"/>
                    <a:gd name="connsiteY763" fmla="*/ 1503067 h 1637828"/>
                    <a:gd name="connsiteX764" fmla="*/ 881505 w 1611312"/>
                    <a:gd name="connsiteY764" fmla="*/ 1516546 h 1637828"/>
                    <a:gd name="connsiteX765" fmla="*/ 872500 w 1611312"/>
                    <a:gd name="connsiteY765" fmla="*/ 1528740 h 1637828"/>
                    <a:gd name="connsiteX766" fmla="*/ 865424 w 1611312"/>
                    <a:gd name="connsiteY766" fmla="*/ 1540293 h 1637828"/>
                    <a:gd name="connsiteX767" fmla="*/ 860277 w 1611312"/>
                    <a:gd name="connsiteY767" fmla="*/ 1546070 h 1637828"/>
                    <a:gd name="connsiteX768" fmla="*/ 851272 w 1611312"/>
                    <a:gd name="connsiteY768" fmla="*/ 1543503 h 1637828"/>
                    <a:gd name="connsiteX769" fmla="*/ 848055 w 1611312"/>
                    <a:gd name="connsiteY769" fmla="*/ 1554414 h 1637828"/>
                    <a:gd name="connsiteX770" fmla="*/ 840979 w 1611312"/>
                    <a:gd name="connsiteY770" fmla="*/ 1563399 h 1637828"/>
                    <a:gd name="connsiteX771" fmla="*/ 837763 w 1611312"/>
                    <a:gd name="connsiteY771" fmla="*/ 1572385 h 1637828"/>
                    <a:gd name="connsiteX772" fmla="*/ 843552 w 1611312"/>
                    <a:gd name="connsiteY772" fmla="*/ 1576877 h 1637828"/>
                    <a:gd name="connsiteX773" fmla="*/ 849342 w 1611312"/>
                    <a:gd name="connsiteY773" fmla="*/ 1576236 h 1637828"/>
                    <a:gd name="connsiteX774" fmla="*/ 855775 w 1611312"/>
                    <a:gd name="connsiteY774" fmla="*/ 1577519 h 1637828"/>
                    <a:gd name="connsiteX775" fmla="*/ 863494 w 1611312"/>
                    <a:gd name="connsiteY775" fmla="*/ 1571101 h 1637828"/>
                    <a:gd name="connsiteX776" fmla="*/ 867997 w 1611312"/>
                    <a:gd name="connsiteY776" fmla="*/ 1573668 h 1637828"/>
                    <a:gd name="connsiteX777" fmla="*/ 876359 w 1611312"/>
                    <a:gd name="connsiteY777" fmla="*/ 1564041 h 1637828"/>
                    <a:gd name="connsiteX778" fmla="*/ 884078 w 1611312"/>
                    <a:gd name="connsiteY778" fmla="*/ 1551846 h 1637828"/>
                    <a:gd name="connsiteX779" fmla="*/ 891154 w 1611312"/>
                    <a:gd name="connsiteY779" fmla="*/ 1539010 h 1637828"/>
                    <a:gd name="connsiteX780" fmla="*/ 900160 w 1611312"/>
                    <a:gd name="connsiteY780" fmla="*/ 1525531 h 1637828"/>
                    <a:gd name="connsiteX781" fmla="*/ 905306 w 1611312"/>
                    <a:gd name="connsiteY781" fmla="*/ 1524890 h 1637828"/>
                    <a:gd name="connsiteX782" fmla="*/ 913026 w 1611312"/>
                    <a:gd name="connsiteY782" fmla="*/ 1530024 h 1637828"/>
                    <a:gd name="connsiteX783" fmla="*/ 920745 w 1611312"/>
                    <a:gd name="connsiteY783" fmla="*/ 1535801 h 1637828"/>
                    <a:gd name="connsiteX784" fmla="*/ 929107 w 1611312"/>
                    <a:gd name="connsiteY784" fmla="*/ 1543503 h 1637828"/>
                    <a:gd name="connsiteX785" fmla="*/ 935540 w 1611312"/>
                    <a:gd name="connsiteY785" fmla="*/ 1537084 h 1637828"/>
                    <a:gd name="connsiteX786" fmla="*/ 927821 w 1611312"/>
                    <a:gd name="connsiteY786" fmla="*/ 1528099 h 1637828"/>
                    <a:gd name="connsiteX787" fmla="*/ 920102 w 1611312"/>
                    <a:gd name="connsiteY787" fmla="*/ 1524248 h 1637828"/>
                    <a:gd name="connsiteX788" fmla="*/ 912382 w 1611312"/>
                    <a:gd name="connsiteY788" fmla="*/ 1517830 h 1637828"/>
                    <a:gd name="connsiteX789" fmla="*/ 912382 w 1611312"/>
                    <a:gd name="connsiteY789" fmla="*/ 1511411 h 1637828"/>
                    <a:gd name="connsiteX790" fmla="*/ 918172 w 1611312"/>
                    <a:gd name="connsiteY790" fmla="*/ 1501142 h 1637828"/>
                    <a:gd name="connsiteX791" fmla="*/ 921388 w 1611312"/>
                    <a:gd name="connsiteY791" fmla="*/ 1492798 h 1637828"/>
                    <a:gd name="connsiteX792" fmla="*/ 931681 w 1611312"/>
                    <a:gd name="connsiteY792" fmla="*/ 1485738 h 1637828"/>
                    <a:gd name="connsiteX793" fmla="*/ 940043 w 1611312"/>
                    <a:gd name="connsiteY793" fmla="*/ 1472902 h 1637828"/>
                    <a:gd name="connsiteX794" fmla="*/ 946476 w 1611312"/>
                    <a:gd name="connsiteY794" fmla="*/ 1465200 h 1637828"/>
                    <a:gd name="connsiteX795" fmla="*/ 959341 w 1611312"/>
                    <a:gd name="connsiteY795" fmla="*/ 1458140 h 1637828"/>
                    <a:gd name="connsiteX796" fmla="*/ 971563 w 1611312"/>
                    <a:gd name="connsiteY796" fmla="*/ 1454289 h 1637828"/>
                    <a:gd name="connsiteX797" fmla="*/ 979926 w 1611312"/>
                    <a:gd name="connsiteY797" fmla="*/ 1453647 h 1637828"/>
                    <a:gd name="connsiteX798" fmla="*/ 991505 w 1611312"/>
                    <a:gd name="connsiteY798" fmla="*/ 1461349 h 1637828"/>
                    <a:gd name="connsiteX799" fmla="*/ 988288 w 1611312"/>
                    <a:gd name="connsiteY799" fmla="*/ 1470334 h 1637828"/>
                    <a:gd name="connsiteX800" fmla="*/ 983142 w 1611312"/>
                    <a:gd name="connsiteY800" fmla="*/ 1478678 h 1637828"/>
                    <a:gd name="connsiteX801" fmla="*/ 975423 w 1611312"/>
                    <a:gd name="connsiteY801" fmla="*/ 1485738 h 1637828"/>
                    <a:gd name="connsiteX802" fmla="*/ 972207 w 1611312"/>
                    <a:gd name="connsiteY802" fmla="*/ 1494082 h 1637828"/>
                    <a:gd name="connsiteX803" fmla="*/ 970277 w 1611312"/>
                    <a:gd name="connsiteY803" fmla="*/ 1507560 h 1637828"/>
                    <a:gd name="connsiteX804" fmla="*/ 973493 w 1611312"/>
                    <a:gd name="connsiteY804" fmla="*/ 1526173 h 1637828"/>
                    <a:gd name="connsiteX805" fmla="*/ 977996 w 1611312"/>
                    <a:gd name="connsiteY805" fmla="*/ 1535159 h 1637828"/>
                    <a:gd name="connsiteX806" fmla="*/ 981213 w 1611312"/>
                    <a:gd name="connsiteY806" fmla="*/ 1542861 h 1637828"/>
                    <a:gd name="connsiteX807" fmla="*/ 987645 w 1611312"/>
                    <a:gd name="connsiteY807" fmla="*/ 1555697 h 1637828"/>
                    <a:gd name="connsiteX808" fmla="*/ 987002 w 1611312"/>
                    <a:gd name="connsiteY808" fmla="*/ 1573668 h 1637828"/>
                    <a:gd name="connsiteX809" fmla="*/ 997294 w 1611312"/>
                    <a:gd name="connsiteY809" fmla="*/ 1595491 h 1637828"/>
                    <a:gd name="connsiteX810" fmla="*/ 991505 w 1611312"/>
                    <a:gd name="connsiteY810" fmla="*/ 1605118 h 1637828"/>
                    <a:gd name="connsiteX811" fmla="*/ 989575 w 1611312"/>
                    <a:gd name="connsiteY811" fmla="*/ 1618596 h 1637828"/>
                    <a:gd name="connsiteX812" fmla="*/ 989575 w 1611312"/>
                    <a:gd name="connsiteY812" fmla="*/ 1629507 h 1637828"/>
                    <a:gd name="connsiteX813" fmla="*/ 993435 w 1611312"/>
                    <a:gd name="connsiteY813" fmla="*/ 1637209 h 1637828"/>
                    <a:gd name="connsiteX814" fmla="*/ 1000511 w 1611312"/>
                    <a:gd name="connsiteY814" fmla="*/ 1603192 h 1637828"/>
                    <a:gd name="connsiteX815" fmla="*/ 999224 w 1611312"/>
                    <a:gd name="connsiteY815" fmla="*/ 1595491 h 1637828"/>
                    <a:gd name="connsiteX816" fmla="*/ 1016592 w 1611312"/>
                    <a:gd name="connsiteY816" fmla="*/ 1583938 h 1637828"/>
                    <a:gd name="connsiteX817" fmla="*/ 1016592 w 1611312"/>
                    <a:gd name="connsiteY817" fmla="*/ 1576236 h 1637828"/>
                    <a:gd name="connsiteX818" fmla="*/ 1018522 w 1611312"/>
                    <a:gd name="connsiteY818" fmla="*/ 1576236 h 1637828"/>
                    <a:gd name="connsiteX819" fmla="*/ 1026242 w 1611312"/>
                    <a:gd name="connsiteY819" fmla="*/ 1568534 h 1637828"/>
                    <a:gd name="connsiteX820" fmla="*/ 1025598 w 1611312"/>
                    <a:gd name="connsiteY820" fmla="*/ 1563399 h 1637828"/>
                    <a:gd name="connsiteX821" fmla="*/ 1031388 w 1611312"/>
                    <a:gd name="connsiteY821" fmla="*/ 1558906 h 1637828"/>
                    <a:gd name="connsiteX822" fmla="*/ 1035891 w 1611312"/>
                    <a:gd name="connsiteY822" fmla="*/ 1549921 h 1637828"/>
                    <a:gd name="connsiteX823" fmla="*/ 1037177 w 1611312"/>
                    <a:gd name="connsiteY823" fmla="*/ 1531308 h 1637828"/>
                    <a:gd name="connsiteX824" fmla="*/ 1036534 w 1611312"/>
                    <a:gd name="connsiteY824" fmla="*/ 1515904 h 1637828"/>
                    <a:gd name="connsiteX825" fmla="*/ 1033961 w 1611312"/>
                    <a:gd name="connsiteY825" fmla="*/ 1496649 h 1637828"/>
                    <a:gd name="connsiteX826" fmla="*/ 1024955 w 1611312"/>
                    <a:gd name="connsiteY826" fmla="*/ 1476753 h 1637828"/>
                    <a:gd name="connsiteX827" fmla="*/ 1014019 w 1611312"/>
                    <a:gd name="connsiteY827" fmla="*/ 1467767 h 1637828"/>
                    <a:gd name="connsiteX828" fmla="*/ 1006300 w 1611312"/>
                    <a:gd name="connsiteY828" fmla="*/ 1461991 h 1637828"/>
                    <a:gd name="connsiteX829" fmla="*/ 1007587 w 1611312"/>
                    <a:gd name="connsiteY829" fmla="*/ 1442736 h 1637828"/>
                    <a:gd name="connsiteX830" fmla="*/ 1003727 w 1611312"/>
                    <a:gd name="connsiteY830" fmla="*/ 1438243 h 1637828"/>
                    <a:gd name="connsiteX831" fmla="*/ 1005657 w 1611312"/>
                    <a:gd name="connsiteY831" fmla="*/ 1410003 h 1637828"/>
                    <a:gd name="connsiteX832" fmla="*/ 1005014 w 1611312"/>
                    <a:gd name="connsiteY832" fmla="*/ 1370851 h 1637828"/>
                    <a:gd name="connsiteX833" fmla="*/ 1010803 w 1611312"/>
                    <a:gd name="connsiteY833" fmla="*/ 1338118 h 1637828"/>
                    <a:gd name="connsiteX834" fmla="*/ 1020452 w 1611312"/>
                    <a:gd name="connsiteY834" fmla="*/ 1316296 h 1637828"/>
                    <a:gd name="connsiteX835" fmla="*/ 1024312 w 1611312"/>
                    <a:gd name="connsiteY835" fmla="*/ 1293832 h 1637828"/>
                    <a:gd name="connsiteX836" fmla="*/ 1030101 w 1611312"/>
                    <a:gd name="connsiteY836" fmla="*/ 1270727 h 1637828"/>
                    <a:gd name="connsiteX837" fmla="*/ 1036534 w 1611312"/>
                    <a:gd name="connsiteY837" fmla="*/ 1263666 h 1637828"/>
                    <a:gd name="connsiteX838" fmla="*/ 1042323 w 1611312"/>
                    <a:gd name="connsiteY838" fmla="*/ 1235426 h 1637828"/>
                    <a:gd name="connsiteX839" fmla="*/ 1043610 w 1611312"/>
                    <a:gd name="connsiteY839" fmla="*/ 1207186 h 1637828"/>
                    <a:gd name="connsiteX840" fmla="*/ 1046183 w 1611312"/>
                    <a:gd name="connsiteY840" fmla="*/ 1209111 h 1637828"/>
                    <a:gd name="connsiteX841" fmla="*/ 1056475 w 1611312"/>
                    <a:gd name="connsiteY841" fmla="*/ 1218739 h 1637828"/>
                    <a:gd name="connsiteX842" fmla="*/ 1062265 w 1611312"/>
                    <a:gd name="connsiteY842" fmla="*/ 1223231 h 1637828"/>
                    <a:gd name="connsiteX843" fmla="*/ 1057762 w 1611312"/>
                    <a:gd name="connsiteY843" fmla="*/ 1234784 h 1637828"/>
                    <a:gd name="connsiteX844" fmla="*/ 1059048 w 1611312"/>
                    <a:gd name="connsiteY844" fmla="*/ 1242486 h 1637828"/>
                    <a:gd name="connsiteX845" fmla="*/ 1064195 w 1611312"/>
                    <a:gd name="connsiteY845" fmla="*/ 1252114 h 1637828"/>
                    <a:gd name="connsiteX846" fmla="*/ 1062908 w 1611312"/>
                    <a:gd name="connsiteY846" fmla="*/ 1263666 h 1637828"/>
                    <a:gd name="connsiteX847" fmla="*/ 1057762 w 1611312"/>
                    <a:gd name="connsiteY847" fmla="*/ 1275861 h 1637828"/>
                    <a:gd name="connsiteX848" fmla="*/ 1072557 w 1611312"/>
                    <a:gd name="connsiteY848" fmla="*/ 1291265 h 1637828"/>
                    <a:gd name="connsiteX849" fmla="*/ 1087352 w 1611312"/>
                    <a:gd name="connsiteY849" fmla="*/ 1277145 h 1637828"/>
                    <a:gd name="connsiteX850" fmla="*/ 1085423 w 1611312"/>
                    <a:gd name="connsiteY850" fmla="*/ 1262383 h 1637828"/>
                    <a:gd name="connsiteX851" fmla="*/ 1089282 w 1611312"/>
                    <a:gd name="connsiteY851" fmla="*/ 1258532 h 1637828"/>
                    <a:gd name="connsiteX852" fmla="*/ 1093142 w 1611312"/>
                    <a:gd name="connsiteY852" fmla="*/ 1254681 h 1637828"/>
                    <a:gd name="connsiteX853" fmla="*/ 1091855 w 1611312"/>
                    <a:gd name="connsiteY853" fmla="*/ 1246337 h 1637828"/>
                    <a:gd name="connsiteX854" fmla="*/ 1091212 w 1611312"/>
                    <a:gd name="connsiteY854" fmla="*/ 1229650 h 1637828"/>
                    <a:gd name="connsiteX855" fmla="*/ 1086066 w 1611312"/>
                    <a:gd name="connsiteY855" fmla="*/ 1223231 h 1637828"/>
                    <a:gd name="connsiteX856" fmla="*/ 1081563 w 1611312"/>
                    <a:gd name="connsiteY856" fmla="*/ 1214888 h 1637828"/>
                    <a:gd name="connsiteX857" fmla="*/ 1087996 w 1611312"/>
                    <a:gd name="connsiteY857" fmla="*/ 1205260 h 1637828"/>
                    <a:gd name="connsiteX858" fmla="*/ 1088639 w 1611312"/>
                    <a:gd name="connsiteY858" fmla="*/ 1193066 h 1637828"/>
                    <a:gd name="connsiteX859" fmla="*/ 1097645 w 1611312"/>
                    <a:gd name="connsiteY859" fmla="*/ 1192424 h 1637828"/>
                    <a:gd name="connsiteX860" fmla="*/ 1110510 w 1611312"/>
                    <a:gd name="connsiteY860" fmla="*/ 1197558 h 1637828"/>
                    <a:gd name="connsiteX861" fmla="*/ 1114370 w 1611312"/>
                    <a:gd name="connsiteY861" fmla="*/ 1203335 h 1637828"/>
                    <a:gd name="connsiteX862" fmla="*/ 1115013 w 1611312"/>
                    <a:gd name="connsiteY862" fmla="*/ 1211678 h 1637828"/>
                    <a:gd name="connsiteX863" fmla="*/ 1127878 w 1611312"/>
                    <a:gd name="connsiteY863" fmla="*/ 1227082 h 1637828"/>
                    <a:gd name="connsiteX864" fmla="*/ 1142030 w 1611312"/>
                    <a:gd name="connsiteY864" fmla="*/ 1239919 h 1637828"/>
                    <a:gd name="connsiteX865" fmla="*/ 1154896 w 1611312"/>
                    <a:gd name="connsiteY865" fmla="*/ 1252114 h 1637828"/>
                    <a:gd name="connsiteX866" fmla="*/ 1149750 w 1611312"/>
                    <a:gd name="connsiteY866" fmla="*/ 1263666 h 1637828"/>
                    <a:gd name="connsiteX867" fmla="*/ 1147820 w 1611312"/>
                    <a:gd name="connsiteY867" fmla="*/ 1268159 h 1637828"/>
                    <a:gd name="connsiteX868" fmla="*/ 1149750 w 1611312"/>
                    <a:gd name="connsiteY868" fmla="*/ 1279712 h 1637828"/>
                    <a:gd name="connsiteX869" fmla="*/ 1156182 w 1611312"/>
                    <a:gd name="connsiteY869" fmla="*/ 1286130 h 1637828"/>
                    <a:gd name="connsiteX870" fmla="*/ 1171621 w 1611312"/>
                    <a:gd name="connsiteY870" fmla="*/ 1286772 h 1637828"/>
                    <a:gd name="connsiteX871" fmla="*/ 1176124 w 1611312"/>
                    <a:gd name="connsiteY871" fmla="*/ 1291265 h 1637828"/>
                    <a:gd name="connsiteX872" fmla="*/ 1177410 w 1611312"/>
                    <a:gd name="connsiteY872" fmla="*/ 1298325 h 1637828"/>
                    <a:gd name="connsiteX873" fmla="*/ 1183200 w 1611312"/>
                    <a:gd name="connsiteY873" fmla="*/ 1300250 h 1637828"/>
                    <a:gd name="connsiteX874" fmla="*/ 1186416 w 1611312"/>
                    <a:gd name="connsiteY874" fmla="*/ 1307311 h 1637828"/>
                    <a:gd name="connsiteX875" fmla="*/ 1188346 w 1611312"/>
                    <a:gd name="connsiteY875" fmla="*/ 1320147 h 1637828"/>
                    <a:gd name="connsiteX876" fmla="*/ 1185130 w 1611312"/>
                    <a:gd name="connsiteY876" fmla="*/ 1327849 h 1637828"/>
                    <a:gd name="connsiteX877" fmla="*/ 1176767 w 1611312"/>
                    <a:gd name="connsiteY877" fmla="*/ 1331058 h 1637828"/>
                    <a:gd name="connsiteX878" fmla="*/ 1171621 w 1611312"/>
                    <a:gd name="connsiteY878" fmla="*/ 1340686 h 1637828"/>
                    <a:gd name="connsiteX879" fmla="*/ 1163258 w 1611312"/>
                    <a:gd name="connsiteY879" fmla="*/ 1337476 h 1637828"/>
                    <a:gd name="connsiteX880" fmla="*/ 1157469 w 1611312"/>
                    <a:gd name="connsiteY880" fmla="*/ 1334909 h 1637828"/>
                    <a:gd name="connsiteX881" fmla="*/ 1151680 w 1611312"/>
                    <a:gd name="connsiteY881" fmla="*/ 1338118 h 1637828"/>
                    <a:gd name="connsiteX882" fmla="*/ 1143317 w 1611312"/>
                    <a:gd name="connsiteY882" fmla="*/ 1341969 h 1637828"/>
                    <a:gd name="connsiteX883" fmla="*/ 1136884 w 1611312"/>
                    <a:gd name="connsiteY883" fmla="*/ 1354806 h 1637828"/>
                    <a:gd name="connsiteX884" fmla="*/ 1136884 w 1611312"/>
                    <a:gd name="connsiteY884" fmla="*/ 1370210 h 1637828"/>
                    <a:gd name="connsiteX885" fmla="*/ 1138171 w 1611312"/>
                    <a:gd name="connsiteY885" fmla="*/ 1384330 h 1637828"/>
                    <a:gd name="connsiteX886" fmla="*/ 1143960 w 1611312"/>
                    <a:gd name="connsiteY886" fmla="*/ 1383688 h 1637828"/>
                    <a:gd name="connsiteX887" fmla="*/ 1150393 w 1611312"/>
                    <a:gd name="connsiteY887" fmla="*/ 1384971 h 1637828"/>
                    <a:gd name="connsiteX888" fmla="*/ 1160042 w 1611312"/>
                    <a:gd name="connsiteY888" fmla="*/ 1396524 h 1637828"/>
                    <a:gd name="connsiteX889" fmla="*/ 1168405 w 1611312"/>
                    <a:gd name="connsiteY889" fmla="*/ 1408077 h 1637828"/>
                    <a:gd name="connsiteX890" fmla="*/ 1173551 w 1611312"/>
                    <a:gd name="connsiteY890" fmla="*/ 1417063 h 1637828"/>
                    <a:gd name="connsiteX891" fmla="*/ 1180627 w 1611312"/>
                    <a:gd name="connsiteY891" fmla="*/ 1420914 h 1637828"/>
                    <a:gd name="connsiteX892" fmla="*/ 1189633 w 1611312"/>
                    <a:gd name="connsiteY892" fmla="*/ 1428616 h 1637828"/>
                    <a:gd name="connsiteX893" fmla="*/ 1201211 w 1611312"/>
                    <a:gd name="connsiteY893" fmla="*/ 1434392 h 1637828"/>
                    <a:gd name="connsiteX894" fmla="*/ 1204428 w 1611312"/>
                    <a:gd name="connsiteY894" fmla="*/ 1424765 h 1637828"/>
                    <a:gd name="connsiteX895" fmla="*/ 1203784 w 1611312"/>
                    <a:gd name="connsiteY895" fmla="*/ 1410003 h 1637828"/>
                    <a:gd name="connsiteX896" fmla="*/ 1215363 w 1611312"/>
                    <a:gd name="connsiteY896" fmla="*/ 1404226 h 1637828"/>
                    <a:gd name="connsiteX897" fmla="*/ 1221796 w 1611312"/>
                    <a:gd name="connsiteY897" fmla="*/ 1406152 h 1637828"/>
                    <a:gd name="connsiteX898" fmla="*/ 1225656 w 1611312"/>
                    <a:gd name="connsiteY898" fmla="*/ 1397166 h 1637828"/>
                    <a:gd name="connsiteX899" fmla="*/ 1233375 w 1611312"/>
                    <a:gd name="connsiteY899" fmla="*/ 1390748 h 1637828"/>
                    <a:gd name="connsiteX900" fmla="*/ 1242381 w 1611312"/>
                    <a:gd name="connsiteY900" fmla="*/ 1386255 h 1637828"/>
                    <a:gd name="connsiteX901" fmla="*/ 1243024 w 1611312"/>
                    <a:gd name="connsiteY901" fmla="*/ 1370851 h 1637828"/>
                    <a:gd name="connsiteX902" fmla="*/ 1244311 w 1611312"/>
                    <a:gd name="connsiteY902" fmla="*/ 1359940 h 1637828"/>
                    <a:gd name="connsiteX903" fmla="*/ 1245597 w 1611312"/>
                    <a:gd name="connsiteY903" fmla="*/ 1350955 h 1637828"/>
                    <a:gd name="connsiteX904" fmla="*/ 1247527 w 1611312"/>
                    <a:gd name="connsiteY904" fmla="*/ 1332342 h 1637828"/>
                    <a:gd name="connsiteX905" fmla="*/ 1252030 w 1611312"/>
                    <a:gd name="connsiteY905" fmla="*/ 1332342 h 1637828"/>
                    <a:gd name="connsiteX906" fmla="*/ 1255246 w 1611312"/>
                    <a:gd name="connsiteY906" fmla="*/ 1340686 h 1637828"/>
                    <a:gd name="connsiteX907" fmla="*/ 1254603 w 1611312"/>
                    <a:gd name="connsiteY907" fmla="*/ 1332984 h 1637828"/>
                    <a:gd name="connsiteX908" fmla="*/ 1252673 w 1611312"/>
                    <a:gd name="connsiteY908" fmla="*/ 1324640 h 1637828"/>
                    <a:gd name="connsiteX909" fmla="*/ 1256533 w 1611312"/>
                    <a:gd name="connsiteY909" fmla="*/ 1317580 h 1637828"/>
                    <a:gd name="connsiteX910" fmla="*/ 1258463 w 1611312"/>
                    <a:gd name="connsiteY910" fmla="*/ 1304101 h 1637828"/>
                    <a:gd name="connsiteX911" fmla="*/ 1252030 w 1611312"/>
                    <a:gd name="connsiteY911" fmla="*/ 1300250 h 1637828"/>
                    <a:gd name="connsiteX912" fmla="*/ 1247527 w 1611312"/>
                    <a:gd name="connsiteY912" fmla="*/ 1293190 h 1637828"/>
                    <a:gd name="connsiteX913" fmla="*/ 1242381 w 1611312"/>
                    <a:gd name="connsiteY913" fmla="*/ 1286772 h 1637828"/>
                    <a:gd name="connsiteX914" fmla="*/ 1238521 w 1611312"/>
                    <a:gd name="connsiteY914" fmla="*/ 1272652 h 1637828"/>
                    <a:gd name="connsiteX915" fmla="*/ 1243024 w 1611312"/>
                    <a:gd name="connsiteY915" fmla="*/ 1268159 h 1637828"/>
                    <a:gd name="connsiteX916" fmla="*/ 1248170 w 1611312"/>
                    <a:gd name="connsiteY916" fmla="*/ 1275219 h 1637828"/>
                    <a:gd name="connsiteX917" fmla="*/ 1250743 w 1611312"/>
                    <a:gd name="connsiteY917" fmla="*/ 1272010 h 1637828"/>
                    <a:gd name="connsiteX918" fmla="*/ 1254603 w 1611312"/>
                    <a:gd name="connsiteY918" fmla="*/ 1269443 h 1637828"/>
                    <a:gd name="connsiteX919" fmla="*/ 1257176 w 1611312"/>
                    <a:gd name="connsiteY919" fmla="*/ 1275861 h 1637828"/>
                    <a:gd name="connsiteX920" fmla="*/ 1259749 w 1611312"/>
                    <a:gd name="connsiteY920" fmla="*/ 1284205 h 1637828"/>
                    <a:gd name="connsiteX921" fmla="*/ 1260392 w 1611312"/>
                    <a:gd name="connsiteY921" fmla="*/ 1273294 h 1637828"/>
                    <a:gd name="connsiteX922" fmla="*/ 1261036 w 1611312"/>
                    <a:gd name="connsiteY922" fmla="*/ 1259815 h 1637828"/>
                    <a:gd name="connsiteX923" fmla="*/ 1264895 w 1611312"/>
                    <a:gd name="connsiteY923" fmla="*/ 1250188 h 1637828"/>
                    <a:gd name="connsiteX924" fmla="*/ 1270685 w 1611312"/>
                    <a:gd name="connsiteY924" fmla="*/ 1255965 h 1637828"/>
                    <a:gd name="connsiteX925" fmla="*/ 1275831 w 1611312"/>
                    <a:gd name="connsiteY925" fmla="*/ 1253397 h 1637828"/>
                    <a:gd name="connsiteX926" fmla="*/ 1276474 w 1611312"/>
                    <a:gd name="connsiteY926" fmla="*/ 1247621 h 1637828"/>
                    <a:gd name="connsiteX927" fmla="*/ 1277761 w 1611312"/>
                    <a:gd name="connsiteY927" fmla="*/ 1241844 h 1637828"/>
                    <a:gd name="connsiteX928" fmla="*/ 1280334 w 1611312"/>
                    <a:gd name="connsiteY928" fmla="*/ 1234784 h 1637828"/>
                    <a:gd name="connsiteX929" fmla="*/ 1276474 w 1611312"/>
                    <a:gd name="connsiteY929" fmla="*/ 1230933 h 1637828"/>
                    <a:gd name="connsiteX930" fmla="*/ 1273258 w 1611312"/>
                    <a:gd name="connsiteY930" fmla="*/ 1225799 h 1637828"/>
                    <a:gd name="connsiteX931" fmla="*/ 1273901 w 1611312"/>
                    <a:gd name="connsiteY931" fmla="*/ 1218739 h 1637828"/>
                    <a:gd name="connsiteX932" fmla="*/ 1275188 w 1611312"/>
                    <a:gd name="connsiteY932" fmla="*/ 1211678 h 1637828"/>
                    <a:gd name="connsiteX933" fmla="*/ 1280977 w 1611312"/>
                    <a:gd name="connsiteY933" fmla="*/ 1209753 h 1637828"/>
                    <a:gd name="connsiteX934" fmla="*/ 1285480 w 1611312"/>
                    <a:gd name="connsiteY934" fmla="*/ 1208469 h 1637828"/>
                    <a:gd name="connsiteX935" fmla="*/ 1289340 w 1611312"/>
                    <a:gd name="connsiteY935" fmla="*/ 1201409 h 1637828"/>
                    <a:gd name="connsiteX936" fmla="*/ 1297702 w 1611312"/>
                    <a:gd name="connsiteY936" fmla="*/ 1193066 h 1637828"/>
                    <a:gd name="connsiteX937" fmla="*/ 1303492 w 1611312"/>
                    <a:gd name="connsiteY937" fmla="*/ 1193066 h 1637828"/>
                    <a:gd name="connsiteX938" fmla="*/ 1307351 w 1611312"/>
                    <a:gd name="connsiteY938" fmla="*/ 1183438 h 1637828"/>
                    <a:gd name="connsiteX939" fmla="*/ 1306708 w 1611312"/>
                    <a:gd name="connsiteY939" fmla="*/ 1173811 h 1637828"/>
                    <a:gd name="connsiteX940" fmla="*/ 1303492 w 1611312"/>
                    <a:gd name="connsiteY940" fmla="*/ 1162900 h 1637828"/>
                    <a:gd name="connsiteX941" fmla="*/ 1300919 w 1611312"/>
                    <a:gd name="connsiteY941" fmla="*/ 1154556 h 1637828"/>
                    <a:gd name="connsiteX942" fmla="*/ 1306065 w 1611312"/>
                    <a:gd name="connsiteY942" fmla="*/ 1153272 h 1637828"/>
                    <a:gd name="connsiteX943" fmla="*/ 1309924 w 1611312"/>
                    <a:gd name="connsiteY943" fmla="*/ 1155840 h 1637828"/>
                    <a:gd name="connsiteX944" fmla="*/ 1312497 w 1611312"/>
                    <a:gd name="connsiteY944" fmla="*/ 1143645 h 1637828"/>
                    <a:gd name="connsiteX945" fmla="*/ 1307994 w 1611312"/>
                    <a:gd name="connsiteY945" fmla="*/ 1132734 h 1637828"/>
                    <a:gd name="connsiteX946" fmla="*/ 1305421 w 1611312"/>
                    <a:gd name="connsiteY946" fmla="*/ 1124390 h 1637828"/>
                    <a:gd name="connsiteX947" fmla="*/ 1301562 w 1611312"/>
                    <a:gd name="connsiteY947" fmla="*/ 1119897 h 1637828"/>
                    <a:gd name="connsiteX948" fmla="*/ 1297702 w 1611312"/>
                    <a:gd name="connsiteY948" fmla="*/ 1109628 h 1637828"/>
                    <a:gd name="connsiteX949" fmla="*/ 1294486 w 1611312"/>
                    <a:gd name="connsiteY949" fmla="*/ 1104494 h 1637828"/>
                    <a:gd name="connsiteX950" fmla="*/ 1288053 w 1611312"/>
                    <a:gd name="connsiteY950" fmla="*/ 1098075 h 1637828"/>
                    <a:gd name="connsiteX951" fmla="*/ 1281620 w 1611312"/>
                    <a:gd name="connsiteY951" fmla="*/ 1087164 h 1637828"/>
                    <a:gd name="connsiteX952" fmla="*/ 1275831 w 1611312"/>
                    <a:gd name="connsiteY952" fmla="*/ 1078179 h 1637828"/>
                    <a:gd name="connsiteX953" fmla="*/ 1273901 w 1611312"/>
                    <a:gd name="connsiteY953" fmla="*/ 1069835 h 1637828"/>
                    <a:gd name="connsiteX954" fmla="*/ 1275188 w 1611312"/>
                    <a:gd name="connsiteY954" fmla="*/ 1059566 h 1637828"/>
                    <a:gd name="connsiteX955" fmla="*/ 1271971 w 1611312"/>
                    <a:gd name="connsiteY955" fmla="*/ 1053147 h 1637828"/>
                    <a:gd name="connsiteX956" fmla="*/ 1271328 w 1611312"/>
                    <a:gd name="connsiteY956" fmla="*/ 1041595 h 1637828"/>
                    <a:gd name="connsiteX957" fmla="*/ 1279047 w 1611312"/>
                    <a:gd name="connsiteY957" fmla="*/ 1035176 h 1637828"/>
                    <a:gd name="connsiteX958" fmla="*/ 1273901 w 1611312"/>
                    <a:gd name="connsiteY958" fmla="*/ 1021698 h 1637828"/>
                    <a:gd name="connsiteX959" fmla="*/ 1292556 w 1611312"/>
                    <a:gd name="connsiteY959" fmla="*/ 1002443 h 1637828"/>
                    <a:gd name="connsiteX960" fmla="*/ 1303492 w 1611312"/>
                    <a:gd name="connsiteY960" fmla="*/ 988323 h 1637828"/>
                    <a:gd name="connsiteX961" fmla="*/ 1313141 w 1611312"/>
                    <a:gd name="connsiteY961" fmla="*/ 975487 h 1637828"/>
                    <a:gd name="connsiteX962" fmla="*/ 1320860 w 1611312"/>
                    <a:gd name="connsiteY962" fmla="*/ 953023 h 1637828"/>
                    <a:gd name="connsiteX963" fmla="*/ 1318930 w 1611312"/>
                    <a:gd name="connsiteY963" fmla="*/ 925424 h 1637828"/>
                    <a:gd name="connsiteX964" fmla="*/ 1311211 w 1611312"/>
                    <a:gd name="connsiteY964" fmla="*/ 920931 h 1637828"/>
                    <a:gd name="connsiteX965" fmla="*/ 1298345 w 1611312"/>
                    <a:gd name="connsiteY965" fmla="*/ 928633 h 1637828"/>
                    <a:gd name="connsiteX966" fmla="*/ 1288696 w 1611312"/>
                    <a:gd name="connsiteY966" fmla="*/ 935051 h 1637828"/>
                    <a:gd name="connsiteX967" fmla="*/ 1281620 w 1611312"/>
                    <a:gd name="connsiteY967" fmla="*/ 941470 h 1637828"/>
                    <a:gd name="connsiteX968" fmla="*/ 1278404 w 1611312"/>
                    <a:gd name="connsiteY968" fmla="*/ 946604 h 1637828"/>
                    <a:gd name="connsiteX969" fmla="*/ 1275188 w 1611312"/>
                    <a:gd name="connsiteY969" fmla="*/ 954948 h 1637828"/>
                    <a:gd name="connsiteX970" fmla="*/ 1270041 w 1611312"/>
                    <a:gd name="connsiteY970" fmla="*/ 960083 h 1637828"/>
                    <a:gd name="connsiteX971" fmla="*/ 1268112 w 1611312"/>
                    <a:gd name="connsiteY971" fmla="*/ 969068 h 1637828"/>
                    <a:gd name="connsiteX972" fmla="*/ 1265539 w 1611312"/>
                    <a:gd name="connsiteY972" fmla="*/ 978054 h 1637828"/>
                    <a:gd name="connsiteX973" fmla="*/ 1259106 w 1611312"/>
                    <a:gd name="connsiteY973" fmla="*/ 975487 h 1637828"/>
                    <a:gd name="connsiteX974" fmla="*/ 1261679 w 1611312"/>
                    <a:gd name="connsiteY974" fmla="*/ 964575 h 1637828"/>
                    <a:gd name="connsiteX975" fmla="*/ 1267468 w 1611312"/>
                    <a:gd name="connsiteY975" fmla="*/ 956873 h 1637828"/>
                    <a:gd name="connsiteX976" fmla="*/ 1264895 w 1611312"/>
                    <a:gd name="connsiteY976" fmla="*/ 945962 h 1637828"/>
                    <a:gd name="connsiteX977" fmla="*/ 1275188 w 1611312"/>
                    <a:gd name="connsiteY977" fmla="*/ 940828 h 1637828"/>
                    <a:gd name="connsiteX978" fmla="*/ 1275188 w 1611312"/>
                    <a:gd name="connsiteY978" fmla="*/ 929917 h 1637828"/>
                    <a:gd name="connsiteX979" fmla="*/ 1275188 w 1611312"/>
                    <a:gd name="connsiteY979" fmla="*/ 920931 h 1637828"/>
                    <a:gd name="connsiteX980" fmla="*/ 1279691 w 1611312"/>
                    <a:gd name="connsiteY980" fmla="*/ 916438 h 1637828"/>
                    <a:gd name="connsiteX981" fmla="*/ 1278404 w 1611312"/>
                    <a:gd name="connsiteY981" fmla="*/ 910662 h 1637828"/>
                    <a:gd name="connsiteX982" fmla="*/ 1285480 w 1611312"/>
                    <a:gd name="connsiteY982" fmla="*/ 902960 h 1637828"/>
                    <a:gd name="connsiteX983" fmla="*/ 1280977 w 1611312"/>
                    <a:gd name="connsiteY983" fmla="*/ 901035 h 1637828"/>
                    <a:gd name="connsiteX984" fmla="*/ 1273901 w 1611312"/>
                    <a:gd name="connsiteY984" fmla="*/ 895900 h 1637828"/>
                    <a:gd name="connsiteX985" fmla="*/ 1277118 w 1611312"/>
                    <a:gd name="connsiteY985" fmla="*/ 886273 h 1637828"/>
                    <a:gd name="connsiteX986" fmla="*/ 1278404 w 1611312"/>
                    <a:gd name="connsiteY986" fmla="*/ 881780 h 1637828"/>
                    <a:gd name="connsiteX987" fmla="*/ 1271971 w 1611312"/>
                    <a:gd name="connsiteY987" fmla="*/ 881780 h 1637828"/>
                    <a:gd name="connsiteX988" fmla="*/ 1275831 w 1611312"/>
                    <a:gd name="connsiteY988" fmla="*/ 876003 h 1637828"/>
                    <a:gd name="connsiteX989" fmla="*/ 1275188 w 1611312"/>
                    <a:gd name="connsiteY989" fmla="*/ 870869 h 1637828"/>
                    <a:gd name="connsiteX990" fmla="*/ 1268755 w 1611312"/>
                    <a:gd name="connsiteY990" fmla="*/ 871511 h 1637828"/>
                    <a:gd name="connsiteX991" fmla="*/ 1263609 w 1611312"/>
                    <a:gd name="connsiteY991" fmla="*/ 865092 h 1637828"/>
                    <a:gd name="connsiteX992" fmla="*/ 1270041 w 1611312"/>
                    <a:gd name="connsiteY992" fmla="*/ 856107 h 1637828"/>
                    <a:gd name="connsiteX993" fmla="*/ 1274544 w 1611312"/>
                    <a:gd name="connsiteY993" fmla="*/ 857390 h 1637828"/>
                    <a:gd name="connsiteX994" fmla="*/ 1280977 w 1611312"/>
                    <a:gd name="connsiteY994" fmla="*/ 857390 h 1637828"/>
                    <a:gd name="connsiteX995" fmla="*/ 1298989 w 1611312"/>
                    <a:gd name="connsiteY995" fmla="*/ 888840 h 1637828"/>
                    <a:gd name="connsiteX996" fmla="*/ 1307994 w 1611312"/>
                    <a:gd name="connsiteY996" fmla="*/ 897826 h 1637828"/>
                    <a:gd name="connsiteX997" fmla="*/ 1307351 w 1611312"/>
                    <a:gd name="connsiteY997" fmla="*/ 899751 h 1637828"/>
                    <a:gd name="connsiteX998" fmla="*/ 1309924 w 1611312"/>
                    <a:gd name="connsiteY998" fmla="*/ 904886 h 1637828"/>
                    <a:gd name="connsiteX999" fmla="*/ 1316357 w 1611312"/>
                    <a:gd name="connsiteY999" fmla="*/ 907453 h 1637828"/>
                    <a:gd name="connsiteX1000" fmla="*/ 1322790 w 1611312"/>
                    <a:gd name="connsiteY1000" fmla="*/ 916438 h 1637828"/>
                    <a:gd name="connsiteX1001" fmla="*/ 1340158 w 1611312"/>
                    <a:gd name="connsiteY1001" fmla="*/ 939544 h 1637828"/>
                    <a:gd name="connsiteX1002" fmla="*/ 1348521 w 1611312"/>
                    <a:gd name="connsiteY1002" fmla="*/ 968426 h 1637828"/>
                    <a:gd name="connsiteX1003" fmla="*/ 1376181 w 1611312"/>
                    <a:gd name="connsiteY1003" fmla="*/ 957515 h 1637828"/>
                    <a:gd name="connsiteX1004" fmla="*/ 1365246 w 1611312"/>
                    <a:gd name="connsiteY1004" fmla="*/ 917722 h 1637828"/>
                    <a:gd name="connsiteX1005" fmla="*/ 1348521 w 1611312"/>
                    <a:gd name="connsiteY1005" fmla="*/ 872152 h 1637828"/>
                    <a:gd name="connsiteX1006" fmla="*/ 1333725 w 1611312"/>
                    <a:gd name="connsiteY1006" fmla="*/ 846479 h 1637828"/>
                    <a:gd name="connsiteX1007" fmla="*/ 1319573 w 1611312"/>
                    <a:gd name="connsiteY1007" fmla="*/ 827867 h 1637828"/>
                    <a:gd name="connsiteX1008" fmla="*/ 1322790 w 1611312"/>
                    <a:gd name="connsiteY1008" fmla="*/ 818239 h 1637828"/>
                    <a:gd name="connsiteX1009" fmla="*/ 1313141 w 1611312"/>
                    <a:gd name="connsiteY1009" fmla="*/ 809895 h 1637828"/>
                    <a:gd name="connsiteX1010" fmla="*/ 1311854 w 1611312"/>
                    <a:gd name="connsiteY1010" fmla="*/ 796417 h 1637828"/>
                    <a:gd name="connsiteX1011" fmla="*/ 1306708 w 1611312"/>
                    <a:gd name="connsiteY1011" fmla="*/ 772669 h 1637828"/>
                    <a:gd name="connsiteX1012" fmla="*/ 1307994 w 1611312"/>
                    <a:gd name="connsiteY1012" fmla="*/ 767535 h 1637828"/>
                    <a:gd name="connsiteX1013" fmla="*/ 1294486 w 1611312"/>
                    <a:gd name="connsiteY1013" fmla="*/ 743145 h 1637828"/>
                    <a:gd name="connsiteX1014" fmla="*/ 1273901 w 1611312"/>
                    <a:gd name="connsiteY1014" fmla="*/ 716831 h 1637828"/>
                    <a:gd name="connsiteX1015" fmla="*/ 1251387 w 1611312"/>
                    <a:gd name="connsiteY1015" fmla="*/ 706561 h 1637828"/>
                    <a:gd name="connsiteX1016" fmla="*/ 1245597 w 1611312"/>
                    <a:gd name="connsiteY1016" fmla="*/ 703994 h 1637828"/>
                    <a:gd name="connsiteX1017" fmla="*/ 1270041 w 1611312"/>
                    <a:gd name="connsiteY1017" fmla="*/ 688590 h 1637828"/>
                    <a:gd name="connsiteX1018" fmla="*/ 1270041 w 1611312"/>
                    <a:gd name="connsiteY1018" fmla="*/ 689874 h 1637828"/>
                    <a:gd name="connsiteX1019" fmla="*/ 1276474 w 1611312"/>
                    <a:gd name="connsiteY1019" fmla="*/ 707203 h 1637828"/>
                    <a:gd name="connsiteX1020" fmla="*/ 1291913 w 1611312"/>
                    <a:gd name="connsiteY1020" fmla="*/ 716189 h 1637828"/>
                    <a:gd name="connsiteX1021" fmla="*/ 1303492 w 1611312"/>
                    <a:gd name="connsiteY1021" fmla="*/ 730309 h 1637828"/>
                    <a:gd name="connsiteX1022" fmla="*/ 1309281 w 1611312"/>
                    <a:gd name="connsiteY1022" fmla="*/ 718114 h 1637828"/>
                    <a:gd name="connsiteX1023" fmla="*/ 1292556 w 1611312"/>
                    <a:gd name="connsiteY1023" fmla="*/ 702069 h 1637828"/>
                    <a:gd name="connsiteX1024" fmla="*/ 1280977 w 1611312"/>
                    <a:gd name="connsiteY1024" fmla="*/ 694367 h 1637828"/>
                    <a:gd name="connsiteX1025" fmla="*/ 1273258 w 1611312"/>
                    <a:gd name="connsiteY1025" fmla="*/ 686665 h 1637828"/>
                    <a:gd name="connsiteX1026" fmla="*/ 1281620 w 1611312"/>
                    <a:gd name="connsiteY1026" fmla="*/ 680247 h 1637828"/>
                    <a:gd name="connsiteX1027" fmla="*/ 1283550 w 1611312"/>
                    <a:gd name="connsiteY1027" fmla="*/ 682172 h 1637828"/>
                    <a:gd name="connsiteX1028" fmla="*/ 1288053 w 1611312"/>
                    <a:gd name="connsiteY1028" fmla="*/ 686023 h 1637828"/>
                    <a:gd name="connsiteX1029" fmla="*/ 1292556 w 1611312"/>
                    <a:gd name="connsiteY1029" fmla="*/ 689874 h 1637828"/>
                    <a:gd name="connsiteX1030" fmla="*/ 1313141 w 1611312"/>
                    <a:gd name="connsiteY1030" fmla="*/ 700143 h 1637828"/>
                    <a:gd name="connsiteX1031" fmla="*/ 1331796 w 1611312"/>
                    <a:gd name="connsiteY1031" fmla="*/ 695008 h 1637828"/>
                    <a:gd name="connsiteX1032" fmla="*/ 1340158 w 1611312"/>
                    <a:gd name="connsiteY1032" fmla="*/ 689232 h 1637828"/>
                    <a:gd name="connsiteX1033" fmla="*/ 1346591 w 1611312"/>
                    <a:gd name="connsiteY1033" fmla="*/ 698859 h 1637828"/>
                    <a:gd name="connsiteX1034" fmla="*/ 1354310 w 1611312"/>
                    <a:gd name="connsiteY1034" fmla="*/ 707845 h 1637828"/>
                    <a:gd name="connsiteX1035" fmla="*/ 1362029 w 1611312"/>
                    <a:gd name="connsiteY1035" fmla="*/ 725174 h 1637828"/>
                    <a:gd name="connsiteX1036" fmla="*/ 1378754 w 1611312"/>
                    <a:gd name="connsiteY1036" fmla="*/ 721965 h 1637828"/>
                    <a:gd name="connsiteX1037" fmla="*/ 1367176 w 1611312"/>
                    <a:gd name="connsiteY1037" fmla="*/ 703352 h 1637828"/>
                    <a:gd name="connsiteX1038" fmla="*/ 1361386 w 1611312"/>
                    <a:gd name="connsiteY1038" fmla="*/ 693083 h 1637828"/>
                    <a:gd name="connsiteX1039" fmla="*/ 1351094 w 1611312"/>
                    <a:gd name="connsiteY1039" fmla="*/ 675112 h 1637828"/>
                    <a:gd name="connsiteX1040" fmla="*/ 1347877 w 1611312"/>
                    <a:gd name="connsiteY1040" fmla="*/ 659708 h 1637828"/>
                    <a:gd name="connsiteX1041" fmla="*/ 1335655 w 1611312"/>
                    <a:gd name="connsiteY1041" fmla="*/ 650722 h 1637828"/>
                    <a:gd name="connsiteX1042" fmla="*/ 1327293 w 1611312"/>
                    <a:gd name="connsiteY1042" fmla="*/ 647513 h 1637828"/>
                    <a:gd name="connsiteX1043" fmla="*/ 1336942 w 1611312"/>
                    <a:gd name="connsiteY1043" fmla="*/ 635960 h 1637828"/>
                    <a:gd name="connsiteX1044" fmla="*/ 1336942 w 1611312"/>
                    <a:gd name="connsiteY1044" fmla="*/ 628259 h 1637828"/>
                    <a:gd name="connsiteX1045" fmla="*/ 1322790 w 1611312"/>
                    <a:gd name="connsiteY1045" fmla="*/ 628900 h 1637828"/>
                    <a:gd name="connsiteX1046" fmla="*/ 1321503 w 1611312"/>
                    <a:gd name="connsiteY1046" fmla="*/ 630184 h 1637828"/>
                    <a:gd name="connsiteX1047" fmla="*/ 1300275 w 1611312"/>
                    <a:gd name="connsiteY1047" fmla="*/ 552523 h 1637828"/>
                    <a:gd name="connsiteX1048" fmla="*/ 1289340 w 1611312"/>
                    <a:gd name="connsiteY1048" fmla="*/ 543538 h 1637828"/>
                    <a:gd name="connsiteX1049" fmla="*/ 1304135 w 1611312"/>
                    <a:gd name="connsiteY1049" fmla="*/ 545463 h 1637828"/>
                    <a:gd name="connsiteX1050" fmla="*/ 1333082 w 1611312"/>
                    <a:gd name="connsiteY1050" fmla="*/ 548672 h 1637828"/>
                    <a:gd name="connsiteX1051" fmla="*/ 1348521 w 1611312"/>
                    <a:gd name="connsiteY1051" fmla="*/ 537761 h 1637828"/>
                    <a:gd name="connsiteX1052" fmla="*/ 1356240 w 1611312"/>
                    <a:gd name="connsiteY1052" fmla="*/ 513372 h 1637828"/>
                    <a:gd name="connsiteX1053" fmla="*/ 1373608 w 1611312"/>
                    <a:gd name="connsiteY1053" fmla="*/ 498610 h 1637828"/>
                    <a:gd name="connsiteX1054" fmla="*/ 1372322 w 1611312"/>
                    <a:gd name="connsiteY1054" fmla="*/ 469086 h 1637828"/>
                    <a:gd name="connsiteX1055" fmla="*/ 1371678 w 1611312"/>
                    <a:gd name="connsiteY1055" fmla="*/ 466518 h 1637828"/>
                    <a:gd name="connsiteX1056" fmla="*/ 1373608 w 1611312"/>
                    <a:gd name="connsiteY1056" fmla="*/ 467802 h 1637828"/>
                    <a:gd name="connsiteX1057" fmla="*/ 1381328 w 1611312"/>
                    <a:gd name="connsiteY1057" fmla="*/ 474220 h 1637828"/>
                    <a:gd name="connsiteX1058" fmla="*/ 1399982 w 1611312"/>
                    <a:gd name="connsiteY1058" fmla="*/ 469086 h 1637828"/>
                    <a:gd name="connsiteX1059" fmla="*/ 1414134 w 1611312"/>
                    <a:gd name="connsiteY1059" fmla="*/ 477429 h 1637828"/>
                    <a:gd name="connsiteX1060" fmla="*/ 1424427 w 1611312"/>
                    <a:gd name="connsiteY1060" fmla="*/ 477429 h 1637828"/>
                    <a:gd name="connsiteX1061" fmla="*/ 1434076 w 1611312"/>
                    <a:gd name="connsiteY1061" fmla="*/ 481922 h 1637828"/>
                    <a:gd name="connsiteX1062" fmla="*/ 1441152 w 1611312"/>
                    <a:gd name="connsiteY1062" fmla="*/ 483848 h 1637828"/>
                    <a:gd name="connsiteX1063" fmla="*/ 1449514 w 1611312"/>
                    <a:gd name="connsiteY1063" fmla="*/ 471653 h 1637828"/>
                    <a:gd name="connsiteX1064" fmla="*/ 1462380 w 1611312"/>
                    <a:gd name="connsiteY1064" fmla="*/ 474862 h 1637828"/>
                    <a:gd name="connsiteX1065" fmla="*/ 1474602 w 1611312"/>
                    <a:gd name="connsiteY1065" fmla="*/ 475504 h 1637828"/>
                    <a:gd name="connsiteX1066" fmla="*/ 1486181 w 1611312"/>
                    <a:gd name="connsiteY1066" fmla="*/ 461384 h 1637828"/>
                    <a:gd name="connsiteX1067" fmla="*/ 1496473 w 1611312"/>
                    <a:gd name="connsiteY1067" fmla="*/ 445980 h 1637828"/>
                    <a:gd name="connsiteX1068" fmla="*/ 1507409 w 1611312"/>
                    <a:gd name="connsiteY1068" fmla="*/ 440203 h 1637828"/>
                    <a:gd name="connsiteX1069" fmla="*/ 1521561 w 1611312"/>
                    <a:gd name="connsiteY1069" fmla="*/ 433785 h 1637828"/>
                    <a:gd name="connsiteX1070" fmla="*/ 1525420 w 1611312"/>
                    <a:gd name="connsiteY1070" fmla="*/ 422232 h 1637828"/>
                    <a:gd name="connsiteX1071" fmla="*/ 1535070 w 1611312"/>
                    <a:gd name="connsiteY1071" fmla="*/ 417740 h 1637828"/>
                    <a:gd name="connsiteX1072" fmla="*/ 1542145 w 1611312"/>
                    <a:gd name="connsiteY1072" fmla="*/ 415172 h 1637828"/>
                    <a:gd name="connsiteX1073" fmla="*/ 1538929 w 1611312"/>
                    <a:gd name="connsiteY1073" fmla="*/ 406187 h 1637828"/>
                    <a:gd name="connsiteX1074" fmla="*/ 1547935 w 1611312"/>
                    <a:gd name="connsiteY1074" fmla="*/ 399768 h 1637828"/>
                    <a:gd name="connsiteX1075" fmla="*/ 1552438 w 1611312"/>
                    <a:gd name="connsiteY1075" fmla="*/ 389499 h 1637828"/>
                    <a:gd name="connsiteX1076" fmla="*/ 1534426 w 1611312"/>
                    <a:gd name="connsiteY1076" fmla="*/ 373454 h 1637828"/>
                    <a:gd name="connsiteX1077" fmla="*/ 1533783 w 1611312"/>
                    <a:gd name="connsiteY1077" fmla="*/ 359975 h 1637828"/>
                    <a:gd name="connsiteX1078" fmla="*/ 1542145 w 1611312"/>
                    <a:gd name="connsiteY1078" fmla="*/ 350990 h 1637828"/>
                    <a:gd name="connsiteX1079" fmla="*/ 1547292 w 1611312"/>
                    <a:gd name="connsiteY1079" fmla="*/ 348422 h 1637828"/>
                    <a:gd name="connsiteX1080" fmla="*/ 1550508 w 1611312"/>
                    <a:gd name="connsiteY1080" fmla="*/ 341362 h 1637828"/>
                    <a:gd name="connsiteX1081" fmla="*/ 1555654 w 1611312"/>
                    <a:gd name="connsiteY1081" fmla="*/ 337511 h 1637828"/>
                    <a:gd name="connsiteX1082" fmla="*/ 1556941 w 1611312"/>
                    <a:gd name="connsiteY1082" fmla="*/ 337511 h 1637828"/>
                    <a:gd name="connsiteX1083" fmla="*/ 1579455 w 1611312"/>
                    <a:gd name="connsiteY1083" fmla="*/ 336870 h 1637828"/>
                    <a:gd name="connsiteX1084" fmla="*/ 1592321 w 1611312"/>
                    <a:gd name="connsiteY1084" fmla="*/ 329809 h 1637828"/>
                    <a:gd name="connsiteX1085" fmla="*/ 1594894 w 1611312"/>
                    <a:gd name="connsiteY1085" fmla="*/ 332377 h 1637828"/>
                    <a:gd name="connsiteX1086" fmla="*/ 1603899 w 1611312"/>
                    <a:gd name="connsiteY1086" fmla="*/ 331735 h 1637828"/>
                    <a:gd name="connsiteX1087" fmla="*/ 1609046 w 1611312"/>
                    <a:gd name="connsiteY1087" fmla="*/ 322749 h 1637828"/>
                    <a:gd name="connsiteX1088" fmla="*/ 1603899 w 1611312"/>
                    <a:gd name="connsiteY1088" fmla="*/ 310555 h 1637828"/>
                    <a:gd name="connsiteX1089" fmla="*/ 488466 w 1611312"/>
                    <a:gd name="connsiteY1089" fmla="*/ 689874 h 1637828"/>
                    <a:gd name="connsiteX1090" fmla="*/ 493613 w 1611312"/>
                    <a:gd name="connsiteY1090" fmla="*/ 689232 h 1637828"/>
                    <a:gd name="connsiteX1091" fmla="*/ 488466 w 1611312"/>
                    <a:gd name="connsiteY1091" fmla="*/ 692441 h 1637828"/>
                    <a:gd name="connsiteX1092" fmla="*/ 485893 w 1611312"/>
                    <a:gd name="connsiteY1092" fmla="*/ 693725 h 1637828"/>
                    <a:gd name="connsiteX1093" fmla="*/ 488466 w 1611312"/>
                    <a:gd name="connsiteY1093" fmla="*/ 689874 h 1637828"/>
                    <a:gd name="connsiteX1094" fmla="*/ 256889 w 1611312"/>
                    <a:gd name="connsiteY1094" fmla="*/ 469728 h 1637828"/>
                    <a:gd name="connsiteX1095" fmla="*/ 267824 w 1611312"/>
                    <a:gd name="connsiteY1095" fmla="*/ 451756 h 1637828"/>
                    <a:gd name="connsiteX1096" fmla="*/ 283263 w 1611312"/>
                    <a:gd name="connsiteY1096" fmla="*/ 424158 h 1637828"/>
                    <a:gd name="connsiteX1097" fmla="*/ 292912 w 1611312"/>
                    <a:gd name="connsiteY1097" fmla="*/ 424158 h 1637828"/>
                    <a:gd name="connsiteX1098" fmla="*/ 302561 w 1611312"/>
                    <a:gd name="connsiteY1098" fmla="*/ 425442 h 1637828"/>
                    <a:gd name="connsiteX1099" fmla="*/ 267181 w 1611312"/>
                    <a:gd name="connsiteY1099" fmla="*/ 486415 h 1637828"/>
                    <a:gd name="connsiteX1100" fmla="*/ 253672 w 1611312"/>
                    <a:gd name="connsiteY1100" fmla="*/ 476788 h 1637828"/>
                    <a:gd name="connsiteX1101" fmla="*/ 256889 w 1611312"/>
                    <a:gd name="connsiteY1101" fmla="*/ 469728 h 1637828"/>
                    <a:gd name="connsiteX1102" fmla="*/ 244666 w 1611312"/>
                    <a:gd name="connsiteY1102" fmla="*/ 573062 h 1637828"/>
                    <a:gd name="connsiteX1103" fmla="*/ 249813 w 1611312"/>
                    <a:gd name="connsiteY1103" fmla="*/ 558941 h 1637828"/>
                    <a:gd name="connsiteX1104" fmla="*/ 260748 w 1611312"/>
                    <a:gd name="connsiteY1104" fmla="*/ 553807 h 1637828"/>
                    <a:gd name="connsiteX1105" fmla="*/ 259462 w 1611312"/>
                    <a:gd name="connsiteY1105" fmla="*/ 535836 h 1637828"/>
                    <a:gd name="connsiteX1106" fmla="*/ 274900 w 1611312"/>
                    <a:gd name="connsiteY1106" fmla="*/ 528776 h 1637828"/>
                    <a:gd name="connsiteX1107" fmla="*/ 267181 w 1611312"/>
                    <a:gd name="connsiteY1107" fmla="*/ 516581 h 1637828"/>
                    <a:gd name="connsiteX1108" fmla="*/ 263964 w 1611312"/>
                    <a:gd name="connsiteY1108" fmla="*/ 503744 h 1637828"/>
                    <a:gd name="connsiteX1109" fmla="*/ 325075 w 1611312"/>
                    <a:gd name="connsiteY1109" fmla="*/ 445980 h 1637828"/>
                    <a:gd name="connsiteX1110" fmla="*/ 328292 w 1611312"/>
                    <a:gd name="connsiteY1110" fmla="*/ 465235 h 1637828"/>
                    <a:gd name="connsiteX1111" fmla="*/ 335368 w 1611312"/>
                    <a:gd name="connsiteY1111" fmla="*/ 468444 h 1637828"/>
                    <a:gd name="connsiteX1112" fmla="*/ 337941 w 1611312"/>
                    <a:gd name="connsiteY1112" fmla="*/ 465235 h 1637828"/>
                    <a:gd name="connsiteX1113" fmla="*/ 339227 w 1611312"/>
                    <a:gd name="connsiteY1113" fmla="*/ 471011 h 1637828"/>
                    <a:gd name="connsiteX1114" fmla="*/ 341157 w 1611312"/>
                    <a:gd name="connsiteY1114" fmla="*/ 477429 h 1637828"/>
                    <a:gd name="connsiteX1115" fmla="*/ 336654 w 1611312"/>
                    <a:gd name="connsiteY1115" fmla="*/ 479997 h 1637828"/>
                    <a:gd name="connsiteX1116" fmla="*/ 319286 w 1611312"/>
                    <a:gd name="connsiteY1116" fmla="*/ 474862 h 1637828"/>
                    <a:gd name="connsiteX1117" fmla="*/ 315426 w 1611312"/>
                    <a:gd name="connsiteY1117" fmla="*/ 482564 h 1637828"/>
                    <a:gd name="connsiteX1118" fmla="*/ 321859 w 1611312"/>
                    <a:gd name="connsiteY1118" fmla="*/ 494117 h 1637828"/>
                    <a:gd name="connsiteX1119" fmla="*/ 317999 w 1611312"/>
                    <a:gd name="connsiteY1119" fmla="*/ 501819 h 1637828"/>
                    <a:gd name="connsiteX1120" fmla="*/ 306420 w 1611312"/>
                    <a:gd name="connsiteY1120" fmla="*/ 506312 h 1637828"/>
                    <a:gd name="connsiteX1121" fmla="*/ 303847 w 1611312"/>
                    <a:gd name="connsiteY1121" fmla="*/ 514655 h 1637828"/>
                    <a:gd name="connsiteX1122" fmla="*/ 311567 w 1611312"/>
                    <a:gd name="connsiteY1122" fmla="*/ 524925 h 1637828"/>
                    <a:gd name="connsiteX1123" fmla="*/ 301918 w 1611312"/>
                    <a:gd name="connsiteY1123" fmla="*/ 531985 h 1637828"/>
                    <a:gd name="connsiteX1124" fmla="*/ 289695 w 1611312"/>
                    <a:gd name="connsiteY1124" fmla="*/ 530701 h 1637828"/>
                    <a:gd name="connsiteX1125" fmla="*/ 295485 w 1611312"/>
                    <a:gd name="connsiteY1125" fmla="*/ 537761 h 1637828"/>
                    <a:gd name="connsiteX1126" fmla="*/ 305777 w 1611312"/>
                    <a:gd name="connsiteY1126" fmla="*/ 537761 h 1637828"/>
                    <a:gd name="connsiteX1127" fmla="*/ 307064 w 1611312"/>
                    <a:gd name="connsiteY1127" fmla="*/ 552523 h 1637828"/>
                    <a:gd name="connsiteX1128" fmla="*/ 303204 w 1611312"/>
                    <a:gd name="connsiteY1128" fmla="*/ 558300 h 1637828"/>
                    <a:gd name="connsiteX1129" fmla="*/ 296128 w 1611312"/>
                    <a:gd name="connsiteY1129" fmla="*/ 559583 h 1637828"/>
                    <a:gd name="connsiteX1130" fmla="*/ 296128 w 1611312"/>
                    <a:gd name="connsiteY1130" fmla="*/ 559583 h 1637828"/>
                    <a:gd name="connsiteX1131" fmla="*/ 294198 w 1611312"/>
                    <a:gd name="connsiteY1131" fmla="*/ 548672 h 1637828"/>
                    <a:gd name="connsiteX1132" fmla="*/ 283906 w 1611312"/>
                    <a:gd name="connsiteY1132" fmla="*/ 545463 h 1637828"/>
                    <a:gd name="connsiteX1133" fmla="*/ 279403 w 1611312"/>
                    <a:gd name="connsiteY1133" fmla="*/ 566643 h 1637828"/>
                    <a:gd name="connsiteX1134" fmla="*/ 278760 w 1611312"/>
                    <a:gd name="connsiteY1134" fmla="*/ 578196 h 1637828"/>
                    <a:gd name="connsiteX1135" fmla="*/ 267181 w 1611312"/>
                    <a:gd name="connsiteY1135" fmla="*/ 580763 h 1637828"/>
                    <a:gd name="connsiteX1136" fmla="*/ 244666 w 1611312"/>
                    <a:gd name="connsiteY1136" fmla="*/ 573062 h 1637828"/>
                    <a:gd name="connsiteX1137" fmla="*/ 307064 w 1611312"/>
                    <a:gd name="connsiteY1137" fmla="*/ 575629 h 1637828"/>
                    <a:gd name="connsiteX1138" fmla="*/ 298701 w 1611312"/>
                    <a:gd name="connsiteY1138" fmla="*/ 569852 h 1637828"/>
                    <a:gd name="connsiteX1139" fmla="*/ 304491 w 1611312"/>
                    <a:gd name="connsiteY1139" fmla="*/ 569852 h 1637828"/>
                    <a:gd name="connsiteX1140" fmla="*/ 307064 w 1611312"/>
                    <a:gd name="connsiteY1140" fmla="*/ 575629 h 1637828"/>
                    <a:gd name="connsiteX1141" fmla="*/ 527706 w 1611312"/>
                    <a:gd name="connsiteY1141" fmla="*/ 951097 h 1637828"/>
                    <a:gd name="connsiteX1142" fmla="*/ 526419 w 1611312"/>
                    <a:gd name="connsiteY1142" fmla="*/ 960083 h 1637828"/>
                    <a:gd name="connsiteX1143" fmla="*/ 516770 w 1611312"/>
                    <a:gd name="connsiteY1143" fmla="*/ 967785 h 1637828"/>
                    <a:gd name="connsiteX1144" fmla="*/ 510981 w 1611312"/>
                    <a:gd name="connsiteY1144" fmla="*/ 979337 h 1637828"/>
                    <a:gd name="connsiteX1145" fmla="*/ 515484 w 1611312"/>
                    <a:gd name="connsiteY1145" fmla="*/ 994099 h 1637828"/>
                    <a:gd name="connsiteX1146" fmla="*/ 519987 w 1611312"/>
                    <a:gd name="connsiteY1146" fmla="*/ 1012071 h 1637828"/>
                    <a:gd name="connsiteX1147" fmla="*/ 516770 w 1611312"/>
                    <a:gd name="connsiteY1147" fmla="*/ 1022340 h 1637828"/>
                    <a:gd name="connsiteX1148" fmla="*/ 520630 w 1611312"/>
                    <a:gd name="connsiteY1148" fmla="*/ 1032609 h 1637828"/>
                    <a:gd name="connsiteX1149" fmla="*/ 521916 w 1611312"/>
                    <a:gd name="connsiteY1149" fmla="*/ 1033893 h 1637828"/>
                    <a:gd name="connsiteX1150" fmla="*/ 521273 w 1611312"/>
                    <a:gd name="connsiteY1150" fmla="*/ 1036460 h 1637828"/>
                    <a:gd name="connsiteX1151" fmla="*/ 507764 w 1611312"/>
                    <a:gd name="connsiteY1151" fmla="*/ 1060208 h 1637828"/>
                    <a:gd name="connsiteX1152" fmla="*/ 500688 w 1611312"/>
                    <a:gd name="connsiteY1152" fmla="*/ 1069835 h 1637828"/>
                    <a:gd name="connsiteX1153" fmla="*/ 485250 w 1611312"/>
                    <a:gd name="connsiteY1153" fmla="*/ 1069835 h 1637828"/>
                    <a:gd name="connsiteX1154" fmla="*/ 476887 w 1611312"/>
                    <a:gd name="connsiteY1154" fmla="*/ 1076895 h 1637828"/>
                    <a:gd name="connsiteX1155" fmla="*/ 464665 w 1611312"/>
                    <a:gd name="connsiteY1155" fmla="*/ 1083955 h 1637828"/>
                    <a:gd name="connsiteX1156" fmla="*/ 451157 w 1611312"/>
                    <a:gd name="connsiteY1156" fmla="*/ 1092941 h 1637828"/>
                    <a:gd name="connsiteX1157" fmla="*/ 441507 w 1611312"/>
                    <a:gd name="connsiteY1157" fmla="*/ 1101284 h 1637828"/>
                    <a:gd name="connsiteX1158" fmla="*/ 438934 w 1611312"/>
                    <a:gd name="connsiteY1158" fmla="*/ 1105135 h 1637828"/>
                    <a:gd name="connsiteX1159" fmla="*/ 436361 w 1611312"/>
                    <a:gd name="connsiteY1159" fmla="*/ 1105135 h 1637828"/>
                    <a:gd name="connsiteX1160" fmla="*/ 433145 w 1611312"/>
                    <a:gd name="connsiteY1160" fmla="*/ 1110912 h 1637828"/>
                    <a:gd name="connsiteX1161" fmla="*/ 425426 w 1611312"/>
                    <a:gd name="connsiteY1161" fmla="*/ 1122465 h 1637828"/>
                    <a:gd name="connsiteX1162" fmla="*/ 421566 w 1611312"/>
                    <a:gd name="connsiteY1162" fmla="*/ 1136585 h 1637828"/>
                    <a:gd name="connsiteX1163" fmla="*/ 415133 w 1611312"/>
                    <a:gd name="connsiteY1163" fmla="*/ 1137868 h 1637828"/>
                    <a:gd name="connsiteX1164" fmla="*/ 406128 w 1611312"/>
                    <a:gd name="connsiteY1164" fmla="*/ 1141078 h 1637828"/>
                    <a:gd name="connsiteX1165" fmla="*/ 403554 w 1611312"/>
                    <a:gd name="connsiteY1165" fmla="*/ 1154556 h 1637828"/>
                    <a:gd name="connsiteX1166" fmla="*/ 396478 w 1611312"/>
                    <a:gd name="connsiteY1166" fmla="*/ 1158407 h 1637828"/>
                    <a:gd name="connsiteX1167" fmla="*/ 384256 w 1611312"/>
                    <a:gd name="connsiteY1167" fmla="*/ 1153272 h 1637828"/>
                    <a:gd name="connsiteX1168" fmla="*/ 383613 w 1611312"/>
                    <a:gd name="connsiteY1168" fmla="*/ 1153272 h 1637828"/>
                    <a:gd name="connsiteX1169" fmla="*/ 377180 w 1611312"/>
                    <a:gd name="connsiteY1169" fmla="*/ 1148780 h 1637828"/>
                    <a:gd name="connsiteX1170" fmla="*/ 366245 w 1611312"/>
                    <a:gd name="connsiteY1170" fmla="*/ 1137868 h 1637828"/>
                    <a:gd name="connsiteX1171" fmla="*/ 350806 w 1611312"/>
                    <a:gd name="connsiteY1171" fmla="*/ 1126957 h 1637828"/>
                    <a:gd name="connsiteX1172" fmla="*/ 325075 w 1611312"/>
                    <a:gd name="connsiteY1172" fmla="*/ 1114121 h 1637828"/>
                    <a:gd name="connsiteX1173" fmla="*/ 312210 w 1611312"/>
                    <a:gd name="connsiteY1173" fmla="*/ 1106419 h 1637828"/>
                    <a:gd name="connsiteX1174" fmla="*/ 307064 w 1611312"/>
                    <a:gd name="connsiteY1174" fmla="*/ 1103210 h 1637828"/>
                    <a:gd name="connsiteX1175" fmla="*/ 297415 w 1611312"/>
                    <a:gd name="connsiteY1175" fmla="*/ 1110270 h 1637828"/>
                    <a:gd name="connsiteX1176" fmla="*/ 283263 w 1611312"/>
                    <a:gd name="connsiteY1176" fmla="*/ 1106419 h 1637828"/>
                    <a:gd name="connsiteX1177" fmla="*/ 270397 w 1611312"/>
                    <a:gd name="connsiteY1177" fmla="*/ 1097433 h 1637828"/>
                    <a:gd name="connsiteX1178" fmla="*/ 282619 w 1611312"/>
                    <a:gd name="connsiteY1178" fmla="*/ 1085881 h 1637828"/>
                    <a:gd name="connsiteX1179" fmla="*/ 294842 w 1611312"/>
                    <a:gd name="connsiteY1179" fmla="*/ 1067909 h 1637828"/>
                    <a:gd name="connsiteX1180" fmla="*/ 297415 w 1611312"/>
                    <a:gd name="connsiteY1180" fmla="*/ 1047371 h 1637828"/>
                    <a:gd name="connsiteX1181" fmla="*/ 304491 w 1611312"/>
                    <a:gd name="connsiteY1181" fmla="*/ 1036460 h 1637828"/>
                    <a:gd name="connsiteX1182" fmla="*/ 306420 w 1611312"/>
                    <a:gd name="connsiteY1182" fmla="*/ 1037102 h 1637828"/>
                    <a:gd name="connsiteX1183" fmla="*/ 335368 w 1611312"/>
                    <a:gd name="connsiteY1183" fmla="*/ 1045446 h 1637828"/>
                    <a:gd name="connsiteX1184" fmla="*/ 354023 w 1611312"/>
                    <a:gd name="connsiteY1184" fmla="*/ 1034534 h 1637828"/>
                    <a:gd name="connsiteX1185" fmla="*/ 372677 w 1611312"/>
                    <a:gd name="connsiteY1185" fmla="*/ 1010145 h 1637828"/>
                    <a:gd name="connsiteX1186" fmla="*/ 395835 w 1611312"/>
                    <a:gd name="connsiteY1186" fmla="*/ 1010787 h 1637828"/>
                    <a:gd name="connsiteX1187" fmla="*/ 419636 w 1611312"/>
                    <a:gd name="connsiteY1187" fmla="*/ 1008220 h 1637828"/>
                    <a:gd name="connsiteX1188" fmla="*/ 430572 w 1611312"/>
                    <a:gd name="connsiteY1188" fmla="*/ 994099 h 1637828"/>
                    <a:gd name="connsiteX1189" fmla="*/ 443437 w 1611312"/>
                    <a:gd name="connsiteY1189" fmla="*/ 977412 h 1637828"/>
                    <a:gd name="connsiteX1190" fmla="*/ 458876 w 1611312"/>
                    <a:gd name="connsiteY1190" fmla="*/ 973561 h 1637828"/>
                    <a:gd name="connsiteX1191" fmla="*/ 484607 w 1611312"/>
                    <a:gd name="connsiteY1191" fmla="*/ 969710 h 1637828"/>
                    <a:gd name="connsiteX1192" fmla="*/ 494256 w 1611312"/>
                    <a:gd name="connsiteY1192" fmla="*/ 953023 h 1637828"/>
                    <a:gd name="connsiteX1193" fmla="*/ 498759 w 1611312"/>
                    <a:gd name="connsiteY1193" fmla="*/ 938261 h 1637828"/>
                    <a:gd name="connsiteX1194" fmla="*/ 503262 w 1611312"/>
                    <a:gd name="connsiteY1194" fmla="*/ 917722 h 1637828"/>
                    <a:gd name="connsiteX1195" fmla="*/ 502618 w 1611312"/>
                    <a:gd name="connsiteY1195" fmla="*/ 917080 h 1637828"/>
                    <a:gd name="connsiteX1196" fmla="*/ 507764 w 1611312"/>
                    <a:gd name="connsiteY1196" fmla="*/ 917722 h 1637828"/>
                    <a:gd name="connsiteX1197" fmla="*/ 508408 w 1611312"/>
                    <a:gd name="connsiteY1197" fmla="*/ 927350 h 1637828"/>
                    <a:gd name="connsiteX1198" fmla="*/ 524490 w 1611312"/>
                    <a:gd name="connsiteY1198" fmla="*/ 944037 h 1637828"/>
                    <a:gd name="connsiteX1199" fmla="*/ 530279 w 1611312"/>
                    <a:gd name="connsiteY1199" fmla="*/ 945321 h 1637828"/>
                    <a:gd name="connsiteX1200" fmla="*/ 527706 w 1611312"/>
                    <a:gd name="connsiteY1200" fmla="*/ 951097 h 1637828"/>
                    <a:gd name="connsiteX1201" fmla="*/ 610688 w 1611312"/>
                    <a:gd name="connsiteY1201" fmla="*/ 104528 h 1637828"/>
                    <a:gd name="connsiteX1202" fmla="*/ 611331 w 1611312"/>
                    <a:gd name="connsiteY1202" fmla="*/ 103887 h 1637828"/>
                    <a:gd name="connsiteX1203" fmla="*/ 613261 w 1611312"/>
                    <a:gd name="connsiteY1203" fmla="*/ 117365 h 1637828"/>
                    <a:gd name="connsiteX1204" fmla="*/ 604255 w 1611312"/>
                    <a:gd name="connsiteY1204" fmla="*/ 134052 h 1637828"/>
                    <a:gd name="connsiteX1205" fmla="*/ 592676 w 1611312"/>
                    <a:gd name="connsiteY1205" fmla="*/ 141754 h 1637828"/>
                    <a:gd name="connsiteX1206" fmla="*/ 610688 w 1611312"/>
                    <a:gd name="connsiteY1206" fmla="*/ 104528 h 1637828"/>
                    <a:gd name="connsiteX1207" fmla="*/ 620337 w 1611312"/>
                    <a:gd name="connsiteY1207" fmla="*/ 1333625 h 1637828"/>
                    <a:gd name="connsiteX1208" fmla="*/ 629986 w 1611312"/>
                    <a:gd name="connsiteY1208" fmla="*/ 1338118 h 1637828"/>
                    <a:gd name="connsiteX1209" fmla="*/ 640922 w 1611312"/>
                    <a:gd name="connsiteY1209" fmla="*/ 1340686 h 1637828"/>
                    <a:gd name="connsiteX1210" fmla="*/ 644138 w 1611312"/>
                    <a:gd name="connsiteY1210" fmla="*/ 1350313 h 1637828"/>
                    <a:gd name="connsiteX1211" fmla="*/ 638992 w 1611312"/>
                    <a:gd name="connsiteY1211" fmla="*/ 1359940 h 1637828"/>
                    <a:gd name="connsiteX1212" fmla="*/ 633846 w 1611312"/>
                    <a:gd name="connsiteY1212" fmla="*/ 1372777 h 1637828"/>
                    <a:gd name="connsiteX1213" fmla="*/ 626126 w 1611312"/>
                    <a:gd name="connsiteY1213" fmla="*/ 1378553 h 1637828"/>
                    <a:gd name="connsiteX1214" fmla="*/ 613261 w 1611312"/>
                    <a:gd name="connsiteY1214" fmla="*/ 1394599 h 1637828"/>
                    <a:gd name="connsiteX1215" fmla="*/ 610045 w 1611312"/>
                    <a:gd name="connsiteY1215" fmla="*/ 1413854 h 1637828"/>
                    <a:gd name="connsiteX1216" fmla="*/ 608758 w 1611312"/>
                    <a:gd name="connsiteY1216" fmla="*/ 1426690 h 1637828"/>
                    <a:gd name="connsiteX1217" fmla="*/ 603612 w 1611312"/>
                    <a:gd name="connsiteY1217" fmla="*/ 1420914 h 1637828"/>
                    <a:gd name="connsiteX1218" fmla="*/ 596536 w 1611312"/>
                    <a:gd name="connsiteY1218" fmla="*/ 1420914 h 1637828"/>
                    <a:gd name="connsiteX1219" fmla="*/ 592033 w 1611312"/>
                    <a:gd name="connsiteY1219" fmla="*/ 1425407 h 1637828"/>
                    <a:gd name="connsiteX1220" fmla="*/ 590103 w 1611312"/>
                    <a:gd name="connsiteY1220" fmla="*/ 1413854 h 1637828"/>
                    <a:gd name="connsiteX1221" fmla="*/ 586244 w 1611312"/>
                    <a:gd name="connsiteY1221" fmla="*/ 1401659 h 1637828"/>
                    <a:gd name="connsiteX1222" fmla="*/ 583027 w 1611312"/>
                    <a:gd name="connsiteY1222" fmla="*/ 1393957 h 1637828"/>
                    <a:gd name="connsiteX1223" fmla="*/ 580454 w 1611312"/>
                    <a:gd name="connsiteY1223" fmla="*/ 1376628 h 1637828"/>
                    <a:gd name="connsiteX1224" fmla="*/ 583671 w 1611312"/>
                    <a:gd name="connsiteY1224" fmla="*/ 1369568 h 1637828"/>
                    <a:gd name="connsiteX1225" fmla="*/ 580454 w 1611312"/>
                    <a:gd name="connsiteY1225" fmla="*/ 1361224 h 1637828"/>
                    <a:gd name="connsiteX1226" fmla="*/ 585600 w 1611312"/>
                    <a:gd name="connsiteY1226" fmla="*/ 1352880 h 1637828"/>
                    <a:gd name="connsiteX1227" fmla="*/ 594606 w 1611312"/>
                    <a:gd name="connsiteY1227" fmla="*/ 1351597 h 1637828"/>
                    <a:gd name="connsiteX1228" fmla="*/ 601682 w 1611312"/>
                    <a:gd name="connsiteY1228" fmla="*/ 1346462 h 1637828"/>
                    <a:gd name="connsiteX1229" fmla="*/ 610045 w 1611312"/>
                    <a:gd name="connsiteY1229" fmla="*/ 1335551 h 1637828"/>
                    <a:gd name="connsiteX1230" fmla="*/ 620337 w 1611312"/>
                    <a:gd name="connsiteY1230" fmla="*/ 1333625 h 1637828"/>
                    <a:gd name="connsiteX1231" fmla="*/ 902090 w 1611312"/>
                    <a:gd name="connsiteY1231" fmla="*/ 1224515 h 1637828"/>
                    <a:gd name="connsiteX1232" fmla="*/ 893084 w 1611312"/>
                    <a:gd name="connsiteY1232" fmla="*/ 1236068 h 1637828"/>
                    <a:gd name="connsiteX1233" fmla="*/ 889225 w 1611312"/>
                    <a:gd name="connsiteY1233" fmla="*/ 1232217 h 1637828"/>
                    <a:gd name="connsiteX1234" fmla="*/ 883435 w 1611312"/>
                    <a:gd name="connsiteY1234" fmla="*/ 1236710 h 1637828"/>
                    <a:gd name="connsiteX1235" fmla="*/ 866067 w 1611312"/>
                    <a:gd name="connsiteY1235" fmla="*/ 1203335 h 1637828"/>
                    <a:gd name="connsiteX1236" fmla="*/ 867353 w 1611312"/>
                    <a:gd name="connsiteY1236" fmla="*/ 1200767 h 1637828"/>
                    <a:gd name="connsiteX1237" fmla="*/ 900160 w 1611312"/>
                    <a:gd name="connsiteY1237" fmla="*/ 1207186 h 1637828"/>
                    <a:gd name="connsiteX1238" fmla="*/ 906593 w 1611312"/>
                    <a:gd name="connsiteY1238" fmla="*/ 1207186 h 1637828"/>
                    <a:gd name="connsiteX1239" fmla="*/ 906593 w 1611312"/>
                    <a:gd name="connsiteY1239" fmla="*/ 1210395 h 1637828"/>
                    <a:gd name="connsiteX1240" fmla="*/ 902090 w 1611312"/>
                    <a:gd name="connsiteY1240" fmla="*/ 1224515 h 1637828"/>
                    <a:gd name="connsiteX1241" fmla="*/ 987002 w 1611312"/>
                    <a:gd name="connsiteY1241" fmla="*/ 1376628 h 1637828"/>
                    <a:gd name="connsiteX1242" fmla="*/ 983142 w 1611312"/>
                    <a:gd name="connsiteY1242" fmla="*/ 1377911 h 1637828"/>
                    <a:gd name="connsiteX1243" fmla="*/ 978639 w 1611312"/>
                    <a:gd name="connsiteY1243" fmla="*/ 1368926 h 1637828"/>
                    <a:gd name="connsiteX1244" fmla="*/ 973493 w 1611312"/>
                    <a:gd name="connsiteY1244" fmla="*/ 1365075 h 1637828"/>
                    <a:gd name="connsiteX1245" fmla="*/ 974136 w 1611312"/>
                    <a:gd name="connsiteY1245" fmla="*/ 1356089 h 1637828"/>
                    <a:gd name="connsiteX1246" fmla="*/ 976066 w 1611312"/>
                    <a:gd name="connsiteY1246" fmla="*/ 1349671 h 1637828"/>
                    <a:gd name="connsiteX1247" fmla="*/ 979283 w 1611312"/>
                    <a:gd name="connsiteY1247" fmla="*/ 1347104 h 1637828"/>
                    <a:gd name="connsiteX1248" fmla="*/ 980569 w 1611312"/>
                    <a:gd name="connsiteY1248" fmla="*/ 1349671 h 1637828"/>
                    <a:gd name="connsiteX1249" fmla="*/ 988288 w 1611312"/>
                    <a:gd name="connsiteY1249" fmla="*/ 1370210 h 1637828"/>
                    <a:gd name="connsiteX1250" fmla="*/ 987002 w 1611312"/>
                    <a:gd name="connsiteY1250" fmla="*/ 1376628 h 1637828"/>
                    <a:gd name="connsiteX1251" fmla="*/ 1047469 w 1611312"/>
                    <a:gd name="connsiteY1251" fmla="*/ 1155840 h 1637828"/>
                    <a:gd name="connsiteX1252" fmla="*/ 1040393 w 1611312"/>
                    <a:gd name="connsiteY1252" fmla="*/ 1166109 h 1637828"/>
                    <a:gd name="connsiteX1253" fmla="*/ 1033961 w 1611312"/>
                    <a:gd name="connsiteY1253" fmla="*/ 1144929 h 1637828"/>
                    <a:gd name="connsiteX1254" fmla="*/ 1036534 w 1611312"/>
                    <a:gd name="connsiteY1254" fmla="*/ 1145570 h 1637828"/>
                    <a:gd name="connsiteX1255" fmla="*/ 1042967 w 1611312"/>
                    <a:gd name="connsiteY1255" fmla="*/ 1151347 h 1637828"/>
                    <a:gd name="connsiteX1256" fmla="*/ 1047469 w 1611312"/>
                    <a:gd name="connsiteY1256" fmla="*/ 1155840 h 1637828"/>
                    <a:gd name="connsiteX1257" fmla="*/ 1134954 w 1611312"/>
                    <a:gd name="connsiteY1257" fmla="*/ 1178304 h 1637828"/>
                    <a:gd name="connsiteX1258" fmla="*/ 1133668 w 1611312"/>
                    <a:gd name="connsiteY1258" fmla="*/ 1192424 h 1637828"/>
                    <a:gd name="connsiteX1259" fmla="*/ 1127878 w 1611312"/>
                    <a:gd name="connsiteY1259" fmla="*/ 1196275 h 1637828"/>
                    <a:gd name="connsiteX1260" fmla="*/ 1123376 w 1611312"/>
                    <a:gd name="connsiteY1260" fmla="*/ 1191782 h 1637828"/>
                    <a:gd name="connsiteX1261" fmla="*/ 1122732 w 1611312"/>
                    <a:gd name="connsiteY1261" fmla="*/ 1187931 h 1637828"/>
                    <a:gd name="connsiteX1262" fmla="*/ 1129808 w 1611312"/>
                    <a:gd name="connsiteY1262" fmla="*/ 1173811 h 1637828"/>
                    <a:gd name="connsiteX1263" fmla="*/ 1131095 w 1611312"/>
                    <a:gd name="connsiteY1263" fmla="*/ 1171885 h 1637828"/>
                    <a:gd name="connsiteX1264" fmla="*/ 1131738 w 1611312"/>
                    <a:gd name="connsiteY1264" fmla="*/ 1172527 h 1637828"/>
                    <a:gd name="connsiteX1265" fmla="*/ 1134954 w 1611312"/>
                    <a:gd name="connsiteY1265" fmla="*/ 1178304 h 1637828"/>
                    <a:gd name="connsiteX1266" fmla="*/ 1132381 w 1611312"/>
                    <a:gd name="connsiteY1266" fmla="*/ 1116688 h 1637828"/>
                    <a:gd name="connsiteX1267" fmla="*/ 1128522 w 1611312"/>
                    <a:gd name="connsiteY1267" fmla="*/ 1116046 h 1637828"/>
                    <a:gd name="connsiteX1268" fmla="*/ 1129165 w 1611312"/>
                    <a:gd name="connsiteY1268" fmla="*/ 1108986 h 1637828"/>
                    <a:gd name="connsiteX1269" fmla="*/ 1138814 w 1611312"/>
                    <a:gd name="connsiteY1269" fmla="*/ 1113479 h 1637828"/>
                    <a:gd name="connsiteX1270" fmla="*/ 1132381 w 1611312"/>
                    <a:gd name="connsiteY1270" fmla="*/ 1116688 h 1637828"/>
                    <a:gd name="connsiteX1271" fmla="*/ 1154253 w 1611312"/>
                    <a:gd name="connsiteY1271" fmla="*/ 142396 h 1637828"/>
                    <a:gd name="connsiteX1272" fmla="*/ 1156182 w 1611312"/>
                    <a:gd name="connsiteY1272" fmla="*/ 131485 h 1637828"/>
                    <a:gd name="connsiteX1273" fmla="*/ 1160685 w 1611312"/>
                    <a:gd name="connsiteY1273" fmla="*/ 124425 h 1637828"/>
                    <a:gd name="connsiteX1274" fmla="*/ 1163902 w 1611312"/>
                    <a:gd name="connsiteY1274" fmla="*/ 116081 h 1637828"/>
                    <a:gd name="connsiteX1275" fmla="*/ 1165188 w 1611312"/>
                    <a:gd name="connsiteY1275" fmla="*/ 110947 h 1637828"/>
                    <a:gd name="connsiteX1276" fmla="*/ 1172264 w 1611312"/>
                    <a:gd name="connsiteY1276" fmla="*/ 112230 h 1637828"/>
                    <a:gd name="connsiteX1277" fmla="*/ 1179340 w 1611312"/>
                    <a:gd name="connsiteY1277" fmla="*/ 119290 h 1637828"/>
                    <a:gd name="connsiteX1278" fmla="*/ 1182557 w 1611312"/>
                    <a:gd name="connsiteY1278" fmla="*/ 127634 h 1637828"/>
                    <a:gd name="connsiteX1279" fmla="*/ 1175481 w 1611312"/>
                    <a:gd name="connsiteY1279" fmla="*/ 141113 h 1637828"/>
                    <a:gd name="connsiteX1280" fmla="*/ 1157469 w 1611312"/>
                    <a:gd name="connsiteY1280" fmla="*/ 155875 h 1637828"/>
                    <a:gd name="connsiteX1281" fmla="*/ 1154253 w 1611312"/>
                    <a:gd name="connsiteY1281" fmla="*/ 142396 h 1637828"/>
                    <a:gd name="connsiteX1282" fmla="*/ 1162615 w 1611312"/>
                    <a:gd name="connsiteY1282" fmla="*/ 494759 h 1637828"/>
                    <a:gd name="connsiteX1283" fmla="*/ 1169691 w 1611312"/>
                    <a:gd name="connsiteY1283" fmla="*/ 490908 h 1637828"/>
                    <a:gd name="connsiteX1284" fmla="*/ 1169048 w 1611312"/>
                    <a:gd name="connsiteY1284" fmla="*/ 496042 h 1637828"/>
                    <a:gd name="connsiteX1285" fmla="*/ 1172264 w 1611312"/>
                    <a:gd name="connsiteY1285" fmla="*/ 499893 h 1637828"/>
                    <a:gd name="connsiteX1286" fmla="*/ 1166475 w 1611312"/>
                    <a:gd name="connsiteY1286" fmla="*/ 500535 h 1637828"/>
                    <a:gd name="connsiteX1287" fmla="*/ 1166475 w 1611312"/>
                    <a:gd name="connsiteY1287" fmla="*/ 500535 h 1637828"/>
                    <a:gd name="connsiteX1288" fmla="*/ 1162615 w 1611312"/>
                    <a:gd name="connsiteY1288" fmla="*/ 494759 h 1637828"/>
                    <a:gd name="connsiteX1289" fmla="*/ 1181913 w 1611312"/>
                    <a:gd name="connsiteY1289" fmla="*/ 1189856 h 1637828"/>
                    <a:gd name="connsiteX1290" fmla="*/ 1181913 w 1611312"/>
                    <a:gd name="connsiteY1290" fmla="*/ 1189856 h 1637828"/>
                    <a:gd name="connsiteX1291" fmla="*/ 1181913 w 1611312"/>
                    <a:gd name="connsiteY1291" fmla="*/ 1189856 h 1637828"/>
                    <a:gd name="connsiteX1292" fmla="*/ 1179340 w 1611312"/>
                    <a:gd name="connsiteY1292" fmla="*/ 1207828 h 1637828"/>
                    <a:gd name="connsiteX1293" fmla="*/ 1178697 w 1611312"/>
                    <a:gd name="connsiteY1293" fmla="*/ 1223231 h 1637828"/>
                    <a:gd name="connsiteX1294" fmla="*/ 1178054 w 1611312"/>
                    <a:gd name="connsiteY1294" fmla="*/ 1239277 h 1637828"/>
                    <a:gd name="connsiteX1295" fmla="*/ 1170334 w 1611312"/>
                    <a:gd name="connsiteY1295" fmla="*/ 1238635 h 1637828"/>
                    <a:gd name="connsiteX1296" fmla="*/ 1162615 w 1611312"/>
                    <a:gd name="connsiteY1296" fmla="*/ 1239277 h 1637828"/>
                    <a:gd name="connsiteX1297" fmla="*/ 1160685 w 1611312"/>
                    <a:gd name="connsiteY1297" fmla="*/ 1233501 h 1637828"/>
                    <a:gd name="connsiteX1298" fmla="*/ 1159399 w 1611312"/>
                    <a:gd name="connsiteY1298" fmla="*/ 1227724 h 1637828"/>
                    <a:gd name="connsiteX1299" fmla="*/ 1155539 w 1611312"/>
                    <a:gd name="connsiteY1299" fmla="*/ 1221948 h 1637828"/>
                    <a:gd name="connsiteX1300" fmla="*/ 1158112 w 1611312"/>
                    <a:gd name="connsiteY1300" fmla="*/ 1215529 h 1637828"/>
                    <a:gd name="connsiteX1301" fmla="*/ 1165831 w 1611312"/>
                    <a:gd name="connsiteY1301" fmla="*/ 1217455 h 1637828"/>
                    <a:gd name="connsiteX1302" fmla="*/ 1171621 w 1611312"/>
                    <a:gd name="connsiteY1302" fmla="*/ 1210395 h 1637828"/>
                    <a:gd name="connsiteX1303" fmla="*/ 1168405 w 1611312"/>
                    <a:gd name="connsiteY1303" fmla="*/ 1200126 h 1637828"/>
                    <a:gd name="connsiteX1304" fmla="*/ 1163258 w 1611312"/>
                    <a:gd name="connsiteY1304" fmla="*/ 1189215 h 1637828"/>
                    <a:gd name="connsiteX1305" fmla="*/ 1167118 w 1611312"/>
                    <a:gd name="connsiteY1305" fmla="*/ 1186647 h 1637828"/>
                    <a:gd name="connsiteX1306" fmla="*/ 1170334 w 1611312"/>
                    <a:gd name="connsiteY1306" fmla="*/ 1181513 h 1637828"/>
                    <a:gd name="connsiteX1307" fmla="*/ 1181913 w 1611312"/>
                    <a:gd name="connsiteY1307" fmla="*/ 1184722 h 1637828"/>
                    <a:gd name="connsiteX1308" fmla="*/ 1181913 w 1611312"/>
                    <a:gd name="connsiteY1308" fmla="*/ 1189856 h 1637828"/>
                    <a:gd name="connsiteX1309" fmla="*/ 1279691 w 1611312"/>
                    <a:gd name="connsiteY1309" fmla="*/ 843270 h 1637828"/>
                    <a:gd name="connsiteX1310" fmla="*/ 1279691 w 1611312"/>
                    <a:gd name="connsiteY1310" fmla="*/ 843270 h 1637828"/>
                    <a:gd name="connsiteX1311" fmla="*/ 1279691 w 1611312"/>
                    <a:gd name="connsiteY1311" fmla="*/ 843270 h 1637828"/>
                    <a:gd name="connsiteX1312" fmla="*/ 1284193 w 1611312"/>
                    <a:gd name="connsiteY1312" fmla="*/ 852256 h 1637828"/>
                    <a:gd name="connsiteX1313" fmla="*/ 1277761 w 1611312"/>
                    <a:gd name="connsiteY1313" fmla="*/ 849689 h 1637828"/>
                    <a:gd name="connsiteX1314" fmla="*/ 1279691 w 1611312"/>
                    <a:gd name="connsiteY1314" fmla="*/ 843270 h 1637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Lst>
                  <a:rect l="l" t="t" r="r" b="b"/>
                  <a:pathLst>
                    <a:path w="1611312" h="1637828">
                      <a:moveTo>
                        <a:pt x="1603899" y="310555"/>
                      </a:moveTo>
                      <a:cubicBezTo>
                        <a:pt x="1603899" y="310555"/>
                        <a:pt x="1603899" y="310555"/>
                        <a:pt x="1603899" y="310555"/>
                      </a:cubicBezTo>
                      <a:cubicBezTo>
                        <a:pt x="1606473" y="297718"/>
                        <a:pt x="1606473" y="302853"/>
                        <a:pt x="1609689" y="295793"/>
                      </a:cubicBezTo>
                      <a:cubicBezTo>
                        <a:pt x="1612905" y="288733"/>
                        <a:pt x="1610975" y="286165"/>
                        <a:pt x="1607116" y="283598"/>
                      </a:cubicBezTo>
                      <a:cubicBezTo>
                        <a:pt x="1603256" y="281031"/>
                        <a:pt x="1599397" y="272687"/>
                        <a:pt x="1596180" y="263060"/>
                      </a:cubicBezTo>
                      <a:cubicBezTo>
                        <a:pt x="1592964" y="253432"/>
                        <a:pt x="1594250" y="250865"/>
                        <a:pt x="1587818" y="241879"/>
                      </a:cubicBezTo>
                      <a:cubicBezTo>
                        <a:pt x="1581385" y="232894"/>
                        <a:pt x="1560800" y="236103"/>
                        <a:pt x="1553724" y="236103"/>
                      </a:cubicBezTo>
                      <a:cubicBezTo>
                        <a:pt x="1546648" y="236103"/>
                        <a:pt x="1534426" y="241879"/>
                        <a:pt x="1533140" y="242521"/>
                      </a:cubicBezTo>
                      <a:cubicBezTo>
                        <a:pt x="1531853" y="243163"/>
                        <a:pt x="1517058" y="243163"/>
                        <a:pt x="1514485" y="247656"/>
                      </a:cubicBezTo>
                      <a:cubicBezTo>
                        <a:pt x="1513198" y="250223"/>
                        <a:pt x="1509339" y="252148"/>
                        <a:pt x="1505479" y="255999"/>
                      </a:cubicBezTo>
                      <a:cubicBezTo>
                        <a:pt x="1504836" y="254716"/>
                        <a:pt x="1504192" y="252790"/>
                        <a:pt x="1503549" y="250223"/>
                      </a:cubicBezTo>
                      <a:cubicBezTo>
                        <a:pt x="1502906" y="245730"/>
                        <a:pt x="1509339" y="239954"/>
                        <a:pt x="1505479" y="239312"/>
                      </a:cubicBezTo>
                      <a:cubicBezTo>
                        <a:pt x="1501619" y="238670"/>
                        <a:pt x="1497760" y="240596"/>
                        <a:pt x="1494543" y="242521"/>
                      </a:cubicBezTo>
                      <a:cubicBezTo>
                        <a:pt x="1491327" y="243805"/>
                        <a:pt x="1486181" y="241879"/>
                        <a:pt x="1481678" y="237386"/>
                      </a:cubicBezTo>
                      <a:cubicBezTo>
                        <a:pt x="1477818" y="232894"/>
                        <a:pt x="1478461" y="231610"/>
                        <a:pt x="1477818" y="229043"/>
                      </a:cubicBezTo>
                      <a:cubicBezTo>
                        <a:pt x="1477175" y="226475"/>
                        <a:pt x="1477818" y="223266"/>
                        <a:pt x="1472029" y="227759"/>
                      </a:cubicBezTo>
                      <a:cubicBezTo>
                        <a:pt x="1466239" y="232252"/>
                        <a:pt x="1462380" y="234177"/>
                        <a:pt x="1459807" y="236103"/>
                      </a:cubicBezTo>
                      <a:cubicBezTo>
                        <a:pt x="1456590" y="238028"/>
                        <a:pt x="1455304" y="236103"/>
                        <a:pt x="1452087" y="232894"/>
                      </a:cubicBezTo>
                      <a:cubicBezTo>
                        <a:pt x="1448871" y="229685"/>
                        <a:pt x="1441795" y="229043"/>
                        <a:pt x="1436006" y="229685"/>
                      </a:cubicBezTo>
                      <a:cubicBezTo>
                        <a:pt x="1429573" y="230326"/>
                        <a:pt x="1427643" y="229685"/>
                        <a:pt x="1424427" y="227117"/>
                      </a:cubicBezTo>
                      <a:cubicBezTo>
                        <a:pt x="1420567" y="224550"/>
                        <a:pt x="1417351" y="222624"/>
                        <a:pt x="1413491" y="222624"/>
                      </a:cubicBezTo>
                      <a:cubicBezTo>
                        <a:pt x="1412848" y="222624"/>
                        <a:pt x="1405772" y="222624"/>
                        <a:pt x="1401912" y="222624"/>
                      </a:cubicBezTo>
                      <a:cubicBezTo>
                        <a:pt x="1398053" y="222624"/>
                        <a:pt x="1397409" y="227759"/>
                        <a:pt x="1394193" y="232252"/>
                      </a:cubicBezTo>
                      <a:cubicBezTo>
                        <a:pt x="1390977" y="236103"/>
                        <a:pt x="1387760" y="234819"/>
                        <a:pt x="1389047" y="239312"/>
                      </a:cubicBezTo>
                      <a:cubicBezTo>
                        <a:pt x="1390333" y="243805"/>
                        <a:pt x="1385830" y="248298"/>
                        <a:pt x="1380041" y="252148"/>
                      </a:cubicBezTo>
                      <a:cubicBezTo>
                        <a:pt x="1374251" y="255999"/>
                        <a:pt x="1372322" y="257283"/>
                        <a:pt x="1369105" y="252790"/>
                      </a:cubicBezTo>
                      <a:cubicBezTo>
                        <a:pt x="1366532" y="248298"/>
                        <a:pt x="1359456" y="243163"/>
                        <a:pt x="1358170" y="239312"/>
                      </a:cubicBezTo>
                      <a:cubicBezTo>
                        <a:pt x="1356883" y="235461"/>
                        <a:pt x="1354953" y="232252"/>
                        <a:pt x="1354953" y="240596"/>
                      </a:cubicBezTo>
                      <a:cubicBezTo>
                        <a:pt x="1354953" y="248939"/>
                        <a:pt x="1357526" y="257925"/>
                        <a:pt x="1358170" y="262418"/>
                      </a:cubicBezTo>
                      <a:cubicBezTo>
                        <a:pt x="1358813" y="267552"/>
                        <a:pt x="1354953" y="268836"/>
                        <a:pt x="1352380" y="270761"/>
                      </a:cubicBezTo>
                      <a:cubicBezTo>
                        <a:pt x="1349807" y="273329"/>
                        <a:pt x="1348521" y="277180"/>
                        <a:pt x="1347877" y="278463"/>
                      </a:cubicBezTo>
                      <a:cubicBezTo>
                        <a:pt x="1347234" y="280389"/>
                        <a:pt x="1342731" y="283598"/>
                        <a:pt x="1339515" y="280389"/>
                      </a:cubicBezTo>
                      <a:cubicBezTo>
                        <a:pt x="1336298" y="277180"/>
                        <a:pt x="1336942" y="272045"/>
                        <a:pt x="1331796" y="268836"/>
                      </a:cubicBezTo>
                      <a:cubicBezTo>
                        <a:pt x="1327293" y="265627"/>
                        <a:pt x="1323433" y="259209"/>
                        <a:pt x="1318930" y="261776"/>
                      </a:cubicBezTo>
                      <a:cubicBezTo>
                        <a:pt x="1314427" y="264343"/>
                        <a:pt x="1313141" y="266910"/>
                        <a:pt x="1316357" y="272045"/>
                      </a:cubicBezTo>
                      <a:cubicBezTo>
                        <a:pt x="1319573" y="276538"/>
                        <a:pt x="1327293" y="282314"/>
                        <a:pt x="1329866" y="284240"/>
                      </a:cubicBezTo>
                      <a:cubicBezTo>
                        <a:pt x="1332439" y="286807"/>
                        <a:pt x="1331796" y="293867"/>
                        <a:pt x="1331152" y="296434"/>
                      </a:cubicBezTo>
                      <a:cubicBezTo>
                        <a:pt x="1330509" y="299644"/>
                        <a:pt x="1326649" y="301569"/>
                        <a:pt x="1320217" y="299644"/>
                      </a:cubicBezTo>
                      <a:cubicBezTo>
                        <a:pt x="1313784" y="297718"/>
                        <a:pt x="1309924" y="295151"/>
                        <a:pt x="1307994" y="296434"/>
                      </a:cubicBezTo>
                      <a:cubicBezTo>
                        <a:pt x="1306065" y="297718"/>
                        <a:pt x="1302205" y="303495"/>
                        <a:pt x="1307351" y="306062"/>
                      </a:cubicBezTo>
                      <a:cubicBezTo>
                        <a:pt x="1312497" y="308629"/>
                        <a:pt x="1316357" y="312480"/>
                        <a:pt x="1317644" y="315689"/>
                      </a:cubicBezTo>
                      <a:cubicBezTo>
                        <a:pt x="1318287" y="318898"/>
                        <a:pt x="1320860" y="320182"/>
                        <a:pt x="1318287" y="324033"/>
                      </a:cubicBezTo>
                      <a:cubicBezTo>
                        <a:pt x="1315714" y="327884"/>
                        <a:pt x="1310568" y="336228"/>
                        <a:pt x="1312497" y="340079"/>
                      </a:cubicBezTo>
                      <a:cubicBezTo>
                        <a:pt x="1314427" y="344571"/>
                        <a:pt x="1317000" y="345855"/>
                        <a:pt x="1317644" y="347139"/>
                      </a:cubicBezTo>
                      <a:cubicBezTo>
                        <a:pt x="1318287" y="348422"/>
                        <a:pt x="1322147" y="354199"/>
                        <a:pt x="1318287" y="358692"/>
                      </a:cubicBezTo>
                      <a:cubicBezTo>
                        <a:pt x="1314427" y="362543"/>
                        <a:pt x="1309281" y="365752"/>
                        <a:pt x="1305421" y="368319"/>
                      </a:cubicBezTo>
                      <a:cubicBezTo>
                        <a:pt x="1302848" y="369603"/>
                        <a:pt x="1300275" y="372170"/>
                        <a:pt x="1300275" y="374095"/>
                      </a:cubicBezTo>
                      <a:cubicBezTo>
                        <a:pt x="1299632" y="374095"/>
                        <a:pt x="1299632" y="374095"/>
                        <a:pt x="1298989" y="374737"/>
                      </a:cubicBezTo>
                      <a:cubicBezTo>
                        <a:pt x="1291269" y="377946"/>
                        <a:pt x="1286123" y="377305"/>
                        <a:pt x="1279691" y="379872"/>
                      </a:cubicBezTo>
                      <a:cubicBezTo>
                        <a:pt x="1276474" y="381156"/>
                        <a:pt x="1275831" y="382439"/>
                        <a:pt x="1274544" y="384365"/>
                      </a:cubicBezTo>
                      <a:cubicBezTo>
                        <a:pt x="1273258" y="377305"/>
                        <a:pt x="1269398" y="377946"/>
                        <a:pt x="1266825" y="377305"/>
                      </a:cubicBezTo>
                      <a:cubicBezTo>
                        <a:pt x="1264252" y="377305"/>
                        <a:pt x="1261036" y="375379"/>
                        <a:pt x="1261036" y="375379"/>
                      </a:cubicBezTo>
                      <a:cubicBezTo>
                        <a:pt x="1261036" y="375379"/>
                        <a:pt x="1257176" y="374095"/>
                        <a:pt x="1254603" y="375379"/>
                      </a:cubicBezTo>
                      <a:cubicBezTo>
                        <a:pt x="1252673" y="376663"/>
                        <a:pt x="1254603" y="376663"/>
                        <a:pt x="1250743" y="378588"/>
                      </a:cubicBezTo>
                      <a:cubicBezTo>
                        <a:pt x="1246240" y="380514"/>
                        <a:pt x="1243667" y="384365"/>
                        <a:pt x="1243667" y="393350"/>
                      </a:cubicBezTo>
                      <a:cubicBezTo>
                        <a:pt x="1243667" y="402336"/>
                        <a:pt x="1250743" y="404903"/>
                        <a:pt x="1252673" y="405545"/>
                      </a:cubicBezTo>
                      <a:cubicBezTo>
                        <a:pt x="1252673" y="405545"/>
                        <a:pt x="1253316" y="405545"/>
                        <a:pt x="1253316" y="406187"/>
                      </a:cubicBezTo>
                      <a:cubicBezTo>
                        <a:pt x="1251387" y="408112"/>
                        <a:pt x="1250100" y="410038"/>
                        <a:pt x="1248814" y="412605"/>
                      </a:cubicBezTo>
                      <a:cubicBezTo>
                        <a:pt x="1245597" y="419023"/>
                        <a:pt x="1247527" y="420949"/>
                        <a:pt x="1239808" y="428009"/>
                      </a:cubicBezTo>
                      <a:cubicBezTo>
                        <a:pt x="1231445" y="435711"/>
                        <a:pt x="1230802" y="441487"/>
                        <a:pt x="1229515" y="450473"/>
                      </a:cubicBezTo>
                      <a:cubicBezTo>
                        <a:pt x="1228229" y="459458"/>
                        <a:pt x="1232089" y="461384"/>
                        <a:pt x="1234018" y="467160"/>
                      </a:cubicBezTo>
                      <a:cubicBezTo>
                        <a:pt x="1236591" y="472937"/>
                        <a:pt x="1237235" y="496042"/>
                        <a:pt x="1246884" y="501819"/>
                      </a:cubicBezTo>
                      <a:cubicBezTo>
                        <a:pt x="1256533" y="507595"/>
                        <a:pt x="1266825" y="512730"/>
                        <a:pt x="1270685" y="516581"/>
                      </a:cubicBezTo>
                      <a:cubicBezTo>
                        <a:pt x="1274544" y="519790"/>
                        <a:pt x="1282264" y="524925"/>
                        <a:pt x="1285480" y="532626"/>
                      </a:cubicBezTo>
                      <a:cubicBezTo>
                        <a:pt x="1286123" y="533268"/>
                        <a:pt x="1286123" y="534552"/>
                        <a:pt x="1286767" y="535194"/>
                      </a:cubicBezTo>
                      <a:cubicBezTo>
                        <a:pt x="1271971" y="526850"/>
                        <a:pt x="1255890" y="523641"/>
                        <a:pt x="1240451" y="525566"/>
                      </a:cubicBezTo>
                      <a:cubicBezTo>
                        <a:pt x="1226299" y="509521"/>
                        <a:pt x="1205714" y="499252"/>
                        <a:pt x="1183843" y="497968"/>
                      </a:cubicBezTo>
                      <a:cubicBezTo>
                        <a:pt x="1187703" y="495401"/>
                        <a:pt x="1188989" y="489624"/>
                        <a:pt x="1187703" y="485131"/>
                      </a:cubicBezTo>
                      <a:cubicBezTo>
                        <a:pt x="1186416" y="482564"/>
                        <a:pt x="1183843" y="481280"/>
                        <a:pt x="1181270" y="480639"/>
                      </a:cubicBezTo>
                      <a:cubicBezTo>
                        <a:pt x="1182557" y="479355"/>
                        <a:pt x="1183843" y="478071"/>
                        <a:pt x="1184486" y="477429"/>
                      </a:cubicBezTo>
                      <a:cubicBezTo>
                        <a:pt x="1184486" y="479355"/>
                        <a:pt x="1185773" y="480639"/>
                        <a:pt x="1187703" y="481922"/>
                      </a:cubicBezTo>
                      <a:cubicBezTo>
                        <a:pt x="1192206" y="483848"/>
                        <a:pt x="1199925" y="479355"/>
                        <a:pt x="1199925" y="473578"/>
                      </a:cubicBezTo>
                      <a:cubicBezTo>
                        <a:pt x="1200568" y="467802"/>
                        <a:pt x="1196065" y="467160"/>
                        <a:pt x="1192849" y="465877"/>
                      </a:cubicBezTo>
                      <a:cubicBezTo>
                        <a:pt x="1191562" y="465235"/>
                        <a:pt x="1190276" y="464593"/>
                        <a:pt x="1188989" y="463309"/>
                      </a:cubicBezTo>
                      <a:cubicBezTo>
                        <a:pt x="1188346" y="457533"/>
                        <a:pt x="1187059" y="448547"/>
                        <a:pt x="1184486" y="441487"/>
                      </a:cubicBezTo>
                      <a:cubicBezTo>
                        <a:pt x="1179983" y="430576"/>
                        <a:pt x="1176124" y="429292"/>
                        <a:pt x="1174837" y="424800"/>
                      </a:cubicBezTo>
                      <a:cubicBezTo>
                        <a:pt x="1173551" y="420307"/>
                        <a:pt x="1181913" y="415814"/>
                        <a:pt x="1181913" y="411321"/>
                      </a:cubicBezTo>
                      <a:cubicBezTo>
                        <a:pt x="1181913" y="407470"/>
                        <a:pt x="1182557" y="399768"/>
                        <a:pt x="1182557" y="393350"/>
                      </a:cubicBezTo>
                      <a:cubicBezTo>
                        <a:pt x="1183200" y="392067"/>
                        <a:pt x="1183843" y="390783"/>
                        <a:pt x="1184486" y="390141"/>
                      </a:cubicBezTo>
                      <a:cubicBezTo>
                        <a:pt x="1187703" y="384365"/>
                        <a:pt x="1185773" y="383723"/>
                        <a:pt x="1185773" y="381156"/>
                      </a:cubicBezTo>
                      <a:cubicBezTo>
                        <a:pt x="1185773" y="378588"/>
                        <a:pt x="1188346" y="379230"/>
                        <a:pt x="1190276" y="377305"/>
                      </a:cubicBezTo>
                      <a:cubicBezTo>
                        <a:pt x="1192849" y="375379"/>
                        <a:pt x="1193492" y="374095"/>
                        <a:pt x="1194779" y="374737"/>
                      </a:cubicBezTo>
                      <a:cubicBezTo>
                        <a:pt x="1196065" y="375379"/>
                        <a:pt x="1194779" y="377305"/>
                        <a:pt x="1195422" y="377946"/>
                      </a:cubicBezTo>
                      <a:cubicBezTo>
                        <a:pt x="1196709" y="378588"/>
                        <a:pt x="1201211" y="378588"/>
                        <a:pt x="1202498" y="380514"/>
                      </a:cubicBezTo>
                      <a:cubicBezTo>
                        <a:pt x="1203784" y="382439"/>
                        <a:pt x="1203141" y="386290"/>
                        <a:pt x="1208287" y="386932"/>
                      </a:cubicBezTo>
                      <a:cubicBezTo>
                        <a:pt x="1212790" y="388216"/>
                        <a:pt x="1214720" y="393350"/>
                        <a:pt x="1217293" y="395276"/>
                      </a:cubicBezTo>
                      <a:cubicBezTo>
                        <a:pt x="1219866" y="397201"/>
                        <a:pt x="1220510" y="399768"/>
                        <a:pt x="1221153" y="401694"/>
                      </a:cubicBezTo>
                      <a:cubicBezTo>
                        <a:pt x="1221153" y="404261"/>
                        <a:pt x="1227586" y="410680"/>
                        <a:pt x="1232089" y="411321"/>
                      </a:cubicBezTo>
                      <a:cubicBezTo>
                        <a:pt x="1236591" y="411963"/>
                        <a:pt x="1237235" y="406187"/>
                        <a:pt x="1234018" y="403619"/>
                      </a:cubicBezTo>
                      <a:cubicBezTo>
                        <a:pt x="1230802" y="401052"/>
                        <a:pt x="1222439" y="393350"/>
                        <a:pt x="1217293" y="389499"/>
                      </a:cubicBezTo>
                      <a:cubicBezTo>
                        <a:pt x="1212790" y="385006"/>
                        <a:pt x="1211504" y="381156"/>
                        <a:pt x="1209574" y="375379"/>
                      </a:cubicBezTo>
                      <a:cubicBezTo>
                        <a:pt x="1208287" y="369603"/>
                        <a:pt x="1211504" y="367035"/>
                        <a:pt x="1213434" y="363826"/>
                      </a:cubicBezTo>
                      <a:cubicBezTo>
                        <a:pt x="1216007" y="360617"/>
                        <a:pt x="1214077" y="359333"/>
                        <a:pt x="1217293" y="358050"/>
                      </a:cubicBezTo>
                      <a:cubicBezTo>
                        <a:pt x="1219866" y="356124"/>
                        <a:pt x="1219866" y="356124"/>
                        <a:pt x="1220510" y="352915"/>
                      </a:cubicBezTo>
                      <a:cubicBezTo>
                        <a:pt x="1221153" y="349706"/>
                        <a:pt x="1221153" y="347781"/>
                        <a:pt x="1221796" y="346497"/>
                      </a:cubicBezTo>
                      <a:cubicBezTo>
                        <a:pt x="1223083" y="345213"/>
                        <a:pt x="1223726" y="347781"/>
                        <a:pt x="1224369" y="349706"/>
                      </a:cubicBezTo>
                      <a:cubicBezTo>
                        <a:pt x="1225012" y="351632"/>
                        <a:pt x="1230159" y="352273"/>
                        <a:pt x="1234018" y="352273"/>
                      </a:cubicBezTo>
                      <a:cubicBezTo>
                        <a:pt x="1237878" y="352273"/>
                        <a:pt x="1237878" y="351632"/>
                        <a:pt x="1242381" y="351632"/>
                      </a:cubicBezTo>
                      <a:cubicBezTo>
                        <a:pt x="1246884" y="351632"/>
                        <a:pt x="1246240" y="351632"/>
                        <a:pt x="1249457" y="351632"/>
                      </a:cubicBezTo>
                      <a:cubicBezTo>
                        <a:pt x="1252673" y="351632"/>
                        <a:pt x="1255890" y="352915"/>
                        <a:pt x="1255890" y="350348"/>
                      </a:cubicBezTo>
                      <a:cubicBezTo>
                        <a:pt x="1256533" y="347781"/>
                        <a:pt x="1253960" y="346497"/>
                        <a:pt x="1251387" y="343930"/>
                      </a:cubicBezTo>
                      <a:cubicBezTo>
                        <a:pt x="1248170" y="341362"/>
                        <a:pt x="1239808" y="340079"/>
                        <a:pt x="1235305" y="338795"/>
                      </a:cubicBezTo>
                      <a:cubicBezTo>
                        <a:pt x="1230802" y="337511"/>
                        <a:pt x="1229515" y="331735"/>
                        <a:pt x="1232732" y="329168"/>
                      </a:cubicBezTo>
                      <a:cubicBezTo>
                        <a:pt x="1235948" y="326600"/>
                        <a:pt x="1235948" y="322108"/>
                        <a:pt x="1238521" y="318898"/>
                      </a:cubicBezTo>
                      <a:cubicBezTo>
                        <a:pt x="1241094" y="315689"/>
                        <a:pt x="1243024" y="315689"/>
                        <a:pt x="1248814" y="314406"/>
                      </a:cubicBezTo>
                      <a:cubicBezTo>
                        <a:pt x="1254603" y="313122"/>
                        <a:pt x="1255890" y="309913"/>
                        <a:pt x="1254603" y="305420"/>
                      </a:cubicBezTo>
                      <a:cubicBezTo>
                        <a:pt x="1253316" y="300927"/>
                        <a:pt x="1248814" y="294509"/>
                        <a:pt x="1248170" y="287449"/>
                      </a:cubicBezTo>
                      <a:cubicBezTo>
                        <a:pt x="1247527" y="280389"/>
                        <a:pt x="1261679" y="275254"/>
                        <a:pt x="1266182" y="273971"/>
                      </a:cubicBezTo>
                      <a:cubicBezTo>
                        <a:pt x="1270041" y="272687"/>
                        <a:pt x="1271971" y="273971"/>
                        <a:pt x="1277118" y="274612"/>
                      </a:cubicBezTo>
                      <a:cubicBezTo>
                        <a:pt x="1282264" y="275254"/>
                        <a:pt x="1288053" y="272045"/>
                        <a:pt x="1288696" y="270120"/>
                      </a:cubicBezTo>
                      <a:cubicBezTo>
                        <a:pt x="1289340" y="268194"/>
                        <a:pt x="1286123" y="266910"/>
                        <a:pt x="1281620" y="264985"/>
                      </a:cubicBezTo>
                      <a:cubicBezTo>
                        <a:pt x="1277761" y="263060"/>
                        <a:pt x="1269398" y="268836"/>
                        <a:pt x="1259106" y="271403"/>
                      </a:cubicBezTo>
                      <a:cubicBezTo>
                        <a:pt x="1259106" y="271403"/>
                        <a:pt x="1258463" y="271403"/>
                        <a:pt x="1258463" y="271403"/>
                      </a:cubicBezTo>
                      <a:cubicBezTo>
                        <a:pt x="1260392" y="269478"/>
                        <a:pt x="1262322" y="267552"/>
                        <a:pt x="1262965" y="265627"/>
                      </a:cubicBezTo>
                      <a:cubicBezTo>
                        <a:pt x="1264252" y="261776"/>
                        <a:pt x="1264895" y="247656"/>
                        <a:pt x="1262965" y="244447"/>
                      </a:cubicBezTo>
                      <a:cubicBezTo>
                        <a:pt x="1262965" y="244447"/>
                        <a:pt x="1262965" y="243805"/>
                        <a:pt x="1262322" y="243805"/>
                      </a:cubicBezTo>
                      <a:cubicBezTo>
                        <a:pt x="1264252" y="243805"/>
                        <a:pt x="1265539" y="243163"/>
                        <a:pt x="1266825" y="243163"/>
                      </a:cubicBezTo>
                      <a:cubicBezTo>
                        <a:pt x="1271328" y="241879"/>
                        <a:pt x="1275831" y="236103"/>
                        <a:pt x="1273258" y="232894"/>
                      </a:cubicBezTo>
                      <a:cubicBezTo>
                        <a:pt x="1270685" y="229685"/>
                        <a:pt x="1264252" y="232252"/>
                        <a:pt x="1261679" y="232252"/>
                      </a:cubicBezTo>
                      <a:cubicBezTo>
                        <a:pt x="1259106" y="232252"/>
                        <a:pt x="1256533" y="232252"/>
                        <a:pt x="1253960" y="234819"/>
                      </a:cubicBezTo>
                      <a:cubicBezTo>
                        <a:pt x="1253316" y="235461"/>
                        <a:pt x="1253316" y="235461"/>
                        <a:pt x="1253316" y="235461"/>
                      </a:cubicBezTo>
                      <a:cubicBezTo>
                        <a:pt x="1252673" y="235461"/>
                        <a:pt x="1252030" y="234819"/>
                        <a:pt x="1251387" y="234819"/>
                      </a:cubicBezTo>
                      <a:cubicBezTo>
                        <a:pt x="1247527" y="234177"/>
                        <a:pt x="1243667" y="234819"/>
                        <a:pt x="1243024" y="231610"/>
                      </a:cubicBezTo>
                      <a:cubicBezTo>
                        <a:pt x="1242381" y="228401"/>
                        <a:pt x="1242381" y="224550"/>
                        <a:pt x="1242381" y="224550"/>
                      </a:cubicBezTo>
                      <a:cubicBezTo>
                        <a:pt x="1242381" y="224550"/>
                        <a:pt x="1241738" y="220057"/>
                        <a:pt x="1239164" y="221341"/>
                      </a:cubicBezTo>
                      <a:cubicBezTo>
                        <a:pt x="1236591" y="222624"/>
                        <a:pt x="1232089" y="228401"/>
                        <a:pt x="1234018" y="229685"/>
                      </a:cubicBezTo>
                      <a:cubicBezTo>
                        <a:pt x="1235948" y="231610"/>
                        <a:pt x="1238521" y="233536"/>
                        <a:pt x="1238521" y="235461"/>
                      </a:cubicBezTo>
                      <a:cubicBezTo>
                        <a:pt x="1238521" y="237386"/>
                        <a:pt x="1234662" y="239312"/>
                        <a:pt x="1232732" y="239312"/>
                      </a:cubicBezTo>
                      <a:cubicBezTo>
                        <a:pt x="1230802" y="239312"/>
                        <a:pt x="1230802" y="236745"/>
                        <a:pt x="1229515" y="234177"/>
                      </a:cubicBezTo>
                      <a:cubicBezTo>
                        <a:pt x="1228229" y="232252"/>
                        <a:pt x="1227586" y="227759"/>
                        <a:pt x="1223083" y="229685"/>
                      </a:cubicBezTo>
                      <a:cubicBezTo>
                        <a:pt x="1219866" y="230968"/>
                        <a:pt x="1217293" y="232252"/>
                        <a:pt x="1216650" y="234177"/>
                      </a:cubicBezTo>
                      <a:cubicBezTo>
                        <a:pt x="1215363" y="232252"/>
                        <a:pt x="1215363" y="230326"/>
                        <a:pt x="1216007" y="228401"/>
                      </a:cubicBezTo>
                      <a:cubicBezTo>
                        <a:pt x="1216650" y="224550"/>
                        <a:pt x="1217936" y="220057"/>
                        <a:pt x="1219866" y="215564"/>
                      </a:cubicBezTo>
                      <a:cubicBezTo>
                        <a:pt x="1221153" y="211713"/>
                        <a:pt x="1219866" y="209788"/>
                        <a:pt x="1221153" y="206579"/>
                      </a:cubicBezTo>
                      <a:cubicBezTo>
                        <a:pt x="1222439" y="203370"/>
                        <a:pt x="1221153" y="200161"/>
                        <a:pt x="1222439" y="195668"/>
                      </a:cubicBezTo>
                      <a:cubicBezTo>
                        <a:pt x="1223726" y="191175"/>
                        <a:pt x="1230159" y="193100"/>
                        <a:pt x="1233375" y="190533"/>
                      </a:cubicBezTo>
                      <a:cubicBezTo>
                        <a:pt x="1236591" y="187966"/>
                        <a:pt x="1241094" y="180906"/>
                        <a:pt x="1243024" y="178338"/>
                      </a:cubicBezTo>
                      <a:cubicBezTo>
                        <a:pt x="1244954" y="175771"/>
                        <a:pt x="1246240" y="178980"/>
                        <a:pt x="1250100" y="174488"/>
                      </a:cubicBezTo>
                      <a:cubicBezTo>
                        <a:pt x="1253960" y="169995"/>
                        <a:pt x="1253960" y="162935"/>
                        <a:pt x="1250743" y="162293"/>
                      </a:cubicBezTo>
                      <a:cubicBezTo>
                        <a:pt x="1247527" y="161651"/>
                        <a:pt x="1240451" y="166144"/>
                        <a:pt x="1235948" y="171920"/>
                      </a:cubicBezTo>
                      <a:cubicBezTo>
                        <a:pt x="1231445" y="178338"/>
                        <a:pt x="1229515" y="178338"/>
                        <a:pt x="1226299" y="178980"/>
                      </a:cubicBezTo>
                      <a:cubicBezTo>
                        <a:pt x="1223083" y="179622"/>
                        <a:pt x="1222439" y="177055"/>
                        <a:pt x="1221153" y="176413"/>
                      </a:cubicBezTo>
                      <a:cubicBezTo>
                        <a:pt x="1219866" y="175771"/>
                        <a:pt x="1217293" y="169353"/>
                        <a:pt x="1217293" y="166144"/>
                      </a:cubicBezTo>
                      <a:cubicBezTo>
                        <a:pt x="1217293" y="162935"/>
                        <a:pt x="1216007" y="162293"/>
                        <a:pt x="1214077" y="163576"/>
                      </a:cubicBezTo>
                      <a:cubicBezTo>
                        <a:pt x="1211504" y="164860"/>
                        <a:pt x="1206358" y="165502"/>
                        <a:pt x="1201855" y="169995"/>
                      </a:cubicBezTo>
                      <a:cubicBezTo>
                        <a:pt x="1197352" y="174488"/>
                        <a:pt x="1199282" y="172562"/>
                        <a:pt x="1197352" y="171920"/>
                      </a:cubicBezTo>
                      <a:cubicBezTo>
                        <a:pt x="1195422" y="171920"/>
                        <a:pt x="1186416" y="170637"/>
                        <a:pt x="1182557" y="171920"/>
                      </a:cubicBezTo>
                      <a:cubicBezTo>
                        <a:pt x="1178697" y="173204"/>
                        <a:pt x="1176124" y="168711"/>
                        <a:pt x="1174837" y="166144"/>
                      </a:cubicBezTo>
                      <a:cubicBezTo>
                        <a:pt x="1173551" y="163576"/>
                        <a:pt x="1177410" y="157158"/>
                        <a:pt x="1177410" y="155233"/>
                      </a:cubicBezTo>
                      <a:cubicBezTo>
                        <a:pt x="1177410" y="153307"/>
                        <a:pt x="1180627" y="151382"/>
                        <a:pt x="1181270" y="147531"/>
                      </a:cubicBezTo>
                      <a:cubicBezTo>
                        <a:pt x="1181270" y="143680"/>
                        <a:pt x="1183200" y="143038"/>
                        <a:pt x="1187059" y="139187"/>
                      </a:cubicBezTo>
                      <a:cubicBezTo>
                        <a:pt x="1190919" y="135336"/>
                        <a:pt x="1190919" y="132769"/>
                        <a:pt x="1194135" y="126992"/>
                      </a:cubicBezTo>
                      <a:cubicBezTo>
                        <a:pt x="1197352" y="121216"/>
                        <a:pt x="1206358" y="120574"/>
                        <a:pt x="1210861" y="121216"/>
                      </a:cubicBezTo>
                      <a:cubicBezTo>
                        <a:pt x="1215363" y="121858"/>
                        <a:pt x="1222439" y="121216"/>
                        <a:pt x="1226299" y="115440"/>
                      </a:cubicBezTo>
                      <a:cubicBezTo>
                        <a:pt x="1230159" y="109663"/>
                        <a:pt x="1236591" y="109663"/>
                        <a:pt x="1239808" y="109663"/>
                      </a:cubicBezTo>
                      <a:cubicBezTo>
                        <a:pt x="1243024" y="109663"/>
                        <a:pt x="1245597" y="103245"/>
                        <a:pt x="1246240" y="98110"/>
                      </a:cubicBezTo>
                      <a:cubicBezTo>
                        <a:pt x="1246884" y="92976"/>
                        <a:pt x="1246884" y="82065"/>
                        <a:pt x="1246884" y="79497"/>
                      </a:cubicBezTo>
                      <a:cubicBezTo>
                        <a:pt x="1246884" y="76930"/>
                        <a:pt x="1246884" y="76930"/>
                        <a:pt x="1247527" y="69870"/>
                      </a:cubicBezTo>
                      <a:cubicBezTo>
                        <a:pt x="1248814" y="62810"/>
                        <a:pt x="1246240" y="53824"/>
                        <a:pt x="1246884" y="51257"/>
                      </a:cubicBezTo>
                      <a:cubicBezTo>
                        <a:pt x="1247527" y="48690"/>
                        <a:pt x="1250100" y="44197"/>
                        <a:pt x="1247527" y="41630"/>
                      </a:cubicBezTo>
                      <a:cubicBezTo>
                        <a:pt x="1244954" y="39062"/>
                        <a:pt x="1236591" y="42271"/>
                        <a:pt x="1230802" y="40346"/>
                      </a:cubicBezTo>
                      <a:cubicBezTo>
                        <a:pt x="1225012" y="38420"/>
                        <a:pt x="1226299" y="32002"/>
                        <a:pt x="1220510" y="28793"/>
                      </a:cubicBezTo>
                      <a:cubicBezTo>
                        <a:pt x="1214720" y="24942"/>
                        <a:pt x="1208287" y="29435"/>
                        <a:pt x="1203784" y="29435"/>
                      </a:cubicBezTo>
                      <a:cubicBezTo>
                        <a:pt x="1199282" y="29435"/>
                        <a:pt x="1199282" y="25584"/>
                        <a:pt x="1192849" y="25584"/>
                      </a:cubicBezTo>
                      <a:cubicBezTo>
                        <a:pt x="1185773" y="25584"/>
                        <a:pt x="1185130" y="28793"/>
                        <a:pt x="1179983" y="30718"/>
                      </a:cubicBezTo>
                      <a:cubicBezTo>
                        <a:pt x="1174837" y="32644"/>
                        <a:pt x="1171621" y="30718"/>
                        <a:pt x="1167761" y="31360"/>
                      </a:cubicBezTo>
                      <a:cubicBezTo>
                        <a:pt x="1163902" y="32002"/>
                        <a:pt x="1163258" y="39704"/>
                        <a:pt x="1163902" y="44197"/>
                      </a:cubicBezTo>
                      <a:cubicBezTo>
                        <a:pt x="1163902" y="48048"/>
                        <a:pt x="1163902" y="49331"/>
                        <a:pt x="1160685" y="49973"/>
                      </a:cubicBezTo>
                      <a:cubicBezTo>
                        <a:pt x="1157469" y="50615"/>
                        <a:pt x="1152966" y="56392"/>
                        <a:pt x="1152323" y="58317"/>
                      </a:cubicBezTo>
                      <a:cubicBezTo>
                        <a:pt x="1151680" y="59601"/>
                        <a:pt x="1151036" y="61526"/>
                        <a:pt x="1149106" y="64735"/>
                      </a:cubicBezTo>
                      <a:cubicBezTo>
                        <a:pt x="1147177" y="67303"/>
                        <a:pt x="1147820" y="73721"/>
                        <a:pt x="1149750" y="79497"/>
                      </a:cubicBezTo>
                      <a:cubicBezTo>
                        <a:pt x="1151680" y="85274"/>
                        <a:pt x="1153609" y="94901"/>
                        <a:pt x="1153609" y="98752"/>
                      </a:cubicBezTo>
                      <a:cubicBezTo>
                        <a:pt x="1154253" y="103245"/>
                        <a:pt x="1148463" y="104528"/>
                        <a:pt x="1152323" y="108379"/>
                      </a:cubicBezTo>
                      <a:cubicBezTo>
                        <a:pt x="1156182" y="112230"/>
                        <a:pt x="1161329" y="112872"/>
                        <a:pt x="1161329" y="112872"/>
                      </a:cubicBezTo>
                      <a:cubicBezTo>
                        <a:pt x="1161329" y="112872"/>
                        <a:pt x="1161972" y="118649"/>
                        <a:pt x="1156826" y="123783"/>
                      </a:cubicBezTo>
                      <a:cubicBezTo>
                        <a:pt x="1151036" y="128918"/>
                        <a:pt x="1151680" y="128918"/>
                        <a:pt x="1147820" y="135336"/>
                      </a:cubicBezTo>
                      <a:cubicBezTo>
                        <a:pt x="1143317" y="141754"/>
                        <a:pt x="1139457" y="142396"/>
                        <a:pt x="1134954" y="145605"/>
                      </a:cubicBezTo>
                      <a:cubicBezTo>
                        <a:pt x="1129808" y="148173"/>
                        <a:pt x="1126592" y="144322"/>
                        <a:pt x="1120802" y="144964"/>
                      </a:cubicBezTo>
                      <a:cubicBezTo>
                        <a:pt x="1114370" y="145605"/>
                        <a:pt x="1112440" y="148173"/>
                        <a:pt x="1105364" y="151382"/>
                      </a:cubicBezTo>
                      <a:cubicBezTo>
                        <a:pt x="1098288" y="154591"/>
                        <a:pt x="1089925" y="152665"/>
                        <a:pt x="1087352" y="148814"/>
                      </a:cubicBezTo>
                      <a:cubicBezTo>
                        <a:pt x="1086066" y="146247"/>
                        <a:pt x="1084136" y="143680"/>
                        <a:pt x="1082849" y="140471"/>
                      </a:cubicBezTo>
                      <a:cubicBezTo>
                        <a:pt x="1083493" y="137903"/>
                        <a:pt x="1084136" y="134694"/>
                        <a:pt x="1084779" y="131485"/>
                      </a:cubicBezTo>
                      <a:cubicBezTo>
                        <a:pt x="1086066" y="121858"/>
                        <a:pt x="1087352" y="126351"/>
                        <a:pt x="1088639" y="116081"/>
                      </a:cubicBezTo>
                      <a:cubicBezTo>
                        <a:pt x="1089925" y="105812"/>
                        <a:pt x="1087352" y="109021"/>
                        <a:pt x="1086066" y="105170"/>
                      </a:cubicBezTo>
                      <a:cubicBezTo>
                        <a:pt x="1085423" y="100678"/>
                        <a:pt x="1087352" y="97468"/>
                        <a:pt x="1083493" y="94259"/>
                      </a:cubicBezTo>
                      <a:cubicBezTo>
                        <a:pt x="1080276" y="91050"/>
                        <a:pt x="1073200" y="80139"/>
                        <a:pt x="1073200" y="80139"/>
                      </a:cubicBezTo>
                      <a:cubicBezTo>
                        <a:pt x="1073200" y="80139"/>
                        <a:pt x="1065481" y="70512"/>
                        <a:pt x="1061621" y="66661"/>
                      </a:cubicBezTo>
                      <a:cubicBezTo>
                        <a:pt x="1058405" y="62810"/>
                        <a:pt x="1051329" y="59601"/>
                        <a:pt x="1040393" y="58317"/>
                      </a:cubicBezTo>
                      <a:cubicBezTo>
                        <a:pt x="1030744" y="57033"/>
                        <a:pt x="1024312" y="58959"/>
                        <a:pt x="1022382" y="66019"/>
                      </a:cubicBezTo>
                      <a:cubicBezTo>
                        <a:pt x="1021095" y="66019"/>
                        <a:pt x="1019165" y="66661"/>
                        <a:pt x="1017236" y="67303"/>
                      </a:cubicBezTo>
                      <a:cubicBezTo>
                        <a:pt x="1010803" y="69870"/>
                        <a:pt x="981856" y="77572"/>
                        <a:pt x="982499" y="80781"/>
                      </a:cubicBezTo>
                      <a:cubicBezTo>
                        <a:pt x="982499" y="80781"/>
                        <a:pt x="982499" y="84632"/>
                        <a:pt x="991505" y="83348"/>
                      </a:cubicBezTo>
                      <a:cubicBezTo>
                        <a:pt x="997294" y="82065"/>
                        <a:pt x="1010160" y="79497"/>
                        <a:pt x="1017879" y="78214"/>
                      </a:cubicBezTo>
                      <a:cubicBezTo>
                        <a:pt x="1014019" y="85274"/>
                        <a:pt x="1008230" y="92976"/>
                        <a:pt x="1004370" y="100036"/>
                      </a:cubicBezTo>
                      <a:cubicBezTo>
                        <a:pt x="1003727" y="101319"/>
                        <a:pt x="1003084" y="101961"/>
                        <a:pt x="1003084" y="103245"/>
                      </a:cubicBezTo>
                      <a:cubicBezTo>
                        <a:pt x="1003084" y="103245"/>
                        <a:pt x="1003084" y="103245"/>
                        <a:pt x="1003084" y="103245"/>
                      </a:cubicBezTo>
                      <a:cubicBezTo>
                        <a:pt x="1001797" y="102603"/>
                        <a:pt x="996651" y="101961"/>
                        <a:pt x="995364" y="101319"/>
                      </a:cubicBezTo>
                      <a:cubicBezTo>
                        <a:pt x="994078" y="100678"/>
                        <a:pt x="991505" y="98752"/>
                        <a:pt x="988932" y="99394"/>
                      </a:cubicBezTo>
                      <a:cubicBezTo>
                        <a:pt x="987002" y="100036"/>
                        <a:pt x="983786" y="100678"/>
                        <a:pt x="981856" y="98752"/>
                      </a:cubicBezTo>
                      <a:cubicBezTo>
                        <a:pt x="979926" y="97468"/>
                        <a:pt x="979283" y="96827"/>
                        <a:pt x="977353" y="96827"/>
                      </a:cubicBezTo>
                      <a:cubicBezTo>
                        <a:pt x="974780" y="96185"/>
                        <a:pt x="970920" y="99394"/>
                        <a:pt x="969634" y="101319"/>
                      </a:cubicBezTo>
                      <a:cubicBezTo>
                        <a:pt x="968347" y="103245"/>
                        <a:pt x="965131" y="108379"/>
                        <a:pt x="962558" y="110947"/>
                      </a:cubicBezTo>
                      <a:cubicBezTo>
                        <a:pt x="959985" y="113514"/>
                        <a:pt x="960628" y="121216"/>
                        <a:pt x="960628" y="124425"/>
                      </a:cubicBezTo>
                      <a:cubicBezTo>
                        <a:pt x="960628" y="127634"/>
                        <a:pt x="963201" y="126992"/>
                        <a:pt x="963844" y="129560"/>
                      </a:cubicBezTo>
                      <a:cubicBezTo>
                        <a:pt x="964487" y="132127"/>
                        <a:pt x="966417" y="134052"/>
                        <a:pt x="967704" y="134052"/>
                      </a:cubicBezTo>
                      <a:cubicBezTo>
                        <a:pt x="968990" y="134052"/>
                        <a:pt x="968990" y="135978"/>
                        <a:pt x="971563" y="137262"/>
                      </a:cubicBezTo>
                      <a:cubicBezTo>
                        <a:pt x="974136" y="138545"/>
                        <a:pt x="976066" y="139829"/>
                        <a:pt x="978639" y="139187"/>
                      </a:cubicBezTo>
                      <a:cubicBezTo>
                        <a:pt x="981213" y="138545"/>
                        <a:pt x="982499" y="139187"/>
                        <a:pt x="983786" y="140471"/>
                      </a:cubicBezTo>
                      <a:cubicBezTo>
                        <a:pt x="985072" y="141754"/>
                        <a:pt x="988288" y="141754"/>
                        <a:pt x="990862" y="142396"/>
                      </a:cubicBezTo>
                      <a:cubicBezTo>
                        <a:pt x="993435" y="142396"/>
                        <a:pt x="994078" y="142396"/>
                        <a:pt x="994078" y="141113"/>
                      </a:cubicBezTo>
                      <a:cubicBezTo>
                        <a:pt x="994078" y="140471"/>
                        <a:pt x="994721" y="139829"/>
                        <a:pt x="995364" y="138545"/>
                      </a:cubicBezTo>
                      <a:cubicBezTo>
                        <a:pt x="995364" y="148814"/>
                        <a:pt x="999867" y="152024"/>
                        <a:pt x="1003727" y="155233"/>
                      </a:cubicBezTo>
                      <a:cubicBezTo>
                        <a:pt x="1008230" y="159084"/>
                        <a:pt x="1010160" y="163576"/>
                        <a:pt x="1013376" y="166144"/>
                      </a:cubicBezTo>
                      <a:cubicBezTo>
                        <a:pt x="1016592" y="168711"/>
                        <a:pt x="1023025" y="166786"/>
                        <a:pt x="1030101" y="167427"/>
                      </a:cubicBezTo>
                      <a:cubicBezTo>
                        <a:pt x="1034604" y="168069"/>
                        <a:pt x="1036534" y="168711"/>
                        <a:pt x="1037820" y="168711"/>
                      </a:cubicBezTo>
                      <a:cubicBezTo>
                        <a:pt x="1039750" y="174488"/>
                        <a:pt x="1033961" y="178338"/>
                        <a:pt x="1032031" y="184757"/>
                      </a:cubicBezTo>
                      <a:cubicBezTo>
                        <a:pt x="1029458" y="191817"/>
                        <a:pt x="1030101" y="196310"/>
                        <a:pt x="1026242" y="207221"/>
                      </a:cubicBezTo>
                      <a:cubicBezTo>
                        <a:pt x="1023668" y="214923"/>
                        <a:pt x="1017879" y="216848"/>
                        <a:pt x="1013376" y="215564"/>
                      </a:cubicBezTo>
                      <a:cubicBezTo>
                        <a:pt x="1013376" y="207862"/>
                        <a:pt x="1012733" y="200802"/>
                        <a:pt x="1008230" y="194384"/>
                      </a:cubicBezTo>
                      <a:cubicBezTo>
                        <a:pt x="1003084" y="186682"/>
                        <a:pt x="1005657" y="183473"/>
                        <a:pt x="1001797" y="180264"/>
                      </a:cubicBezTo>
                      <a:cubicBezTo>
                        <a:pt x="997294" y="176413"/>
                        <a:pt x="997294" y="176413"/>
                        <a:pt x="994721" y="175129"/>
                      </a:cubicBezTo>
                      <a:cubicBezTo>
                        <a:pt x="992791" y="173846"/>
                        <a:pt x="992148" y="173204"/>
                        <a:pt x="990862" y="171278"/>
                      </a:cubicBezTo>
                      <a:cubicBezTo>
                        <a:pt x="989575" y="169995"/>
                        <a:pt x="987645" y="168069"/>
                        <a:pt x="986359" y="168711"/>
                      </a:cubicBezTo>
                      <a:cubicBezTo>
                        <a:pt x="984429" y="169995"/>
                        <a:pt x="980569" y="167427"/>
                        <a:pt x="977353" y="169995"/>
                      </a:cubicBezTo>
                      <a:cubicBezTo>
                        <a:pt x="974136" y="171920"/>
                        <a:pt x="969634" y="175771"/>
                        <a:pt x="967060" y="176413"/>
                      </a:cubicBezTo>
                      <a:cubicBezTo>
                        <a:pt x="964487" y="177055"/>
                        <a:pt x="962558" y="178338"/>
                        <a:pt x="958698" y="181548"/>
                      </a:cubicBezTo>
                      <a:cubicBezTo>
                        <a:pt x="958055" y="180906"/>
                        <a:pt x="956768" y="180264"/>
                        <a:pt x="956125" y="179622"/>
                      </a:cubicBezTo>
                      <a:cubicBezTo>
                        <a:pt x="952908" y="177697"/>
                        <a:pt x="951622" y="176413"/>
                        <a:pt x="950979" y="175771"/>
                      </a:cubicBezTo>
                      <a:cubicBezTo>
                        <a:pt x="950335" y="174488"/>
                        <a:pt x="944546" y="169995"/>
                        <a:pt x="942616" y="169995"/>
                      </a:cubicBezTo>
                      <a:cubicBezTo>
                        <a:pt x="940043" y="169995"/>
                        <a:pt x="943903" y="172562"/>
                        <a:pt x="945833" y="174488"/>
                      </a:cubicBezTo>
                      <a:cubicBezTo>
                        <a:pt x="947762" y="176413"/>
                        <a:pt x="949049" y="178338"/>
                        <a:pt x="951622" y="178980"/>
                      </a:cubicBezTo>
                      <a:cubicBezTo>
                        <a:pt x="952908" y="179622"/>
                        <a:pt x="955482" y="181548"/>
                        <a:pt x="958055" y="183473"/>
                      </a:cubicBezTo>
                      <a:cubicBezTo>
                        <a:pt x="954195" y="186682"/>
                        <a:pt x="951622" y="188608"/>
                        <a:pt x="948406" y="192459"/>
                      </a:cubicBezTo>
                      <a:cubicBezTo>
                        <a:pt x="945189" y="196951"/>
                        <a:pt x="940043" y="204653"/>
                        <a:pt x="938113" y="209146"/>
                      </a:cubicBezTo>
                      <a:cubicBezTo>
                        <a:pt x="935540" y="212997"/>
                        <a:pt x="936183" y="211713"/>
                        <a:pt x="935540" y="216206"/>
                      </a:cubicBezTo>
                      <a:cubicBezTo>
                        <a:pt x="934897" y="219415"/>
                        <a:pt x="935540" y="221341"/>
                        <a:pt x="934897" y="223266"/>
                      </a:cubicBezTo>
                      <a:cubicBezTo>
                        <a:pt x="934254" y="221341"/>
                        <a:pt x="932967" y="220057"/>
                        <a:pt x="931681" y="217490"/>
                      </a:cubicBezTo>
                      <a:cubicBezTo>
                        <a:pt x="924605" y="207221"/>
                        <a:pt x="914312" y="205295"/>
                        <a:pt x="907879" y="205295"/>
                      </a:cubicBezTo>
                      <a:cubicBezTo>
                        <a:pt x="907879" y="205295"/>
                        <a:pt x="898230" y="200802"/>
                        <a:pt x="894371" y="198877"/>
                      </a:cubicBezTo>
                      <a:cubicBezTo>
                        <a:pt x="893084" y="198235"/>
                        <a:pt x="890511" y="196951"/>
                        <a:pt x="887295" y="195668"/>
                      </a:cubicBezTo>
                      <a:cubicBezTo>
                        <a:pt x="886651" y="193742"/>
                        <a:pt x="886651" y="191817"/>
                        <a:pt x="886008" y="190533"/>
                      </a:cubicBezTo>
                      <a:cubicBezTo>
                        <a:pt x="884722" y="184757"/>
                        <a:pt x="881505" y="172562"/>
                        <a:pt x="886008" y="169353"/>
                      </a:cubicBezTo>
                      <a:cubicBezTo>
                        <a:pt x="890511" y="166144"/>
                        <a:pt x="904020" y="165502"/>
                        <a:pt x="902733" y="158442"/>
                      </a:cubicBezTo>
                      <a:cubicBezTo>
                        <a:pt x="901447" y="150740"/>
                        <a:pt x="896944" y="152024"/>
                        <a:pt x="889868" y="152024"/>
                      </a:cubicBezTo>
                      <a:cubicBezTo>
                        <a:pt x="883435" y="152024"/>
                        <a:pt x="877646" y="148814"/>
                        <a:pt x="878289" y="141754"/>
                      </a:cubicBezTo>
                      <a:cubicBezTo>
                        <a:pt x="878932" y="134694"/>
                        <a:pt x="887295" y="130843"/>
                        <a:pt x="893084" y="128276"/>
                      </a:cubicBezTo>
                      <a:cubicBezTo>
                        <a:pt x="898874" y="125709"/>
                        <a:pt x="914312" y="120574"/>
                        <a:pt x="909809" y="113514"/>
                      </a:cubicBezTo>
                      <a:cubicBezTo>
                        <a:pt x="905306" y="106454"/>
                        <a:pt x="896944" y="114156"/>
                        <a:pt x="891798" y="117365"/>
                      </a:cubicBezTo>
                      <a:cubicBezTo>
                        <a:pt x="886651" y="119932"/>
                        <a:pt x="866067" y="126351"/>
                        <a:pt x="866067" y="126351"/>
                      </a:cubicBezTo>
                      <a:cubicBezTo>
                        <a:pt x="866067" y="126351"/>
                        <a:pt x="848055" y="130843"/>
                        <a:pt x="840979" y="130843"/>
                      </a:cubicBezTo>
                      <a:cubicBezTo>
                        <a:pt x="833903" y="130843"/>
                        <a:pt x="824254" y="136620"/>
                        <a:pt x="817821" y="139187"/>
                      </a:cubicBezTo>
                      <a:cubicBezTo>
                        <a:pt x="810746" y="141754"/>
                        <a:pt x="801096" y="145605"/>
                        <a:pt x="806886" y="136620"/>
                      </a:cubicBezTo>
                      <a:cubicBezTo>
                        <a:pt x="813319" y="127634"/>
                        <a:pt x="823611" y="114156"/>
                        <a:pt x="828114" y="106454"/>
                      </a:cubicBezTo>
                      <a:cubicBezTo>
                        <a:pt x="832617" y="98752"/>
                        <a:pt x="837763" y="99394"/>
                        <a:pt x="837763" y="92334"/>
                      </a:cubicBezTo>
                      <a:cubicBezTo>
                        <a:pt x="837763" y="85916"/>
                        <a:pt x="840336" y="80781"/>
                        <a:pt x="846125" y="75646"/>
                      </a:cubicBezTo>
                      <a:cubicBezTo>
                        <a:pt x="851915" y="70512"/>
                        <a:pt x="855775" y="60242"/>
                        <a:pt x="851915" y="58959"/>
                      </a:cubicBezTo>
                      <a:cubicBezTo>
                        <a:pt x="848055" y="57033"/>
                        <a:pt x="840979" y="62168"/>
                        <a:pt x="834547" y="66019"/>
                      </a:cubicBezTo>
                      <a:cubicBezTo>
                        <a:pt x="828757" y="69228"/>
                        <a:pt x="821038" y="69870"/>
                        <a:pt x="816535" y="67944"/>
                      </a:cubicBezTo>
                      <a:cubicBezTo>
                        <a:pt x="816535" y="66019"/>
                        <a:pt x="815248" y="63452"/>
                        <a:pt x="812675" y="62168"/>
                      </a:cubicBezTo>
                      <a:cubicBezTo>
                        <a:pt x="812675" y="59601"/>
                        <a:pt x="813319" y="57033"/>
                        <a:pt x="815892" y="55108"/>
                      </a:cubicBezTo>
                      <a:cubicBezTo>
                        <a:pt x="820395" y="51899"/>
                        <a:pt x="822968" y="44197"/>
                        <a:pt x="820395" y="44839"/>
                      </a:cubicBezTo>
                      <a:cubicBezTo>
                        <a:pt x="817821" y="45480"/>
                        <a:pt x="812032" y="53824"/>
                        <a:pt x="808816" y="60242"/>
                      </a:cubicBezTo>
                      <a:cubicBezTo>
                        <a:pt x="807529" y="59601"/>
                        <a:pt x="805599" y="58959"/>
                        <a:pt x="804313" y="58959"/>
                      </a:cubicBezTo>
                      <a:cubicBezTo>
                        <a:pt x="797880" y="58959"/>
                        <a:pt x="799167" y="69228"/>
                        <a:pt x="799167" y="69228"/>
                      </a:cubicBezTo>
                      <a:cubicBezTo>
                        <a:pt x="799167" y="70512"/>
                        <a:pt x="799167" y="72437"/>
                        <a:pt x="799810" y="73721"/>
                      </a:cubicBezTo>
                      <a:cubicBezTo>
                        <a:pt x="795950" y="77572"/>
                        <a:pt x="792734" y="80781"/>
                        <a:pt x="789518" y="80139"/>
                      </a:cubicBezTo>
                      <a:cubicBezTo>
                        <a:pt x="783728" y="79497"/>
                        <a:pt x="773436" y="69870"/>
                        <a:pt x="765716" y="66661"/>
                      </a:cubicBezTo>
                      <a:cubicBezTo>
                        <a:pt x="764430" y="66019"/>
                        <a:pt x="763143" y="65377"/>
                        <a:pt x="762500" y="64735"/>
                      </a:cubicBezTo>
                      <a:cubicBezTo>
                        <a:pt x="763143" y="63452"/>
                        <a:pt x="764430" y="62810"/>
                        <a:pt x="765073" y="61526"/>
                      </a:cubicBezTo>
                      <a:cubicBezTo>
                        <a:pt x="771506" y="51257"/>
                        <a:pt x="777295" y="39704"/>
                        <a:pt x="770863" y="28151"/>
                      </a:cubicBezTo>
                      <a:cubicBezTo>
                        <a:pt x="764430" y="16598"/>
                        <a:pt x="752851" y="15315"/>
                        <a:pt x="752851" y="15315"/>
                      </a:cubicBezTo>
                      <a:cubicBezTo>
                        <a:pt x="748348" y="14673"/>
                        <a:pt x="744488" y="14673"/>
                        <a:pt x="740629" y="14673"/>
                      </a:cubicBezTo>
                      <a:cubicBezTo>
                        <a:pt x="739342" y="12747"/>
                        <a:pt x="739986" y="10822"/>
                        <a:pt x="739342" y="10822"/>
                      </a:cubicBezTo>
                      <a:cubicBezTo>
                        <a:pt x="738699" y="10822"/>
                        <a:pt x="738056" y="12106"/>
                        <a:pt x="738056" y="15315"/>
                      </a:cubicBezTo>
                      <a:cubicBezTo>
                        <a:pt x="721974" y="17240"/>
                        <a:pt x="718758" y="26226"/>
                        <a:pt x="714898" y="31360"/>
                      </a:cubicBezTo>
                      <a:cubicBezTo>
                        <a:pt x="712325" y="33928"/>
                        <a:pt x="711682" y="37779"/>
                        <a:pt x="711038" y="41630"/>
                      </a:cubicBezTo>
                      <a:cubicBezTo>
                        <a:pt x="707822" y="39704"/>
                        <a:pt x="705249" y="37137"/>
                        <a:pt x="703319" y="33286"/>
                      </a:cubicBezTo>
                      <a:cubicBezTo>
                        <a:pt x="699459" y="25584"/>
                        <a:pt x="702033" y="17240"/>
                        <a:pt x="698816" y="9538"/>
                      </a:cubicBezTo>
                      <a:cubicBezTo>
                        <a:pt x="695600" y="1836"/>
                        <a:pt x="690454" y="-3298"/>
                        <a:pt x="687881" y="2478"/>
                      </a:cubicBezTo>
                      <a:cubicBezTo>
                        <a:pt x="685308" y="8255"/>
                        <a:pt x="692383" y="22375"/>
                        <a:pt x="694313" y="30718"/>
                      </a:cubicBezTo>
                      <a:cubicBezTo>
                        <a:pt x="695600" y="38420"/>
                        <a:pt x="698173" y="52541"/>
                        <a:pt x="700746" y="58317"/>
                      </a:cubicBezTo>
                      <a:cubicBezTo>
                        <a:pt x="702676" y="64093"/>
                        <a:pt x="707822" y="70512"/>
                        <a:pt x="707822" y="75646"/>
                      </a:cubicBezTo>
                      <a:cubicBezTo>
                        <a:pt x="707822" y="80139"/>
                        <a:pt x="703962" y="87841"/>
                        <a:pt x="703962" y="92334"/>
                      </a:cubicBezTo>
                      <a:cubicBezTo>
                        <a:pt x="703962" y="96827"/>
                        <a:pt x="700103" y="100678"/>
                        <a:pt x="696243" y="102603"/>
                      </a:cubicBezTo>
                      <a:cubicBezTo>
                        <a:pt x="692383" y="103887"/>
                        <a:pt x="687881" y="106454"/>
                        <a:pt x="681448" y="102603"/>
                      </a:cubicBezTo>
                      <a:cubicBezTo>
                        <a:pt x="675658" y="98752"/>
                        <a:pt x="666653" y="89766"/>
                        <a:pt x="658933" y="83990"/>
                      </a:cubicBezTo>
                      <a:cubicBezTo>
                        <a:pt x="660863" y="81423"/>
                        <a:pt x="662150" y="77572"/>
                        <a:pt x="662793" y="73721"/>
                      </a:cubicBezTo>
                      <a:cubicBezTo>
                        <a:pt x="664723" y="65377"/>
                        <a:pt x="665366" y="58317"/>
                        <a:pt x="657004" y="49331"/>
                      </a:cubicBezTo>
                      <a:cubicBezTo>
                        <a:pt x="648641" y="40346"/>
                        <a:pt x="638992" y="42913"/>
                        <a:pt x="638992" y="42913"/>
                      </a:cubicBezTo>
                      <a:cubicBezTo>
                        <a:pt x="638992" y="42913"/>
                        <a:pt x="627413" y="44197"/>
                        <a:pt x="616477" y="49331"/>
                      </a:cubicBezTo>
                      <a:cubicBezTo>
                        <a:pt x="615834" y="49331"/>
                        <a:pt x="615834" y="49973"/>
                        <a:pt x="615191" y="49973"/>
                      </a:cubicBezTo>
                      <a:cubicBezTo>
                        <a:pt x="611974" y="46122"/>
                        <a:pt x="609401" y="42271"/>
                        <a:pt x="608115" y="40346"/>
                      </a:cubicBezTo>
                      <a:cubicBezTo>
                        <a:pt x="606828" y="35853"/>
                        <a:pt x="604255" y="30077"/>
                        <a:pt x="598466" y="30077"/>
                      </a:cubicBezTo>
                      <a:cubicBezTo>
                        <a:pt x="592676" y="30077"/>
                        <a:pt x="589460" y="37779"/>
                        <a:pt x="592676" y="43555"/>
                      </a:cubicBezTo>
                      <a:cubicBezTo>
                        <a:pt x="595893" y="48048"/>
                        <a:pt x="603612" y="55108"/>
                        <a:pt x="611331" y="62168"/>
                      </a:cubicBezTo>
                      <a:cubicBezTo>
                        <a:pt x="612618" y="68586"/>
                        <a:pt x="617121" y="75004"/>
                        <a:pt x="620337" y="80139"/>
                      </a:cubicBezTo>
                      <a:cubicBezTo>
                        <a:pt x="622910" y="83990"/>
                        <a:pt x="627413" y="87199"/>
                        <a:pt x="631916" y="88483"/>
                      </a:cubicBezTo>
                      <a:cubicBezTo>
                        <a:pt x="631916" y="88483"/>
                        <a:pt x="631916" y="88483"/>
                        <a:pt x="631916" y="88483"/>
                      </a:cubicBezTo>
                      <a:cubicBezTo>
                        <a:pt x="635132" y="92334"/>
                        <a:pt x="637705" y="100678"/>
                        <a:pt x="633202" y="100678"/>
                      </a:cubicBezTo>
                      <a:cubicBezTo>
                        <a:pt x="628700" y="100678"/>
                        <a:pt x="617121" y="92334"/>
                        <a:pt x="613904" y="93617"/>
                      </a:cubicBezTo>
                      <a:cubicBezTo>
                        <a:pt x="610688" y="94901"/>
                        <a:pt x="607472" y="98752"/>
                        <a:pt x="609401" y="102603"/>
                      </a:cubicBezTo>
                      <a:cubicBezTo>
                        <a:pt x="607472" y="106454"/>
                        <a:pt x="605542" y="111589"/>
                        <a:pt x="604255" y="115440"/>
                      </a:cubicBezTo>
                      <a:cubicBezTo>
                        <a:pt x="601682" y="121858"/>
                        <a:pt x="592676" y="136620"/>
                        <a:pt x="590103" y="143680"/>
                      </a:cubicBezTo>
                      <a:cubicBezTo>
                        <a:pt x="589460" y="143680"/>
                        <a:pt x="588817" y="143680"/>
                        <a:pt x="588173" y="143038"/>
                      </a:cubicBezTo>
                      <a:cubicBezTo>
                        <a:pt x="581741" y="140471"/>
                        <a:pt x="568875" y="128918"/>
                        <a:pt x="563086" y="134694"/>
                      </a:cubicBezTo>
                      <a:cubicBezTo>
                        <a:pt x="562443" y="132127"/>
                        <a:pt x="562443" y="130202"/>
                        <a:pt x="562443" y="130202"/>
                      </a:cubicBezTo>
                      <a:cubicBezTo>
                        <a:pt x="561799" y="126992"/>
                        <a:pt x="561799" y="123783"/>
                        <a:pt x="557296" y="124425"/>
                      </a:cubicBezTo>
                      <a:cubicBezTo>
                        <a:pt x="553437" y="125067"/>
                        <a:pt x="550864" y="130202"/>
                        <a:pt x="550864" y="135978"/>
                      </a:cubicBezTo>
                      <a:cubicBezTo>
                        <a:pt x="550864" y="141754"/>
                        <a:pt x="554723" y="152665"/>
                        <a:pt x="560513" y="152665"/>
                      </a:cubicBezTo>
                      <a:cubicBezTo>
                        <a:pt x="565659" y="152665"/>
                        <a:pt x="565016" y="145605"/>
                        <a:pt x="564372" y="140471"/>
                      </a:cubicBezTo>
                      <a:cubicBezTo>
                        <a:pt x="566302" y="141754"/>
                        <a:pt x="569519" y="142396"/>
                        <a:pt x="570805" y="143038"/>
                      </a:cubicBezTo>
                      <a:cubicBezTo>
                        <a:pt x="570805" y="143038"/>
                        <a:pt x="577881" y="146889"/>
                        <a:pt x="580454" y="149456"/>
                      </a:cubicBezTo>
                      <a:cubicBezTo>
                        <a:pt x="581741" y="150740"/>
                        <a:pt x="582384" y="151382"/>
                        <a:pt x="583027" y="152665"/>
                      </a:cubicBezTo>
                      <a:cubicBezTo>
                        <a:pt x="581097" y="152024"/>
                        <a:pt x="579168" y="152024"/>
                        <a:pt x="577238" y="153949"/>
                      </a:cubicBezTo>
                      <a:cubicBezTo>
                        <a:pt x="575951" y="154591"/>
                        <a:pt x="575951" y="155875"/>
                        <a:pt x="575308" y="157158"/>
                      </a:cubicBezTo>
                      <a:cubicBezTo>
                        <a:pt x="575308" y="157158"/>
                        <a:pt x="575308" y="157158"/>
                        <a:pt x="575308" y="157158"/>
                      </a:cubicBezTo>
                      <a:cubicBezTo>
                        <a:pt x="571448" y="159084"/>
                        <a:pt x="568875" y="164860"/>
                        <a:pt x="570805" y="167427"/>
                      </a:cubicBezTo>
                      <a:cubicBezTo>
                        <a:pt x="572735" y="169995"/>
                        <a:pt x="571448" y="174488"/>
                        <a:pt x="571448" y="178338"/>
                      </a:cubicBezTo>
                      <a:cubicBezTo>
                        <a:pt x="567589" y="178338"/>
                        <a:pt x="560513" y="177055"/>
                        <a:pt x="558583" y="182831"/>
                      </a:cubicBezTo>
                      <a:cubicBezTo>
                        <a:pt x="557296" y="181548"/>
                        <a:pt x="556653" y="181548"/>
                        <a:pt x="554723" y="182831"/>
                      </a:cubicBezTo>
                      <a:cubicBezTo>
                        <a:pt x="552150" y="185399"/>
                        <a:pt x="552794" y="186682"/>
                        <a:pt x="549577" y="189250"/>
                      </a:cubicBezTo>
                      <a:cubicBezTo>
                        <a:pt x="547004" y="191175"/>
                        <a:pt x="545074" y="191817"/>
                        <a:pt x="542501" y="190533"/>
                      </a:cubicBezTo>
                      <a:cubicBezTo>
                        <a:pt x="541858" y="187966"/>
                        <a:pt x="541215" y="185399"/>
                        <a:pt x="539928" y="184757"/>
                      </a:cubicBezTo>
                      <a:cubicBezTo>
                        <a:pt x="539928" y="184757"/>
                        <a:pt x="539285" y="184757"/>
                        <a:pt x="539285" y="184757"/>
                      </a:cubicBezTo>
                      <a:cubicBezTo>
                        <a:pt x="539285" y="183473"/>
                        <a:pt x="538642" y="182189"/>
                        <a:pt x="538642" y="180906"/>
                      </a:cubicBezTo>
                      <a:cubicBezTo>
                        <a:pt x="538642" y="177697"/>
                        <a:pt x="537355" y="176413"/>
                        <a:pt x="535425" y="176413"/>
                      </a:cubicBezTo>
                      <a:cubicBezTo>
                        <a:pt x="533495" y="176413"/>
                        <a:pt x="532852" y="178980"/>
                        <a:pt x="531566" y="179622"/>
                      </a:cubicBezTo>
                      <a:cubicBezTo>
                        <a:pt x="531566" y="179622"/>
                        <a:pt x="528992" y="181548"/>
                        <a:pt x="528349" y="177055"/>
                      </a:cubicBezTo>
                      <a:cubicBezTo>
                        <a:pt x="527706" y="172562"/>
                        <a:pt x="525776" y="164860"/>
                        <a:pt x="525776" y="161009"/>
                      </a:cubicBezTo>
                      <a:cubicBezTo>
                        <a:pt x="525776" y="156516"/>
                        <a:pt x="526419" y="148814"/>
                        <a:pt x="523846" y="146889"/>
                      </a:cubicBezTo>
                      <a:cubicBezTo>
                        <a:pt x="521273" y="144964"/>
                        <a:pt x="519343" y="148814"/>
                        <a:pt x="520630" y="155875"/>
                      </a:cubicBezTo>
                      <a:cubicBezTo>
                        <a:pt x="521916" y="162935"/>
                        <a:pt x="522560" y="168711"/>
                        <a:pt x="523203" y="173204"/>
                      </a:cubicBezTo>
                      <a:cubicBezTo>
                        <a:pt x="523846" y="177697"/>
                        <a:pt x="519987" y="178980"/>
                        <a:pt x="518700" y="176413"/>
                      </a:cubicBezTo>
                      <a:cubicBezTo>
                        <a:pt x="517414" y="174488"/>
                        <a:pt x="516127" y="168711"/>
                        <a:pt x="514197" y="171920"/>
                      </a:cubicBezTo>
                      <a:cubicBezTo>
                        <a:pt x="512267" y="175129"/>
                        <a:pt x="509051" y="181548"/>
                        <a:pt x="508408" y="184115"/>
                      </a:cubicBezTo>
                      <a:cubicBezTo>
                        <a:pt x="507764" y="187324"/>
                        <a:pt x="500045" y="188608"/>
                        <a:pt x="498759" y="187966"/>
                      </a:cubicBezTo>
                      <a:cubicBezTo>
                        <a:pt x="497472" y="187324"/>
                        <a:pt x="495542" y="179622"/>
                        <a:pt x="495542" y="171920"/>
                      </a:cubicBezTo>
                      <a:cubicBezTo>
                        <a:pt x="495542" y="163576"/>
                        <a:pt x="493613" y="158442"/>
                        <a:pt x="493613" y="153949"/>
                      </a:cubicBezTo>
                      <a:cubicBezTo>
                        <a:pt x="493613" y="148814"/>
                        <a:pt x="493613" y="143680"/>
                        <a:pt x="491683" y="140471"/>
                      </a:cubicBezTo>
                      <a:cubicBezTo>
                        <a:pt x="489753" y="137262"/>
                        <a:pt x="484607" y="137903"/>
                        <a:pt x="487823" y="143680"/>
                      </a:cubicBezTo>
                      <a:cubicBezTo>
                        <a:pt x="491039" y="149456"/>
                        <a:pt x="490396" y="152024"/>
                        <a:pt x="490396" y="156516"/>
                      </a:cubicBezTo>
                      <a:cubicBezTo>
                        <a:pt x="490396" y="161009"/>
                        <a:pt x="491039" y="164218"/>
                        <a:pt x="491039" y="169995"/>
                      </a:cubicBezTo>
                      <a:cubicBezTo>
                        <a:pt x="491039" y="175771"/>
                        <a:pt x="491039" y="178338"/>
                        <a:pt x="491683" y="182831"/>
                      </a:cubicBezTo>
                      <a:cubicBezTo>
                        <a:pt x="492326" y="187324"/>
                        <a:pt x="492969" y="195026"/>
                        <a:pt x="488466" y="193100"/>
                      </a:cubicBezTo>
                      <a:cubicBezTo>
                        <a:pt x="483963" y="191175"/>
                        <a:pt x="482034" y="187966"/>
                        <a:pt x="479461" y="184757"/>
                      </a:cubicBezTo>
                      <a:cubicBezTo>
                        <a:pt x="476887" y="181548"/>
                        <a:pt x="474958" y="182831"/>
                        <a:pt x="473671" y="179622"/>
                      </a:cubicBezTo>
                      <a:cubicBezTo>
                        <a:pt x="472385" y="175771"/>
                        <a:pt x="473028" y="171278"/>
                        <a:pt x="470455" y="175129"/>
                      </a:cubicBezTo>
                      <a:cubicBezTo>
                        <a:pt x="468525" y="178980"/>
                        <a:pt x="468525" y="186682"/>
                        <a:pt x="466595" y="187966"/>
                      </a:cubicBezTo>
                      <a:cubicBezTo>
                        <a:pt x="464665" y="189250"/>
                        <a:pt x="463379" y="187324"/>
                        <a:pt x="464022" y="191175"/>
                      </a:cubicBezTo>
                      <a:cubicBezTo>
                        <a:pt x="464665" y="195026"/>
                        <a:pt x="465309" y="195668"/>
                        <a:pt x="465309" y="198877"/>
                      </a:cubicBezTo>
                      <a:cubicBezTo>
                        <a:pt x="464665" y="202086"/>
                        <a:pt x="461449" y="206579"/>
                        <a:pt x="457589" y="208504"/>
                      </a:cubicBezTo>
                      <a:cubicBezTo>
                        <a:pt x="454373" y="210430"/>
                        <a:pt x="451157" y="211713"/>
                        <a:pt x="449870" y="208504"/>
                      </a:cubicBezTo>
                      <a:cubicBezTo>
                        <a:pt x="448583" y="205295"/>
                        <a:pt x="448583" y="203370"/>
                        <a:pt x="448583" y="199519"/>
                      </a:cubicBezTo>
                      <a:cubicBezTo>
                        <a:pt x="449227" y="195668"/>
                        <a:pt x="449870" y="195026"/>
                        <a:pt x="448583" y="190533"/>
                      </a:cubicBezTo>
                      <a:cubicBezTo>
                        <a:pt x="447297" y="186682"/>
                        <a:pt x="443437" y="182831"/>
                        <a:pt x="445367" y="188608"/>
                      </a:cubicBezTo>
                      <a:cubicBezTo>
                        <a:pt x="446654" y="194384"/>
                        <a:pt x="445367" y="201444"/>
                        <a:pt x="445367" y="204012"/>
                      </a:cubicBezTo>
                      <a:cubicBezTo>
                        <a:pt x="445367" y="206579"/>
                        <a:pt x="445367" y="207862"/>
                        <a:pt x="446654" y="211713"/>
                      </a:cubicBezTo>
                      <a:cubicBezTo>
                        <a:pt x="447940" y="215564"/>
                        <a:pt x="448583" y="216848"/>
                        <a:pt x="444081" y="220057"/>
                      </a:cubicBezTo>
                      <a:cubicBezTo>
                        <a:pt x="443437" y="220699"/>
                        <a:pt x="443437" y="220699"/>
                        <a:pt x="442794" y="220699"/>
                      </a:cubicBezTo>
                      <a:cubicBezTo>
                        <a:pt x="440221" y="216206"/>
                        <a:pt x="437005" y="212355"/>
                        <a:pt x="435075" y="211713"/>
                      </a:cubicBezTo>
                      <a:cubicBezTo>
                        <a:pt x="432502" y="210430"/>
                        <a:pt x="424782" y="211072"/>
                        <a:pt x="418350" y="206579"/>
                      </a:cubicBezTo>
                      <a:cubicBezTo>
                        <a:pt x="411917" y="202728"/>
                        <a:pt x="404841" y="201444"/>
                        <a:pt x="404841" y="194384"/>
                      </a:cubicBezTo>
                      <a:cubicBezTo>
                        <a:pt x="404841" y="186682"/>
                        <a:pt x="404841" y="181548"/>
                        <a:pt x="399052" y="185399"/>
                      </a:cubicBezTo>
                      <a:cubicBezTo>
                        <a:pt x="393262" y="189250"/>
                        <a:pt x="386186" y="193742"/>
                        <a:pt x="379753" y="194384"/>
                      </a:cubicBezTo>
                      <a:cubicBezTo>
                        <a:pt x="373321" y="194384"/>
                        <a:pt x="368175" y="195026"/>
                        <a:pt x="361099" y="192459"/>
                      </a:cubicBezTo>
                      <a:cubicBezTo>
                        <a:pt x="354023" y="189891"/>
                        <a:pt x="351449" y="186682"/>
                        <a:pt x="345017" y="189250"/>
                      </a:cubicBezTo>
                      <a:cubicBezTo>
                        <a:pt x="338584" y="191817"/>
                        <a:pt x="334724" y="197593"/>
                        <a:pt x="327648" y="195668"/>
                      </a:cubicBezTo>
                      <a:cubicBezTo>
                        <a:pt x="320572" y="194384"/>
                        <a:pt x="318643" y="190533"/>
                        <a:pt x="308350" y="197593"/>
                      </a:cubicBezTo>
                      <a:cubicBezTo>
                        <a:pt x="298058" y="204653"/>
                        <a:pt x="296771" y="209788"/>
                        <a:pt x="298701" y="213639"/>
                      </a:cubicBezTo>
                      <a:cubicBezTo>
                        <a:pt x="300631" y="217490"/>
                        <a:pt x="301274" y="222624"/>
                        <a:pt x="296128" y="225192"/>
                      </a:cubicBezTo>
                      <a:cubicBezTo>
                        <a:pt x="290982" y="227759"/>
                        <a:pt x="281333" y="227759"/>
                        <a:pt x="278116" y="232894"/>
                      </a:cubicBezTo>
                      <a:cubicBezTo>
                        <a:pt x="278116" y="232894"/>
                        <a:pt x="274900" y="243163"/>
                        <a:pt x="265894" y="246372"/>
                      </a:cubicBezTo>
                      <a:cubicBezTo>
                        <a:pt x="256889" y="248939"/>
                        <a:pt x="251099" y="245730"/>
                        <a:pt x="244023" y="249581"/>
                      </a:cubicBezTo>
                      <a:cubicBezTo>
                        <a:pt x="237590" y="253432"/>
                        <a:pt x="236304" y="259850"/>
                        <a:pt x="229871" y="260492"/>
                      </a:cubicBezTo>
                      <a:cubicBezTo>
                        <a:pt x="223438" y="261134"/>
                        <a:pt x="215719" y="260492"/>
                        <a:pt x="211216" y="261134"/>
                      </a:cubicBezTo>
                      <a:cubicBezTo>
                        <a:pt x="206713" y="261776"/>
                        <a:pt x="191275" y="274612"/>
                        <a:pt x="194491" y="284240"/>
                      </a:cubicBezTo>
                      <a:cubicBezTo>
                        <a:pt x="197708" y="293867"/>
                        <a:pt x="198994" y="295793"/>
                        <a:pt x="203497" y="300927"/>
                      </a:cubicBezTo>
                      <a:cubicBezTo>
                        <a:pt x="208000" y="306062"/>
                        <a:pt x="214433" y="307346"/>
                        <a:pt x="223438" y="301569"/>
                      </a:cubicBezTo>
                      <a:cubicBezTo>
                        <a:pt x="232444" y="296434"/>
                        <a:pt x="237590" y="297076"/>
                        <a:pt x="238234" y="304136"/>
                      </a:cubicBezTo>
                      <a:cubicBezTo>
                        <a:pt x="238877" y="311196"/>
                        <a:pt x="231158" y="313764"/>
                        <a:pt x="227941" y="322749"/>
                      </a:cubicBezTo>
                      <a:cubicBezTo>
                        <a:pt x="224725" y="331735"/>
                        <a:pt x="221509" y="339437"/>
                        <a:pt x="229228" y="355482"/>
                      </a:cubicBezTo>
                      <a:cubicBezTo>
                        <a:pt x="236947" y="371528"/>
                        <a:pt x="233731" y="374737"/>
                        <a:pt x="233731" y="390783"/>
                      </a:cubicBezTo>
                      <a:cubicBezTo>
                        <a:pt x="233731" y="406829"/>
                        <a:pt x="242737" y="413889"/>
                        <a:pt x="247239" y="406829"/>
                      </a:cubicBezTo>
                      <a:cubicBezTo>
                        <a:pt x="251099" y="399768"/>
                        <a:pt x="251099" y="388857"/>
                        <a:pt x="260105" y="386932"/>
                      </a:cubicBezTo>
                      <a:cubicBezTo>
                        <a:pt x="269111" y="385006"/>
                        <a:pt x="271684" y="393350"/>
                        <a:pt x="279403" y="398485"/>
                      </a:cubicBezTo>
                      <a:cubicBezTo>
                        <a:pt x="287122" y="403619"/>
                        <a:pt x="296771" y="408754"/>
                        <a:pt x="288409" y="416456"/>
                      </a:cubicBezTo>
                      <a:cubicBezTo>
                        <a:pt x="280046" y="424800"/>
                        <a:pt x="269754" y="440845"/>
                        <a:pt x="262035" y="453682"/>
                      </a:cubicBezTo>
                      <a:cubicBezTo>
                        <a:pt x="254315" y="466518"/>
                        <a:pt x="253672" y="465235"/>
                        <a:pt x="247239" y="472937"/>
                      </a:cubicBezTo>
                      <a:cubicBezTo>
                        <a:pt x="247239" y="473578"/>
                        <a:pt x="246596" y="473578"/>
                        <a:pt x="246596" y="474220"/>
                      </a:cubicBezTo>
                      <a:cubicBezTo>
                        <a:pt x="245310" y="472937"/>
                        <a:pt x="244023" y="472295"/>
                        <a:pt x="242737" y="471011"/>
                      </a:cubicBezTo>
                      <a:cubicBezTo>
                        <a:pt x="226655" y="455607"/>
                        <a:pt x="208000" y="451115"/>
                        <a:pt x="197064" y="453040"/>
                      </a:cubicBezTo>
                      <a:cubicBezTo>
                        <a:pt x="185485" y="454966"/>
                        <a:pt x="184199" y="455607"/>
                        <a:pt x="176480" y="457533"/>
                      </a:cubicBezTo>
                      <a:cubicBezTo>
                        <a:pt x="168760" y="460100"/>
                        <a:pt x="162971" y="463309"/>
                        <a:pt x="158468" y="466518"/>
                      </a:cubicBezTo>
                      <a:cubicBezTo>
                        <a:pt x="153965" y="469728"/>
                        <a:pt x="152035" y="472295"/>
                        <a:pt x="150749" y="478713"/>
                      </a:cubicBezTo>
                      <a:cubicBezTo>
                        <a:pt x="149462" y="485131"/>
                        <a:pt x="146246" y="486415"/>
                        <a:pt x="143673" y="492833"/>
                      </a:cubicBezTo>
                      <a:cubicBezTo>
                        <a:pt x="141100" y="499252"/>
                        <a:pt x="143673" y="498610"/>
                        <a:pt x="141100" y="506312"/>
                      </a:cubicBezTo>
                      <a:cubicBezTo>
                        <a:pt x="138526" y="514013"/>
                        <a:pt x="134667" y="515939"/>
                        <a:pt x="134667" y="519148"/>
                      </a:cubicBezTo>
                      <a:cubicBezTo>
                        <a:pt x="134667" y="522357"/>
                        <a:pt x="140456" y="528134"/>
                        <a:pt x="141100" y="531343"/>
                      </a:cubicBezTo>
                      <a:cubicBezTo>
                        <a:pt x="141743" y="534552"/>
                        <a:pt x="147532" y="544179"/>
                        <a:pt x="150105" y="548030"/>
                      </a:cubicBezTo>
                      <a:cubicBezTo>
                        <a:pt x="150105" y="548030"/>
                        <a:pt x="162328" y="562150"/>
                        <a:pt x="171977" y="567927"/>
                      </a:cubicBezTo>
                      <a:cubicBezTo>
                        <a:pt x="181626" y="573703"/>
                        <a:pt x="190631" y="574987"/>
                        <a:pt x="190631" y="577554"/>
                      </a:cubicBezTo>
                      <a:cubicBezTo>
                        <a:pt x="190631" y="580122"/>
                        <a:pt x="188702" y="583973"/>
                        <a:pt x="193205" y="587182"/>
                      </a:cubicBezTo>
                      <a:cubicBezTo>
                        <a:pt x="197708" y="590391"/>
                        <a:pt x="195778" y="594242"/>
                        <a:pt x="189345" y="600660"/>
                      </a:cubicBezTo>
                      <a:cubicBezTo>
                        <a:pt x="182912" y="607078"/>
                        <a:pt x="175193" y="607078"/>
                        <a:pt x="170047" y="603227"/>
                      </a:cubicBezTo>
                      <a:cubicBezTo>
                        <a:pt x="164901" y="599376"/>
                        <a:pt x="161041" y="592316"/>
                        <a:pt x="155252" y="592316"/>
                      </a:cubicBezTo>
                      <a:cubicBezTo>
                        <a:pt x="149462" y="592316"/>
                        <a:pt x="139813" y="596167"/>
                        <a:pt x="143673" y="603869"/>
                      </a:cubicBezTo>
                      <a:cubicBezTo>
                        <a:pt x="147532" y="611571"/>
                        <a:pt x="159754" y="621198"/>
                        <a:pt x="153322" y="628900"/>
                      </a:cubicBezTo>
                      <a:cubicBezTo>
                        <a:pt x="146889" y="636602"/>
                        <a:pt x="128877" y="650722"/>
                        <a:pt x="122445" y="653932"/>
                      </a:cubicBezTo>
                      <a:cubicBezTo>
                        <a:pt x="116012" y="657783"/>
                        <a:pt x="114725" y="657141"/>
                        <a:pt x="108293" y="652648"/>
                      </a:cubicBezTo>
                      <a:cubicBezTo>
                        <a:pt x="101860" y="648155"/>
                        <a:pt x="101217" y="648155"/>
                        <a:pt x="93497" y="648155"/>
                      </a:cubicBezTo>
                      <a:cubicBezTo>
                        <a:pt x="85135" y="648797"/>
                        <a:pt x="81275" y="649439"/>
                        <a:pt x="78702" y="654573"/>
                      </a:cubicBezTo>
                      <a:cubicBezTo>
                        <a:pt x="76129" y="659708"/>
                        <a:pt x="80632" y="669977"/>
                        <a:pt x="76129" y="669977"/>
                      </a:cubicBezTo>
                      <a:cubicBezTo>
                        <a:pt x="71626" y="669977"/>
                        <a:pt x="69053" y="671903"/>
                        <a:pt x="72913" y="677037"/>
                      </a:cubicBezTo>
                      <a:cubicBezTo>
                        <a:pt x="76772" y="682172"/>
                        <a:pt x="89638" y="684739"/>
                        <a:pt x="88995" y="694367"/>
                      </a:cubicBezTo>
                      <a:cubicBezTo>
                        <a:pt x="88351" y="703994"/>
                        <a:pt x="81919" y="718114"/>
                        <a:pt x="75486" y="720040"/>
                      </a:cubicBezTo>
                      <a:cubicBezTo>
                        <a:pt x="68410" y="722607"/>
                        <a:pt x="69696" y="722607"/>
                        <a:pt x="57474" y="721965"/>
                      </a:cubicBezTo>
                      <a:cubicBezTo>
                        <a:pt x="45252" y="721323"/>
                        <a:pt x="38819" y="719398"/>
                        <a:pt x="36246" y="727100"/>
                      </a:cubicBezTo>
                      <a:cubicBezTo>
                        <a:pt x="33673" y="734802"/>
                        <a:pt x="39463" y="738011"/>
                        <a:pt x="45252" y="737369"/>
                      </a:cubicBezTo>
                      <a:cubicBezTo>
                        <a:pt x="51042" y="736727"/>
                        <a:pt x="61334" y="745713"/>
                        <a:pt x="58761" y="751489"/>
                      </a:cubicBezTo>
                      <a:cubicBezTo>
                        <a:pt x="56188" y="757266"/>
                        <a:pt x="51042" y="760475"/>
                        <a:pt x="49755" y="764326"/>
                      </a:cubicBezTo>
                      <a:cubicBezTo>
                        <a:pt x="48468" y="768177"/>
                        <a:pt x="46539" y="768177"/>
                        <a:pt x="40749" y="767535"/>
                      </a:cubicBezTo>
                      <a:cubicBezTo>
                        <a:pt x="34960" y="766893"/>
                        <a:pt x="29170" y="763684"/>
                        <a:pt x="24667" y="763042"/>
                      </a:cubicBezTo>
                      <a:cubicBezTo>
                        <a:pt x="20165" y="762400"/>
                        <a:pt x="11159" y="762400"/>
                        <a:pt x="9229" y="763684"/>
                      </a:cubicBezTo>
                      <a:cubicBezTo>
                        <a:pt x="7299" y="764968"/>
                        <a:pt x="866" y="772669"/>
                        <a:pt x="6013" y="778446"/>
                      </a:cubicBezTo>
                      <a:cubicBezTo>
                        <a:pt x="11159" y="784222"/>
                        <a:pt x="17591" y="779088"/>
                        <a:pt x="22738" y="779088"/>
                      </a:cubicBezTo>
                      <a:cubicBezTo>
                        <a:pt x="27884" y="778446"/>
                        <a:pt x="34316" y="780371"/>
                        <a:pt x="36890" y="777804"/>
                      </a:cubicBezTo>
                      <a:cubicBezTo>
                        <a:pt x="39463" y="775237"/>
                        <a:pt x="42679" y="773311"/>
                        <a:pt x="44609" y="776520"/>
                      </a:cubicBezTo>
                      <a:cubicBezTo>
                        <a:pt x="46539" y="779730"/>
                        <a:pt x="54901" y="786148"/>
                        <a:pt x="54258" y="795133"/>
                      </a:cubicBezTo>
                      <a:cubicBezTo>
                        <a:pt x="53615" y="804761"/>
                        <a:pt x="51685" y="807328"/>
                        <a:pt x="47825" y="810537"/>
                      </a:cubicBezTo>
                      <a:cubicBezTo>
                        <a:pt x="43966" y="814388"/>
                        <a:pt x="42679" y="815672"/>
                        <a:pt x="33030" y="814388"/>
                      </a:cubicBezTo>
                      <a:cubicBezTo>
                        <a:pt x="23381" y="812463"/>
                        <a:pt x="24667" y="811821"/>
                        <a:pt x="15662" y="812463"/>
                      </a:cubicBezTo>
                      <a:cubicBezTo>
                        <a:pt x="6656" y="813104"/>
                        <a:pt x="-6853" y="829150"/>
                        <a:pt x="4083" y="829792"/>
                      </a:cubicBezTo>
                      <a:cubicBezTo>
                        <a:pt x="15018" y="830434"/>
                        <a:pt x="20165" y="824657"/>
                        <a:pt x="25954" y="824657"/>
                      </a:cubicBezTo>
                      <a:cubicBezTo>
                        <a:pt x="31743" y="824657"/>
                        <a:pt x="47182" y="827225"/>
                        <a:pt x="50398" y="831717"/>
                      </a:cubicBezTo>
                      <a:cubicBezTo>
                        <a:pt x="52971" y="836210"/>
                        <a:pt x="49755" y="847121"/>
                        <a:pt x="51042" y="852898"/>
                      </a:cubicBezTo>
                      <a:cubicBezTo>
                        <a:pt x="52328" y="858032"/>
                        <a:pt x="59404" y="863809"/>
                        <a:pt x="51042" y="868943"/>
                      </a:cubicBezTo>
                      <a:cubicBezTo>
                        <a:pt x="42679" y="874078"/>
                        <a:pt x="36890" y="874720"/>
                        <a:pt x="28527" y="878571"/>
                      </a:cubicBezTo>
                      <a:cubicBezTo>
                        <a:pt x="20165" y="882422"/>
                        <a:pt x="16948" y="886914"/>
                        <a:pt x="21451" y="892691"/>
                      </a:cubicBezTo>
                      <a:cubicBezTo>
                        <a:pt x="25954" y="898467"/>
                        <a:pt x="34960" y="894616"/>
                        <a:pt x="42036" y="888198"/>
                      </a:cubicBezTo>
                      <a:cubicBezTo>
                        <a:pt x="49112" y="881780"/>
                        <a:pt x="54258" y="881138"/>
                        <a:pt x="58761" y="887556"/>
                      </a:cubicBezTo>
                      <a:cubicBezTo>
                        <a:pt x="63264" y="893975"/>
                        <a:pt x="60691" y="901035"/>
                        <a:pt x="65837" y="901035"/>
                      </a:cubicBezTo>
                      <a:cubicBezTo>
                        <a:pt x="70983" y="901035"/>
                        <a:pt x="71626" y="904244"/>
                        <a:pt x="63907" y="905527"/>
                      </a:cubicBezTo>
                      <a:cubicBezTo>
                        <a:pt x="58761" y="906811"/>
                        <a:pt x="50398" y="908095"/>
                        <a:pt x="42036" y="910662"/>
                      </a:cubicBezTo>
                      <a:cubicBezTo>
                        <a:pt x="42036" y="909378"/>
                        <a:pt x="40749" y="908095"/>
                        <a:pt x="38176" y="908095"/>
                      </a:cubicBezTo>
                      <a:cubicBezTo>
                        <a:pt x="32387" y="908095"/>
                        <a:pt x="28527" y="913871"/>
                        <a:pt x="27884" y="915797"/>
                      </a:cubicBezTo>
                      <a:cubicBezTo>
                        <a:pt x="18235" y="920289"/>
                        <a:pt x="8586" y="927991"/>
                        <a:pt x="9872" y="932484"/>
                      </a:cubicBezTo>
                      <a:cubicBezTo>
                        <a:pt x="11159" y="938261"/>
                        <a:pt x="24667" y="935693"/>
                        <a:pt x="35603" y="931200"/>
                      </a:cubicBezTo>
                      <a:cubicBezTo>
                        <a:pt x="46539" y="926708"/>
                        <a:pt x="54258" y="922857"/>
                        <a:pt x="63907" y="913871"/>
                      </a:cubicBezTo>
                      <a:cubicBezTo>
                        <a:pt x="73556" y="904886"/>
                        <a:pt x="75486" y="907453"/>
                        <a:pt x="78702" y="913229"/>
                      </a:cubicBezTo>
                      <a:cubicBezTo>
                        <a:pt x="81919" y="918364"/>
                        <a:pt x="80632" y="929275"/>
                        <a:pt x="85135" y="930559"/>
                      </a:cubicBezTo>
                      <a:cubicBezTo>
                        <a:pt x="89638" y="932484"/>
                        <a:pt x="94141" y="932484"/>
                        <a:pt x="96071" y="936335"/>
                      </a:cubicBezTo>
                      <a:cubicBezTo>
                        <a:pt x="98000" y="939544"/>
                        <a:pt x="95427" y="938902"/>
                        <a:pt x="101217" y="947246"/>
                      </a:cubicBezTo>
                      <a:cubicBezTo>
                        <a:pt x="107006" y="955590"/>
                        <a:pt x="107649" y="960083"/>
                        <a:pt x="107649" y="965217"/>
                      </a:cubicBezTo>
                      <a:cubicBezTo>
                        <a:pt x="107649" y="970994"/>
                        <a:pt x="112152" y="985114"/>
                        <a:pt x="117942" y="985756"/>
                      </a:cubicBezTo>
                      <a:cubicBezTo>
                        <a:pt x="124375" y="986398"/>
                        <a:pt x="126948" y="986398"/>
                        <a:pt x="134024" y="986398"/>
                      </a:cubicBezTo>
                      <a:cubicBezTo>
                        <a:pt x="141100" y="986398"/>
                        <a:pt x="138526" y="988965"/>
                        <a:pt x="147532" y="987681"/>
                      </a:cubicBezTo>
                      <a:cubicBezTo>
                        <a:pt x="157181" y="987039"/>
                        <a:pt x="159111" y="987039"/>
                        <a:pt x="171977" y="988323"/>
                      </a:cubicBezTo>
                      <a:cubicBezTo>
                        <a:pt x="184199" y="989607"/>
                        <a:pt x="180982" y="992174"/>
                        <a:pt x="184199" y="994741"/>
                      </a:cubicBezTo>
                      <a:cubicBezTo>
                        <a:pt x="186772" y="997309"/>
                        <a:pt x="202210" y="1005010"/>
                        <a:pt x="204140" y="1015921"/>
                      </a:cubicBezTo>
                      <a:cubicBezTo>
                        <a:pt x="206070" y="1026833"/>
                        <a:pt x="208000" y="1037102"/>
                        <a:pt x="211859" y="1044804"/>
                      </a:cubicBezTo>
                      <a:cubicBezTo>
                        <a:pt x="215719" y="1052506"/>
                        <a:pt x="218292" y="1062133"/>
                        <a:pt x="227298" y="1062133"/>
                      </a:cubicBezTo>
                      <a:cubicBezTo>
                        <a:pt x="236304" y="1062133"/>
                        <a:pt x="242093" y="1057640"/>
                        <a:pt x="246596" y="1050580"/>
                      </a:cubicBezTo>
                      <a:cubicBezTo>
                        <a:pt x="249813" y="1046087"/>
                        <a:pt x="254959" y="1040311"/>
                        <a:pt x="259462" y="1036460"/>
                      </a:cubicBezTo>
                      <a:cubicBezTo>
                        <a:pt x="258175" y="1042878"/>
                        <a:pt x="253672" y="1051864"/>
                        <a:pt x="253029" y="1055073"/>
                      </a:cubicBezTo>
                      <a:cubicBezTo>
                        <a:pt x="253029" y="1055073"/>
                        <a:pt x="253029" y="1055715"/>
                        <a:pt x="253029" y="1055715"/>
                      </a:cubicBezTo>
                      <a:cubicBezTo>
                        <a:pt x="244666" y="1056357"/>
                        <a:pt x="235661" y="1061491"/>
                        <a:pt x="231158" y="1065984"/>
                      </a:cubicBezTo>
                      <a:cubicBezTo>
                        <a:pt x="225368" y="1071760"/>
                        <a:pt x="221509" y="1076895"/>
                        <a:pt x="218935" y="1083955"/>
                      </a:cubicBezTo>
                      <a:cubicBezTo>
                        <a:pt x="216362" y="1091015"/>
                        <a:pt x="183556" y="1107703"/>
                        <a:pt x="177766" y="1114763"/>
                      </a:cubicBezTo>
                      <a:cubicBezTo>
                        <a:pt x="171977" y="1121823"/>
                        <a:pt x="164257" y="1141719"/>
                        <a:pt x="164257" y="1145570"/>
                      </a:cubicBezTo>
                      <a:cubicBezTo>
                        <a:pt x="164257" y="1148780"/>
                        <a:pt x="164901" y="1161616"/>
                        <a:pt x="157825" y="1171243"/>
                      </a:cubicBezTo>
                      <a:cubicBezTo>
                        <a:pt x="151392" y="1180871"/>
                        <a:pt x="147532" y="1186005"/>
                        <a:pt x="143673" y="1196275"/>
                      </a:cubicBezTo>
                      <a:cubicBezTo>
                        <a:pt x="139813" y="1206544"/>
                        <a:pt x="158468" y="1214888"/>
                        <a:pt x="166830" y="1212320"/>
                      </a:cubicBezTo>
                      <a:cubicBezTo>
                        <a:pt x="175193" y="1209753"/>
                        <a:pt x="181626" y="1186647"/>
                        <a:pt x="181626" y="1179587"/>
                      </a:cubicBezTo>
                      <a:cubicBezTo>
                        <a:pt x="181626" y="1172527"/>
                        <a:pt x="182269" y="1173169"/>
                        <a:pt x="187415" y="1169318"/>
                      </a:cubicBezTo>
                      <a:cubicBezTo>
                        <a:pt x="192561" y="1164825"/>
                        <a:pt x="200281" y="1157765"/>
                        <a:pt x="204784" y="1148138"/>
                      </a:cubicBezTo>
                      <a:cubicBezTo>
                        <a:pt x="209286" y="1138510"/>
                        <a:pt x="212503" y="1125674"/>
                        <a:pt x="220222" y="1116688"/>
                      </a:cubicBezTo>
                      <a:cubicBezTo>
                        <a:pt x="224725" y="1111554"/>
                        <a:pt x="231158" y="1108345"/>
                        <a:pt x="235661" y="1106419"/>
                      </a:cubicBezTo>
                      <a:cubicBezTo>
                        <a:pt x="235017" y="1108986"/>
                        <a:pt x="234374" y="1111554"/>
                        <a:pt x="234374" y="1113479"/>
                      </a:cubicBezTo>
                      <a:cubicBezTo>
                        <a:pt x="234374" y="1119256"/>
                        <a:pt x="236947" y="1125032"/>
                        <a:pt x="231158" y="1128241"/>
                      </a:cubicBezTo>
                      <a:cubicBezTo>
                        <a:pt x="225368" y="1131450"/>
                        <a:pt x="220222" y="1130808"/>
                        <a:pt x="217649" y="1140436"/>
                      </a:cubicBezTo>
                      <a:cubicBezTo>
                        <a:pt x="215076" y="1149421"/>
                        <a:pt x="207357" y="1160974"/>
                        <a:pt x="204140" y="1165467"/>
                      </a:cubicBezTo>
                      <a:cubicBezTo>
                        <a:pt x="200924" y="1169318"/>
                        <a:pt x="197708" y="1175736"/>
                        <a:pt x="196421" y="1180229"/>
                      </a:cubicBezTo>
                      <a:cubicBezTo>
                        <a:pt x="195134" y="1184722"/>
                        <a:pt x="191275" y="1182155"/>
                        <a:pt x="188702" y="1189215"/>
                      </a:cubicBezTo>
                      <a:cubicBezTo>
                        <a:pt x="186129" y="1196275"/>
                        <a:pt x="187415" y="1200126"/>
                        <a:pt x="188058" y="1207828"/>
                      </a:cubicBezTo>
                      <a:cubicBezTo>
                        <a:pt x="188702" y="1214888"/>
                        <a:pt x="196421" y="1217455"/>
                        <a:pt x="195778" y="1227082"/>
                      </a:cubicBezTo>
                      <a:cubicBezTo>
                        <a:pt x="195134" y="1237351"/>
                        <a:pt x="193205" y="1248904"/>
                        <a:pt x="198994" y="1254681"/>
                      </a:cubicBezTo>
                      <a:cubicBezTo>
                        <a:pt x="204784" y="1260457"/>
                        <a:pt x="207357" y="1263666"/>
                        <a:pt x="208000" y="1266876"/>
                      </a:cubicBezTo>
                      <a:cubicBezTo>
                        <a:pt x="208643" y="1270085"/>
                        <a:pt x="208643" y="1271368"/>
                        <a:pt x="212503" y="1273294"/>
                      </a:cubicBezTo>
                      <a:cubicBezTo>
                        <a:pt x="216362" y="1275219"/>
                        <a:pt x="219579" y="1271368"/>
                        <a:pt x="220222" y="1280996"/>
                      </a:cubicBezTo>
                      <a:cubicBezTo>
                        <a:pt x="220865" y="1290623"/>
                        <a:pt x="222152" y="1295116"/>
                        <a:pt x="227941" y="1303460"/>
                      </a:cubicBezTo>
                      <a:cubicBezTo>
                        <a:pt x="233731" y="1311803"/>
                        <a:pt x="233087" y="1307952"/>
                        <a:pt x="238877" y="1317580"/>
                      </a:cubicBezTo>
                      <a:cubicBezTo>
                        <a:pt x="244666" y="1327207"/>
                        <a:pt x="245310" y="1329133"/>
                        <a:pt x="247883" y="1338118"/>
                      </a:cubicBezTo>
                      <a:cubicBezTo>
                        <a:pt x="250456" y="1347104"/>
                        <a:pt x="257532" y="1351597"/>
                        <a:pt x="263321" y="1352880"/>
                      </a:cubicBezTo>
                      <a:cubicBezTo>
                        <a:pt x="269111" y="1354164"/>
                        <a:pt x="277473" y="1354164"/>
                        <a:pt x="283263" y="1350313"/>
                      </a:cubicBezTo>
                      <a:cubicBezTo>
                        <a:pt x="289052" y="1346462"/>
                        <a:pt x="292268" y="1344537"/>
                        <a:pt x="294842" y="1349671"/>
                      </a:cubicBezTo>
                      <a:cubicBezTo>
                        <a:pt x="297415" y="1354806"/>
                        <a:pt x="298058" y="1359298"/>
                        <a:pt x="305777" y="1357373"/>
                      </a:cubicBezTo>
                      <a:cubicBezTo>
                        <a:pt x="312853" y="1356089"/>
                        <a:pt x="315426" y="1352880"/>
                        <a:pt x="320572" y="1356089"/>
                      </a:cubicBezTo>
                      <a:cubicBezTo>
                        <a:pt x="325719" y="1359298"/>
                        <a:pt x="325075" y="1363791"/>
                        <a:pt x="332795" y="1363791"/>
                      </a:cubicBezTo>
                      <a:cubicBezTo>
                        <a:pt x="340514" y="1363791"/>
                        <a:pt x="350163" y="1363149"/>
                        <a:pt x="352736" y="1365075"/>
                      </a:cubicBezTo>
                      <a:cubicBezTo>
                        <a:pt x="355309" y="1367000"/>
                        <a:pt x="353379" y="1372135"/>
                        <a:pt x="363672" y="1372135"/>
                      </a:cubicBezTo>
                      <a:cubicBezTo>
                        <a:pt x="374607" y="1372135"/>
                        <a:pt x="374607" y="1361224"/>
                        <a:pt x="373321" y="1355448"/>
                      </a:cubicBezTo>
                      <a:cubicBezTo>
                        <a:pt x="372034" y="1349671"/>
                        <a:pt x="368175" y="1341969"/>
                        <a:pt x="372677" y="1337476"/>
                      </a:cubicBezTo>
                      <a:cubicBezTo>
                        <a:pt x="376537" y="1333625"/>
                        <a:pt x="377824" y="1334909"/>
                        <a:pt x="382970" y="1329133"/>
                      </a:cubicBezTo>
                      <a:cubicBezTo>
                        <a:pt x="384900" y="1330416"/>
                        <a:pt x="387473" y="1331700"/>
                        <a:pt x="388116" y="1332984"/>
                      </a:cubicBezTo>
                      <a:cubicBezTo>
                        <a:pt x="389402" y="1335551"/>
                        <a:pt x="391332" y="1340044"/>
                        <a:pt x="391976" y="1343895"/>
                      </a:cubicBezTo>
                      <a:cubicBezTo>
                        <a:pt x="392619" y="1347746"/>
                        <a:pt x="392619" y="1347746"/>
                        <a:pt x="395835" y="1347746"/>
                      </a:cubicBezTo>
                      <a:cubicBezTo>
                        <a:pt x="399052" y="1347746"/>
                        <a:pt x="405484" y="1346462"/>
                        <a:pt x="408701" y="1349671"/>
                      </a:cubicBezTo>
                      <a:cubicBezTo>
                        <a:pt x="411917" y="1353522"/>
                        <a:pt x="414490" y="1354164"/>
                        <a:pt x="416420" y="1356089"/>
                      </a:cubicBezTo>
                      <a:cubicBezTo>
                        <a:pt x="418993" y="1358015"/>
                        <a:pt x="420923" y="1355448"/>
                        <a:pt x="422209" y="1359940"/>
                      </a:cubicBezTo>
                      <a:cubicBezTo>
                        <a:pt x="423496" y="1364433"/>
                        <a:pt x="424139" y="1368926"/>
                        <a:pt x="418350" y="1374702"/>
                      </a:cubicBezTo>
                      <a:cubicBezTo>
                        <a:pt x="412560" y="1379837"/>
                        <a:pt x="412560" y="1386255"/>
                        <a:pt x="416420" y="1388181"/>
                      </a:cubicBezTo>
                      <a:cubicBezTo>
                        <a:pt x="420923" y="1390106"/>
                        <a:pt x="426069" y="1383046"/>
                        <a:pt x="427356" y="1377270"/>
                      </a:cubicBezTo>
                      <a:cubicBezTo>
                        <a:pt x="428642" y="1371493"/>
                        <a:pt x="429929" y="1365717"/>
                        <a:pt x="433145" y="1365717"/>
                      </a:cubicBezTo>
                      <a:cubicBezTo>
                        <a:pt x="436361" y="1365717"/>
                        <a:pt x="440221" y="1370210"/>
                        <a:pt x="443437" y="1374060"/>
                      </a:cubicBezTo>
                      <a:cubicBezTo>
                        <a:pt x="446654" y="1377911"/>
                        <a:pt x="447297" y="1378553"/>
                        <a:pt x="448583" y="1380479"/>
                      </a:cubicBezTo>
                      <a:cubicBezTo>
                        <a:pt x="449870" y="1382404"/>
                        <a:pt x="451157" y="1384330"/>
                        <a:pt x="450513" y="1386897"/>
                      </a:cubicBezTo>
                      <a:cubicBezTo>
                        <a:pt x="449227" y="1390106"/>
                        <a:pt x="447297" y="1393315"/>
                        <a:pt x="447940" y="1397166"/>
                      </a:cubicBezTo>
                      <a:cubicBezTo>
                        <a:pt x="448583" y="1400375"/>
                        <a:pt x="451157" y="1399734"/>
                        <a:pt x="454373" y="1397166"/>
                      </a:cubicBezTo>
                      <a:cubicBezTo>
                        <a:pt x="456946" y="1394599"/>
                        <a:pt x="464665" y="1383046"/>
                        <a:pt x="469168" y="1384971"/>
                      </a:cubicBezTo>
                      <a:cubicBezTo>
                        <a:pt x="474314" y="1386897"/>
                        <a:pt x="480747" y="1390106"/>
                        <a:pt x="479461" y="1394599"/>
                      </a:cubicBezTo>
                      <a:cubicBezTo>
                        <a:pt x="478817" y="1399092"/>
                        <a:pt x="473671" y="1415137"/>
                        <a:pt x="480104" y="1417705"/>
                      </a:cubicBezTo>
                      <a:cubicBezTo>
                        <a:pt x="486536" y="1419630"/>
                        <a:pt x="487823" y="1407435"/>
                        <a:pt x="491683" y="1399092"/>
                      </a:cubicBezTo>
                      <a:cubicBezTo>
                        <a:pt x="495542" y="1390748"/>
                        <a:pt x="493613" y="1387539"/>
                        <a:pt x="499402" y="1387539"/>
                      </a:cubicBezTo>
                      <a:cubicBezTo>
                        <a:pt x="505191" y="1387539"/>
                        <a:pt x="507121" y="1386255"/>
                        <a:pt x="508408" y="1387539"/>
                      </a:cubicBezTo>
                      <a:cubicBezTo>
                        <a:pt x="509694" y="1388181"/>
                        <a:pt x="510338" y="1388181"/>
                        <a:pt x="514840" y="1388181"/>
                      </a:cubicBezTo>
                      <a:cubicBezTo>
                        <a:pt x="519343" y="1388181"/>
                        <a:pt x="519343" y="1386897"/>
                        <a:pt x="520630" y="1390106"/>
                      </a:cubicBezTo>
                      <a:cubicBezTo>
                        <a:pt x="521273" y="1393315"/>
                        <a:pt x="521273" y="1402943"/>
                        <a:pt x="528992" y="1394599"/>
                      </a:cubicBezTo>
                      <a:cubicBezTo>
                        <a:pt x="536712" y="1386255"/>
                        <a:pt x="532209" y="1385613"/>
                        <a:pt x="539285" y="1384971"/>
                      </a:cubicBezTo>
                      <a:cubicBezTo>
                        <a:pt x="546361" y="1384330"/>
                        <a:pt x="546361" y="1383688"/>
                        <a:pt x="549577" y="1385613"/>
                      </a:cubicBezTo>
                      <a:cubicBezTo>
                        <a:pt x="552794" y="1387539"/>
                        <a:pt x="553437" y="1388822"/>
                        <a:pt x="555367" y="1388181"/>
                      </a:cubicBezTo>
                      <a:cubicBezTo>
                        <a:pt x="557296" y="1387539"/>
                        <a:pt x="565016" y="1385613"/>
                        <a:pt x="566302" y="1388822"/>
                      </a:cubicBezTo>
                      <a:cubicBezTo>
                        <a:pt x="567589" y="1392032"/>
                        <a:pt x="566945" y="1396524"/>
                        <a:pt x="570805" y="1400375"/>
                      </a:cubicBezTo>
                      <a:cubicBezTo>
                        <a:pt x="574665" y="1404226"/>
                        <a:pt x="574021" y="1406794"/>
                        <a:pt x="571448" y="1409361"/>
                      </a:cubicBezTo>
                      <a:cubicBezTo>
                        <a:pt x="568875" y="1411928"/>
                        <a:pt x="566945" y="1410645"/>
                        <a:pt x="563086" y="1409361"/>
                      </a:cubicBezTo>
                      <a:cubicBezTo>
                        <a:pt x="559226" y="1408077"/>
                        <a:pt x="558583" y="1404226"/>
                        <a:pt x="554723" y="1406794"/>
                      </a:cubicBezTo>
                      <a:cubicBezTo>
                        <a:pt x="550864" y="1409361"/>
                        <a:pt x="550220" y="1408719"/>
                        <a:pt x="547647" y="1412570"/>
                      </a:cubicBezTo>
                      <a:cubicBezTo>
                        <a:pt x="545074" y="1415779"/>
                        <a:pt x="545718" y="1416421"/>
                        <a:pt x="543788" y="1420914"/>
                      </a:cubicBezTo>
                      <a:cubicBezTo>
                        <a:pt x="542501" y="1425407"/>
                        <a:pt x="540571" y="1424765"/>
                        <a:pt x="541215" y="1428616"/>
                      </a:cubicBezTo>
                      <a:cubicBezTo>
                        <a:pt x="541858" y="1432467"/>
                        <a:pt x="550864" y="1435034"/>
                        <a:pt x="548934" y="1438885"/>
                      </a:cubicBezTo>
                      <a:cubicBezTo>
                        <a:pt x="547004" y="1442736"/>
                        <a:pt x="541858" y="1445945"/>
                        <a:pt x="539928" y="1448512"/>
                      </a:cubicBezTo>
                      <a:cubicBezTo>
                        <a:pt x="537998" y="1451080"/>
                        <a:pt x="535425" y="1453647"/>
                        <a:pt x="534782" y="1458140"/>
                      </a:cubicBezTo>
                      <a:cubicBezTo>
                        <a:pt x="534782" y="1462632"/>
                        <a:pt x="536712" y="1462632"/>
                        <a:pt x="536712" y="1465842"/>
                      </a:cubicBezTo>
                      <a:cubicBezTo>
                        <a:pt x="536712" y="1469051"/>
                        <a:pt x="538642" y="1470334"/>
                        <a:pt x="540571" y="1470334"/>
                      </a:cubicBezTo>
                      <a:cubicBezTo>
                        <a:pt x="542501" y="1470334"/>
                        <a:pt x="545074" y="1470976"/>
                        <a:pt x="545718" y="1472902"/>
                      </a:cubicBezTo>
                      <a:cubicBezTo>
                        <a:pt x="546361" y="1474827"/>
                        <a:pt x="550220" y="1474185"/>
                        <a:pt x="552150" y="1476111"/>
                      </a:cubicBezTo>
                      <a:cubicBezTo>
                        <a:pt x="554080" y="1478036"/>
                        <a:pt x="555367" y="1479320"/>
                        <a:pt x="557940" y="1478036"/>
                      </a:cubicBezTo>
                      <a:cubicBezTo>
                        <a:pt x="560513" y="1476111"/>
                        <a:pt x="563086" y="1475469"/>
                        <a:pt x="566945" y="1476753"/>
                      </a:cubicBezTo>
                      <a:cubicBezTo>
                        <a:pt x="570805" y="1478036"/>
                        <a:pt x="572735" y="1483813"/>
                        <a:pt x="578524" y="1478678"/>
                      </a:cubicBezTo>
                      <a:cubicBezTo>
                        <a:pt x="584314" y="1473544"/>
                        <a:pt x="583027" y="1472260"/>
                        <a:pt x="587530" y="1467125"/>
                      </a:cubicBezTo>
                      <a:cubicBezTo>
                        <a:pt x="592033" y="1461991"/>
                        <a:pt x="595893" y="1462632"/>
                        <a:pt x="597823" y="1464558"/>
                      </a:cubicBezTo>
                      <a:cubicBezTo>
                        <a:pt x="599752" y="1466483"/>
                        <a:pt x="603612" y="1465200"/>
                        <a:pt x="604899" y="1466483"/>
                      </a:cubicBezTo>
                      <a:cubicBezTo>
                        <a:pt x="606828" y="1468409"/>
                        <a:pt x="606828" y="1469693"/>
                        <a:pt x="608758" y="1467125"/>
                      </a:cubicBezTo>
                      <a:cubicBezTo>
                        <a:pt x="610688" y="1464558"/>
                        <a:pt x="609401" y="1464558"/>
                        <a:pt x="613261" y="1461991"/>
                      </a:cubicBezTo>
                      <a:cubicBezTo>
                        <a:pt x="617121" y="1459423"/>
                        <a:pt x="617121" y="1456214"/>
                        <a:pt x="616477" y="1451721"/>
                      </a:cubicBezTo>
                      <a:cubicBezTo>
                        <a:pt x="615834" y="1447229"/>
                        <a:pt x="617764" y="1438243"/>
                        <a:pt x="620980" y="1434392"/>
                      </a:cubicBezTo>
                      <a:cubicBezTo>
                        <a:pt x="623553" y="1429899"/>
                        <a:pt x="624840" y="1426048"/>
                        <a:pt x="628056" y="1424765"/>
                      </a:cubicBezTo>
                      <a:cubicBezTo>
                        <a:pt x="630629" y="1423481"/>
                        <a:pt x="631916" y="1422197"/>
                        <a:pt x="637062" y="1422839"/>
                      </a:cubicBezTo>
                      <a:cubicBezTo>
                        <a:pt x="642208" y="1423481"/>
                        <a:pt x="649284" y="1423481"/>
                        <a:pt x="651857" y="1420914"/>
                      </a:cubicBezTo>
                      <a:cubicBezTo>
                        <a:pt x="655074" y="1418347"/>
                        <a:pt x="660220" y="1415137"/>
                        <a:pt x="659577" y="1411286"/>
                      </a:cubicBezTo>
                      <a:cubicBezTo>
                        <a:pt x="658290" y="1408077"/>
                        <a:pt x="658290" y="1403585"/>
                        <a:pt x="661506" y="1398450"/>
                      </a:cubicBezTo>
                      <a:cubicBezTo>
                        <a:pt x="664723" y="1393315"/>
                        <a:pt x="666009" y="1392673"/>
                        <a:pt x="666009" y="1388822"/>
                      </a:cubicBezTo>
                      <a:cubicBezTo>
                        <a:pt x="666009" y="1384971"/>
                        <a:pt x="667939" y="1381762"/>
                        <a:pt x="670512" y="1379837"/>
                      </a:cubicBezTo>
                      <a:cubicBezTo>
                        <a:pt x="673085" y="1377911"/>
                        <a:pt x="682734" y="1370210"/>
                        <a:pt x="684664" y="1364433"/>
                      </a:cubicBezTo>
                      <a:cubicBezTo>
                        <a:pt x="686594" y="1358657"/>
                        <a:pt x="691740" y="1352880"/>
                        <a:pt x="689167" y="1342611"/>
                      </a:cubicBezTo>
                      <a:cubicBezTo>
                        <a:pt x="687237" y="1332342"/>
                        <a:pt x="682091" y="1327207"/>
                        <a:pt x="678875" y="1325282"/>
                      </a:cubicBezTo>
                      <a:cubicBezTo>
                        <a:pt x="675658" y="1323356"/>
                        <a:pt x="672442" y="1320147"/>
                        <a:pt x="671155" y="1321431"/>
                      </a:cubicBezTo>
                      <a:cubicBezTo>
                        <a:pt x="669226" y="1322714"/>
                        <a:pt x="666653" y="1327207"/>
                        <a:pt x="664723" y="1328491"/>
                      </a:cubicBezTo>
                      <a:cubicBezTo>
                        <a:pt x="663436" y="1329775"/>
                        <a:pt x="662150" y="1331058"/>
                        <a:pt x="658933" y="1334909"/>
                      </a:cubicBezTo>
                      <a:cubicBezTo>
                        <a:pt x="655717" y="1338760"/>
                        <a:pt x="655074" y="1339402"/>
                        <a:pt x="651857" y="1338118"/>
                      </a:cubicBezTo>
                      <a:cubicBezTo>
                        <a:pt x="648641" y="1336193"/>
                        <a:pt x="647998" y="1338118"/>
                        <a:pt x="646711" y="1331700"/>
                      </a:cubicBezTo>
                      <a:cubicBezTo>
                        <a:pt x="644781" y="1325924"/>
                        <a:pt x="647998" y="1324640"/>
                        <a:pt x="651857" y="1320789"/>
                      </a:cubicBezTo>
                      <a:cubicBezTo>
                        <a:pt x="655717" y="1317580"/>
                        <a:pt x="658290" y="1316296"/>
                        <a:pt x="658290" y="1313729"/>
                      </a:cubicBezTo>
                      <a:cubicBezTo>
                        <a:pt x="658933" y="1311161"/>
                        <a:pt x="657647" y="1305385"/>
                        <a:pt x="656360" y="1305385"/>
                      </a:cubicBezTo>
                      <a:cubicBezTo>
                        <a:pt x="655074" y="1305385"/>
                        <a:pt x="655074" y="1307952"/>
                        <a:pt x="652501" y="1304743"/>
                      </a:cubicBezTo>
                      <a:cubicBezTo>
                        <a:pt x="649928" y="1301534"/>
                        <a:pt x="647998" y="1300892"/>
                        <a:pt x="653787" y="1295758"/>
                      </a:cubicBezTo>
                      <a:cubicBezTo>
                        <a:pt x="660220" y="1290623"/>
                        <a:pt x="660220" y="1286130"/>
                        <a:pt x="657647" y="1288056"/>
                      </a:cubicBezTo>
                      <a:cubicBezTo>
                        <a:pt x="655074" y="1289981"/>
                        <a:pt x="651857" y="1293190"/>
                        <a:pt x="649928" y="1297041"/>
                      </a:cubicBezTo>
                      <a:cubicBezTo>
                        <a:pt x="647354" y="1300892"/>
                        <a:pt x="646711" y="1300250"/>
                        <a:pt x="644138" y="1303460"/>
                      </a:cubicBezTo>
                      <a:cubicBezTo>
                        <a:pt x="641565" y="1306669"/>
                        <a:pt x="640279" y="1307311"/>
                        <a:pt x="637705" y="1311161"/>
                      </a:cubicBezTo>
                      <a:cubicBezTo>
                        <a:pt x="635776" y="1315012"/>
                        <a:pt x="633846" y="1317580"/>
                        <a:pt x="633846" y="1320789"/>
                      </a:cubicBezTo>
                      <a:cubicBezTo>
                        <a:pt x="633202" y="1323998"/>
                        <a:pt x="628700" y="1327207"/>
                        <a:pt x="628056" y="1324640"/>
                      </a:cubicBezTo>
                      <a:cubicBezTo>
                        <a:pt x="627413" y="1321431"/>
                        <a:pt x="630629" y="1320789"/>
                        <a:pt x="630629" y="1318222"/>
                      </a:cubicBezTo>
                      <a:cubicBezTo>
                        <a:pt x="631273" y="1315012"/>
                        <a:pt x="629343" y="1311161"/>
                        <a:pt x="628056" y="1309878"/>
                      </a:cubicBezTo>
                      <a:cubicBezTo>
                        <a:pt x="626770" y="1308594"/>
                        <a:pt x="623553" y="1309236"/>
                        <a:pt x="622910" y="1305385"/>
                      </a:cubicBezTo>
                      <a:cubicBezTo>
                        <a:pt x="622267" y="1301534"/>
                        <a:pt x="622267" y="1298967"/>
                        <a:pt x="624840" y="1296400"/>
                      </a:cubicBezTo>
                      <a:cubicBezTo>
                        <a:pt x="627413" y="1293832"/>
                        <a:pt x="629343" y="1295116"/>
                        <a:pt x="631916" y="1288056"/>
                      </a:cubicBezTo>
                      <a:cubicBezTo>
                        <a:pt x="634489" y="1280996"/>
                        <a:pt x="636419" y="1275861"/>
                        <a:pt x="640279" y="1275219"/>
                      </a:cubicBezTo>
                      <a:cubicBezTo>
                        <a:pt x="644781" y="1274577"/>
                        <a:pt x="652501" y="1275219"/>
                        <a:pt x="650571" y="1270727"/>
                      </a:cubicBezTo>
                      <a:cubicBezTo>
                        <a:pt x="648641" y="1266234"/>
                        <a:pt x="645425" y="1266234"/>
                        <a:pt x="644138" y="1262383"/>
                      </a:cubicBezTo>
                      <a:cubicBezTo>
                        <a:pt x="643495" y="1259174"/>
                        <a:pt x="643495" y="1257248"/>
                        <a:pt x="641565" y="1254681"/>
                      </a:cubicBezTo>
                      <a:cubicBezTo>
                        <a:pt x="640279" y="1252114"/>
                        <a:pt x="642208" y="1248263"/>
                        <a:pt x="642852" y="1246337"/>
                      </a:cubicBezTo>
                      <a:cubicBezTo>
                        <a:pt x="644138" y="1243770"/>
                        <a:pt x="647998" y="1239277"/>
                        <a:pt x="650571" y="1236710"/>
                      </a:cubicBezTo>
                      <a:cubicBezTo>
                        <a:pt x="653144" y="1234142"/>
                        <a:pt x="654430" y="1229650"/>
                        <a:pt x="652501" y="1230291"/>
                      </a:cubicBezTo>
                      <a:cubicBezTo>
                        <a:pt x="650571" y="1230933"/>
                        <a:pt x="648641" y="1237351"/>
                        <a:pt x="646711" y="1236068"/>
                      </a:cubicBezTo>
                      <a:cubicBezTo>
                        <a:pt x="644781" y="1234784"/>
                        <a:pt x="643495" y="1232859"/>
                        <a:pt x="645425" y="1229650"/>
                      </a:cubicBezTo>
                      <a:cubicBezTo>
                        <a:pt x="647354" y="1227082"/>
                        <a:pt x="651857" y="1225157"/>
                        <a:pt x="650571" y="1223231"/>
                      </a:cubicBezTo>
                      <a:cubicBezTo>
                        <a:pt x="648641" y="1221306"/>
                        <a:pt x="647354" y="1224515"/>
                        <a:pt x="644781" y="1227082"/>
                      </a:cubicBezTo>
                      <a:cubicBezTo>
                        <a:pt x="642208" y="1229650"/>
                        <a:pt x="640279" y="1228366"/>
                        <a:pt x="638992" y="1225157"/>
                      </a:cubicBezTo>
                      <a:cubicBezTo>
                        <a:pt x="637705" y="1221948"/>
                        <a:pt x="638349" y="1220664"/>
                        <a:pt x="636419" y="1218739"/>
                      </a:cubicBezTo>
                      <a:cubicBezTo>
                        <a:pt x="634489" y="1216813"/>
                        <a:pt x="635132" y="1215529"/>
                        <a:pt x="635132" y="1211037"/>
                      </a:cubicBezTo>
                      <a:cubicBezTo>
                        <a:pt x="635132" y="1206544"/>
                        <a:pt x="634489" y="1203977"/>
                        <a:pt x="632559" y="1200126"/>
                      </a:cubicBezTo>
                      <a:cubicBezTo>
                        <a:pt x="630629" y="1196275"/>
                        <a:pt x="631273" y="1196275"/>
                        <a:pt x="635776" y="1192424"/>
                      </a:cubicBezTo>
                      <a:cubicBezTo>
                        <a:pt x="640279" y="1188573"/>
                        <a:pt x="642208" y="1187289"/>
                        <a:pt x="641565" y="1184722"/>
                      </a:cubicBezTo>
                      <a:cubicBezTo>
                        <a:pt x="641565" y="1183438"/>
                        <a:pt x="640922" y="1182155"/>
                        <a:pt x="640279" y="1180871"/>
                      </a:cubicBezTo>
                      <a:cubicBezTo>
                        <a:pt x="640922" y="1180871"/>
                        <a:pt x="641565" y="1180229"/>
                        <a:pt x="641565" y="1180229"/>
                      </a:cubicBezTo>
                      <a:cubicBezTo>
                        <a:pt x="643495" y="1181513"/>
                        <a:pt x="644781" y="1185364"/>
                        <a:pt x="645425" y="1187931"/>
                      </a:cubicBezTo>
                      <a:cubicBezTo>
                        <a:pt x="646711" y="1191140"/>
                        <a:pt x="651857" y="1200767"/>
                        <a:pt x="654430" y="1193066"/>
                      </a:cubicBezTo>
                      <a:cubicBezTo>
                        <a:pt x="657004" y="1185364"/>
                        <a:pt x="659577" y="1181513"/>
                        <a:pt x="654430" y="1177020"/>
                      </a:cubicBezTo>
                      <a:cubicBezTo>
                        <a:pt x="653787" y="1176378"/>
                        <a:pt x="653144" y="1176378"/>
                        <a:pt x="652501" y="1175736"/>
                      </a:cubicBezTo>
                      <a:cubicBezTo>
                        <a:pt x="659577" y="1171885"/>
                        <a:pt x="666653" y="1168034"/>
                        <a:pt x="673729" y="1162900"/>
                      </a:cubicBezTo>
                      <a:cubicBezTo>
                        <a:pt x="694957" y="1146212"/>
                        <a:pt x="717471" y="1123748"/>
                        <a:pt x="741915" y="1110270"/>
                      </a:cubicBezTo>
                      <a:cubicBezTo>
                        <a:pt x="741915" y="1112837"/>
                        <a:pt x="741915" y="1115405"/>
                        <a:pt x="741915" y="1117330"/>
                      </a:cubicBezTo>
                      <a:cubicBezTo>
                        <a:pt x="741915" y="1119256"/>
                        <a:pt x="741272" y="1123748"/>
                        <a:pt x="743845" y="1125674"/>
                      </a:cubicBezTo>
                      <a:cubicBezTo>
                        <a:pt x="745775" y="1127599"/>
                        <a:pt x="746418" y="1131450"/>
                        <a:pt x="748348" y="1130808"/>
                      </a:cubicBezTo>
                      <a:cubicBezTo>
                        <a:pt x="750921" y="1130808"/>
                        <a:pt x="759284" y="1130167"/>
                        <a:pt x="758640" y="1134018"/>
                      </a:cubicBezTo>
                      <a:cubicBezTo>
                        <a:pt x="757997" y="1137868"/>
                        <a:pt x="753494" y="1142361"/>
                        <a:pt x="751564" y="1144287"/>
                      </a:cubicBezTo>
                      <a:cubicBezTo>
                        <a:pt x="749635" y="1146212"/>
                        <a:pt x="747705" y="1146212"/>
                        <a:pt x="747062" y="1149421"/>
                      </a:cubicBezTo>
                      <a:cubicBezTo>
                        <a:pt x="747062" y="1152630"/>
                        <a:pt x="747062" y="1154556"/>
                        <a:pt x="743202" y="1158407"/>
                      </a:cubicBezTo>
                      <a:cubicBezTo>
                        <a:pt x="739342" y="1162900"/>
                        <a:pt x="740629" y="1164825"/>
                        <a:pt x="738056" y="1168676"/>
                      </a:cubicBezTo>
                      <a:cubicBezTo>
                        <a:pt x="735483" y="1173169"/>
                        <a:pt x="735483" y="1173811"/>
                        <a:pt x="732910" y="1180229"/>
                      </a:cubicBezTo>
                      <a:cubicBezTo>
                        <a:pt x="730337" y="1186647"/>
                        <a:pt x="729693" y="1188573"/>
                        <a:pt x="729693" y="1189856"/>
                      </a:cubicBezTo>
                      <a:cubicBezTo>
                        <a:pt x="729050" y="1191782"/>
                        <a:pt x="728407" y="1190498"/>
                        <a:pt x="730980" y="1194349"/>
                      </a:cubicBezTo>
                      <a:cubicBezTo>
                        <a:pt x="733553" y="1198842"/>
                        <a:pt x="733553" y="1200767"/>
                        <a:pt x="730980" y="1202693"/>
                      </a:cubicBezTo>
                      <a:cubicBezTo>
                        <a:pt x="728407" y="1203977"/>
                        <a:pt x="727763" y="1203977"/>
                        <a:pt x="726477" y="1206544"/>
                      </a:cubicBezTo>
                      <a:cubicBezTo>
                        <a:pt x="725190" y="1209111"/>
                        <a:pt x="723261" y="1211037"/>
                        <a:pt x="721331" y="1214246"/>
                      </a:cubicBezTo>
                      <a:cubicBezTo>
                        <a:pt x="720044" y="1218097"/>
                        <a:pt x="719401" y="1220022"/>
                        <a:pt x="717471" y="1223231"/>
                      </a:cubicBezTo>
                      <a:cubicBezTo>
                        <a:pt x="715541" y="1225799"/>
                        <a:pt x="714255" y="1224515"/>
                        <a:pt x="712968" y="1225799"/>
                      </a:cubicBezTo>
                      <a:cubicBezTo>
                        <a:pt x="711682" y="1227082"/>
                        <a:pt x="711682" y="1229008"/>
                        <a:pt x="710395" y="1231575"/>
                      </a:cubicBezTo>
                      <a:cubicBezTo>
                        <a:pt x="709109" y="1234142"/>
                        <a:pt x="705892" y="1237993"/>
                        <a:pt x="704606" y="1234142"/>
                      </a:cubicBezTo>
                      <a:cubicBezTo>
                        <a:pt x="703319" y="1230291"/>
                        <a:pt x="703962" y="1229008"/>
                        <a:pt x="701389" y="1226440"/>
                      </a:cubicBezTo>
                      <a:cubicBezTo>
                        <a:pt x="698816" y="1223873"/>
                        <a:pt x="693670" y="1222590"/>
                        <a:pt x="693027" y="1228366"/>
                      </a:cubicBezTo>
                      <a:cubicBezTo>
                        <a:pt x="692383" y="1234142"/>
                        <a:pt x="695600" y="1237993"/>
                        <a:pt x="694313" y="1240561"/>
                      </a:cubicBezTo>
                      <a:cubicBezTo>
                        <a:pt x="693027" y="1243128"/>
                        <a:pt x="689810" y="1249546"/>
                        <a:pt x="687237" y="1251472"/>
                      </a:cubicBezTo>
                      <a:cubicBezTo>
                        <a:pt x="684664" y="1253397"/>
                        <a:pt x="683378" y="1255965"/>
                        <a:pt x="681448" y="1259174"/>
                      </a:cubicBezTo>
                      <a:cubicBezTo>
                        <a:pt x="679518" y="1262383"/>
                        <a:pt x="678231" y="1262383"/>
                        <a:pt x="676945" y="1266234"/>
                      </a:cubicBezTo>
                      <a:cubicBezTo>
                        <a:pt x="676302" y="1270085"/>
                        <a:pt x="677588" y="1275861"/>
                        <a:pt x="680805" y="1277145"/>
                      </a:cubicBezTo>
                      <a:cubicBezTo>
                        <a:pt x="684021" y="1278428"/>
                        <a:pt x="685951" y="1284847"/>
                        <a:pt x="685951" y="1291265"/>
                      </a:cubicBezTo>
                      <a:cubicBezTo>
                        <a:pt x="685951" y="1297683"/>
                        <a:pt x="686594" y="1298325"/>
                        <a:pt x="687237" y="1302818"/>
                      </a:cubicBezTo>
                      <a:cubicBezTo>
                        <a:pt x="687881" y="1307311"/>
                        <a:pt x="687881" y="1304101"/>
                        <a:pt x="689167" y="1309878"/>
                      </a:cubicBezTo>
                      <a:cubicBezTo>
                        <a:pt x="690454" y="1315654"/>
                        <a:pt x="693027" y="1318222"/>
                        <a:pt x="695600" y="1314371"/>
                      </a:cubicBezTo>
                      <a:cubicBezTo>
                        <a:pt x="698173" y="1310520"/>
                        <a:pt x="700103" y="1302818"/>
                        <a:pt x="703319" y="1302818"/>
                      </a:cubicBezTo>
                      <a:cubicBezTo>
                        <a:pt x="706535" y="1302818"/>
                        <a:pt x="710395" y="1302176"/>
                        <a:pt x="712968" y="1298967"/>
                      </a:cubicBezTo>
                      <a:cubicBezTo>
                        <a:pt x="715541" y="1295116"/>
                        <a:pt x="718758" y="1292549"/>
                        <a:pt x="719401" y="1290623"/>
                      </a:cubicBezTo>
                      <a:cubicBezTo>
                        <a:pt x="720044" y="1288698"/>
                        <a:pt x="721974" y="1282921"/>
                        <a:pt x="723261" y="1282279"/>
                      </a:cubicBezTo>
                      <a:cubicBezTo>
                        <a:pt x="724547" y="1280996"/>
                        <a:pt x="727763" y="1277145"/>
                        <a:pt x="729693" y="1277787"/>
                      </a:cubicBezTo>
                      <a:cubicBezTo>
                        <a:pt x="731623" y="1278428"/>
                        <a:pt x="737412" y="1276503"/>
                        <a:pt x="738699" y="1274577"/>
                      </a:cubicBezTo>
                      <a:cubicBezTo>
                        <a:pt x="739986" y="1272652"/>
                        <a:pt x="744488" y="1269443"/>
                        <a:pt x="747062" y="1268159"/>
                      </a:cubicBezTo>
                      <a:cubicBezTo>
                        <a:pt x="749635" y="1266876"/>
                        <a:pt x="751564" y="1264950"/>
                        <a:pt x="755424" y="1261099"/>
                      </a:cubicBezTo>
                      <a:cubicBezTo>
                        <a:pt x="759284" y="1257248"/>
                        <a:pt x="758640" y="1254681"/>
                        <a:pt x="761214" y="1254039"/>
                      </a:cubicBezTo>
                      <a:cubicBezTo>
                        <a:pt x="763787" y="1253397"/>
                        <a:pt x="765716" y="1249546"/>
                        <a:pt x="765716" y="1248904"/>
                      </a:cubicBezTo>
                      <a:cubicBezTo>
                        <a:pt x="765716" y="1248263"/>
                        <a:pt x="762500" y="1242486"/>
                        <a:pt x="763143" y="1239277"/>
                      </a:cubicBezTo>
                      <a:cubicBezTo>
                        <a:pt x="763143" y="1236710"/>
                        <a:pt x="763787" y="1235426"/>
                        <a:pt x="761214" y="1234784"/>
                      </a:cubicBezTo>
                      <a:cubicBezTo>
                        <a:pt x="758640" y="1234142"/>
                        <a:pt x="754781" y="1234142"/>
                        <a:pt x="750921" y="1232859"/>
                      </a:cubicBezTo>
                      <a:cubicBezTo>
                        <a:pt x="747062" y="1231575"/>
                        <a:pt x="748348" y="1234142"/>
                        <a:pt x="745132" y="1234142"/>
                      </a:cubicBezTo>
                      <a:cubicBezTo>
                        <a:pt x="741272" y="1234142"/>
                        <a:pt x="742559" y="1227724"/>
                        <a:pt x="745132" y="1226440"/>
                      </a:cubicBezTo>
                      <a:cubicBezTo>
                        <a:pt x="747705" y="1225799"/>
                        <a:pt x="752208" y="1223873"/>
                        <a:pt x="754138" y="1218739"/>
                      </a:cubicBezTo>
                      <a:cubicBezTo>
                        <a:pt x="756067" y="1213604"/>
                        <a:pt x="752851" y="1214246"/>
                        <a:pt x="758640" y="1211678"/>
                      </a:cubicBezTo>
                      <a:cubicBezTo>
                        <a:pt x="763787" y="1209111"/>
                        <a:pt x="767003" y="1205260"/>
                        <a:pt x="767003" y="1203977"/>
                      </a:cubicBezTo>
                      <a:cubicBezTo>
                        <a:pt x="767003" y="1202693"/>
                        <a:pt x="768933" y="1199484"/>
                        <a:pt x="768933" y="1197558"/>
                      </a:cubicBezTo>
                      <a:cubicBezTo>
                        <a:pt x="768933" y="1195633"/>
                        <a:pt x="768933" y="1189856"/>
                        <a:pt x="770863" y="1184080"/>
                      </a:cubicBezTo>
                      <a:cubicBezTo>
                        <a:pt x="772792" y="1177662"/>
                        <a:pt x="777295" y="1174453"/>
                        <a:pt x="779225" y="1174453"/>
                      </a:cubicBezTo>
                      <a:cubicBezTo>
                        <a:pt x="781155" y="1174453"/>
                        <a:pt x="783085" y="1177662"/>
                        <a:pt x="782441" y="1173169"/>
                      </a:cubicBezTo>
                      <a:cubicBezTo>
                        <a:pt x="781798" y="1168034"/>
                        <a:pt x="781798" y="1164825"/>
                        <a:pt x="783085" y="1162900"/>
                      </a:cubicBezTo>
                      <a:cubicBezTo>
                        <a:pt x="784371" y="1160974"/>
                        <a:pt x="787588" y="1158407"/>
                        <a:pt x="788874" y="1157123"/>
                      </a:cubicBezTo>
                      <a:cubicBezTo>
                        <a:pt x="790161" y="1155840"/>
                        <a:pt x="794664" y="1152630"/>
                        <a:pt x="794664" y="1150063"/>
                      </a:cubicBezTo>
                      <a:cubicBezTo>
                        <a:pt x="794664" y="1147496"/>
                        <a:pt x="795307" y="1144287"/>
                        <a:pt x="797237" y="1143645"/>
                      </a:cubicBezTo>
                      <a:cubicBezTo>
                        <a:pt x="799167" y="1143003"/>
                        <a:pt x="797237" y="1147496"/>
                        <a:pt x="799810" y="1144929"/>
                      </a:cubicBezTo>
                      <a:cubicBezTo>
                        <a:pt x="802383" y="1142361"/>
                        <a:pt x="801740" y="1142361"/>
                        <a:pt x="803026" y="1139794"/>
                      </a:cubicBezTo>
                      <a:cubicBezTo>
                        <a:pt x="804313" y="1137227"/>
                        <a:pt x="805599" y="1135943"/>
                        <a:pt x="807529" y="1134659"/>
                      </a:cubicBezTo>
                      <a:cubicBezTo>
                        <a:pt x="809459" y="1133376"/>
                        <a:pt x="811389" y="1130808"/>
                        <a:pt x="813319" y="1129525"/>
                      </a:cubicBezTo>
                      <a:cubicBezTo>
                        <a:pt x="813962" y="1131450"/>
                        <a:pt x="815248" y="1133376"/>
                        <a:pt x="815892" y="1135301"/>
                      </a:cubicBezTo>
                      <a:cubicBezTo>
                        <a:pt x="819108" y="1141719"/>
                        <a:pt x="822324" y="1149421"/>
                        <a:pt x="825541" y="1156481"/>
                      </a:cubicBezTo>
                      <a:cubicBezTo>
                        <a:pt x="824254" y="1159049"/>
                        <a:pt x="823611" y="1160332"/>
                        <a:pt x="822324" y="1163542"/>
                      </a:cubicBezTo>
                      <a:cubicBezTo>
                        <a:pt x="821038" y="1167392"/>
                        <a:pt x="820395" y="1166751"/>
                        <a:pt x="817821" y="1169318"/>
                      </a:cubicBezTo>
                      <a:cubicBezTo>
                        <a:pt x="815248" y="1171885"/>
                        <a:pt x="814605" y="1170602"/>
                        <a:pt x="813319" y="1172527"/>
                      </a:cubicBezTo>
                      <a:cubicBezTo>
                        <a:pt x="812032" y="1174453"/>
                        <a:pt x="811389" y="1182155"/>
                        <a:pt x="810746" y="1184080"/>
                      </a:cubicBezTo>
                      <a:cubicBezTo>
                        <a:pt x="810102" y="1186005"/>
                        <a:pt x="808172" y="1189215"/>
                        <a:pt x="806886" y="1189856"/>
                      </a:cubicBezTo>
                      <a:cubicBezTo>
                        <a:pt x="805599" y="1190498"/>
                        <a:pt x="806243" y="1188573"/>
                        <a:pt x="803026" y="1187931"/>
                      </a:cubicBezTo>
                      <a:cubicBezTo>
                        <a:pt x="800453" y="1187289"/>
                        <a:pt x="798523" y="1187931"/>
                        <a:pt x="797880" y="1184722"/>
                      </a:cubicBezTo>
                      <a:cubicBezTo>
                        <a:pt x="797237" y="1180871"/>
                        <a:pt x="792734" y="1179587"/>
                        <a:pt x="790161" y="1181513"/>
                      </a:cubicBezTo>
                      <a:cubicBezTo>
                        <a:pt x="787588" y="1183438"/>
                        <a:pt x="789518" y="1186005"/>
                        <a:pt x="787588" y="1191140"/>
                      </a:cubicBezTo>
                      <a:cubicBezTo>
                        <a:pt x="785015" y="1196275"/>
                        <a:pt x="778582" y="1201409"/>
                        <a:pt x="778582" y="1206544"/>
                      </a:cubicBezTo>
                      <a:cubicBezTo>
                        <a:pt x="778582" y="1211678"/>
                        <a:pt x="777939" y="1212962"/>
                        <a:pt x="777939" y="1218097"/>
                      </a:cubicBezTo>
                      <a:cubicBezTo>
                        <a:pt x="777295" y="1223231"/>
                        <a:pt x="778582" y="1224515"/>
                        <a:pt x="776009" y="1227082"/>
                      </a:cubicBezTo>
                      <a:cubicBezTo>
                        <a:pt x="773436" y="1229650"/>
                        <a:pt x="773436" y="1233501"/>
                        <a:pt x="775366" y="1236068"/>
                      </a:cubicBezTo>
                      <a:cubicBezTo>
                        <a:pt x="777295" y="1238635"/>
                        <a:pt x="783728" y="1237993"/>
                        <a:pt x="784371" y="1234784"/>
                      </a:cubicBezTo>
                      <a:cubicBezTo>
                        <a:pt x="785658" y="1231575"/>
                        <a:pt x="783728" y="1229008"/>
                        <a:pt x="789518" y="1227082"/>
                      </a:cubicBezTo>
                      <a:cubicBezTo>
                        <a:pt x="794664" y="1225157"/>
                        <a:pt x="797237" y="1225157"/>
                        <a:pt x="799810" y="1221948"/>
                      </a:cubicBezTo>
                      <a:cubicBezTo>
                        <a:pt x="802383" y="1218739"/>
                        <a:pt x="804956" y="1213604"/>
                        <a:pt x="806886" y="1209753"/>
                      </a:cubicBezTo>
                      <a:cubicBezTo>
                        <a:pt x="808172" y="1205902"/>
                        <a:pt x="808816" y="1202051"/>
                        <a:pt x="808816" y="1198842"/>
                      </a:cubicBezTo>
                      <a:cubicBezTo>
                        <a:pt x="808816" y="1195633"/>
                        <a:pt x="809459" y="1194349"/>
                        <a:pt x="812032" y="1191140"/>
                      </a:cubicBezTo>
                      <a:cubicBezTo>
                        <a:pt x="814605" y="1188573"/>
                        <a:pt x="812032" y="1186647"/>
                        <a:pt x="817178" y="1183438"/>
                      </a:cubicBezTo>
                      <a:cubicBezTo>
                        <a:pt x="822324" y="1180229"/>
                        <a:pt x="823611" y="1180229"/>
                        <a:pt x="824897" y="1177662"/>
                      </a:cubicBezTo>
                      <a:cubicBezTo>
                        <a:pt x="826184" y="1175094"/>
                        <a:pt x="829400" y="1175736"/>
                        <a:pt x="831330" y="1171885"/>
                      </a:cubicBezTo>
                      <a:cubicBezTo>
                        <a:pt x="831330" y="1171243"/>
                        <a:pt x="831973" y="1170602"/>
                        <a:pt x="832617" y="1170602"/>
                      </a:cubicBezTo>
                      <a:cubicBezTo>
                        <a:pt x="833260" y="1171885"/>
                        <a:pt x="833903" y="1173169"/>
                        <a:pt x="835190" y="1174453"/>
                      </a:cubicBezTo>
                      <a:cubicBezTo>
                        <a:pt x="840979" y="1187289"/>
                        <a:pt x="846125" y="1197558"/>
                        <a:pt x="846769" y="1200126"/>
                      </a:cubicBezTo>
                      <a:cubicBezTo>
                        <a:pt x="847412" y="1202051"/>
                        <a:pt x="848698" y="1203335"/>
                        <a:pt x="849985" y="1205260"/>
                      </a:cubicBezTo>
                      <a:cubicBezTo>
                        <a:pt x="849985" y="1205902"/>
                        <a:pt x="849342" y="1206544"/>
                        <a:pt x="849342" y="1207186"/>
                      </a:cubicBezTo>
                      <a:cubicBezTo>
                        <a:pt x="847412" y="1211037"/>
                        <a:pt x="845482" y="1211037"/>
                        <a:pt x="846125" y="1215529"/>
                      </a:cubicBezTo>
                      <a:cubicBezTo>
                        <a:pt x="846769" y="1220022"/>
                        <a:pt x="849342" y="1227082"/>
                        <a:pt x="856418" y="1224515"/>
                      </a:cubicBezTo>
                      <a:cubicBezTo>
                        <a:pt x="858348" y="1223873"/>
                        <a:pt x="859634" y="1223231"/>
                        <a:pt x="860277" y="1222590"/>
                      </a:cubicBezTo>
                      <a:cubicBezTo>
                        <a:pt x="860277" y="1223873"/>
                        <a:pt x="860277" y="1225157"/>
                        <a:pt x="860277" y="1227724"/>
                      </a:cubicBezTo>
                      <a:cubicBezTo>
                        <a:pt x="860921" y="1237993"/>
                        <a:pt x="863494" y="1241202"/>
                        <a:pt x="869926" y="1250188"/>
                      </a:cubicBezTo>
                      <a:cubicBezTo>
                        <a:pt x="874429" y="1256606"/>
                        <a:pt x="878289" y="1259174"/>
                        <a:pt x="880862" y="1263666"/>
                      </a:cubicBezTo>
                      <a:cubicBezTo>
                        <a:pt x="880862" y="1265592"/>
                        <a:pt x="880219" y="1266876"/>
                        <a:pt x="880219" y="1267517"/>
                      </a:cubicBezTo>
                      <a:cubicBezTo>
                        <a:pt x="879576" y="1270085"/>
                        <a:pt x="877646" y="1273936"/>
                        <a:pt x="876359" y="1278428"/>
                      </a:cubicBezTo>
                      <a:cubicBezTo>
                        <a:pt x="875073" y="1282921"/>
                        <a:pt x="876359" y="1284205"/>
                        <a:pt x="871856" y="1288698"/>
                      </a:cubicBezTo>
                      <a:cubicBezTo>
                        <a:pt x="867997" y="1293832"/>
                        <a:pt x="869283" y="1296400"/>
                        <a:pt x="866710" y="1300250"/>
                      </a:cubicBezTo>
                      <a:cubicBezTo>
                        <a:pt x="864137" y="1303460"/>
                        <a:pt x="862850" y="1301534"/>
                        <a:pt x="862207" y="1305385"/>
                      </a:cubicBezTo>
                      <a:cubicBezTo>
                        <a:pt x="861564" y="1309236"/>
                        <a:pt x="860921" y="1315012"/>
                        <a:pt x="859634" y="1317580"/>
                      </a:cubicBezTo>
                      <a:cubicBezTo>
                        <a:pt x="858348" y="1320147"/>
                        <a:pt x="854488" y="1322073"/>
                        <a:pt x="852558" y="1323998"/>
                      </a:cubicBezTo>
                      <a:cubicBezTo>
                        <a:pt x="849985" y="1325924"/>
                        <a:pt x="848055" y="1326565"/>
                        <a:pt x="846125" y="1329133"/>
                      </a:cubicBezTo>
                      <a:cubicBezTo>
                        <a:pt x="844196" y="1332342"/>
                        <a:pt x="842909" y="1332984"/>
                        <a:pt x="839693" y="1334267"/>
                      </a:cubicBezTo>
                      <a:cubicBezTo>
                        <a:pt x="836476" y="1335551"/>
                        <a:pt x="832617" y="1335551"/>
                        <a:pt x="831330" y="1333625"/>
                      </a:cubicBezTo>
                      <a:cubicBezTo>
                        <a:pt x="830044" y="1331700"/>
                        <a:pt x="826827" y="1329133"/>
                        <a:pt x="826827" y="1323998"/>
                      </a:cubicBezTo>
                      <a:cubicBezTo>
                        <a:pt x="826827" y="1318863"/>
                        <a:pt x="828757" y="1316938"/>
                        <a:pt x="829400" y="1313087"/>
                      </a:cubicBezTo>
                      <a:cubicBezTo>
                        <a:pt x="830044" y="1309236"/>
                        <a:pt x="831973" y="1306027"/>
                        <a:pt x="831973" y="1300892"/>
                      </a:cubicBezTo>
                      <a:cubicBezTo>
                        <a:pt x="831973" y="1296400"/>
                        <a:pt x="833260" y="1297683"/>
                        <a:pt x="835190" y="1290623"/>
                      </a:cubicBezTo>
                      <a:cubicBezTo>
                        <a:pt x="837120" y="1284205"/>
                        <a:pt x="836476" y="1277787"/>
                        <a:pt x="829400" y="1277787"/>
                      </a:cubicBezTo>
                      <a:cubicBezTo>
                        <a:pt x="822324" y="1277787"/>
                        <a:pt x="819108" y="1282921"/>
                        <a:pt x="819108" y="1286130"/>
                      </a:cubicBezTo>
                      <a:cubicBezTo>
                        <a:pt x="819108" y="1289981"/>
                        <a:pt x="817178" y="1295116"/>
                        <a:pt x="815892" y="1297041"/>
                      </a:cubicBezTo>
                      <a:cubicBezTo>
                        <a:pt x="814605" y="1298967"/>
                        <a:pt x="813319" y="1304101"/>
                        <a:pt x="812032" y="1307311"/>
                      </a:cubicBezTo>
                      <a:cubicBezTo>
                        <a:pt x="810746" y="1310520"/>
                        <a:pt x="811389" y="1315012"/>
                        <a:pt x="812675" y="1316938"/>
                      </a:cubicBezTo>
                      <a:cubicBezTo>
                        <a:pt x="814605" y="1318222"/>
                        <a:pt x="812032" y="1322073"/>
                        <a:pt x="812032" y="1324640"/>
                      </a:cubicBezTo>
                      <a:cubicBezTo>
                        <a:pt x="812032" y="1327207"/>
                        <a:pt x="813319" y="1329775"/>
                        <a:pt x="808816" y="1331700"/>
                      </a:cubicBezTo>
                      <a:cubicBezTo>
                        <a:pt x="804313" y="1334267"/>
                        <a:pt x="801096" y="1336835"/>
                        <a:pt x="800453" y="1338760"/>
                      </a:cubicBezTo>
                      <a:cubicBezTo>
                        <a:pt x="799810" y="1340686"/>
                        <a:pt x="801096" y="1342611"/>
                        <a:pt x="803026" y="1345178"/>
                      </a:cubicBezTo>
                      <a:cubicBezTo>
                        <a:pt x="804313" y="1347746"/>
                        <a:pt x="802383" y="1348387"/>
                        <a:pt x="805599" y="1350955"/>
                      </a:cubicBezTo>
                      <a:cubicBezTo>
                        <a:pt x="808172" y="1353522"/>
                        <a:pt x="808172" y="1353522"/>
                        <a:pt x="810746" y="1355448"/>
                      </a:cubicBezTo>
                      <a:cubicBezTo>
                        <a:pt x="813319" y="1357373"/>
                        <a:pt x="814605" y="1356731"/>
                        <a:pt x="815892" y="1359940"/>
                      </a:cubicBezTo>
                      <a:cubicBezTo>
                        <a:pt x="816535" y="1363149"/>
                        <a:pt x="819751" y="1368284"/>
                        <a:pt x="820395" y="1370851"/>
                      </a:cubicBezTo>
                      <a:cubicBezTo>
                        <a:pt x="821038" y="1373419"/>
                        <a:pt x="819751" y="1374702"/>
                        <a:pt x="821038" y="1377270"/>
                      </a:cubicBezTo>
                      <a:cubicBezTo>
                        <a:pt x="822968" y="1379195"/>
                        <a:pt x="823611" y="1380479"/>
                        <a:pt x="822968" y="1383046"/>
                      </a:cubicBezTo>
                      <a:cubicBezTo>
                        <a:pt x="822324" y="1385613"/>
                        <a:pt x="823611" y="1387539"/>
                        <a:pt x="819108" y="1390748"/>
                      </a:cubicBezTo>
                      <a:cubicBezTo>
                        <a:pt x="815248" y="1393957"/>
                        <a:pt x="815248" y="1394599"/>
                        <a:pt x="813319" y="1396524"/>
                      </a:cubicBezTo>
                      <a:cubicBezTo>
                        <a:pt x="811389" y="1398450"/>
                        <a:pt x="807529" y="1398450"/>
                        <a:pt x="804956" y="1404868"/>
                      </a:cubicBezTo>
                      <a:cubicBezTo>
                        <a:pt x="802383" y="1411286"/>
                        <a:pt x="803026" y="1415779"/>
                        <a:pt x="804313" y="1418988"/>
                      </a:cubicBezTo>
                      <a:cubicBezTo>
                        <a:pt x="805599" y="1422197"/>
                        <a:pt x="809459" y="1425407"/>
                        <a:pt x="815892" y="1421556"/>
                      </a:cubicBezTo>
                      <a:cubicBezTo>
                        <a:pt x="822324" y="1417705"/>
                        <a:pt x="824897" y="1407435"/>
                        <a:pt x="828114" y="1402301"/>
                      </a:cubicBezTo>
                      <a:cubicBezTo>
                        <a:pt x="830687" y="1397166"/>
                        <a:pt x="832617" y="1390748"/>
                        <a:pt x="835833" y="1384330"/>
                      </a:cubicBezTo>
                      <a:cubicBezTo>
                        <a:pt x="839049" y="1377911"/>
                        <a:pt x="840336" y="1374702"/>
                        <a:pt x="842909" y="1370210"/>
                      </a:cubicBezTo>
                      <a:cubicBezTo>
                        <a:pt x="845482" y="1365717"/>
                        <a:pt x="844196" y="1366359"/>
                        <a:pt x="849342" y="1363791"/>
                      </a:cubicBezTo>
                      <a:cubicBezTo>
                        <a:pt x="853845" y="1361866"/>
                        <a:pt x="857061" y="1360582"/>
                        <a:pt x="858991" y="1358657"/>
                      </a:cubicBezTo>
                      <a:cubicBezTo>
                        <a:pt x="860921" y="1356731"/>
                        <a:pt x="874429" y="1347746"/>
                        <a:pt x="875073" y="1347746"/>
                      </a:cubicBezTo>
                      <a:cubicBezTo>
                        <a:pt x="875716" y="1347746"/>
                        <a:pt x="876359" y="1349029"/>
                        <a:pt x="878932" y="1349029"/>
                      </a:cubicBezTo>
                      <a:cubicBezTo>
                        <a:pt x="881505" y="1349029"/>
                        <a:pt x="886008" y="1346462"/>
                        <a:pt x="886651" y="1346462"/>
                      </a:cubicBezTo>
                      <a:cubicBezTo>
                        <a:pt x="887295" y="1346462"/>
                        <a:pt x="889225" y="1348387"/>
                        <a:pt x="890511" y="1350313"/>
                      </a:cubicBezTo>
                      <a:cubicBezTo>
                        <a:pt x="891798" y="1352238"/>
                        <a:pt x="895014" y="1352238"/>
                        <a:pt x="896944" y="1352238"/>
                      </a:cubicBezTo>
                      <a:cubicBezTo>
                        <a:pt x="898874" y="1352238"/>
                        <a:pt x="900804" y="1354164"/>
                        <a:pt x="901447" y="1356731"/>
                      </a:cubicBezTo>
                      <a:cubicBezTo>
                        <a:pt x="901447" y="1359298"/>
                        <a:pt x="902733" y="1359940"/>
                        <a:pt x="904020" y="1362508"/>
                      </a:cubicBezTo>
                      <a:cubicBezTo>
                        <a:pt x="905306" y="1365075"/>
                        <a:pt x="908523" y="1372777"/>
                        <a:pt x="904020" y="1376628"/>
                      </a:cubicBezTo>
                      <a:cubicBezTo>
                        <a:pt x="900160" y="1380479"/>
                        <a:pt x="896944" y="1379837"/>
                        <a:pt x="895014" y="1381762"/>
                      </a:cubicBezTo>
                      <a:cubicBezTo>
                        <a:pt x="892441" y="1383688"/>
                        <a:pt x="892441" y="1389464"/>
                        <a:pt x="892441" y="1391390"/>
                      </a:cubicBezTo>
                      <a:cubicBezTo>
                        <a:pt x="892441" y="1393315"/>
                        <a:pt x="896301" y="1397166"/>
                        <a:pt x="897587" y="1400375"/>
                      </a:cubicBezTo>
                      <a:cubicBezTo>
                        <a:pt x="898874" y="1403585"/>
                        <a:pt x="899517" y="1404226"/>
                        <a:pt x="899517" y="1408077"/>
                      </a:cubicBezTo>
                      <a:cubicBezTo>
                        <a:pt x="899517" y="1411928"/>
                        <a:pt x="899517" y="1411928"/>
                        <a:pt x="898874" y="1416421"/>
                      </a:cubicBezTo>
                      <a:cubicBezTo>
                        <a:pt x="898874" y="1420914"/>
                        <a:pt x="898874" y="1421556"/>
                        <a:pt x="896944" y="1426048"/>
                      </a:cubicBezTo>
                      <a:cubicBezTo>
                        <a:pt x="894371" y="1430541"/>
                        <a:pt x="892441" y="1435034"/>
                        <a:pt x="890511" y="1440810"/>
                      </a:cubicBezTo>
                      <a:cubicBezTo>
                        <a:pt x="888581" y="1447229"/>
                        <a:pt x="890511" y="1449154"/>
                        <a:pt x="888581" y="1453647"/>
                      </a:cubicBezTo>
                      <a:cubicBezTo>
                        <a:pt x="886651" y="1458140"/>
                        <a:pt x="886008" y="1458781"/>
                        <a:pt x="886008" y="1464558"/>
                      </a:cubicBezTo>
                      <a:cubicBezTo>
                        <a:pt x="886008" y="1470334"/>
                        <a:pt x="889868" y="1473544"/>
                        <a:pt x="889868" y="1478036"/>
                      </a:cubicBezTo>
                      <a:cubicBezTo>
                        <a:pt x="889868" y="1482529"/>
                        <a:pt x="891154" y="1491515"/>
                        <a:pt x="894371" y="1492798"/>
                      </a:cubicBezTo>
                      <a:cubicBezTo>
                        <a:pt x="897587" y="1494082"/>
                        <a:pt x="898874" y="1497291"/>
                        <a:pt x="893728" y="1503067"/>
                      </a:cubicBezTo>
                      <a:cubicBezTo>
                        <a:pt x="889225" y="1508844"/>
                        <a:pt x="885365" y="1509486"/>
                        <a:pt x="881505" y="1516546"/>
                      </a:cubicBezTo>
                      <a:cubicBezTo>
                        <a:pt x="877646" y="1523606"/>
                        <a:pt x="878289" y="1523606"/>
                        <a:pt x="872500" y="1528740"/>
                      </a:cubicBezTo>
                      <a:cubicBezTo>
                        <a:pt x="866710" y="1534517"/>
                        <a:pt x="867997" y="1535801"/>
                        <a:pt x="865424" y="1540293"/>
                      </a:cubicBezTo>
                      <a:cubicBezTo>
                        <a:pt x="862850" y="1544144"/>
                        <a:pt x="864137" y="1546712"/>
                        <a:pt x="860277" y="1546070"/>
                      </a:cubicBezTo>
                      <a:cubicBezTo>
                        <a:pt x="856418" y="1545428"/>
                        <a:pt x="853845" y="1542219"/>
                        <a:pt x="851272" y="1543503"/>
                      </a:cubicBezTo>
                      <a:cubicBezTo>
                        <a:pt x="848698" y="1544786"/>
                        <a:pt x="848055" y="1549921"/>
                        <a:pt x="848055" y="1554414"/>
                      </a:cubicBezTo>
                      <a:cubicBezTo>
                        <a:pt x="848055" y="1558906"/>
                        <a:pt x="842266" y="1562757"/>
                        <a:pt x="840979" y="1563399"/>
                      </a:cubicBezTo>
                      <a:cubicBezTo>
                        <a:pt x="839693" y="1564041"/>
                        <a:pt x="837120" y="1566608"/>
                        <a:pt x="837763" y="1572385"/>
                      </a:cubicBezTo>
                      <a:cubicBezTo>
                        <a:pt x="838406" y="1578161"/>
                        <a:pt x="840336" y="1578803"/>
                        <a:pt x="843552" y="1576877"/>
                      </a:cubicBezTo>
                      <a:cubicBezTo>
                        <a:pt x="846769" y="1574952"/>
                        <a:pt x="847412" y="1575594"/>
                        <a:pt x="849342" y="1576236"/>
                      </a:cubicBezTo>
                      <a:cubicBezTo>
                        <a:pt x="851272" y="1576877"/>
                        <a:pt x="851272" y="1580087"/>
                        <a:pt x="855775" y="1577519"/>
                      </a:cubicBezTo>
                      <a:cubicBezTo>
                        <a:pt x="860277" y="1574952"/>
                        <a:pt x="859634" y="1571743"/>
                        <a:pt x="863494" y="1571101"/>
                      </a:cubicBezTo>
                      <a:cubicBezTo>
                        <a:pt x="867353" y="1570459"/>
                        <a:pt x="865424" y="1573027"/>
                        <a:pt x="867997" y="1573668"/>
                      </a:cubicBezTo>
                      <a:cubicBezTo>
                        <a:pt x="869926" y="1574310"/>
                        <a:pt x="875073" y="1569176"/>
                        <a:pt x="876359" y="1564041"/>
                      </a:cubicBezTo>
                      <a:cubicBezTo>
                        <a:pt x="877646" y="1558906"/>
                        <a:pt x="882149" y="1555055"/>
                        <a:pt x="884078" y="1551846"/>
                      </a:cubicBezTo>
                      <a:cubicBezTo>
                        <a:pt x="885365" y="1548637"/>
                        <a:pt x="889225" y="1546712"/>
                        <a:pt x="891154" y="1539010"/>
                      </a:cubicBezTo>
                      <a:cubicBezTo>
                        <a:pt x="893084" y="1531308"/>
                        <a:pt x="898230" y="1528099"/>
                        <a:pt x="900160" y="1525531"/>
                      </a:cubicBezTo>
                      <a:cubicBezTo>
                        <a:pt x="902090" y="1522964"/>
                        <a:pt x="903377" y="1522322"/>
                        <a:pt x="905306" y="1524890"/>
                      </a:cubicBezTo>
                      <a:cubicBezTo>
                        <a:pt x="907236" y="1527457"/>
                        <a:pt x="909809" y="1527457"/>
                        <a:pt x="913026" y="1530024"/>
                      </a:cubicBezTo>
                      <a:cubicBezTo>
                        <a:pt x="916242" y="1532591"/>
                        <a:pt x="917529" y="1531950"/>
                        <a:pt x="920745" y="1535801"/>
                      </a:cubicBezTo>
                      <a:cubicBezTo>
                        <a:pt x="923961" y="1539652"/>
                        <a:pt x="925891" y="1543503"/>
                        <a:pt x="929107" y="1543503"/>
                      </a:cubicBezTo>
                      <a:cubicBezTo>
                        <a:pt x="931681" y="1543503"/>
                        <a:pt x="937470" y="1539010"/>
                        <a:pt x="935540" y="1537084"/>
                      </a:cubicBezTo>
                      <a:cubicBezTo>
                        <a:pt x="934254" y="1534517"/>
                        <a:pt x="930394" y="1530024"/>
                        <a:pt x="927821" y="1528099"/>
                      </a:cubicBezTo>
                      <a:cubicBezTo>
                        <a:pt x="925248" y="1526173"/>
                        <a:pt x="923961" y="1526815"/>
                        <a:pt x="920102" y="1524248"/>
                      </a:cubicBezTo>
                      <a:cubicBezTo>
                        <a:pt x="916242" y="1521681"/>
                        <a:pt x="914955" y="1522964"/>
                        <a:pt x="912382" y="1517830"/>
                      </a:cubicBezTo>
                      <a:cubicBezTo>
                        <a:pt x="909809" y="1513337"/>
                        <a:pt x="910453" y="1514620"/>
                        <a:pt x="912382" y="1511411"/>
                      </a:cubicBezTo>
                      <a:cubicBezTo>
                        <a:pt x="914312" y="1508202"/>
                        <a:pt x="917529" y="1503709"/>
                        <a:pt x="918172" y="1501142"/>
                      </a:cubicBezTo>
                      <a:cubicBezTo>
                        <a:pt x="918172" y="1498575"/>
                        <a:pt x="919458" y="1494724"/>
                        <a:pt x="921388" y="1492798"/>
                      </a:cubicBezTo>
                      <a:cubicBezTo>
                        <a:pt x="923961" y="1490873"/>
                        <a:pt x="929107" y="1488947"/>
                        <a:pt x="931681" y="1485738"/>
                      </a:cubicBezTo>
                      <a:cubicBezTo>
                        <a:pt x="934254" y="1482529"/>
                        <a:pt x="939400" y="1476753"/>
                        <a:pt x="940043" y="1472902"/>
                      </a:cubicBezTo>
                      <a:cubicBezTo>
                        <a:pt x="940686" y="1469051"/>
                        <a:pt x="940686" y="1467767"/>
                        <a:pt x="946476" y="1465200"/>
                      </a:cubicBezTo>
                      <a:cubicBezTo>
                        <a:pt x="952265" y="1462632"/>
                        <a:pt x="957411" y="1459423"/>
                        <a:pt x="959341" y="1458140"/>
                      </a:cubicBezTo>
                      <a:cubicBezTo>
                        <a:pt x="961271" y="1456856"/>
                        <a:pt x="967704" y="1456214"/>
                        <a:pt x="971563" y="1454289"/>
                      </a:cubicBezTo>
                      <a:cubicBezTo>
                        <a:pt x="975423" y="1452363"/>
                        <a:pt x="976710" y="1451721"/>
                        <a:pt x="979926" y="1453647"/>
                      </a:cubicBezTo>
                      <a:cubicBezTo>
                        <a:pt x="983142" y="1455572"/>
                        <a:pt x="991505" y="1457498"/>
                        <a:pt x="991505" y="1461349"/>
                      </a:cubicBezTo>
                      <a:cubicBezTo>
                        <a:pt x="992148" y="1465200"/>
                        <a:pt x="988932" y="1467767"/>
                        <a:pt x="988288" y="1470334"/>
                      </a:cubicBezTo>
                      <a:cubicBezTo>
                        <a:pt x="987002" y="1472902"/>
                        <a:pt x="987645" y="1474827"/>
                        <a:pt x="983142" y="1478678"/>
                      </a:cubicBezTo>
                      <a:cubicBezTo>
                        <a:pt x="979283" y="1482529"/>
                        <a:pt x="977353" y="1482529"/>
                        <a:pt x="975423" y="1485738"/>
                      </a:cubicBezTo>
                      <a:cubicBezTo>
                        <a:pt x="973493" y="1488947"/>
                        <a:pt x="975423" y="1490873"/>
                        <a:pt x="972207" y="1494082"/>
                      </a:cubicBezTo>
                      <a:cubicBezTo>
                        <a:pt x="968990" y="1497291"/>
                        <a:pt x="971563" y="1497933"/>
                        <a:pt x="970277" y="1507560"/>
                      </a:cubicBezTo>
                      <a:cubicBezTo>
                        <a:pt x="968990" y="1517188"/>
                        <a:pt x="973493" y="1521681"/>
                        <a:pt x="973493" y="1526173"/>
                      </a:cubicBezTo>
                      <a:cubicBezTo>
                        <a:pt x="973493" y="1530666"/>
                        <a:pt x="975423" y="1530666"/>
                        <a:pt x="977996" y="1535159"/>
                      </a:cubicBezTo>
                      <a:cubicBezTo>
                        <a:pt x="981213" y="1539652"/>
                        <a:pt x="980569" y="1539010"/>
                        <a:pt x="981213" y="1542861"/>
                      </a:cubicBezTo>
                      <a:cubicBezTo>
                        <a:pt x="981856" y="1545428"/>
                        <a:pt x="984429" y="1551204"/>
                        <a:pt x="987645" y="1555697"/>
                      </a:cubicBezTo>
                      <a:cubicBezTo>
                        <a:pt x="985715" y="1560832"/>
                        <a:pt x="984429" y="1566608"/>
                        <a:pt x="987002" y="1573668"/>
                      </a:cubicBezTo>
                      <a:cubicBezTo>
                        <a:pt x="990862" y="1583296"/>
                        <a:pt x="989575" y="1592281"/>
                        <a:pt x="997294" y="1595491"/>
                      </a:cubicBezTo>
                      <a:cubicBezTo>
                        <a:pt x="995364" y="1596774"/>
                        <a:pt x="992148" y="1601909"/>
                        <a:pt x="991505" y="1605118"/>
                      </a:cubicBezTo>
                      <a:cubicBezTo>
                        <a:pt x="990862" y="1609611"/>
                        <a:pt x="989575" y="1612820"/>
                        <a:pt x="989575" y="1618596"/>
                      </a:cubicBezTo>
                      <a:cubicBezTo>
                        <a:pt x="989575" y="1624373"/>
                        <a:pt x="988932" y="1623089"/>
                        <a:pt x="989575" y="1629507"/>
                      </a:cubicBezTo>
                      <a:cubicBezTo>
                        <a:pt x="990218" y="1636567"/>
                        <a:pt x="990218" y="1639135"/>
                        <a:pt x="993435" y="1637209"/>
                      </a:cubicBezTo>
                      <a:cubicBezTo>
                        <a:pt x="996651" y="1635926"/>
                        <a:pt x="1001797" y="1610252"/>
                        <a:pt x="1000511" y="1603192"/>
                      </a:cubicBezTo>
                      <a:cubicBezTo>
                        <a:pt x="1000511" y="1603192"/>
                        <a:pt x="1000511" y="1597416"/>
                        <a:pt x="999224" y="1595491"/>
                      </a:cubicBezTo>
                      <a:cubicBezTo>
                        <a:pt x="1008230" y="1598058"/>
                        <a:pt x="1016592" y="1592281"/>
                        <a:pt x="1016592" y="1583938"/>
                      </a:cubicBezTo>
                      <a:cubicBezTo>
                        <a:pt x="1016592" y="1582012"/>
                        <a:pt x="1016592" y="1579445"/>
                        <a:pt x="1016592" y="1576236"/>
                      </a:cubicBezTo>
                      <a:cubicBezTo>
                        <a:pt x="1017236" y="1576236"/>
                        <a:pt x="1017879" y="1576236"/>
                        <a:pt x="1018522" y="1576236"/>
                      </a:cubicBezTo>
                      <a:cubicBezTo>
                        <a:pt x="1024312" y="1575594"/>
                        <a:pt x="1024955" y="1572385"/>
                        <a:pt x="1026242" y="1568534"/>
                      </a:cubicBezTo>
                      <a:cubicBezTo>
                        <a:pt x="1027528" y="1564683"/>
                        <a:pt x="1024312" y="1565325"/>
                        <a:pt x="1025598" y="1563399"/>
                      </a:cubicBezTo>
                      <a:cubicBezTo>
                        <a:pt x="1026885" y="1561474"/>
                        <a:pt x="1029458" y="1562757"/>
                        <a:pt x="1031388" y="1558906"/>
                      </a:cubicBezTo>
                      <a:cubicBezTo>
                        <a:pt x="1033317" y="1555697"/>
                        <a:pt x="1033961" y="1553130"/>
                        <a:pt x="1035891" y="1549921"/>
                      </a:cubicBezTo>
                      <a:cubicBezTo>
                        <a:pt x="1037820" y="1546712"/>
                        <a:pt x="1037177" y="1535801"/>
                        <a:pt x="1037177" y="1531308"/>
                      </a:cubicBezTo>
                      <a:cubicBezTo>
                        <a:pt x="1037177" y="1526815"/>
                        <a:pt x="1036534" y="1522322"/>
                        <a:pt x="1036534" y="1515904"/>
                      </a:cubicBezTo>
                      <a:cubicBezTo>
                        <a:pt x="1036534" y="1509486"/>
                        <a:pt x="1034604" y="1501142"/>
                        <a:pt x="1033961" y="1496649"/>
                      </a:cubicBezTo>
                      <a:cubicBezTo>
                        <a:pt x="1033317" y="1492157"/>
                        <a:pt x="1028171" y="1479962"/>
                        <a:pt x="1024955" y="1476753"/>
                      </a:cubicBezTo>
                      <a:cubicBezTo>
                        <a:pt x="1021739" y="1474185"/>
                        <a:pt x="1017236" y="1469693"/>
                        <a:pt x="1014019" y="1467767"/>
                      </a:cubicBezTo>
                      <a:cubicBezTo>
                        <a:pt x="1010803" y="1465842"/>
                        <a:pt x="1007587" y="1465200"/>
                        <a:pt x="1006300" y="1461991"/>
                      </a:cubicBezTo>
                      <a:cubicBezTo>
                        <a:pt x="1005014" y="1458140"/>
                        <a:pt x="1011446" y="1449154"/>
                        <a:pt x="1007587" y="1442736"/>
                      </a:cubicBezTo>
                      <a:cubicBezTo>
                        <a:pt x="1006300" y="1440169"/>
                        <a:pt x="1005014" y="1438885"/>
                        <a:pt x="1003727" y="1438243"/>
                      </a:cubicBezTo>
                      <a:cubicBezTo>
                        <a:pt x="1004370" y="1431825"/>
                        <a:pt x="1005657" y="1426048"/>
                        <a:pt x="1005657" y="1410003"/>
                      </a:cubicBezTo>
                      <a:cubicBezTo>
                        <a:pt x="1005657" y="1384971"/>
                        <a:pt x="1000511" y="1383046"/>
                        <a:pt x="1005014" y="1370851"/>
                      </a:cubicBezTo>
                      <a:cubicBezTo>
                        <a:pt x="1009516" y="1358657"/>
                        <a:pt x="1011446" y="1345178"/>
                        <a:pt x="1010803" y="1338118"/>
                      </a:cubicBezTo>
                      <a:cubicBezTo>
                        <a:pt x="1010160" y="1331058"/>
                        <a:pt x="1019165" y="1327849"/>
                        <a:pt x="1020452" y="1316296"/>
                      </a:cubicBezTo>
                      <a:cubicBezTo>
                        <a:pt x="1021739" y="1304743"/>
                        <a:pt x="1022382" y="1298967"/>
                        <a:pt x="1024312" y="1293832"/>
                      </a:cubicBezTo>
                      <a:cubicBezTo>
                        <a:pt x="1026242" y="1288698"/>
                        <a:pt x="1026885" y="1274577"/>
                        <a:pt x="1030101" y="1270727"/>
                      </a:cubicBezTo>
                      <a:cubicBezTo>
                        <a:pt x="1033317" y="1266876"/>
                        <a:pt x="1035891" y="1273294"/>
                        <a:pt x="1036534" y="1263666"/>
                      </a:cubicBezTo>
                      <a:cubicBezTo>
                        <a:pt x="1037177" y="1254039"/>
                        <a:pt x="1042323" y="1239277"/>
                        <a:pt x="1042323" y="1235426"/>
                      </a:cubicBezTo>
                      <a:cubicBezTo>
                        <a:pt x="1042323" y="1232217"/>
                        <a:pt x="1043610" y="1221306"/>
                        <a:pt x="1043610" y="1207186"/>
                      </a:cubicBezTo>
                      <a:cubicBezTo>
                        <a:pt x="1044253" y="1207186"/>
                        <a:pt x="1044896" y="1207828"/>
                        <a:pt x="1046183" y="1209111"/>
                      </a:cubicBezTo>
                      <a:cubicBezTo>
                        <a:pt x="1049399" y="1212962"/>
                        <a:pt x="1054545" y="1217455"/>
                        <a:pt x="1056475" y="1218739"/>
                      </a:cubicBezTo>
                      <a:cubicBezTo>
                        <a:pt x="1057762" y="1220022"/>
                        <a:pt x="1062265" y="1219380"/>
                        <a:pt x="1062265" y="1223231"/>
                      </a:cubicBezTo>
                      <a:cubicBezTo>
                        <a:pt x="1062265" y="1227082"/>
                        <a:pt x="1058405" y="1230291"/>
                        <a:pt x="1057762" y="1234784"/>
                      </a:cubicBezTo>
                      <a:cubicBezTo>
                        <a:pt x="1057119" y="1239277"/>
                        <a:pt x="1057119" y="1237993"/>
                        <a:pt x="1059048" y="1242486"/>
                      </a:cubicBezTo>
                      <a:cubicBezTo>
                        <a:pt x="1060335" y="1246979"/>
                        <a:pt x="1062265" y="1247621"/>
                        <a:pt x="1064195" y="1252114"/>
                      </a:cubicBezTo>
                      <a:cubicBezTo>
                        <a:pt x="1065481" y="1255965"/>
                        <a:pt x="1064838" y="1260457"/>
                        <a:pt x="1062908" y="1263666"/>
                      </a:cubicBezTo>
                      <a:cubicBezTo>
                        <a:pt x="1060335" y="1266876"/>
                        <a:pt x="1057762" y="1268801"/>
                        <a:pt x="1057762" y="1275861"/>
                      </a:cubicBezTo>
                      <a:cubicBezTo>
                        <a:pt x="1057762" y="1282279"/>
                        <a:pt x="1060335" y="1290623"/>
                        <a:pt x="1072557" y="1291265"/>
                      </a:cubicBezTo>
                      <a:cubicBezTo>
                        <a:pt x="1084779" y="1291907"/>
                        <a:pt x="1087352" y="1285488"/>
                        <a:pt x="1087352" y="1277145"/>
                      </a:cubicBezTo>
                      <a:cubicBezTo>
                        <a:pt x="1087352" y="1268801"/>
                        <a:pt x="1084136" y="1265592"/>
                        <a:pt x="1085423" y="1262383"/>
                      </a:cubicBezTo>
                      <a:cubicBezTo>
                        <a:pt x="1086066" y="1259174"/>
                        <a:pt x="1087996" y="1258532"/>
                        <a:pt x="1089282" y="1258532"/>
                      </a:cubicBezTo>
                      <a:cubicBezTo>
                        <a:pt x="1090569" y="1258532"/>
                        <a:pt x="1094428" y="1256606"/>
                        <a:pt x="1093142" y="1254681"/>
                      </a:cubicBezTo>
                      <a:cubicBezTo>
                        <a:pt x="1092498" y="1252755"/>
                        <a:pt x="1091855" y="1249546"/>
                        <a:pt x="1091855" y="1246337"/>
                      </a:cubicBezTo>
                      <a:cubicBezTo>
                        <a:pt x="1091855" y="1243128"/>
                        <a:pt x="1092498" y="1232217"/>
                        <a:pt x="1091212" y="1229650"/>
                      </a:cubicBezTo>
                      <a:cubicBezTo>
                        <a:pt x="1089282" y="1227082"/>
                        <a:pt x="1089925" y="1226440"/>
                        <a:pt x="1086066" y="1223231"/>
                      </a:cubicBezTo>
                      <a:cubicBezTo>
                        <a:pt x="1082206" y="1220022"/>
                        <a:pt x="1079633" y="1216813"/>
                        <a:pt x="1081563" y="1214888"/>
                      </a:cubicBezTo>
                      <a:cubicBezTo>
                        <a:pt x="1082849" y="1212962"/>
                        <a:pt x="1087996" y="1207828"/>
                        <a:pt x="1087996" y="1205260"/>
                      </a:cubicBezTo>
                      <a:cubicBezTo>
                        <a:pt x="1087352" y="1202693"/>
                        <a:pt x="1087352" y="1196275"/>
                        <a:pt x="1088639" y="1193066"/>
                      </a:cubicBezTo>
                      <a:cubicBezTo>
                        <a:pt x="1089925" y="1189856"/>
                        <a:pt x="1096358" y="1191140"/>
                        <a:pt x="1097645" y="1192424"/>
                      </a:cubicBezTo>
                      <a:cubicBezTo>
                        <a:pt x="1098931" y="1193707"/>
                        <a:pt x="1108580" y="1195633"/>
                        <a:pt x="1110510" y="1197558"/>
                      </a:cubicBezTo>
                      <a:cubicBezTo>
                        <a:pt x="1113083" y="1199484"/>
                        <a:pt x="1115013" y="1200126"/>
                        <a:pt x="1114370" y="1203335"/>
                      </a:cubicBezTo>
                      <a:cubicBezTo>
                        <a:pt x="1114370" y="1206544"/>
                        <a:pt x="1113083" y="1207186"/>
                        <a:pt x="1115013" y="1211678"/>
                      </a:cubicBezTo>
                      <a:cubicBezTo>
                        <a:pt x="1116943" y="1216171"/>
                        <a:pt x="1120159" y="1219380"/>
                        <a:pt x="1127878" y="1227082"/>
                      </a:cubicBezTo>
                      <a:cubicBezTo>
                        <a:pt x="1135598" y="1234142"/>
                        <a:pt x="1137527" y="1237993"/>
                        <a:pt x="1142030" y="1239919"/>
                      </a:cubicBezTo>
                      <a:cubicBezTo>
                        <a:pt x="1146533" y="1241844"/>
                        <a:pt x="1154896" y="1246337"/>
                        <a:pt x="1154896" y="1252114"/>
                      </a:cubicBezTo>
                      <a:cubicBezTo>
                        <a:pt x="1155539" y="1257890"/>
                        <a:pt x="1151680" y="1262383"/>
                        <a:pt x="1149750" y="1263666"/>
                      </a:cubicBezTo>
                      <a:cubicBezTo>
                        <a:pt x="1147820" y="1265592"/>
                        <a:pt x="1146533" y="1264308"/>
                        <a:pt x="1147820" y="1268159"/>
                      </a:cubicBezTo>
                      <a:cubicBezTo>
                        <a:pt x="1149106" y="1272010"/>
                        <a:pt x="1149106" y="1275861"/>
                        <a:pt x="1149750" y="1279712"/>
                      </a:cubicBezTo>
                      <a:cubicBezTo>
                        <a:pt x="1150393" y="1283563"/>
                        <a:pt x="1151036" y="1285488"/>
                        <a:pt x="1156182" y="1286130"/>
                      </a:cubicBezTo>
                      <a:cubicBezTo>
                        <a:pt x="1161329" y="1286772"/>
                        <a:pt x="1167761" y="1285488"/>
                        <a:pt x="1171621" y="1286772"/>
                      </a:cubicBezTo>
                      <a:cubicBezTo>
                        <a:pt x="1176124" y="1287414"/>
                        <a:pt x="1176124" y="1288698"/>
                        <a:pt x="1176124" y="1291265"/>
                      </a:cubicBezTo>
                      <a:cubicBezTo>
                        <a:pt x="1176124" y="1293832"/>
                        <a:pt x="1175481" y="1296400"/>
                        <a:pt x="1177410" y="1298325"/>
                      </a:cubicBezTo>
                      <a:cubicBezTo>
                        <a:pt x="1179340" y="1300250"/>
                        <a:pt x="1181270" y="1298967"/>
                        <a:pt x="1183200" y="1300250"/>
                      </a:cubicBezTo>
                      <a:cubicBezTo>
                        <a:pt x="1185130" y="1302176"/>
                        <a:pt x="1186416" y="1300892"/>
                        <a:pt x="1186416" y="1307311"/>
                      </a:cubicBezTo>
                      <a:cubicBezTo>
                        <a:pt x="1186416" y="1313087"/>
                        <a:pt x="1188346" y="1316938"/>
                        <a:pt x="1188346" y="1320147"/>
                      </a:cubicBezTo>
                      <a:cubicBezTo>
                        <a:pt x="1188346" y="1323356"/>
                        <a:pt x="1188989" y="1326565"/>
                        <a:pt x="1185130" y="1327849"/>
                      </a:cubicBezTo>
                      <a:cubicBezTo>
                        <a:pt x="1181270" y="1329133"/>
                        <a:pt x="1178697" y="1327207"/>
                        <a:pt x="1176767" y="1331058"/>
                      </a:cubicBezTo>
                      <a:cubicBezTo>
                        <a:pt x="1174837" y="1334909"/>
                        <a:pt x="1175481" y="1340686"/>
                        <a:pt x="1171621" y="1340686"/>
                      </a:cubicBezTo>
                      <a:cubicBezTo>
                        <a:pt x="1167761" y="1340686"/>
                        <a:pt x="1165831" y="1338118"/>
                        <a:pt x="1163258" y="1337476"/>
                      </a:cubicBezTo>
                      <a:cubicBezTo>
                        <a:pt x="1160685" y="1336193"/>
                        <a:pt x="1159399" y="1332984"/>
                        <a:pt x="1157469" y="1334909"/>
                      </a:cubicBezTo>
                      <a:cubicBezTo>
                        <a:pt x="1155539" y="1336835"/>
                        <a:pt x="1155539" y="1337476"/>
                        <a:pt x="1151680" y="1338118"/>
                      </a:cubicBezTo>
                      <a:cubicBezTo>
                        <a:pt x="1147820" y="1338760"/>
                        <a:pt x="1145890" y="1340044"/>
                        <a:pt x="1143317" y="1341969"/>
                      </a:cubicBezTo>
                      <a:cubicBezTo>
                        <a:pt x="1140744" y="1343895"/>
                        <a:pt x="1136884" y="1347104"/>
                        <a:pt x="1136884" y="1354806"/>
                      </a:cubicBezTo>
                      <a:cubicBezTo>
                        <a:pt x="1136884" y="1363149"/>
                        <a:pt x="1136884" y="1365717"/>
                        <a:pt x="1136884" y="1370210"/>
                      </a:cubicBezTo>
                      <a:cubicBezTo>
                        <a:pt x="1136884" y="1374702"/>
                        <a:pt x="1136884" y="1383046"/>
                        <a:pt x="1138171" y="1384330"/>
                      </a:cubicBezTo>
                      <a:cubicBezTo>
                        <a:pt x="1139457" y="1385613"/>
                        <a:pt x="1142030" y="1383688"/>
                        <a:pt x="1143960" y="1383688"/>
                      </a:cubicBezTo>
                      <a:cubicBezTo>
                        <a:pt x="1146533" y="1383046"/>
                        <a:pt x="1148463" y="1381762"/>
                        <a:pt x="1150393" y="1384971"/>
                      </a:cubicBezTo>
                      <a:cubicBezTo>
                        <a:pt x="1152323" y="1388181"/>
                        <a:pt x="1157469" y="1390748"/>
                        <a:pt x="1160042" y="1396524"/>
                      </a:cubicBezTo>
                      <a:cubicBezTo>
                        <a:pt x="1163258" y="1402301"/>
                        <a:pt x="1166475" y="1404868"/>
                        <a:pt x="1168405" y="1408077"/>
                      </a:cubicBezTo>
                      <a:cubicBezTo>
                        <a:pt x="1170334" y="1410645"/>
                        <a:pt x="1170978" y="1414496"/>
                        <a:pt x="1173551" y="1417063"/>
                      </a:cubicBezTo>
                      <a:cubicBezTo>
                        <a:pt x="1176124" y="1419630"/>
                        <a:pt x="1174837" y="1418988"/>
                        <a:pt x="1180627" y="1420914"/>
                      </a:cubicBezTo>
                      <a:cubicBezTo>
                        <a:pt x="1186416" y="1422839"/>
                        <a:pt x="1187059" y="1424123"/>
                        <a:pt x="1189633" y="1428616"/>
                      </a:cubicBezTo>
                      <a:cubicBezTo>
                        <a:pt x="1192206" y="1433108"/>
                        <a:pt x="1197995" y="1437601"/>
                        <a:pt x="1201211" y="1434392"/>
                      </a:cubicBezTo>
                      <a:cubicBezTo>
                        <a:pt x="1204428" y="1430541"/>
                        <a:pt x="1205714" y="1430541"/>
                        <a:pt x="1204428" y="1424765"/>
                      </a:cubicBezTo>
                      <a:cubicBezTo>
                        <a:pt x="1202498" y="1418988"/>
                        <a:pt x="1201211" y="1417063"/>
                        <a:pt x="1203784" y="1410003"/>
                      </a:cubicBezTo>
                      <a:cubicBezTo>
                        <a:pt x="1206358" y="1403585"/>
                        <a:pt x="1210217" y="1402943"/>
                        <a:pt x="1215363" y="1404226"/>
                      </a:cubicBezTo>
                      <a:cubicBezTo>
                        <a:pt x="1220510" y="1405510"/>
                        <a:pt x="1221153" y="1408719"/>
                        <a:pt x="1221796" y="1406152"/>
                      </a:cubicBezTo>
                      <a:cubicBezTo>
                        <a:pt x="1223083" y="1403585"/>
                        <a:pt x="1223726" y="1400375"/>
                        <a:pt x="1225656" y="1397166"/>
                      </a:cubicBezTo>
                      <a:cubicBezTo>
                        <a:pt x="1227586" y="1393957"/>
                        <a:pt x="1228229" y="1392032"/>
                        <a:pt x="1233375" y="1390748"/>
                      </a:cubicBezTo>
                      <a:cubicBezTo>
                        <a:pt x="1238521" y="1389464"/>
                        <a:pt x="1241738" y="1391390"/>
                        <a:pt x="1242381" y="1386255"/>
                      </a:cubicBezTo>
                      <a:cubicBezTo>
                        <a:pt x="1243667" y="1381121"/>
                        <a:pt x="1243024" y="1376628"/>
                        <a:pt x="1243024" y="1370851"/>
                      </a:cubicBezTo>
                      <a:cubicBezTo>
                        <a:pt x="1243024" y="1365075"/>
                        <a:pt x="1243024" y="1363149"/>
                        <a:pt x="1244311" y="1359940"/>
                      </a:cubicBezTo>
                      <a:cubicBezTo>
                        <a:pt x="1245597" y="1356731"/>
                        <a:pt x="1246240" y="1354806"/>
                        <a:pt x="1245597" y="1350955"/>
                      </a:cubicBezTo>
                      <a:cubicBezTo>
                        <a:pt x="1244954" y="1347104"/>
                        <a:pt x="1244954" y="1334909"/>
                        <a:pt x="1247527" y="1332342"/>
                      </a:cubicBezTo>
                      <a:cubicBezTo>
                        <a:pt x="1250100" y="1329775"/>
                        <a:pt x="1250743" y="1329775"/>
                        <a:pt x="1252030" y="1332342"/>
                      </a:cubicBezTo>
                      <a:cubicBezTo>
                        <a:pt x="1253316" y="1334909"/>
                        <a:pt x="1252673" y="1341327"/>
                        <a:pt x="1255246" y="1340686"/>
                      </a:cubicBezTo>
                      <a:cubicBezTo>
                        <a:pt x="1257819" y="1340044"/>
                        <a:pt x="1255890" y="1335551"/>
                        <a:pt x="1254603" y="1332984"/>
                      </a:cubicBezTo>
                      <a:cubicBezTo>
                        <a:pt x="1253316" y="1330416"/>
                        <a:pt x="1252673" y="1328491"/>
                        <a:pt x="1252673" y="1324640"/>
                      </a:cubicBezTo>
                      <a:cubicBezTo>
                        <a:pt x="1252673" y="1320789"/>
                        <a:pt x="1254603" y="1320789"/>
                        <a:pt x="1256533" y="1317580"/>
                      </a:cubicBezTo>
                      <a:cubicBezTo>
                        <a:pt x="1258463" y="1314371"/>
                        <a:pt x="1260392" y="1306027"/>
                        <a:pt x="1258463" y="1304101"/>
                      </a:cubicBezTo>
                      <a:cubicBezTo>
                        <a:pt x="1256533" y="1302176"/>
                        <a:pt x="1254603" y="1302176"/>
                        <a:pt x="1252030" y="1300250"/>
                      </a:cubicBezTo>
                      <a:cubicBezTo>
                        <a:pt x="1249457" y="1298325"/>
                        <a:pt x="1250100" y="1295758"/>
                        <a:pt x="1247527" y="1293190"/>
                      </a:cubicBezTo>
                      <a:cubicBezTo>
                        <a:pt x="1245597" y="1289981"/>
                        <a:pt x="1246884" y="1289339"/>
                        <a:pt x="1242381" y="1286772"/>
                      </a:cubicBezTo>
                      <a:cubicBezTo>
                        <a:pt x="1237878" y="1284205"/>
                        <a:pt x="1237878" y="1277145"/>
                        <a:pt x="1238521" y="1272652"/>
                      </a:cubicBezTo>
                      <a:cubicBezTo>
                        <a:pt x="1239164" y="1268159"/>
                        <a:pt x="1240451" y="1264308"/>
                        <a:pt x="1243024" y="1268159"/>
                      </a:cubicBezTo>
                      <a:cubicBezTo>
                        <a:pt x="1245597" y="1272010"/>
                        <a:pt x="1246240" y="1273936"/>
                        <a:pt x="1248170" y="1275219"/>
                      </a:cubicBezTo>
                      <a:cubicBezTo>
                        <a:pt x="1250100" y="1275861"/>
                        <a:pt x="1250743" y="1274577"/>
                        <a:pt x="1250743" y="1272010"/>
                      </a:cubicBezTo>
                      <a:cubicBezTo>
                        <a:pt x="1250743" y="1269443"/>
                        <a:pt x="1251387" y="1268159"/>
                        <a:pt x="1254603" y="1269443"/>
                      </a:cubicBezTo>
                      <a:cubicBezTo>
                        <a:pt x="1257819" y="1270727"/>
                        <a:pt x="1257819" y="1272652"/>
                        <a:pt x="1257176" y="1275861"/>
                      </a:cubicBezTo>
                      <a:cubicBezTo>
                        <a:pt x="1256533" y="1279070"/>
                        <a:pt x="1255890" y="1286772"/>
                        <a:pt x="1259749" y="1284205"/>
                      </a:cubicBezTo>
                      <a:cubicBezTo>
                        <a:pt x="1263609" y="1281638"/>
                        <a:pt x="1261679" y="1277787"/>
                        <a:pt x="1260392" y="1273294"/>
                      </a:cubicBezTo>
                      <a:cubicBezTo>
                        <a:pt x="1259749" y="1268801"/>
                        <a:pt x="1262322" y="1263666"/>
                        <a:pt x="1261036" y="1259815"/>
                      </a:cubicBezTo>
                      <a:cubicBezTo>
                        <a:pt x="1259749" y="1256606"/>
                        <a:pt x="1259749" y="1248904"/>
                        <a:pt x="1264895" y="1250188"/>
                      </a:cubicBezTo>
                      <a:cubicBezTo>
                        <a:pt x="1270041" y="1251472"/>
                        <a:pt x="1269398" y="1254039"/>
                        <a:pt x="1270685" y="1255965"/>
                      </a:cubicBezTo>
                      <a:cubicBezTo>
                        <a:pt x="1272615" y="1257890"/>
                        <a:pt x="1275188" y="1254039"/>
                        <a:pt x="1275831" y="1253397"/>
                      </a:cubicBezTo>
                      <a:cubicBezTo>
                        <a:pt x="1276474" y="1253397"/>
                        <a:pt x="1276474" y="1248904"/>
                        <a:pt x="1276474" y="1247621"/>
                      </a:cubicBezTo>
                      <a:cubicBezTo>
                        <a:pt x="1276474" y="1246337"/>
                        <a:pt x="1275831" y="1246337"/>
                        <a:pt x="1277761" y="1241844"/>
                      </a:cubicBezTo>
                      <a:cubicBezTo>
                        <a:pt x="1279691" y="1237993"/>
                        <a:pt x="1281620" y="1236068"/>
                        <a:pt x="1280334" y="1234784"/>
                      </a:cubicBezTo>
                      <a:cubicBezTo>
                        <a:pt x="1279047" y="1233501"/>
                        <a:pt x="1278404" y="1232859"/>
                        <a:pt x="1276474" y="1230933"/>
                      </a:cubicBezTo>
                      <a:cubicBezTo>
                        <a:pt x="1274544" y="1229008"/>
                        <a:pt x="1273258" y="1229008"/>
                        <a:pt x="1273258" y="1225799"/>
                      </a:cubicBezTo>
                      <a:cubicBezTo>
                        <a:pt x="1273258" y="1222590"/>
                        <a:pt x="1273901" y="1222590"/>
                        <a:pt x="1273901" y="1218739"/>
                      </a:cubicBezTo>
                      <a:cubicBezTo>
                        <a:pt x="1274544" y="1214888"/>
                        <a:pt x="1271328" y="1213604"/>
                        <a:pt x="1275188" y="1211678"/>
                      </a:cubicBezTo>
                      <a:cubicBezTo>
                        <a:pt x="1279047" y="1209753"/>
                        <a:pt x="1279047" y="1211678"/>
                        <a:pt x="1280977" y="1209753"/>
                      </a:cubicBezTo>
                      <a:cubicBezTo>
                        <a:pt x="1282907" y="1207828"/>
                        <a:pt x="1283550" y="1210395"/>
                        <a:pt x="1285480" y="1208469"/>
                      </a:cubicBezTo>
                      <a:cubicBezTo>
                        <a:pt x="1288053" y="1206544"/>
                        <a:pt x="1288053" y="1203335"/>
                        <a:pt x="1289340" y="1201409"/>
                      </a:cubicBezTo>
                      <a:cubicBezTo>
                        <a:pt x="1290626" y="1199484"/>
                        <a:pt x="1293843" y="1193066"/>
                        <a:pt x="1297702" y="1193066"/>
                      </a:cubicBezTo>
                      <a:cubicBezTo>
                        <a:pt x="1301562" y="1193066"/>
                        <a:pt x="1301562" y="1196917"/>
                        <a:pt x="1303492" y="1193066"/>
                      </a:cubicBezTo>
                      <a:cubicBezTo>
                        <a:pt x="1305421" y="1189215"/>
                        <a:pt x="1307351" y="1186005"/>
                        <a:pt x="1307351" y="1183438"/>
                      </a:cubicBezTo>
                      <a:cubicBezTo>
                        <a:pt x="1307351" y="1180229"/>
                        <a:pt x="1307994" y="1177662"/>
                        <a:pt x="1306708" y="1173811"/>
                      </a:cubicBezTo>
                      <a:cubicBezTo>
                        <a:pt x="1305421" y="1169960"/>
                        <a:pt x="1304778" y="1164825"/>
                        <a:pt x="1303492" y="1162900"/>
                      </a:cubicBezTo>
                      <a:cubicBezTo>
                        <a:pt x="1302205" y="1160974"/>
                        <a:pt x="1300275" y="1156481"/>
                        <a:pt x="1300919" y="1154556"/>
                      </a:cubicBezTo>
                      <a:cubicBezTo>
                        <a:pt x="1301562" y="1152630"/>
                        <a:pt x="1305421" y="1151989"/>
                        <a:pt x="1306065" y="1153272"/>
                      </a:cubicBezTo>
                      <a:cubicBezTo>
                        <a:pt x="1306708" y="1154556"/>
                        <a:pt x="1307351" y="1157765"/>
                        <a:pt x="1309924" y="1155840"/>
                      </a:cubicBezTo>
                      <a:cubicBezTo>
                        <a:pt x="1309924" y="1155840"/>
                        <a:pt x="1313784" y="1150063"/>
                        <a:pt x="1312497" y="1143645"/>
                      </a:cubicBezTo>
                      <a:cubicBezTo>
                        <a:pt x="1311854" y="1137227"/>
                        <a:pt x="1309924" y="1135943"/>
                        <a:pt x="1307994" y="1132734"/>
                      </a:cubicBezTo>
                      <a:cubicBezTo>
                        <a:pt x="1306065" y="1129525"/>
                        <a:pt x="1306708" y="1126957"/>
                        <a:pt x="1305421" y="1124390"/>
                      </a:cubicBezTo>
                      <a:cubicBezTo>
                        <a:pt x="1304135" y="1121181"/>
                        <a:pt x="1303492" y="1121181"/>
                        <a:pt x="1301562" y="1119897"/>
                      </a:cubicBezTo>
                      <a:cubicBezTo>
                        <a:pt x="1299632" y="1118614"/>
                        <a:pt x="1298345" y="1113479"/>
                        <a:pt x="1297702" y="1109628"/>
                      </a:cubicBezTo>
                      <a:cubicBezTo>
                        <a:pt x="1297059" y="1106419"/>
                        <a:pt x="1296416" y="1105135"/>
                        <a:pt x="1294486" y="1104494"/>
                      </a:cubicBezTo>
                      <a:cubicBezTo>
                        <a:pt x="1292556" y="1103210"/>
                        <a:pt x="1289983" y="1101926"/>
                        <a:pt x="1288053" y="1098075"/>
                      </a:cubicBezTo>
                      <a:cubicBezTo>
                        <a:pt x="1286123" y="1094224"/>
                        <a:pt x="1283550" y="1090373"/>
                        <a:pt x="1281620" y="1087164"/>
                      </a:cubicBezTo>
                      <a:cubicBezTo>
                        <a:pt x="1280334" y="1083955"/>
                        <a:pt x="1277118" y="1081388"/>
                        <a:pt x="1275831" y="1078179"/>
                      </a:cubicBezTo>
                      <a:cubicBezTo>
                        <a:pt x="1274544" y="1074970"/>
                        <a:pt x="1271971" y="1074970"/>
                        <a:pt x="1273901" y="1069835"/>
                      </a:cubicBezTo>
                      <a:cubicBezTo>
                        <a:pt x="1275831" y="1064058"/>
                        <a:pt x="1274544" y="1062133"/>
                        <a:pt x="1275188" y="1059566"/>
                      </a:cubicBezTo>
                      <a:cubicBezTo>
                        <a:pt x="1275188" y="1056998"/>
                        <a:pt x="1272615" y="1055715"/>
                        <a:pt x="1271971" y="1053147"/>
                      </a:cubicBezTo>
                      <a:cubicBezTo>
                        <a:pt x="1271328" y="1050580"/>
                        <a:pt x="1270685" y="1047371"/>
                        <a:pt x="1271328" y="1041595"/>
                      </a:cubicBezTo>
                      <a:cubicBezTo>
                        <a:pt x="1271971" y="1035818"/>
                        <a:pt x="1283550" y="1042878"/>
                        <a:pt x="1279047" y="1035176"/>
                      </a:cubicBezTo>
                      <a:cubicBezTo>
                        <a:pt x="1274544" y="1027474"/>
                        <a:pt x="1270685" y="1024907"/>
                        <a:pt x="1273901" y="1021698"/>
                      </a:cubicBezTo>
                      <a:cubicBezTo>
                        <a:pt x="1277118" y="1019131"/>
                        <a:pt x="1290626" y="1006294"/>
                        <a:pt x="1292556" y="1002443"/>
                      </a:cubicBezTo>
                      <a:cubicBezTo>
                        <a:pt x="1294486" y="998592"/>
                        <a:pt x="1302205" y="990248"/>
                        <a:pt x="1303492" y="988323"/>
                      </a:cubicBezTo>
                      <a:cubicBezTo>
                        <a:pt x="1304778" y="986398"/>
                        <a:pt x="1309281" y="981905"/>
                        <a:pt x="1313141" y="975487"/>
                      </a:cubicBezTo>
                      <a:cubicBezTo>
                        <a:pt x="1317000" y="969068"/>
                        <a:pt x="1318930" y="964575"/>
                        <a:pt x="1320860" y="953023"/>
                      </a:cubicBezTo>
                      <a:cubicBezTo>
                        <a:pt x="1323433" y="941470"/>
                        <a:pt x="1323433" y="931200"/>
                        <a:pt x="1318930" y="925424"/>
                      </a:cubicBezTo>
                      <a:cubicBezTo>
                        <a:pt x="1314427" y="920289"/>
                        <a:pt x="1314427" y="918364"/>
                        <a:pt x="1311211" y="920931"/>
                      </a:cubicBezTo>
                      <a:cubicBezTo>
                        <a:pt x="1307994" y="923499"/>
                        <a:pt x="1302205" y="926066"/>
                        <a:pt x="1298345" y="928633"/>
                      </a:cubicBezTo>
                      <a:cubicBezTo>
                        <a:pt x="1294486" y="930559"/>
                        <a:pt x="1291913" y="931842"/>
                        <a:pt x="1288696" y="935051"/>
                      </a:cubicBezTo>
                      <a:cubicBezTo>
                        <a:pt x="1285480" y="938261"/>
                        <a:pt x="1283550" y="940186"/>
                        <a:pt x="1281620" y="941470"/>
                      </a:cubicBezTo>
                      <a:cubicBezTo>
                        <a:pt x="1279691" y="942753"/>
                        <a:pt x="1279691" y="943395"/>
                        <a:pt x="1278404" y="946604"/>
                      </a:cubicBezTo>
                      <a:cubicBezTo>
                        <a:pt x="1277118" y="949813"/>
                        <a:pt x="1276474" y="953023"/>
                        <a:pt x="1275188" y="954948"/>
                      </a:cubicBezTo>
                      <a:cubicBezTo>
                        <a:pt x="1273901" y="956873"/>
                        <a:pt x="1270685" y="958157"/>
                        <a:pt x="1270041" y="960083"/>
                      </a:cubicBezTo>
                      <a:cubicBezTo>
                        <a:pt x="1269398" y="962008"/>
                        <a:pt x="1270685" y="965217"/>
                        <a:pt x="1268112" y="969068"/>
                      </a:cubicBezTo>
                      <a:cubicBezTo>
                        <a:pt x="1265539" y="973561"/>
                        <a:pt x="1266182" y="976128"/>
                        <a:pt x="1265539" y="978054"/>
                      </a:cubicBezTo>
                      <a:cubicBezTo>
                        <a:pt x="1264895" y="979979"/>
                        <a:pt x="1259749" y="980621"/>
                        <a:pt x="1259106" y="975487"/>
                      </a:cubicBezTo>
                      <a:cubicBezTo>
                        <a:pt x="1258463" y="970352"/>
                        <a:pt x="1259749" y="967143"/>
                        <a:pt x="1261679" y="964575"/>
                      </a:cubicBezTo>
                      <a:cubicBezTo>
                        <a:pt x="1263609" y="962008"/>
                        <a:pt x="1267468" y="960083"/>
                        <a:pt x="1267468" y="956873"/>
                      </a:cubicBezTo>
                      <a:cubicBezTo>
                        <a:pt x="1267468" y="953023"/>
                        <a:pt x="1264252" y="948530"/>
                        <a:pt x="1264895" y="945962"/>
                      </a:cubicBezTo>
                      <a:cubicBezTo>
                        <a:pt x="1265539" y="943395"/>
                        <a:pt x="1273258" y="941470"/>
                        <a:pt x="1275188" y="940828"/>
                      </a:cubicBezTo>
                      <a:cubicBezTo>
                        <a:pt x="1277118" y="940186"/>
                        <a:pt x="1275831" y="935693"/>
                        <a:pt x="1275188" y="929917"/>
                      </a:cubicBezTo>
                      <a:cubicBezTo>
                        <a:pt x="1273901" y="923499"/>
                        <a:pt x="1271971" y="921573"/>
                        <a:pt x="1275188" y="920931"/>
                      </a:cubicBezTo>
                      <a:cubicBezTo>
                        <a:pt x="1278404" y="920289"/>
                        <a:pt x="1279691" y="918364"/>
                        <a:pt x="1279691" y="916438"/>
                      </a:cubicBezTo>
                      <a:cubicBezTo>
                        <a:pt x="1279691" y="914513"/>
                        <a:pt x="1276474" y="913871"/>
                        <a:pt x="1278404" y="910662"/>
                      </a:cubicBezTo>
                      <a:cubicBezTo>
                        <a:pt x="1280334" y="908095"/>
                        <a:pt x="1285480" y="904244"/>
                        <a:pt x="1285480" y="902960"/>
                      </a:cubicBezTo>
                      <a:cubicBezTo>
                        <a:pt x="1285480" y="901677"/>
                        <a:pt x="1284837" y="901035"/>
                        <a:pt x="1280977" y="901035"/>
                      </a:cubicBezTo>
                      <a:cubicBezTo>
                        <a:pt x="1276474" y="900393"/>
                        <a:pt x="1273901" y="900393"/>
                        <a:pt x="1273901" y="895900"/>
                      </a:cubicBezTo>
                      <a:cubicBezTo>
                        <a:pt x="1273901" y="891407"/>
                        <a:pt x="1275831" y="887556"/>
                        <a:pt x="1277118" y="886273"/>
                      </a:cubicBezTo>
                      <a:cubicBezTo>
                        <a:pt x="1278404" y="884989"/>
                        <a:pt x="1281620" y="881780"/>
                        <a:pt x="1278404" y="881780"/>
                      </a:cubicBezTo>
                      <a:cubicBezTo>
                        <a:pt x="1275188" y="881780"/>
                        <a:pt x="1273258" y="882422"/>
                        <a:pt x="1271971" y="881780"/>
                      </a:cubicBezTo>
                      <a:cubicBezTo>
                        <a:pt x="1270685" y="881138"/>
                        <a:pt x="1272615" y="877287"/>
                        <a:pt x="1275831" y="876003"/>
                      </a:cubicBezTo>
                      <a:cubicBezTo>
                        <a:pt x="1279691" y="874720"/>
                        <a:pt x="1277118" y="870227"/>
                        <a:pt x="1275188" y="870869"/>
                      </a:cubicBezTo>
                      <a:cubicBezTo>
                        <a:pt x="1272615" y="871511"/>
                        <a:pt x="1271328" y="873436"/>
                        <a:pt x="1268755" y="871511"/>
                      </a:cubicBezTo>
                      <a:cubicBezTo>
                        <a:pt x="1265539" y="869585"/>
                        <a:pt x="1261036" y="867660"/>
                        <a:pt x="1263609" y="865092"/>
                      </a:cubicBezTo>
                      <a:cubicBezTo>
                        <a:pt x="1265539" y="862525"/>
                        <a:pt x="1268112" y="858032"/>
                        <a:pt x="1270041" y="856107"/>
                      </a:cubicBezTo>
                      <a:cubicBezTo>
                        <a:pt x="1271971" y="853540"/>
                        <a:pt x="1271971" y="856749"/>
                        <a:pt x="1274544" y="857390"/>
                      </a:cubicBezTo>
                      <a:cubicBezTo>
                        <a:pt x="1276474" y="858032"/>
                        <a:pt x="1277118" y="857390"/>
                        <a:pt x="1280977" y="857390"/>
                      </a:cubicBezTo>
                      <a:cubicBezTo>
                        <a:pt x="1286123" y="869585"/>
                        <a:pt x="1292556" y="883705"/>
                        <a:pt x="1298989" y="888840"/>
                      </a:cubicBezTo>
                      <a:cubicBezTo>
                        <a:pt x="1301562" y="891407"/>
                        <a:pt x="1304778" y="894616"/>
                        <a:pt x="1307994" y="897826"/>
                      </a:cubicBezTo>
                      <a:cubicBezTo>
                        <a:pt x="1307351" y="898467"/>
                        <a:pt x="1307351" y="899751"/>
                        <a:pt x="1307351" y="899751"/>
                      </a:cubicBezTo>
                      <a:cubicBezTo>
                        <a:pt x="1307351" y="901035"/>
                        <a:pt x="1308638" y="903602"/>
                        <a:pt x="1309924" y="904886"/>
                      </a:cubicBezTo>
                      <a:cubicBezTo>
                        <a:pt x="1310568" y="906169"/>
                        <a:pt x="1313784" y="907453"/>
                        <a:pt x="1316357" y="907453"/>
                      </a:cubicBezTo>
                      <a:cubicBezTo>
                        <a:pt x="1318930" y="910662"/>
                        <a:pt x="1321503" y="913871"/>
                        <a:pt x="1322790" y="916438"/>
                      </a:cubicBezTo>
                      <a:cubicBezTo>
                        <a:pt x="1326649" y="922857"/>
                        <a:pt x="1338872" y="933768"/>
                        <a:pt x="1340158" y="939544"/>
                      </a:cubicBezTo>
                      <a:cubicBezTo>
                        <a:pt x="1340801" y="945321"/>
                        <a:pt x="1340158" y="963934"/>
                        <a:pt x="1348521" y="968426"/>
                      </a:cubicBezTo>
                      <a:cubicBezTo>
                        <a:pt x="1356883" y="972919"/>
                        <a:pt x="1374895" y="972277"/>
                        <a:pt x="1376181" y="957515"/>
                      </a:cubicBezTo>
                      <a:cubicBezTo>
                        <a:pt x="1377468" y="942753"/>
                        <a:pt x="1370392" y="932484"/>
                        <a:pt x="1365246" y="917722"/>
                      </a:cubicBezTo>
                      <a:cubicBezTo>
                        <a:pt x="1359456" y="902960"/>
                        <a:pt x="1353024" y="884347"/>
                        <a:pt x="1348521" y="872152"/>
                      </a:cubicBezTo>
                      <a:cubicBezTo>
                        <a:pt x="1344018" y="860600"/>
                        <a:pt x="1338228" y="854823"/>
                        <a:pt x="1333725" y="846479"/>
                      </a:cubicBezTo>
                      <a:cubicBezTo>
                        <a:pt x="1329866" y="838778"/>
                        <a:pt x="1326006" y="833643"/>
                        <a:pt x="1319573" y="827867"/>
                      </a:cubicBezTo>
                      <a:cubicBezTo>
                        <a:pt x="1322790" y="824657"/>
                        <a:pt x="1325363" y="821448"/>
                        <a:pt x="1322790" y="818239"/>
                      </a:cubicBezTo>
                      <a:cubicBezTo>
                        <a:pt x="1318930" y="813104"/>
                        <a:pt x="1317644" y="810537"/>
                        <a:pt x="1313141" y="809895"/>
                      </a:cubicBezTo>
                      <a:cubicBezTo>
                        <a:pt x="1313141" y="806044"/>
                        <a:pt x="1313141" y="801552"/>
                        <a:pt x="1311854" y="796417"/>
                      </a:cubicBezTo>
                      <a:cubicBezTo>
                        <a:pt x="1309924" y="788073"/>
                        <a:pt x="1307994" y="779088"/>
                        <a:pt x="1306708" y="772669"/>
                      </a:cubicBezTo>
                      <a:cubicBezTo>
                        <a:pt x="1307994" y="771386"/>
                        <a:pt x="1308638" y="769460"/>
                        <a:pt x="1307994" y="767535"/>
                      </a:cubicBezTo>
                      <a:cubicBezTo>
                        <a:pt x="1306065" y="762400"/>
                        <a:pt x="1300919" y="750847"/>
                        <a:pt x="1294486" y="743145"/>
                      </a:cubicBezTo>
                      <a:cubicBezTo>
                        <a:pt x="1288053" y="735444"/>
                        <a:pt x="1279691" y="718756"/>
                        <a:pt x="1273901" y="716831"/>
                      </a:cubicBezTo>
                      <a:cubicBezTo>
                        <a:pt x="1268112" y="714905"/>
                        <a:pt x="1259749" y="709770"/>
                        <a:pt x="1251387" y="706561"/>
                      </a:cubicBezTo>
                      <a:cubicBezTo>
                        <a:pt x="1249457" y="705920"/>
                        <a:pt x="1247527" y="705278"/>
                        <a:pt x="1245597" y="703994"/>
                      </a:cubicBezTo>
                      <a:cubicBezTo>
                        <a:pt x="1253960" y="699501"/>
                        <a:pt x="1262322" y="694367"/>
                        <a:pt x="1270041" y="688590"/>
                      </a:cubicBezTo>
                      <a:cubicBezTo>
                        <a:pt x="1270041" y="689232"/>
                        <a:pt x="1270041" y="689232"/>
                        <a:pt x="1270041" y="689874"/>
                      </a:cubicBezTo>
                      <a:cubicBezTo>
                        <a:pt x="1270685" y="696934"/>
                        <a:pt x="1270685" y="704636"/>
                        <a:pt x="1276474" y="707203"/>
                      </a:cubicBezTo>
                      <a:cubicBezTo>
                        <a:pt x="1282907" y="709770"/>
                        <a:pt x="1286123" y="711696"/>
                        <a:pt x="1291913" y="716189"/>
                      </a:cubicBezTo>
                      <a:cubicBezTo>
                        <a:pt x="1297702" y="720681"/>
                        <a:pt x="1295772" y="729667"/>
                        <a:pt x="1303492" y="730309"/>
                      </a:cubicBezTo>
                      <a:cubicBezTo>
                        <a:pt x="1311211" y="731593"/>
                        <a:pt x="1313141" y="721965"/>
                        <a:pt x="1309281" y="718114"/>
                      </a:cubicBezTo>
                      <a:cubicBezTo>
                        <a:pt x="1305421" y="714263"/>
                        <a:pt x="1300275" y="705278"/>
                        <a:pt x="1292556" y="702069"/>
                      </a:cubicBezTo>
                      <a:cubicBezTo>
                        <a:pt x="1284837" y="698859"/>
                        <a:pt x="1280977" y="694367"/>
                        <a:pt x="1280977" y="694367"/>
                      </a:cubicBezTo>
                      <a:cubicBezTo>
                        <a:pt x="1279047" y="691158"/>
                        <a:pt x="1275831" y="687307"/>
                        <a:pt x="1273258" y="686665"/>
                      </a:cubicBezTo>
                      <a:cubicBezTo>
                        <a:pt x="1275831" y="684739"/>
                        <a:pt x="1279047" y="682814"/>
                        <a:pt x="1281620" y="680247"/>
                      </a:cubicBezTo>
                      <a:cubicBezTo>
                        <a:pt x="1282264" y="680888"/>
                        <a:pt x="1282907" y="681530"/>
                        <a:pt x="1283550" y="682172"/>
                      </a:cubicBezTo>
                      <a:cubicBezTo>
                        <a:pt x="1284837" y="683456"/>
                        <a:pt x="1286767" y="684739"/>
                        <a:pt x="1288053" y="686023"/>
                      </a:cubicBezTo>
                      <a:cubicBezTo>
                        <a:pt x="1288696" y="687948"/>
                        <a:pt x="1289983" y="689232"/>
                        <a:pt x="1292556" y="689874"/>
                      </a:cubicBezTo>
                      <a:cubicBezTo>
                        <a:pt x="1300275" y="695650"/>
                        <a:pt x="1307994" y="700143"/>
                        <a:pt x="1313141" y="700143"/>
                      </a:cubicBezTo>
                      <a:cubicBezTo>
                        <a:pt x="1320217" y="700143"/>
                        <a:pt x="1326649" y="700143"/>
                        <a:pt x="1331796" y="695008"/>
                      </a:cubicBezTo>
                      <a:cubicBezTo>
                        <a:pt x="1336942" y="689874"/>
                        <a:pt x="1336298" y="687948"/>
                        <a:pt x="1340158" y="689232"/>
                      </a:cubicBezTo>
                      <a:cubicBezTo>
                        <a:pt x="1344661" y="689874"/>
                        <a:pt x="1341445" y="696292"/>
                        <a:pt x="1346591" y="698859"/>
                      </a:cubicBezTo>
                      <a:cubicBezTo>
                        <a:pt x="1351737" y="701427"/>
                        <a:pt x="1352380" y="703352"/>
                        <a:pt x="1354310" y="707845"/>
                      </a:cubicBezTo>
                      <a:cubicBezTo>
                        <a:pt x="1356240" y="712338"/>
                        <a:pt x="1354953" y="714905"/>
                        <a:pt x="1362029" y="725174"/>
                      </a:cubicBezTo>
                      <a:cubicBezTo>
                        <a:pt x="1369105" y="735444"/>
                        <a:pt x="1379398" y="728383"/>
                        <a:pt x="1378754" y="721965"/>
                      </a:cubicBezTo>
                      <a:cubicBezTo>
                        <a:pt x="1378111" y="715547"/>
                        <a:pt x="1371035" y="709129"/>
                        <a:pt x="1367176" y="703352"/>
                      </a:cubicBezTo>
                      <a:cubicBezTo>
                        <a:pt x="1362673" y="697576"/>
                        <a:pt x="1365246" y="695008"/>
                        <a:pt x="1361386" y="693083"/>
                      </a:cubicBezTo>
                      <a:cubicBezTo>
                        <a:pt x="1357526" y="691158"/>
                        <a:pt x="1353024" y="679605"/>
                        <a:pt x="1351094" y="675112"/>
                      </a:cubicBezTo>
                      <a:cubicBezTo>
                        <a:pt x="1348521" y="670619"/>
                        <a:pt x="1347877" y="659708"/>
                        <a:pt x="1347877" y="659708"/>
                      </a:cubicBezTo>
                      <a:cubicBezTo>
                        <a:pt x="1346591" y="655215"/>
                        <a:pt x="1343374" y="651364"/>
                        <a:pt x="1335655" y="650722"/>
                      </a:cubicBezTo>
                      <a:cubicBezTo>
                        <a:pt x="1330509" y="650081"/>
                        <a:pt x="1329222" y="649439"/>
                        <a:pt x="1327293" y="647513"/>
                      </a:cubicBezTo>
                      <a:cubicBezTo>
                        <a:pt x="1331152" y="646230"/>
                        <a:pt x="1334369" y="642379"/>
                        <a:pt x="1336942" y="635960"/>
                      </a:cubicBezTo>
                      <a:cubicBezTo>
                        <a:pt x="1336942" y="635960"/>
                        <a:pt x="1340158" y="632751"/>
                        <a:pt x="1336942" y="628259"/>
                      </a:cubicBezTo>
                      <a:cubicBezTo>
                        <a:pt x="1333725" y="623766"/>
                        <a:pt x="1326649" y="625691"/>
                        <a:pt x="1322790" y="628900"/>
                      </a:cubicBezTo>
                      <a:cubicBezTo>
                        <a:pt x="1322147" y="629542"/>
                        <a:pt x="1322147" y="629542"/>
                        <a:pt x="1321503" y="630184"/>
                      </a:cubicBezTo>
                      <a:cubicBezTo>
                        <a:pt x="1327936" y="603227"/>
                        <a:pt x="1318930" y="571136"/>
                        <a:pt x="1300275" y="552523"/>
                      </a:cubicBezTo>
                      <a:cubicBezTo>
                        <a:pt x="1297059" y="549314"/>
                        <a:pt x="1293199" y="546105"/>
                        <a:pt x="1289340" y="543538"/>
                      </a:cubicBezTo>
                      <a:cubicBezTo>
                        <a:pt x="1292556" y="544179"/>
                        <a:pt x="1297059" y="544179"/>
                        <a:pt x="1304135" y="545463"/>
                      </a:cubicBezTo>
                      <a:cubicBezTo>
                        <a:pt x="1318930" y="548672"/>
                        <a:pt x="1329222" y="546747"/>
                        <a:pt x="1333082" y="548672"/>
                      </a:cubicBezTo>
                      <a:cubicBezTo>
                        <a:pt x="1336942" y="549956"/>
                        <a:pt x="1345948" y="549956"/>
                        <a:pt x="1348521" y="537761"/>
                      </a:cubicBezTo>
                      <a:cubicBezTo>
                        <a:pt x="1351094" y="526208"/>
                        <a:pt x="1348521" y="520432"/>
                        <a:pt x="1356240" y="513372"/>
                      </a:cubicBezTo>
                      <a:cubicBezTo>
                        <a:pt x="1363959" y="506312"/>
                        <a:pt x="1371035" y="508879"/>
                        <a:pt x="1373608" y="498610"/>
                      </a:cubicBezTo>
                      <a:cubicBezTo>
                        <a:pt x="1376181" y="488340"/>
                        <a:pt x="1374895" y="476146"/>
                        <a:pt x="1372322" y="469086"/>
                      </a:cubicBezTo>
                      <a:cubicBezTo>
                        <a:pt x="1372322" y="467802"/>
                        <a:pt x="1371678" y="467160"/>
                        <a:pt x="1371678" y="466518"/>
                      </a:cubicBezTo>
                      <a:cubicBezTo>
                        <a:pt x="1372322" y="467160"/>
                        <a:pt x="1372965" y="467802"/>
                        <a:pt x="1373608" y="467802"/>
                      </a:cubicBezTo>
                      <a:cubicBezTo>
                        <a:pt x="1376181" y="470369"/>
                        <a:pt x="1374251" y="476146"/>
                        <a:pt x="1381328" y="474220"/>
                      </a:cubicBezTo>
                      <a:cubicBezTo>
                        <a:pt x="1388403" y="472295"/>
                        <a:pt x="1394836" y="467160"/>
                        <a:pt x="1399982" y="469086"/>
                      </a:cubicBezTo>
                      <a:cubicBezTo>
                        <a:pt x="1405129" y="471653"/>
                        <a:pt x="1412205" y="476788"/>
                        <a:pt x="1414134" y="477429"/>
                      </a:cubicBezTo>
                      <a:cubicBezTo>
                        <a:pt x="1416707" y="478071"/>
                        <a:pt x="1420567" y="478713"/>
                        <a:pt x="1424427" y="477429"/>
                      </a:cubicBezTo>
                      <a:cubicBezTo>
                        <a:pt x="1428286" y="475504"/>
                        <a:pt x="1432146" y="478713"/>
                        <a:pt x="1434076" y="481922"/>
                      </a:cubicBezTo>
                      <a:cubicBezTo>
                        <a:pt x="1436006" y="485131"/>
                        <a:pt x="1439222" y="489624"/>
                        <a:pt x="1441152" y="483848"/>
                      </a:cubicBezTo>
                      <a:cubicBezTo>
                        <a:pt x="1443082" y="477429"/>
                        <a:pt x="1442438" y="471653"/>
                        <a:pt x="1449514" y="471653"/>
                      </a:cubicBezTo>
                      <a:cubicBezTo>
                        <a:pt x="1456590" y="471653"/>
                        <a:pt x="1459163" y="471011"/>
                        <a:pt x="1462380" y="474862"/>
                      </a:cubicBezTo>
                      <a:cubicBezTo>
                        <a:pt x="1465596" y="479355"/>
                        <a:pt x="1471385" y="477429"/>
                        <a:pt x="1474602" y="475504"/>
                      </a:cubicBezTo>
                      <a:cubicBezTo>
                        <a:pt x="1478461" y="473578"/>
                        <a:pt x="1486824" y="469728"/>
                        <a:pt x="1486181" y="461384"/>
                      </a:cubicBezTo>
                      <a:cubicBezTo>
                        <a:pt x="1485538" y="453040"/>
                        <a:pt x="1490684" y="451115"/>
                        <a:pt x="1496473" y="445980"/>
                      </a:cubicBezTo>
                      <a:cubicBezTo>
                        <a:pt x="1502263" y="440845"/>
                        <a:pt x="1500976" y="440845"/>
                        <a:pt x="1507409" y="440203"/>
                      </a:cubicBezTo>
                      <a:cubicBezTo>
                        <a:pt x="1513841" y="438920"/>
                        <a:pt x="1520917" y="437636"/>
                        <a:pt x="1521561" y="433785"/>
                      </a:cubicBezTo>
                      <a:cubicBezTo>
                        <a:pt x="1521561" y="430576"/>
                        <a:pt x="1522847" y="427367"/>
                        <a:pt x="1525420" y="422232"/>
                      </a:cubicBezTo>
                      <a:cubicBezTo>
                        <a:pt x="1527993" y="417098"/>
                        <a:pt x="1531853" y="417740"/>
                        <a:pt x="1535070" y="417740"/>
                      </a:cubicBezTo>
                      <a:cubicBezTo>
                        <a:pt x="1538286" y="417740"/>
                        <a:pt x="1543432" y="417740"/>
                        <a:pt x="1542145" y="415172"/>
                      </a:cubicBezTo>
                      <a:cubicBezTo>
                        <a:pt x="1540859" y="412605"/>
                        <a:pt x="1537643" y="410680"/>
                        <a:pt x="1538929" y="406187"/>
                      </a:cubicBezTo>
                      <a:cubicBezTo>
                        <a:pt x="1540216" y="401052"/>
                        <a:pt x="1545362" y="401052"/>
                        <a:pt x="1547935" y="399768"/>
                      </a:cubicBezTo>
                      <a:cubicBezTo>
                        <a:pt x="1550508" y="398485"/>
                        <a:pt x="1562087" y="395276"/>
                        <a:pt x="1552438" y="389499"/>
                      </a:cubicBezTo>
                      <a:cubicBezTo>
                        <a:pt x="1542789" y="383723"/>
                        <a:pt x="1536999" y="379230"/>
                        <a:pt x="1534426" y="373454"/>
                      </a:cubicBezTo>
                      <a:cubicBezTo>
                        <a:pt x="1531853" y="367677"/>
                        <a:pt x="1530567" y="363826"/>
                        <a:pt x="1533783" y="359975"/>
                      </a:cubicBezTo>
                      <a:cubicBezTo>
                        <a:pt x="1536999" y="356124"/>
                        <a:pt x="1538286" y="353557"/>
                        <a:pt x="1542145" y="350990"/>
                      </a:cubicBezTo>
                      <a:cubicBezTo>
                        <a:pt x="1546005" y="348422"/>
                        <a:pt x="1544719" y="353557"/>
                        <a:pt x="1547292" y="348422"/>
                      </a:cubicBezTo>
                      <a:cubicBezTo>
                        <a:pt x="1549865" y="343288"/>
                        <a:pt x="1547292" y="343288"/>
                        <a:pt x="1550508" y="341362"/>
                      </a:cubicBezTo>
                      <a:cubicBezTo>
                        <a:pt x="1552438" y="339437"/>
                        <a:pt x="1553724" y="338153"/>
                        <a:pt x="1555654" y="337511"/>
                      </a:cubicBezTo>
                      <a:cubicBezTo>
                        <a:pt x="1556297" y="337511"/>
                        <a:pt x="1556297" y="337511"/>
                        <a:pt x="1556941" y="337511"/>
                      </a:cubicBezTo>
                      <a:cubicBezTo>
                        <a:pt x="1565946" y="336870"/>
                        <a:pt x="1579455" y="336870"/>
                        <a:pt x="1579455" y="336870"/>
                      </a:cubicBezTo>
                      <a:cubicBezTo>
                        <a:pt x="1583315" y="336870"/>
                        <a:pt x="1587818" y="333660"/>
                        <a:pt x="1592321" y="329809"/>
                      </a:cubicBezTo>
                      <a:cubicBezTo>
                        <a:pt x="1592964" y="331093"/>
                        <a:pt x="1594250" y="331735"/>
                        <a:pt x="1594894" y="332377"/>
                      </a:cubicBezTo>
                      <a:cubicBezTo>
                        <a:pt x="1598110" y="334302"/>
                        <a:pt x="1603256" y="334944"/>
                        <a:pt x="1603899" y="331735"/>
                      </a:cubicBezTo>
                      <a:cubicBezTo>
                        <a:pt x="1604543" y="328526"/>
                        <a:pt x="1607759" y="327242"/>
                        <a:pt x="1609046" y="322749"/>
                      </a:cubicBezTo>
                      <a:cubicBezTo>
                        <a:pt x="1612905" y="315689"/>
                        <a:pt x="1607759" y="311196"/>
                        <a:pt x="1603899" y="310555"/>
                      </a:cubicBezTo>
                      <a:close/>
                      <a:moveTo>
                        <a:pt x="488466" y="689874"/>
                      </a:moveTo>
                      <a:cubicBezTo>
                        <a:pt x="490396" y="689874"/>
                        <a:pt x="491683" y="689232"/>
                        <a:pt x="493613" y="689232"/>
                      </a:cubicBezTo>
                      <a:cubicBezTo>
                        <a:pt x="491683" y="691799"/>
                        <a:pt x="490396" y="691799"/>
                        <a:pt x="488466" y="692441"/>
                      </a:cubicBezTo>
                      <a:cubicBezTo>
                        <a:pt x="487823" y="692441"/>
                        <a:pt x="486536" y="693083"/>
                        <a:pt x="485893" y="693725"/>
                      </a:cubicBezTo>
                      <a:cubicBezTo>
                        <a:pt x="486536" y="692441"/>
                        <a:pt x="487180" y="691158"/>
                        <a:pt x="488466" y="689874"/>
                      </a:cubicBezTo>
                      <a:close/>
                      <a:moveTo>
                        <a:pt x="256889" y="469728"/>
                      </a:moveTo>
                      <a:cubicBezTo>
                        <a:pt x="262035" y="463951"/>
                        <a:pt x="264608" y="457533"/>
                        <a:pt x="267824" y="451756"/>
                      </a:cubicBezTo>
                      <a:cubicBezTo>
                        <a:pt x="271040" y="445980"/>
                        <a:pt x="280046" y="425442"/>
                        <a:pt x="283263" y="424158"/>
                      </a:cubicBezTo>
                      <a:cubicBezTo>
                        <a:pt x="286479" y="422874"/>
                        <a:pt x="288409" y="420949"/>
                        <a:pt x="292912" y="424158"/>
                      </a:cubicBezTo>
                      <a:cubicBezTo>
                        <a:pt x="297415" y="426725"/>
                        <a:pt x="297415" y="425442"/>
                        <a:pt x="302561" y="425442"/>
                      </a:cubicBezTo>
                      <a:cubicBezTo>
                        <a:pt x="305777" y="425442"/>
                        <a:pt x="281976" y="461384"/>
                        <a:pt x="267181" y="486415"/>
                      </a:cubicBezTo>
                      <a:cubicBezTo>
                        <a:pt x="263964" y="485131"/>
                        <a:pt x="259462" y="481922"/>
                        <a:pt x="253672" y="476788"/>
                      </a:cubicBezTo>
                      <a:cubicBezTo>
                        <a:pt x="254315" y="474220"/>
                        <a:pt x="254959" y="471653"/>
                        <a:pt x="256889" y="469728"/>
                      </a:cubicBezTo>
                      <a:close/>
                      <a:moveTo>
                        <a:pt x="244666" y="573062"/>
                      </a:moveTo>
                      <a:cubicBezTo>
                        <a:pt x="242093" y="564076"/>
                        <a:pt x="245310" y="558941"/>
                        <a:pt x="249813" y="558941"/>
                      </a:cubicBezTo>
                      <a:cubicBezTo>
                        <a:pt x="254315" y="558941"/>
                        <a:pt x="262035" y="559583"/>
                        <a:pt x="260748" y="553807"/>
                      </a:cubicBezTo>
                      <a:cubicBezTo>
                        <a:pt x="259462" y="548030"/>
                        <a:pt x="256889" y="539687"/>
                        <a:pt x="259462" y="535836"/>
                      </a:cubicBezTo>
                      <a:cubicBezTo>
                        <a:pt x="262035" y="531985"/>
                        <a:pt x="274257" y="533910"/>
                        <a:pt x="274900" y="528776"/>
                      </a:cubicBezTo>
                      <a:cubicBezTo>
                        <a:pt x="274900" y="523641"/>
                        <a:pt x="271040" y="523641"/>
                        <a:pt x="267181" y="516581"/>
                      </a:cubicBezTo>
                      <a:cubicBezTo>
                        <a:pt x="265251" y="512088"/>
                        <a:pt x="263964" y="507595"/>
                        <a:pt x="263964" y="503744"/>
                      </a:cubicBezTo>
                      <a:cubicBezTo>
                        <a:pt x="281976" y="487699"/>
                        <a:pt x="325719" y="439562"/>
                        <a:pt x="325075" y="445980"/>
                      </a:cubicBezTo>
                      <a:cubicBezTo>
                        <a:pt x="324432" y="453682"/>
                        <a:pt x="328935" y="460742"/>
                        <a:pt x="328292" y="465235"/>
                      </a:cubicBezTo>
                      <a:cubicBezTo>
                        <a:pt x="327648" y="470369"/>
                        <a:pt x="333438" y="472937"/>
                        <a:pt x="335368" y="468444"/>
                      </a:cubicBezTo>
                      <a:cubicBezTo>
                        <a:pt x="336011" y="467160"/>
                        <a:pt x="336654" y="466518"/>
                        <a:pt x="337941" y="465235"/>
                      </a:cubicBezTo>
                      <a:cubicBezTo>
                        <a:pt x="338584" y="467160"/>
                        <a:pt x="338584" y="469086"/>
                        <a:pt x="339227" y="471011"/>
                      </a:cubicBezTo>
                      <a:cubicBezTo>
                        <a:pt x="339871" y="472937"/>
                        <a:pt x="340514" y="475504"/>
                        <a:pt x="341157" y="477429"/>
                      </a:cubicBezTo>
                      <a:cubicBezTo>
                        <a:pt x="339871" y="478071"/>
                        <a:pt x="338584" y="479355"/>
                        <a:pt x="336654" y="479997"/>
                      </a:cubicBezTo>
                      <a:cubicBezTo>
                        <a:pt x="331508" y="482564"/>
                        <a:pt x="325719" y="477429"/>
                        <a:pt x="319286" y="474862"/>
                      </a:cubicBezTo>
                      <a:cubicBezTo>
                        <a:pt x="312853" y="472295"/>
                        <a:pt x="310280" y="478071"/>
                        <a:pt x="315426" y="482564"/>
                      </a:cubicBezTo>
                      <a:cubicBezTo>
                        <a:pt x="319929" y="487699"/>
                        <a:pt x="321859" y="491550"/>
                        <a:pt x="321859" y="494117"/>
                      </a:cubicBezTo>
                      <a:cubicBezTo>
                        <a:pt x="321216" y="496684"/>
                        <a:pt x="319929" y="498610"/>
                        <a:pt x="317999" y="501819"/>
                      </a:cubicBezTo>
                      <a:cubicBezTo>
                        <a:pt x="316069" y="505028"/>
                        <a:pt x="314140" y="503744"/>
                        <a:pt x="306420" y="506312"/>
                      </a:cubicBezTo>
                      <a:cubicBezTo>
                        <a:pt x="298701" y="508879"/>
                        <a:pt x="300631" y="513372"/>
                        <a:pt x="303847" y="514655"/>
                      </a:cubicBezTo>
                      <a:cubicBezTo>
                        <a:pt x="307064" y="515939"/>
                        <a:pt x="312210" y="517223"/>
                        <a:pt x="311567" y="524925"/>
                      </a:cubicBezTo>
                      <a:cubicBezTo>
                        <a:pt x="310923" y="532626"/>
                        <a:pt x="305134" y="533268"/>
                        <a:pt x="301918" y="531985"/>
                      </a:cubicBezTo>
                      <a:cubicBezTo>
                        <a:pt x="298058" y="530701"/>
                        <a:pt x="293555" y="527492"/>
                        <a:pt x="289695" y="530701"/>
                      </a:cubicBezTo>
                      <a:cubicBezTo>
                        <a:pt x="286479" y="533910"/>
                        <a:pt x="288409" y="536477"/>
                        <a:pt x="295485" y="537761"/>
                      </a:cubicBezTo>
                      <a:cubicBezTo>
                        <a:pt x="302561" y="539045"/>
                        <a:pt x="303204" y="535836"/>
                        <a:pt x="305777" y="537761"/>
                      </a:cubicBezTo>
                      <a:cubicBezTo>
                        <a:pt x="308350" y="539687"/>
                        <a:pt x="308350" y="546747"/>
                        <a:pt x="307064" y="552523"/>
                      </a:cubicBezTo>
                      <a:cubicBezTo>
                        <a:pt x="306420" y="556374"/>
                        <a:pt x="304491" y="557658"/>
                        <a:pt x="303204" y="558300"/>
                      </a:cubicBezTo>
                      <a:cubicBezTo>
                        <a:pt x="301918" y="558941"/>
                        <a:pt x="300631" y="558941"/>
                        <a:pt x="296128" y="559583"/>
                      </a:cubicBezTo>
                      <a:cubicBezTo>
                        <a:pt x="296128" y="559583"/>
                        <a:pt x="296128" y="559583"/>
                        <a:pt x="296128" y="559583"/>
                      </a:cubicBezTo>
                      <a:cubicBezTo>
                        <a:pt x="295485" y="555732"/>
                        <a:pt x="294842" y="551881"/>
                        <a:pt x="294198" y="548672"/>
                      </a:cubicBezTo>
                      <a:cubicBezTo>
                        <a:pt x="293555" y="543538"/>
                        <a:pt x="287122" y="531343"/>
                        <a:pt x="283906" y="545463"/>
                      </a:cubicBezTo>
                      <a:cubicBezTo>
                        <a:pt x="280690" y="559583"/>
                        <a:pt x="280046" y="560867"/>
                        <a:pt x="279403" y="566643"/>
                      </a:cubicBezTo>
                      <a:cubicBezTo>
                        <a:pt x="278116" y="572420"/>
                        <a:pt x="281333" y="574987"/>
                        <a:pt x="278760" y="578196"/>
                      </a:cubicBezTo>
                      <a:cubicBezTo>
                        <a:pt x="276187" y="581405"/>
                        <a:pt x="274257" y="582689"/>
                        <a:pt x="267181" y="580763"/>
                      </a:cubicBezTo>
                      <a:cubicBezTo>
                        <a:pt x="259462" y="579480"/>
                        <a:pt x="247239" y="582047"/>
                        <a:pt x="244666" y="573062"/>
                      </a:cubicBezTo>
                      <a:close/>
                      <a:moveTo>
                        <a:pt x="307064" y="575629"/>
                      </a:moveTo>
                      <a:cubicBezTo>
                        <a:pt x="301918" y="573062"/>
                        <a:pt x="299988" y="571778"/>
                        <a:pt x="298701" y="569852"/>
                      </a:cubicBezTo>
                      <a:cubicBezTo>
                        <a:pt x="300631" y="569852"/>
                        <a:pt x="302561" y="569211"/>
                        <a:pt x="304491" y="569852"/>
                      </a:cubicBezTo>
                      <a:cubicBezTo>
                        <a:pt x="308350" y="571136"/>
                        <a:pt x="308350" y="573062"/>
                        <a:pt x="307064" y="575629"/>
                      </a:cubicBezTo>
                      <a:close/>
                      <a:moveTo>
                        <a:pt x="527706" y="951097"/>
                      </a:moveTo>
                      <a:cubicBezTo>
                        <a:pt x="527063" y="953023"/>
                        <a:pt x="526419" y="956873"/>
                        <a:pt x="526419" y="960083"/>
                      </a:cubicBezTo>
                      <a:cubicBezTo>
                        <a:pt x="521916" y="962008"/>
                        <a:pt x="518700" y="963292"/>
                        <a:pt x="516770" y="967785"/>
                      </a:cubicBezTo>
                      <a:cubicBezTo>
                        <a:pt x="514197" y="973561"/>
                        <a:pt x="511624" y="975487"/>
                        <a:pt x="510981" y="979337"/>
                      </a:cubicBezTo>
                      <a:cubicBezTo>
                        <a:pt x="510338" y="983188"/>
                        <a:pt x="513554" y="990248"/>
                        <a:pt x="515484" y="994099"/>
                      </a:cubicBezTo>
                      <a:cubicBezTo>
                        <a:pt x="516127" y="996025"/>
                        <a:pt x="518700" y="1003727"/>
                        <a:pt x="519987" y="1012071"/>
                      </a:cubicBezTo>
                      <a:cubicBezTo>
                        <a:pt x="517414" y="1015921"/>
                        <a:pt x="515484" y="1018489"/>
                        <a:pt x="516770" y="1022340"/>
                      </a:cubicBezTo>
                      <a:cubicBezTo>
                        <a:pt x="518057" y="1027474"/>
                        <a:pt x="519343" y="1030042"/>
                        <a:pt x="520630" y="1032609"/>
                      </a:cubicBezTo>
                      <a:cubicBezTo>
                        <a:pt x="521273" y="1033893"/>
                        <a:pt x="521273" y="1033893"/>
                        <a:pt x="521916" y="1033893"/>
                      </a:cubicBezTo>
                      <a:cubicBezTo>
                        <a:pt x="521916" y="1035176"/>
                        <a:pt x="521916" y="1035818"/>
                        <a:pt x="521273" y="1036460"/>
                      </a:cubicBezTo>
                      <a:cubicBezTo>
                        <a:pt x="518700" y="1049297"/>
                        <a:pt x="512267" y="1055715"/>
                        <a:pt x="507764" y="1060208"/>
                      </a:cubicBezTo>
                      <a:cubicBezTo>
                        <a:pt x="503262" y="1064700"/>
                        <a:pt x="505835" y="1068551"/>
                        <a:pt x="500688" y="1069835"/>
                      </a:cubicBezTo>
                      <a:cubicBezTo>
                        <a:pt x="494899" y="1071119"/>
                        <a:pt x="492326" y="1068551"/>
                        <a:pt x="485250" y="1069835"/>
                      </a:cubicBezTo>
                      <a:cubicBezTo>
                        <a:pt x="478174" y="1071119"/>
                        <a:pt x="479461" y="1071760"/>
                        <a:pt x="476887" y="1076895"/>
                      </a:cubicBezTo>
                      <a:cubicBezTo>
                        <a:pt x="474314" y="1082030"/>
                        <a:pt x="471741" y="1082671"/>
                        <a:pt x="464665" y="1083955"/>
                      </a:cubicBezTo>
                      <a:cubicBezTo>
                        <a:pt x="457589" y="1085239"/>
                        <a:pt x="456946" y="1088448"/>
                        <a:pt x="451157" y="1092941"/>
                      </a:cubicBezTo>
                      <a:cubicBezTo>
                        <a:pt x="445367" y="1097433"/>
                        <a:pt x="446010" y="1092941"/>
                        <a:pt x="441507" y="1101284"/>
                      </a:cubicBezTo>
                      <a:cubicBezTo>
                        <a:pt x="440864" y="1102568"/>
                        <a:pt x="439578" y="1103852"/>
                        <a:pt x="438934" y="1105135"/>
                      </a:cubicBezTo>
                      <a:cubicBezTo>
                        <a:pt x="438291" y="1104494"/>
                        <a:pt x="437648" y="1104494"/>
                        <a:pt x="436361" y="1105135"/>
                      </a:cubicBezTo>
                      <a:cubicBezTo>
                        <a:pt x="435075" y="1105777"/>
                        <a:pt x="433788" y="1108345"/>
                        <a:pt x="433145" y="1110912"/>
                      </a:cubicBezTo>
                      <a:cubicBezTo>
                        <a:pt x="429929" y="1114121"/>
                        <a:pt x="426712" y="1117330"/>
                        <a:pt x="425426" y="1122465"/>
                      </a:cubicBezTo>
                      <a:cubicBezTo>
                        <a:pt x="424139" y="1129525"/>
                        <a:pt x="422209" y="1132734"/>
                        <a:pt x="421566" y="1136585"/>
                      </a:cubicBezTo>
                      <a:cubicBezTo>
                        <a:pt x="419636" y="1137227"/>
                        <a:pt x="417063" y="1137868"/>
                        <a:pt x="415133" y="1137868"/>
                      </a:cubicBezTo>
                      <a:cubicBezTo>
                        <a:pt x="411274" y="1138510"/>
                        <a:pt x="409987" y="1136585"/>
                        <a:pt x="406128" y="1141078"/>
                      </a:cubicBezTo>
                      <a:cubicBezTo>
                        <a:pt x="402268" y="1145570"/>
                        <a:pt x="406128" y="1151347"/>
                        <a:pt x="403554" y="1154556"/>
                      </a:cubicBezTo>
                      <a:cubicBezTo>
                        <a:pt x="400981" y="1157765"/>
                        <a:pt x="399695" y="1159049"/>
                        <a:pt x="396478" y="1158407"/>
                      </a:cubicBezTo>
                      <a:cubicBezTo>
                        <a:pt x="393262" y="1157765"/>
                        <a:pt x="387473" y="1153914"/>
                        <a:pt x="384256" y="1153272"/>
                      </a:cubicBezTo>
                      <a:cubicBezTo>
                        <a:pt x="384256" y="1153272"/>
                        <a:pt x="384256" y="1153272"/>
                        <a:pt x="383613" y="1153272"/>
                      </a:cubicBezTo>
                      <a:cubicBezTo>
                        <a:pt x="381683" y="1151989"/>
                        <a:pt x="379753" y="1151347"/>
                        <a:pt x="377180" y="1148780"/>
                      </a:cubicBezTo>
                      <a:cubicBezTo>
                        <a:pt x="372034" y="1143645"/>
                        <a:pt x="375251" y="1143645"/>
                        <a:pt x="366245" y="1137868"/>
                      </a:cubicBezTo>
                      <a:cubicBezTo>
                        <a:pt x="357239" y="1132092"/>
                        <a:pt x="358525" y="1131450"/>
                        <a:pt x="350806" y="1126957"/>
                      </a:cubicBezTo>
                      <a:cubicBezTo>
                        <a:pt x="343087" y="1122465"/>
                        <a:pt x="332151" y="1116688"/>
                        <a:pt x="325075" y="1114121"/>
                      </a:cubicBezTo>
                      <a:cubicBezTo>
                        <a:pt x="317356" y="1111554"/>
                        <a:pt x="312853" y="1108986"/>
                        <a:pt x="312210" y="1106419"/>
                      </a:cubicBezTo>
                      <a:cubicBezTo>
                        <a:pt x="310923" y="1103852"/>
                        <a:pt x="310923" y="1099359"/>
                        <a:pt x="307064" y="1103210"/>
                      </a:cubicBezTo>
                      <a:cubicBezTo>
                        <a:pt x="303204" y="1106419"/>
                        <a:pt x="303847" y="1110270"/>
                        <a:pt x="297415" y="1110270"/>
                      </a:cubicBezTo>
                      <a:cubicBezTo>
                        <a:pt x="290982" y="1109628"/>
                        <a:pt x="290982" y="1108986"/>
                        <a:pt x="283263" y="1106419"/>
                      </a:cubicBezTo>
                      <a:cubicBezTo>
                        <a:pt x="275543" y="1104494"/>
                        <a:pt x="269754" y="1103852"/>
                        <a:pt x="270397" y="1097433"/>
                      </a:cubicBezTo>
                      <a:cubicBezTo>
                        <a:pt x="271040" y="1091015"/>
                        <a:pt x="280046" y="1091657"/>
                        <a:pt x="282619" y="1085881"/>
                      </a:cubicBezTo>
                      <a:cubicBezTo>
                        <a:pt x="285192" y="1080104"/>
                        <a:pt x="293555" y="1074328"/>
                        <a:pt x="294842" y="1067909"/>
                      </a:cubicBezTo>
                      <a:cubicBezTo>
                        <a:pt x="296128" y="1061491"/>
                        <a:pt x="294842" y="1050580"/>
                        <a:pt x="297415" y="1047371"/>
                      </a:cubicBezTo>
                      <a:cubicBezTo>
                        <a:pt x="299344" y="1045446"/>
                        <a:pt x="301918" y="1040311"/>
                        <a:pt x="304491" y="1036460"/>
                      </a:cubicBezTo>
                      <a:cubicBezTo>
                        <a:pt x="305134" y="1036460"/>
                        <a:pt x="305777" y="1037102"/>
                        <a:pt x="306420" y="1037102"/>
                      </a:cubicBezTo>
                      <a:cubicBezTo>
                        <a:pt x="314783" y="1039669"/>
                        <a:pt x="327648" y="1044804"/>
                        <a:pt x="335368" y="1045446"/>
                      </a:cubicBezTo>
                      <a:cubicBezTo>
                        <a:pt x="342444" y="1046087"/>
                        <a:pt x="347590" y="1043520"/>
                        <a:pt x="354023" y="1034534"/>
                      </a:cubicBezTo>
                      <a:cubicBezTo>
                        <a:pt x="360455" y="1025549"/>
                        <a:pt x="361099" y="1015921"/>
                        <a:pt x="372677" y="1010145"/>
                      </a:cubicBezTo>
                      <a:cubicBezTo>
                        <a:pt x="384256" y="1004369"/>
                        <a:pt x="391976" y="1008861"/>
                        <a:pt x="395835" y="1010787"/>
                      </a:cubicBezTo>
                      <a:cubicBezTo>
                        <a:pt x="399695" y="1012712"/>
                        <a:pt x="411917" y="1015280"/>
                        <a:pt x="419636" y="1008220"/>
                      </a:cubicBezTo>
                      <a:cubicBezTo>
                        <a:pt x="427999" y="1000518"/>
                        <a:pt x="426069" y="1001801"/>
                        <a:pt x="430572" y="994099"/>
                      </a:cubicBezTo>
                      <a:cubicBezTo>
                        <a:pt x="435718" y="985756"/>
                        <a:pt x="435075" y="979337"/>
                        <a:pt x="443437" y="977412"/>
                      </a:cubicBezTo>
                      <a:cubicBezTo>
                        <a:pt x="451800" y="974845"/>
                        <a:pt x="447940" y="974203"/>
                        <a:pt x="458876" y="973561"/>
                      </a:cubicBezTo>
                      <a:cubicBezTo>
                        <a:pt x="470455" y="972919"/>
                        <a:pt x="479461" y="974203"/>
                        <a:pt x="484607" y="969710"/>
                      </a:cubicBezTo>
                      <a:cubicBezTo>
                        <a:pt x="489753" y="965217"/>
                        <a:pt x="493613" y="959441"/>
                        <a:pt x="494256" y="953023"/>
                      </a:cubicBezTo>
                      <a:cubicBezTo>
                        <a:pt x="494899" y="946604"/>
                        <a:pt x="493613" y="945962"/>
                        <a:pt x="498759" y="938261"/>
                      </a:cubicBezTo>
                      <a:cubicBezTo>
                        <a:pt x="503905" y="930559"/>
                        <a:pt x="507121" y="923499"/>
                        <a:pt x="503262" y="917722"/>
                      </a:cubicBezTo>
                      <a:cubicBezTo>
                        <a:pt x="503262" y="917080"/>
                        <a:pt x="502618" y="917080"/>
                        <a:pt x="502618" y="917080"/>
                      </a:cubicBezTo>
                      <a:cubicBezTo>
                        <a:pt x="505191" y="916438"/>
                        <a:pt x="507121" y="916438"/>
                        <a:pt x="507764" y="917722"/>
                      </a:cubicBezTo>
                      <a:cubicBezTo>
                        <a:pt x="509051" y="920931"/>
                        <a:pt x="503905" y="919006"/>
                        <a:pt x="508408" y="927350"/>
                      </a:cubicBezTo>
                      <a:cubicBezTo>
                        <a:pt x="512267" y="935051"/>
                        <a:pt x="514840" y="942753"/>
                        <a:pt x="524490" y="944037"/>
                      </a:cubicBezTo>
                      <a:cubicBezTo>
                        <a:pt x="526419" y="944037"/>
                        <a:pt x="528349" y="944679"/>
                        <a:pt x="530279" y="945321"/>
                      </a:cubicBezTo>
                      <a:cubicBezTo>
                        <a:pt x="528992" y="946604"/>
                        <a:pt x="528992" y="947888"/>
                        <a:pt x="527706" y="951097"/>
                      </a:cubicBezTo>
                      <a:close/>
                      <a:moveTo>
                        <a:pt x="610688" y="104528"/>
                      </a:moveTo>
                      <a:cubicBezTo>
                        <a:pt x="610688" y="104528"/>
                        <a:pt x="610688" y="103887"/>
                        <a:pt x="611331" y="103887"/>
                      </a:cubicBezTo>
                      <a:cubicBezTo>
                        <a:pt x="615191" y="107096"/>
                        <a:pt x="619051" y="111589"/>
                        <a:pt x="613261" y="117365"/>
                      </a:cubicBezTo>
                      <a:cubicBezTo>
                        <a:pt x="606185" y="124425"/>
                        <a:pt x="608115" y="128276"/>
                        <a:pt x="604255" y="134052"/>
                      </a:cubicBezTo>
                      <a:cubicBezTo>
                        <a:pt x="601682" y="138545"/>
                        <a:pt x="597179" y="141113"/>
                        <a:pt x="592676" y="141754"/>
                      </a:cubicBezTo>
                      <a:cubicBezTo>
                        <a:pt x="598466" y="130843"/>
                        <a:pt x="610688" y="104528"/>
                        <a:pt x="610688" y="104528"/>
                      </a:cubicBezTo>
                      <a:close/>
                      <a:moveTo>
                        <a:pt x="620337" y="1333625"/>
                      </a:moveTo>
                      <a:cubicBezTo>
                        <a:pt x="624840" y="1335551"/>
                        <a:pt x="626126" y="1337476"/>
                        <a:pt x="629986" y="1338118"/>
                      </a:cubicBezTo>
                      <a:cubicBezTo>
                        <a:pt x="633846" y="1338760"/>
                        <a:pt x="637705" y="1338760"/>
                        <a:pt x="640922" y="1340686"/>
                      </a:cubicBezTo>
                      <a:cubicBezTo>
                        <a:pt x="644138" y="1342611"/>
                        <a:pt x="644138" y="1350313"/>
                        <a:pt x="644138" y="1350313"/>
                      </a:cubicBezTo>
                      <a:cubicBezTo>
                        <a:pt x="644138" y="1353522"/>
                        <a:pt x="638992" y="1356089"/>
                        <a:pt x="638992" y="1359940"/>
                      </a:cubicBezTo>
                      <a:cubicBezTo>
                        <a:pt x="639635" y="1363791"/>
                        <a:pt x="637705" y="1369568"/>
                        <a:pt x="633846" y="1372777"/>
                      </a:cubicBezTo>
                      <a:cubicBezTo>
                        <a:pt x="629343" y="1375986"/>
                        <a:pt x="629343" y="1375344"/>
                        <a:pt x="626126" y="1378553"/>
                      </a:cubicBezTo>
                      <a:cubicBezTo>
                        <a:pt x="623553" y="1381762"/>
                        <a:pt x="613904" y="1391390"/>
                        <a:pt x="613261" y="1394599"/>
                      </a:cubicBezTo>
                      <a:cubicBezTo>
                        <a:pt x="612618" y="1397808"/>
                        <a:pt x="609401" y="1405510"/>
                        <a:pt x="610045" y="1413854"/>
                      </a:cubicBezTo>
                      <a:cubicBezTo>
                        <a:pt x="610688" y="1422197"/>
                        <a:pt x="612618" y="1426048"/>
                        <a:pt x="608758" y="1426690"/>
                      </a:cubicBezTo>
                      <a:cubicBezTo>
                        <a:pt x="604899" y="1426690"/>
                        <a:pt x="605542" y="1422197"/>
                        <a:pt x="603612" y="1420914"/>
                      </a:cubicBezTo>
                      <a:cubicBezTo>
                        <a:pt x="601682" y="1419630"/>
                        <a:pt x="599109" y="1419630"/>
                        <a:pt x="596536" y="1420914"/>
                      </a:cubicBezTo>
                      <a:cubicBezTo>
                        <a:pt x="593963" y="1422197"/>
                        <a:pt x="593320" y="1426048"/>
                        <a:pt x="592033" y="1425407"/>
                      </a:cubicBezTo>
                      <a:cubicBezTo>
                        <a:pt x="590747" y="1424765"/>
                        <a:pt x="591390" y="1420272"/>
                        <a:pt x="590103" y="1413854"/>
                      </a:cubicBezTo>
                      <a:cubicBezTo>
                        <a:pt x="588817" y="1407435"/>
                        <a:pt x="586244" y="1405510"/>
                        <a:pt x="586244" y="1401659"/>
                      </a:cubicBezTo>
                      <a:cubicBezTo>
                        <a:pt x="586244" y="1398450"/>
                        <a:pt x="585600" y="1396524"/>
                        <a:pt x="583027" y="1393957"/>
                      </a:cubicBezTo>
                      <a:cubicBezTo>
                        <a:pt x="580454" y="1391390"/>
                        <a:pt x="579811" y="1381121"/>
                        <a:pt x="580454" y="1376628"/>
                      </a:cubicBezTo>
                      <a:cubicBezTo>
                        <a:pt x="580454" y="1372135"/>
                        <a:pt x="581097" y="1372777"/>
                        <a:pt x="583671" y="1369568"/>
                      </a:cubicBezTo>
                      <a:cubicBezTo>
                        <a:pt x="586244" y="1366359"/>
                        <a:pt x="580454" y="1363791"/>
                        <a:pt x="580454" y="1361224"/>
                      </a:cubicBezTo>
                      <a:cubicBezTo>
                        <a:pt x="580454" y="1358657"/>
                        <a:pt x="580454" y="1355448"/>
                        <a:pt x="585600" y="1352880"/>
                      </a:cubicBezTo>
                      <a:cubicBezTo>
                        <a:pt x="590103" y="1350313"/>
                        <a:pt x="588817" y="1352238"/>
                        <a:pt x="594606" y="1351597"/>
                      </a:cubicBezTo>
                      <a:cubicBezTo>
                        <a:pt x="599752" y="1350955"/>
                        <a:pt x="599752" y="1349671"/>
                        <a:pt x="601682" y="1346462"/>
                      </a:cubicBezTo>
                      <a:cubicBezTo>
                        <a:pt x="604255" y="1343253"/>
                        <a:pt x="607472" y="1339402"/>
                        <a:pt x="610045" y="1335551"/>
                      </a:cubicBezTo>
                      <a:cubicBezTo>
                        <a:pt x="611974" y="1331700"/>
                        <a:pt x="615834" y="1331700"/>
                        <a:pt x="620337" y="1333625"/>
                      </a:cubicBezTo>
                      <a:close/>
                      <a:moveTo>
                        <a:pt x="902090" y="1224515"/>
                      </a:moveTo>
                      <a:cubicBezTo>
                        <a:pt x="898230" y="1230933"/>
                        <a:pt x="895014" y="1235426"/>
                        <a:pt x="893084" y="1236068"/>
                      </a:cubicBezTo>
                      <a:cubicBezTo>
                        <a:pt x="891154" y="1236710"/>
                        <a:pt x="892441" y="1230291"/>
                        <a:pt x="889225" y="1232217"/>
                      </a:cubicBezTo>
                      <a:cubicBezTo>
                        <a:pt x="887295" y="1233501"/>
                        <a:pt x="884722" y="1234784"/>
                        <a:pt x="883435" y="1236710"/>
                      </a:cubicBezTo>
                      <a:cubicBezTo>
                        <a:pt x="876359" y="1223873"/>
                        <a:pt x="871213" y="1213604"/>
                        <a:pt x="866067" y="1203335"/>
                      </a:cubicBezTo>
                      <a:cubicBezTo>
                        <a:pt x="866710" y="1202693"/>
                        <a:pt x="866710" y="1202051"/>
                        <a:pt x="867353" y="1200767"/>
                      </a:cubicBezTo>
                      <a:cubicBezTo>
                        <a:pt x="877002" y="1204618"/>
                        <a:pt x="887295" y="1207186"/>
                        <a:pt x="900160" y="1207186"/>
                      </a:cubicBezTo>
                      <a:cubicBezTo>
                        <a:pt x="902090" y="1207186"/>
                        <a:pt x="904020" y="1207186"/>
                        <a:pt x="906593" y="1207186"/>
                      </a:cubicBezTo>
                      <a:cubicBezTo>
                        <a:pt x="906593" y="1208469"/>
                        <a:pt x="906593" y="1209753"/>
                        <a:pt x="906593" y="1210395"/>
                      </a:cubicBezTo>
                      <a:cubicBezTo>
                        <a:pt x="905950" y="1214246"/>
                        <a:pt x="905950" y="1218097"/>
                        <a:pt x="902090" y="1224515"/>
                      </a:cubicBezTo>
                      <a:close/>
                      <a:moveTo>
                        <a:pt x="987002" y="1376628"/>
                      </a:moveTo>
                      <a:cubicBezTo>
                        <a:pt x="986359" y="1378553"/>
                        <a:pt x="984429" y="1380479"/>
                        <a:pt x="983142" y="1377911"/>
                      </a:cubicBezTo>
                      <a:cubicBezTo>
                        <a:pt x="981213" y="1375986"/>
                        <a:pt x="981213" y="1370210"/>
                        <a:pt x="978639" y="1368926"/>
                      </a:cubicBezTo>
                      <a:cubicBezTo>
                        <a:pt x="976710" y="1367642"/>
                        <a:pt x="974136" y="1368284"/>
                        <a:pt x="973493" y="1365075"/>
                      </a:cubicBezTo>
                      <a:cubicBezTo>
                        <a:pt x="972850" y="1361866"/>
                        <a:pt x="974136" y="1359298"/>
                        <a:pt x="974136" y="1356089"/>
                      </a:cubicBezTo>
                      <a:cubicBezTo>
                        <a:pt x="974136" y="1352880"/>
                        <a:pt x="973493" y="1351597"/>
                        <a:pt x="976066" y="1349671"/>
                      </a:cubicBezTo>
                      <a:cubicBezTo>
                        <a:pt x="977353" y="1349029"/>
                        <a:pt x="978639" y="1347746"/>
                        <a:pt x="979283" y="1347104"/>
                      </a:cubicBezTo>
                      <a:cubicBezTo>
                        <a:pt x="979926" y="1347746"/>
                        <a:pt x="980569" y="1349029"/>
                        <a:pt x="980569" y="1349671"/>
                      </a:cubicBezTo>
                      <a:cubicBezTo>
                        <a:pt x="983786" y="1354806"/>
                        <a:pt x="986359" y="1362508"/>
                        <a:pt x="988288" y="1370210"/>
                      </a:cubicBezTo>
                      <a:cubicBezTo>
                        <a:pt x="987645" y="1372777"/>
                        <a:pt x="987002" y="1375344"/>
                        <a:pt x="987002" y="1376628"/>
                      </a:cubicBezTo>
                      <a:close/>
                      <a:moveTo>
                        <a:pt x="1047469" y="1155840"/>
                      </a:moveTo>
                      <a:cubicBezTo>
                        <a:pt x="1046826" y="1158407"/>
                        <a:pt x="1041680" y="1163542"/>
                        <a:pt x="1040393" y="1166109"/>
                      </a:cubicBezTo>
                      <a:cubicBezTo>
                        <a:pt x="1038464" y="1159049"/>
                        <a:pt x="1036534" y="1151989"/>
                        <a:pt x="1033961" y="1144929"/>
                      </a:cubicBezTo>
                      <a:cubicBezTo>
                        <a:pt x="1035247" y="1144929"/>
                        <a:pt x="1035891" y="1144929"/>
                        <a:pt x="1036534" y="1145570"/>
                      </a:cubicBezTo>
                      <a:cubicBezTo>
                        <a:pt x="1038464" y="1147496"/>
                        <a:pt x="1039750" y="1150063"/>
                        <a:pt x="1042967" y="1151347"/>
                      </a:cubicBezTo>
                      <a:cubicBezTo>
                        <a:pt x="1046183" y="1152630"/>
                        <a:pt x="1048113" y="1152630"/>
                        <a:pt x="1047469" y="1155840"/>
                      </a:cubicBezTo>
                      <a:close/>
                      <a:moveTo>
                        <a:pt x="1134954" y="1178304"/>
                      </a:moveTo>
                      <a:cubicBezTo>
                        <a:pt x="1134954" y="1178304"/>
                        <a:pt x="1133668" y="1188573"/>
                        <a:pt x="1133668" y="1192424"/>
                      </a:cubicBezTo>
                      <a:cubicBezTo>
                        <a:pt x="1133668" y="1196275"/>
                        <a:pt x="1129808" y="1198200"/>
                        <a:pt x="1127878" y="1196275"/>
                      </a:cubicBezTo>
                      <a:cubicBezTo>
                        <a:pt x="1125949" y="1194349"/>
                        <a:pt x="1124019" y="1194349"/>
                        <a:pt x="1123376" y="1191782"/>
                      </a:cubicBezTo>
                      <a:cubicBezTo>
                        <a:pt x="1122732" y="1190498"/>
                        <a:pt x="1122732" y="1189215"/>
                        <a:pt x="1122732" y="1187931"/>
                      </a:cubicBezTo>
                      <a:cubicBezTo>
                        <a:pt x="1127878" y="1186005"/>
                        <a:pt x="1127235" y="1178304"/>
                        <a:pt x="1129808" y="1173811"/>
                      </a:cubicBezTo>
                      <a:cubicBezTo>
                        <a:pt x="1130452" y="1173169"/>
                        <a:pt x="1131095" y="1172527"/>
                        <a:pt x="1131095" y="1171885"/>
                      </a:cubicBezTo>
                      <a:cubicBezTo>
                        <a:pt x="1131095" y="1171885"/>
                        <a:pt x="1131738" y="1171885"/>
                        <a:pt x="1131738" y="1172527"/>
                      </a:cubicBezTo>
                      <a:cubicBezTo>
                        <a:pt x="1135598" y="1173811"/>
                        <a:pt x="1134954" y="1178304"/>
                        <a:pt x="1134954" y="1178304"/>
                      </a:cubicBezTo>
                      <a:close/>
                      <a:moveTo>
                        <a:pt x="1132381" y="1116688"/>
                      </a:moveTo>
                      <a:cubicBezTo>
                        <a:pt x="1131095" y="1116688"/>
                        <a:pt x="1129808" y="1116688"/>
                        <a:pt x="1128522" y="1116046"/>
                      </a:cubicBezTo>
                      <a:cubicBezTo>
                        <a:pt x="1127878" y="1114121"/>
                        <a:pt x="1127878" y="1110270"/>
                        <a:pt x="1129165" y="1108986"/>
                      </a:cubicBezTo>
                      <a:cubicBezTo>
                        <a:pt x="1132381" y="1110912"/>
                        <a:pt x="1135598" y="1112195"/>
                        <a:pt x="1138814" y="1113479"/>
                      </a:cubicBezTo>
                      <a:cubicBezTo>
                        <a:pt x="1136884" y="1116046"/>
                        <a:pt x="1134954" y="1116688"/>
                        <a:pt x="1132381" y="1116688"/>
                      </a:cubicBezTo>
                      <a:close/>
                      <a:moveTo>
                        <a:pt x="1154253" y="142396"/>
                      </a:moveTo>
                      <a:cubicBezTo>
                        <a:pt x="1156182" y="137903"/>
                        <a:pt x="1156182" y="132769"/>
                        <a:pt x="1156182" y="131485"/>
                      </a:cubicBezTo>
                      <a:cubicBezTo>
                        <a:pt x="1156182" y="130202"/>
                        <a:pt x="1159399" y="127634"/>
                        <a:pt x="1160685" y="124425"/>
                      </a:cubicBezTo>
                      <a:cubicBezTo>
                        <a:pt x="1161972" y="121216"/>
                        <a:pt x="1163902" y="119932"/>
                        <a:pt x="1163902" y="116081"/>
                      </a:cubicBezTo>
                      <a:cubicBezTo>
                        <a:pt x="1163902" y="112230"/>
                        <a:pt x="1165188" y="110947"/>
                        <a:pt x="1165188" y="110947"/>
                      </a:cubicBezTo>
                      <a:cubicBezTo>
                        <a:pt x="1167761" y="107738"/>
                        <a:pt x="1169691" y="110305"/>
                        <a:pt x="1172264" y="112230"/>
                      </a:cubicBezTo>
                      <a:cubicBezTo>
                        <a:pt x="1174837" y="114156"/>
                        <a:pt x="1176124" y="118007"/>
                        <a:pt x="1179340" y="119290"/>
                      </a:cubicBezTo>
                      <a:cubicBezTo>
                        <a:pt x="1182557" y="120574"/>
                        <a:pt x="1183200" y="125067"/>
                        <a:pt x="1182557" y="127634"/>
                      </a:cubicBezTo>
                      <a:cubicBezTo>
                        <a:pt x="1181913" y="130202"/>
                        <a:pt x="1180627" y="134694"/>
                        <a:pt x="1175481" y="141113"/>
                      </a:cubicBezTo>
                      <a:cubicBezTo>
                        <a:pt x="1170978" y="146889"/>
                        <a:pt x="1161972" y="156516"/>
                        <a:pt x="1157469" y="155875"/>
                      </a:cubicBezTo>
                      <a:cubicBezTo>
                        <a:pt x="1152323" y="154591"/>
                        <a:pt x="1152323" y="146889"/>
                        <a:pt x="1154253" y="142396"/>
                      </a:cubicBezTo>
                      <a:close/>
                      <a:moveTo>
                        <a:pt x="1162615" y="494759"/>
                      </a:moveTo>
                      <a:cubicBezTo>
                        <a:pt x="1164545" y="493475"/>
                        <a:pt x="1167118" y="492191"/>
                        <a:pt x="1169691" y="490908"/>
                      </a:cubicBezTo>
                      <a:cubicBezTo>
                        <a:pt x="1169048" y="492833"/>
                        <a:pt x="1169048" y="495401"/>
                        <a:pt x="1169048" y="496042"/>
                      </a:cubicBezTo>
                      <a:cubicBezTo>
                        <a:pt x="1169048" y="497968"/>
                        <a:pt x="1170334" y="499252"/>
                        <a:pt x="1172264" y="499893"/>
                      </a:cubicBezTo>
                      <a:cubicBezTo>
                        <a:pt x="1170334" y="499893"/>
                        <a:pt x="1168405" y="500535"/>
                        <a:pt x="1166475" y="500535"/>
                      </a:cubicBezTo>
                      <a:cubicBezTo>
                        <a:pt x="1166475" y="500535"/>
                        <a:pt x="1166475" y="500535"/>
                        <a:pt x="1166475" y="500535"/>
                      </a:cubicBezTo>
                      <a:cubicBezTo>
                        <a:pt x="1165831" y="498610"/>
                        <a:pt x="1163902" y="496042"/>
                        <a:pt x="1162615" y="494759"/>
                      </a:cubicBezTo>
                      <a:close/>
                      <a:moveTo>
                        <a:pt x="1181913" y="1189856"/>
                      </a:moveTo>
                      <a:cubicBezTo>
                        <a:pt x="1181913" y="1189856"/>
                        <a:pt x="1181913" y="1190498"/>
                        <a:pt x="1181913" y="1189856"/>
                      </a:cubicBezTo>
                      <a:lnTo>
                        <a:pt x="1181913" y="1189856"/>
                      </a:lnTo>
                      <a:cubicBezTo>
                        <a:pt x="1181913" y="1190498"/>
                        <a:pt x="1179340" y="1202051"/>
                        <a:pt x="1179340" y="1207828"/>
                      </a:cubicBezTo>
                      <a:cubicBezTo>
                        <a:pt x="1178697" y="1213604"/>
                        <a:pt x="1178697" y="1218739"/>
                        <a:pt x="1178697" y="1223231"/>
                      </a:cubicBezTo>
                      <a:cubicBezTo>
                        <a:pt x="1178697" y="1227724"/>
                        <a:pt x="1178054" y="1234784"/>
                        <a:pt x="1178054" y="1239277"/>
                      </a:cubicBezTo>
                      <a:cubicBezTo>
                        <a:pt x="1178054" y="1243770"/>
                        <a:pt x="1172264" y="1239277"/>
                        <a:pt x="1170334" y="1238635"/>
                      </a:cubicBezTo>
                      <a:cubicBezTo>
                        <a:pt x="1168405" y="1237993"/>
                        <a:pt x="1163902" y="1239919"/>
                        <a:pt x="1162615" y="1239277"/>
                      </a:cubicBezTo>
                      <a:cubicBezTo>
                        <a:pt x="1161329" y="1238635"/>
                        <a:pt x="1161972" y="1235426"/>
                        <a:pt x="1160685" y="1233501"/>
                      </a:cubicBezTo>
                      <a:cubicBezTo>
                        <a:pt x="1159399" y="1231575"/>
                        <a:pt x="1160042" y="1232217"/>
                        <a:pt x="1159399" y="1227724"/>
                      </a:cubicBezTo>
                      <a:cubicBezTo>
                        <a:pt x="1158755" y="1223231"/>
                        <a:pt x="1156182" y="1225157"/>
                        <a:pt x="1155539" y="1221948"/>
                      </a:cubicBezTo>
                      <a:cubicBezTo>
                        <a:pt x="1154896" y="1218739"/>
                        <a:pt x="1156182" y="1216171"/>
                        <a:pt x="1158112" y="1215529"/>
                      </a:cubicBezTo>
                      <a:cubicBezTo>
                        <a:pt x="1160042" y="1214888"/>
                        <a:pt x="1160685" y="1216171"/>
                        <a:pt x="1165831" y="1217455"/>
                      </a:cubicBezTo>
                      <a:cubicBezTo>
                        <a:pt x="1170334" y="1218097"/>
                        <a:pt x="1170978" y="1211037"/>
                        <a:pt x="1171621" y="1210395"/>
                      </a:cubicBezTo>
                      <a:cubicBezTo>
                        <a:pt x="1172264" y="1209753"/>
                        <a:pt x="1170334" y="1202693"/>
                        <a:pt x="1168405" y="1200126"/>
                      </a:cubicBezTo>
                      <a:cubicBezTo>
                        <a:pt x="1166475" y="1197558"/>
                        <a:pt x="1163258" y="1191782"/>
                        <a:pt x="1163258" y="1189215"/>
                      </a:cubicBezTo>
                      <a:cubicBezTo>
                        <a:pt x="1163258" y="1186647"/>
                        <a:pt x="1163902" y="1187931"/>
                        <a:pt x="1167118" y="1186647"/>
                      </a:cubicBezTo>
                      <a:cubicBezTo>
                        <a:pt x="1169691" y="1186005"/>
                        <a:pt x="1169691" y="1183438"/>
                        <a:pt x="1170334" y="1181513"/>
                      </a:cubicBezTo>
                      <a:cubicBezTo>
                        <a:pt x="1174837" y="1182796"/>
                        <a:pt x="1178697" y="1183438"/>
                        <a:pt x="1181913" y="1184722"/>
                      </a:cubicBezTo>
                      <a:cubicBezTo>
                        <a:pt x="1181913" y="1186647"/>
                        <a:pt x="1181913" y="1188573"/>
                        <a:pt x="1181913" y="1189856"/>
                      </a:cubicBezTo>
                      <a:close/>
                      <a:moveTo>
                        <a:pt x="1279691" y="843270"/>
                      </a:moveTo>
                      <a:cubicBezTo>
                        <a:pt x="1279691" y="843270"/>
                        <a:pt x="1280334" y="843270"/>
                        <a:pt x="1279691" y="843270"/>
                      </a:cubicBezTo>
                      <a:cubicBezTo>
                        <a:pt x="1280334" y="843270"/>
                        <a:pt x="1280334" y="843270"/>
                        <a:pt x="1279691" y="843270"/>
                      </a:cubicBezTo>
                      <a:cubicBezTo>
                        <a:pt x="1281620" y="845838"/>
                        <a:pt x="1282907" y="849047"/>
                        <a:pt x="1284193" y="852256"/>
                      </a:cubicBezTo>
                      <a:cubicBezTo>
                        <a:pt x="1280334" y="852256"/>
                        <a:pt x="1277118" y="852898"/>
                        <a:pt x="1277761" y="849689"/>
                      </a:cubicBezTo>
                      <a:cubicBezTo>
                        <a:pt x="1277761" y="847121"/>
                        <a:pt x="1277761" y="846479"/>
                        <a:pt x="1279691" y="843270"/>
                      </a:cubicBezTo>
                      <a:close/>
                    </a:path>
                  </a:pathLst>
                </a:custGeom>
                <a:solidFill>
                  <a:schemeClr val="accent1"/>
                </a:solidFill>
                <a:ln w="6424" cap="flat">
                  <a:noFill/>
                  <a:prstDash val="solid"/>
                  <a:miter/>
                </a:ln>
              </p:spPr>
              <p:txBody>
                <a:bodyPr rtlCol="0" anchor="ctr"/>
                <a:lstStyle/>
                <a:p>
                  <a:endParaRPr lang="pt-BR" dirty="0"/>
                </a:p>
              </p:txBody>
            </p:sp>
            <p:sp>
              <p:nvSpPr>
                <p:cNvPr id="64" name="Freeform: Shape 63">
                  <a:extLst>
                    <a:ext uri="{FF2B5EF4-FFF2-40B4-BE49-F238E27FC236}">
                      <a16:creationId xmlns:a16="http://schemas.microsoft.com/office/drawing/2014/main" id="{58D31FC0-83DA-3040-C756-3A08EEA3B999}"/>
                    </a:ext>
                  </a:extLst>
                </p:cNvPr>
                <p:cNvSpPr/>
                <p:nvPr/>
              </p:nvSpPr>
              <p:spPr>
                <a:xfrm>
                  <a:off x="6291521" y="1525689"/>
                  <a:ext cx="3396" cy="13100"/>
                </a:xfrm>
                <a:custGeom>
                  <a:avLst/>
                  <a:gdLst>
                    <a:gd name="connsiteX0" fmla="*/ 0 w 3396"/>
                    <a:gd name="connsiteY0" fmla="*/ 9286 h 13100"/>
                    <a:gd name="connsiteX1" fmla="*/ 3216 w 3396"/>
                    <a:gd name="connsiteY1" fmla="*/ 10570 h 13100"/>
                    <a:gd name="connsiteX2" fmla="*/ 2573 w 3396"/>
                    <a:gd name="connsiteY2" fmla="*/ 943 h 13100"/>
                    <a:gd name="connsiteX3" fmla="*/ 0 w 3396"/>
                    <a:gd name="connsiteY3" fmla="*/ 9286 h 13100"/>
                  </a:gdLst>
                  <a:ahLst/>
                  <a:cxnLst>
                    <a:cxn ang="0">
                      <a:pos x="connsiteX0" y="connsiteY0"/>
                    </a:cxn>
                    <a:cxn ang="0">
                      <a:pos x="connsiteX1" y="connsiteY1"/>
                    </a:cxn>
                    <a:cxn ang="0">
                      <a:pos x="connsiteX2" y="connsiteY2"/>
                    </a:cxn>
                    <a:cxn ang="0">
                      <a:pos x="connsiteX3" y="connsiteY3"/>
                    </a:cxn>
                  </a:cxnLst>
                  <a:rect l="l" t="t" r="r" b="b"/>
                  <a:pathLst>
                    <a:path w="3396" h="13100">
                      <a:moveTo>
                        <a:pt x="0" y="9286"/>
                      </a:moveTo>
                      <a:cubicBezTo>
                        <a:pt x="0" y="11854"/>
                        <a:pt x="2573" y="15705"/>
                        <a:pt x="3216" y="10570"/>
                      </a:cubicBezTo>
                      <a:cubicBezTo>
                        <a:pt x="3860" y="5435"/>
                        <a:pt x="2573" y="943"/>
                        <a:pt x="2573" y="943"/>
                      </a:cubicBezTo>
                      <a:cubicBezTo>
                        <a:pt x="1287" y="-2908"/>
                        <a:pt x="0" y="6077"/>
                        <a:pt x="0" y="9286"/>
                      </a:cubicBezTo>
                      <a:close/>
                    </a:path>
                  </a:pathLst>
                </a:custGeom>
                <a:solidFill>
                  <a:srgbClr val="9D70F2"/>
                </a:solidFill>
                <a:ln w="6424" cap="flat">
                  <a:noFill/>
                  <a:prstDash val="solid"/>
                  <a:miter/>
                </a:ln>
              </p:spPr>
              <p:txBody>
                <a:bodyPr rtlCol="0" anchor="ctr"/>
                <a:lstStyle/>
                <a:p>
                  <a:endParaRPr lang="pt-BR" dirty="0"/>
                </a:p>
              </p:txBody>
            </p:sp>
            <p:sp>
              <p:nvSpPr>
                <p:cNvPr id="67" name="Freeform: Shape 66">
                  <a:extLst>
                    <a:ext uri="{FF2B5EF4-FFF2-40B4-BE49-F238E27FC236}">
                      <a16:creationId xmlns:a16="http://schemas.microsoft.com/office/drawing/2014/main" id="{AAE119CA-2C1D-26D5-66D0-6D61EBF61890}"/>
                    </a:ext>
                  </a:extLst>
                </p:cNvPr>
                <p:cNvSpPr/>
                <p:nvPr/>
              </p:nvSpPr>
              <p:spPr>
                <a:xfrm>
                  <a:off x="5911991" y="2134650"/>
                  <a:ext cx="6432" cy="2456"/>
                </a:xfrm>
                <a:custGeom>
                  <a:avLst/>
                  <a:gdLst>
                    <a:gd name="connsiteX0" fmla="*/ 0 w 6432"/>
                    <a:gd name="connsiteY0" fmla="*/ 1715 h 2456"/>
                    <a:gd name="connsiteX1" fmla="*/ 3216 w 6432"/>
                    <a:gd name="connsiteY1" fmla="*/ 1715 h 2456"/>
                    <a:gd name="connsiteX2" fmla="*/ 6433 w 6432"/>
                    <a:gd name="connsiteY2" fmla="*/ 432 h 2456"/>
                    <a:gd name="connsiteX3" fmla="*/ 0 w 6432"/>
                    <a:gd name="connsiteY3" fmla="*/ 1715 h 2456"/>
                  </a:gdLst>
                  <a:ahLst/>
                  <a:cxnLst>
                    <a:cxn ang="0">
                      <a:pos x="connsiteX0" y="connsiteY0"/>
                    </a:cxn>
                    <a:cxn ang="0">
                      <a:pos x="connsiteX1" y="connsiteY1"/>
                    </a:cxn>
                    <a:cxn ang="0">
                      <a:pos x="connsiteX2" y="connsiteY2"/>
                    </a:cxn>
                    <a:cxn ang="0">
                      <a:pos x="connsiteX3" y="connsiteY3"/>
                    </a:cxn>
                  </a:cxnLst>
                  <a:rect l="l" t="t" r="r" b="b"/>
                  <a:pathLst>
                    <a:path w="6432" h="2456">
                      <a:moveTo>
                        <a:pt x="0" y="1715"/>
                      </a:moveTo>
                      <a:cubicBezTo>
                        <a:pt x="0" y="2357"/>
                        <a:pt x="0" y="2999"/>
                        <a:pt x="3216" y="1715"/>
                      </a:cubicBezTo>
                      <a:cubicBezTo>
                        <a:pt x="6433" y="1074"/>
                        <a:pt x="6433" y="432"/>
                        <a:pt x="6433" y="432"/>
                      </a:cubicBezTo>
                      <a:cubicBezTo>
                        <a:pt x="5789" y="-852"/>
                        <a:pt x="0" y="1074"/>
                        <a:pt x="0" y="1715"/>
                      </a:cubicBezTo>
                      <a:close/>
                    </a:path>
                  </a:pathLst>
                </a:custGeom>
                <a:solidFill>
                  <a:srgbClr val="9D70F2"/>
                </a:solidFill>
                <a:ln w="6424" cap="flat">
                  <a:noFill/>
                  <a:prstDash val="solid"/>
                  <a:miter/>
                </a:ln>
              </p:spPr>
              <p:txBody>
                <a:bodyPr rtlCol="0" anchor="ctr"/>
                <a:lstStyle/>
                <a:p>
                  <a:endParaRPr lang="pt-BR"/>
                </a:p>
              </p:txBody>
            </p:sp>
            <p:sp>
              <p:nvSpPr>
                <p:cNvPr id="68" name="Freeform: Shape 67">
                  <a:extLst>
                    <a:ext uri="{FF2B5EF4-FFF2-40B4-BE49-F238E27FC236}">
                      <a16:creationId xmlns:a16="http://schemas.microsoft.com/office/drawing/2014/main" id="{823F40EA-4834-9FC3-5C9D-51BFA0C45387}"/>
                    </a:ext>
                  </a:extLst>
                </p:cNvPr>
                <p:cNvSpPr/>
                <p:nvPr/>
              </p:nvSpPr>
              <p:spPr>
                <a:xfrm>
                  <a:off x="5967885" y="2033340"/>
                  <a:ext cx="8948" cy="9077"/>
                </a:xfrm>
                <a:custGeom>
                  <a:avLst/>
                  <a:gdLst>
                    <a:gd name="connsiteX0" fmla="*/ 7790 w 8948"/>
                    <a:gd name="connsiteY0" fmla="*/ 6752 h 9077"/>
                    <a:gd name="connsiteX1" fmla="*/ 6504 w 8948"/>
                    <a:gd name="connsiteY1" fmla="*/ 334 h 9077"/>
                    <a:gd name="connsiteX2" fmla="*/ 71 w 8948"/>
                    <a:gd name="connsiteY2" fmla="*/ 5469 h 9077"/>
                    <a:gd name="connsiteX3" fmla="*/ 7790 w 8948"/>
                    <a:gd name="connsiteY3" fmla="*/ 6752 h 9077"/>
                  </a:gdLst>
                  <a:ahLst/>
                  <a:cxnLst>
                    <a:cxn ang="0">
                      <a:pos x="connsiteX0" y="connsiteY0"/>
                    </a:cxn>
                    <a:cxn ang="0">
                      <a:pos x="connsiteX1" y="connsiteY1"/>
                    </a:cxn>
                    <a:cxn ang="0">
                      <a:pos x="connsiteX2" y="connsiteY2"/>
                    </a:cxn>
                    <a:cxn ang="0">
                      <a:pos x="connsiteX3" y="connsiteY3"/>
                    </a:cxn>
                  </a:cxnLst>
                  <a:rect l="l" t="t" r="r" b="b"/>
                  <a:pathLst>
                    <a:path w="8948" h="9077">
                      <a:moveTo>
                        <a:pt x="7790" y="6752"/>
                      </a:moveTo>
                      <a:cubicBezTo>
                        <a:pt x="11007" y="2901"/>
                        <a:pt x="6504" y="334"/>
                        <a:pt x="6504" y="334"/>
                      </a:cubicBezTo>
                      <a:cubicBezTo>
                        <a:pt x="3287" y="-950"/>
                        <a:pt x="-572" y="1618"/>
                        <a:pt x="71" y="5469"/>
                      </a:cubicBezTo>
                      <a:cubicBezTo>
                        <a:pt x="71" y="9319"/>
                        <a:pt x="4574" y="10603"/>
                        <a:pt x="7790" y="6752"/>
                      </a:cubicBezTo>
                      <a:close/>
                    </a:path>
                  </a:pathLst>
                </a:custGeom>
                <a:solidFill>
                  <a:srgbClr val="9D70F2"/>
                </a:solidFill>
                <a:ln w="6424" cap="flat">
                  <a:noFill/>
                  <a:prstDash val="solid"/>
                  <a:miter/>
                </a:ln>
              </p:spPr>
              <p:txBody>
                <a:bodyPr rtlCol="0" anchor="ctr"/>
                <a:lstStyle/>
                <a:p>
                  <a:endParaRPr lang="pt-BR"/>
                </a:p>
              </p:txBody>
            </p:sp>
            <p:sp>
              <p:nvSpPr>
                <p:cNvPr id="69" name="Freeform: Shape 68">
                  <a:extLst>
                    <a:ext uri="{FF2B5EF4-FFF2-40B4-BE49-F238E27FC236}">
                      <a16:creationId xmlns:a16="http://schemas.microsoft.com/office/drawing/2014/main" id="{CFD36E37-F170-7089-9563-E29E605E1DC0}"/>
                    </a:ext>
                  </a:extLst>
                </p:cNvPr>
                <p:cNvSpPr/>
                <p:nvPr/>
              </p:nvSpPr>
              <p:spPr>
                <a:xfrm>
                  <a:off x="6740394" y="1664454"/>
                  <a:ext cx="25897" cy="24407"/>
                </a:xfrm>
                <a:custGeom>
                  <a:avLst/>
                  <a:gdLst>
                    <a:gd name="connsiteX0" fmla="*/ 14927 w 25897"/>
                    <a:gd name="connsiteY0" fmla="*/ 812 h 24407"/>
                    <a:gd name="connsiteX1" fmla="*/ 3991 w 25897"/>
                    <a:gd name="connsiteY1" fmla="*/ 5946 h 24407"/>
                    <a:gd name="connsiteX2" fmla="*/ 1418 w 25897"/>
                    <a:gd name="connsiteY2" fmla="*/ 18783 h 24407"/>
                    <a:gd name="connsiteX3" fmla="*/ 17500 w 25897"/>
                    <a:gd name="connsiteY3" fmla="*/ 23276 h 24407"/>
                    <a:gd name="connsiteX4" fmla="*/ 25862 w 25897"/>
                    <a:gd name="connsiteY4" fmla="*/ 9797 h 24407"/>
                    <a:gd name="connsiteX5" fmla="*/ 14927 w 25897"/>
                    <a:gd name="connsiteY5" fmla="*/ 812 h 2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97" h="24407">
                      <a:moveTo>
                        <a:pt x="14927" y="812"/>
                      </a:moveTo>
                      <a:cubicBezTo>
                        <a:pt x="11710" y="2095"/>
                        <a:pt x="9137" y="3379"/>
                        <a:pt x="3991" y="5946"/>
                      </a:cubicBezTo>
                      <a:cubicBezTo>
                        <a:pt x="-1155" y="8514"/>
                        <a:pt x="-512" y="13648"/>
                        <a:pt x="1418" y="18783"/>
                      </a:cubicBezTo>
                      <a:cubicBezTo>
                        <a:pt x="3348" y="23918"/>
                        <a:pt x="9780" y="25843"/>
                        <a:pt x="17500" y="23276"/>
                      </a:cubicBezTo>
                      <a:cubicBezTo>
                        <a:pt x="23289" y="21350"/>
                        <a:pt x="25862" y="16858"/>
                        <a:pt x="25862" y="9797"/>
                      </a:cubicBezTo>
                      <a:cubicBezTo>
                        <a:pt x="26505" y="-1755"/>
                        <a:pt x="18143" y="-472"/>
                        <a:pt x="14927" y="812"/>
                      </a:cubicBezTo>
                      <a:close/>
                    </a:path>
                  </a:pathLst>
                </a:custGeom>
                <a:solidFill>
                  <a:schemeClr val="accent1"/>
                </a:solidFill>
                <a:ln w="6424" cap="flat">
                  <a:noFill/>
                  <a:prstDash val="solid"/>
                  <a:miter/>
                </a:ln>
              </p:spPr>
              <p:txBody>
                <a:bodyPr rtlCol="0" anchor="ctr"/>
                <a:lstStyle/>
                <a:p>
                  <a:endParaRPr lang="pt-BR"/>
                </a:p>
              </p:txBody>
            </p:sp>
            <p:sp>
              <p:nvSpPr>
                <p:cNvPr id="70" name="Freeform: Shape 69">
                  <a:extLst>
                    <a:ext uri="{FF2B5EF4-FFF2-40B4-BE49-F238E27FC236}">
                      <a16:creationId xmlns:a16="http://schemas.microsoft.com/office/drawing/2014/main" id="{54138BD2-817D-4CD0-5891-13642C5B15CB}"/>
                    </a:ext>
                  </a:extLst>
                </p:cNvPr>
                <p:cNvSpPr/>
                <p:nvPr/>
              </p:nvSpPr>
              <p:spPr>
                <a:xfrm>
                  <a:off x="6862417" y="1574974"/>
                  <a:ext cx="12551" cy="11988"/>
                </a:xfrm>
                <a:custGeom>
                  <a:avLst/>
                  <a:gdLst>
                    <a:gd name="connsiteX0" fmla="*/ 12552 w 12551"/>
                    <a:gd name="connsiteY0" fmla="*/ 5570 h 11988"/>
                    <a:gd name="connsiteX1" fmla="*/ 973 w 12551"/>
                    <a:gd name="connsiteY1" fmla="*/ 1719 h 11988"/>
                    <a:gd name="connsiteX2" fmla="*/ 3546 w 12551"/>
                    <a:gd name="connsiteY2" fmla="*/ 11988 h 11988"/>
                    <a:gd name="connsiteX3" fmla="*/ 12552 w 12551"/>
                    <a:gd name="connsiteY3" fmla="*/ 5570 h 11988"/>
                  </a:gdLst>
                  <a:ahLst/>
                  <a:cxnLst>
                    <a:cxn ang="0">
                      <a:pos x="connsiteX0" y="connsiteY0"/>
                    </a:cxn>
                    <a:cxn ang="0">
                      <a:pos x="connsiteX1" y="connsiteY1"/>
                    </a:cxn>
                    <a:cxn ang="0">
                      <a:pos x="connsiteX2" y="connsiteY2"/>
                    </a:cxn>
                    <a:cxn ang="0">
                      <a:pos x="connsiteX3" y="connsiteY3"/>
                    </a:cxn>
                  </a:cxnLst>
                  <a:rect l="l" t="t" r="r" b="b"/>
                  <a:pathLst>
                    <a:path w="12551" h="11988">
                      <a:moveTo>
                        <a:pt x="12552" y="5570"/>
                      </a:moveTo>
                      <a:cubicBezTo>
                        <a:pt x="12552" y="-206"/>
                        <a:pt x="4189" y="-1490"/>
                        <a:pt x="973" y="1719"/>
                      </a:cubicBezTo>
                      <a:cubicBezTo>
                        <a:pt x="-2244" y="4928"/>
                        <a:pt x="3546" y="11988"/>
                        <a:pt x="3546" y="11988"/>
                      </a:cubicBezTo>
                      <a:cubicBezTo>
                        <a:pt x="3546" y="11988"/>
                        <a:pt x="12552" y="11347"/>
                        <a:pt x="12552" y="5570"/>
                      </a:cubicBezTo>
                      <a:close/>
                    </a:path>
                  </a:pathLst>
                </a:custGeom>
                <a:solidFill>
                  <a:schemeClr val="accent1"/>
                </a:solidFill>
                <a:ln w="6424" cap="flat">
                  <a:noFill/>
                  <a:prstDash val="solid"/>
                  <a:miter/>
                </a:ln>
              </p:spPr>
              <p:txBody>
                <a:bodyPr rtlCol="0" anchor="ctr"/>
                <a:lstStyle/>
                <a:p>
                  <a:endParaRPr lang="pt-BR"/>
                </a:p>
              </p:txBody>
            </p:sp>
            <p:sp>
              <p:nvSpPr>
                <p:cNvPr id="72" name="Freeform: Shape 71">
                  <a:extLst>
                    <a:ext uri="{FF2B5EF4-FFF2-40B4-BE49-F238E27FC236}">
                      <a16:creationId xmlns:a16="http://schemas.microsoft.com/office/drawing/2014/main" id="{88C218F5-64B6-9626-FC56-B12C39FBEF94}"/>
                    </a:ext>
                  </a:extLst>
                </p:cNvPr>
                <p:cNvSpPr/>
                <p:nvPr/>
              </p:nvSpPr>
              <p:spPr>
                <a:xfrm>
                  <a:off x="5755430" y="2194130"/>
                  <a:ext cx="19946" cy="17639"/>
                </a:xfrm>
                <a:custGeom>
                  <a:avLst/>
                  <a:gdLst>
                    <a:gd name="connsiteX0" fmla="*/ 11181 w 19946"/>
                    <a:gd name="connsiteY0" fmla="*/ 0 h 17639"/>
                    <a:gd name="connsiteX1" fmla="*/ 2819 w 19946"/>
                    <a:gd name="connsiteY1" fmla="*/ 5135 h 17639"/>
                    <a:gd name="connsiteX2" fmla="*/ 3462 w 19946"/>
                    <a:gd name="connsiteY2" fmla="*/ 16687 h 17639"/>
                    <a:gd name="connsiteX3" fmla="*/ 15684 w 19946"/>
                    <a:gd name="connsiteY3" fmla="*/ 15404 h 17639"/>
                    <a:gd name="connsiteX4" fmla="*/ 19544 w 19946"/>
                    <a:gd name="connsiteY4" fmla="*/ 4493 h 17639"/>
                    <a:gd name="connsiteX5" fmla="*/ 11181 w 19946"/>
                    <a:gd name="connsiteY5" fmla="*/ 0 h 1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46" h="17639">
                      <a:moveTo>
                        <a:pt x="11181" y="0"/>
                      </a:moveTo>
                      <a:cubicBezTo>
                        <a:pt x="4105" y="0"/>
                        <a:pt x="6679" y="1925"/>
                        <a:pt x="2819" y="5135"/>
                      </a:cubicBezTo>
                      <a:cubicBezTo>
                        <a:pt x="-397" y="8344"/>
                        <a:pt x="-1684" y="14762"/>
                        <a:pt x="3462" y="16687"/>
                      </a:cubicBezTo>
                      <a:cubicBezTo>
                        <a:pt x="8608" y="18613"/>
                        <a:pt x="13111" y="17329"/>
                        <a:pt x="15684" y="15404"/>
                      </a:cubicBezTo>
                      <a:cubicBezTo>
                        <a:pt x="18901" y="13478"/>
                        <a:pt x="20831" y="7702"/>
                        <a:pt x="19544" y="4493"/>
                      </a:cubicBezTo>
                      <a:cubicBezTo>
                        <a:pt x="18257" y="1925"/>
                        <a:pt x="11181" y="0"/>
                        <a:pt x="11181" y="0"/>
                      </a:cubicBezTo>
                      <a:close/>
                    </a:path>
                  </a:pathLst>
                </a:custGeom>
                <a:solidFill>
                  <a:schemeClr val="accent1"/>
                </a:solidFill>
                <a:ln w="6424" cap="flat">
                  <a:noFill/>
                  <a:prstDash val="solid"/>
                  <a:miter/>
                </a:ln>
              </p:spPr>
              <p:txBody>
                <a:bodyPr rtlCol="0" anchor="ctr"/>
                <a:lstStyle/>
                <a:p>
                  <a:endParaRPr lang="pt-BR"/>
                </a:p>
              </p:txBody>
            </p:sp>
            <p:sp>
              <p:nvSpPr>
                <p:cNvPr id="73" name="Freeform: Shape 72">
                  <a:extLst>
                    <a:ext uri="{FF2B5EF4-FFF2-40B4-BE49-F238E27FC236}">
                      <a16:creationId xmlns:a16="http://schemas.microsoft.com/office/drawing/2014/main" id="{F41F4B0C-B8A6-13AD-8C07-5A96E93EF04E}"/>
                    </a:ext>
                  </a:extLst>
                </p:cNvPr>
                <p:cNvSpPr/>
                <p:nvPr/>
              </p:nvSpPr>
              <p:spPr>
                <a:xfrm>
                  <a:off x="5752001" y="2153501"/>
                  <a:ext cx="24119" cy="22659"/>
                </a:xfrm>
                <a:custGeom>
                  <a:avLst/>
                  <a:gdLst>
                    <a:gd name="connsiteX0" fmla="*/ 19113 w 24119"/>
                    <a:gd name="connsiteY0" fmla="*/ 836 h 22659"/>
                    <a:gd name="connsiteX1" fmla="*/ 2388 w 24119"/>
                    <a:gd name="connsiteY1" fmla="*/ 4687 h 22659"/>
                    <a:gd name="connsiteX2" fmla="*/ 5605 w 24119"/>
                    <a:gd name="connsiteY2" fmla="*/ 21375 h 22659"/>
                    <a:gd name="connsiteX3" fmla="*/ 21686 w 24119"/>
                    <a:gd name="connsiteY3" fmla="*/ 16240 h 22659"/>
                    <a:gd name="connsiteX4" fmla="*/ 19113 w 24119"/>
                    <a:gd name="connsiteY4" fmla="*/ 836 h 22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19" h="22659">
                      <a:moveTo>
                        <a:pt x="19113" y="836"/>
                      </a:moveTo>
                      <a:cubicBezTo>
                        <a:pt x="13324" y="-2373"/>
                        <a:pt x="2388" y="4687"/>
                        <a:pt x="2388" y="4687"/>
                      </a:cubicBezTo>
                      <a:cubicBezTo>
                        <a:pt x="-1471" y="9180"/>
                        <a:pt x="-828" y="18166"/>
                        <a:pt x="5605" y="21375"/>
                      </a:cubicBezTo>
                      <a:cubicBezTo>
                        <a:pt x="12037" y="24584"/>
                        <a:pt x="18470" y="21375"/>
                        <a:pt x="21686" y="16240"/>
                      </a:cubicBezTo>
                      <a:cubicBezTo>
                        <a:pt x="25546" y="11747"/>
                        <a:pt x="24903" y="4046"/>
                        <a:pt x="19113" y="836"/>
                      </a:cubicBezTo>
                      <a:close/>
                    </a:path>
                  </a:pathLst>
                </a:custGeom>
                <a:solidFill>
                  <a:schemeClr val="accent1"/>
                </a:solidFill>
                <a:ln w="6424" cap="flat">
                  <a:noFill/>
                  <a:prstDash val="solid"/>
                  <a:miter/>
                </a:ln>
              </p:spPr>
              <p:txBody>
                <a:bodyPr rtlCol="0" anchor="ctr"/>
                <a:lstStyle/>
                <a:p>
                  <a:endParaRPr lang="pt-BR"/>
                </a:p>
              </p:txBody>
            </p:sp>
            <p:sp>
              <p:nvSpPr>
                <p:cNvPr id="74" name="Freeform: Shape 73">
                  <a:extLst>
                    <a:ext uri="{FF2B5EF4-FFF2-40B4-BE49-F238E27FC236}">
                      <a16:creationId xmlns:a16="http://schemas.microsoft.com/office/drawing/2014/main" id="{65C2D4CE-2BF1-3514-C494-085127A947A3}"/>
                    </a:ext>
                  </a:extLst>
                </p:cNvPr>
                <p:cNvSpPr/>
                <p:nvPr/>
              </p:nvSpPr>
              <p:spPr>
                <a:xfrm>
                  <a:off x="5742525" y="2127498"/>
                  <a:ext cx="23848" cy="19939"/>
                </a:xfrm>
                <a:custGeom>
                  <a:avLst/>
                  <a:gdLst>
                    <a:gd name="connsiteX0" fmla="*/ 17011 w 23848"/>
                    <a:gd name="connsiteY0" fmla="*/ 524 h 19939"/>
                    <a:gd name="connsiteX1" fmla="*/ 2859 w 23848"/>
                    <a:gd name="connsiteY1" fmla="*/ 5659 h 19939"/>
                    <a:gd name="connsiteX2" fmla="*/ 2859 w 23848"/>
                    <a:gd name="connsiteY2" fmla="*/ 16570 h 19939"/>
                    <a:gd name="connsiteX3" fmla="*/ 19584 w 23848"/>
                    <a:gd name="connsiteY3" fmla="*/ 16570 h 19939"/>
                    <a:gd name="connsiteX4" fmla="*/ 17011 w 23848"/>
                    <a:gd name="connsiteY4" fmla="*/ 524 h 199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48" h="19939">
                      <a:moveTo>
                        <a:pt x="17011" y="524"/>
                      </a:moveTo>
                      <a:cubicBezTo>
                        <a:pt x="7362" y="-2043"/>
                        <a:pt x="2859" y="5659"/>
                        <a:pt x="2859" y="5659"/>
                      </a:cubicBezTo>
                      <a:cubicBezTo>
                        <a:pt x="2859" y="5659"/>
                        <a:pt x="-3574" y="12077"/>
                        <a:pt x="2859" y="16570"/>
                      </a:cubicBezTo>
                      <a:cubicBezTo>
                        <a:pt x="9292" y="21062"/>
                        <a:pt x="14438" y="21062"/>
                        <a:pt x="19584" y="16570"/>
                      </a:cubicBezTo>
                      <a:cubicBezTo>
                        <a:pt x="24730" y="12077"/>
                        <a:pt x="26660" y="3091"/>
                        <a:pt x="17011" y="524"/>
                      </a:cubicBezTo>
                      <a:close/>
                    </a:path>
                  </a:pathLst>
                </a:custGeom>
                <a:solidFill>
                  <a:schemeClr val="accent1"/>
                </a:solidFill>
                <a:ln w="6424" cap="flat">
                  <a:noFill/>
                  <a:prstDash val="solid"/>
                  <a:miter/>
                </a:ln>
              </p:spPr>
              <p:txBody>
                <a:bodyPr rtlCol="0" anchor="ctr"/>
                <a:lstStyle/>
                <a:p>
                  <a:endParaRPr lang="pt-BR"/>
                </a:p>
              </p:txBody>
            </p:sp>
            <p:sp>
              <p:nvSpPr>
                <p:cNvPr id="11" name="Freeform: Shape 10">
                  <a:extLst>
                    <a:ext uri="{FF2B5EF4-FFF2-40B4-BE49-F238E27FC236}">
                      <a16:creationId xmlns:a16="http://schemas.microsoft.com/office/drawing/2014/main" id="{30AB415C-B1EF-E4FB-F48C-3DF0B6586B27}"/>
                    </a:ext>
                  </a:extLst>
                </p:cNvPr>
                <p:cNvSpPr/>
                <p:nvPr/>
              </p:nvSpPr>
              <p:spPr>
                <a:xfrm>
                  <a:off x="5682254" y="2498263"/>
                  <a:ext cx="37613" cy="52946"/>
                </a:xfrm>
                <a:custGeom>
                  <a:avLst/>
                  <a:gdLst>
                    <a:gd name="connsiteX0" fmla="*/ 1375 w 37613"/>
                    <a:gd name="connsiteY0" fmla="*/ 42453 h 52946"/>
                    <a:gd name="connsiteX1" fmla="*/ 2019 w 37613"/>
                    <a:gd name="connsiteY1" fmla="*/ 52722 h 52946"/>
                    <a:gd name="connsiteX2" fmla="*/ 11668 w 37613"/>
                    <a:gd name="connsiteY2" fmla="*/ 49513 h 52946"/>
                    <a:gd name="connsiteX3" fmla="*/ 19387 w 37613"/>
                    <a:gd name="connsiteY3" fmla="*/ 45021 h 52946"/>
                    <a:gd name="connsiteX4" fmla="*/ 36755 w 37613"/>
                    <a:gd name="connsiteY4" fmla="*/ 30900 h 52946"/>
                    <a:gd name="connsiteX5" fmla="*/ 36755 w 37613"/>
                    <a:gd name="connsiteY5" fmla="*/ 19989 h 52946"/>
                    <a:gd name="connsiteX6" fmla="*/ 34182 w 37613"/>
                    <a:gd name="connsiteY6" fmla="*/ 15497 h 52946"/>
                    <a:gd name="connsiteX7" fmla="*/ 30966 w 37613"/>
                    <a:gd name="connsiteY7" fmla="*/ 735 h 52946"/>
                    <a:gd name="connsiteX8" fmla="*/ 14241 w 37613"/>
                    <a:gd name="connsiteY8" fmla="*/ 9078 h 52946"/>
                    <a:gd name="connsiteX9" fmla="*/ 5878 w 37613"/>
                    <a:gd name="connsiteY9" fmla="*/ 25766 h 52946"/>
                    <a:gd name="connsiteX10" fmla="*/ 5878 w 37613"/>
                    <a:gd name="connsiteY10" fmla="*/ 37319 h 52946"/>
                    <a:gd name="connsiteX11" fmla="*/ 1375 w 37613"/>
                    <a:gd name="connsiteY11" fmla="*/ 42453 h 52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613" h="52946">
                      <a:moveTo>
                        <a:pt x="1375" y="42453"/>
                      </a:moveTo>
                      <a:cubicBezTo>
                        <a:pt x="89" y="46304"/>
                        <a:pt x="-1198" y="52081"/>
                        <a:pt x="2019" y="52722"/>
                      </a:cubicBezTo>
                      <a:cubicBezTo>
                        <a:pt x="5235" y="53364"/>
                        <a:pt x="11024" y="52722"/>
                        <a:pt x="11668" y="49513"/>
                      </a:cubicBezTo>
                      <a:cubicBezTo>
                        <a:pt x="12311" y="46304"/>
                        <a:pt x="15527" y="46304"/>
                        <a:pt x="19387" y="45021"/>
                      </a:cubicBezTo>
                      <a:cubicBezTo>
                        <a:pt x="23247" y="43737"/>
                        <a:pt x="35469" y="38602"/>
                        <a:pt x="36755" y="30900"/>
                      </a:cubicBezTo>
                      <a:cubicBezTo>
                        <a:pt x="36755" y="30900"/>
                        <a:pt x="38685" y="21915"/>
                        <a:pt x="36755" y="19989"/>
                      </a:cubicBezTo>
                      <a:cubicBezTo>
                        <a:pt x="34826" y="18064"/>
                        <a:pt x="34182" y="19348"/>
                        <a:pt x="34182" y="15497"/>
                      </a:cubicBezTo>
                      <a:cubicBezTo>
                        <a:pt x="34182" y="11646"/>
                        <a:pt x="35469" y="3302"/>
                        <a:pt x="30966" y="735"/>
                      </a:cubicBezTo>
                      <a:cubicBezTo>
                        <a:pt x="26463" y="-1833"/>
                        <a:pt x="21317" y="2660"/>
                        <a:pt x="14241" y="9078"/>
                      </a:cubicBezTo>
                      <a:cubicBezTo>
                        <a:pt x="7165" y="15497"/>
                        <a:pt x="5235" y="22557"/>
                        <a:pt x="5878" y="25766"/>
                      </a:cubicBezTo>
                      <a:cubicBezTo>
                        <a:pt x="6522" y="28975"/>
                        <a:pt x="8451" y="35393"/>
                        <a:pt x="5878" y="37319"/>
                      </a:cubicBezTo>
                      <a:cubicBezTo>
                        <a:pt x="4592" y="39244"/>
                        <a:pt x="2662" y="39244"/>
                        <a:pt x="1375" y="42453"/>
                      </a:cubicBezTo>
                      <a:close/>
                    </a:path>
                  </a:pathLst>
                </a:custGeom>
                <a:solidFill>
                  <a:schemeClr val="accent1"/>
                </a:solidFill>
                <a:ln w="6424" cap="flat">
                  <a:noFill/>
                  <a:prstDash val="solid"/>
                  <a:miter/>
                </a:ln>
              </p:spPr>
              <p:txBody>
                <a:bodyPr rtlCol="0" anchor="ctr"/>
                <a:lstStyle/>
                <a:p>
                  <a:endParaRPr lang="pt-BR"/>
                </a:p>
              </p:txBody>
            </p:sp>
            <p:sp>
              <p:nvSpPr>
                <p:cNvPr id="12" name="Freeform: Shape 11">
                  <a:extLst>
                    <a:ext uri="{FF2B5EF4-FFF2-40B4-BE49-F238E27FC236}">
                      <a16:creationId xmlns:a16="http://schemas.microsoft.com/office/drawing/2014/main" id="{9E3E0331-C8DB-B69D-3A57-7C68B8342F9A}"/>
                    </a:ext>
                  </a:extLst>
                </p:cNvPr>
                <p:cNvSpPr/>
                <p:nvPr/>
              </p:nvSpPr>
              <p:spPr>
                <a:xfrm>
                  <a:off x="5624900" y="2470115"/>
                  <a:ext cx="32666" cy="26908"/>
                </a:xfrm>
                <a:custGeom>
                  <a:avLst/>
                  <a:gdLst>
                    <a:gd name="connsiteX0" fmla="*/ 23349 w 32666"/>
                    <a:gd name="connsiteY0" fmla="*/ 0 h 26908"/>
                    <a:gd name="connsiteX1" fmla="*/ 12414 w 32666"/>
                    <a:gd name="connsiteY1" fmla="*/ 6418 h 26908"/>
                    <a:gd name="connsiteX2" fmla="*/ 4051 w 32666"/>
                    <a:gd name="connsiteY2" fmla="*/ 17329 h 26908"/>
                    <a:gd name="connsiteX3" fmla="*/ 1478 w 32666"/>
                    <a:gd name="connsiteY3" fmla="*/ 26315 h 26908"/>
                    <a:gd name="connsiteX4" fmla="*/ 11770 w 32666"/>
                    <a:gd name="connsiteY4" fmla="*/ 23106 h 26908"/>
                    <a:gd name="connsiteX5" fmla="*/ 18846 w 32666"/>
                    <a:gd name="connsiteY5" fmla="*/ 22464 h 26908"/>
                    <a:gd name="connsiteX6" fmla="*/ 31712 w 32666"/>
                    <a:gd name="connsiteY6" fmla="*/ 11553 h 26908"/>
                    <a:gd name="connsiteX7" fmla="*/ 23349 w 32666"/>
                    <a:gd name="connsiteY7" fmla="*/ 0 h 2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66" h="26908">
                      <a:moveTo>
                        <a:pt x="23349" y="0"/>
                      </a:moveTo>
                      <a:cubicBezTo>
                        <a:pt x="14344" y="0"/>
                        <a:pt x="12414" y="6418"/>
                        <a:pt x="12414" y="6418"/>
                      </a:cubicBezTo>
                      <a:cubicBezTo>
                        <a:pt x="6624" y="11553"/>
                        <a:pt x="7268" y="15404"/>
                        <a:pt x="4051" y="17329"/>
                      </a:cubicBezTo>
                      <a:cubicBezTo>
                        <a:pt x="835" y="19255"/>
                        <a:pt x="-1738" y="24389"/>
                        <a:pt x="1478" y="26315"/>
                      </a:cubicBezTo>
                      <a:cubicBezTo>
                        <a:pt x="4694" y="28240"/>
                        <a:pt x="8554" y="25031"/>
                        <a:pt x="11770" y="23106"/>
                      </a:cubicBezTo>
                      <a:cubicBezTo>
                        <a:pt x="14344" y="21822"/>
                        <a:pt x="14987" y="21822"/>
                        <a:pt x="18846" y="22464"/>
                      </a:cubicBezTo>
                      <a:cubicBezTo>
                        <a:pt x="22706" y="22464"/>
                        <a:pt x="28495" y="17971"/>
                        <a:pt x="31712" y="11553"/>
                      </a:cubicBezTo>
                      <a:cubicBezTo>
                        <a:pt x="34285" y="5135"/>
                        <a:pt x="31712" y="0"/>
                        <a:pt x="23349" y="0"/>
                      </a:cubicBezTo>
                      <a:close/>
                    </a:path>
                  </a:pathLst>
                </a:custGeom>
                <a:solidFill>
                  <a:schemeClr val="accent1"/>
                </a:solidFill>
                <a:ln w="6424" cap="flat">
                  <a:noFill/>
                  <a:prstDash val="solid"/>
                  <a:miter/>
                </a:ln>
              </p:spPr>
              <p:txBody>
                <a:bodyPr rtlCol="0" anchor="ctr"/>
                <a:lstStyle/>
                <a:p>
                  <a:endParaRPr lang="pt-BR"/>
                </a:p>
              </p:txBody>
            </p:sp>
            <p:sp>
              <p:nvSpPr>
                <p:cNvPr id="13" name="Freeform: Shape 12">
                  <a:extLst>
                    <a:ext uri="{FF2B5EF4-FFF2-40B4-BE49-F238E27FC236}">
                      <a16:creationId xmlns:a16="http://schemas.microsoft.com/office/drawing/2014/main" id="{50F8F5E9-0C6E-9602-B7D2-895448F7FA94}"/>
                    </a:ext>
                  </a:extLst>
                </p:cNvPr>
                <p:cNvSpPr/>
                <p:nvPr/>
              </p:nvSpPr>
              <p:spPr>
                <a:xfrm>
                  <a:off x="5609960" y="2415582"/>
                  <a:ext cx="33597" cy="31427"/>
                </a:xfrm>
                <a:custGeom>
                  <a:avLst/>
                  <a:gdLst>
                    <a:gd name="connsiteX0" fmla="*/ 29283 w 33597"/>
                    <a:gd name="connsiteY0" fmla="*/ 17949 h 31427"/>
                    <a:gd name="connsiteX1" fmla="*/ 26067 w 33597"/>
                    <a:gd name="connsiteY1" fmla="*/ 620 h 31427"/>
                    <a:gd name="connsiteX2" fmla="*/ 11272 w 33597"/>
                    <a:gd name="connsiteY2" fmla="*/ 3187 h 31427"/>
                    <a:gd name="connsiteX3" fmla="*/ 2266 w 33597"/>
                    <a:gd name="connsiteY3" fmla="*/ 16665 h 31427"/>
                    <a:gd name="connsiteX4" fmla="*/ 6769 w 33597"/>
                    <a:gd name="connsiteY4" fmla="*/ 31427 h 31427"/>
                    <a:gd name="connsiteX5" fmla="*/ 29283 w 33597"/>
                    <a:gd name="connsiteY5" fmla="*/ 17949 h 31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97" h="31427">
                      <a:moveTo>
                        <a:pt x="29283" y="17949"/>
                      </a:moveTo>
                      <a:cubicBezTo>
                        <a:pt x="38932" y="5113"/>
                        <a:pt x="29927" y="1904"/>
                        <a:pt x="26067" y="620"/>
                      </a:cubicBezTo>
                      <a:cubicBezTo>
                        <a:pt x="22851" y="-664"/>
                        <a:pt x="18991" y="-22"/>
                        <a:pt x="11272" y="3187"/>
                      </a:cubicBezTo>
                      <a:cubicBezTo>
                        <a:pt x="4196" y="5754"/>
                        <a:pt x="2266" y="16665"/>
                        <a:pt x="2266" y="16665"/>
                      </a:cubicBezTo>
                      <a:cubicBezTo>
                        <a:pt x="-2237" y="25651"/>
                        <a:pt x="336" y="31427"/>
                        <a:pt x="6769" y="31427"/>
                      </a:cubicBezTo>
                      <a:cubicBezTo>
                        <a:pt x="13202" y="30786"/>
                        <a:pt x="19634" y="30786"/>
                        <a:pt x="29283" y="17949"/>
                      </a:cubicBezTo>
                      <a:close/>
                    </a:path>
                  </a:pathLst>
                </a:custGeom>
                <a:solidFill>
                  <a:schemeClr val="accent1"/>
                </a:solidFill>
                <a:ln w="6424" cap="flat">
                  <a:noFill/>
                  <a:prstDash val="solid"/>
                  <a:miter/>
                </a:ln>
              </p:spPr>
              <p:txBody>
                <a:bodyPr rtlCol="0" anchor="ctr"/>
                <a:lstStyle/>
                <a:p>
                  <a:endParaRPr lang="pt-BR"/>
                </a:p>
              </p:txBody>
            </p:sp>
            <p:sp>
              <p:nvSpPr>
                <p:cNvPr id="14" name="Freeform: Shape 13">
                  <a:extLst>
                    <a:ext uri="{FF2B5EF4-FFF2-40B4-BE49-F238E27FC236}">
                      <a16:creationId xmlns:a16="http://schemas.microsoft.com/office/drawing/2014/main" id="{11704A84-407E-188C-937C-8A0797CFD199}"/>
                    </a:ext>
                  </a:extLst>
                </p:cNvPr>
                <p:cNvSpPr/>
                <p:nvPr/>
              </p:nvSpPr>
              <p:spPr>
                <a:xfrm>
                  <a:off x="5629189" y="2391750"/>
                  <a:ext cx="16200" cy="11685"/>
                </a:xfrm>
                <a:custGeom>
                  <a:avLst/>
                  <a:gdLst>
                    <a:gd name="connsiteX0" fmla="*/ 13915 w 16200"/>
                    <a:gd name="connsiteY0" fmla="*/ 63 h 11685"/>
                    <a:gd name="connsiteX1" fmla="*/ 3622 w 16200"/>
                    <a:gd name="connsiteY1" fmla="*/ 3914 h 11685"/>
                    <a:gd name="connsiteX2" fmla="*/ 3622 w 16200"/>
                    <a:gd name="connsiteY2" fmla="*/ 11616 h 11685"/>
                    <a:gd name="connsiteX3" fmla="*/ 11985 w 16200"/>
                    <a:gd name="connsiteY3" fmla="*/ 9690 h 11685"/>
                    <a:gd name="connsiteX4" fmla="*/ 13915 w 16200"/>
                    <a:gd name="connsiteY4" fmla="*/ 63 h 1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 h="11685">
                      <a:moveTo>
                        <a:pt x="13915" y="63"/>
                      </a:moveTo>
                      <a:cubicBezTo>
                        <a:pt x="10698" y="-579"/>
                        <a:pt x="3622" y="3914"/>
                        <a:pt x="3622" y="3914"/>
                      </a:cubicBezTo>
                      <a:cubicBezTo>
                        <a:pt x="-880" y="8406"/>
                        <a:pt x="-1524" y="12257"/>
                        <a:pt x="3622" y="11616"/>
                      </a:cubicBezTo>
                      <a:cubicBezTo>
                        <a:pt x="8125" y="10974"/>
                        <a:pt x="7482" y="12899"/>
                        <a:pt x="11985" y="9690"/>
                      </a:cubicBezTo>
                      <a:cubicBezTo>
                        <a:pt x="16488" y="7123"/>
                        <a:pt x="17774" y="1346"/>
                        <a:pt x="13915" y="63"/>
                      </a:cubicBezTo>
                      <a:close/>
                    </a:path>
                  </a:pathLst>
                </a:custGeom>
                <a:solidFill>
                  <a:schemeClr val="accent1"/>
                </a:solidFill>
                <a:ln w="6424" cap="flat">
                  <a:noFill/>
                  <a:prstDash val="solid"/>
                  <a:miter/>
                </a:ln>
              </p:spPr>
              <p:txBody>
                <a:bodyPr rtlCol="0" anchor="ctr"/>
                <a:lstStyle/>
                <a:p>
                  <a:endParaRPr lang="pt-BR"/>
                </a:p>
              </p:txBody>
            </p:sp>
            <p:sp>
              <p:nvSpPr>
                <p:cNvPr id="15" name="Freeform: Shape 14">
                  <a:extLst>
                    <a:ext uri="{FF2B5EF4-FFF2-40B4-BE49-F238E27FC236}">
                      <a16:creationId xmlns:a16="http://schemas.microsoft.com/office/drawing/2014/main" id="{48E0926E-FC83-4494-EC62-5418AF3855E3}"/>
                    </a:ext>
                  </a:extLst>
                </p:cNvPr>
                <p:cNvSpPr/>
                <p:nvPr/>
              </p:nvSpPr>
              <p:spPr>
                <a:xfrm>
                  <a:off x="5630841" y="2149684"/>
                  <a:ext cx="28611" cy="20197"/>
                </a:xfrm>
                <a:custGeom>
                  <a:avLst/>
                  <a:gdLst>
                    <a:gd name="connsiteX0" fmla="*/ 27058 w 28611"/>
                    <a:gd name="connsiteY0" fmla="*/ 4653 h 20197"/>
                    <a:gd name="connsiteX1" fmla="*/ 12906 w 28611"/>
                    <a:gd name="connsiteY1" fmla="*/ 160 h 20197"/>
                    <a:gd name="connsiteX2" fmla="*/ 9046 w 28611"/>
                    <a:gd name="connsiteY2" fmla="*/ 802 h 20197"/>
                    <a:gd name="connsiteX3" fmla="*/ 683 w 28611"/>
                    <a:gd name="connsiteY3" fmla="*/ 7221 h 20197"/>
                    <a:gd name="connsiteX4" fmla="*/ 3257 w 28611"/>
                    <a:gd name="connsiteY4" fmla="*/ 14922 h 20197"/>
                    <a:gd name="connsiteX5" fmla="*/ 11619 w 28611"/>
                    <a:gd name="connsiteY5" fmla="*/ 19415 h 20197"/>
                    <a:gd name="connsiteX6" fmla="*/ 21268 w 28611"/>
                    <a:gd name="connsiteY6" fmla="*/ 16848 h 20197"/>
                    <a:gd name="connsiteX7" fmla="*/ 27058 w 28611"/>
                    <a:gd name="connsiteY7" fmla="*/ 4653 h 2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11" h="20197">
                      <a:moveTo>
                        <a:pt x="27058" y="4653"/>
                      </a:moveTo>
                      <a:cubicBezTo>
                        <a:pt x="23198" y="-1123"/>
                        <a:pt x="12906" y="160"/>
                        <a:pt x="12906" y="160"/>
                      </a:cubicBezTo>
                      <a:cubicBezTo>
                        <a:pt x="12906" y="160"/>
                        <a:pt x="10976" y="-481"/>
                        <a:pt x="9046" y="802"/>
                      </a:cubicBezTo>
                      <a:cubicBezTo>
                        <a:pt x="7116" y="1444"/>
                        <a:pt x="2613" y="3370"/>
                        <a:pt x="683" y="7221"/>
                      </a:cubicBezTo>
                      <a:cubicBezTo>
                        <a:pt x="-1246" y="11071"/>
                        <a:pt x="1327" y="14281"/>
                        <a:pt x="3257" y="14922"/>
                      </a:cubicBezTo>
                      <a:cubicBezTo>
                        <a:pt x="5186" y="15564"/>
                        <a:pt x="6473" y="17490"/>
                        <a:pt x="11619" y="19415"/>
                      </a:cubicBezTo>
                      <a:cubicBezTo>
                        <a:pt x="16765" y="21341"/>
                        <a:pt x="14835" y="19415"/>
                        <a:pt x="21268" y="16848"/>
                      </a:cubicBezTo>
                      <a:cubicBezTo>
                        <a:pt x="27058" y="14922"/>
                        <a:pt x="30917" y="10430"/>
                        <a:pt x="27058" y="4653"/>
                      </a:cubicBezTo>
                      <a:close/>
                    </a:path>
                  </a:pathLst>
                </a:custGeom>
                <a:solidFill>
                  <a:schemeClr val="accent1"/>
                </a:solidFill>
                <a:ln w="6424" cap="flat">
                  <a:noFill/>
                  <a:prstDash val="solid"/>
                  <a:miter/>
                </a:ln>
              </p:spPr>
              <p:txBody>
                <a:bodyPr rtlCol="0" anchor="ctr"/>
                <a:lstStyle/>
                <a:p>
                  <a:endParaRPr lang="pt-BR"/>
                </a:p>
              </p:txBody>
            </p:sp>
            <p:sp>
              <p:nvSpPr>
                <p:cNvPr id="16" name="Freeform: Shape 15">
                  <a:extLst>
                    <a:ext uri="{FF2B5EF4-FFF2-40B4-BE49-F238E27FC236}">
                      <a16:creationId xmlns:a16="http://schemas.microsoft.com/office/drawing/2014/main" id="{5FC752BE-E733-30CE-DCB0-4D765CC59CF0}"/>
                    </a:ext>
                  </a:extLst>
                </p:cNvPr>
                <p:cNvSpPr/>
                <p:nvPr/>
              </p:nvSpPr>
              <p:spPr>
                <a:xfrm>
                  <a:off x="5601768" y="2240342"/>
                  <a:ext cx="23034" cy="17971"/>
                </a:xfrm>
                <a:custGeom>
                  <a:avLst/>
                  <a:gdLst>
                    <a:gd name="connsiteX0" fmla="*/ 14318 w 23034"/>
                    <a:gd name="connsiteY0" fmla="*/ 0 h 17971"/>
                    <a:gd name="connsiteX1" fmla="*/ 7242 w 23034"/>
                    <a:gd name="connsiteY1" fmla="*/ 1284 h 17971"/>
                    <a:gd name="connsiteX2" fmla="*/ 809 w 23034"/>
                    <a:gd name="connsiteY2" fmla="*/ 11553 h 17971"/>
                    <a:gd name="connsiteX3" fmla="*/ 12388 w 23034"/>
                    <a:gd name="connsiteY3" fmla="*/ 17971 h 17971"/>
                    <a:gd name="connsiteX4" fmla="*/ 22037 w 23034"/>
                    <a:gd name="connsiteY4" fmla="*/ 10911 h 17971"/>
                    <a:gd name="connsiteX5" fmla="*/ 14318 w 23034"/>
                    <a:gd name="connsiteY5" fmla="*/ 0 h 1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34" h="17971">
                      <a:moveTo>
                        <a:pt x="14318" y="0"/>
                      </a:moveTo>
                      <a:cubicBezTo>
                        <a:pt x="11101" y="0"/>
                        <a:pt x="7242" y="1284"/>
                        <a:pt x="7242" y="1284"/>
                      </a:cubicBezTo>
                      <a:cubicBezTo>
                        <a:pt x="166" y="3851"/>
                        <a:pt x="-1121" y="7702"/>
                        <a:pt x="809" y="11553"/>
                      </a:cubicBezTo>
                      <a:cubicBezTo>
                        <a:pt x="2739" y="14762"/>
                        <a:pt x="7242" y="17971"/>
                        <a:pt x="12388" y="17971"/>
                      </a:cubicBezTo>
                      <a:cubicBezTo>
                        <a:pt x="17534" y="17971"/>
                        <a:pt x="18177" y="16688"/>
                        <a:pt x="22037" y="10911"/>
                      </a:cubicBezTo>
                      <a:cubicBezTo>
                        <a:pt x="25897" y="5135"/>
                        <a:pt x="17534" y="0"/>
                        <a:pt x="14318" y="0"/>
                      </a:cubicBezTo>
                      <a:close/>
                    </a:path>
                  </a:pathLst>
                </a:custGeom>
                <a:solidFill>
                  <a:schemeClr val="accent1"/>
                </a:solidFill>
                <a:ln w="6424" cap="flat">
                  <a:noFill/>
                  <a:prstDash val="solid"/>
                  <a:miter/>
                </a:ln>
              </p:spPr>
              <p:txBody>
                <a:bodyPr rtlCol="0" anchor="ctr"/>
                <a:lstStyle/>
                <a:p>
                  <a:endParaRPr lang="pt-BR"/>
                </a:p>
              </p:txBody>
            </p:sp>
            <p:sp>
              <p:nvSpPr>
                <p:cNvPr id="17" name="Freeform: Shape 16">
                  <a:extLst>
                    <a:ext uri="{FF2B5EF4-FFF2-40B4-BE49-F238E27FC236}">
                      <a16:creationId xmlns:a16="http://schemas.microsoft.com/office/drawing/2014/main" id="{6A0FD56C-E24F-7659-430E-1F90C19BF43C}"/>
                    </a:ext>
                  </a:extLst>
                </p:cNvPr>
                <p:cNvSpPr/>
                <p:nvPr/>
              </p:nvSpPr>
              <p:spPr>
                <a:xfrm>
                  <a:off x="7181386" y="2278470"/>
                  <a:ext cx="270726" cy="271942"/>
                </a:xfrm>
                <a:custGeom>
                  <a:avLst/>
                  <a:gdLst>
                    <a:gd name="connsiteX0" fmla="*/ 262235 w 270726"/>
                    <a:gd name="connsiteY0" fmla="*/ 92162 h 271942"/>
                    <a:gd name="connsiteX1" fmla="*/ 248727 w 270726"/>
                    <a:gd name="connsiteY1" fmla="*/ 92804 h 271942"/>
                    <a:gd name="connsiteX2" fmla="*/ 238434 w 270726"/>
                    <a:gd name="connsiteY2" fmla="*/ 80609 h 271942"/>
                    <a:gd name="connsiteX3" fmla="*/ 236504 w 270726"/>
                    <a:gd name="connsiteY3" fmla="*/ 68414 h 271942"/>
                    <a:gd name="connsiteX4" fmla="*/ 241651 w 270726"/>
                    <a:gd name="connsiteY4" fmla="*/ 54936 h 271942"/>
                    <a:gd name="connsiteX5" fmla="*/ 231358 w 270726"/>
                    <a:gd name="connsiteY5" fmla="*/ 51085 h 271942"/>
                    <a:gd name="connsiteX6" fmla="*/ 222996 w 270726"/>
                    <a:gd name="connsiteY6" fmla="*/ 55578 h 271942"/>
                    <a:gd name="connsiteX7" fmla="*/ 215276 w 270726"/>
                    <a:gd name="connsiteY7" fmla="*/ 51727 h 271942"/>
                    <a:gd name="connsiteX8" fmla="*/ 210773 w 270726"/>
                    <a:gd name="connsiteY8" fmla="*/ 44025 h 271942"/>
                    <a:gd name="connsiteX9" fmla="*/ 212703 w 270726"/>
                    <a:gd name="connsiteY9" fmla="*/ 35681 h 271942"/>
                    <a:gd name="connsiteX10" fmla="*/ 208200 w 270726"/>
                    <a:gd name="connsiteY10" fmla="*/ 30547 h 271942"/>
                    <a:gd name="connsiteX11" fmla="*/ 197265 w 270726"/>
                    <a:gd name="connsiteY11" fmla="*/ 18994 h 271942"/>
                    <a:gd name="connsiteX12" fmla="*/ 188259 w 270726"/>
                    <a:gd name="connsiteY12" fmla="*/ 18352 h 271942"/>
                    <a:gd name="connsiteX13" fmla="*/ 179253 w 270726"/>
                    <a:gd name="connsiteY13" fmla="*/ 29263 h 271942"/>
                    <a:gd name="connsiteX14" fmla="*/ 170891 w 270726"/>
                    <a:gd name="connsiteY14" fmla="*/ 31189 h 271942"/>
                    <a:gd name="connsiteX15" fmla="*/ 161885 w 270726"/>
                    <a:gd name="connsiteY15" fmla="*/ 22845 h 271942"/>
                    <a:gd name="connsiteX16" fmla="*/ 154809 w 270726"/>
                    <a:gd name="connsiteY16" fmla="*/ 12575 h 271942"/>
                    <a:gd name="connsiteX17" fmla="*/ 150306 w 270726"/>
                    <a:gd name="connsiteY17" fmla="*/ 5515 h 271942"/>
                    <a:gd name="connsiteX18" fmla="*/ 141300 w 270726"/>
                    <a:gd name="connsiteY18" fmla="*/ 10008 h 271942"/>
                    <a:gd name="connsiteX19" fmla="*/ 127791 w 270726"/>
                    <a:gd name="connsiteY19" fmla="*/ 11292 h 271942"/>
                    <a:gd name="connsiteX20" fmla="*/ 117499 w 270726"/>
                    <a:gd name="connsiteY20" fmla="*/ 6157 h 271942"/>
                    <a:gd name="connsiteX21" fmla="*/ 113640 w 270726"/>
                    <a:gd name="connsiteY21" fmla="*/ 8725 h 271942"/>
                    <a:gd name="connsiteX22" fmla="*/ 103991 w 270726"/>
                    <a:gd name="connsiteY22" fmla="*/ 19636 h 271942"/>
                    <a:gd name="connsiteX23" fmla="*/ 94341 w 270726"/>
                    <a:gd name="connsiteY23" fmla="*/ 14501 h 271942"/>
                    <a:gd name="connsiteX24" fmla="*/ 89195 w 270726"/>
                    <a:gd name="connsiteY24" fmla="*/ 381 h 271942"/>
                    <a:gd name="connsiteX25" fmla="*/ 84692 w 270726"/>
                    <a:gd name="connsiteY25" fmla="*/ 8725 h 271942"/>
                    <a:gd name="connsiteX26" fmla="*/ 85336 w 270726"/>
                    <a:gd name="connsiteY26" fmla="*/ 30547 h 271942"/>
                    <a:gd name="connsiteX27" fmla="*/ 74400 w 270726"/>
                    <a:gd name="connsiteY27" fmla="*/ 40174 h 271942"/>
                    <a:gd name="connsiteX28" fmla="*/ 66681 w 270726"/>
                    <a:gd name="connsiteY28" fmla="*/ 40174 h 271942"/>
                    <a:gd name="connsiteX29" fmla="*/ 62821 w 270726"/>
                    <a:gd name="connsiteY29" fmla="*/ 31189 h 271942"/>
                    <a:gd name="connsiteX30" fmla="*/ 55102 w 270726"/>
                    <a:gd name="connsiteY30" fmla="*/ 26054 h 271942"/>
                    <a:gd name="connsiteX31" fmla="*/ 55745 w 270726"/>
                    <a:gd name="connsiteY31" fmla="*/ 36965 h 271942"/>
                    <a:gd name="connsiteX32" fmla="*/ 61535 w 270726"/>
                    <a:gd name="connsiteY32" fmla="*/ 45309 h 271942"/>
                    <a:gd name="connsiteX33" fmla="*/ 64751 w 270726"/>
                    <a:gd name="connsiteY33" fmla="*/ 50443 h 271942"/>
                    <a:gd name="connsiteX34" fmla="*/ 65394 w 270726"/>
                    <a:gd name="connsiteY34" fmla="*/ 59429 h 271942"/>
                    <a:gd name="connsiteX35" fmla="*/ 57675 w 270726"/>
                    <a:gd name="connsiteY35" fmla="*/ 63280 h 271942"/>
                    <a:gd name="connsiteX36" fmla="*/ 52529 w 270726"/>
                    <a:gd name="connsiteY36" fmla="*/ 68414 h 271942"/>
                    <a:gd name="connsiteX37" fmla="*/ 45453 w 270726"/>
                    <a:gd name="connsiteY37" fmla="*/ 71624 h 271942"/>
                    <a:gd name="connsiteX38" fmla="*/ 30657 w 270726"/>
                    <a:gd name="connsiteY38" fmla="*/ 63922 h 271942"/>
                    <a:gd name="connsiteX39" fmla="*/ 20365 w 270726"/>
                    <a:gd name="connsiteY39" fmla="*/ 63280 h 271942"/>
                    <a:gd name="connsiteX40" fmla="*/ 29371 w 270726"/>
                    <a:gd name="connsiteY40" fmla="*/ 74191 h 271942"/>
                    <a:gd name="connsiteX41" fmla="*/ 35804 w 270726"/>
                    <a:gd name="connsiteY41" fmla="*/ 76116 h 271942"/>
                    <a:gd name="connsiteX42" fmla="*/ 43523 w 270726"/>
                    <a:gd name="connsiteY42" fmla="*/ 81251 h 271942"/>
                    <a:gd name="connsiteX43" fmla="*/ 40950 w 270726"/>
                    <a:gd name="connsiteY43" fmla="*/ 92162 h 271942"/>
                    <a:gd name="connsiteX44" fmla="*/ 34517 w 270726"/>
                    <a:gd name="connsiteY44" fmla="*/ 93446 h 271942"/>
                    <a:gd name="connsiteX45" fmla="*/ 25511 w 270726"/>
                    <a:gd name="connsiteY45" fmla="*/ 92162 h 271942"/>
                    <a:gd name="connsiteX46" fmla="*/ 17149 w 270726"/>
                    <a:gd name="connsiteY46" fmla="*/ 81251 h 271942"/>
                    <a:gd name="connsiteX47" fmla="*/ 7500 w 270726"/>
                    <a:gd name="connsiteY47" fmla="*/ 86385 h 271942"/>
                    <a:gd name="connsiteX48" fmla="*/ 12003 w 270726"/>
                    <a:gd name="connsiteY48" fmla="*/ 96013 h 271942"/>
                    <a:gd name="connsiteX49" fmla="*/ 22295 w 270726"/>
                    <a:gd name="connsiteY49" fmla="*/ 98580 h 271942"/>
                    <a:gd name="connsiteX50" fmla="*/ 28084 w 270726"/>
                    <a:gd name="connsiteY50" fmla="*/ 104357 h 271942"/>
                    <a:gd name="connsiteX51" fmla="*/ 30657 w 270726"/>
                    <a:gd name="connsiteY51" fmla="*/ 110775 h 271942"/>
                    <a:gd name="connsiteX52" fmla="*/ 33874 w 270726"/>
                    <a:gd name="connsiteY52" fmla="*/ 116551 h 271942"/>
                    <a:gd name="connsiteX53" fmla="*/ 31944 w 270726"/>
                    <a:gd name="connsiteY53" fmla="*/ 128104 h 271942"/>
                    <a:gd name="connsiteX54" fmla="*/ 33874 w 270726"/>
                    <a:gd name="connsiteY54" fmla="*/ 136448 h 271942"/>
                    <a:gd name="connsiteX55" fmla="*/ 30657 w 270726"/>
                    <a:gd name="connsiteY55" fmla="*/ 142224 h 271942"/>
                    <a:gd name="connsiteX56" fmla="*/ 31944 w 270726"/>
                    <a:gd name="connsiteY56" fmla="*/ 158270 h 271942"/>
                    <a:gd name="connsiteX57" fmla="*/ 30014 w 270726"/>
                    <a:gd name="connsiteY57" fmla="*/ 170465 h 271942"/>
                    <a:gd name="connsiteX58" fmla="*/ 21652 w 270726"/>
                    <a:gd name="connsiteY58" fmla="*/ 176883 h 271942"/>
                    <a:gd name="connsiteX59" fmla="*/ 9430 w 270726"/>
                    <a:gd name="connsiteY59" fmla="*/ 181376 h 271942"/>
                    <a:gd name="connsiteX60" fmla="*/ 1710 w 270726"/>
                    <a:gd name="connsiteY60" fmla="*/ 185227 h 271942"/>
                    <a:gd name="connsiteX61" fmla="*/ 6856 w 270726"/>
                    <a:gd name="connsiteY61" fmla="*/ 194854 h 271942"/>
                    <a:gd name="connsiteX62" fmla="*/ 22938 w 270726"/>
                    <a:gd name="connsiteY62" fmla="*/ 185227 h 271942"/>
                    <a:gd name="connsiteX63" fmla="*/ 33874 w 270726"/>
                    <a:gd name="connsiteY63" fmla="*/ 180734 h 271942"/>
                    <a:gd name="connsiteX64" fmla="*/ 38377 w 270726"/>
                    <a:gd name="connsiteY64" fmla="*/ 194212 h 271942"/>
                    <a:gd name="connsiteX65" fmla="*/ 38377 w 270726"/>
                    <a:gd name="connsiteY65" fmla="*/ 207691 h 271942"/>
                    <a:gd name="connsiteX66" fmla="*/ 44809 w 270726"/>
                    <a:gd name="connsiteY66" fmla="*/ 210258 h 271942"/>
                    <a:gd name="connsiteX67" fmla="*/ 50599 w 270726"/>
                    <a:gd name="connsiteY67" fmla="*/ 216676 h 271942"/>
                    <a:gd name="connsiteX68" fmla="*/ 57032 w 270726"/>
                    <a:gd name="connsiteY68" fmla="*/ 223094 h 271942"/>
                    <a:gd name="connsiteX69" fmla="*/ 60891 w 270726"/>
                    <a:gd name="connsiteY69" fmla="*/ 233364 h 271942"/>
                    <a:gd name="connsiteX70" fmla="*/ 69254 w 270726"/>
                    <a:gd name="connsiteY70" fmla="*/ 240424 h 271942"/>
                    <a:gd name="connsiteX71" fmla="*/ 82762 w 270726"/>
                    <a:gd name="connsiteY71" fmla="*/ 244917 h 271942"/>
                    <a:gd name="connsiteX72" fmla="*/ 92412 w 270726"/>
                    <a:gd name="connsiteY72" fmla="*/ 253902 h 271942"/>
                    <a:gd name="connsiteX73" fmla="*/ 102704 w 270726"/>
                    <a:gd name="connsiteY73" fmla="*/ 262246 h 271942"/>
                    <a:gd name="connsiteX74" fmla="*/ 110423 w 270726"/>
                    <a:gd name="connsiteY74" fmla="*/ 260320 h 271942"/>
                    <a:gd name="connsiteX75" fmla="*/ 125862 w 270726"/>
                    <a:gd name="connsiteY75" fmla="*/ 257111 h 271942"/>
                    <a:gd name="connsiteX76" fmla="*/ 136154 w 270726"/>
                    <a:gd name="connsiteY76" fmla="*/ 261604 h 271942"/>
                    <a:gd name="connsiteX77" fmla="*/ 149020 w 270726"/>
                    <a:gd name="connsiteY77" fmla="*/ 270590 h 271942"/>
                    <a:gd name="connsiteX78" fmla="*/ 154166 w 270726"/>
                    <a:gd name="connsiteY78" fmla="*/ 259679 h 271942"/>
                    <a:gd name="connsiteX79" fmla="*/ 165101 w 270726"/>
                    <a:gd name="connsiteY79" fmla="*/ 251977 h 271942"/>
                    <a:gd name="connsiteX80" fmla="*/ 174750 w 270726"/>
                    <a:gd name="connsiteY80" fmla="*/ 253902 h 271942"/>
                    <a:gd name="connsiteX81" fmla="*/ 185686 w 270726"/>
                    <a:gd name="connsiteY81" fmla="*/ 262888 h 271942"/>
                    <a:gd name="connsiteX82" fmla="*/ 188902 w 270726"/>
                    <a:gd name="connsiteY82" fmla="*/ 244917 h 271942"/>
                    <a:gd name="connsiteX83" fmla="*/ 194692 w 270726"/>
                    <a:gd name="connsiteY83" fmla="*/ 234647 h 271942"/>
                    <a:gd name="connsiteX84" fmla="*/ 204984 w 270726"/>
                    <a:gd name="connsiteY84" fmla="*/ 228871 h 271942"/>
                    <a:gd name="connsiteX85" fmla="*/ 212060 w 270726"/>
                    <a:gd name="connsiteY85" fmla="*/ 231438 h 271942"/>
                    <a:gd name="connsiteX86" fmla="*/ 215276 w 270726"/>
                    <a:gd name="connsiteY86" fmla="*/ 223736 h 271942"/>
                    <a:gd name="connsiteX87" fmla="*/ 217850 w 270726"/>
                    <a:gd name="connsiteY87" fmla="*/ 217318 h 271942"/>
                    <a:gd name="connsiteX88" fmla="*/ 231358 w 270726"/>
                    <a:gd name="connsiteY88" fmla="*/ 221811 h 271942"/>
                    <a:gd name="connsiteX89" fmla="*/ 237791 w 270726"/>
                    <a:gd name="connsiteY89" fmla="*/ 219885 h 271942"/>
                    <a:gd name="connsiteX90" fmla="*/ 233931 w 270726"/>
                    <a:gd name="connsiteY90" fmla="*/ 213467 h 271942"/>
                    <a:gd name="connsiteX91" fmla="*/ 230072 w 270726"/>
                    <a:gd name="connsiteY91" fmla="*/ 205123 h 271942"/>
                    <a:gd name="connsiteX92" fmla="*/ 232002 w 270726"/>
                    <a:gd name="connsiteY92" fmla="*/ 195496 h 271942"/>
                    <a:gd name="connsiteX93" fmla="*/ 241651 w 270726"/>
                    <a:gd name="connsiteY93" fmla="*/ 194212 h 271942"/>
                    <a:gd name="connsiteX94" fmla="*/ 250656 w 270726"/>
                    <a:gd name="connsiteY94" fmla="*/ 199347 h 271942"/>
                    <a:gd name="connsiteX95" fmla="*/ 262235 w 270726"/>
                    <a:gd name="connsiteY95" fmla="*/ 198705 h 271942"/>
                    <a:gd name="connsiteX96" fmla="*/ 253229 w 270726"/>
                    <a:gd name="connsiteY96" fmla="*/ 189720 h 271942"/>
                    <a:gd name="connsiteX97" fmla="*/ 244867 w 270726"/>
                    <a:gd name="connsiteY97" fmla="*/ 183943 h 271942"/>
                    <a:gd name="connsiteX98" fmla="*/ 240364 w 270726"/>
                    <a:gd name="connsiteY98" fmla="*/ 177525 h 271942"/>
                    <a:gd name="connsiteX99" fmla="*/ 242937 w 270726"/>
                    <a:gd name="connsiteY99" fmla="*/ 172390 h 271942"/>
                    <a:gd name="connsiteX100" fmla="*/ 244224 w 270726"/>
                    <a:gd name="connsiteY100" fmla="*/ 164688 h 271942"/>
                    <a:gd name="connsiteX101" fmla="*/ 244867 w 270726"/>
                    <a:gd name="connsiteY101" fmla="*/ 156986 h 271942"/>
                    <a:gd name="connsiteX102" fmla="*/ 255159 w 270726"/>
                    <a:gd name="connsiteY102" fmla="*/ 149284 h 271942"/>
                    <a:gd name="connsiteX103" fmla="*/ 246797 w 270726"/>
                    <a:gd name="connsiteY103" fmla="*/ 144150 h 271942"/>
                    <a:gd name="connsiteX104" fmla="*/ 241007 w 270726"/>
                    <a:gd name="connsiteY104" fmla="*/ 132597 h 271942"/>
                    <a:gd name="connsiteX105" fmla="*/ 245510 w 270726"/>
                    <a:gd name="connsiteY105" fmla="*/ 118477 h 271942"/>
                    <a:gd name="connsiteX106" fmla="*/ 250656 w 270726"/>
                    <a:gd name="connsiteY106" fmla="*/ 106924 h 271942"/>
                    <a:gd name="connsiteX107" fmla="*/ 268668 w 270726"/>
                    <a:gd name="connsiteY107" fmla="*/ 102431 h 271942"/>
                    <a:gd name="connsiteX108" fmla="*/ 262235 w 270726"/>
                    <a:gd name="connsiteY108" fmla="*/ 92162 h 271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70726" h="271942">
                      <a:moveTo>
                        <a:pt x="262235" y="92162"/>
                      </a:moveTo>
                      <a:cubicBezTo>
                        <a:pt x="254516" y="93446"/>
                        <a:pt x="253873" y="93446"/>
                        <a:pt x="248727" y="92804"/>
                      </a:cubicBezTo>
                      <a:cubicBezTo>
                        <a:pt x="243580" y="92804"/>
                        <a:pt x="239078" y="83818"/>
                        <a:pt x="238434" y="80609"/>
                      </a:cubicBezTo>
                      <a:cubicBezTo>
                        <a:pt x="237791" y="77400"/>
                        <a:pt x="235861" y="72907"/>
                        <a:pt x="236504" y="68414"/>
                      </a:cubicBezTo>
                      <a:cubicBezTo>
                        <a:pt x="237791" y="63922"/>
                        <a:pt x="244224" y="59429"/>
                        <a:pt x="241651" y="54936"/>
                      </a:cubicBezTo>
                      <a:cubicBezTo>
                        <a:pt x="239078" y="50443"/>
                        <a:pt x="235861" y="47876"/>
                        <a:pt x="231358" y="51085"/>
                      </a:cubicBezTo>
                      <a:cubicBezTo>
                        <a:pt x="226855" y="54936"/>
                        <a:pt x="226212" y="56220"/>
                        <a:pt x="222996" y="55578"/>
                      </a:cubicBezTo>
                      <a:cubicBezTo>
                        <a:pt x="219779" y="54936"/>
                        <a:pt x="218493" y="53652"/>
                        <a:pt x="215276" y="51727"/>
                      </a:cubicBezTo>
                      <a:cubicBezTo>
                        <a:pt x="212060" y="49801"/>
                        <a:pt x="210773" y="48518"/>
                        <a:pt x="210773" y="44025"/>
                      </a:cubicBezTo>
                      <a:cubicBezTo>
                        <a:pt x="210773" y="39532"/>
                        <a:pt x="212703" y="38890"/>
                        <a:pt x="212703" y="35681"/>
                      </a:cubicBezTo>
                      <a:cubicBezTo>
                        <a:pt x="212703" y="32472"/>
                        <a:pt x="212060" y="31830"/>
                        <a:pt x="208200" y="30547"/>
                      </a:cubicBezTo>
                      <a:cubicBezTo>
                        <a:pt x="204341" y="29263"/>
                        <a:pt x="199838" y="20919"/>
                        <a:pt x="197265" y="18994"/>
                      </a:cubicBezTo>
                      <a:cubicBezTo>
                        <a:pt x="194692" y="16426"/>
                        <a:pt x="190832" y="15785"/>
                        <a:pt x="188259" y="18352"/>
                      </a:cubicBezTo>
                      <a:cubicBezTo>
                        <a:pt x="185686" y="20919"/>
                        <a:pt x="181826" y="26696"/>
                        <a:pt x="179253" y="29263"/>
                      </a:cubicBezTo>
                      <a:cubicBezTo>
                        <a:pt x="176680" y="31830"/>
                        <a:pt x="175394" y="33114"/>
                        <a:pt x="170891" y="31189"/>
                      </a:cubicBezTo>
                      <a:cubicBezTo>
                        <a:pt x="167031" y="29263"/>
                        <a:pt x="167674" y="25412"/>
                        <a:pt x="161885" y="22845"/>
                      </a:cubicBezTo>
                      <a:cubicBezTo>
                        <a:pt x="156095" y="20919"/>
                        <a:pt x="155452" y="18352"/>
                        <a:pt x="154809" y="12575"/>
                      </a:cubicBezTo>
                      <a:cubicBezTo>
                        <a:pt x="154166" y="6799"/>
                        <a:pt x="154166" y="4874"/>
                        <a:pt x="150306" y="5515"/>
                      </a:cubicBezTo>
                      <a:cubicBezTo>
                        <a:pt x="146446" y="6157"/>
                        <a:pt x="145160" y="7441"/>
                        <a:pt x="141300" y="10008"/>
                      </a:cubicBezTo>
                      <a:cubicBezTo>
                        <a:pt x="137441" y="12575"/>
                        <a:pt x="134224" y="11292"/>
                        <a:pt x="127791" y="11292"/>
                      </a:cubicBezTo>
                      <a:cubicBezTo>
                        <a:pt x="121359" y="11292"/>
                        <a:pt x="120072" y="8083"/>
                        <a:pt x="117499" y="6157"/>
                      </a:cubicBezTo>
                      <a:cubicBezTo>
                        <a:pt x="114283" y="4232"/>
                        <a:pt x="114283" y="5515"/>
                        <a:pt x="113640" y="8725"/>
                      </a:cubicBezTo>
                      <a:cubicBezTo>
                        <a:pt x="112996" y="11934"/>
                        <a:pt x="108493" y="18994"/>
                        <a:pt x="103991" y="19636"/>
                      </a:cubicBezTo>
                      <a:cubicBezTo>
                        <a:pt x="98844" y="20277"/>
                        <a:pt x="96271" y="17710"/>
                        <a:pt x="94341" y="14501"/>
                      </a:cubicBezTo>
                      <a:cubicBezTo>
                        <a:pt x="92412" y="11292"/>
                        <a:pt x="94985" y="2306"/>
                        <a:pt x="89195" y="381"/>
                      </a:cubicBezTo>
                      <a:cubicBezTo>
                        <a:pt x="83406" y="-1545"/>
                        <a:pt x="83406" y="4232"/>
                        <a:pt x="84692" y="8725"/>
                      </a:cubicBezTo>
                      <a:cubicBezTo>
                        <a:pt x="85979" y="13217"/>
                        <a:pt x="88552" y="26696"/>
                        <a:pt x="85336" y="30547"/>
                      </a:cubicBezTo>
                      <a:cubicBezTo>
                        <a:pt x="82119" y="35039"/>
                        <a:pt x="78260" y="38890"/>
                        <a:pt x="74400" y="40174"/>
                      </a:cubicBezTo>
                      <a:cubicBezTo>
                        <a:pt x="71184" y="41458"/>
                        <a:pt x="68611" y="42100"/>
                        <a:pt x="66681" y="40174"/>
                      </a:cubicBezTo>
                      <a:cubicBezTo>
                        <a:pt x="64751" y="38249"/>
                        <a:pt x="62821" y="33756"/>
                        <a:pt x="62821" y="31189"/>
                      </a:cubicBezTo>
                      <a:cubicBezTo>
                        <a:pt x="62821" y="28621"/>
                        <a:pt x="58962" y="24770"/>
                        <a:pt x="55102" y="26054"/>
                      </a:cubicBezTo>
                      <a:cubicBezTo>
                        <a:pt x="51242" y="27338"/>
                        <a:pt x="52529" y="33756"/>
                        <a:pt x="55745" y="36965"/>
                      </a:cubicBezTo>
                      <a:cubicBezTo>
                        <a:pt x="58962" y="40174"/>
                        <a:pt x="60891" y="42741"/>
                        <a:pt x="61535" y="45309"/>
                      </a:cubicBezTo>
                      <a:cubicBezTo>
                        <a:pt x="62178" y="47876"/>
                        <a:pt x="62821" y="49160"/>
                        <a:pt x="64751" y="50443"/>
                      </a:cubicBezTo>
                      <a:cubicBezTo>
                        <a:pt x="66681" y="52369"/>
                        <a:pt x="69254" y="56220"/>
                        <a:pt x="65394" y="59429"/>
                      </a:cubicBezTo>
                      <a:cubicBezTo>
                        <a:pt x="60891" y="62638"/>
                        <a:pt x="60248" y="62638"/>
                        <a:pt x="57675" y="63280"/>
                      </a:cubicBezTo>
                      <a:cubicBezTo>
                        <a:pt x="55102" y="63922"/>
                        <a:pt x="54459" y="66489"/>
                        <a:pt x="52529" y="68414"/>
                      </a:cubicBezTo>
                      <a:cubicBezTo>
                        <a:pt x="50599" y="70340"/>
                        <a:pt x="48669" y="73549"/>
                        <a:pt x="45453" y="71624"/>
                      </a:cubicBezTo>
                      <a:cubicBezTo>
                        <a:pt x="42880" y="69698"/>
                        <a:pt x="32587" y="64563"/>
                        <a:pt x="30657" y="63922"/>
                      </a:cubicBezTo>
                      <a:cubicBezTo>
                        <a:pt x="29371" y="63280"/>
                        <a:pt x="21652" y="60071"/>
                        <a:pt x="20365" y="63280"/>
                      </a:cubicBezTo>
                      <a:cubicBezTo>
                        <a:pt x="19079" y="66489"/>
                        <a:pt x="26155" y="72265"/>
                        <a:pt x="29371" y="74191"/>
                      </a:cubicBezTo>
                      <a:cubicBezTo>
                        <a:pt x="32587" y="76116"/>
                        <a:pt x="31301" y="74833"/>
                        <a:pt x="35804" y="76116"/>
                      </a:cubicBezTo>
                      <a:cubicBezTo>
                        <a:pt x="40306" y="77400"/>
                        <a:pt x="42880" y="78684"/>
                        <a:pt x="43523" y="81251"/>
                      </a:cubicBezTo>
                      <a:cubicBezTo>
                        <a:pt x="43523" y="83818"/>
                        <a:pt x="42880" y="88311"/>
                        <a:pt x="40950" y="92162"/>
                      </a:cubicBezTo>
                      <a:cubicBezTo>
                        <a:pt x="38377" y="96013"/>
                        <a:pt x="38377" y="94087"/>
                        <a:pt x="34517" y="93446"/>
                      </a:cubicBezTo>
                      <a:cubicBezTo>
                        <a:pt x="30657" y="92804"/>
                        <a:pt x="27441" y="94087"/>
                        <a:pt x="25511" y="92162"/>
                      </a:cubicBezTo>
                      <a:cubicBezTo>
                        <a:pt x="23582" y="90236"/>
                        <a:pt x="21652" y="83176"/>
                        <a:pt x="17149" y="81251"/>
                      </a:cubicBezTo>
                      <a:cubicBezTo>
                        <a:pt x="13289" y="79967"/>
                        <a:pt x="6856" y="79967"/>
                        <a:pt x="7500" y="86385"/>
                      </a:cubicBezTo>
                      <a:cubicBezTo>
                        <a:pt x="8143" y="92162"/>
                        <a:pt x="6856" y="94729"/>
                        <a:pt x="12003" y="96013"/>
                      </a:cubicBezTo>
                      <a:cubicBezTo>
                        <a:pt x="17149" y="97297"/>
                        <a:pt x="20365" y="97297"/>
                        <a:pt x="22295" y="98580"/>
                      </a:cubicBezTo>
                      <a:cubicBezTo>
                        <a:pt x="24868" y="99864"/>
                        <a:pt x="28084" y="102431"/>
                        <a:pt x="28084" y="104357"/>
                      </a:cubicBezTo>
                      <a:cubicBezTo>
                        <a:pt x="28728" y="106282"/>
                        <a:pt x="28728" y="109491"/>
                        <a:pt x="30657" y="110775"/>
                      </a:cubicBezTo>
                      <a:cubicBezTo>
                        <a:pt x="33231" y="112059"/>
                        <a:pt x="33874" y="113984"/>
                        <a:pt x="33874" y="116551"/>
                      </a:cubicBezTo>
                      <a:cubicBezTo>
                        <a:pt x="33874" y="119119"/>
                        <a:pt x="31301" y="124895"/>
                        <a:pt x="31944" y="128104"/>
                      </a:cubicBezTo>
                      <a:cubicBezTo>
                        <a:pt x="33231" y="131955"/>
                        <a:pt x="34517" y="135164"/>
                        <a:pt x="33874" y="136448"/>
                      </a:cubicBezTo>
                      <a:cubicBezTo>
                        <a:pt x="33874" y="137732"/>
                        <a:pt x="30657" y="140299"/>
                        <a:pt x="30657" y="142224"/>
                      </a:cubicBezTo>
                      <a:cubicBezTo>
                        <a:pt x="30657" y="143508"/>
                        <a:pt x="31944" y="153777"/>
                        <a:pt x="31944" y="158270"/>
                      </a:cubicBezTo>
                      <a:cubicBezTo>
                        <a:pt x="31944" y="162763"/>
                        <a:pt x="33231" y="165972"/>
                        <a:pt x="30014" y="170465"/>
                      </a:cubicBezTo>
                      <a:cubicBezTo>
                        <a:pt x="26798" y="174958"/>
                        <a:pt x="26798" y="175599"/>
                        <a:pt x="21652" y="176883"/>
                      </a:cubicBezTo>
                      <a:cubicBezTo>
                        <a:pt x="17149" y="178167"/>
                        <a:pt x="13289" y="178809"/>
                        <a:pt x="9430" y="181376"/>
                      </a:cubicBezTo>
                      <a:cubicBezTo>
                        <a:pt x="5570" y="183943"/>
                        <a:pt x="4283" y="182018"/>
                        <a:pt x="1710" y="185227"/>
                      </a:cubicBezTo>
                      <a:cubicBezTo>
                        <a:pt x="-863" y="189078"/>
                        <a:pt x="-1506" y="196780"/>
                        <a:pt x="6856" y="194854"/>
                      </a:cubicBezTo>
                      <a:cubicBezTo>
                        <a:pt x="14576" y="192929"/>
                        <a:pt x="20365" y="187152"/>
                        <a:pt x="22938" y="185227"/>
                      </a:cubicBezTo>
                      <a:cubicBezTo>
                        <a:pt x="25511" y="182659"/>
                        <a:pt x="30657" y="178167"/>
                        <a:pt x="33874" y="180734"/>
                      </a:cubicBezTo>
                      <a:cubicBezTo>
                        <a:pt x="37090" y="182659"/>
                        <a:pt x="37733" y="189078"/>
                        <a:pt x="38377" y="194212"/>
                      </a:cubicBezTo>
                      <a:cubicBezTo>
                        <a:pt x="39020" y="199989"/>
                        <a:pt x="36447" y="205123"/>
                        <a:pt x="38377" y="207691"/>
                      </a:cubicBezTo>
                      <a:cubicBezTo>
                        <a:pt x="40306" y="210258"/>
                        <a:pt x="41593" y="208332"/>
                        <a:pt x="44809" y="210258"/>
                      </a:cubicBezTo>
                      <a:cubicBezTo>
                        <a:pt x="48669" y="212183"/>
                        <a:pt x="49312" y="214109"/>
                        <a:pt x="50599" y="216676"/>
                      </a:cubicBezTo>
                      <a:cubicBezTo>
                        <a:pt x="51885" y="219244"/>
                        <a:pt x="55102" y="221169"/>
                        <a:pt x="57032" y="223094"/>
                      </a:cubicBezTo>
                      <a:cubicBezTo>
                        <a:pt x="58962" y="225020"/>
                        <a:pt x="59605" y="230796"/>
                        <a:pt x="60891" y="233364"/>
                      </a:cubicBezTo>
                      <a:cubicBezTo>
                        <a:pt x="61535" y="235931"/>
                        <a:pt x="62821" y="241066"/>
                        <a:pt x="69254" y="240424"/>
                      </a:cubicBezTo>
                      <a:cubicBezTo>
                        <a:pt x="75043" y="240424"/>
                        <a:pt x="81476" y="242349"/>
                        <a:pt x="82762" y="244917"/>
                      </a:cubicBezTo>
                      <a:cubicBezTo>
                        <a:pt x="84049" y="247484"/>
                        <a:pt x="87265" y="251335"/>
                        <a:pt x="92412" y="253902"/>
                      </a:cubicBezTo>
                      <a:cubicBezTo>
                        <a:pt x="98201" y="256469"/>
                        <a:pt x="99488" y="261604"/>
                        <a:pt x="102704" y="262246"/>
                      </a:cubicBezTo>
                      <a:cubicBezTo>
                        <a:pt x="105277" y="263530"/>
                        <a:pt x="108493" y="261604"/>
                        <a:pt x="110423" y="260320"/>
                      </a:cubicBezTo>
                      <a:cubicBezTo>
                        <a:pt x="112353" y="259037"/>
                        <a:pt x="122002" y="256469"/>
                        <a:pt x="125862" y="257111"/>
                      </a:cubicBezTo>
                      <a:cubicBezTo>
                        <a:pt x="129721" y="257753"/>
                        <a:pt x="133581" y="258395"/>
                        <a:pt x="136154" y="261604"/>
                      </a:cubicBezTo>
                      <a:cubicBezTo>
                        <a:pt x="138727" y="264813"/>
                        <a:pt x="145803" y="275724"/>
                        <a:pt x="149020" y="270590"/>
                      </a:cubicBezTo>
                      <a:cubicBezTo>
                        <a:pt x="152236" y="265455"/>
                        <a:pt x="152236" y="261604"/>
                        <a:pt x="154166" y="259679"/>
                      </a:cubicBezTo>
                      <a:cubicBezTo>
                        <a:pt x="156095" y="257111"/>
                        <a:pt x="161242" y="251335"/>
                        <a:pt x="165101" y="251977"/>
                      </a:cubicBezTo>
                      <a:cubicBezTo>
                        <a:pt x="168961" y="252619"/>
                        <a:pt x="172821" y="251335"/>
                        <a:pt x="174750" y="253902"/>
                      </a:cubicBezTo>
                      <a:cubicBezTo>
                        <a:pt x="176680" y="256469"/>
                        <a:pt x="182470" y="267381"/>
                        <a:pt x="185686" y="262888"/>
                      </a:cubicBezTo>
                      <a:cubicBezTo>
                        <a:pt x="188902" y="258395"/>
                        <a:pt x="186973" y="248768"/>
                        <a:pt x="188902" y="244917"/>
                      </a:cubicBezTo>
                      <a:cubicBezTo>
                        <a:pt x="190832" y="241066"/>
                        <a:pt x="192762" y="237215"/>
                        <a:pt x="194692" y="234647"/>
                      </a:cubicBezTo>
                      <a:cubicBezTo>
                        <a:pt x="196622" y="232080"/>
                        <a:pt x="203054" y="228871"/>
                        <a:pt x="204984" y="228871"/>
                      </a:cubicBezTo>
                      <a:cubicBezTo>
                        <a:pt x="206914" y="228871"/>
                        <a:pt x="209487" y="232080"/>
                        <a:pt x="212060" y="231438"/>
                      </a:cubicBezTo>
                      <a:cubicBezTo>
                        <a:pt x="214633" y="230155"/>
                        <a:pt x="215920" y="226304"/>
                        <a:pt x="215276" y="223736"/>
                      </a:cubicBezTo>
                      <a:cubicBezTo>
                        <a:pt x="214633" y="221169"/>
                        <a:pt x="213990" y="217960"/>
                        <a:pt x="217850" y="217318"/>
                      </a:cubicBezTo>
                      <a:cubicBezTo>
                        <a:pt x="222353" y="216676"/>
                        <a:pt x="228785" y="220527"/>
                        <a:pt x="231358" y="221811"/>
                      </a:cubicBezTo>
                      <a:cubicBezTo>
                        <a:pt x="233931" y="223094"/>
                        <a:pt x="237791" y="223094"/>
                        <a:pt x="237791" y="219885"/>
                      </a:cubicBezTo>
                      <a:cubicBezTo>
                        <a:pt x="237791" y="217318"/>
                        <a:pt x="235218" y="214751"/>
                        <a:pt x="233931" y="213467"/>
                      </a:cubicBezTo>
                      <a:cubicBezTo>
                        <a:pt x="232645" y="212183"/>
                        <a:pt x="230072" y="209616"/>
                        <a:pt x="230072" y="205123"/>
                      </a:cubicBezTo>
                      <a:cubicBezTo>
                        <a:pt x="230072" y="200631"/>
                        <a:pt x="229429" y="196138"/>
                        <a:pt x="232002" y="195496"/>
                      </a:cubicBezTo>
                      <a:cubicBezTo>
                        <a:pt x="234575" y="194212"/>
                        <a:pt x="239721" y="193571"/>
                        <a:pt x="241651" y="194212"/>
                      </a:cubicBezTo>
                      <a:cubicBezTo>
                        <a:pt x="243580" y="194854"/>
                        <a:pt x="248727" y="198063"/>
                        <a:pt x="250656" y="199347"/>
                      </a:cubicBezTo>
                      <a:cubicBezTo>
                        <a:pt x="252586" y="200631"/>
                        <a:pt x="261592" y="206407"/>
                        <a:pt x="262235" y="198705"/>
                      </a:cubicBezTo>
                      <a:cubicBezTo>
                        <a:pt x="262235" y="191003"/>
                        <a:pt x="258376" y="189720"/>
                        <a:pt x="253229" y="189720"/>
                      </a:cubicBezTo>
                      <a:cubicBezTo>
                        <a:pt x="248083" y="189720"/>
                        <a:pt x="247440" y="185227"/>
                        <a:pt x="244867" y="183943"/>
                      </a:cubicBezTo>
                      <a:cubicBezTo>
                        <a:pt x="242294" y="182659"/>
                        <a:pt x="239721" y="179450"/>
                        <a:pt x="240364" y="177525"/>
                      </a:cubicBezTo>
                      <a:cubicBezTo>
                        <a:pt x="241007" y="175599"/>
                        <a:pt x="241007" y="176241"/>
                        <a:pt x="242937" y="172390"/>
                      </a:cubicBezTo>
                      <a:cubicBezTo>
                        <a:pt x="244224" y="168539"/>
                        <a:pt x="245510" y="166614"/>
                        <a:pt x="244224" y="164688"/>
                      </a:cubicBezTo>
                      <a:cubicBezTo>
                        <a:pt x="243580" y="162763"/>
                        <a:pt x="241007" y="158912"/>
                        <a:pt x="244867" y="156986"/>
                      </a:cubicBezTo>
                      <a:cubicBezTo>
                        <a:pt x="248727" y="155061"/>
                        <a:pt x="259019" y="153135"/>
                        <a:pt x="255159" y="149284"/>
                      </a:cubicBezTo>
                      <a:cubicBezTo>
                        <a:pt x="251943" y="145434"/>
                        <a:pt x="250013" y="145434"/>
                        <a:pt x="246797" y="144150"/>
                      </a:cubicBezTo>
                      <a:cubicBezTo>
                        <a:pt x="244224" y="142866"/>
                        <a:pt x="242294" y="136448"/>
                        <a:pt x="241007" y="132597"/>
                      </a:cubicBezTo>
                      <a:cubicBezTo>
                        <a:pt x="239721" y="128746"/>
                        <a:pt x="244224" y="122970"/>
                        <a:pt x="245510" y="118477"/>
                      </a:cubicBezTo>
                      <a:cubicBezTo>
                        <a:pt x="246797" y="114626"/>
                        <a:pt x="246153" y="105640"/>
                        <a:pt x="250656" y="106924"/>
                      </a:cubicBezTo>
                      <a:cubicBezTo>
                        <a:pt x="255803" y="108208"/>
                        <a:pt x="266095" y="107566"/>
                        <a:pt x="268668" y="102431"/>
                      </a:cubicBezTo>
                      <a:cubicBezTo>
                        <a:pt x="273171" y="96013"/>
                        <a:pt x="269955" y="91520"/>
                        <a:pt x="262235" y="92162"/>
                      </a:cubicBezTo>
                      <a:close/>
                    </a:path>
                  </a:pathLst>
                </a:custGeom>
                <a:solidFill>
                  <a:schemeClr val="accent1"/>
                </a:solidFill>
                <a:ln w="6424" cap="flat">
                  <a:noFill/>
                  <a:prstDash val="solid"/>
                  <a:miter/>
                </a:ln>
              </p:spPr>
              <p:txBody>
                <a:bodyPr rtlCol="0" anchor="ctr"/>
                <a:lstStyle/>
                <a:p>
                  <a:endParaRPr lang="pt-BR"/>
                </a:p>
              </p:txBody>
            </p:sp>
            <p:sp>
              <p:nvSpPr>
                <p:cNvPr id="18" name="Freeform: Shape 17">
                  <a:extLst>
                    <a:ext uri="{FF2B5EF4-FFF2-40B4-BE49-F238E27FC236}">
                      <a16:creationId xmlns:a16="http://schemas.microsoft.com/office/drawing/2014/main" id="{90B181D2-A60A-DA19-2881-16F64AFE2F5E}"/>
                    </a:ext>
                  </a:extLst>
                </p:cNvPr>
                <p:cNvSpPr/>
                <p:nvPr/>
              </p:nvSpPr>
              <p:spPr>
                <a:xfrm>
                  <a:off x="6985106" y="2172618"/>
                  <a:ext cx="21317" cy="18100"/>
                </a:xfrm>
                <a:custGeom>
                  <a:avLst/>
                  <a:gdLst>
                    <a:gd name="connsiteX0" fmla="*/ 1148 w 21317"/>
                    <a:gd name="connsiteY0" fmla="*/ 6108 h 18100"/>
                    <a:gd name="connsiteX1" fmla="*/ 3721 w 21317"/>
                    <a:gd name="connsiteY1" fmla="*/ 16377 h 18100"/>
                    <a:gd name="connsiteX2" fmla="*/ 19803 w 21317"/>
                    <a:gd name="connsiteY2" fmla="*/ 10601 h 18100"/>
                    <a:gd name="connsiteX3" fmla="*/ 12084 w 21317"/>
                    <a:gd name="connsiteY3" fmla="*/ 332 h 18100"/>
                    <a:gd name="connsiteX4" fmla="*/ 1148 w 21317"/>
                    <a:gd name="connsiteY4" fmla="*/ 6108 h 1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7" h="18100">
                      <a:moveTo>
                        <a:pt x="1148" y="6108"/>
                      </a:moveTo>
                      <a:cubicBezTo>
                        <a:pt x="1148" y="7392"/>
                        <a:pt x="-2711" y="12526"/>
                        <a:pt x="3721" y="16377"/>
                      </a:cubicBezTo>
                      <a:cubicBezTo>
                        <a:pt x="10154" y="20870"/>
                        <a:pt x="15944" y="15735"/>
                        <a:pt x="19803" y="10601"/>
                      </a:cubicBezTo>
                      <a:cubicBezTo>
                        <a:pt x="23663" y="5466"/>
                        <a:pt x="19803" y="1615"/>
                        <a:pt x="12084" y="332"/>
                      </a:cubicBezTo>
                      <a:cubicBezTo>
                        <a:pt x="5008" y="-1594"/>
                        <a:pt x="1148" y="5466"/>
                        <a:pt x="1148" y="6108"/>
                      </a:cubicBezTo>
                      <a:close/>
                    </a:path>
                  </a:pathLst>
                </a:custGeom>
                <a:solidFill>
                  <a:schemeClr val="accent1"/>
                </a:solidFill>
                <a:ln w="6424" cap="flat">
                  <a:noFill/>
                  <a:prstDash val="solid"/>
                  <a:miter/>
                </a:ln>
              </p:spPr>
              <p:txBody>
                <a:bodyPr rtlCol="0" anchor="ctr"/>
                <a:lstStyle/>
                <a:p>
                  <a:endParaRPr lang="pt-BR"/>
                </a:p>
              </p:txBody>
            </p:sp>
            <p:sp>
              <p:nvSpPr>
                <p:cNvPr id="19" name="Freeform: Shape 18">
                  <a:extLst>
                    <a:ext uri="{FF2B5EF4-FFF2-40B4-BE49-F238E27FC236}">
                      <a16:creationId xmlns:a16="http://schemas.microsoft.com/office/drawing/2014/main" id="{78E2DDC2-588C-E686-86F1-A71D91A4EC3C}"/>
                    </a:ext>
                  </a:extLst>
                </p:cNvPr>
                <p:cNvSpPr/>
                <p:nvPr/>
              </p:nvSpPr>
              <p:spPr>
                <a:xfrm>
                  <a:off x="7026106" y="2131352"/>
                  <a:ext cx="14232" cy="17905"/>
                </a:xfrm>
                <a:custGeom>
                  <a:avLst/>
                  <a:gdLst>
                    <a:gd name="connsiteX0" fmla="*/ 14184 w 14232"/>
                    <a:gd name="connsiteY0" fmla="*/ 7582 h 17905"/>
                    <a:gd name="connsiteX1" fmla="*/ 5821 w 14232"/>
                    <a:gd name="connsiteY1" fmla="*/ 1163 h 17905"/>
                    <a:gd name="connsiteX2" fmla="*/ 32 w 14232"/>
                    <a:gd name="connsiteY2" fmla="*/ 10791 h 17905"/>
                    <a:gd name="connsiteX3" fmla="*/ 3891 w 14232"/>
                    <a:gd name="connsiteY3" fmla="*/ 17851 h 17905"/>
                    <a:gd name="connsiteX4" fmla="*/ 14184 w 14232"/>
                    <a:gd name="connsiteY4" fmla="*/ 7582 h 17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 h="17905">
                      <a:moveTo>
                        <a:pt x="14184" y="7582"/>
                      </a:moveTo>
                      <a:cubicBezTo>
                        <a:pt x="13541" y="1805"/>
                        <a:pt x="10324" y="-2046"/>
                        <a:pt x="5821" y="1163"/>
                      </a:cubicBezTo>
                      <a:cubicBezTo>
                        <a:pt x="675" y="4372"/>
                        <a:pt x="32" y="10791"/>
                        <a:pt x="32" y="10791"/>
                      </a:cubicBezTo>
                      <a:cubicBezTo>
                        <a:pt x="32" y="10791"/>
                        <a:pt x="-611" y="17209"/>
                        <a:pt x="3891" y="17851"/>
                      </a:cubicBezTo>
                      <a:cubicBezTo>
                        <a:pt x="9038" y="18493"/>
                        <a:pt x="14827" y="13358"/>
                        <a:pt x="14184" y="7582"/>
                      </a:cubicBezTo>
                      <a:close/>
                    </a:path>
                  </a:pathLst>
                </a:custGeom>
                <a:solidFill>
                  <a:schemeClr val="accent1"/>
                </a:solidFill>
                <a:ln w="6424" cap="flat">
                  <a:noFill/>
                  <a:prstDash val="solid"/>
                  <a:miter/>
                </a:ln>
              </p:spPr>
              <p:txBody>
                <a:bodyPr rtlCol="0" anchor="ctr"/>
                <a:lstStyle/>
                <a:p>
                  <a:endParaRPr lang="pt-BR"/>
                </a:p>
              </p:txBody>
            </p:sp>
            <p:sp>
              <p:nvSpPr>
                <p:cNvPr id="20" name="Freeform: Shape 19">
                  <a:extLst>
                    <a:ext uri="{FF2B5EF4-FFF2-40B4-BE49-F238E27FC236}">
                      <a16:creationId xmlns:a16="http://schemas.microsoft.com/office/drawing/2014/main" id="{945CEE18-65C5-7EF0-40AE-37830AFB1156}"/>
                    </a:ext>
                  </a:extLst>
                </p:cNvPr>
                <p:cNvSpPr/>
                <p:nvPr/>
              </p:nvSpPr>
              <p:spPr>
                <a:xfrm>
                  <a:off x="6996136" y="2121747"/>
                  <a:ext cx="15219" cy="16791"/>
                </a:xfrm>
                <a:custGeom>
                  <a:avLst/>
                  <a:gdLst>
                    <a:gd name="connsiteX0" fmla="*/ 14563 w 15219"/>
                    <a:gd name="connsiteY0" fmla="*/ 2424 h 16791"/>
                    <a:gd name="connsiteX1" fmla="*/ 2984 w 15219"/>
                    <a:gd name="connsiteY1" fmla="*/ 4350 h 16791"/>
                    <a:gd name="connsiteX2" fmla="*/ 411 w 15219"/>
                    <a:gd name="connsiteY2" fmla="*/ 14619 h 16791"/>
                    <a:gd name="connsiteX3" fmla="*/ 10060 w 15219"/>
                    <a:gd name="connsiteY3" fmla="*/ 14619 h 16791"/>
                    <a:gd name="connsiteX4" fmla="*/ 14563 w 15219"/>
                    <a:gd name="connsiteY4" fmla="*/ 2424 h 16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19" h="16791">
                      <a:moveTo>
                        <a:pt x="14563" y="2424"/>
                      </a:moveTo>
                      <a:cubicBezTo>
                        <a:pt x="11990" y="-785"/>
                        <a:pt x="8130" y="-1427"/>
                        <a:pt x="2984" y="4350"/>
                      </a:cubicBezTo>
                      <a:cubicBezTo>
                        <a:pt x="-1519" y="10126"/>
                        <a:pt x="411" y="14619"/>
                        <a:pt x="411" y="14619"/>
                      </a:cubicBezTo>
                      <a:cubicBezTo>
                        <a:pt x="1698" y="17186"/>
                        <a:pt x="6844" y="17828"/>
                        <a:pt x="10060" y="14619"/>
                      </a:cubicBezTo>
                      <a:cubicBezTo>
                        <a:pt x="13920" y="11410"/>
                        <a:pt x="16493" y="5633"/>
                        <a:pt x="14563" y="2424"/>
                      </a:cubicBezTo>
                      <a:close/>
                    </a:path>
                  </a:pathLst>
                </a:custGeom>
                <a:solidFill>
                  <a:schemeClr val="accent1"/>
                </a:solidFill>
                <a:ln w="6424" cap="flat">
                  <a:noFill/>
                  <a:prstDash val="solid"/>
                  <a:miter/>
                </a:ln>
              </p:spPr>
              <p:txBody>
                <a:bodyPr rtlCol="0" anchor="ctr"/>
                <a:lstStyle/>
                <a:p>
                  <a:endParaRPr lang="pt-BR"/>
                </a:p>
              </p:txBody>
            </p:sp>
            <p:sp>
              <p:nvSpPr>
                <p:cNvPr id="21" name="Freeform: Shape 20">
                  <a:extLst>
                    <a:ext uri="{FF2B5EF4-FFF2-40B4-BE49-F238E27FC236}">
                      <a16:creationId xmlns:a16="http://schemas.microsoft.com/office/drawing/2014/main" id="{D3F019F0-25C7-BF55-609F-2ADD23D380B2}"/>
                    </a:ext>
                  </a:extLst>
                </p:cNvPr>
                <p:cNvSpPr/>
                <p:nvPr/>
              </p:nvSpPr>
              <p:spPr>
                <a:xfrm>
                  <a:off x="7002948" y="2139883"/>
                  <a:ext cx="7968" cy="8855"/>
                </a:xfrm>
                <a:custGeom>
                  <a:avLst/>
                  <a:gdLst>
                    <a:gd name="connsiteX0" fmla="*/ 3891 w 7968"/>
                    <a:gd name="connsiteY0" fmla="*/ 334 h 8855"/>
                    <a:gd name="connsiteX1" fmla="*/ 32 w 7968"/>
                    <a:gd name="connsiteY1" fmla="*/ 5469 h 8855"/>
                    <a:gd name="connsiteX2" fmla="*/ 7751 w 7968"/>
                    <a:gd name="connsiteY2" fmla="*/ 5469 h 8855"/>
                    <a:gd name="connsiteX3" fmla="*/ 3891 w 7968"/>
                    <a:gd name="connsiteY3" fmla="*/ 334 h 8855"/>
                  </a:gdLst>
                  <a:ahLst/>
                  <a:cxnLst>
                    <a:cxn ang="0">
                      <a:pos x="connsiteX0" y="connsiteY0"/>
                    </a:cxn>
                    <a:cxn ang="0">
                      <a:pos x="connsiteX1" y="connsiteY1"/>
                    </a:cxn>
                    <a:cxn ang="0">
                      <a:pos x="connsiteX2" y="connsiteY2"/>
                    </a:cxn>
                    <a:cxn ang="0">
                      <a:pos x="connsiteX3" y="connsiteY3"/>
                    </a:cxn>
                  </a:cxnLst>
                  <a:rect l="l" t="t" r="r" b="b"/>
                  <a:pathLst>
                    <a:path w="7968" h="8855">
                      <a:moveTo>
                        <a:pt x="3891" y="334"/>
                      </a:moveTo>
                      <a:cubicBezTo>
                        <a:pt x="-612" y="1618"/>
                        <a:pt x="32" y="5469"/>
                        <a:pt x="32" y="5469"/>
                      </a:cubicBezTo>
                      <a:cubicBezTo>
                        <a:pt x="675" y="10603"/>
                        <a:pt x="6464" y="9320"/>
                        <a:pt x="7751" y="5469"/>
                      </a:cubicBezTo>
                      <a:cubicBezTo>
                        <a:pt x="8394" y="1618"/>
                        <a:pt x="7751" y="-950"/>
                        <a:pt x="3891" y="334"/>
                      </a:cubicBezTo>
                      <a:close/>
                    </a:path>
                  </a:pathLst>
                </a:custGeom>
                <a:solidFill>
                  <a:schemeClr val="accent1"/>
                </a:solidFill>
                <a:ln w="6424" cap="flat">
                  <a:noFill/>
                  <a:prstDash val="solid"/>
                  <a:miter/>
                </a:ln>
              </p:spPr>
              <p:txBody>
                <a:bodyPr rtlCol="0" anchor="ctr"/>
                <a:lstStyle/>
                <a:p>
                  <a:endParaRPr lang="pt-BR" dirty="0"/>
                </a:p>
              </p:txBody>
            </p:sp>
            <p:sp>
              <p:nvSpPr>
                <p:cNvPr id="22" name="Freeform: Shape 21">
                  <a:extLst>
                    <a:ext uri="{FF2B5EF4-FFF2-40B4-BE49-F238E27FC236}">
                      <a16:creationId xmlns:a16="http://schemas.microsoft.com/office/drawing/2014/main" id="{F6149932-3883-1624-FE87-567ED3E73FA5}"/>
                    </a:ext>
                  </a:extLst>
                </p:cNvPr>
                <p:cNvSpPr/>
                <p:nvPr/>
              </p:nvSpPr>
              <p:spPr>
                <a:xfrm>
                  <a:off x="7027010" y="2320454"/>
                  <a:ext cx="19167" cy="21061"/>
                </a:xfrm>
                <a:custGeom>
                  <a:avLst/>
                  <a:gdLst>
                    <a:gd name="connsiteX0" fmla="*/ 13923 w 19167"/>
                    <a:gd name="connsiteY0" fmla="*/ 116 h 21061"/>
                    <a:gd name="connsiteX1" fmla="*/ 1058 w 19167"/>
                    <a:gd name="connsiteY1" fmla="*/ 8460 h 21061"/>
                    <a:gd name="connsiteX2" fmla="*/ 2987 w 19167"/>
                    <a:gd name="connsiteY2" fmla="*/ 19371 h 21061"/>
                    <a:gd name="connsiteX3" fmla="*/ 17139 w 19167"/>
                    <a:gd name="connsiteY3" fmla="*/ 14878 h 21061"/>
                    <a:gd name="connsiteX4" fmla="*/ 13923 w 19167"/>
                    <a:gd name="connsiteY4" fmla="*/ 116 h 21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67" h="21061">
                      <a:moveTo>
                        <a:pt x="13923" y="116"/>
                      </a:moveTo>
                      <a:cubicBezTo>
                        <a:pt x="10063" y="-526"/>
                        <a:pt x="4274" y="1399"/>
                        <a:pt x="1058" y="8460"/>
                      </a:cubicBezTo>
                      <a:cubicBezTo>
                        <a:pt x="-2159" y="15520"/>
                        <a:pt x="2987" y="19371"/>
                        <a:pt x="2987" y="19371"/>
                      </a:cubicBezTo>
                      <a:cubicBezTo>
                        <a:pt x="8134" y="22580"/>
                        <a:pt x="12636" y="21296"/>
                        <a:pt x="17139" y="14878"/>
                      </a:cubicBezTo>
                      <a:cubicBezTo>
                        <a:pt x="21642" y="8460"/>
                        <a:pt x="17783" y="758"/>
                        <a:pt x="13923" y="116"/>
                      </a:cubicBezTo>
                      <a:close/>
                    </a:path>
                  </a:pathLst>
                </a:custGeom>
                <a:solidFill>
                  <a:schemeClr val="accent1"/>
                </a:solidFill>
                <a:ln w="6424" cap="flat">
                  <a:noFill/>
                  <a:prstDash val="solid"/>
                  <a:miter/>
                </a:ln>
              </p:spPr>
              <p:txBody>
                <a:bodyPr rtlCol="0" anchor="ctr"/>
                <a:lstStyle/>
                <a:p>
                  <a:endParaRPr lang="pt-BR"/>
                </a:p>
              </p:txBody>
            </p:sp>
            <p:sp>
              <p:nvSpPr>
                <p:cNvPr id="23" name="Freeform: Shape 22">
                  <a:extLst>
                    <a:ext uri="{FF2B5EF4-FFF2-40B4-BE49-F238E27FC236}">
                      <a16:creationId xmlns:a16="http://schemas.microsoft.com/office/drawing/2014/main" id="{004087A4-BC0D-DACD-7CD1-2D74CA9FE376}"/>
                    </a:ext>
                  </a:extLst>
                </p:cNvPr>
                <p:cNvSpPr/>
                <p:nvPr/>
              </p:nvSpPr>
              <p:spPr>
                <a:xfrm>
                  <a:off x="7017739" y="2379404"/>
                  <a:ext cx="24663" cy="16429"/>
                </a:xfrm>
                <a:custGeom>
                  <a:avLst/>
                  <a:gdLst>
                    <a:gd name="connsiteX0" fmla="*/ 16761 w 24663"/>
                    <a:gd name="connsiteY0" fmla="*/ 3423 h 16429"/>
                    <a:gd name="connsiteX1" fmla="*/ 4539 w 24663"/>
                    <a:gd name="connsiteY1" fmla="*/ 1498 h 16429"/>
                    <a:gd name="connsiteX2" fmla="*/ 1966 w 24663"/>
                    <a:gd name="connsiteY2" fmla="*/ 11125 h 16429"/>
                    <a:gd name="connsiteX3" fmla="*/ 12902 w 24663"/>
                    <a:gd name="connsiteY3" fmla="*/ 16260 h 16429"/>
                    <a:gd name="connsiteX4" fmla="*/ 24480 w 24663"/>
                    <a:gd name="connsiteY4" fmla="*/ 13050 h 16429"/>
                    <a:gd name="connsiteX5" fmla="*/ 16761 w 24663"/>
                    <a:gd name="connsiteY5" fmla="*/ 3423 h 1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63" h="16429">
                      <a:moveTo>
                        <a:pt x="16761" y="3423"/>
                      </a:moveTo>
                      <a:cubicBezTo>
                        <a:pt x="13545" y="856"/>
                        <a:pt x="9685" y="-1712"/>
                        <a:pt x="4539" y="1498"/>
                      </a:cubicBezTo>
                      <a:cubicBezTo>
                        <a:pt x="-607" y="4707"/>
                        <a:pt x="-1250" y="7274"/>
                        <a:pt x="1966" y="11125"/>
                      </a:cubicBezTo>
                      <a:cubicBezTo>
                        <a:pt x="4539" y="14976"/>
                        <a:pt x="12258" y="16260"/>
                        <a:pt x="12902" y="16260"/>
                      </a:cubicBezTo>
                      <a:cubicBezTo>
                        <a:pt x="12902" y="16260"/>
                        <a:pt x="22551" y="17543"/>
                        <a:pt x="24480" y="13050"/>
                      </a:cubicBezTo>
                      <a:cubicBezTo>
                        <a:pt x="25767" y="8558"/>
                        <a:pt x="19978" y="5990"/>
                        <a:pt x="16761" y="3423"/>
                      </a:cubicBezTo>
                      <a:close/>
                    </a:path>
                  </a:pathLst>
                </a:custGeom>
                <a:solidFill>
                  <a:schemeClr val="accent1"/>
                </a:solidFill>
                <a:ln w="6424" cap="flat">
                  <a:noFill/>
                  <a:prstDash val="solid"/>
                  <a:miter/>
                </a:ln>
              </p:spPr>
              <p:txBody>
                <a:bodyPr rtlCol="0" anchor="ctr"/>
                <a:lstStyle/>
                <a:p>
                  <a:endParaRPr lang="pt-BR"/>
                </a:p>
              </p:txBody>
            </p:sp>
            <p:sp>
              <p:nvSpPr>
                <p:cNvPr id="88" name="Freeform: Shape 87">
                  <a:extLst>
                    <a:ext uri="{FF2B5EF4-FFF2-40B4-BE49-F238E27FC236}">
                      <a16:creationId xmlns:a16="http://schemas.microsoft.com/office/drawing/2014/main" id="{3FC1C0C8-9EF7-DA41-9F2D-4194BFE75277}"/>
                    </a:ext>
                  </a:extLst>
                </p:cNvPr>
                <p:cNvSpPr/>
                <p:nvPr/>
              </p:nvSpPr>
              <p:spPr>
                <a:xfrm>
                  <a:off x="6146574" y="1690297"/>
                  <a:ext cx="15771" cy="20569"/>
                </a:xfrm>
                <a:custGeom>
                  <a:avLst/>
                  <a:gdLst>
                    <a:gd name="connsiteX0" fmla="*/ 11147 w 15771"/>
                    <a:gd name="connsiteY0" fmla="*/ 20538 h 20569"/>
                    <a:gd name="connsiteX1" fmla="*/ 15650 w 15771"/>
                    <a:gd name="connsiteY1" fmla="*/ 12837 h 20569"/>
                    <a:gd name="connsiteX2" fmla="*/ 11790 w 15771"/>
                    <a:gd name="connsiteY2" fmla="*/ 4493 h 20569"/>
                    <a:gd name="connsiteX3" fmla="*/ 11790 w 15771"/>
                    <a:gd name="connsiteY3" fmla="*/ 4493 h 20569"/>
                    <a:gd name="connsiteX4" fmla="*/ 4714 w 15771"/>
                    <a:gd name="connsiteY4" fmla="*/ 0 h 20569"/>
                    <a:gd name="connsiteX5" fmla="*/ 211 w 15771"/>
                    <a:gd name="connsiteY5" fmla="*/ 8344 h 20569"/>
                    <a:gd name="connsiteX6" fmla="*/ 11147 w 15771"/>
                    <a:gd name="connsiteY6" fmla="*/ 20538 h 2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71" h="20569">
                      <a:moveTo>
                        <a:pt x="11147" y="20538"/>
                      </a:moveTo>
                      <a:cubicBezTo>
                        <a:pt x="16936" y="19897"/>
                        <a:pt x="15650" y="16046"/>
                        <a:pt x="15650" y="12837"/>
                      </a:cubicBezTo>
                      <a:cubicBezTo>
                        <a:pt x="15650" y="10269"/>
                        <a:pt x="12433" y="5776"/>
                        <a:pt x="11790" y="4493"/>
                      </a:cubicBezTo>
                      <a:cubicBezTo>
                        <a:pt x="11790" y="4493"/>
                        <a:pt x="11790" y="4493"/>
                        <a:pt x="11790" y="4493"/>
                      </a:cubicBezTo>
                      <a:cubicBezTo>
                        <a:pt x="11790" y="4493"/>
                        <a:pt x="9860" y="0"/>
                        <a:pt x="4714" y="0"/>
                      </a:cubicBezTo>
                      <a:cubicBezTo>
                        <a:pt x="211" y="0"/>
                        <a:pt x="-432" y="5135"/>
                        <a:pt x="211" y="8344"/>
                      </a:cubicBezTo>
                      <a:cubicBezTo>
                        <a:pt x="1498" y="11553"/>
                        <a:pt x="5357" y="21180"/>
                        <a:pt x="11147" y="20538"/>
                      </a:cubicBezTo>
                      <a:close/>
                    </a:path>
                  </a:pathLst>
                </a:custGeom>
                <a:solidFill>
                  <a:schemeClr val="accent1"/>
                </a:solidFill>
                <a:ln w="6424" cap="flat">
                  <a:noFill/>
                  <a:prstDash val="solid"/>
                  <a:miter/>
                </a:ln>
              </p:spPr>
              <p:txBody>
                <a:bodyPr rtlCol="0" anchor="ctr"/>
                <a:lstStyle/>
                <a:p>
                  <a:endParaRPr lang="pt-BR"/>
                </a:p>
              </p:txBody>
            </p:sp>
            <p:sp>
              <p:nvSpPr>
                <p:cNvPr id="24" name="Freeform: Shape 23">
                  <a:extLst>
                    <a:ext uri="{FF2B5EF4-FFF2-40B4-BE49-F238E27FC236}">
                      <a16:creationId xmlns:a16="http://schemas.microsoft.com/office/drawing/2014/main" id="{FB764174-285E-D170-D8E7-BDFBAB476455}"/>
                    </a:ext>
                  </a:extLst>
                </p:cNvPr>
                <p:cNvSpPr/>
                <p:nvPr/>
              </p:nvSpPr>
              <p:spPr>
                <a:xfrm>
                  <a:off x="6754497" y="2860197"/>
                  <a:ext cx="50367" cy="66372"/>
                </a:xfrm>
                <a:custGeom>
                  <a:avLst/>
                  <a:gdLst>
                    <a:gd name="connsiteX0" fmla="*/ 47782 w 50367"/>
                    <a:gd name="connsiteY0" fmla="*/ 47644 h 66372"/>
                    <a:gd name="connsiteX1" fmla="*/ 43923 w 50367"/>
                    <a:gd name="connsiteY1" fmla="*/ 43793 h 66372"/>
                    <a:gd name="connsiteX2" fmla="*/ 45852 w 50367"/>
                    <a:gd name="connsiteY2" fmla="*/ 34807 h 66372"/>
                    <a:gd name="connsiteX3" fmla="*/ 45852 w 50367"/>
                    <a:gd name="connsiteY3" fmla="*/ 21329 h 66372"/>
                    <a:gd name="connsiteX4" fmla="*/ 45209 w 50367"/>
                    <a:gd name="connsiteY4" fmla="*/ 2716 h 66372"/>
                    <a:gd name="connsiteX5" fmla="*/ 36203 w 50367"/>
                    <a:gd name="connsiteY5" fmla="*/ 1432 h 66372"/>
                    <a:gd name="connsiteX6" fmla="*/ 27197 w 50367"/>
                    <a:gd name="connsiteY6" fmla="*/ 12343 h 66372"/>
                    <a:gd name="connsiteX7" fmla="*/ 20122 w 50367"/>
                    <a:gd name="connsiteY7" fmla="*/ 13627 h 66372"/>
                    <a:gd name="connsiteX8" fmla="*/ 9829 w 50367"/>
                    <a:gd name="connsiteY8" fmla="*/ 17478 h 66372"/>
                    <a:gd name="connsiteX9" fmla="*/ 3396 w 50367"/>
                    <a:gd name="connsiteY9" fmla="*/ 24538 h 66372"/>
                    <a:gd name="connsiteX10" fmla="*/ 180 w 50367"/>
                    <a:gd name="connsiteY10" fmla="*/ 39300 h 66372"/>
                    <a:gd name="connsiteX11" fmla="*/ 823 w 50367"/>
                    <a:gd name="connsiteY11" fmla="*/ 47644 h 66372"/>
                    <a:gd name="connsiteX12" fmla="*/ 1467 w 50367"/>
                    <a:gd name="connsiteY12" fmla="*/ 55987 h 66372"/>
                    <a:gd name="connsiteX13" fmla="*/ 5326 w 50367"/>
                    <a:gd name="connsiteY13" fmla="*/ 59197 h 66372"/>
                    <a:gd name="connsiteX14" fmla="*/ 13689 w 50367"/>
                    <a:gd name="connsiteY14" fmla="*/ 63689 h 66372"/>
                    <a:gd name="connsiteX15" fmla="*/ 22695 w 50367"/>
                    <a:gd name="connsiteY15" fmla="*/ 64973 h 66372"/>
                    <a:gd name="connsiteX16" fmla="*/ 28484 w 50367"/>
                    <a:gd name="connsiteY16" fmla="*/ 60480 h 66372"/>
                    <a:gd name="connsiteX17" fmla="*/ 35560 w 50367"/>
                    <a:gd name="connsiteY17" fmla="*/ 60480 h 66372"/>
                    <a:gd name="connsiteX18" fmla="*/ 42636 w 50367"/>
                    <a:gd name="connsiteY18" fmla="*/ 54062 h 66372"/>
                    <a:gd name="connsiteX19" fmla="*/ 47782 w 50367"/>
                    <a:gd name="connsiteY19" fmla="*/ 47644 h 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0367" h="66372">
                      <a:moveTo>
                        <a:pt x="47782" y="47644"/>
                      </a:moveTo>
                      <a:cubicBezTo>
                        <a:pt x="45209" y="45076"/>
                        <a:pt x="43923" y="47644"/>
                        <a:pt x="43923" y="43793"/>
                      </a:cubicBezTo>
                      <a:cubicBezTo>
                        <a:pt x="43279" y="39300"/>
                        <a:pt x="46496" y="38016"/>
                        <a:pt x="45852" y="34807"/>
                      </a:cubicBezTo>
                      <a:cubicBezTo>
                        <a:pt x="44566" y="32240"/>
                        <a:pt x="40706" y="30314"/>
                        <a:pt x="45852" y="21329"/>
                      </a:cubicBezTo>
                      <a:cubicBezTo>
                        <a:pt x="50999" y="12343"/>
                        <a:pt x="52928" y="10418"/>
                        <a:pt x="45209" y="2716"/>
                      </a:cubicBezTo>
                      <a:cubicBezTo>
                        <a:pt x="45209" y="2716"/>
                        <a:pt x="42636" y="-2419"/>
                        <a:pt x="36203" y="1432"/>
                      </a:cubicBezTo>
                      <a:cubicBezTo>
                        <a:pt x="29771" y="5283"/>
                        <a:pt x="29127" y="9776"/>
                        <a:pt x="27197" y="12343"/>
                      </a:cubicBezTo>
                      <a:cubicBezTo>
                        <a:pt x="25268" y="14910"/>
                        <a:pt x="23338" y="12985"/>
                        <a:pt x="20122" y="13627"/>
                      </a:cubicBezTo>
                      <a:cubicBezTo>
                        <a:pt x="16905" y="14269"/>
                        <a:pt x="13689" y="15552"/>
                        <a:pt x="9829" y="17478"/>
                      </a:cubicBezTo>
                      <a:cubicBezTo>
                        <a:pt x="5970" y="19403"/>
                        <a:pt x="4683" y="20687"/>
                        <a:pt x="3396" y="24538"/>
                      </a:cubicBezTo>
                      <a:cubicBezTo>
                        <a:pt x="2110" y="28389"/>
                        <a:pt x="823" y="38016"/>
                        <a:pt x="180" y="39300"/>
                      </a:cubicBezTo>
                      <a:cubicBezTo>
                        <a:pt x="-463" y="40584"/>
                        <a:pt x="823" y="45076"/>
                        <a:pt x="823" y="47644"/>
                      </a:cubicBezTo>
                      <a:cubicBezTo>
                        <a:pt x="823" y="50211"/>
                        <a:pt x="1467" y="53420"/>
                        <a:pt x="1467" y="55987"/>
                      </a:cubicBezTo>
                      <a:cubicBezTo>
                        <a:pt x="2110" y="59197"/>
                        <a:pt x="2753" y="58555"/>
                        <a:pt x="5326" y="59197"/>
                      </a:cubicBezTo>
                      <a:cubicBezTo>
                        <a:pt x="7256" y="59838"/>
                        <a:pt x="10472" y="61122"/>
                        <a:pt x="13689" y="63689"/>
                      </a:cubicBezTo>
                      <a:cubicBezTo>
                        <a:pt x="16905" y="66257"/>
                        <a:pt x="19478" y="67540"/>
                        <a:pt x="22695" y="64973"/>
                      </a:cubicBezTo>
                      <a:cubicBezTo>
                        <a:pt x="25268" y="62406"/>
                        <a:pt x="23338" y="59838"/>
                        <a:pt x="28484" y="60480"/>
                      </a:cubicBezTo>
                      <a:cubicBezTo>
                        <a:pt x="33630" y="61122"/>
                        <a:pt x="34917" y="61764"/>
                        <a:pt x="35560" y="60480"/>
                      </a:cubicBezTo>
                      <a:cubicBezTo>
                        <a:pt x="35560" y="58555"/>
                        <a:pt x="37490" y="54062"/>
                        <a:pt x="42636" y="54062"/>
                      </a:cubicBezTo>
                      <a:cubicBezTo>
                        <a:pt x="46496" y="54062"/>
                        <a:pt x="50355" y="49569"/>
                        <a:pt x="47782" y="47644"/>
                      </a:cubicBezTo>
                      <a:close/>
                    </a:path>
                  </a:pathLst>
                </a:custGeom>
                <a:solidFill>
                  <a:srgbClr val="9D70F2"/>
                </a:solidFill>
                <a:ln w="6424" cap="flat">
                  <a:noFill/>
                  <a:prstDash val="solid"/>
                  <a:miter/>
                </a:ln>
              </p:spPr>
              <p:txBody>
                <a:bodyPr rtlCol="0" anchor="ctr"/>
                <a:lstStyle/>
                <a:p>
                  <a:endParaRPr lang="pt-BR"/>
                </a:p>
              </p:txBody>
            </p:sp>
            <p:sp>
              <p:nvSpPr>
                <p:cNvPr id="25" name="Freeform: Shape 24">
                  <a:extLst>
                    <a:ext uri="{FF2B5EF4-FFF2-40B4-BE49-F238E27FC236}">
                      <a16:creationId xmlns:a16="http://schemas.microsoft.com/office/drawing/2014/main" id="{21DC9FC0-EAD1-0B69-34A5-A92BDA62EA23}"/>
                    </a:ext>
                  </a:extLst>
                </p:cNvPr>
                <p:cNvSpPr/>
                <p:nvPr/>
              </p:nvSpPr>
              <p:spPr>
                <a:xfrm>
                  <a:off x="6684261" y="2903927"/>
                  <a:ext cx="17896" cy="16435"/>
                </a:xfrm>
                <a:custGeom>
                  <a:avLst/>
                  <a:gdLst>
                    <a:gd name="connsiteX0" fmla="*/ 12521 w 17896"/>
                    <a:gd name="connsiteY0" fmla="*/ 3914 h 16435"/>
                    <a:gd name="connsiteX1" fmla="*/ 6732 w 17896"/>
                    <a:gd name="connsiteY1" fmla="*/ 63 h 16435"/>
                    <a:gd name="connsiteX2" fmla="*/ 942 w 17896"/>
                    <a:gd name="connsiteY2" fmla="*/ 9048 h 16435"/>
                    <a:gd name="connsiteX3" fmla="*/ 9948 w 17896"/>
                    <a:gd name="connsiteY3" fmla="*/ 16108 h 16435"/>
                    <a:gd name="connsiteX4" fmla="*/ 17024 w 17896"/>
                    <a:gd name="connsiteY4" fmla="*/ 9690 h 16435"/>
                    <a:gd name="connsiteX5" fmla="*/ 12521 w 17896"/>
                    <a:gd name="connsiteY5" fmla="*/ 3914 h 1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6" h="16435">
                      <a:moveTo>
                        <a:pt x="12521" y="3914"/>
                      </a:moveTo>
                      <a:cubicBezTo>
                        <a:pt x="12521" y="3914"/>
                        <a:pt x="9948" y="-579"/>
                        <a:pt x="6732" y="63"/>
                      </a:cubicBezTo>
                      <a:cubicBezTo>
                        <a:pt x="3516" y="63"/>
                        <a:pt x="-2274" y="5197"/>
                        <a:pt x="942" y="9048"/>
                      </a:cubicBezTo>
                      <a:cubicBezTo>
                        <a:pt x="3516" y="12899"/>
                        <a:pt x="6089" y="14825"/>
                        <a:pt x="9948" y="16108"/>
                      </a:cubicBezTo>
                      <a:cubicBezTo>
                        <a:pt x="13808" y="17392"/>
                        <a:pt x="20241" y="14825"/>
                        <a:pt x="17024" y="9690"/>
                      </a:cubicBezTo>
                      <a:cubicBezTo>
                        <a:pt x="13165" y="4556"/>
                        <a:pt x="12521" y="3914"/>
                        <a:pt x="12521" y="3914"/>
                      </a:cubicBezTo>
                      <a:close/>
                    </a:path>
                  </a:pathLst>
                </a:custGeom>
                <a:solidFill>
                  <a:schemeClr val="accent1"/>
                </a:solidFill>
                <a:ln w="6424" cap="flat">
                  <a:noFill/>
                  <a:prstDash val="solid"/>
                  <a:miter/>
                </a:ln>
              </p:spPr>
              <p:txBody>
                <a:bodyPr rtlCol="0" anchor="ctr"/>
                <a:lstStyle/>
                <a:p>
                  <a:endParaRPr lang="pt-BR"/>
                </a:p>
              </p:txBody>
            </p:sp>
            <p:sp>
              <p:nvSpPr>
                <p:cNvPr id="26" name="Freeform: Shape 25">
                  <a:extLst>
                    <a:ext uri="{FF2B5EF4-FFF2-40B4-BE49-F238E27FC236}">
                      <a16:creationId xmlns:a16="http://schemas.microsoft.com/office/drawing/2014/main" id="{C9D720B0-79D1-6EB6-C664-6AE10CBF3B7E}"/>
                    </a:ext>
                  </a:extLst>
                </p:cNvPr>
                <p:cNvSpPr/>
                <p:nvPr/>
              </p:nvSpPr>
              <p:spPr>
                <a:xfrm>
                  <a:off x="6854226" y="3037304"/>
                  <a:ext cx="13917" cy="22720"/>
                </a:xfrm>
                <a:custGeom>
                  <a:avLst/>
                  <a:gdLst>
                    <a:gd name="connsiteX0" fmla="*/ 6591 w 13917"/>
                    <a:gd name="connsiteY0" fmla="*/ 186 h 22720"/>
                    <a:gd name="connsiteX1" fmla="*/ 158 w 13917"/>
                    <a:gd name="connsiteY1" fmla="*/ 4679 h 22720"/>
                    <a:gd name="connsiteX2" fmla="*/ 4661 w 13917"/>
                    <a:gd name="connsiteY2" fmla="*/ 22008 h 22720"/>
                    <a:gd name="connsiteX3" fmla="*/ 13667 w 13917"/>
                    <a:gd name="connsiteY3" fmla="*/ 15590 h 22720"/>
                    <a:gd name="connsiteX4" fmla="*/ 6591 w 13917"/>
                    <a:gd name="connsiteY4" fmla="*/ 186 h 22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17" h="22720">
                      <a:moveTo>
                        <a:pt x="6591" y="186"/>
                      </a:moveTo>
                      <a:cubicBezTo>
                        <a:pt x="1444" y="-1098"/>
                        <a:pt x="158" y="4679"/>
                        <a:pt x="158" y="4679"/>
                      </a:cubicBezTo>
                      <a:cubicBezTo>
                        <a:pt x="-485" y="9172"/>
                        <a:pt x="801" y="19441"/>
                        <a:pt x="4661" y="22008"/>
                      </a:cubicBezTo>
                      <a:cubicBezTo>
                        <a:pt x="8520" y="23934"/>
                        <a:pt x="12380" y="22008"/>
                        <a:pt x="13667" y="15590"/>
                      </a:cubicBezTo>
                      <a:cubicBezTo>
                        <a:pt x="14953" y="7888"/>
                        <a:pt x="11094" y="828"/>
                        <a:pt x="6591" y="186"/>
                      </a:cubicBezTo>
                      <a:close/>
                    </a:path>
                  </a:pathLst>
                </a:custGeom>
                <a:solidFill>
                  <a:srgbClr val="9D70F2"/>
                </a:solidFill>
                <a:ln w="6424" cap="flat">
                  <a:noFill/>
                  <a:prstDash val="solid"/>
                  <a:miter/>
                </a:ln>
              </p:spPr>
              <p:txBody>
                <a:bodyPr rtlCol="0" anchor="ctr"/>
                <a:lstStyle/>
                <a:p>
                  <a:endParaRPr lang="pt-BR"/>
                </a:p>
              </p:txBody>
            </p:sp>
            <p:sp>
              <p:nvSpPr>
                <p:cNvPr id="27" name="Freeform: Shape 26">
                  <a:extLst>
                    <a:ext uri="{FF2B5EF4-FFF2-40B4-BE49-F238E27FC236}">
                      <a16:creationId xmlns:a16="http://schemas.microsoft.com/office/drawing/2014/main" id="{EC476D18-95CC-ABA9-E0F1-2ABF77786969}"/>
                    </a:ext>
                  </a:extLst>
                </p:cNvPr>
                <p:cNvSpPr/>
                <p:nvPr/>
              </p:nvSpPr>
              <p:spPr>
                <a:xfrm>
                  <a:off x="6869441" y="3035868"/>
                  <a:ext cx="98332" cy="113970"/>
                </a:xfrm>
                <a:custGeom>
                  <a:avLst/>
                  <a:gdLst>
                    <a:gd name="connsiteX0" fmla="*/ 93656 w 98332"/>
                    <a:gd name="connsiteY0" fmla="*/ 62595 h 113970"/>
                    <a:gd name="connsiteX1" fmla="*/ 84007 w 98332"/>
                    <a:gd name="connsiteY1" fmla="*/ 43982 h 113970"/>
                    <a:gd name="connsiteX2" fmla="*/ 78861 w 98332"/>
                    <a:gd name="connsiteY2" fmla="*/ 39489 h 113970"/>
                    <a:gd name="connsiteX3" fmla="*/ 79504 w 98332"/>
                    <a:gd name="connsiteY3" fmla="*/ 27936 h 113970"/>
                    <a:gd name="connsiteX4" fmla="*/ 75644 w 98332"/>
                    <a:gd name="connsiteY4" fmla="*/ 22802 h 113970"/>
                    <a:gd name="connsiteX5" fmla="*/ 69212 w 98332"/>
                    <a:gd name="connsiteY5" fmla="*/ 15741 h 113970"/>
                    <a:gd name="connsiteX6" fmla="*/ 55060 w 98332"/>
                    <a:gd name="connsiteY6" fmla="*/ 4830 h 113970"/>
                    <a:gd name="connsiteX7" fmla="*/ 44124 w 98332"/>
                    <a:gd name="connsiteY7" fmla="*/ 338 h 113970"/>
                    <a:gd name="connsiteX8" fmla="*/ 26113 w 98332"/>
                    <a:gd name="connsiteY8" fmla="*/ 6756 h 113970"/>
                    <a:gd name="connsiteX9" fmla="*/ 19680 w 98332"/>
                    <a:gd name="connsiteY9" fmla="*/ 13816 h 113970"/>
                    <a:gd name="connsiteX10" fmla="*/ 11317 w 98332"/>
                    <a:gd name="connsiteY10" fmla="*/ 15741 h 113970"/>
                    <a:gd name="connsiteX11" fmla="*/ 382 w 98332"/>
                    <a:gd name="connsiteY11" fmla="*/ 29220 h 113970"/>
                    <a:gd name="connsiteX12" fmla="*/ 8744 w 98332"/>
                    <a:gd name="connsiteY12" fmla="*/ 48475 h 113970"/>
                    <a:gd name="connsiteX13" fmla="*/ 15820 w 98332"/>
                    <a:gd name="connsiteY13" fmla="*/ 59386 h 113970"/>
                    <a:gd name="connsiteX14" fmla="*/ 24183 w 98332"/>
                    <a:gd name="connsiteY14" fmla="*/ 76715 h 113970"/>
                    <a:gd name="connsiteX15" fmla="*/ 42838 w 98332"/>
                    <a:gd name="connsiteY15" fmla="*/ 94686 h 113970"/>
                    <a:gd name="connsiteX16" fmla="*/ 62779 w 98332"/>
                    <a:gd name="connsiteY16" fmla="*/ 105597 h 113970"/>
                    <a:gd name="connsiteX17" fmla="*/ 75001 w 98332"/>
                    <a:gd name="connsiteY17" fmla="*/ 112015 h 113970"/>
                    <a:gd name="connsiteX18" fmla="*/ 90440 w 98332"/>
                    <a:gd name="connsiteY18" fmla="*/ 112015 h 113970"/>
                    <a:gd name="connsiteX19" fmla="*/ 96229 w 98332"/>
                    <a:gd name="connsiteY19" fmla="*/ 105597 h 113970"/>
                    <a:gd name="connsiteX20" fmla="*/ 97516 w 98332"/>
                    <a:gd name="connsiteY20" fmla="*/ 94044 h 113970"/>
                    <a:gd name="connsiteX21" fmla="*/ 93656 w 98332"/>
                    <a:gd name="connsiteY21" fmla="*/ 62595 h 113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8332" h="113970">
                      <a:moveTo>
                        <a:pt x="93656" y="62595"/>
                      </a:moveTo>
                      <a:cubicBezTo>
                        <a:pt x="92369" y="55535"/>
                        <a:pt x="87223" y="44624"/>
                        <a:pt x="84007" y="43982"/>
                      </a:cubicBezTo>
                      <a:cubicBezTo>
                        <a:pt x="80791" y="43340"/>
                        <a:pt x="78861" y="43982"/>
                        <a:pt x="78861" y="39489"/>
                      </a:cubicBezTo>
                      <a:cubicBezTo>
                        <a:pt x="78861" y="34996"/>
                        <a:pt x="79504" y="31145"/>
                        <a:pt x="79504" y="27936"/>
                      </a:cubicBezTo>
                      <a:cubicBezTo>
                        <a:pt x="79504" y="24727"/>
                        <a:pt x="78861" y="26011"/>
                        <a:pt x="75644" y="22802"/>
                      </a:cubicBezTo>
                      <a:cubicBezTo>
                        <a:pt x="73071" y="19592"/>
                        <a:pt x="72428" y="18951"/>
                        <a:pt x="69212" y="15741"/>
                      </a:cubicBezTo>
                      <a:cubicBezTo>
                        <a:pt x="65995" y="12532"/>
                        <a:pt x="58276" y="8040"/>
                        <a:pt x="55060" y="4830"/>
                      </a:cubicBezTo>
                      <a:cubicBezTo>
                        <a:pt x="51843" y="1621"/>
                        <a:pt x="51200" y="-946"/>
                        <a:pt x="44124" y="338"/>
                      </a:cubicBezTo>
                      <a:cubicBezTo>
                        <a:pt x="37048" y="1621"/>
                        <a:pt x="29972" y="979"/>
                        <a:pt x="26113" y="6756"/>
                      </a:cubicBezTo>
                      <a:cubicBezTo>
                        <a:pt x="26113" y="6756"/>
                        <a:pt x="22896" y="11249"/>
                        <a:pt x="19680" y="13816"/>
                      </a:cubicBezTo>
                      <a:cubicBezTo>
                        <a:pt x="16463" y="16383"/>
                        <a:pt x="16463" y="14458"/>
                        <a:pt x="11317" y="15741"/>
                      </a:cubicBezTo>
                      <a:cubicBezTo>
                        <a:pt x="6171" y="17025"/>
                        <a:pt x="2311" y="18309"/>
                        <a:pt x="382" y="29220"/>
                      </a:cubicBezTo>
                      <a:cubicBezTo>
                        <a:pt x="-1548" y="40131"/>
                        <a:pt x="4241" y="43982"/>
                        <a:pt x="8744" y="48475"/>
                      </a:cubicBezTo>
                      <a:cubicBezTo>
                        <a:pt x="13247" y="52326"/>
                        <a:pt x="14534" y="56177"/>
                        <a:pt x="15820" y="59386"/>
                      </a:cubicBezTo>
                      <a:cubicBezTo>
                        <a:pt x="17107" y="63236"/>
                        <a:pt x="18393" y="69655"/>
                        <a:pt x="24183" y="76715"/>
                      </a:cubicBezTo>
                      <a:cubicBezTo>
                        <a:pt x="29972" y="83775"/>
                        <a:pt x="34475" y="90193"/>
                        <a:pt x="42838" y="94686"/>
                      </a:cubicBezTo>
                      <a:cubicBezTo>
                        <a:pt x="51200" y="99179"/>
                        <a:pt x="56990" y="103030"/>
                        <a:pt x="62779" y="105597"/>
                      </a:cubicBezTo>
                      <a:cubicBezTo>
                        <a:pt x="68568" y="108164"/>
                        <a:pt x="71142" y="110090"/>
                        <a:pt x="75001" y="112015"/>
                      </a:cubicBezTo>
                      <a:cubicBezTo>
                        <a:pt x="78861" y="113941"/>
                        <a:pt x="87223" y="115224"/>
                        <a:pt x="90440" y="112015"/>
                      </a:cubicBezTo>
                      <a:cubicBezTo>
                        <a:pt x="93656" y="108806"/>
                        <a:pt x="94943" y="109448"/>
                        <a:pt x="96229" y="105597"/>
                      </a:cubicBezTo>
                      <a:cubicBezTo>
                        <a:pt x="97516" y="101746"/>
                        <a:pt x="99446" y="99179"/>
                        <a:pt x="97516" y="94044"/>
                      </a:cubicBezTo>
                      <a:cubicBezTo>
                        <a:pt x="93656" y="89551"/>
                        <a:pt x="94299" y="69655"/>
                        <a:pt x="93656" y="62595"/>
                      </a:cubicBezTo>
                      <a:close/>
                    </a:path>
                  </a:pathLst>
                </a:custGeom>
                <a:solidFill>
                  <a:schemeClr val="accent1"/>
                </a:solidFill>
                <a:ln w="6424" cap="flat">
                  <a:noFill/>
                  <a:prstDash val="solid"/>
                  <a:miter/>
                </a:ln>
              </p:spPr>
              <p:txBody>
                <a:bodyPr rtlCol="0" anchor="ctr"/>
                <a:lstStyle/>
                <a:p>
                  <a:endParaRPr lang="pt-BR"/>
                </a:p>
              </p:txBody>
            </p:sp>
            <p:sp>
              <p:nvSpPr>
                <p:cNvPr id="28" name="Freeform: Shape 27">
                  <a:extLst>
                    <a:ext uri="{FF2B5EF4-FFF2-40B4-BE49-F238E27FC236}">
                      <a16:creationId xmlns:a16="http://schemas.microsoft.com/office/drawing/2014/main" id="{2C745BDE-5BDD-28B0-0038-96AB0874677F}"/>
                    </a:ext>
                  </a:extLst>
                </p:cNvPr>
                <p:cNvSpPr/>
                <p:nvPr/>
              </p:nvSpPr>
              <p:spPr>
                <a:xfrm>
                  <a:off x="6952626" y="2879600"/>
                  <a:ext cx="16099" cy="38820"/>
                </a:xfrm>
                <a:custGeom>
                  <a:avLst/>
                  <a:gdLst>
                    <a:gd name="connsiteX0" fmla="*/ 2751 w 16099"/>
                    <a:gd name="connsiteY0" fmla="*/ 0 h 38820"/>
                    <a:gd name="connsiteX1" fmla="*/ 4038 w 16099"/>
                    <a:gd name="connsiteY1" fmla="*/ 18613 h 38820"/>
                    <a:gd name="connsiteX2" fmla="*/ 14330 w 16099"/>
                    <a:gd name="connsiteY2" fmla="*/ 38510 h 38820"/>
                    <a:gd name="connsiteX3" fmla="*/ 11757 w 16099"/>
                    <a:gd name="connsiteY3" fmla="*/ 20538 h 38820"/>
                    <a:gd name="connsiteX4" fmla="*/ 2751 w 16099"/>
                    <a:gd name="connsiteY4" fmla="*/ 0 h 38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99" h="38820">
                      <a:moveTo>
                        <a:pt x="2751" y="0"/>
                      </a:moveTo>
                      <a:cubicBezTo>
                        <a:pt x="-1108" y="0"/>
                        <a:pt x="-1108" y="3209"/>
                        <a:pt x="4038" y="18613"/>
                      </a:cubicBezTo>
                      <a:cubicBezTo>
                        <a:pt x="9184" y="33375"/>
                        <a:pt x="9827" y="40435"/>
                        <a:pt x="14330" y="38510"/>
                      </a:cubicBezTo>
                      <a:cubicBezTo>
                        <a:pt x="19476" y="36584"/>
                        <a:pt x="11757" y="20538"/>
                        <a:pt x="11757" y="20538"/>
                      </a:cubicBezTo>
                      <a:cubicBezTo>
                        <a:pt x="11757" y="19897"/>
                        <a:pt x="6611" y="0"/>
                        <a:pt x="2751" y="0"/>
                      </a:cubicBezTo>
                      <a:close/>
                    </a:path>
                  </a:pathLst>
                </a:custGeom>
                <a:solidFill>
                  <a:schemeClr val="accent1"/>
                </a:solidFill>
                <a:ln w="6424" cap="flat">
                  <a:noFill/>
                  <a:prstDash val="solid"/>
                  <a:miter/>
                </a:ln>
              </p:spPr>
              <p:txBody>
                <a:bodyPr rtlCol="0" anchor="ctr"/>
                <a:lstStyle/>
                <a:p>
                  <a:endParaRPr lang="pt-BR"/>
                </a:p>
              </p:txBody>
            </p:sp>
            <p:sp>
              <p:nvSpPr>
                <p:cNvPr id="29" name="Freeform: Shape 28">
                  <a:extLst>
                    <a:ext uri="{FF2B5EF4-FFF2-40B4-BE49-F238E27FC236}">
                      <a16:creationId xmlns:a16="http://schemas.microsoft.com/office/drawing/2014/main" id="{7078120E-7651-F9F0-E8B4-B126C2197678}"/>
                    </a:ext>
                  </a:extLst>
                </p:cNvPr>
                <p:cNvSpPr/>
                <p:nvPr/>
              </p:nvSpPr>
              <p:spPr>
                <a:xfrm>
                  <a:off x="6966966" y="2950308"/>
                  <a:ext cx="48296" cy="76945"/>
                </a:xfrm>
                <a:custGeom>
                  <a:avLst/>
                  <a:gdLst>
                    <a:gd name="connsiteX0" fmla="*/ 42446 w 48296"/>
                    <a:gd name="connsiteY0" fmla="*/ 34552 h 76945"/>
                    <a:gd name="connsiteX1" fmla="*/ 37943 w 48296"/>
                    <a:gd name="connsiteY1" fmla="*/ 23641 h 76945"/>
                    <a:gd name="connsiteX2" fmla="*/ 34727 w 48296"/>
                    <a:gd name="connsiteY2" fmla="*/ 14655 h 76945"/>
                    <a:gd name="connsiteX3" fmla="*/ 23791 w 48296"/>
                    <a:gd name="connsiteY3" fmla="*/ 1819 h 76945"/>
                    <a:gd name="connsiteX4" fmla="*/ 7066 w 48296"/>
                    <a:gd name="connsiteY4" fmla="*/ 3744 h 76945"/>
                    <a:gd name="connsiteX5" fmla="*/ 634 w 48296"/>
                    <a:gd name="connsiteY5" fmla="*/ 26208 h 76945"/>
                    <a:gd name="connsiteX6" fmla="*/ 17359 w 48296"/>
                    <a:gd name="connsiteY6" fmla="*/ 53165 h 76945"/>
                    <a:gd name="connsiteX7" fmla="*/ 28294 w 48296"/>
                    <a:gd name="connsiteY7" fmla="*/ 63434 h 76945"/>
                    <a:gd name="connsiteX8" fmla="*/ 41160 w 48296"/>
                    <a:gd name="connsiteY8" fmla="*/ 76913 h 76945"/>
                    <a:gd name="connsiteX9" fmla="*/ 46306 w 48296"/>
                    <a:gd name="connsiteY9" fmla="*/ 61509 h 76945"/>
                    <a:gd name="connsiteX10" fmla="*/ 42446 w 48296"/>
                    <a:gd name="connsiteY10" fmla="*/ 34552 h 76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296" h="76945">
                      <a:moveTo>
                        <a:pt x="42446" y="34552"/>
                      </a:moveTo>
                      <a:cubicBezTo>
                        <a:pt x="41803" y="28134"/>
                        <a:pt x="41160" y="28776"/>
                        <a:pt x="37943" y="23641"/>
                      </a:cubicBezTo>
                      <a:cubicBezTo>
                        <a:pt x="35370" y="18506"/>
                        <a:pt x="34727" y="14655"/>
                        <a:pt x="34727" y="14655"/>
                      </a:cubicBezTo>
                      <a:cubicBezTo>
                        <a:pt x="34727" y="14014"/>
                        <a:pt x="30224" y="5028"/>
                        <a:pt x="23791" y="1819"/>
                      </a:cubicBezTo>
                      <a:cubicBezTo>
                        <a:pt x="17359" y="-1390"/>
                        <a:pt x="12856" y="-107"/>
                        <a:pt x="7066" y="3744"/>
                      </a:cubicBezTo>
                      <a:cubicBezTo>
                        <a:pt x="1277" y="8237"/>
                        <a:pt x="-1296" y="17864"/>
                        <a:pt x="634" y="26208"/>
                      </a:cubicBezTo>
                      <a:cubicBezTo>
                        <a:pt x="2563" y="34552"/>
                        <a:pt x="12856" y="49314"/>
                        <a:pt x="17359" y="53165"/>
                      </a:cubicBezTo>
                      <a:cubicBezTo>
                        <a:pt x="21862" y="57016"/>
                        <a:pt x="25078" y="57658"/>
                        <a:pt x="28294" y="63434"/>
                      </a:cubicBezTo>
                      <a:cubicBezTo>
                        <a:pt x="31511" y="68569"/>
                        <a:pt x="32797" y="77554"/>
                        <a:pt x="41160" y="76913"/>
                      </a:cubicBezTo>
                      <a:cubicBezTo>
                        <a:pt x="49522" y="76271"/>
                        <a:pt x="49522" y="68569"/>
                        <a:pt x="46306" y="61509"/>
                      </a:cubicBezTo>
                      <a:cubicBezTo>
                        <a:pt x="42446" y="54449"/>
                        <a:pt x="42446" y="40970"/>
                        <a:pt x="42446" y="34552"/>
                      </a:cubicBezTo>
                      <a:close/>
                    </a:path>
                  </a:pathLst>
                </a:custGeom>
                <a:solidFill>
                  <a:schemeClr val="accent1"/>
                </a:solidFill>
                <a:ln w="6424" cap="flat">
                  <a:noFill/>
                  <a:prstDash val="solid"/>
                  <a:miter/>
                </a:ln>
              </p:spPr>
              <p:txBody>
                <a:bodyPr rtlCol="0" anchor="ctr"/>
                <a:lstStyle/>
                <a:p>
                  <a:endParaRPr lang="pt-BR"/>
                </a:p>
              </p:txBody>
            </p:sp>
            <p:sp>
              <p:nvSpPr>
                <p:cNvPr id="33" name="Freeform: Shape 32">
                  <a:extLst>
                    <a:ext uri="{FF2B5EF4-FFF2-40B4-BE49-F238E27FC236}">
                      <a16:creationId xmlns:a16="http://schemas.microsoft.com/office/drawing/2014/main" id="{17E5E593-2395-B0A4-C692-05B83780BDBC}"/>
                    </a:ext>
                  </a:extLst>
                </p:cNvPr>
                <p:cNvSpPr/>
                <p:nvPr/>
              </p:nvSpPr>
              <p:spPr>
                <a:xfrm>
                  <a:off x="7067937" y="3034248"/>
                  <a:ext cx="41105" cy="53316"/>
                </a:xfrm>
                <a:custGeom>
                  <a:avLst/>
                  <a:gdLst>
                    <a:gd name="connsiteX0" fmla="*/ 37324 w 41105"/>
                    <a:gd name="connsiteY0" fmla="*/ 14152 h 53316"/>
                    <a:gd name="connsiteX1" fmla="*/ 18669 w 41105"/>
                    <a:gd name="connsiteY1" fmla="*/ 32 h 53316"/>
                    <a:gd name="connsiteX2" fmla="*/ 657 w 41105"/>
                    <a:gd name="connsiteY2" fmla="*/ 23138 h 53316"/>
                    <a:gd name="connsiteX3" fmla="*/ 18025 w 41105"/>
                    <a:gd name="connsiteY3" fmla="*/ 46885 h 53316"/>
                    <a:gd name="connsiteX4" fmla="*/ 33464 w 41105"/>
                    <a:gd name="connsiteY4" fmla="*/ 53304 h 53316"/>
                    <a:gd name="connsiteX5" fmla="*/ 39897 w 41105"/>
                    <a:gd name="connsiteY5" fmla="*/ 46244 h 53316"/>
                    <a:gd name="connsiteX6" fmla="*/ 37324 w 41105"/>
                    <a:gd name="connsiteY6" fmla="*/ 14152 h 53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05" h="53316">
                      <a:moveTo>
                        <a:pt x="37324" y="14152"/>
                      </a:moveTo>
                      <a:cubicBezTo>
                        <a:pt x="37324" y="14152"/>
                        <a:pt x="30891" y="1316"/>
                        <a:pt x="18669" y="32"/>
                      </a:cubicBezTo>
                      <a:cubicBezTo>
                        <a:pt x="6446" y="-610"/>
                        <a:pt x="-2559" y="8376"/>
                        <a:pt x="657" y="23138"/>
                      </a:cubicBezTo>
                      <a:cubicBezTo>
                        <a:pt x="3230" y="37258"/>
                        <a:pt x="13522" y="44318"/>
                        <a:pt x="18025" y="46885"/>
                      </a:cubicBezTo>
                      <a:cubicBezTo>
                        <a:pt x="22528" y="49453"/>
                        <a:pt x="28318" y="53304"/>
                        <a:pt x="33464" y="53304"/>
                      </a:cubicBezTo>
                      <a:cubicBezTo>
                        <a:pt x="38610" y="53304"/>
                        <a:pt x="39897" y="53946"/>
                        <a:pt x="39897" y="46244"/>
                      </a:cubicBezTo>
                      <a:cubicBezTo>
                        <a:pt x="39253" y="38542"/>
                        <a:pt x="44399" y="28914"/>
                        <a:pt x="37324" y="14152"/>
                      </a:cubicBezTo>
                      <a:close/>
                    </a:path>
                  </a:pathLst>
                </a:custGeom>
                <a:solidFill>
                  <a:schemeClr val="accent1"/>
                </a:solidFill>
                <a:ln w="6424" cap="flat">
                  <a:noFill/>
                  <a:prstDash val="solid"/>
                  <a:miter/>
                </a:ln>
              </p:spPr>
              <p:txBody>
                <a:bodyPr rtlCol="0" anchor="ctr"/>
                <a:lstStyle/>
                <a:p>
                  <a:endParaRPr lang="pt-BR"/>
                </a:p>
              </p:txBody>
            </p:sp>
            <p:sp>
              <p:nvSpPr>
                <p:cNvPr id="34" name="Freeform: Shape 33">
                  <a:extLst>
                    <a:ext uri="{FF2B5EF4-FFF2-40B4-BE49-F238E27FC236}">
                      <a16:creationId xmlns:a16="http://schemas.microsoft.com/office/drawing/2014/main" id="{FEE7059F-A05E-3984-D85D-35D81354AC82}"/>
                    </a:ext>
                  </a:extLst>
                </p:cNvPr>
                <p:cNvSpPr/>
                <p:nvPr/>
              </p:nvSpPr>
              <p:spPr>
                <a:xfrm>
                  <a:off x="6837217" y="3113781"/>
                  <a:ext cx="50720" cy="87381"/>
                </a:xfrm>
                <a:custGeom>
                  <a:avLst/>
                  <a:gdLst>
                    <a:gd name="connsiteX0" fmla="*/ 42898 w 50720"/>
                    <a:gd name="connsiteY0" fmla="*/ 9071 h 87381"/>
                    <a:gd name="connsiteX1" fmla="*/ 32606 w 50720"/>
                    <a:gd name="connsiteY1" fmla="*/ 1369 h 87381"/>
                    <a:gd name="connsiteX2" fmla="*/ 12021 w 50720"/>
                    <a:gd name="connsiteY2" fmla="*/ 3937 h 87381"/>
                    <a:gd name="connsiteX3" fmla="*/ 3659 w 50720"/>
                    <a:gd name="connsiteY3" fmla="*/ 12281 h 87381"/>
                    <a:gd name="connsiteX4" fmla="*/ 1086 w 50720"/>
                    <a:gd name="connsiteY4" fmla="*/ 25759 h 87381"/>
                    <a:gd name="connsiteX5" fmla="*/ 442 w 50720"/>
                    <a:gd name="connsiteY5" fmla="*/ 36670 h 87381"/>
                    <a:gd name="connsiteX6" fmla="*/ 8162 w 50720"/>
                    <a:gd name="connsiteY6" fmla="*/ 55925 h 87381"/>
                    <a:gd name="connsiteX7" fmla="*/ 17811 w 50720"/>
                    <a:gd name="connsiteY7" fmla="*/ 71329 h 87381"/>
                    <a:gd name="connsiteX8" fmla="*/ 24887 w 50720"/>
                    <a:gd name="connsiteY8" fmla="*/ 80956 h 87381"/>
                    <a:gd name="connsiteX9" fmla="*/ 39039 w 50720"/>
                    <a:gd name="connsiteY9" fmla="*/ 81598 h 87381"/>
                    <a:gd name="connsiteX10" fmla="*/ 50617 w 50720"/>
                    <a:gd name="connsiteY10" fmla="*/ 52715 h 87381"/>
                    <a:gd name="connsiteX11" fmla="*/ 49331 w 50720"/>
                    <a:gd name="connsiteY11" fmla="*/ 23192 h 87381"/>
                    <a:gd name="connsiteX12" fmla="*/ 42898 w 50720"/>
                    <a:gd name="connsiteY12" fmla="*/ 9071 h 8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720" h="87381">
                      <a:moveTo>
                        <a:pt x="42898" y="9071"/>
                      </a:moveTo>
                      <a:cubicBezTo>
                        <a:pt x="38395" y="5862"/>
                        <a:pt x="37109" y="2011"/>
                        <a:pt x="32606" y="1369"/>
                      </a:cubicBezTo>
                      <a:cubicBezTo>
                        <a:pt x="28746" y="86"/>
                        <a:pt x="21027" y="-1840"/>
                        <a:pt x="12021" y="3937"/>
                      </a:cubicBezTo>
                      <a:cubicBezTo>
                        <a:pt x="3659" y="10355"/>
                        <a:pt x="7518" y="5862"/>
                        <a:pt x="3659" y="12281"/>
                      </a:cubicBezTo>
                      <a:cubicBezTo>
                        <a:pt x="442" y="18699"/>
                        <a:pt x="442" y="21908"/>
                        <a:pt x="1086" y="25759"/>
                      </a:cubicBezTo>
                      <a:cubicBezTo>
                        <a:pt x="1086" y="29610"/>
                        <a:pt x="-844" y="32177"/>
                        <a:pt x="442" y="36670"/>
                      </a:cubicBezTo>
                      <a:cubicBezTo>
                        <a:pt x="1729" y="41163"/>
                        <a:pt x="3659" y="50148"/>
                        <a:pt x="8162" y="55925"/>
                      </a:cubicBezTo>
                      <a:cubicBezTo>
                        <a:pt x="12664" y="61701"/>
                        <a:pt x="14594" y="68761"/>
                        <a:pt x="17811" y="71329"/>
                      </a:cubicBezTo>
                      <a:cubicBezTo>
                        <a:pt x="20384" y="73896"/>
                        <a:pt x="22957" y="76463"/>
                        <a:pt x="24887" y="80956"/>
                      </a:cubicBezTo>
                      <a:cubicBezTo>
                        <a:pt x="27460" y="85449"/>
                        <a:pt x="32606" y="92509"/>
                        <a:pt x="39039" y="81598"/>
                      </a:cubicBezTo>
                      <a:cubicBezTo>
                        <a:pt x="45471" y="71329"/>
                        <a:pt x="50617" y="59134"/>
                        <a:pt x="50617" y="52715"/>
                      </a:cubicBezTo>
                      <a:cubicBezTo>
                        <a:pt x="50617" y="46297"/>
                        <a:pt x="51261" y="28326"/>
                        <a:pt x="49331" y="23192"/>
                      </a:cubicBezTo>
                      <a:cubicBezTo>
                        <a:pt x="49331" y="22550"/>
                        <a:pt x="47401" y="12281"/>
                        <a:pt x="42898" y="9071"/>
                      </a:cubicBezTo>
                      <a:close/>
                    </a:path>
                  </a:pathLst>
                </a:custGeom>
                <a:solidFill>
                  <a:srgbClr val="9D70F2"/>
                </a:solidFill>
                <a:ln w="6424" cap="flat">
                  <a:noFill/>
                  <a:prstDash val="solid"/>
                  <a:miter/>
                </a:ln>
              </p:spPr>
              <p:txBody>
                <a:bodyPr rtlCol="0" anchor="ctr"/>
                <a:lstStyle/>
                <a:p>
                  <a:endParaRPr lang="pt-BR"/>
                </a:p>
              </p:txBody>
            </p:sp>
            <p:sp>
              <p:nvSpPr>
                <p:cNvPr id="35" name="Freeform: Shape 34">
                  <a:extLst>
                    <a:ext uri="{FF2B5EF4-FFF2-40B4-BE49-F238E27FC236}">
                      <a16:creationId xmlns:a16="http://schemas.microsoft.com/office/drawing/2014/main" id="{137CD136-B0B3-9B75-27DA-B95B3AB1646D}"/>
                    </a:ext>
                  </a:extLst>
                </p:cNvPr>
                <p:cNvSpPr/>
                <p:nvPr/>
              </p:nvSpPr>
              <p:spPr>
                <a:xfrm>
                  <a:off x="6383627" y="2968672"/>
                  <a:ext cx="72740" cy="91489"/>
                </a:xfrm>
                <a:custGeom>
                  <a:avLst/>
                  <a:gdLst>
                    <a:gd name="connsiteX0" fmla="*/ 63566 w 72740"/>
                    <a:gd name="connsiteY0" fmla="*/ 89356 h 91489"/>
                    <a:gd name="connsiteX1" fmla="*/ 68712 w 72740"/>
                    <a:gd name="connsiteY1" fmla="*/ 81013 h 91489"/>
                    <a:gd name="connsiteX2" fmla="*/ 50700 w 72740"/>
                    <a:gd name="connsiteY2" fmla="*/ 68176 h 91489"/>
                    <a:gd name="connsiteX3" fmla="*/ 39765 w 72740"/>
                    <a:gd name="connsiteY3" fmla="*/ 54056 h 91489"/>
                    <a:gd name="connsiteX4" fmla="*/ 41051 w 72740"/>
                    <a:gd name="connsiteY4" fmla="*/ 43145 h 91489"/>
                    <a:gd name="connsiteX5" fmla="*/ 45554 w 72740"/>
                    <a:gd name="connsiteY5" fmla="*/ 34801 h 91489"/>
                    <a:gd name="connsiteX6" fmla="*/ 46841 w 72740"/>
                    <a:gd name="connsiteY6" fmla="*/ 16830 h 91489"/>
                    <a:gd name="connsiteX7" fmla="*/ 30759 w 72740"/>
                    <a:gd name="connsiteY7" fmla="*/ 143 h 91489"/>
                    <a:gd name="connsiteX8" fmla="*/ 12104 w 72740"/>
                    <a:gd name="connsiteY8" fmla="*/ 10412 h 91489"/>
                    <a:gd name="connsiteX9" fmla="*/ 2455 w 72740"/>
                    <a:gd name="connsiteY9" fmla="*/ 25174 h 91489"/>
                    <a:gd name="connsiteX10" fmla="*/ 525 w 72740"/>
                    <a:gd name="connsiteY10" fmla="*/ 38652 h 91489"/>
                    <a:gd name="connsiteX11" fmla="*/ 5028 w 72740"/>
                    <a:gd name="connsiteY11" fmla="*/ 52772 h 91489"/>
                    <a:gd name="connsiteX12" fmla="*/ 14034 w 72740"/>
                    <a:gd name="connsiteY12" fmla="*/ 66251 h 91489"/>
                    <a:gd name="connsiteX13" fmla="*/ 26899 w 72740"/>
                    <a:gd name="connsiteY13" fmla="*/ 68176 h 91489"/>
                    <a:gd name="connsiteX14" fmla="*/ 35262 w 72740"/>
                    <a:gd name="connsiteY14" fmla="*/ 68176 h 91489"/>
                    <a:gd name="connsiteX15" fmla="*/ 45554 w 72740"/>
                    <a:gd name="connsiteY15" fmla="*/ 73953 h 91489"/>
                    <a:gd name="connsiteX16" fmla="*/ 63566 w 72740"/>
                    <a:gd name="connsiteY16" fmla="*/ 89356 h 9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740" h="91489">
                      <a:moveTo>
                        <a:pt x="63566" y="89356"/>
                      </a:moveTo>
                      <a:cubicBezTo>
                        <a:pt x="73215" y="95775"/>
                        <a:pt x="75788" y="86147"/>
                        <a:pt x="68712" y="81013"/>
                      </a:cubicBezTo>
                      <a:cubicBezTo>
                        <a:pt x="60993" y="75878"/>
                        <a:pt x="54560" y="70743"/>
                        <a:pt x="50700" y="68176"/>
                      </a:cubicBezTo>
                      <a:cubicBezTo>
                        <a:pt x="46841" y="66251"/>
                        <a:pt x="42338" y="59191"/>
                        <a:pt x="39765" y="54056"/>
                      </a:cubicBezTo>
                      <a:cubicBezTo>
                        <a:pt x="37192" y="48280"/>
                        <a:pt x="41051" y="43145"/>
                        <a:pt x="41051" y="43145"/>
                      </a:cubicBezTo>
                      <a:cubicBezTo>
                        <a:pt x="41051" y="43145"/>
                        <a:pt x="42338" y="40578"/>
                        <a:pt x="45554" y="34801"/>
                      </a:cubicBezTo>
                      <a:cubicBezTo>
                        <a:pt x="48127" y="28383"/>
                        <a:pt x="48127" y="25816"/>
                        <a:pt x="46841" y="16830"/>
                      </a:cubicBezTo>
                      <a:cubicBezTo>
                        <a:pt x="45554" y="7845"/>
                        <a:pt x="42338" y="2068"/>
                        <a:pt x="30759" y="143"/>
                      </a:cubicBezTo>
                      <a:cubicBezTo>
                        <a:pt x="19180" y="-1141"/>
                        <a:pt x="19180" y="6561"/>
                        <a:pt x="12104" y="10412"/>
                      </a:cubicBezTo>
                      <a:cubicBezTo>
                        <a:pt x="5028" y="14263"/>
                        <a:pt x="5671" y="18114"/>
                        <a:pt x="2455" y="25174"/>
                      </a:cubicBezTo>
                      <a:cubicBezTo>
                        <a:pt x="-761" y="32234"/>
                        <a:pt x="-118" y="32876"/>
                        <a:pt x="525" y="38652"/>
                      </a:cubicBezTo>
                      <a:cubicBezTo>
                        <a:pt x="1168" y="44429"/>
                        <a:pt x="3742" y="46354"/>
                        <a:pt x="5028" y="52772"/>
                      </a:cubicBezTo>
                      <a:cubicBezTo>
                        <a:pt x="6958" y="59191"/>
                        <a:pt x="12104" y="63041"/>
                        <a:pt x="14034" y="66251"/>
                      </a:cubicBezTo>
                      <a:cubicBezTo>
                        <a:pt x="15964" y="69460"/>
                        <a:pt x="21110" y="70743"/>
                        <a:pt x="26899" y="68176"/>
                      </a:cubicBezTo>
                      <a:cubicBezTo>
                        <a:pt x="32689" y="65609"/>
                        <a:pt x="33332" y="65609"/>
                        <a:pt x="35262" y="68176"/>
                      </a:cubicBezTo>
                      <a:cubicBezTo>
                        <a:pt x="37192" y="70743"/>
                        <a:pt x="39122" y="72027"/>
                        <a:pt x="45554" y="73953"/>
                      </a:cubicBezTo>
                      <a:cubicBezTo>
                        <a:pt x="51987" y="75878"/>
                        <a:pt x="53917" y="82938"/>
                        <a:pt x="63566" y="89356"/>
                      </a:cubicBezTo>
                      <a:close/>
                    </a:path>
                  </a:pathLst>
                </a:custGeom>
                <a:solidFill>
                  <a:schemeClr val="accent1"/>
                </a:solidFill>
                <a:ln w="6424" cap="flat">
                  <a:noFill/>
                  <a:prstDash val="solid"/>
                  <a:miter/>
                </a:ln>
              </p:spPr>
              <p:txBody>
                <a:bodyPr rtlCol="0" anchor="ctr"/>
                <a:lstStyle/>
                <a:p>
                  <a:endParaRPr lang="pt-BR"/>
                </a:p>
              </p:txBody>
            </p:sp>
            <p:sp>
              <p:nvSpPr>
                <p:cNvPr id="36" name="Freeform: Shape 35">
                  <a:extLst>
                    <a:ext uri="{FF2B5EF4-FFF2-40B4-BE49-F238E27FC236}">
                      <a16:creationId xmlns:a16="http://schemas.microsoft.com/office/drawing/2014/main" id="{37D978C3-DBDC-E7D0-AEF2-420D3AAF8907}"/>
                    </a:ext>
                  </a:extLst>
                </p:cNvPr>
                <p:cNvSpPr/>
                <p:nvPr/>
              </p:nvSpPr>
              <p:spPr>
                <a:xfrm>
                  <a:off x="6351989" y="2944425"/>
                  <a:ext cx="24505" cy="18613"/>
                </a:xfrm>
                <a:custGeom>
                  <a:avLst/>
                  <a:gdLst>
                    <a:gd name="connsiteX0" fmla="*/ 17368 w 24505"/>
                    <a:gd name="connsiteY0" fmla="*/ 0 h 18613"/>
                    <a:gd name="connsiteX1" fmla="*/ 5789 w 24505"/>
                    <a:gd name="connsiteY1" fmla="*/ 5135 h 18613"/>
                    <a:gd name="connsiteX2" fmla="*/ 0 w 24505"/>
                    <a:gd name="connsiteY2" fmla="*/ 14120 h 18613"/>
                    <a:gd name="connsiteX3" fmla="*/ 5146 w 24505"/>
                    <a:gd name="connsiteY3" fmla="*/ 18613 h 18613"/>
                    <a:gd name="connsiteX4" fmla="*/ 10936 w 24505"/>
                    <a:gd name="connsiteY4" fmla="*/ 15404 h 18613"/>
                    <a:gd name="connsiteX5" fmla="*/ 16725 w 24505"/>
                    <a:gd name="connsiteY5" fmla="*/ 13478 h 18613"/>
                    <a:gd name="connsiteX6" fmla="*/ 22515 w 24505"/>
                    <a:gd name="connsiteY6" fmla="*/ 6418 h 18613"/>
                    <a:gd name="connsiteX7" fmla="*/ 17368 w 24505"/>
                    <a:gd name="connsiteY7" fmla="*/ 0 h 1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505" h="18613">
                      <a:moveTo>
                        <a:pt x="17368" y="0"/>
                      </a:moveTo>
                      <a:cubicBezTo>
                        <a:pt x="8362" y="0"/>
                        <a:pt x="5789" y="5135"/>
                        <a:pt x="5789" y="5135"/>
                      </a:cubicBezTo>
                      <a:cubicBezTo>
                        <a:pt x="3860" y="6418"/>
                        <a:pt x="0" y="10911"/>
                        <a:pt x="0" y="14120"/>
                      </a:cubicBezTo>
                      <a:cubicBezTo>
                        <a:pt x="643" y="17329"/>
                        <a:pt x="3860" y="17971"/>
                        <a:pt x="5146" y="18613"/>
                      </a:cubicBezTo>
                      <a:cubicBezTo>
                        <a:pt x="6433" y="18613"/>
                        <a:pt x="6433" y="17971"/>
                        <a:pt x="10936" y="15404"/>
                      </a:cubicBezTo>
                      <a:cubicBezTo>
                        <a:pt x="14795" y="12837"/>
                        <a:pt x="13509" y="16046"/>
                        <a:pt x="16725" y="13478"/>
                      </a:cubicBezTo>
                      <a:cubicBezTo>
                        <a:pt x="19941" y="11553"/>
                        <a:pt x="18655" y="10911"/>
                        <a:pt x="22515" y="6418"/>
                      </a:cubicBezTo>
                      <a:cubicBezTo>
                        <a:pt x="25731" y="1284"/>
                        <a:pt x="25731" y="0"/>
                        <a:pt x="17368" y="0"/>
                      </a:cubicBezTo>
                      <a:close/>
                    </a:path>
                  </a:pathLst>
                </a:custGeom>
                <a:solidFill>
                  <a:schemeClr val="accent1"/>
                </a:solidFill>
                <a:ln w="6424" cap="flat">
                  <a:noFill/>
                  <a:prstDash val="solid"/>
                  <a:miter/>
                </a:ln>
              </p:spPr>
              <p:txBody>
                <a:bodyPr rtlCol="0" anchor="ctr"/>
                <a:lstStyle/>
                <a:p>
                  <a:endParaRPr lang="pt-BR"/>
                </a:p>
              </p:txBody>
            </p:sp>
            <p:sp>
              <p:nvSpPr>
                <p:cNvPr id="37" name="Freeform: Shape 36">
                  <a:extLst>
                    <a:ext uri="{FF2B5EF4-FFF2-40B4-BE49-F238E27FC236}">
                      <a16:creationId xmlns:a16="http://schemas.microsoft.com/office/drawing/2014/main" id="{4C3C51BB-BA39-5778-2F15-F8E34B65BDFD}"/>
                    </a:ext>
                  </a:extLst>
                </p:cNvPr>
                <p:cNvSpPr/>
                <p:nvPr/>
              </p:nvSpPr>
              <p:spPr>
                <a:xfrm>
                  <a:off x="6381812" y="2912833"/>
                  <a:ext cx="12386" cy="22606"/>
                </a:xfrm>
                <a:custGeom>
                  <a:avLst/>
                  <a:gdLst>
                    <a:gd name="connsiteX0" fmla="*/ 7487 w 12386"/>
                    <a:gd name="connsiteY0" fmla="*/ 22606 h 22606"/>
                    <a:gd name="connsiteX1" fmla="*/ 11990 w 12386"/>
                    <a:gd name="connsiteY1" fmla="*/ 11053 h 22606"/>
                    <a:gd name="connsiteX2" fmla="*/ 2984 w 12386"/>
                    <a:gd name="connsiteY2" fmla="*/ 142 h 22606"/>
                    <a:gd name="connsiteX3" fmla="*/ 411 w 12386"/>
                    <a:gd name="connsiteY3" fmla="*/ 12337 h 22606"/>
                    <a:gd name="connsiteX4" fmla="*/ 7487 w 12386"/>
                    <a:gd name="connsiteY4" fmla="*/ 22606 h 22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6" h="22606">
                      <a:moveTo>
                        <a:pt x="7487" y="22606"/>
                      </a:moveTo>
                      <a:cubicBezTo>
                        <a:pt x="11347" y="22606"/>
                        <a:pt x="13277" y="14904"/>
                        <a:pt x="11990" y="11053"/>
                      </a:cubicBezTo>
                      <a:cubicBezTo>
                        <a:pt x="10703" y="6561"/>
                        <a:pt x="8130" y="-1141"/>
                        <a:pt x="2984" y="142"/>
                      </a:cubicBezTo>
                      <a:cubicBezTo>
                        <a:pt x="-1519" y="1426"/>
                        <a:pt x="411" y="12337"/>
                        <a:pt x="411" y="12337"/>
                      </a:cubicBezTo>
                      <a:cubicBezTo>
                        <a:pt x="411" y="12337"/>
                        <a:pt x="2341" y="22606"/>
                        <a:pt x="7487" y="22606"/>
                      </a:cubicBezTo>
                      <a:close/>
                    </a:path>
                  </a:pathLst>
                </a:custGeom>
                <a:solidFill>
                  <a:schemeClr val="accent1"/>
                </a:solidFill>
                <a:ln w="6424" cap="flat">
                  <a:noFill/>
                  <a:prstDash val="solid"/>
                  <a:miter/>
                </a:ln>
              </p:spPr>
              <p:txBody>
                <a:bodyPr rtlCol="0" anchor="ctr"/>
                <a:lstStyle/>
                <a:p>
                  <a:endParaRPr lang="pt-BR"/>
                </a:p>
              </p:txBody>
            </p:sp>
            <p:sp>
              <p:nvSpPr>
                <p:cNvPr id="102" name="Freeform: Shape 101">
                  <a:extLst>
                    <a:ext uri="{FF2B5EF4-FFF2-40B4-BE49-F238E27FC236}">
                      <a16:creationId xmlns:a16="http://schemas.microsoft.com/office/drawing/2014/main" id="{C1AF00BE-D00D-F67B-7CDC-260BC575F6A2}"/>
                    </a:ext>
                  </a:extLst>
                </p:cNvPr>
                <p:cNvSpPr/>
                <p:nvPr/>
              </p:nvSpPr>
              <p:spPr>
                <a:xfrm>
                  <a:off x="6369206" y="2918150"/>
                  <a:ext cx="9908" cy="16647"/>
                </a:xfrm>
                <a:custGeom>
                  <a:avLst/>
                  <a:gdLst>
                    <a:gd name="connsiteX0" fmla="*/ 794 w 9908"/>
                    <a:gd name="connsiteY0" fmla="*/ 3170 h 16647"/>
                    <a:gd name="connsiteX1" fmla="*/ 2724 w 9908"/>
                    <a:gd name="connsiteY1" fmla="*/ 14081 h 16647"/>
                    <a:gd name="connsiteX2" fmla="*/ 7870 w 9908"/>
                    <a:gd name="connsiteY2" fmla="*/ 16648 h 16647"/>
                    <a:gd name="connsiteX3" fmla="*/ 7870 w 9908"/>
                    <a:gd name="connsiteY3" fmla="*/ 3170 h 16647"/>
                    <a:gd name="connsiteX4" fmla="*/ 794 w 9908"/>
                    <a:gd name="connsiteY4" fmla="*/ 3170 h 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08" h="16647">
                      <a:moveTo>
                        <a:pt x="794" y="3170"/>
                      </a:moveTo>
                      <a:cubicBezTo>
                        <a:pt x="-1779" y="7662"/>
                        <a:pt x="2724" y="14081"/>
                        <a:pt x="2724" y="14081"/>
                      </a:cubicBezTo>
                      <a:cubicBezTo>
                        <a:pt x="2724" y="14081"/>
                        <a:pt x="4011" y="16648"/>
                        <a:pt x="7870" y="16648"/>
                      </a:cubicBezTo>
                      <a:cubicBezTo>
                        <a:pt x="11730" y="16648"/>
                        <a:pt x="9157" y="7020"/>
                        <a:pt x="7870" y="3170"/>
                      </a:cubicBezTo>
                      <a:cubicBezTo>
                        <a:pt x="6584" y="-40"/>
                        <a:pt x="3367" y="-1965"/>
                        <a:pt x="794" y="3170"/>
                      </a:cubicBezTo>
                      <a:close/>
                    </a:path>
                  </a:pathLst>
                </a:custGeom>
                <a:solidFill>
                  <a:schemeClr val="accent1"/>
                </a:solidFill>
                <a:ln w="6424" cap="flat">
                  <a:noFill/>
                  <a:prstDash val="solid"/>
                  <a:miter/>
                </a:ln>
              </p:spPr>
              <p:txBody>
                <a:bodyPr rtlCol="0" anchor="ctr"/>
                <a:lstStyle/>
                <a:p>
                  <a:endParaRPr lang="pt-BR"/>
                </a:p>
              </p:txBody>
            </p:sp>
            <p:sp>
              <p:nvSpPr>
                <p:cNvPr id="104" name="Freeform: Shape 103">
                  <a:extLst>
                    <a:ext uri="{FF2B5EF4-FFF2-40B4-BE49-F238E27FC236}">
                      <a16:creationId xmlns:a16="http://schemas.microsoft.com/office/drawing/2014/main" id="{AA8A4F67-92CD-AAB9-0B6B-B53B27F2B78F}"/>
                    </a:ext>
                  </a:extLst>
                </p:cNvPr>
                <p:cNvSpPr/>
                <p:nvPr/>
              </p:nvSpPr>
              <p:spPr>
                <a:xfrm>
                  <a:off x="6319182" y="2873154"/>
                  <a:ext cx="13790" cy="24499"/>
                </a:xfrm>
                <a:custGeom>
                  <a:avLst/>
                  <a:gdLst>
                    <a:gd name="connsiteX0" fmla="*/ 5789 w 13790"/>
                    <a:gd name="connsiteY0" fmla="*/ 29 h 24499"/>
                    <a:gd name="connsiteX1" fmla="*/ 0 w 13790"/>
                    <a:gd name="connsiteY1" fmla="*/ 13507 h 24499"/>
                    <a:gd name="connsiteX2" fmla="*/ 5789 w 13790"/>
                    <a:gd name="connsiteY2" fmla="*/ 24418 h 24499"/>
                    <a:gd name="connsiteX3" fmla="*/ 13509 w 13790"/>
                    <a:gd name="connsiteY3" fmla="*/ 16074 h 24499"/>
                    <a:gd name="connsiteX4" fmla="*/ 5789 w 13790"/>
                    <a:gd name="connsiteY4" fmla="*/ 29 h 24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90" h="24499">
                      <a:moveTo>
                        <a:pt x="5789" y="29"/>
                      </a:moveTo>
                      <a:cubicBezTo>
                        <a:pt x="0" y="1312"/>
                        <a:pt x="0" y="12865"/>
                        <a:pt x="0" y="13507"/>
                      </a:cubicBezTo>
                      <a:cubicBezTo>
                        <a:pt x="0" y="16716"/>
                        <a:pt x="1287" y="23776"/>
                        <a:pt x="5789" y="24418"/>
                      </a:cubicBezTo>
                      <a:cubicBezTo>
                        <a:pt x="9649" y="25060"/>
                        <a:pt x="12222" y="21851"/>
                        <a:pt x="13509" y="16074"/>
                      </a:cubicBezTo>
                      <a:cubicBezTo>
                        <a:pt x="14795" y="9656"/>
                        <a:pt x="11579" y="-613"/>
                        <a:pt x="5789" y="29"/>
                      </a:cubicBezTo>
                      <a:close/>
                    </a:path>
                  </a:pathLst>
                </a:custGeom>
                <a:solidFill>
                  <a:schemeClr val="accent1"/>
                </a:solidFill>
                <a:ln w="6424" cap="flat">
                  <a:noFill/>
                  <a:prstDash val="solid"/>
                  <a:miter/>
                </a:ln>
              </p:spPr>
              <p:txBody>
                <a:bodyPr rtlCol="0" anchor="ctr"/>
                <a:lstStyle/>
                <a:p>
                  <a:endParaRPr lang="pt-BR"/>
                </a:p>
              </p:txBody>
            </p:sp>
            <p:sp>
              <p:nvSpPr>
                <p:cNvPr id="106" name="Freeform: Shape 105">
                  <a:extLst>
                    <a:ext uri="{FF2B5EF4-FFF2-40B4-BE49-F238E27FC236}">
                      <a16:creationId xmlns:a16="http://schemas.microsoft.com/office/drawing/2014/main" id="{F304A746-34E4-9F95-38B5-80368DBA0B34}"/>
                    </a:ext>
                  </a:extLst>
                </p:cNvPr>
                <p:cNvSpPr/>
                <p:nvPr/>
              </p:nvSpPr>
              <p:spPr>
                <a:xfrm>
                  <a:off x="6355165" y="2889228"/>
                  <a:ext cx="6873" cy="10318"/>
                </a:xfrm>
                <a:custGeom>
                  <a:avLst/>
                  <a:gdLst>
                    <a:gd name="connsiteX0" fmla="*/ 4543 w 6873"/>
                    <a:gd name="connsiteY0" fmla="*/ 10269 h 10318"/>
                    <a:gd name="connsiteX1" fmla="*/ 3257 w 6873"/>
                    <a:gd name="connsiteY1" fmla="*/ 0 h 10318"/>
                    <a:gd name="connsiteX2" fmla="*/ 40 w 6873"/>
                    <a:gd name="connsiteY2" fmla="*/ 5135 h 10318"/>
                    <a:gd name="connsiteX3" fmla="*/ 4543 w 6873"/>
                    <a:gd name="connsiteY3" fmla="*/ 10269 h 10318"/>
                  </a:gdLst>
                  <a:ahLst/>
                  <a:cxnLst>
                    <a:cxn ang="0">
                      <a:pos x="connsiteX0" y="connsiteY0"/>
                    </a:cxn>
                    <a:cxn ang="0">
                      <a:pos x="connsiteX1" y="connsiteY1"/>
                    </a:cxn>
                    <a:cxn ang="0">
                      <a:pos x="connsiteX2" y="connsiteY2"/>
                    </a:cxn>
                    <a:cxn ang="0">
                      <a:pos x="connsiteX3" y="connsiteY3"/>
                    </a:cxn>
                  </a:cxnLst>
                  <a:rect l="l" t="t" r="r" b="b"/>
                  <a:pathLst>
                    <a:path w="6873" h="10318">
                      <a:moveTo>
                        <a:pt x="4543" y="10269"/>
                      </a:moveTo>
                      <a:cubicBezTo>
                        <a:pt x="8403" y="9627"/>
                        <a:pt x="7116" y="0"/>
                        <a:pt x="3257" y="0"/>
                      </a:cubicBezTo>
                      <a:cubicBezTo>
                        <a:pt x="-603" y="0"/>
                        <a:pt x="40" y="5135"/>
                        <a:pt x="40" y="5135"/>
                      </a:cubicBezTo>
                      <a:cubicBezTo>
                        <a:pt x="40" y="5135"/>
                        <a:pt x="683" y="10911"/>
                        <a:pt x="4543" y="10269"/>
                      </a:cubicBezTo>
                      <a:close/>
                    </a:path>
                  </a:pathLst>
                </a:custGeom>
                <a:solidFill>
                  <a:schemeClr val="accent1"/>
                </a:solidFill>
                <a:ln w="6424" cap="flat">
                  <a:noFill/>
                  <a:prstDash val="solid"/>
                  <a:miter/>
                </a:ln>
              </p:spPr>
              <p:txBody>
                <a:bodyPr rtlCol="0" anchor="ctr"/>
                <a:lstStyle/>
                <a:p>
                  <a:endParaRPr lang="pt-BR"/>
                </a:p>
              </p:txBody>
            </p:sp>
            <p:sp>
              <p:nvSpPr>
                <p:cNvPr id="38" name="Freeform: Shape 37">
                  <a:extLst>
                    <a:ext uri="{FF2B5EF4-FFF2-40B4-BE49-F238E27FC236}">
                      <a16:creationId xmlns:a16="http://schemas.microsoft.com/office/drawing/2014/main" id="{FC6B9DBF-3C9E-226C-FC80-3767199DCA28}"/>
                    </a:ext>
                  </a:extLst>
                </p:cNvPr>
                <p:cNvSpPr/>
                <p:nvPr/>
              </p:nvSpPr>
              <p:spPr>
                <a:xfrm>
                  <a:off x="6337194" y="2740262"/>
                  <a:ext cx="22038" cy="30996"/>
                </a:xfrm>
                <a:custGeom>
                  <a:avLst/>
                  <a:gdLst>
                    <a:gd name="connsiteX0" fmla="*/ 8363 w 22038"/>
                    <a:gd name="connsiteY0" fmla="*/ 30869 h 30996"/>
                    <a:gd name="connsiteX1" fmla="*/ 14152 w 22038"/>
                    <a:gd name="connsiteY1" fmla="*/ 27660 h 30996"/>
                    <a:gd name="connsiteX2" fmla="*/ 21871 w 22038"/>
                    <a:gd name="connsiteY2" fmla="*/ 18675 h 30996"/>
                    <a:gd name="connsiteX3" fmla="*/ 19298 w 22038"/>
                    <a:gd name="connsiteY3" fmla="*/ 7764 h 30996"/>
                    <a:gd name="connsiteX4" fmla="*/ 10936 w 22038"/>
                    <a:gd name="connsiteY4" fmla="*/ 62 h 30996"/>
                    <a:gd name="connsiteX5" fmla="*/ 1930 w 22038"/>
                    <a:gd name="connsiteY5" fmla="*/ 7122 h 30996"/>
                    <a:gd name="connsiteX6" fmla="*/ 0 w 22038"/>
                    <a:gd name="connsiteY6" fmla="*/ 14182 h 30996"/>
                    <a:gd name="connsiteX7" fmla="*/ 0 w 22038"/>
                    <a:gd name="connsiteY7" fmla="*/ 21242 h 30996"/>
                    <a:gd name="connsiteX8" fmla="*/ 2573 w 22038"/>
                    <a:gd name="connsiteY8" fmla="*/ 28302 h 30996"/>
                    <a:gd name="connsiteX9" fmla="*/ 8363 w 22038"/>
                    <a:gd name="connsiteY9" fmla="*/ 30869 h 30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38" h="30996">
                      <a:moveTo>
                        <a:pt x="8363" y="30869"/>
                      </a:moveTo>
                      <a:cubicBezTo>
                        <a:pt x="10936" y="30228"/>
                        <a:pt x="10936" y="28944"/>
                        <a:pt x="14152" y="27660"/>
                      </a:cubicBezTo>
                      <a:cubicBezTo>
                        <a:pt x="18012" y="25735"/>
                        <a:pt x="21228" y="21242"/>
                        <a:pt x="21871" y="18675"/>
                      </a:cubicBezTo>
                      <a:cubicBezTo>
                        <a:pt x="22515" y="16107"/>
                        <a:pt x="21228" y="11615"/>
                        <a:pt x="19298" y="7764"/>
                      </a:cubicBezTo>
                      <a:cubicBezTo>
                        <a:pt x="17368" y="3913"/>
                        <a:pt x="16725" y="704"/>
                        <a:pt x="10936" y="62"/>
                      </a:cubicBezTo>
                      <a:cubicBezTo>
                        <a:pt x="5146" y="-580"/>
                        <a:pt x="3216" y="3913"/>
                        <a:pt x="1930" y="7122"/>
                      </a:cubicBezTo>
                      <a:cubicBezTo>
                        <a:pt x="0" y="10331"/>
                        <a:pt x="0" y="13540"/>
                        <a:pt x="0" y="14182"/>
                      </a:cubicBezTo>
                      <a:cubicBezTo>
                        <a:pt x="0" y="14182"/>
                        <a:pt x="0" y="18675"/>
                        <a:pt x="0" y="21242"/>
                      </a:cubicBezTo>
                      <a:cubicBezTo>
                        <a:pt x="0" y="23809"/>
                        <a:pt x="0" y="26377"/>
                        <a:pt x="2573" y="28302"/>
                      </a:cubicBezTo>
                      <a:cubicBezTo>
                        <a:pt x="4503" y="29586"/>
                        <a:pt x="5789" y="31511"/>
                        <a:pt x="8363" y="30869"/>
                      </a:cubicBezTo>
                      <a:close/>
                    </a:path>
                  </a:pathLst>
                </a:custGeom>
                <a:solidFill>
                  <a:srgbClr val="9D70F2"/>
                </a:solidFill>
                <a:ln w="6424" cap="flat">
                  <a:noFill/>
                  <a:prstDash val="solid"/>
                  <a:miter/>
                </a:ln>
              </p:spPr>
              <p:txBody>
                <a:bodyPr rtlCol="0" anchor="ctr"/>
                <a:lstStyle/>
                <a:p>
                  <a:endParaRPr lang="pt-BR"/>
                </a:p>
              </p:txBody>
            </p:sp>
            <p:sp>
              <p:nvSpPr>
                <p:cNvPr id="39" name="Freeform: Shape 38">
                  <a:extLst>
                    <a:ext uri="{FF2B5EF4-FFF2-40B4-BE49-F238E27FC236}">
                      <a16:creationId xmlns:a16="http://schemas.microsoft.com/office/drawing/2014/main" id="{B53E9D1A-A16D-0837-3AC8-1E396D933A9C}"/>
                    </a:ext>
                  </a:extLst>
                </p:cNvPr>
                <p:cNvSpPr/>
                <p:nvPr/>
              </p:nvSpPr>
              <p:spPr>
                <a:xfrm>
                  <a:off x="6476729" y="2820963"/>
                  <a:ext cx="29384" cy="23981"/>
                </a:xfrm>
                <a:custGeom>
                  <a:avLst/>
                  <a:gdLst>
                    <a:gd name="connsiteX0" fmla="*/ 12277 w 29384"/>
                    <a:gd name="connsiteY0" fmla="*/ 22695 h 23981"/>
                    <a:gd name="connsiteX1" fmla="*/ 18067 w 29384"/>
                    <a:gd name="connsiteY1" fmla="*/ 16277 h 23981"/>
                    <a:gd name="connsiteX2" fmla="*/ 23856 w 29384"/>
                    <a:gd name="connsiteY2" fmla="*/ 12426 h 23981"/>
                    <a:gd name="connsiteX3" fmla="*/ 28359 w 29384"/>
                    <a:gd name="connsiteY3" fmla="*/ 6649 h 23981"/>
                    <a:gd name="connsiteX4" fmla="*/ 23856 w 29384"/>
                    <a:gd name="connsiteY4" fmla="*/ 2156 h 23981"/>
                    <a:gd name="connsiteX5" fmla="*/ 16137 w 29384"/>
                    <a:gd name="connsiteY5" fmla="*/ 2798 h 23981"/>
                    <a:gd name="connsiteX6" fmla="*/ 8417 w 29384"/>
                    <a:gd name="connsiteY6" fmla="*/ 873 h 23981"/>
                    <a:gd name="connsiteX7" fmla="*/ 55 w 29384"/>
                    <a:gd name="connsiteY7" fmla="*/ 18202 h 23981"/>
                    <a:gd name="connsiteX8" fmla="*/ 12277 w 29384"/>
                    <a:gd name="connsiteY8" fmla="*/ 22695 h 23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84" h="23981">
                      <a:moveTo>
                        <a:pt x="12277" y="22695"/>
                      </a:moveTo>
                      <a:cubicBezTo>
                        <a:pt x="16780" y="20769"/>
                        <a:pt x="17423" y="16918"/>
                        <a:pt x="18067" y="16277"/>
                      </a:cubicBezTo>
                      <a:cubicBezTo>
                        <a:pt x="18710" y="14993"/>
                        <a:pt x="21926" y="13067"/>
                        <a:pt x="23856" y="12426"/>
                      </a:cubicBezTo>
                      <a:cubicBezTo>
                        <a:pt x="25786" y="11784"/>
                        <a:pt x="28359" y="6649"/>
                        <a:pt x="28359" y="6649"/>
                      </a:cubicBezTo>
                      <a:cubicBezTo>
                        <a:pt x="31575" y="2798"/>
                        <a:pt x="26429" y="2156"/>
                        <a:pt x="23856" y="2156"/>
                      </a:cubicBezTo>
                      <a:cubicBezTo>
                        <a:pt x="21283" y="2156"/>
                        <a:pt x="18067" y="3440"/>
                        <a:pt x="16137" y="2798"/>
                      </a:cubicBezTo>
                      <a:cubicBezTo>
                        <a:pt x="14850" y="2156"/>
                        <a:pt x="12277" y="-1695"/>
                        <a:pt x="8417" y="873"/>
                      </a:cubicBezTo>
                      <a:cubicBezTo>
                        <a:pt x="4558" y="3440"/>
                        <a:pt x="-588" y="11142"/>
                        <a:pt x="55" y="18202"/>
                      </a:cubicBezTo>
                      <a:cubicBezTo>
                        <a:pt x="698" y="25262"/>
                        <a:pt x="7774" y="24620"/>
                        <a:pt x="12277" y="22695"/>
                      </a:cubicBezTo>
                      <a:close/>
                    </a:path>
                  </a:pathLst>
                </a:custGeom>
                <a:solidFill>
                  <a:schemeClr val="accent1"/>
                </a:solidFill>
                <a:ln w="6424" cap="flat">
                  <a:noFill/>
                  <a:prstDash val="solid"/>
                  <a:miter/>
                </a:ln>
              </p:spPr>
              <p:txBody>
                <a:bodyPr rtlCol="0" anchor="ctr"/>
                <a:lstStyle/>
                <a:p>
                  <a:endParaRPr lang="pt-BR"/>
                </a:p>
              </p:txBody>
            </p:sp>
            <p:sp>
              <p:nvSpPr>
                <p:cNvPr id="40" name="Freeform: Shape 39">
                  <a:extLst>
                    <a:ext uri="{FF2B5EF4-FFF2-40B4-BE49-F238E27FC236}">
                      <a16:creationId xmlns:a16="http://schemas.microsoft.com/office/drawing/2014/main" id="{5EA683DB-99DF-8AB9-D331-6DEFAE247650}"/>
                    </a:ext>
                  </a:extLst>
                </p:cNvPr>
                <p:cNvSpPr/>
                <p:nvPr/>
              </p:nvSpPr>
              <p:spPr>
                <a:xfrm>
                  <a:off x="6510877" y="2833164"/>
                  <a:ext cx="14226" cy="24627"/>
                </a:xfrm>
                <a:custGeom>
                  <a:avLst/>
                  <a:gdLst>
                    <a:gd name="connsiteX0" fmla="*/ 8363 w 14226"/>
                    <a:gd name="connsiteY0" fmla="*/ 23972 h 24627"/>
                    <a:gd name="connsiteX1" fmla="*/ 12865 w 14226"/>
                    <a:gd name="connsiteY1" fmla="*/ 14345 h 24627"/>
                    <a:gd name="connsiteX2" fmla="*/ 13509 w 14226"/>
                    <a:gd name="connsiteY2" fmla="*/ 6643 h 24627"/>
                    <a:gd name="connsiteX3" fmla="*/ 5146 w 14226"/>
                    <a:gd name="connsiteY3" fmla="*/ 225 h 24627"/>
                    <a:gd name="connsiteX4" fmla="*/ 0 w 14226"/>
                    <a:gd name="connsiteY4" fmla="*/ 8569 h 24627"/>
                    <a:gd name="connsiteX5" fmla="*/ 1930 w 14226"/>
                    <a:gd name="connsiteY5" fmla="*/ 19480 h 24627"/>
                    <a:gd name="connsiteX6" fmla="*/ 8363 w 14226"/>
                    <a:gd name="connsiteY6" fmla="*/ 23972 h 24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26" h="24627">
                      <a:moveTo>
                        <a:pt x="8363" y="23972"/>
                      </a:moveTo>
                      <a:cubicBezTo>
                        <a:pt x="11579" y="22689"/>
                        <a:pt x="12865" y="16912"/>
                        <a:pt x="12865" y="14345"/>
                      </a:cubicBezTo>
                      <a:cubicBezTo>
                        <a:pt x="12865" y="11778"/>
                        <a:pt x="15438" y="9852"/>
                        <a:pt x="13509" y="6643"/>
                      </a:cubicBezTo>
                      <a:cubicBezTo>
                        <a:pt x="11579" y="3434"/>
                        <a:pt x="10292" y="-1059"/>
                        <a:pt x="5146" y="225"/>
                      </a:cubicBezTo>
                      <a:cubicBezTo>
                        <a:pt x="643" y="867"/>
                        <a:pt x="0" y="8569"/>
                        <a:pt x="0" y="8569"/>
                      </a:cubicBezTo>
                      <a:cubicBezTo>
                        <a:pt x="0" y="11778"/>
                        <a:pt x="643" y="16912"/>
                        <a:pt x="1930" y="19480"/>
                      </a:cubicBezTo>
                      <a:cubicBezTo>
                        <a:pt x="3216" y="23331"/>
                        <a:pt x="5146" y="25898"/>
                        <a:pt x="8363" y="23972"/>
                      </a:cubicBezTo>
                      <a:close/>
                    </a:path>
                  </a:pathLst>
                </a:custGeom>
                <a:solidFill>
                  <a:schemeClr val="accent1"/>
                </a:solidFill>
                <a:ln w="6424" cap="flat">
                  <a:noFill/>
                  <a:prstDash val="solid"/>
                  <a:miter/>
                </a:ln>
              </p:spPr>
              <p:txBody>
                <a:bodyPr rtlCol="0" anchor="ctr"/>
                <a:lstStyle/>
                <a:p>
                  <a:endParaRPr lang="pt-BR"/>
                </a:p>
              </p:txBody>
            </p:sp>
            <p:sp>
              <p:nvSpPr>
                <p:cNvPr id="41" name="Freeform: Shape 40">
                  <a:extLst>
                    <a:ext uri="{FF2B5EF4-FFF2-40B4-BE49-F238E27FC236}">
                      <a16:creationId xmlns:a16="http://schemas.microsoft.com/office/drawing/2014/main" id="{9495F8E7-D70E-B5C8-DD6E-E3A28D29E36F}"/>
                    </a:ext>
                  </a:extLst>
                </p:cNvPr>
                <p:cNvSpPr/>
                <p:nvPr/>
              </p:nvSpPr>
              <p:spPr>
                <a:xfrm>
                  <a:off x="6494795" y="3235809"/>
                  <a:ext cx="30706" cy="118792"/>
                </a:xfrm>
                <a:custGeom>
                  <a:avLst/>
                  <a:gdLst>
                    <a:gd name="connsiteX0" fmla="*/ 25731 w 30706"/>
                    <a:gd name="connsiteY0" fmla="*/ 647 h 118792"/>
                    <a:gd name="connsiteX1" fmla="*/ 14795 w 30706"/>
                    <a:gd name="connsiteY1" fmla="*/ 5781 h 118792"/>
                    <a:gd name="connsiteX2" fmla="*/ 7719 w 30706"/>
                    <a:gd name="connsiteY2" fmla="*/ 22469 h 118792"/>
                    <a:gd name="connsiteX3" fmla="*/ 4503 w 30706"/>
                    <a:gd name="connsiteY3" fmla="*/ 37873 h 118792"/>
                    <a:gd name="connsiteX4" fmla="*/ 3860 w 30706"/>
                    <a:gd name="connsiteY4" fmla="*/ 55202 h 118792"/>
                    <a:gd name="connsiteX5" fmla="*/ 3216 w 30706"/>
                    <a:gd name="connsiteY5" fmla="*/ 71248 h 118792"/>
                    <a:gd name="connsiteX6" fmla="*/ 3860 w 30706"/>
                    <a:gd name="connsiteY6" fmla="*/ 79591 h 118792"/>
                    <a:gd name="connsiteX7" fmla="*/ 4503 w 30706"/>
                    <a:gd name="connsiteY7" fmla="*/ 89861 h 118792"/>
                    <a:gd name="connsiteX8" fmla="*/ 1930 w 30706"/>
                    <a:gd name="connsiteY8" fmla="*/ 98846 h 118792"/>
                    <a:gd name="connsiteX9" fmla="*/ 0 w 30706"/>
                    <a:gd name="connsiteY9" fmla="*/ 109115 h 118792"/>
                    <a:gd name="connsiteX10" fmla="*/ 7719 w 30706"/>
                    <a:gd name="connsiteY10" fmla="*/ 118743 h 118792"/>
                    <a:gd name="connsiteX11" fmla="*/ 14795 w 30706"/>
                    <a:gd name="connsiteY11" fmla="*/ 109757 h 118792"/>
                    <a:gd name="connsiteX12" fmla="*/ 15438 w 30706"/>
                    <a:gd name="connsiteY12" fmla="*/ 99488 h 118792"/>
                    <a:gd name="connsiteX13" fmla="*/ 15438 w 30706"/>
                    <a:gd name="connsiteY13" fmla="*/ 92428 h 118792"/>
                    <a:gd name="connsiteX14" fmla="*/ 15438 w 30706"/>
                    <a:gd name="connsiteY14" fmla="*/ 80233 h 118792"/>
                    <a:gd name="connsiteX15" fmla="*/ 20585 w 30706"/>
                    <a:gd name="connsiteY15" fmla="*/ 70606 h 118792"/>
                    <a:gd name="connsiteX16" fmla="*/ 22515 w 30706"/>
                    <a:gd name="connsiteY16" fmla="*/ 61620 h 118792"/>
                    <a:gd name="connsiteX17" fmla="*/ 26374 w 30706"/>
                    <a:gd name="connsiteY17" fmla="*/ 52635 h 118792"/>
                    <a:gd name="connsiteX18" fmla="*/ 25731 w 30706"/>
                    <a:gd name="connsiteY18" fmla="*/ 43007 h 118792"/>
                    <a:gd name="connsiteX19" fmla="*/ 27661 w 30706"/>
                    <a:gd name="connsiteY19" fmla="*/ 30813 h 118792"/>
                    <a:gd name="connsiteX20" fmla="*/ 30234 w 30706"/>
                    <a:gd name="connsiteY20" fmla="*/ 19902 h 118792"/>
                    <a:gd name="connsiteX21" fmla="*/ 25731 w 30706"/>
                    <a:gd name="connsiteY21" fmla="*/ 647 h 11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706" h="118792">
                      <a:moveTo>
                        <a:pt x="25731" y="647"/>
                      </a:moveTo>
                      <a:cubicBezTo>
                        <a:pt x="21228" y="-1279"/>
                        <a:pt x="19298" y="1289"/>
                        <a:pt x="14795" y="5781"/>
                      </a:cubicBezTo>
                      <a:cubicBezTo>
                        <a:pt x="10292" y="10274"/>
                        <a:pt x="9006" y="17334"/>
                        <a:pt x="7719" y="22469"/>
                      </a:cubicBezTo>
                      <a:cubicBezTo>
                        <a:pt x="6433" y="27603"/>
                        <a:pt x="5146" y="32738"/>
                        <a:pt x="4503" y="37873"/>
                      </a:cubicBezTo>
                      <a:cubicBezTo>
                        <a:pt x="4503" y="43007"/>
                        <a:pt x="3216" y="51351"/>
                        <a:pt x="3860" y="55202"/>
                      </a:cubicBezTo>
                      <a:cubicBezTo>
                        <a:pt x="4503" y="59053"/>
                        <a:pt x="3216" y="66113"/>
                        <a:pt x="3216" y="71248"/>
                      </a:cubicBezTo>
                      <a:cubicBezTo>
                        <a:pt x="3860" y="76382"/>
                        <a:pt x="3216" y="74457"/>
                        <a:pt x="3860" y="79591"/>
                      </a:cubicBezTo>
                      <a:cubicBezTo>
                        <a:pt x="4503" y="84726"/>
                        <a:pt x="4503" y="84726"/>
                        <a:pt x="4503" y="89861"/>
                      </a:cubicBezTo>
                      <a:cubicBezTo>
                        <a:pt x="5146" y="94353"/>
                        <a:pt x="2573" y="95637"/>
                        <a:pt x="1930" y="98846"/>
                      </a:cubicBezTo>
                      <a:cubicBezTo>
                        <a:pt x="1287" y="101413"/>
                        <a:pt x="0" y="106548"/>
                        <a:pt x="0" y="109115"/>
                      </a:cubicBezTo>
                      <a:cubicBezTo>
                        <a:pt x="0" y="111683"/>
                        <a:pt x="1287" y="118101"/>
                        <a:pt x="7719" y="118743"/>
                      </a:cubicBezTo>
                      <a:cubicBezTo>
                        <a:pt x="14152" y="119385"/>
                        <a:pt x="14152" y="113608"/>
                        <a:pt x="14795" y="109757"/>
                      </a:cubicBezTo>
                      <a:cubicBezTo>
                        <a:pt x="15438" y="106548"/>
                        <a:pt x="14795" y="103339"/>
                        <a:pt x="15438" y="99488"/>
                      </a:cubicBezTo>
                      <a:cubicBezTo>
                        <a:pt x="16082" y="95637"/>
                        <a:pt x="15438" y="95637"/>
                        <a:pt x="15438" y="92428"/>
                      </a:cubicBezTo>
                      <a:cubicBezTo>
                        <a:pt x="15438" y="89219"/>
                        <a:pt x="15438" y="84084"/>
                        <a:pt x="15438" y="80233"/>
                      </a:cubicBezTo>
                      <a:cubicBezTo>
                        <a:pt x="15438" y="75740"/>
                        <a:pt x="19941" y="71889"/>
                        <a:pt x="20585" y="70606"/>
                      </a:cubicBezTo>
                      <a:cubicBezTo>
                        <a:pt x="23801" y="68039"/>
                        <a:pt x="21871" y="64188"/>
                        <a:pt x="22515" y="61620"/>
                      </a:cubicBezTo>
                      <a:cubicBezTo>
                        <a:pt x="22515" y="58411"/>
                        <a:pt x="26374" y="57128"/>
                        <a:pt x="26374" y="52635"/>
                      </a:cubicBezTo>
                      <a:cubicBezTo>
                        <a:pt x="26374" y="48142"/>
                        <a:pt x="26374" y="48142"/>
                        <a:pt x="25731" y="43007"/>
                      </a:cubicBezTo>
                      <a:cubicBezTo>
                        <a:pt x="25088" y="37231"/>
                        <a:pt x="26374" y="36589"/>
                        <a:pt x="27661" y="30813"/>
                      </a:cubicBezTo>
                      <a:cubicBezTo>
                        <a:pt x="29590" y="25036"/>
                        <a:pt x="30234" y="23752"/>
                        <a:pt x="30234" y="19902"/>
                      </a:cubicBezTo>
                      <a:cubicBezTo>
                        <a:pt x="31520" y="14767"/>
                        <a:pt x="30234" y="3214"/>
                        <a:pt x="25731" y="647"/>
                      </a:cubicBezTo>
                      <a:close/>
                    </a:path>
                  </a:pathLst>
                </a:custGeom>
                <a:solidFill>
                  <a:schemeClr val="accent1"/>
                </a:solidFill>
                <a:ln w="6424" cap="flat">
                  <a:noFill/>
                  <a:prstDash val="solid"/>
                  <a:miter/>
                </a:ln>
              </p:spPr>
              <p:txBody>
                <a:bodyPr rtlCol="0" anchor="ctr"/>
                <a:lstStyle/>
                <a:p>
                  <a:endParaRPr lang="pt-BR"/>
                </a:p>
              </p:txBody>
            </p:sp>
            <p:sp>
              <p:nvSpPr>
                <p:cNvPr id="42" name="Freeform: Shape 41">
                  <a:extLst>
                    <a:ext uri="{FF2B5EF4-FFF2-40B4-BE49-F238E27FC236}">
                      <a16:creationId xmlns:a16="http://schemas.microsoft.com/office/drawing/2014/main" id="{456616F3-D3C2-738D-0733-59F7AA552B90}"/>
                    </a:ext>
                  </a:extLst>
                </p:cNvPr>
                <p:cNvSpPr/>
                <p:nvPr/>
              </p:nvSpPr>
              <p:spPr>
                <a:xfrm>
                  <a:off x="6562309" y="3152305"/>
                  <a:ext cx="42403" cy="37305"/>
                </a:xfrm>
                <a:custGeom>
                  <a:avLst/>
                  <a:gdLst>
                    <a:gd name="connsiteX0" fmla="*/ 36053 w 42403"/>
                    <a:gd name="connsiteY0" fmla="*/ 27028 h 37305"/>
                    <a:gd name="connsiteX1" fmla="*/ 28334 w 42403"/>
                    <a:gd name="connsiteY1" fmla="*/ 19968 h 37305"/>
                    <a:gd name="connsiteX2" fmla="*/ 14825 w 42403"/>
                    <a:gd name="connsiteY2" fmla="*/ 11624 h 37305"/>
                    <a:gd name="connsiteX3" fmla="*/ 10966 w 42403"/>
                    <a:gd name="connsiteY3" fmla="*/ 7132 h 37305"/>
                    <a:gd name="connsiteX4" fmla="*/ 1317 w 42403"/>
                    <a:gd name="connsiteY4" fmla="*/ 1355 h 37305"/>
                    <a:gd name="connsiteX5" fmla="*/ 5176 w 42403"/>
                    <a:gd name="connsiteY5" fmla="*/ 9699 h 37305"/>
                    <a:gd name="connsiteX6" fmla="*/ 18042 w 42403"/>
                    <a:gd name="connsiteY6" fmla="*/ 18684 h 37305"/>
                    <a:gd name="connsiteX7" fmla="*/ 25118 w 42403"/>
                    <a:gd name="connsiteY7" fmla="*/ 26386 h 37305"/>
                    <a:gd name="connsiteX8" fmla="*/ 33480 w 42403"/>
                    <a:gd name="connsiteY8" fmla="*/ 33446 h 37305"/>
                    <a:gd name="connsiteX9" fmla="*/ 41199 w 42403"/>
                    <a:gd name="connsiteY9" fmla="*/ 35372 h 37305"/>
                    <a:gd name="connsiteX10" fmla="*/ 36053 w 42403"/>
                    <a:gd name="connsiteY10" fmla="*/ 27028 h 3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403" h="37305">
                      <a:moveTo>
                        <a:pt x="36053" y="27028"/>
                      </a:moveTo>
                      <a:cubicBezTo>
                        <a:pt x="33480" y="25103"/>
                        <a:pt x="30264" y="21893"/>
                        <a:pt x="28334" y="19968"/>
                      </a:cubicBezTo>
                      <a:cubicBezTo>
                        <a:pt x="26404" y="18042"/>
                        <a:pt x="21258" y="14833"/>
                        <a:pt x="14825" y="11624"/>
                      </a:cubicBezTo>
                      <a:cubicBezTo>
                        <a:pt x="8393" y="8415"/>
                        <a:pt x="10966" y="7132"/>
                        <a:pt x="10966" y="7132"/>
                      </a:cubicBezTo>
                      <a:cubicBezTo>
                        <a:pt x="12252" y="-570"/>
                        <a:pt x="4533" y="-1212"/>
                        <a:pt x="1317" y="1355"/>
                      </a:cubicBezTo>
                      <a:cubicBezTo>
                        <a:pt x="-1900" y="3281"/>
                        <a:pt x="1317" y="6490"/>
                        <a:pt x="5176" y="9699"/>
                      </a:cubicBezTo>
                      <a:cubicBezTo>
                        <a:pt x="9036" y="12908"/>
                        <a:pt x="14825" y="16759"/>
                        <a:pt x="18042" y="18684"/>
                      </a:cubicBezTo>
                      <a:cubicBezTo>
                        <a:pt x="21258" y="20610"/>
                        <a:pt x="22545" y="24461"/>
                        <a:pt x="25118" y="26386"/>
                      </a:cubicBezTo>
                      <a:cubicBezTo>
                        <a:pt x="27691" y="28312"/>
                        <a:pt x="30907" y="30237"/>
                        <a:pt x="33480" y="33446"/>
                      </a:cubicBezTo>
                      <a:cubicBezTo>
                        <a:pt x="36053" y="36655"/>
                        <a:pt x="36697" y="39223"/>
                        <a:pt x="41199" y="35372"/>
                      </a:cubicBezTo>
                      <a:cubicBezTo>
                        <a:pt x="45059" y="32163"/>
                        <a:pt x="38626" y="29595"/>
                        <a:pt x="36053" y="27028"/>
                      </a:cubicBezTo>
                      <a:close/>
                    </a:path>
                  </a:pathLst>
                </a:custGeom>
                <a:solidFill>
                  <a:schemeClr val="accent1"/>
                </a:solidFill>
                <a:ln w="6424" cap="flat">
                  <a:noFill/>
                  <a:prstDash val="solid"/>
                  <a:miter/>
                </a:ln>
              </p:spPr>
              <p:txBody>
                <a:bodyPr rtlCol="0" anchor="ctr"/>
                <a:lstStyle/>
                <a:p>
                  <a:endParaRPr lang="pt-BR"/>
                </a:p>
              </p:txBody>
            </p:sp>
            <p:sp>
              <p:nvSpPr>
                <p:cNvPr id="43" name="Freeform: Shape 42">
                  <a:extLst>
                    <a:ext uri="{FF2B5EF4-FFF2-40B4-BE49-F238E27FC236}">
                      <a16:creationId xmlns:a16="http://schemas.microsoft.com/office/drawing/2014/main" id="{27371E99-3760-EEA0-6DBB-24A02EADD9E2}"/>
                    </a:ext>
                  </a:extLst>
                </p:cNvPr>
                <p:cNvSpPr/>
                <p:nvPr/>
              </p:nvSpPr>
              <p:spPr>
                <a:xfrm>
                  <a:off x="6702217" y="3226067"/>
                  <a:ext cx="17294" cy="43191"/>
                </a:xfrm>
                <a:custGeom>
                  <a:avLst/>
                  <a:gdLst>
                    <a:gd name="connsiteX0" fmla="*/ 355 w 17294"/>
                    <a:gd name="connsiteY0" fmla="*/ 10388 h 43191"/>
                    <a:gd name="connsiteX1" fmla="*/ 2285 w 17294"/>
                    <a:gd name="connsiteY1" fmla="*/ 30285 h 43191"/>
                    <a:gd name="connsiteX2" fmla="*/ 8075 w 17294"/>
                    <a:gd name="connsiteY2" fmla="*/ 43121 h 43191"/>
                    <a:gd name="connsiteX3" fmla="*/ 14507 w 17294"/>
                    <a:gd name="connsiteY3" fmla="*/ 34136 h 43191"/>
                    <a:gd name="connsiteX4" fmla="*/ 17080 w 17294"/>
                    <a:gd name="connsiteY4" fmla="*/ 20016 h 43191"/>
                    <a:gd name="connsiteX5" fmla="*/ 11291 w 17294"/>
                    <a:gd name="connsiteY5" fmla="*/ 3328 h 43191"/>
                    <a:gd name="connsiteX6" fmla="*/ 355 w 17294"/>
                    <a:gd name="connsiteY6" fmla="*/ 10388 h 4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94" h="43191">
                      <a:moveTo>
                        <a:pt x="355" y="10388"/>
                      </a:moveTo>
                      <a:cubicBezTo>
                        <a:pt x="-931" y="18090"/>
                        <a:pt x="1642" y="23867"/>
                        <a:pt x="2285" y="30285"/>
                      </a:cubicBezTo>
                      <a:cubicBezTo>
                        <a:pt x="2928" y="36703"/>
                        <a:pt x="2928" y="42480"/>
                        <a:pt x="8075" y="43121"/>
                      </a:cubicBezTo>
                      <a:cubicBezTo>
                        <a:pt x="13221" y="43763"/>
                        <a:pt x="15794" y="39912"/>
                        <a:pt x="14507" y="34136"/>
                      </a:cubicBezTo>
                      <a:cubicBezTo>
                        <a:pt x="13221" y="29001"/>
                        <a:pt x="17080" y="23867"/>
                        <a:pt x="17080" y="20016"/>
                      </a:cubicBezTo>
                      <a:cubicBezTo>
                        <a:pt x="17080" y="18732"/>
                        <a:pt x="19010" y="11030"/>
                        <a:pt x="11291" y="3328"/>
                      </a:cubicBezTo>
                      <a:cubicBezTo>
                        <a:pt x="3572" y="-4374"/>
                        <a:pt x="1642" y="2686"/>
                        <a:pt x="355" y="10388"/>
                      </a:cubicBezTo>
                      <a:close/>
                    </a:path>
                  </a:pathLst>
                </a:custGeom>
                <a:solidFill>
                  <a:schemeClr val="accent1"/>
                </a:solidFill>
                <a:ln w="6424" cap="flat">
                  <a:noFill/>
                  <a:prstDash val="solid"/>
                  <a:miter/>
                </a:ln>
              </p:spPr>
              <p:txBody>
                <a:bodyPr rtlCol="0" anchor="ctr"/>
                <a:lstStyle/>
                <a:p>
                  <a:endParaRPr lang="pt-BR"/>
                </a:p>
              </p:txBody>
            </p:sp>
            <p:sp>
              <p:nvSpPr>
                <p:cNvPr id="44" name="Freeform: Shape 43">
                  <a:extLst>
                    <a:ext uri="{FF2B5EF4-FFF2-40B4-BE49-F238E27FC236}">
                      <a16:creationId xmlns:a16="http://schemas.microsoft.com/office/drawing/2014/main" id="{8099B69A-0678-F6D4-C617-8B0AF29EE522}"/>
                    </a:ext>
                  </a:extLst>
                </p:cNvPr>
                <p:cNvSpPr/>
                <p:nvPr/>
              </p:nvSpPr>
              <p:spPr>
                <a:xfrm>
                  <a:off x="6491217" y="3083021"/>
                  <a:ext cx="14721" cy="18009"/>
                </a:xfrm>
                <a:custGeom>
                  <a:avLst/>
                  <a:gdLst>
                    <a:gd name="connsiteX0" fmla="*/ 1005 w 14721"/>
                    <a:gd name="connsiteY0" fmla="*/ 7098 h 18009"/>
                    <a:gd name="connsiteX1" fmla="*/ 7437 w 14721"/>
                    <a:gd name="connsiteY1" fmla="*/ 18009 h 18009"/>
                    <a:gd name="connsiteX2" fmla="*/ 13870 w 14721"/>
                    <a:gd name="connsiteY2" fmla="*/ 10307 h 18009"/>
                    <a:gd name="connsiteX3" fmla="*/ 9367 w 14721"/>
                    <a:gd name="connsiteY3" fmla="*/ 38 h 18009"/>
                    <a:gd name="connsiteX4" fmla="*/ 1005 w 14721"/>
                    <a:gd name="connsiteY4" fmla="*/ 7098 h 18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1" h="18009">
                      <a:moveTo>
                        <a:pt x="1005" y="7098"/>
                      </a:moveTo>
                      <a:cubicBezTo>
                        <a:pt x="-2212" y="12874"/>
                        <a:pt x="2934" y="18009"/>
                        <a:pt x="7437" y="18009"/>
                      </a:cubicBezTo>
                      <a:cubicBezTo>
                        <a:pt x="11297" y="18009"/>
                        <a:pt x="12583" y="14158"/>
                        <a:pt x="13870" y="10307"/>
                      </a:cubicBezTo>
                      <a:cubicBezTo>
                        <a:pt x="15800" y="7098"/>
                        <a:pt x="14513" y="-604"/>
                        <a:pt x="9367" y="38"/>
                      </a:cubicBezTo>
                      <a:cubicBezTo>
                        <a:pt x="3578" y="1322"/>
                        <a:pt x="1005" y="7098"/>
                        <a:pt x="1005" y="7098"/>
                      </a:cubicBezTo>
                      <a:close/>
                    </a:path>
                  </a:pathLst>
                </a:custGeom>
                <a:solidFill>
                  <a:schemeClr val="accent1"/>
                </a:solidFill>
                <a:ln w="6424" cap="flat">
                  <a:noFill/>
                  <a:prstDash val="solid"/>
                  <a:miter/>
                </a:ln>
              </p:spPr>
              <p:txBody>
                <a:bodyPr rtlCol="0" anchor="ctr"/>
                <a:lstStyle/>
                <a:p>
                  <a:endParaRPr lang="pt-BR"/>
                </a:p>
              </p:txBody>
            </p:sp>
            <p:sp>
              <p:nvSpPr>
                <p:cNvPr id="45" name="Freeform: Shape 44">
                  <a:extLst>
                    <a:ext uri="{FF2B5EF4-FFF2-40B4-BE49-F238E27FC236}">
                      <a16:creationId xmlns:a16="http://schemas.microsoft.com/office/drawing/2014/main" id="{06F6A370-E4EC-D857-34B6-49853A7A70D4}"/>
                    </a:ext>
                  </a:extLst>
                </p:cNvPr>
                <p:cNvSpPr/>
                <p:nvPr/>
              </p:nvSpPr>
              <p:spPr>
                <a:xfrm>
                  <a:off x="6497871" y="3020732"/>
                  <a:ext cx="17733" cy="21212"/>
                </a:xfrm>
                <a:custGeom>
                  <a:avLst/>
                  <a:gdLst>
                    <a:gd name="connsiteX0" fmla="*/ 14293 w 17733"/>
                    <a:gd name="connsiteY0" fmla="*/ 17400 h 21212"/>
                    <a:gd name="connsiteX1" fmla="*/ 17509 w 17733"/>
                    <a:gd name="connsiteY1" fmla="*/ 6489 h 21212"/>
                    <a:gd name="connsiteX2" fmla="*/ 12363 w 17733"/>
                    <a:gd name="connsiteY2" fmla="*/ 71 h 21212"/>
                    <a:gd name="connsiteX3" fmla="*/ 784 w 17733"/>
                    <a:gd name="connsiteY3" fmla="*/ 7131 h 21212"/>
                    <a:gd name="connsiteX4" fmla="*/ 3357 w 17733"/>
                    <a:gd name="connsiteY4" fmla="*/ 18683 h 21212"/>
                    <a:gd name="connsiteX5" fmla="*/ 14293 w 17733"/>
                    <a:gd name="connsiteY5" fmla="*/ 17400 h 21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733" h="21212">
                      <a:moveTo>
                        <a:pt x="14293" y="17400"/>
                      </a:moveTo>
                      <a:cubicBezTo>
                        <a:pt x="17509" y="12907"/>
                        <a:pt x="18152" y="9056"/>
                        <a:pt x="17509" y="6489"/>
                      </a:cubicBezTo>
                      <a:cubicBezTo>
                        <a:pt x="17509" y="5847"/>
                        <a:pt x="15579" y="712"/>
                        <a:pt x="12363" y="71"/>
                      </a:cubicBezTo>
                      <a:cubicBezTo>
                        <a:pt x="9146" y="-571"/>
                        <a:pt x="2714" y="3280"/>
                        <a:pt x="784" y="7131"/>
                      </a:cubicBezTo>
                      <a:cubicBezTo>
                        <a:pt x="-1146" y="10981"/>
                        <a:pt x="784" y="14832"/>
                        <a:pt x="3357" y="18683"/>
                      </a:cubicBezTo>
                      <a:cubicBezTo>
                        <a:pt x="6573" y="22534"/>
                        <a:pt x="11076" y="21893"/>
                        <a:pt x="14293" y="17400"/>
                      </a:cubicBezTo>
                      <a:close/>
                    </a:path>
                  </a:pathLst>
                </a:custGeom>
                <a:solidFill>
                  <a:schemeClr val="accent1"/>
                </a:solidFill>
                <a:ln w="6424" cap="flat">
                  <a:noFill/>
                  <a:prstDash val="solid"/>
                  <a:miter/>
                </a:ln>
              </p:spPr>
              <p:txBody>
                <a:bodyPr rtlCol="0" anchor="ctr"/>
                <a:lstStyle/>
                <a:p>
                  <a:endParaRPr lang="pt-BR"/>
                </a:p>
              </p:txBody>
            </p:sp>
            <p:sp>
              <p:nvSpPr>
                <p:cNvPr id="46" name="Freeform: Shape 45">
                  <a:extLst>
                    <a:ext uri="{FF2B5EF4-FFF2-40B4-BE49-F238E27FC236}">
                      <a16:creationId xmlns:a16="http://schemas.microsoft.com/office/drawing/2014/main" id="{29D04FE1-FF65-1173-CBC0-45A957B859EC}"/>
                    </a:ext>
                  </a:extLst>
                </p:cNvPr>
                <p:cNvSpPr/>
                <p:nvPr/>
              </p:nvSpPr>
              <p:spPr>
                <a:xfrm>
                  <a:off x="6950978" y="2625874"/>
                  <a:ext cx="18478" cy="18367"/>
                </a:xfrm>
                <a:custGeom>
                  <a:avLst/>
                  <a:gdLst>
                    <a:gd name="connsiteX0" fmla="*/ 17265 w 18478"/>
                    <a:gd name="connsiteY0" fmla="*/ 2131 h 18367"/>
                    <a:gd name="connsiteX1" fmla="*/ 8260 w 18478"/>
                    <a:gd name="connsiteY1" fmla="*/ 205 h 18367"/>
                    <a:gd name="connsiteX2" fmla="*/ 540 w 18478"/>
                    <a:gd name="connsiteY2" fmla="*/ 2773 h 18367"/>
                    <a:gd name="connsiteX3" fmla="*/ 2470 w 18478"/>
                    <a:gd name="connsiteY3" fmla="*/ 14326 h 18367"/>
                    <a:gd name="connsiteX4" fmla="*/ 15336 w 18478"/>
                    <a:gd name="connsiteY4" fmla="*/ 16893 h 18367"/>
                    <a:gd name="connsiteX5" fmla="*/ 17265 w 18478"/>
                    <a:gd name="connsiteY5" fmla="*/ 2131 h 18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78" h="18367">
                      <a:moveTo>
                        <a:pt x="17265" y="2131"/>
                      </a:moveTo>
                      <a:cubicBezTo>
                        <a:pt x="15979" y="-436"/>
                        <a:pt x="10189" y="205"/>
                        <a:pt x="8260" y="205"/>
                      </a:cubicBezTo>
                      <a:cubicBezTo>
                        <a:pt x="5687" y="205"/>
                        <a:pt x="1827" y="-1078"/>
                        <a:pt x="540" y="2773"/>
                      </a:cubicBezTo>
                      <a:cubicBezTo>
                        <a:pt x="-1389" y="6624"/>
                        <a:pt x="2470" y="14326"/>
                        <a:pt x="2470" y="14326"/>
                      </a:cubicBezTo>
                      <a:cubicBezTo>
                        <a:pt x="4400" y="17535"/>
                        <a:pt x="11476" y="20102"/>
                        <a:pt x="15336" y="16893"/>
                      </a:cubicBezTo>
                      <a:cubicBezTo>
                        <a:pt x="19839" y="13684"/>
                        <a:pt x="18552" y="4698"/>
                        <a:pt x="17265" y="2131"/>
                      </a:cubicBezTo>
                      <a:close/>
                    </a:path>
                  </a:pathLst>
                </a:custGeom>
                <a:solidFill>
                  <a:schemeClr val="accent1"/>
                </a:solidFill>
                <a:ln w="6424" cap="flat">
                  <a:noFill/>
                  <a:prstDash val="solid"/>
                  <a:miter/>
                </a:ln>
              </p:spPr>
              <p:txBody>
                <a:bodyPr rtlCol="0" anchor="ctr"/>
                <a:lstStyle/>
                <a:p>
                  <a:endParaRPr lang="pt-BR"/>
                </a:p>
              </p:txBody>
            </p:sp>
            <p:sp>
              <p:nvSpPr>
                <p:cNvPr id="116" name="Freeform: Shape 115">
                  <a:extLst>
                    <a:ext uri="{FF2B5EF4-FFF2-40B4-BE49-F238E27FC236}">
                      <a16:creationId xmlns:a16="http://schemas.microsoft.com/office/drawing/2014/main" id="{D8E75575-DCA5-0ECB-E404-0BC934E9F5A2}"/>
                    </a:ext>
                  </a:extLst>
                </p:cNvPr>
                <p:cNvSpPr/>
                <p:nvPr/>
              </p:nvSpPr>
              <p:spPr>
                <a:xfrm>
                  <a:off x="6959740" y="2668331"/>
                  <a:ext cx="13863" cy="22688"/>
                </a:xfrm>
                <a:custGeom>
                  <a:avLst/>
                  <a:gdLst>
                    <a:gd name="connsiteX0" fmla="*/ 13006 w 13863"/>
                    <a:gd name="connsiteY0" fmla="*/ 21289 h 22688"/>
                    <a:gd name="connsiteX1" fmla="*/ 9790 w 13863"/>
                    <a:gd name="connsiteY1" fmla="*/ 14229 h 22688"/>
                    <a:gd name="connsiteX2" fmla="*/ 9147 w 13863"/>
                    <a:gd name="connsiteY2" fmla="*/ 4601 h 22688"/>
                    <a:gd name="connsiteX3" fmla="*/ 784 w 13863"/>
                    <a:gd name="connsiteY3" fmla="*/ 4601 h 22688"/>
                    <a:gd name="connsiteX4" fmla="*/ 3357 w 13863"/>
                    <a:gd name="connsiteY4" fmla="*/ 20005 h 22688"/>
                    <a:gd name="connsiteX5" fmla="*/ 13006 w 13863"/>
                    <a:gd name="connsiteY5" fmla="*/ 21289 h 22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 h="22688">
                      <a:moveTo>
                        <a:pt x="13006" y="21289"/>
                      </a:moveTo>
                      <a:cubicBezTo>
                        <a:pt x="15579" y="18721"/>
                        <a:pt x="11720" y="16796"/>
                        <a:pt x="9790" y="14229"/>
                      </a:cubicBezTo>
                      <a:cubicBezTo>
                        <a:pt x="8503" y="11661"/>
                        <a:pt x="9147" y="7168"/>
                        <a:pt x="9147" y="4601"/>
                      </a:cubicBezTo>
                      <a:cubicBezTo>
                        <a:pt x="9147" y="-533"/>
                        <a:pt x="2714" y="-2459"/>
                        <a:pt x="784" y="4601"/>
                      </a:cubicBezTo>
                      <a:cubicBezTo>
                        <a:pt x="-1146" y="11019"/>
                        <a:pt x="784" y="17438"/>
                        <a:pt x="3357" y="20005"/>
                      </a:cubicBezTo>
                      <a:cubicBezTo>
                        <a:pt x="5930" y="22572"/>
                        <a:pt x="10433" y="23856"/>
                        <a:pt x="13006" y="21289"/>
                      </a:cubicBezTo>
                      <a:close/>
                    </a:path>
                  </a:pathLst>
                </a:custGeom>
                <a:solidFill>
                  <a:schemeClr val="accent1"/>
                </a:solidFill>
                <a:ln w="6424" cap="flat">
                  <a:noFill/>
                  <a:prstDash val="solid"/>
                  <a:miter/>
                </a:ln>
              </p:spPr>
              <p:txBody>
                <a:bodyPr rtlCol="0" anchor="ctr"/>
                <a:lstStyle/>
                <a:p>
                  <a:endParaRPr lang="pt-BR"/>
                </a:p>
              </p:txBody>
            </p:sp>
            <p:sp>
              <p:nvSpPr>
                <p:cNvPr id="117" name="Freeform: Shape 116">
                  <a:extLst>
                    <a:ext uri="{FF2B5EF4-FFF2-40B4-BE49-F238E27FC236}">
                      <a16:creationId xmlns:a16="http://schemas.microsoft.com/office/drawing/2014/main" id="{C2AE5755-936D-476F-559A-57D73342D53F}"/>
                    </a:ext>
                  </a:extLst>
                </p:cNvPr>
                <p:cNvSpPr/>
                <p:nvPr/>
              </p:nvSpPr>
              <p:spPr>
                <a:xfrm>
                  <a:off x="6999278" y="2665175"/>
                  <a:ext cx="9873" cy="10964"/>
                </a:xfrm>
                <a:custGeom>
                  <a:avLst/>
                  <a:gdLst>
                    <a:gd name="connsiteX0" fmla="*/ 486 w 9873"/>
                    <a:gd name="connsiteY0" fmla="*/ 4548 h 10964"/>
                    <a:gd name="connsiteX1" fmla="*/ 8848 w 9873"/>
                    <a:gd name="connsiteY1" fmla="*/ 10325 h 10964"/>
                    <a:gd name="connsiteX2" fmla="*/ 4345 w 9873"/>
                    <a:gd name="connsiteY2" fmla="*/ 56 h 10964"/>
                    <a:gd name="connsiteX3" fmla="*/ 486 w 9873"/>
                    <a:gd name="connsiteY3" fmla="*/ 4548 h 10964"/>
                  </a:gdLst>
                  <a:ahLst/>
                  <a:cxnLst>
                    <a:cxn ang="0">
                      <a:pos x="connsiteX0" y="connsiteY0"/>
                    </a:cxn>
                    <a:cxn ang="0">
                      <a:pos x="connsiteX1" y="connsiteY1"/>
                    </a:cxn>
                    <a:cxn ang="0">
                      <a:pos x="connsiteX2" y="connsiteY2"/>
                    </a:cxn>
                    <a:cxn ang="0">
                      <a:pos x="connsiteX3" y="connsiteY3"/>
                    </a:cxn>
                  </a:cxnLst>
                  <a:rect l="l" t="t" r="r" b="b"/>
                  <a:pathLst>
                    <a:path w="9873" h="10964">
                      <a:moveTo>
                        <a:pt x="486" y="4548"/>
                      </a:moveTo>
                      <a:cubicBezTo>
                        <a:pt x="-2087" y="9683"/>
                        <a:pt x="6275" y="12250"/>
                        <a:pt x="8848" y="10325"/>
                      </a:cubicBezTo>
                      <a:cubicBezTo>
                        <a:pt x="12065" y="7757"/>
                        <a:pt x="6919" y="697"/>
                        <a:pt x="4345" y="56"/>
                      </a:cubicBezTo>
                      <a:cubicBezTo>
                        <a:pt x="2416" y="-586"/>
                        <a:pt x="486" y="4548"/>
                        <a:pt x="486" y="4548"/>
                      </a:cubicBezTo>
                      <a:close/>
                    </a:path>
                  </a:pathLst>
                </a:custGeom>
                <a:solidFill>
                  <a:schemeClr val="accent1"/>
                </a:solidFill>
                <a:ln w="6424" cap="flat">
                  <a:noFill/>
                  <a:prstDash val="solid"/>
                  <a:miter/>
                </a:ln>
              </p:spPr>
              <p:txBody>
                <a:bodyPr rtlCol="0" anchor="ctr"/>
                <a:lstStyle/>
                <a:p>
                  <a:endParaRPr lang="pt-BR"/>
                </a:p>
              </p:txBody>
            </p:sp>
            <p:sp>
              <p:nvSpPr>
                <p:cNvPr id="118" name="Freeform: Shape 117">
                  <a:extLst>
                    <a:ext uri="{FF2B5EF4-FFF2-40B4-BE49-F238E27FC236}">
                      <a16:creationId xmlns:a16="http://schemas.microsoft.com/office/drawing/2014/main" id="{ECE01AED-27DF-EA50-2962-8EE66300ACDC}"/>
                    </a:ext>
                  </a:extLst>
                </p:cNvPr>
                <p:cNvSpPr/>
                <p:nvPr/>
              </p:nvSpPr>
              <p:spPr>
                <a:xfrm>
                  <a:off x="6550116" y="1747863"/>
                  <a:ext cx="16824" cy="20737"/>
                </a:xfrm>
                <a:custGeom>
                  <a:avLst/>
                  <a:gdLst>
                    <a:gd name="connsiteX0" fmla="*/ 11579 w 16824"/>
                    <a:gd name="connsiteY0" fmla="*/ 1482 h 20737"/>
                    <a:gd name="connsiteX1" fmla="*/ 3860 w 16824"/>
                    <a:gd name="connsiteY1" fmla="*/ 1482 h 20737"/>
                    <a:gd name="connsiteX2" fmla="*/ 0 w 16824"/>
                    <a:gd name="connsiteY2" fmla="*/ 9184 h 20737"/>
                    <a:gd name="connsiteX3" fmla="*/ 11579 w 16824"/>
                    <a:gd name="connsiteY3" fmla="*/ 20737 h 20737"/>
                    <a:gd name="connsiteX4" fmla="*/ 16725 w 16824"/>
                    <a:gd name="connsiteY4" fmla="*/ 11110 h 20737"/>
                    <a:gd name="connsiteX5" fmla="*/ 11579 w 16824"/>
                    <a:gd name="connsiteY5" fmla="*/ 1482 h 2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24" h="20737">
                      <a:moveTo>
                        <a:pt x="11579" y="1482"/>
                      </a:moveTo>
                      <a:cubicBezTo>
                        <a:pt x="8363" y="199"/>
                        <a:pt x="8363" y="-1085"/>
                        <a:pt x="3860" y="1482"/>
                      </a:cubicBezTo>
                      <a:cubicBezTo>
                        <a:pt x="0" y="3408"/>
                        <a:pt x="0" y="9184"/>
                        <a:pt x="0" y="9184"/>
                      </a:cubicBezTo>
                      <a:cubicBezTo>
                        <a:pt x="0" y="17528"/>
                        <a:pt x="7076" y="20737"/>
                        <a:pt x="11579" y="20737"/>
                      </a:cubicBezTo>
                      <a:cubicBezTo>
                        <a:pt x="16082" y="20737"/>
                        <a:pt x="16082" y="15602"/>
                        <a:pt x="16725" y="11110"/>
                      </a:cubicBezTo>
                      <a:cubicBezTo>
                        <a:pt x="17368" y="5333"/>
                        <a:pt x="14795" y="2766"/>
                        <a:pt x="11579" y="1482"/>
                      </a:cubicBezTo>
                      <a:close/>
                    </a:path>
                  </a:pathLst>
                </a:custGeom>
                <a:solidFill>
                  <a:schemeClr val="accent1"/>
                </a:solidFill>
                <a:ln w="6424" cap="flat">
                  <a:noFill/>
                  <a:prstDash val="solid"/>
                  <a:miter/>
                </a:ln>
              </p:spPr>
              <p:txBody>
                <a:bodyPr rtlCol="0" anchor="ctr"/>
                <a:lstStyle/>
                <a:p>
                  <a:endParaRPr lang="pt-BR"/>
                </a:p>
              </p:txBody>
            </p:sp>
            <p:sp>
              <p:nvSpPr>
                <p:cNvPr id="47" name="Freeform: Shape 46">
                  <a:extLst>
                    <a:ext uri="{FF2B5EF4-FFF2-40B4-BE49-F238E27FC236}">
                      <a16:creationId xmlns:a16="http://schemas.microsoft.com/office/drawing/2014/main" id="{159AF31E-D579-F0CA-D0A2-6D157CE506F9}"/>
                    </a:ext>
                  </a:extLst>
                </p:cNvPr>
                <p:cNvSpPr/>
                <p:nvPr/>
              </p:nvSpPr>
              <p:spPr>
                <a:xfrm>
                  <a:off x="7022246" y="2629895"/>
                  <a:ext cx="11257" cy="11588"/>
                </a:xfrm>
                <a:custGeom>
                  <a:avLst/>
                  <a:gdLst>
                    <a:gd name="connsiteX0" fmla="*/ 3891 w 11257"/>
                    <a:gd name="connsiteY0" fmla="*/ 35 h 11588"/>
                    <a:gd name="connsiteX1" fmla="*/ 32 w 11257"/>
                    <a:gd name="connsiteY1" fmla="*/ 7737 h 11588"/>
                    <a:gd name="connsiteX2" fmla="*/ 5821 w 11257"/>
                    <a:gd name="connsiteY2" fmla="*/ 11588 h 11588"/>
                    <a:gd name="connsiteX3" fmla="*/ 10967 w 11257"/>
                    <a:gd name="connsiteY3" fmla="*/ 5170 h 11588"/>
                    <a:gd name="connsiteX4" fmla="*/ 3891 w 11257"/>
                    <a:gd name="connsiteY4" fmla="*/ 35 h 11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57" h="11588">
                      <a:moveTo>
                        <a:pt x="3891" y="35"/>
                      </a:moveTo>
                      <a:cubicBezTo>
                        <a:pt x="-612" y="-607"/>
                        <a:pt x="32" y="7737"/>
                        <a:pt x="32" y="7737"/>
                      </a:cubicBezTo>
                      <a:cubicBezTo>
                        <a:pt x="675" y="11588"/>
                        <a:pt x="2605" y="11588"/>
                        <a:pt x="5821" y="11588"/>
                      </a:cubicBezTo>
                      <a:cubicBezTo>
                        <a:pt x="9038" y="11588"/>
                        <a:pt x="12254" y="9663"/>
                        <a:pt x="10967" y="5170"/>
                      </a:cubicBezTo>
                      <a:cubicBezTo>
                        <a:pt x="9038" y="677"/>
                        <a:pt x="8394" y="677"/>
                        <a:pt x="3891" y="35"/>
                      </a:cubicBezTo>
                      <a:close/>
                    </a:path>
                  </a:pathLst>
                </a:custGeom>
                <a:solidFill>
                  <a:schemeClr val="accent1"/>
                </a:solidFill>
                <a:ln w="6424" cap="flat">
                  <a:noFill/>
                  <a:prstDash val="solid"/>
                  <a:miter/>
                </a:ln>
              </p:spPr>
              <p:txBody>
                <a:bodyPr rtlCol="0" anchor="ctr"/>
                <a:lstStyle/>
                <a:p>
                  <a:endParaRPr lang="pt-BR"/>
                </a:p>
              </p:txBody>
            </p:sp>
            <p:sp>
              <p:nvSpPr>
                <p:cNvPr id="48" name="Freeform: Shape 47">
                  <a:extLst>
                    <a:ext uri="{FF2B5EF4-FFF2-40B4-BE49-F238E27FC236}">
                      <a16:creationId xmlns:a16="http://schemas.microsoft.com/office/drawing/2014/main" id="{011E245D-1479-EE5C-6B47-D1EF2882870B}"/>
                    </a:ext>
                  </a:extLst>
                </p:cNvPr>
                <p:cNvSpPr/>
                <p:nvPr/>
              </p:nvSpPr>
              <p:spPr>
                <a:xfrm>
                  <a:off x="7132972" y="2361400"/>
                  <a:ext cx="18031" cy="13241"/>
                </a:xfrm>
                <a:custGeom>
                  <a:avLst/>
                  <a:gdLst>
                    <a:gd name="connsiteX0" fmla="*/ 17960 w 18031"/>
                    <a:gd name="connsiteY0" fmla="*/ 8591 h 13241"/>
                    <a:gd name="connsiteX1" fmla="*/ 11528 w 18031"/>
                    <a:gd name="connsiteY1" fmla="*/ 1531 h 13241"/>
                    <a:gd name="connsiteX2" fmla="*/ 1235 w 18031"/>
                    <a:gd name="connsiteY2" fmla="*/ 2815 h 13241"/>
                    <a:gd name="connsiteX3" fmla="*/ 3809 w 18031"/>
                    <a:gd name="connsiteY3" fmla="*/ 11800 h 13241"/>
                    <a:gd name="connsiteX4" fmla="*/ 12171 w 18031"/>
                    <a:gd name="connsiteY4" fmla="*/ 13084 h 13241"/>
                    <a:gd name="connsiteX5" fmla="*/ 17960 w 18031"/>
                    <a:gd name="connsiteY5" fmla="*/ 8591 h 13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31" h="13241">
                      <a:moveTo>
                        <a:pt x="17960" y="8591"/>
                      </a:moveTo>
                      <a:cubicBezTo>
                        <a:pt x="17317" y="4740"/>
                        <a:pt x="11528" y="1531"/>
                        <a:pt x="11528" y="1531"/>
                      </a:cubicBezTo>
                      <a:cubicBezTo>
                        <a:pt x="8955" y="247"/>
                        <a:pt x="4452" y="-1678"/>
                        <a:pt x="1235" y="2815"/>
                      </a:cubicBezTo>
                      <a:cubicBezTo>
                        <a:pt x="-1981" y="7307"/>
                        <a:pt x="1879" y="11800"/>
                        <a:pt x="3809" y="11800"/>
                      </a:cubicBezTo>
                      <a:cubicBezTo>
                        <a:pt x="5738" y="11800"/>
                        <a:pt x="8955" y="12442"/>
                        <a:pt x="12171" y="13084"/>
                      </a:cubicBezTo>
                      <a:cubicBezTo>
                        <a:pt x="14744" y="13726"/>
                        <a:pt x="18604" y="12442"/>
                        <a:pt x="17960" y="8591"/>
                      </a:cubicBezTo>
                      <a:close/>
                    </a:path>
                  </a:pathLst>
                </a:custGeom>
                <a:solidFill>
                  <a:schemeClr val="accent1"/>
                </a:solidFill>
                <a:ln w="6424" cap="flat">
                  <a:noFill/>
                  <a:prstDash val="solid"/>
                  <a:miter/>
                </a:ln>
              </p:spPr>
              <p:txBody>
                <a:bodyPr rtlCol="0" anchor="ctr"/>
                <a:lstStyle/>
                <a:p>
                  <a:endParaRPr lang="pt-BR"/>
                </a:p>
              </p:txBody>
            </p:sp>
            <p:sp>
              <p:nvSpPr>
                <p:cNvPr id="49" name="Freeform: Shape 48">
                  <a:extLst>
                    <a:ext uri="{FF2B5EF4-FFF2-40B4-BE49-F238E27FC236}">
                      <a16:creationId xmlns:a16="http://schemas.microsoft.com/office/drawing/2014/main" id="{37C092EE-C85D-B055-F5EE-47235770180D}"/>
                    </a:ext>
                  </a:extLst>
                </p:cNvPr>
                <p:cNvSpPr/>
                <p:nvPr/>
              </p:nvSpPr>
              <p:spPr>
                <a:xfrm>
                  <a:off x="7106393" y="2368033"/>
                  <a:ext cx="15341" cy="9659"/>
                </a:xfrm>
                <a:custGeom>
                  <a:avLst/>
                  <a:gdLst>
                    <a:gd name="connsiteX0" fmla="*/ 10446 w 15341"/>
                    <a:gd name="connsiteY0" fmla="*/ 9659 h 9659"/>
                    <a:gd name="connsiteX1" fmla="*/ 14306 w 15341"/>
                    <a:gd name="connsiteY1" fmla="*/ 2599 h 9659"/>
                    <a:gd name="connsiteX2" fmla="*/ 5300 w 15341"/>
                    <a:gd name="connsiteY2" fmla="*/ 32 h 9659"/>
                    <a:gd name="connsiteX3" fmla="*/ 154 w 15341"/>
                    <a:gd name="connsiteY3" fmla="*/ 3883 h 9659"/>
                    <a:gd name="connsiteX4" fmla="*/ 10446 w 15341"/>
                    <a:gd name="connsiteY4" fmla="*/ 9659 h 9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41" h="9659">
                      <a:moveTo>
                        <a:pt x="10446" y="9659"/>
                      </a:moveTo>
                      <a:cubicBezTo>
                        <a:pt x="14306" y="9017"/>
                        <a:pt x="16879" y="5166"/>
                        <a:pt x="14306" y="2599"/>
                      </a:cubicBezTo>
                      <a:cubicBezTo>
                        <a:pt x="12376" y="32"/>
                        <a:pt x="5300" y="32"/>
                        <a:pt x="5300" y="32"/>
                      </a:cubicBezTo>
                      <a:cubicBezTo>
                        <a:pt x="5300" y="32"/>
                        <a:pt x="1440" y="-610"/>
                        <a:pt x="154" y="3883"/>
                      </a:cubicBezTo>
                      <a:cubicBezTo>
                        <a:pt x="-1133" y="8375"/>
                        <a:pt x="5943" y="9659"/>
                        <a:pt x="10446" y="9659"/>
                      </a:cubicBezTo>
                      <a:close/>
                    </a:path>
                  </a:pathLst>
                </a:custGeom>
                <a:solidFill>
                  <a:schemeClr val="accent1"/>
                </a:solidFill>
                <a:ln w="6424" cap="flat">
                  <a:noFill/>
                  <a:prstDash val="solid"/>
                  <a:miter/>
                </a:ln>
              </p:spPr>
              <p:txBody>
                <a:bodyPr rtlCol="0" anchor="ctr"/>
                <a:lstStyle/>
                <a:p>
                  <a:endParaRPr lang="pt-BR"/>
                </a:p>
              </p:txBody>
            </p:sp>
            <p:sp>
              <p:nvSpPr>
                <p:cNvPr id="50" name="Freeform: Shape 49">
                  <a:extLst>
                    <a:ext uri="{FF2B5EF4-FFF2-40B4-BE49-F238E27FC236}">
                      <a16:creationId xmlns:a16="http://schemas.microsoft.com/office/drawing/2014/main" id="{EE7D752D-522D-13A6-6A87-95FFCB446D9C}"/>
                    </a:ext>
                  </a:extLst>
                </p:cNvPr>
                <p:cNvSpPr/>
                <p:nvPr/>
              </p:nvSpPr>
              <p:spPr>
                <a:xfrm>
                  <a:off x="7141234" y="2304462"/>
                  <a:ext cx="18157" cy="17432"/>
                </a:xfrm>
                <a:custGeom>
                  <a:avLst/>
                  <a:gdLst>
                    <a:gd name="connsiteX0" fmla="*/ 18061 w 18157"/>
                    <a:gd name="connsiteY0" fmla="*/ 8407 h 17432"/>
                    <a:gd name="connsiteX1" fmla="*/ 10342 w 18157"/>
                    <a:gd name="connsiteY1" fmla="*/ 63 h 17432"/>
                    <a:gd name="connsiteX2" fmla="*/ 1979 w 18157"/>
                    <a:gd name="connsiteY2" fmla="*/ 3914 h 17432"/>
                    <a:gd name="connsiteX3" fmla="*/ 9055 w 18157"/>
                    <a:gd name="connsiteY3" fmla="*/ 17392 h 17432"/>
                    <a:gd name="connsiteX4" fmla="*/ 18061 w 18157"/>
                    <a:gd name="connsiteY4" fmla="*/ 8407 h 1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57" h="17432">
                      <a:moveTo>
                        <a:pt x="18061" y="8407"/>
                      </a:moveTo>
                      <a:cubicBezTo>
                        <a:pt x="18705" y="4556"/>
                        <a:pt x="16131" y="705"/>
                        <a:pt x="10342" y="63"/>
                      </a:cubicBezTo>
                      <a:cubicBezTo>
                        <a:pt x="3909" y="-579"/>
                        <a:pt x="1979" y="3914"/>
                        <a:pt x="1979" y="3914"/>
                      </a:cubicBezTo>
                      <a:cubicBezTo>
                        <a:pt x="-3167" y="10974"/>
                        <a:pt x="2623" y="18034"/>
                        <a:pt x="9055" y="17392"/>
                      </a:cubicBezTo>
                      <a:cubicBezTo>
                        <a:pt x="14202" y="17392"/>
                        <a:pt x="17418" y="12257"/>
                        <a:pt x="18061" y="8407"/>
                      </a:cubicBezTo>
                      <a:close/>
                    </a:path>
                  </a:pathLst>
                </a:custGeom>
                <a:solidFill>
                  <a:schemeClr val="accent1"/>
                </a:solidFill>
                <a:ln w="6424" cap="flat">
                  <a:noFill/>
                  <a:prstDash val="solid"/>
                  <a:miter/>
                </a:ln>
              </p:spPr>
              <p:txBody>
                <a:bodyPr rtlCol="0" anchor="ctr"/>
                <a:lstStyle/>
                <a:p>
                  <a:endParaRPr lang="pt-BR"/>
                </a:p>
              </p:txBody>
            </p:sp>
            <p:sp>
              <p:nvSpPr>
                <p:cNvPr id="51" name="Freeform: Shape 50">
                  <a:extLst>
                    <a:ext uri="{FF2B5EF4-FFF2-40B4-BE49-F238E27FC236}">
                      <a16:creationId xmlns:a16="http://schemas.microsoft.com/office/drawing/2014/main" id="{B91D7C89-EC93-807D-8AD3-964D03B106B9}"/>
                    </a:ext>
                  </a:extLst>
                </p:cNvPr>
                <p:cNvSpPr/>
                <p:nvPr/>
              </p:nvSpPr>
              <p:spPr>
                <a:xfrm>
                  <a:off x="7308735" y="2129021"/>
                  <a:ext cx="40573" cy="38844"/>
                </a:xfrm>
                <a:custGeom>
                  <a:avLst/>
                  <a:gdLst>
                    <a:gd name="connsiteX0" fmla="*/ 3015 w 40573"/>
                    <a:gd name="connsiteY0" fmla="*/ 31735 h 38844"/>
                    <a:gd name="connsiteX1" fmla="*/ 19740 w 40573"/>
                    <a:gd name="connsiteY1" fmla="*/ 38153 h 38844"/>
                    <a:gd name="connsiteX2" fmla="*/ 39682 w 40573"/>
                    <a:gd name="connsiteY2" fmla="*/ 25316 h 38844"/>
                    <a:gd name="connsiteX3" fmla="*/ 37109 w 40573"/>
                    <a:gd name="connsiteY3" fmla="*/ 6062 h 38844"/>
                    <a:gd name="connsiteX4" fmla="*/ 28746 w 40573"/>
                    <a:gd name="connsiteY4" fmla="*/ 285 h 38844"/>
                    <a:gd name="connsiteX5" fmla="*/ 19740 w 40573"/>
                    <a:gd name="connsiteY5" fmla="*/ 285 h 38844"/>
                    <a:gd name="connsiteX6" fmla="*/ 9448 w 40573"/>
                    <a:gd name="connsiteY6" fmla="*/ 6062 h 38844"/>
                    <a:gd name="connsiteX7" fmla="*/ 1086 w 40573"/>
                    <a:gd name="connsiteY7" fmla="*/ 17615 h 38844"/>
                    <a:gd name="connsiteX8" fmla="*/ 3015 w 40573"/>
                    <a:gd name="connsiteY8" fmla="*/ 31735 h 38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573" h="38844">
                      <a:moveTo>
                        <a:pt x="3015" y="31735"/>
                      </a:moveTo>
                      <a:cubicBezTo>
                        <a:pt x="6875" y="35586"/>
                        <a:pt x="12664" y="40720"/>
                        <a:pt x="19740" y="38153"/>
                      </a:cubicBezTo>
                      <a:cubicBezTo>
                        <a:pt x="26816" y="36228"/>
                        <a:pt x="38395" y="29809"/>
                        <a:pt x="39682" y="25316"/>
                      </a:cubicBezTo>
                      <a:cubicBezTo>
                        <a:pt x="40325" y="20824"/>
                        <a:pt x="42255" y="10555"/>
                        <a:pt x="37109" y="6062"/>
                      </a:cubicBezTo>
                      <a:cubicBezTo>
                        <a:pt x="37109" y="6062"/>
                        <a:pt x="32606" y="285"/>
                        <a:pt x="28746" y="285"/>
                      </a:cubicBezTo>
                      <a:cubicBezTo>
                        <a:pt x="24243" y="285"/>
                        <a:pt x="22957" y="-357"/>
                        <a:pt x="19740" y="285"/>
                      </a:cubicBezTo>
                      <a:cubicBezTo>
                        <a:pt x="16524" y="927"/>
                        <a:pt x="13951" y="2853"/>
                        <a:pt x="9448" y="6062"/>
                      </a:cubicBezTo>
                      <a:cubicBezTo>
                        <a:pt x="5588" y="9271"/>
                        <a:pt x="2372" y="14405"/>
                        <a:pt x="1086" y="17615"/>
                      </a:cubicBezTo>
                      <a:cubicBezTo>
                        <a:pt x="-844" y="20824"/>
                        <a:pt x="-201" y="27884"/>
                        <a:pt x="3015" y="31735"/>
                      </a:cubicBezTo>
                      <a:close/>
                    </a:path>
                  </a:pathLst>
                </a:custGeom>
                <a:solidFill>
                  <a:schemeClr val="accent1"/>
                </a:solidFill>
                <a:ln w="6424" cap="flat">
                  <a:noFill/>
                  <a:prstDash val="solid"/>
                  <a:miter/>
                </a:ln>
              </p:spPr>
              <p:txBody>
                <a:bodyPr rtlCol="0" anchor="ctr"/>
                <a:lstStyle/>
                <a:p>
                  <a:endParaRPr lang="pt-BR"/>
                </a:p>
              </p:txBody>
            </p:sp>
            <p:sp>
              <p:nvSpPr>
                <p:cNvPr id="52" name="Freeform: Shape 51">
                  <a:extLst>
                    <a:ext uri="{FF2B5EF4-FFF2-40B4-BE49-F238E27FC236}">
                      <a16:creationId xmlns:a16="http://schemas.microsoft.com/office/drawing/2014/main" id="{2D35BC4A-AE40-FD98-6974-5D860947CE53}"/>
                    </a:ext>
                  </a:extLst>
                </p:cNvPr>
                <p:cNvSpPr/>
                <p:nvPr/>
              </p:nvSpPr>
              <p:spPr>
                <a:xfrm>
                  <a:off x="7296231" y="2124101"/>
                  <a:ext cx="15518" cy="17202"/>
                </a:xfrm>
                <a:custGeom>
                  <a:avLst/>
                  <a:gdLst>
                    <a:gd name="connsiteX0" fmla="*/ 80 w 15518"/>
                    <a:gd name="connsiteY0" fmla="*/ 6488 h 17202"/>
                    <a:gd name="connsiteX1" fmla="*/ 9729 w 15518"/>
                    <a:gd name="connsiteY1" fmla="*/ 16758 h 17202"/>
                    <a:gd name="connsiteX2" fmla="*/ 15519 w 15518"/>
                    <a:gd name="connsiteY2" fmla="*/ 7772 h 17202"/>
                    <a:gd name="connsiteX3" fmla="*/ 6513 w 15518"/>
                    <a:gd name="connsiteY3" fmla="*/ 70 h 17202"/>
                    <a:gd name="connsiteX4" fmla="*/ 80 w 15518"/>
                    <a:gd name="connsiteY4" fmla="*/ 6488 h 17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 h="17202">
                      <a:moveTo>
                        <a:pt x="80" y="6488"/>
                      </a:moveTo>
                      <a:cubicBezTo>
                        <a:pt x="-563" y="14190"/>
                        <a:pt x="5227" y="18683"/>
                        <a:pt x="9729" y="16758"/>
                      </a:cubicBezTo>
                      <a:cubicBezTo>
                        <a:pt x="14232" y="14832"/>
                        <a:pt x="15519" y="12265"/>
                        <a:pt x="15519" y="7772"/>
                      </a:cubicBezTo>
                      <a:cubicBezTo>
                        <a:pt x="15519" y="3279"/>
                        <a:pt x="14232" y="-572"/>
                        <a:pt x="6513" y="70"/>
                      </a:cubicBezTo>
                      <a:cubicBezTo>
                        <a:pt x="-1206" y="712"/>
                        <a:pt x="80" y="6488"/>
                        <a:pt x="80" y="6488"/>
                      </a:cubicBezTo>
                      <a:close/>
                    </a:path>
                  </a:pathLst>
                </a:custGeom>
                <a:solidFill>
                  <a:schemeClr val="accent1"/>
                </a:solidFill>
                <a:ln w="6424" cap="flat">
                  <a:noFill/>
                  <a:prstDash val="solid"/>
                  <a:miter/>
                </a:ln>
              </p:spPr>
              <p:txBody>
                <a:bodyPr rtlCol="0" anchor="ctr"/>
                <a:lstStyle/>
                <a:p>
                  <a:endParaRPr lang="pt-BR"/>
                </a:p>
              </p:txBody>
            </p:sp>
            <p:sp>
              <p:nvSpPr>
                <p:cNvPr id="53" name="Freeform: Shape 52">
                  <a:extLst>
                    <a:ext uri="{FF2B5EF4-FFF2-40B4-BE49-F238E27FC236}">
                      <a16:creationId xmlns:a16="http://schemas.microsoft.com/office/drawing/2014/main" id="{94254526-6F71-1A3E-1268-49694CD227D1}"/>
                    </a:ext>
                  </a:extLst>
                </p:cNvPr>
                <p:cNvSpPr/>
                <p:nvPr/>
              </p:nvSpPr>
              <p:spPr>
                <a:xfrm>
                  <a:off x="7282758" y="2153232"/>
                  <a:ext cx="18328" cy="19293"/>
                </a:xfrm>
                <a:custGeom>
                  <a:avLst/>
                  <a:gdLst>
                    <a:gd name="connsiteX0" fmla="*/ 7121 w 18328"/>
                    <a:gd name="connsiteY0" fmla="*/ 463 h 19293"/>
                    <a:gd name="connsiteX1" fmla="*/ 45 w 18328"/>
                    <a:gd name="connsiteY1" fmla="*/ 8165 h 19293"/>
                    <a:gd name="connsiteX2" fmla="*/ 12267 w 18328"/>
                    <a:gd name="connsiteY2" fmla="*/ 19076 h 19293"/>
                    <a:gd name="connsiteX3" fmla="*/ 18056 w 18328"/>
                    <a:gd name="connsiteY3" fmla="*/ 5598 h 19293"/>
                    <a:gd name="connsiteX4" fmla="*/ 7121 w 18328"/>
                    <a:gd name="connsiteY4" fmla="*/ 463 h 19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28" h="19293">
                      <a:moveTo>
                        <a:pt x="7121" y="463"/>
                      </a:moveTo>
                      <a:cubicBezTo>
                        <a:pt x="45" y="1747"/>
                        <a:pt x="45" y="7523"/>
                        <a:pt x="45" y="8165"/>
                      </a:cubicBezTo>
                      <a:cubicBezTo>
                        <a:pt x="-599" y="15867"/>
                        <a:pt x="5834" y="20360"/>
                        <a:pt x="12267" y="19076"/>
                      </a:cubicBezTo>
                      <a:cubicBezTo>
                        <a:pt x="18700" y="17792"/>
                        <a:pt x="18700" y="10732"/>
                        <a:pt x="18056" y="5598"/>
                      </a:cubicBezTo>
                      <a:cubicBezTo>
                        <a:pt x="18056" y="463"/>
                        <a:pt x="14840" y="-821"/>
                        <a:pt x="7121" y="463"/>
                      </a:cubicBezTo>
                      <a:close/>
                    </a:path>
                  </a:pathLst>
                </a:custGeom>
                <a:solidFill>
                  <a:schemeClr val="accent1"/>
                </a:solidFill>
                <a:ln w="6424" cap="flat">
                  <a:noFill/>
                  <a:prstDash val="solid"/>
                  <a:miter/>
                </a:ln>
              </p:spPr>
              <p:txBody>
                <a:bodyPr rtlCol="0" anchor="ctr"/>
                <a:lstStyle/>
                <a:p>
                  <a:endParaRPr lang="pt-BR"/>
                </a:p>
              </p:txBody>
            </p:sp>
            <p:sp>
              <p:nvSpPr>
                <p:cNvPr id="54" name="Freeform: Shape 53">
                  <a:extLst>
                    <a:ext uri="{FF2B5EF4-FFF2-40B4-BE49-F238E27FC236}">
                      <a16:creationId xmlns:a16="http://schemas.microsoft.com/office/drawing/2014/main" id="{29CA276E-9CF6-411D-63C6-3B7262F6653F}"/>
                    </a:ext>
                  </a:extLst>
                </p:cNvPr>
                <p:cNvSpPr/>
                <p:nvPr/>
              </p:nvSpPr>
              <p:spPr>
                <a:xfrm>
                  <a:off x="6928105" y="1559846"/>
                  <a:ext cx="154094" cy="130591"/>
                </a:xfrm>
                <a:custGeom>
                  <a:avLst/>
                  <a:gdLst>
                    <a:gd name="connsiteX0" fmla="*/ 8618 w 154094"/>
                    <a:gd name="connsiteY0" fmla="*/ 65627 h 130591"/>
                    <a:gd name="connsiteX1" fmla="*/ 5402 w 154094"/>
                    <a:gd name="connsiteY1" fmla="*/ 72045 h 130591"/>
                    <a:gd name="connsiteX2" fmla="*/ 256 w 154094"/>
                    <a:gd name="connsiteY2" fmla="*/ 88091 h 130591"/>
                    <a:gd name="connsiteX3" fmla="*/ 2829 w 154094"/>
                    <a:gd name="connsiteY3" fmla="*/ 98360 h 130591"/>
                    <a:gd name="connsiteX4" fmla="*/ 13121 w 154094"/>
                    <a:gd name="connsiteY4" fmla="*/ 113122 h 130591"/>
                    <a:gd name="connsiteX5" fmla="*/ 22770 w 154094"/>
                    <a:gd name="connsiteY5" fmla="*/ 118256 h 130591"/>
                    <a:gd name="connsiteX6" fmla="*/ 32419 w 154094"/>
                    <a:gd name="connsiteY6" fmla="*/ 119540 h 130591"/>
                    <a:gd name="connsiteX7" fmla="*/ 47858 w 154094"/>
                    <a:gd name="connsiteY7" fmla="*/ 117615 h 130591"/>
                    <a:gd name="connsiteX8" fmla="*/ 56220 w 154094"/>
                    <a:gd name="connsiteY8" fmla="*/ 106704 h 130591"/>
                    <a:gd name="connsiteX9" fmla="*/ 58793 w 154094"/>
                    <a:gd name="connsiteY9" fmla="*/ 105420 h 130591"/>
                    <a:gd name="connsiteX10" fmla="*/ 60080 w 154094"/>
                    <a:gd name="connsiteY10" fmla="*/ 116331 h 130591"/>
                    <a:gd name="connsiteX11" fmla="*/ 71015 w 154094"/>
                    <a:gd name="connsiteY11" fmla="*/ 121466 h 130591"/>
                    <a:gd name="connsiteX12" fmla="*/ 87097 w 154094"/>
                    <a:gd name="connsiteY12" fmla="*/ 127242 h 130591"/>
                    <a:gd name="connsiteX13" fmla="*/ 107039 w 154094"/>
                    <a:gd name="connsiteY13" fmla="*/ 129809 h 130591"/>
                    <a:gd name="connsiteX14" fmla="*/ 120547 w 154094"/>
                    <a:gd name="connsiteY14" fmla="*/ 127242 h 130591"/>
                    <a:gd name="connsiteX15" fmla="*/ 132126 w 154094"/>
                    <a:gd name="connsiteY15" fmla="*/ 119540 h 130591"/>
                    <a:gd name="connsiteX16" fmla="*/ 140489 w 154094"/>
                    <a:gd name="connsiteY16" fmla="*/ 114405 h 130591"/>
                    <a:gd name="connsiteX17" fmla="*/ 150138 w 154094"/>
                    <a:gd name="connsiteY17" fmla="*/ 100285 h 130591"/>
                    <a:gd name="connsiteX18" fmla="*/ 153354 w 154094"/>
                    <a:gd name="connsiteY18" fmla="*/ 80389 h 130591"/>
                    <a:gd name="connsiteX19" fmla="*/ 149495 w 154094"/>
                    <a:gd name="connsiteY19" fmla="*/ 61134 h 130591"/>
                    <a:gd name="connsiteX20" fmla="*/ 141132 w 154094"/>
                    <a:gd name="connsiteY20" fmla="*/ 39954 h 130591"/>
                    <a:gd name="connsiteX21" fmla="*/ 126980 w 154094"/>
                    <a:gd name="connsiteY21" fmla="*/ 32252 h 130591"/>
                    <a:gd name="connsiteX22" fmla="*/ 113471 w 154094"/>
                    <a:gd name="connsiteY22" fmla="*/ 38028 h 130591"/>
                    <a:gd name="connsiteX23" fmla="*/ 95460 w 154094"/>
                    <a:gd name="connsiteY23" fmla="*/ 44446 h 130591"/>
                    <a:gd name="connsiteX24" fmla="*/ 80021 w 154094"/>
                    <a:gd name="connsiteY24" fmla="*/ 47656 h 130591"/>
                    <a:gd name="connsiteX25" fmla="*/ 78735 w 154094"/>
                    <a:gd name="connsiteY25" fmla="*/ 38028 h 130591"/>
                    <a:gd name="connsiteX26" fmla="*/ 74232 w 154094"/>
                    <a:gd name="connsiteY26" fmla="*/ 21341 h 130591"/>
                    <a:gd name="connsiteX27" fmla="*/ 60080 w 154094"/>
                    <a:gd name="connsiteY27" fmla="*/ 4011 h 130591"/>
                    <a:gd name="connsiteX28" fmla="*/ 29203 w 154094"/>
                    <a:gd name="connsiteY28" fmla="*/ 160 h 130591"/>
                    <a:gd name="connsiteX29" fmla="*/ 6045 w 154094"/>
                    <a:gd name="connsiteY29" fmla="*/ 6579 h 130591"/>
                    <a:gd name="connsiteX30" fmla="*/ 2185 w 154094"/>
                    <a:gd name="connsiteY30" fmla="*/ 28401 h 130591"/>
                    <a:gd name="connsiteX31" fmla="*/ 5402 w 154094"/>
                    <a:gd name="connsiteY31" fmla="*/ 41879 h 130591"/>
                    <a:gd name="connsiteX32" fmla="*/ 14407 w 154094"/>
                    <a:gd name="connsiteY32" fmla="*/ 54716 h 130591"/>
                    <a:gd name="connsiteX33" fmla="*/ 19554 w 154094"/>
                    <a:gd name="connsiteY33" fmla="*/ 60492 h 130591"/>
                    <a:gd name="connsiteX34" fmla="*/ 15051 w 154094"/>
                    <a:gd name="connsiteY34" fmla="*/ 63701 h 130591"/>
                    <a:gd name="connsiteX35" fmla="*/ 8618 w 154094"/>
                    <a:gd name="connsiteY35" fmla="*/ 65627 h 130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4094" h="130591">
                      <a:moveTo>
                        <a:pt x="8618" y="65627"/>
                      </a:moveTo>
                      <a:cubicBezTo>
                        <a:pt x="6688" y="68836"/>
                        <a:pt x="7975" y="68194"/>
                        <a:pt x="5402" y="72045"/>
                      </a:cubicBezTo>
                      <a:cubicBezTo>
                        <a:pt x="2829" y="75254"/>
                        <a:pt x="-1031" y="81672"/>
                        <a:pt x="256" y="88091"/>
                      </a:cubicBezTo>
                      <a:cubicBezTo>
                        <a:pt x="1542" y="94509"/>
                        <a:pt x="2185" y="93225"/>
                        <a:pt x="2829" y="98360"/>
                      </a:cubicBezTo>
                      <a:cubicBezTo>
                        <a:pt x="4115" y="103494"/>
                        <a:pt x="8618" y="109913"/>
                        <a:pt x="13121" y="113122"/>
                      </a:cubicBezTo>
                      <a:cubicBezTo>
                        <a:pt x="17624" y="116331"/>
                        <a:pt x="19554" y="118256"/>
                        <a:pt x="22770" y="118256"/>
                      </a:cubicBezTo>
                      <a:cubicBezTo>
                        <a:pt x="25343" y="118256"/>
                        <a:pt x="29203" y="119540"/>
                        <a:pt x="32419" y="119540"/>
                      </a:cubicBezTo>
                      <a:cubicBezTo>
                        <a:pt x="35635" y="119540"/>
                        <a:pt x="45928" y="118256"/>
                        <a:pt x="47858" y="117615"/>
                      </a:cubicBezTo>
                      <a:cubicBezTo>
                        <a:pt x="49787" y="116973"/>
                        <a:pt x="52361" y="109271"/>
                        <a:pt x="56220" y="106704"/>
                      </a:cubicBezTo>
                      <a:cubicBezTo>
                        <a:pt x="56863" y="106062"/>
                        <a:pt x="57507" y="105420"/>
                        <a:pt x="58793" y="105420"/>
                      </a:cubicBezTo>
                      <a:cubicBezTo>
                        <a:pt x="60080" y="109913"/>
                        <a:pt x="56863" y="109913"/>
                        <a:pt x="60080" y="116331"/>
                      </a:cubicBezTo>
                      <a:cubicBezTo>
                        <a:pt x="63939" y="124675"/>
                        <a:pt x="65226" y="118898"/>
                        <a:pt x="71015" y="121466"/>
                      </a:cubicBezTo>
                      <a:cubicBezTo>
                        <a:pt x="76805" y="124033"/>
                        <a:pt x="81308" y="124033"/>
                        <a:pt x="87097" y="127242"/>
                      </a:cubicBezTo>
                      <a:cubicBezTo>
                        <a:pt x="92887" y="129809"/>
                        <a:pt x="100606" y="131735"/>
                        <a:pt x="107039" y="129809"/>
                      </a:cubicBezTo>
                      <a:cubicBezTo>
                        <a:pt x="113471" y="127884"/>
                        <a:pt x="114758" y="127884"/>
                        <a:pt x="120547" y="127242"/>
                      </a:cubicBezTo>
                      <a:cubicBezTo>
                        <a:pt x="126337" y="126600"/>
                        <a:pt x="125050" y="126600"/>
                        <a:pt x="132126" y="119540"/>
                      </a:cubicBezTo>
                      <a:cubicBezTo>
                        <a:pt x="138559" y="112480"/>
                        <a:pt x="136629" y="117615"/>
                        <a:pt x="140489" y="114405"/>
                      </a:cubicBezTo>
                      <a:cubicBezTo>
                        <a:pt x="144348" y="111196"/>
                        <a:pt x="145635" y="104778"/>
                        <a:pt x="150138" y="100285"/>
                      </a:cubicBezTo>
                      <a:cubicBezTo>
                        <a:pt x="154641" y="95793"/>
                        <a:pt x="154641" y="90016"/>
                        <a:pt x="153354" y="80389"/>
                      </a:cubicBezTo>
                      <a:cubicBezTo>
                        <a:pt x="152711" y="70761"/>
                        <a:pt x="152711" y="66910"/>
                        <a:pt x="149495" y="61134"/>
                      </a:cubicBezTo>
                      <a:cubicBezTo>
                        <a:pt x="146278" y="55357"/>
                        <a:pt x="148208" y="50865"/>
                        <a:pt x="141132" y="39954"/>
                      </a:cubicBezTo>
                      <a:cubicBezTo>
                        <a:pt x="134056" y="29043"/>
                        <a:pt x="131483" y="31610"/>
                        <a:pt x="126980" y="32252"/>
                      </a:cubicBezTo>
                      <a:cubicBezTo>
                        <a:pt x="122477" y="32894"/>
                        <a:pt x="119261" y="36103"/>
                        <a:pt x="113471" y="38028"/>
                      </a:cubicBezTo>
                      <a:cubicBezTo>
                        <a:pt x="107682" y="40595"/>
                        <a:pt x="101249" y="41879"/>
                        <a:pt x="95460" y="44446"/>
                      </a:cubicBezTo>
                      <a:cubicBezTo>
                        <a:pt x="89670" y="47014"/>
                        <a:pt x="85811" y="50865"/>
                        <a:pt x="80021" y="47656"/>
                      </a:cubicBezTo>
                      <a:cubicBezTo>
                        <a:pt x="74875" y="44446"/>
                        <a:pt x="76805" y="43163"/>
                        <a:pt x="78735" y="38028"/>
                      </a:cubicBezTo>
                      <a:cubicBezTo>
                        <a:pt x="80665" y="32252"/>
                        <a:pt x="74232" y="21341"/>
                        <a:pt x="74232" y="21341"/>
                      </a:cubicBezTo>
                      <a:cubicBezTo>
                        <a:pt x="71659" y="16848"/>
                        <a:pt x="63939" y="7862"/>
                        <a:pt x="60080" y="4011"/>
                      </a:cubicBezTo>
                      <a:cubicBezTo>
                        <a:pt x="55577" y="802"/>
                        <a:pt x="38209" y="-481"/>
                        <a:pt x="29203" y="160"/>
                      </a:cubicBezTo>
                      <a:cubicBezTo>
                        <a:pt x="20197" y="802"/>
                        <a:pt x="12478" y="802"/>
                        <a:pt x="6045" y="6579"/>
                      </a:cubicBezTo>
                      <a:cubicBezTo>
                        <a:pt x="-388" y="12355"/>
                        <a:pt x="4115" y="20057"/>
                        <a:pt x="2185" y="28401"/>
                      </a:cubicBezTo>
                      <a:cubicBezTo>
                        <a:pt x="256" y="36745"/>
                        <a:pt x="4115" y="36103"/>
                        <a:pt x="5402" y="41879"/>
                      </a:cubicBezTo>
                      <a:cubicBezTo>
                        <a:pt x="6688" y="47656"/>
                        <a:pt x="11191" y="51507"/>
                        <a:pt x="14407" y="54716"/>
                      </a:cubicBezTo>
                      <a:cubicBezTo>
                        <a:pt x="16337" y="55999"/>
                        <a:pt x="17624" y="58567"/>
                        <a:pt x="19554" y="60492"/>
                      </a:cubicBezTo>
                      <a:cubicBezTo>
                        <a:pt x="18267" y="61776"/>
                        <a:pt x="17624" y="62418"/>
                        <a:pt x="15051" y="63701"/>
                      </a:cubicBezTo>
                      <a:cubicBezTo>
                        <a:pt x="10548" y="63059"/>
                        <a:pt x="10548" y="62418"/>
                        <a:pt x="8618" y="65627"/>
                      </a:cubicBezTo>
                      <a:close/>
                    </a:path>
                  </a:pathLst>
                </a:custGeom>
                <a:solidFill>
                  <a:schemeClr val="accent1"/>
                </a:solidFill>
                <a:ln w="6424" cap="flat">
                  <a:noFill/>
                  <a:prstDash val="solid"/>
                  <a:miter/>
                </a:ln>
              </p:spPr>
              <p:txBody>
                <a:bodyPr rtlCol="0" anchor="ctr"/>
                <a:lstStyle/>
                <a:p>
                  <a:endParaRPr lang="pt-BR"/>
                </a:p>
              </p:txBody>
            </p:sp>
            <p:sp>
              <p:nvSpPr>
                <p:cNvPr id="55" name="Freeform: Shape 54">
                  <a:extLst>
                    <a:ext uri="{FF2B5EF4-FFF2-40B4-BE49-F238E27FC236}">
                      <a16:creationId xmlns:a16="http://schemas.microsoft.com/office/drawing/2014/main" id="{96022BBC-9BEE-9D33-4990-A34F5AD88F8D}"/>
                    </a:ext>
                  </a:extLst>
                </p:cNvPr>
                <p:cNvSpPr/>
                <p:nvPr/>
              </p:nvSpPr>
              <p:spPr>
                <a:xfrm>
                  <a:off x="7229144" y="2801163"/>
                  <a:ext cx="26847" cy="29070"/>
                </a:xfrm>
                <a:custGeom>
                  <a:avLst/>
                  <a:gdLst>
                    <a:gd name="connsiteX0" fmla="*/ 18922 w 26847"/>
                    <a:gd name="connsiteY0" fmla="*/ 7195 h 29070"/>
                    <a:gd name="connsiteX1" fmla="*/ 267 w 26847"/>
                    <a:gd name="connsiteY1" fmla="*/ 5911 h 29070"/>
                    <a:gd name="connsiteX2" fmla="*/ 11846 w 26847"/>
                    <a:gd name="connsiteY2" fmla="*/ 22598 h 29070"/>
                    <a:gd name="connsiteX3" fmla="*/ 24068 w 26847"/>
                    <a:gd name="connsiteY3" fmla="*/ 28375 h 29070"/>
                    <a:gd name="connsiteX4" fmla="*/ 24068 w 26847"/>
                    <a:gd name="connsiteY4" fmla="*/ 16822 h 29070"/>
                    <a:gd name="connsiteX5" fmla="*/ 18922 w 26847"/>
                    <a:gd name="connsiteY5" fmla="*/ 7195 h 2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47" h="29070">
                      <a:moveTo>
                        <a:pt x="18922" y="7195"/>
                      </a:moveTo>
                      <a:cubicBezTo>
                        <a:pt x="13133" y="-4358"/>
                        <a:pt x="2197" y="135"/>
                        <a:pt x="267" y="5911"/>
                      </a:cubicBezTo>
                      <a:cubicBezTo>
                        <a:pt x="-1663" y="11687"/>
                        <a:pt x="7343" y="20031"/>
                        <a:pt x="11846" y="22598"/>
                      </a:cubicBezTo>
                      <a:cubicBezTo>
                        <a:pt x="16349" y="25808"/>
                        <a:pt x="18922" y="30942"/>
                        <a:pt x="24068" y="28375"/>
                      </a:cubicBezTo>
                      <a:cubicBezTo>
                        <a:pt x="29214" y="25808"/>
                        <a:pt x="25998" y="19389"/>
                        <a:pt x="24068" y="16822"/>
                      </a:cubicBezTo>
                      <a:cubicBezTo>
                        <a:pt x="22138" y="13613"/>
                        <a:pt x="18922" y="7195"/>
                        <a:pt x="18922" y="7195"/>
                      </a:cubicBezTo>
                      <a:close/>
                    </a:path>
                  </a:pathLst>
                </a:custGeom>
                <a:solidFill>
                  <a:schemeClr val="accent1"/>
                </a:solidFill>
                <a:ln w="6424" cap="flat">
                  <a:noFill/>
                  <a:prstDash val="solid"/>
                  <a:miter/>
                </a:ln>
              </p:spPr>
              <p:txBody>
                <a:bodyPr rtlCol="0" anchor="ctr"/>
                <a:lstStyle/>
                <a:p>
                  <a:endParaRPr lang="pt-BR"/>
                </a:p>
              </p:txBody>
            </p:sp>
            <p:sp>
              <p:nvSpPr>
                <p:cNvPr id="56" name="Freeform: Shape 55">
                  <a:extLst>
                    <a:ext uri="{FF2B5EF4-FFF2-40B4-BE49-F238E27FC236}">
                      <a16:creationId xmlns:a16="http://schemas.microsoft.com/office/drawing/2014/main" id="{6B560CCB-7D7B-C517-BDBB-102CC0A0605C}"/>
                    </a:ext>
                  </a:extLst>
                </p:cNvPr>
                <p:cNvSpPr/>
                <p:nvPr/>
              </p:nvSpPr>
              <p:spPr>
                <a:xfrm>
                  <a:off x="7099787" y="2772415"/>
                  <a:ext cx="35746" cy="39847"/>
                </a:xfrm>
                <a:custGeom>
                  <a:avLst/>
                  <a:gdLst>
                    <a:gd name="connsiteX0" fmla="*/ 18338 w 35746"/>
                    <a:gd name="connsiteY0" fmla="*/ 0 h 39847"/>
                    <a:gd name="connsiteX1" fmla="*/ 2900 w 35746"/>
                    <a:gd name="connsiteY1" fmla="*/ 8986 h 39847"/>
                    <a:gd name="connsiteX2" fmla="*/ 970 w 35746"/>
                    <a:gd name="connsiteY2" fmla="*/ 27599 h 39847"/>
                    <a:gd name="connsiteX3" fmla="*/ 17052 w 35746"/>
                    <a:gd name="connsiteY3" fmla="*/ 39793 h 39847"/>
                    <a:gd name="connsiteX4" fmla="*/ 32490 w 35746"/>
                    <a:gd name="connsiteY4" fmla="*/ 32091 h 39847"/>
                    <a:gd name="connsiteX5" fmla="*/ 35707 w 35746"/>
                    <a:gd name="connsiteY5" fmla="*/ 8986 h 39847"/>
                    <a:gd name="connsiteX6" fmla="*/ 18338 w 35746"/>
                    <a:gd name="connsiteY6" fmla="*/ 0 h 3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46" h="39847">
                      <a:moveTo>
                        <a:pt x="18338" y="0"/>
                      </a:moveTo>
                      <a:cubicBezTo>
                        <a:pt x="9976" y="0"/>
                        <a:pt x="2900" y="8986"/>
                        <a:pt x="2900" y="8986"/>
                      </a:cubicBezTo>
                      <a:cubicBezTo>
                        <a:pt x="1613" y="10269"/>
                        <a:pt x="-1603" y="20539"/>
                        <a:pt x="970" y="27599"/>
                      </a:cubicBezTo>
                      <a:cubicBezTo>
                        <a:pt x="3543" y="35300"/>
                        <a:pt x="12549" y="40435"/>
                        <a:pt x="17052" y="39793"/>
                      </a:cubicBezTo>
                      <a:cubicBezTo>
                        <a:pt x="20911" y="39151"/>
                        <a:pt x="28631" y="39151"/>
                        <a:pt x="32490" y="32091"/>
                      </a:cubicBezTo>
                      <a:cubicBezTo>
                        <a:pt x="36350" y="25031"/>
                        <a:pt x="35707" y="16688"/>
                        <a:pt x="35707" y="8986"/>
                      </a:cubicBezTo>
                      <a:cubicBezTo>
                        <a:pt x="35707" y="1925"/>
                        <a:pt x="26701" y="0"/>
                        <a:pt x="18338" y="0"/>
                      </a:cubicBezTo>
                      <a:close/>
                    </a:path>
                  </a:pathLst>
                </a:custGeom>
                <a:solidFill>
                  <a:schemeClr val="accent1"/>
                </a:solidFill>
                <a:ln w="6424" cap="flat">
                  <a:noFill/>
                  <a:prstDash val="solid"/>
                  <a:miter/>
                </a:ln>
              </p:spPr>
              <p:txBody>
                <a:bodyPr rtlCol="0" anchor="ctr"/>
                <a:lstStyle/>
                <a:p>
                  <a:endParaRPr lang="pt-BR"/>
                </a:p>
              </p:txBody>
            </p:sp>
            <p:sp>
              <p:nvSpPr>
                <p:cNvPr id="57" name="Freeform: Shape 56">
                  <a:extLst>
                    <a:ext uri="{FF2B5EF4-FFF2-40B4-BE49-F238E27FC236}">
                      <a16:creationId xmlns:a16="http://schemas.microsoft.com/office/drawing/2014/main" id="{C1665AFD-3F2F-2ADE-1D0F-2BA38DE6F8F6}"/>
                    </a:ext>
                  </a:extLst>
                </p:cNvPr>
                <p:cNvSpPr/>
                <p:nvPr/>
              </p:nvSpPr>
              <p:spPr>
                <a:xfrm>
                  <a:off x="7007394" y="2730985"/>
                  <a:ext cx="15527" cy="16398"/>
                </a:xfrm>
                <a:custGeom>
                  <a:avLst/>
                  <a:gdLst>
                    <a:gd name="connsiteX0" fmla="*/ 2662 w 15527"/>
                    <a:gd name="connsiteY0" fmla="*/ 995 h 16398"/>
                    <a:gd name="connsiteX1" fmla="*/ 732 w 15527"/>
                    <a:gd name="connsiteY1" fmla="*/ 11906 h 16398"/>
                    <a:gd name="connsiteX2" fmla="*/ 11024 w 15527"/>
                    <a:gd name="connsiteY2" fmla="*/ 16399 h 16398"/>
                    <a:gd name="connsiteX3" fmla="*/ 15527 w 15527"/>
                    <a:gd name="connsiteY3" fmla="*/ 6772 h 16398"/>
                    <a:gd name="connsiteX4" fmla="*/ 2662 w 15527"/>
                    <a:gd name="connsiteY4" fmla="*/ 995 h 163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 h="16398">
                      <a:moveTo>
                        <a:pt x="2662" y="995"/>
                      </a:moveTo>
                      <a:cubicBezTo>
                        <a:pt x="-1841" y="3562"/>
                        <a:pt x="732" y="11906"/>
                        <a:pt x="732" y="11906"/>
                      </a:cubicBezTo>
                      <a:cubicBezTo>
                        <a:pt x="2662" y="15115"/>
                        <a:pt x="7808" y="16399"/>
                        <a:pt x="11024" y="16399"/>
                      </a:cubicBezTo>
                      <a:cubicBezTo>
                        <a:pt x="14241" y="16399"/>
                        <a:pt x="14884" y="13190"/>
                        <a:pt x="15527" y="6772"/>
                      </a:cubicBezTo>
                      <a:cubicBezTo>
                        <a:pt x="14884" y="995"/>
                        <a:pt x="7165" y="-1572"/>
                        <a:pt x="2662" y="995"/>
                      </a:cubicBezTo>
                      <a:close/>
                    </a:path>
                  </a:pathLst>
                </a:custGeom>
                <a:solidFill>
                  <a:schemeClr val="accent1"/>
                </a:solidFill>
                <a:ln w="6424" cap="flat">
                  <a:noFill/>
                  <a:prstDash val="solid"/>
                  <a:miter/>
                </a:ln>
              </p:spPr>
              <p:txBody>
                <a:bodyPr rtlCol="0" anchor="ctr"/>
                <a:lstStyle/>
                <a:p>
                  <a:endParaRPr lang="pt-BR"/>
                </a:p>
              </p:txBody>
            </p:sp>
            <p:sp>
              <p:nvSpPr>
                <p:cNvPr id="58" name="Freeform: Shape 57">
                  <a:extLst>
                    <a:ext uri="{FF2B5EF4-FFF2-40B4-BE49-F238E27FC236}">
                      <a16:creationId xmlns:a16="http://schemas.microsoft.com/office/drawing/2014/main" id="{2DC41BC9-7B2B-7FCE-61EF-76E0C3E00A51}"/>
                    </a:ext>
                  </a:extLst>
                </p:cNvPr>
                <p:cNvSpPr/>
                <p:nvPr/>
              </p:nvSpPr>
              <p:spPr>
                <a:xfrm>
                  <a:off x="6971192" y="2756949"/>
                  <a:ext cx="13429" cy="11266"/>
                </a:xfrm>
                <a:custGeom>
                  <a:avLst/>
                  <a:gdLst>
                    <a:gd name="connsiteX0" fmla="*/ 11846 w 13429"/>
                    <a:gd name="connsiteY0" fmla="*/ 10332 h 11266"/>
                    <a:gd name="connsiteX1" fmla="*/ 7343 w 13429"/>
                    <a:gd name="connsiteY1" fmla="*/ 63 h 11266"/>
                    <a:gd name="connsiteX2" fmla="*/ 267 w 13429"/>
                    <a:gd name="connsiteY2" fmla="*/ 3914 h 11266"/>
                    <a:gd name="connsiteX3" fmla="*/ 11846 w 13429"/>
                    <a:gd name="connsiteY3" fmla="*/ 10332 h 11266"/>
                  </a:gdLst>
                  <a:ahLst/>
                  <a:cxnLst>
                    <a:cxn ang="0">
                      <a:pos x="connsiteX0" y="connsiteY0"/>
                    </a:cxn>
                    <a:cxn ang="0">
                      <a:pos x="connsiteX1" y="connsiteY1"/>
                    </a:cxn>
                    <a:cxn ang="0">
                      <a:pos x="connsiteX2" y="connsiteY2"/>
                    </a:cxn>
                    <a:cxn ang="0">
                      <a:pos x="connsiteX3" y="connsiteY3"/>
                    </a:cxn>
                  </a:cxnLst>
                  <a:rect l="l" t="t" r="r" b="b"/>
                  <a:pathLst>
                    <a:path w="13429" h="11266">
                      <a:moveTo>
                        <a:pt x="11846" y="10332"/>
                      </a:moveTo>
                      <a:cubicBezTo>
                        <a:pt x="15706" y="7123"/>
                        <a:pt x="11846" y="705"/>
                        <a:pt x="7343" y="63"/>
                      </a:cubicBezTo>
                      <a:cubicBezTo>
                        <a:pt x="2840" y="-579"/>
                        <a:pt x="267" y="3914"/>
                        <a:pt x="267" y="3914"/>
                      </a:cubicBezTo>
                      <a:cubicBezTo>
                        <a:pt x="-1663" y="7765"/>
                        <a:pt x="7343" y="13541"/>
                        <a:pt x="11846" y="10332"/>
                      </a:cubicBezTo>
                      <a:close/>
                    </a:path>
                  </a:pathLst>
                </a:custGeom>
                <a:solidFill>
                  <a:schemeClr val="accent1"/>
                </a:solidFill>
                <a:ln w="6424" cap="flat">
                  <a:noFill/>
                  <a:prstDash val="solid"/>
                  <a:miter/>
                </a:ln>
              </p:spPr>
              <p:txBody>
                <a:bodyPr rtlCol="0" anchor="ctr"/>
                <a:lstStyle/>
                <a:p>
                  <a:endParaRPr lang="pt-BR"/>
                </a:p>
              </p:txBody>
            </p:sp>
            <p:sp>
              <p:nvSpPr>
                <p:cNvPr id="60" name="Freeform: Shape 59">
                  <a:extLst>
                    <a:ext uri="{FF2B5EF4-FFF2-40B4-BE49-F238E27FC236}">
                      <a16:creationId xmlns:a16="http://schemas.microsoft.com/office/drawing/2014/main" id="{B717E302-B744-9A95-1B88-F6C8E705253D}"/>
                    </a:ext>
                  </a:extLst>
                </p:cNvPr>
                <p:cNvSpPr/>
                <p:nvPr/>
              </p:nvSpPr>
              <p:spPr>
                <a:xfrm>
                  <a:off x="7219467" y="2632777"/>
                  <a:ext cx="18168" cy="15823"/>
                </a:xfrm>
                <a:custGeom>
                  <a:avLst/>
                  <a:gdLst>
                    <a:gd name="connsiteX0" fmla="*/ 17664 w 18168"/>
                    <a:gd name="connsiteY0" fmla="*/ 8706 h 15823"/>
                    <a:gd name="connsiteX1" fmla="*/ 14448 w 18168"/>
                    <a:gd name="connsiteY1" fmla="*/ 2287 h 15823"/>
                    <a:gd name="connsiteX2" fmla="*/ 295 w 18168"/>
                    <a:gd name="connsiteY2" fmla="*/ 6138 h 15823"/>
                    <a:gd name="connsiteX3" fmla="*/ 4155 w 18168"/>
                    <a:gd name="connsiteY3" fmla="*/ 15124 h 15823"/>
                    <a:gd name="connsiteX4" fmla="*/ 15091 w 18168"/>
                    <a:gd name="connsiteY4" fmla="*/ 14482 h 15823"/>
                    <a:gd name="connsiteX5" fmla="*/ 17664 w 18168"/>
                    <a:gd name="connsiteY5" fmla="*/ 8706 h 15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68" h="15823">
                      <a:moveTo>
                        <a:pt x="17664" y="8706"/>
                      </a:moveTo>
                      <a:cubicBezTo>
                        <a:pt x="16377" y="6780"/>
                        <a:pt x="14448" y="2287"/>
                        <a:pt x="14448" y="2287"/>
                      </a:cubicBezTo>
                      <a:cubicBezTo>
                        <a:pt x="11231" y="-2847"/>
                        <a:pt x="939" y="1646"/>
                        <a:pt x="295" y="6138"/>
                      </a:cubicBezTo>
                      <a:cubicBezTo>
                        <a:pt x="-991" y="10631"/>
                        <a:pt x="2225" y="13840"/>
                        <a:pt x="4155" y="15124"/>
                      </a:cubicBezTo>
                      <a:cubicBezTo>
                        <a:pt x="6728" y="16408"/>
                        <a:pt x="12518" y="15766"/>
                        <a:pt x="15091" y="14482"/>
                      </a:cubicBezTo>
                      <a:cubicBezTo>
                        <a:pt x="17664" y="13198"/>
                        <a:pt x="18950" y="10631"/>
                        <a:pt x="17664" y="8706"/>
                      </a:cubicBezTo>
                      <a:close/>
                    </a:path>
                  </a:pathLst>
                </a:custGeom>
                <a:solidFill>
                  <a:schemeClr val="accent1"/>
                </a:solidFill>
                <a:ln w="6424" cap="flat">
                  <a:noFill/>
                  <a:prstDash val="solid"/>
                  <a:miter/>
                </a:ln>
              </p:spPr>
              <p:txBody>
                <a:bodyPr rtlCol="0" anchor="ctr"/>
                <a:lstStyle/>
                <a:p>
                  <a:endParaRPr lang="pt-BR"/>
                </a:p>
              </p:txBody>
            </p:sp>
            <p:sp>
              <p:nvSpPr>
                <p:cNvPr id="61" name="Freeform: Shape 60">
                  <a:extLst>
                    <a:ext uri="{FF2B5EF4-FFF2-40B4-BE49-F238E27FC236}">
                      <a16:creationId xmlns:a16="http://schemas.microsoft.com/office/drawing/2014/main" id="{1669A583-BBFC-D85E-3105-2EE062A0328B}"/>
                    </a:ext>
                  </a:extLst>
                </p:cNvPr>
                <p:cNvSpPr/>
                <p:nvPr/>
              </p:nvSpPr>
              <p:spPr>
                <a:xfrm>
                  <a:off x="7145921" y="2515546"/>
                  <a:ext cx="19771" cy="19448"/>
                </a:xfrm>
                <a:custGeom>
                  <a:avLst/>
                  <a:gdLst>
                    <a:gd name="connsiteX0" fmla="*/ 4368 w 19771"/>
                    <a:gd name="connsiteY0" fmla="*/ 2065 h 19448"/>
                    <a:gd name="connsiteX1" fmla="*/ 508 w 19771"/>
                    <a:gd name="connsiteY1" fmla="*/ 11050 h 19448"/>
                    <a:gd name="connsiteX2" fmla="*/ 12730 w 19771"/>
                    <a:gd name="connsiteY2" fmla="*/ 19394 h 19448"/>
                    <a:gd name="connsiteX3" fmla="*/ 17876 w 19771"/>
                    <a:gd name="connsiteY3" fmla="*/ 4632 h 19448"/>
                    <a:gd name="connsiteX4" fmla="*/ 4368 w 19771"/>
                    <a:gd name="connsiteY4" fmla="*/ 2065 h 19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71" h="19448">
                      <a:moveTo>
                        <a:pt x="4368" y="2065"/>
                      </a:moveTo>
                      <a:cubicBezTo>
                        <a:pt x="-2065" y="6558"/>
                        <a:pt x="508" y="11050"/>
                        <a:pt x="508" y="11050"/>
                      </a:cubicBezTo>
                      <a:cubicBezTo>
                        <a:pt x="1152" y="14901"/>
                        <a:pt x="3725" y="20036"/>
                        <a:pt x="12730" y="19394"/>
                      </a:cubicBezTo>
                      <a:cubicBezTo>
                        <a:pt x="21736" y="18752"/>
                        <a:pt x="20450" y="9125"/>
                        <a:pt x="17876" y="4632"/>
                      </a:cubicBezTo>
                      <a:cubicBezTo>
                        <a:pt x="15303" y="139"/>
                        <a:pt x="10801" y="-1786"/>
                        <a:pt x="4368" y="2065"/>
                      </a:cubicBezTo>
                      <a:close/>
                    </a:path>
                  </a:pathLst>
                </a:custGeom>
                <a:solidFill>
                  <a:schemeClr val="accent1"/>
                </a:solidFill>
                <a:ln w="6424" cap="flat">
                  <a:noFill/>
                  <a:prstDash val="solid"/>
                  <a:miter/>
                </a:ln>
              </p:spPr>
              <p:txBody>
                <a:bodyPr rtlCol="0" anchor="ctr"/>
                <a:lstStyle/>
                <a:p>
                  <a:endParaRPr lang="pt-BR"/>
                </a:p>
              </p:txBody>
            </p:sp>
            <p:sp>
              <p:nvSpPr>
                <p:cNvPr id="63" name="Freeform: Shape 62">
                  <a:extLst>
                    <a:ext uri="{FF2B5EF4-FFF2-40B4-BE49-F238E27FC236}">
                      <a16:creationId xmlns:a16="http://schemas.microsoft.com/office/drawing/2014/main" id="{ADC60A95-EF45-883B-38C3-1A6C295BBE24}"/>
                    </a:ext>
                  </a:extLst>
                </p:cNvPr>
                <p:cNvSpPr/>
                <p:nvPr/>
              </p:nvSpPr>
              <p:spPr>
                <a:xfrm>
                  <a:off x="5691152" y="1995113"/>
                  <a:ext cx="21700" cy="13649"/>
                </a:xfrm>
                <a:custGeom>
                  <a:avLst/>
                  <a:gdLst>
                    <a:gd name="connsiteX0" fmla="*/ 10489 w 21700"/>
                    <a:gd name="connsiteY0" fmla="*/ 2619 h 13649"/>
                    <a:gd name="connsiteX1" fmla="*/ 5343 w 21700"/>
                    <a:gd name="connsiteY1" fmla="*/ 693 h 13649"/>
                    <a:gd name="connsiteX2" fmla="*/ 197 w 21700"/>
                    <a:gd name="connsiteY2" fmla="*/ 1335 h 13649"/>
                    <a:gd name="connsiteX3" fmla="*/ 11776 w 21700"/>
                    <a:gd name="connsiteY3" fmla="*/ 11604 h 13649"/>
                    <a:gd name="connsiteX4" fmla="*/ 21425 w 21700"/>
                    <a:gd name="connsiteY4" fmla="*/ 9037 h 13649"/>
                    <a:gd name="connsiteX5" fmla="*/ 10489 w 21700"/>
                    <a:gd name="connsiteY5" fmla="*/ 2619 h 13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00" h="13649">
                      <a:moveTo>
                        <a:pt x="10489" y="2619"/>
                      </a:moveTo>
                      <a:cubicBezTo>
                        <a:pt x="7273" y="1977"/>
                        <a:pt x="5343" y="693"/>
                        <a:pt x="5343" y="693"/>
                      </a:cubicBezTo>
                      <a:cubicBezTo>
                        <a:pt x="5343" y="693"/>
                        <a:pt x="840" y="-1232"/>
                        <a:pt x="197" y="1335"/>
                      </a:cubicBezTo>
                      <a:cubicBezTo>
                        <a:pt x="-1090" y="6470"/>
                        <a:pt x="4057" y="7111"/>
                        <a:pt x="11776" y="11604"/>
                      </a:cubicBezTo>
                      <a:cubicBezTo>
                        <a:pt x="19495" y="16097"/>
                        <a:pt x="22712" y="12246"/>
                        <a:pt x="21425" y="9037"/>
                      </a:cubicBezTo>
                      <a:cubicBezTo>
                        <a:pt x="20138" y="5828"/>
                        <a:pt x="13706" y="3260"/>
                        <a:pt x="10489" y="2619"/>
                      </a:cubicBezTo>
                      <a:close/>
                    </a:path>
                  </a:pathLst>
                </a:custGeom>
                <a:solidFill>
                  <a:schemeClr val="accent1"/>
                </a:solidFill>
                <a:ln w="6424" cap="flat">
                  <a:noFill/>
                  <a:prstDash val="solid"/>
                  <a:miter/>
                </a:ln>
              </p:spPr>
              <p:txBody>
                <a:bodyPr rtlCol="0" anchor="ctr"/>
                <a:lstStyle/>
                <a:p>
                  <a:endParaRPr lang="pt-BR"/>
                </a:p>
              </p:txBody>
            </p:sp>
            <p:sp>
              <p:nvSpPr>
                <p:cNvPr id="65" name="Freeform: Shape 64">
                  <a:extLst>
                    <a:ext uri="{FF2B5EF4-FFF2-40B4-BE49-F238E27FC236}">
                      <a16:creationId xmlns:a16="http://schemas.microsoft.com/office/drawing/2014/main" id="{2EC44C57-9C26-9BE5-9124-2F6DE4C2C5A3}"/>
                    </a:ext>
                  </a:extLst>
                </p:cNvPr>
                <p:cNvSpPr/>
                <p:nvPr/>
              </p:nvSpPr>
              <p:spPr>
                <a:xfrm>
                  <a:off x="5904140" y="1528161"/>
                  <a:ext cx="70498" cy="72712"/>
                </a:xfrm>
                <a:custGeom>
                  <a:avLst/>
                  <a:gdLst>
                    <a:gd name="connsiteX0" fmla="*/ 2704 w 70498"/>
                    <a:gd name="connsiteY0" fmla="*/ 53026 h 72712"/>
                    <a:gd name="connsiteX1" fmla="*/ 5921 w 70498"/>
                    <a:gd name="connsiteY1" fmla="*/ 58802 h 72712"/>
                    <a:gd name="connsiteX2" fmla="*/ 9137 w 70498"/>
                    <a:gd name="connsiteY2" fmla="*/ 64579 h 72712"/>
                    <a:gd name="connsiteX3" fmla="*/ 16856 w 70498"/>
                    <a:gd name="connsiteY3" fmla="*/ 67788 h 72712"/>
                    <a:gd name="connsiteX4" fmla="*/ 22003 w 70498"/>
                    <a:gd name="connsiteY4" fmla="*/ 70997 h 72712"/>
                    <a:gd name="connsiteX5" fmla="*/ 31008 w 70498"/>
                    <a:gd name="connsiteY5" fmla="*/ 70997 h 72712"/>
                    <a:gd name="connsiteX6" fmla="*/ 41301 w 70498"/>
                    <a:gd name="connsiteY6" fmla="*/ 72281 h 72712"/>
                    <a:gd name="connsiteX7" fmla="*/ 49663 w 70498"/>
                    <a:gd name="connsiteY7" fmla="*/ 68430 h 72712"/>
                    <a:gd name="connsiteX8" fmla="*/ 63172 w 70498"/>
                    <a:gd name="connsiteY8" fmla="*/ 63295 h 72712"/>
                    <a:gd name="connsiteX9" fmla="*/ 70248 w 70498"/>
                    <a:gd name="connsiteY9" fmla="*/ 51100 h 72712"/>
                    <a:gd name="connsiteX10" fmla="*/ 67675 w 70498"/>
                    <a:gd name="connsiteY10" fmla="*/ 42757 h 72712"/>
                    <a:gd name="connsiteX11" fmla="*/ 69605 w 70498"/>
                    <a:gd name="connsiteY11" fmla="*/ 31846 h 72712"/>
                    <a:gd name="connsiteX12" fmla="*/ 65102 w 70498"/>
                    <a:gd name="connsiteY12" fmla="*/ 19009 h 72712"/>
                    <a:gd name="connsiteX13" fmla="*/ 59956 w 70498"/>
                    <a:gd name="connsiteY13" fmla="*/ 10665 h 72712"/>
                    <a:gd name="connsiteX14" fmla="*/ 50306 w 70498"/>
                    <a:gd name="connsiteY14" fmla="*/ 6172 h 72712"/>
                    <a:gd name="connsiteX15" fmla="*/ 36798 w 70498"/>
                    <a:gd name="connsiteY15" fmla="*/ 396 h 72712"/>
                    <a:gd name="connsiteX16" fmla="*/ 22646 w 70498"/>
                    <a:gd name="connsiteY16" fmla="*/ 4889 h 72712"/>
                    <a:gd name="connsiteX17" fmla="*/ 13640 w 70498"/>
                    <a:gd name="connsiteY17" fmla="*/ 8740 h 72712"/>
                    <a:gd name="connsiteX18" fmla="*/ 8494 w 70498"/>
                    <a:gd name="connsiteY18" fmla="*/ 14516 h 72712"/>
                    <a:gd name="connsiteX19" fmla="*/ 4634 w 70498"/>
                    <a:gd name="connsiteY19" fmla="*/ 19009 h 72712"/>
                    <a:gd name="connsiteX20" fmla="*/ 131 w 70498"/>
                    <a:gd name="connsiteY20" fmla="*/ 27995 h 72712"/>
                    <a:gd name="connsiteX21" fmla="*/ 1418 w 70498"/>
                    <a:gd name="connsiteY21" fmla="*/ 35696 h 72712"/>
                    <a:gd name="connsiteX22" fmla="*/ 2704 w 70498"/>
                    <a:gd name="connsiteY22" fmla="*/ 53026 h 7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98" h="72712">
                      <a:moveTo>
                        <a:pt x="2704" y="53026"/>
                      </a:moveTo>
                      <a:cubicBezTo>
                        <a:pt x="4634" y="56877"/>
                        <a:pt x="5921" y="55593"/>
                        <a:pt x="5921" y="58802"/>
                      </a:cubicBezTo>
                      <a:cubicBezTo>
                        <a:pt x="5921" y="62011"/>
                        <a:pt x="7207" y="63295"/>
                        <a:pt x="9137" y="64579"/>
                      </a:cubicBezTo>
                      <a:cubicBezTo>
                        <a:pt x="11067" y="65862"/>
                        <a:pt x="14927" y="66504"/>
                        <a:pt x="16856" y="67788"/>
                      </a:cubicBezTo>
                      <a:cubicBezTo>
                        <a:pt x="18786" y="69071"/>
                        <a:pt x="17500" y="67146"/>
                        <a:pt x="22003" y="70997"/>
                      </a:cubicBezTo>
                      <a:cubicBezTo>
                        <a:pt x="26505" y="74848"/>
                        <a:pt x="29722" y="70355"/>
                        <a:pt x="31008" y="70997"/>
                      </a:cubicBezTo>
                      <a:cubicBezTo>
                        <a:pt x="32938" y="71639"/>
                        <a:pt x="40014" y="73564"/>
                        <a:pt x="41301" y="72281"/>
                      </a:cubicBezTo>
                      <a:cubicBezTo>
                        <a:pt x="42587" y="70997"/>
                        <a:pt x="45160" y="69071"/>
                        <a:pt x="49663" y="68430"/>
                      </a:cubicBezTo>
                      <a:cubicBezTo>
                        <a:pt x="54166" y="67788"/>
                        <a:pt x="58026" y="66504"/>
                        <a:pt x="63172" y="63295"/>
                      </a:cubicBezTo>
                      <a:cubicBezTo>
                        <a:pt x="67675" y="60086"/>
                        <a:pt x="71534" y="56235"/>
                        <a:pt x="70248" y="51100"/>
                      </a:cubicBezTo>
                      <a:cubicBezTo>
                        <a:pt x="68961" y="46608"/>
                        <a:pt x="67675" y="46608"/>
                        <a:pt x="67675" y="42757"/>
                      </a:cubicBezTo>
                      <a:cubicBezTo>
                        <a:pt x="67675" y="38906"/>
                        <a:pt x="70891" y="35696"/>
                        <a:pt x="69605" y="31846"/>
                      </a:cubicBezTo>
                      <a:cubicBezTo>
                        <a:pt x="68318" y="27995"/>
                        <a:pt x="67032" y="24785"/>
                        <a:pt x="65102" y="19009"/>
                      </a:cubicBezTo>
                      <a:cubicBezTo>
                        <a:pt x="63172" y="13233"/>
                        <a:pt x="61242" y="11949"/>
                        <a:pt x="59956" y="10665"/>
                      </a:cubicBezTo>
                      <a:cubicBezTo>
                        <a:pt x="59956" y="10665"/>
                        <a:pt x="59312" y="9382"/>
                        <a:pt x="50306" y="6172"/>
                      </a:cubicBezTo>
                      <a:cubicBezTo>
                        <a:pt x="41944" y="2963"/>
                        <a:pt x="39371" y="1680"/>
                        <a:pt x="36798" y="396"/>
                      </a:cubicBezTo>
                      <a:cubicBezTo>
                        <a:pt x="33581" y="-888"/>
                        <a:pt x="28435" y="1038"/>
                        <a:pt x="22646" y="4889"/>
                      </a:cubicBezTo>
                      <a:cubicBezTo>
                        <a:pt x="16856" y="8740"/>
                        <a:pt x="16856" y="8098"/>
                        <a:pt x="13640" y="8740"/>
                      </a:cubicBezTo>
                      <a:cubicBezTo>
                        <a:pt x="10424" y="9382"/>
                        <a:pt x="9780" y="13233"/>
                        <a:pt x="8494" y="14516"/>
                      </a:cubicBezTo>
                      <a:cubicBezTo>
                        <a:pt x="7207" y="15800"/>
                        <a:pt x="5277" y="15800"/>
                        <a:pt x="4634" y="19009"/>
                      </a:cubicBezTo>
                      <a:cubicBezTo>
                        <a:pt x="3991" y="22218"/>
                        <a:pt x="775" y="24785"/>
                        <a:pt x="131" y="27995"/>
                      </a:cubicBezTo>
                      <a:cubicBezTo>
                        <a:pt x="-512" y="31204"/>
                        <a:pt x="1418" y="33129"/>
                        <a:pt x="1418" y="35696"/>
                      </a:cubicBezTo>
                      <a:cubicBezTo>
                        <a:pt x="2704" y="39547"/>
                        <a:pt x="775" y="49817"/>
                        <a:pt x="2704" y="53026"/>
                      </a:cubicBezTo>
                      <a:close/>
                    </a:path>
                  </a:pathLst>
                </a:custGeom>
                <a:solidFill>
                  <a:schemeClr val="accent1"/>
                </a:solidFill>
                <a:ln w="6424" cap="flat">
                  <a:noFill/>
                  <a:prstDash val="solid"/>
                  <a:miter/>
                </a:ln>
              </p:spPr>
              <p:txBody>
                <a:bodyPr rtlCol="0" anchor="ctr"/>
                <a:lstStyle/>
                <a:p>
                  <a:endParaRPr lang="pt-BR"/>
                </a:p>
              </p:txBody>
            </p:sp>
            <p:sp>
              <p:nvSpPr>
                <p:cNvPr id="66" name="Freeform: Shape 65">
                  <a:extLst>
                    <a:ext uri="{FF2B5EF4-FFF2-40B4-BE49-F238E27FC236}">
                      <a16:creationId xmlns:a16="http://schemas.microsoft.com/office/drawing/2014/main" id="{9B43DD58-ABED-0F07-2DAD-FBFF95AB206C}"/>
                    </a:ext>
                  </a:extLst>
                </p:cNvPr>
                <p:cNvSpPr/>
                <p:nvPr/>
              </p:nvSpPr>
              <p:spPr>
                <a:xfrm>
                  <a:off x="5982429" y="1580175"/>
                  <a:ext cx="19298" cy="18731"/>
                </a:xfrm>
                <a:custGeom>
                  <a:avLst/>
                  <a:gdLst>
                    <a:gd name="connsiteX0" fmla="*/ 965 w 19298"/>
                    <a:gd name="connsiteY0" fmla="*/ 1654 h 18731"/>
                    <a:gd name="connsiteX1" fmla="*/ 965 w 19298"/>
                    <a:gd name="connsiteY1" fmla="*/ 11281 h 18731"/>
                    <a:gd name="connsiteX2" fmla="*/ 6111 w 19298"/>
                    <a:gd name="connsiteY2" fmla="*/ 18341 h 18731"/>
                    <a:gd name="connsiteX3" fmla="*/ 17690 w 19298"/>
                    <a:gd name="connsiteY3" fmla="*/ 13206 h 18731"/>
                    <a:gd name="connsiteX4" fmla="*/ 17047 w 19298"/>
                    <a:gd name="connsiteY4" fmla="*/ 6146 h 18731"/>
                    <a:gd name="connsiteX5" fmla="*/ 9971 w 19298"/>
                    <a:gd name="connsiteY5" fmla="*/ 370 h 18731"/>
                    <a:gd name="connsiteX6" fmla="*/ 965 w 19298"/>
                    <a:gd name="connsiteY6" fmla="*/ 1654 h 1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98" h="18731">
                      <a:moveTo>
                        <a:pt x="965" y="1654"/>
                      </a:moveTo>
                      <a:cubicBezTo>
                        <a:pt x="-322" y="4863"/>
                        <a:pt x="-322" y="6788"/>
                        <a:pt x="965" y="11281"/>
                      </a:cubicBezTo>
                      <a:cubicBezTo>
                        <a:pt x="2251" y="15774"/>
                        <a:pt x="2895" y="17057"/>
                        <a:pt x="6111" y="18341"/>
                      </a:cubicBezTo>
                      <a:cubicBezTo>
                        <a:pt x="9327" y="19625"/>
                        <a:pt x="15760" y="17699"/>
                        <a:pt x="17690" y="13206"/>
                      </a:cubicBezTo>
                      <a:cubicBezTo>
                        <a:pt x="19620" y="8714"/>
                        <a:pt x="20263" y="9355"/>
                        <a:pt x="17047" y="6146"/>
                      </a:cubicBezTo>
                      <a:cubicBezTo>
                        <a:pt x="13830" y="2937"/>
                        <a:pt x="15117" y="-272"/>
                        <a:pt x="9971" y="370"/>
                      </a:cubicBezTo>
                      <a:cubicBezTo>
                        <a:pt x="8684" y="1012"/>
                        <a:pt x="2251" y="-1556"/>
                        <a:pt x="965" y="1654"/>
                      </a:cubicBezTo>
                      <a:close/>
                    </a:path>
                  </a:pathLst>
                </a:custGeom>
                <a:solidFill>
                  <a:schemeClr val="accent1"/>
                </a:solidFill>
                <a:ln w="6424" cap="flat">
                  <a:noFill/>
                  <a:prstDash val="solid"/>
                  <a:miter/>
                </a:ln>
              </p:spPr>
              <p:txBody>
                <a:bodyPr rtlCol="0" anchor="ctr"/>
                <a:lstStyle/>
                <a:p>
                  <a:endParaRPr lang="pt-BR"/>
                </a:p>
              </p:txBody>
            </p:sp>
            <p:sp>
              <p:nvSpPr>
                <p:cNvPr id="71" name="Freeform: Shape 70">
                  <a:extLst>
                    <a:ext uri="{FF2B5EF4-FFF2-40B4-BE49-F238E27FC236}">
                      <a16:creationId xmlns:a16="http://schemas.microsoft.com/office/drawing/2014/main" id="{770F5C44-410A-1FC3-248C-B4D47A32E964}"/>
                    </a:ext>
                  </a:extLst>
                </p:cNvPr>
                <p:cNvSpPr/>
                <p:nvPr/>
              </p:nvSpPr>
              <p:spPr>
                <a:xfrm>
                  <a:off x="5896397" y="1595613"/>
                  <a:ext cx="18219" cy="18969"/>
                </a:xfrm>
                <a:custGeom>
                  <a:avLst/>
                  <a:gdLst>
                    <a:gd name="connsiteX0" fmla="*/ 6588 w 18219"/>
                    <a:gd name="connsiteY0" fmla="*/ 18307 h 18969"/>
                    <a:gd name="connsiteX1" fmla="*/ 16880 w 18219"/>
                    <a:gd name="connsiteY1" fmla="*/ 14456 h 18969"/>
                    <a:gd name="connsiteX2" fmla="*/ 14307 w 18219"/>
                    <a:gd name="connsiteY2" fmla="*/ 5470 h 18969"/>
                    <a:gd name="connsiteX3" fmla="*/ 11734 w 18219"/>
                    <a:gd name="connsiteY3" fmla="*/ 2903 h 18969"/>
                    <a:gd name="connsiteX4" fmla="*/ 5301 w 18219"/>
                    <a:gd name="connsiteY4" fmla="*/ 335 h 18969"/>
                    <a:gd name="connsiteX5" fmla="*/ 155 w 18219"/>
                    <a:gd name="connsiteY5" fmla="*/ 8037 h 18969"/>
                    <a:gd name="connsiteX6" fmla="*/ 6588 w 18219"/>
                    <a:gd name="connsiteY6" fmla="*/ 18307 h 1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19" h="18969">
                      <a:moveTo>
                        <a:pt x="6588" y="18307"/>
                      </a:moveTo>
                      <a:cubicBezTo>
                        <a:pt x="9161" y="20232"/>
                        <a:pt x="14951" y="17665"/>
                        <a:pt x="16880" y="14456"/>
                      </a:cubicBezTo>
                      <a:cubicBezTo>
                        <a:pt x="19453" y="10605"/>
                        <a:pt x="18167" y="7395"/>
                        <a:pt x="14307" y="5470"/>
                      </a:cubicBezTo>
                      <a:cubicBezTo>
                        <a:pt x="10448" y="3545"/>
                        <a:pt x="11734" y="2903"/>
                        <a:pt x="11734" y="2903"/>
                      </a:cubicBezTo>
                      <a:cubicBezTo>
                        <a:pt x="14307" y="-306"/>
                        <a:pt x="9804" y="-306"/>
                        <a:pt x="5301" y="335"/>
                      </a:cubicBezTo>
                      <a:cubicBezTo>
                        <a:pt x="799" y="977"/>
                        <a:pt x="-488" y="3545"/>
                        <a:pt x="155" y="8037"/>
                      </a:cubicBezTo>
                      <a:cubicBezTo>
                        <a:pt x="1442" y="12530"/>
                        <a:pt x="4015" y="16381"/>
                        <a:pt x="6588" y="18307"/>
                      </a:cubicBezTo>
                      <a:close/>
                    </a:path>
                  </a:pathLst>
                </a:custGeom>
                <a:solidFill>
                  <a:schemeClr val="accent1"/>
                </a:solidFill>
                <a:ln w="6424" cap="flat">
                  <a:noFill/>
                  <a:prstDash val="solid"/>
                  <a:miter/>
                </a:ln>
              </p:spPr>
              <p:txBody>
                <a:bodyPr rtlCol="0" anchor="ctr"/>
                <a:lstStyle/>
                <a:p>
                  <a:endParaRPr lang="pt-BR"/>
                </a:p>
              </p:txBody>
            </p:sp>
            <p:sp>
              <p:nvSpPr>
                <p:cNvPr id="103" name="Freeform: Shape 102">
                  <a:extLst>
                    <a:ext uri="{FF2B5EF4-FFF2-40B4-BE49-F238E27FC236}">
                      <a16:creationId xmlns:a16="http://schemas.microsoft.com/office/drawing/2014/main" id="{C3B18E4C-EAEA-8760-8F2F-1698948CE357}"/>
                    </a:ext>
                  </a:extLst>
                </p:cNvPr>
                <p:cNvSpPr/>
                <p:nvPr/>
              </p:nvSpPr>
              <p:spPr>
                <a:xfrm>
                  <a:off x="7206238" y="1921092"/>
                  <a:ext cx="12344" cy="10947"/>
                </a:xfrm>
                <a:custGeom>
                  <a:avLst/>
                  <a:gdLst>
                    <a:gd name="connsiteX0" fmla="*/ 15 w 12344"/>
                    <a:gd name="connsiteY0" fmla="*/ 2829 h 10947"/>
                    <a:gd name="connsiteX1" fmla="*/ 8378 w 12344"/>
                    <a:gd name="connsiteY1" fmla="*/ 10531 h 10947"/>
                    <a:gd name="connsiteX2" fmla="*/ 6448 w 12344"/>
                    <a:gd name="connsiteY2" fmla="*/ 262 h 10947"/>
                    <a:gd name="connsiteX3" fmla="*/ 15 w 12344"/>
                    <a:gd name="connsiteY3" fmla="*/ 2829 h 10947"/>
                  </a:gdLst>
                  <a:ahLst/>
                  <a:cxnLst>
                    <a:cxn ang="0">
                      <a:pos x="connsiteX0" y="connsiteY0"/>
                    </a:cxn>
                    <a:cxn ang="0">
                      <a:pos x="connsiteX1" y="connsiteY1"/>
                    </a:cxn>
                    <a:cxn ang="0">
                      <a:pos x="connsiteX2" y="connsiteY2"/>
                    </a:cxn>
                    <a:cxn ang="0">
                      <a:pos x="connsiteX3" y="connsiteY3"/>
                    </a:cxn>
                  </a:cxnLst>
                  <a:rect l="l" t="t" r="r" b="b"/>
                  <a:pathLst>
                    <a:path w="12344" h="10947">
                      <a:moveTo>
                        <a:pt x="15" y="2829"/>
                      </a:moveTo>
                      <a:cubicBezTo>
                        <a:pt x="15" y="7322"/>
                        <a:pt x="1945" y="12457"/>
                        <a:pt x="8378" y="10531"/>
                      </a:cubicBezTo>
                      <a:cubicBezTo>
                        <a:pt x="14811" y="7964"/>
                        <a:pt x="12881" y="1546"/>
                        <a:pt x="6448" y="262"/>
                      </a:cubicBezTo>
                      <a:cubicBezTo>
                        <a:pt x="-628" y="-1022"/>
                        <a:pt x="15" y="2829"/>
                        <a:pt x="15" y="2829"/>
                      </a:cubicBezTo>
                      <a:close/>
                    </a:path>
                  </a:pathLst>
                </a:custGeom>
                <a:solidFill>
                  <a:schemeClr val="accent1"/>
                </a:solidFill>
                <a:ln w="6424" cap="flat">
                  <a:noFill/>
                  <a:prstDash val="solid"/>
                  <a:miter/>
                </a:ln>
              </p:spPr>
              <p:txBody>
                <a:bodyPr rtlCol="0" anchor="ctr"/>
                <a:lstStyle/>
                <a:p>
                  <a:endParaRPr lang="pt-BR"/>
                </a:p>
              </p:txBody>
            </p:sp>
            <p:sp>
              <p:nvSpPr>
                <p:cNvPr id="154" name="Freeform: Shape 153">
                  <a:extLst>
                    <a:ext uri="{FF2B5EF4-FFF2-40B4-BE49-F238E27FC236}">
                      <a16:creationId xmlns:a16="http://schemas.microsoft.com/office/drawing/2014/main" id="{B4937369-7888-517E-0E81-E8722641D017}"/>
                    </a:ext>
                  </a:extLst>
                </p:cNvPr>
                <p:cNvSpPr/>
                <p:nvPr/>
              </p:nvSpPr>
              <p:spPr>
                <a:xfrm>
                  <a:off x="7103301" y="1756938"/>
                  <a:ext cx="36695" cy="35540"/>
                </a:xfrm>
                <a:custGeom>
                  <a:avLst/>
                  <a:gdLst>
                    <a:gd name="connsiteX0" fmla="*/ 18040 w 36695"/>
                    <a:gd name="connsiteY0" fmla="*/ 35409 h 35540"/>
                    <a:gd name="connsiteX1" fmla="*/ 36695 w 36695"/>
                    <a:gd name="connsiteY1" fmla="*/ 21931 h 35540"/>
                    <a:gd name="connsiteX2" fmla="*/ 16111 w 36695"/>
                    <a:gd name="connsiteY2" fmla="*/ 109 h 35540"/>
                    <a:gd name="connsiteX3" fmla="*/ 29 w 36695"/>
                    <a:gd name="connsiteY3" fmla="*/ 14229 h 35540"/>
                    <a:gd name="connsiteX4" fmla="*/ 18040 w 36695"/>
                    <a:gd name="connsiteY4" fmla="*/ 35409 h 35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95" h="35540">
                      <a:moveTo>
                        <a:pt x="18040" y="35409"/>
                      </a:moveTo>
                      <a:cubicBezTo>
                        <a:pt x="25760" y="36051"/>
                        <a:pt x="36695" y="34767"/>
                        <a:pt x="36695" y="21931"/>
                      </a:cubicBezTo>
                      <a:cubicBezTo>
                        <a:pt x="36695" y="9094"/>
                        <a:pt x="28976" y="-1175"/>
                        <a:pt x="16111" y="109"/>
                      </a:cubicBezTo>
                      <a:cubicBezTo>
                        <a:pt x="3245" y="1392"/>
                        <a:pt x="29" y="14229"/>
                        <a:pt x="29" y="14229"/>
                      </a:cubicBezTo>
                      <a:cubicBezTo>
                        <a:pt x="-615" y="27707"/>
                        <a:pt x="9678" y="34767"/>
                        <a:pt x="18040" y="35409"/>
                      </a:cubicBezTo>
                      <a:close/>
                    </a:path>
                  </a:pathLst>
                </a:custGeom>
                <a:solidFill>
                  <a:schemeClr val="accent1"/>
                </a:solidFill>
                <a:ln w="6424" cap="flat">
                  <a:noFill/>
                  <a:prstDash val="solid"/>
                  <a:miter/>
                </a:ln>
              </p:spPr>
              <p:txBody>
                <a:bodyPr rtlCol="0" anchor="ctr"/>
                <a:lstStyle/>
                <a:p>
                  <a:endParaRPr lang="pt-BR"/>
                </a:p>
              </p:txBody>
            </p:sp>
            <p:sp>
              <p:nvSpPr>
                <p:cNvPr id="155" name="Freeform: Shape 154">
                  <a:extLst>
                    <a:ext uri="{FF2B5EF4-FFF2-40B4-BE49-F238E27FC236}">
                      <a16:creationId xmlns:a16="http://schemas.microsoft.com/office/drawing/2014/main" id="{47D9C72E-4CD8-1027-405C-199477FD2EC1}"/>
                    </a:ext>
                  </a:extLst>
                </p:cNvPr>
                <p:cNvSpPr/>
                <p:nvPr/>
              </p:nvSpPr>
              <p:spPr>
                <a:xfrm>
                  <a:off x="5995616" y="1599523"/>
                  <a:ext cx="130418" cy="82695"/>
                </a:xfrm>
                <a:custGeom>
                  <a:avLst/>
                  <a:gdLst>
                    <a:gd name="connsiteX0" fmla="*/ 1287 w 130418"/>
                    <a:gd name="connsiteY0" fmla="*/ 18889 h 82695"/>
                    <a:gd name="connsiteX1" fmla="*/ 7076 w 130418"/>
                    <a:gd name="connsiteY1" fmla="*/ 30442 h 82695"/>
                    <a:gd name="connsiteX2" fmla="*/ 18012 w 130418"/>
                    <a:gd name="connsiteY2" fmla="*/ 40069 h 82695"/>
                    <a:gd name="connsiteX3" fmla="*/ 40526 w 130418"/>
                    <a:gd name="connsiteY3" fmla="*/ 43920 h 82695"/>
                    <a:gd name="connsiteX4" fmla="*/ 41813 w 130418"/>
                    <a:gd name="connsiteY4" fmla="*/ 41995 h 82695"/>
                    <a:gd name="connsiteX5" fmla="*/ 45029 w 130418"/>
                    <a:gd name="connsiteY5" fmla="*/ 56115 h 82695"/>
                    <a:gd name="connsiteX6" fmla="*/ 48889 w 130418"/>
                    <a:gd name="connsiteY6" fmla="*/ 63817 h 82695"/>
                    <a:gd name="connsiteX7" fmla="*/ 55321 w 130418"/>
                    <a:gd name="connsiteY7" fmla="*/ 70877 h 82695"/>
                    <a:gd name="connsiteX8" fmla="*/ 63041 w 130418"/>
                    <a:gd name="connsiteY8" fmla="*/ 76653 h 82695"/>
                    <a:gd name="connsiteX9" fmla="*/ 74620 w 130418"/>
                    <a:gd name="connsiteY9" fmla="*/ 79862 h 82695"/>
                    <a:gd name="connsiteX10" fmla="*/ 82982 w 130418"/>
                    <a:gd name="connsiteY10" fmla="*/ 80504 h 82695"/>
                    <a:gd name="connsiteX11" fmla="*/ 93274 w 130418"/>
                    <a:gd name="connsiteY11" fmla="*/ 81146 h 82695"/>
                    <a:gd name="connsiteX12" fmla="*/ 104210 w 130418"/>
                    <a:gd name="connsiteY12" fmla="*/ 77937 h 82695"/>
                    <a:gd name="connsiteX13" fmla="*/ 111286 w 130418"/>
                    <a:gd name="connsiteY13" fmla="*/ 72802 h 82695"/>
                    <a:gd name="connsiteX14" fmla="*/ 115146 w 130418"/>
                    <a:gd name="connsiteY14" fmla="*/ 51622 h 82695"/>
                    <a:gd name="connsiteX15" fmla="*/ 110643 w 130418"/>
                    <a:gd name="connsiteY15" fmla="*/ 41995 h 82695"/>
                    <a:gd name="connsiteX16" fmla="*/ 129941 w 130418"/>
                    <a:gd name="connsiteY16" fmla="*/ 22740 h 82695"/>
                    <a:gd name="connsiteX17" fmla="*/ 117719 w 130418"/>
                    <a:gd name="connsiteY17" fmla="*/ 16963 h 82695"/>
                    <a:gd name="connsiteX18" fmla="*/ 107426 w 130418"/>
                    <a:gd name="connsiteY18" fmla="*/ 9262 h 82695"/>
                    <a:gd name="connsiteX19" fmla="*/ 91345 w 130418"/>
                    <a:gd name="connsiteY19" fmla="*/ 276 h 82695"/>
                    <a:gd name="connsiteX20" fmla="*/ 72046 w 130418"/>
                    <a:gd name="connsiteY20" fmla="*/ 2201 h 82695"/>
                    <a:gd name="connsiteX21" fmla="*/ 63041 w 130418"/>
                    <a:gd name="connsiteY21" fmla="*/ 3485 h 82695"/>
                    <a:gd name="connsiteX22" fmla="*/ 52105 w 130418"/>
                    <a:gd name="connsiteY22" fmla="*/ 9903 h 82695"/>
                    <a:gd name="connsiteX23" fmla="*/ 42456 w 130418"/>
                    <a:gd name="connsiteY23" fmla="*/ 22740 h 82695"/>
                    <a:gd name="connsiteX24" fmla="*/ 41169 w 130418"/>
                    <a:gd name="connsiteY24" fmla="*/ 25307 h 82695"/>
                    <a:gd name="connsiteX25" fmla="*/ 40526 w 130418"/>
                    <a:gd name="connsiteY25" fmla="*/ 24024 h 82695"/>
                    <a:gd name="connsiteX26" fmla="*/ 30877 w 130418"/>
                    <a:gd name="connsiteY26" fmla="*/ 9903 h 82695"/>
                    <a:gd name="connsiteX27" fmla="*/ 18655 w 130418"/>
                    <a:gd name="connsiteY27" fmla="*/ 2201 h 82695"/>
                    <a:gd name="connsiteX28" fmla="*/ 643 w 130418"/>
                    <a:gd name="connsiteY28" fmla="*/ 1560 h 82695"/>
                    <a:gd name="connsiteX29" fmla="*/ 1287 w 130418"/>
                    <a:gd name="connsiteY29" fmla="*/ 18889 h 8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0418" h="82695">
                      <a:moveTo>
                        <a:pt x="1287" y="18889"/>
                      </a:moveTo>
                      <a:cubicBezTo>
                        <a:pt x="3216" y="23382"/>
                        <a:pt x="5146" y="27233"/>
                        <a:pt x="7076" y="30442"/>
                      </a:cubicBezTo>
                      <a:cubicBezTo>
                        <a:pt x="9006" y="34293"/>
                        <a:pt x="11579" y="34293"/>
                        <a:pt x="18012" y="40069"/>
                      </a:cubicBezTo>
                      <a:cubicBezTo>
                        <a:pt x="24444" y="46487"/>
                        <a:pt x="37310" y="45846"/>
                        <a:pt x="40526" y="43920"/>
                      </a:cubicBezTo>
                      <a:cubicBezTo>
                        <a:pt x="41169" y="43278"/>
                        <a:pt x="41813" y="42637"/>
                        <a:pt x="41813" y="41995"/>
                      </a:cubicBezTo>
                      <a:cubicBezTo>
                        <a:pt x="43099" y="47129"/>
                        <a:pt x="45672" y="53548"/>
                        <a:pt x="45029" y="56115"/>
                      </a:cubicBezTo>
                      <a:cubicBezTo>
                        <a:pt x="45029" y="60608"/>
                        <a:pt x="45029" y="62533"/>
                        <a:pt x="48889" y="63817"/>
                      </a:cubicBezTo>
                      <a:cubicBezTo>
                        <a:pt x="52748" y="64459"/>
                        <a:pt x="54678" y="68951"/>
                        <a:pt x="55321" y="70877"/>
                      </a:cubicBezTo>
                      <a:cubicBezTo>
                        <a:pt x="56608" y="73444"/>
                        <a:pt x="59181" y="76011"/>
                        <a:pt x="63041" y="76653"/>
                      </a:cubicBezTo>
                      <a:cubicBezTo>
                        <a:pt x="66900" y="77295"/>
                        <a:pt x="71403" y="79862"/>
                        <a:pt x="74620" y="79862"/>
                      </a:cubicBezTo>
                      <a:cubicBezTo>
                        <a:pt x="77193" y="79862"/>
                        <a:pt x="81696" y="79221"/>
                        <a:pt x="82982" y="80504"/>
                      </a:cubicBezTo>
                      <a:cubicBezTo>
                        <a:pt x="84912" y="81788"/>
                        <a:pt x="89415" y="84355"/>
                        <a:pt x="93274" y="81146"/>
                      </a:cubicBezTo>
                      <a:cubicBezTo>
                        <a:pt x="97777" y="77937"/>
                        <a:pt x="99707" y="77295"/>
                        <a:pt x="104210" y="77937"/>
                      </a:cubicBezTo>
                      <a:cubicBezTo>
                        <a:pt x="108713" y="78579"/>
                        <a:pt x="107426" y="78579"/>
                        <a:pt x="111286" y="72802"/>
                      </a:cubicBezTo>
                      <a:cubicBezTo>
                        <a:pt x="114502" y="67026"/>
                        <a:pt x="117075" y="55473"/>
                        <a:pt x="115146" y="51622"/>
                      </a:cubicBezTo>
                      <a:cubicBezTo>
                        <a:pt x="112573" y="47771"/>
                        <a:pt x="106783" y="45846"/>
                        <a:pt x="110643" y="41995"/>
                      </a:cubicBezTo>
                      <a:cubicBezTo>
                        <a:pt x="114502" y="38144"/>
                        <a:pt x="128011" y="28516"/>
                        <a:pt x="129941" y="22740"/>
                      </a:cubicBezTo>
                      <a:cubicBezTo>
                        <a:pt x="132514" y="16322"/>
                        <a:pt x="124151" y="16963"/>
                        <a:pt x="117719" y="16963"/>
                      </a:cubicBezTo>
                      <a:cubicBezTo>
                        <a:pt x="111929" y="16963"/>
                        <a:pt x="109356" y="14396"/>
                        <a:pt x="107426" y="9262"/>
                      </a:cubicBezTo>
                      <a:cubicBezTo>
                        <a:pt x="105497" y="4127"/>
                        <a:pt x="100350" y="-366"/>
                        <a:pt x="91345" y="276"/>
                      </a:cubicBezTo>
                      <a:cubicBezTo>
                        <a:pt x="82339" y="918"/>
                        <a:pt x="74620" y="2843"/>
                        <a:pt x="72046" y="2201"/>
                      </a:cubicBezTo>
                      <a:cubicBezTo>
                        <a:pt x="68830" y="1560"/>
                        <a:pt x="67544" y="276"/>
                        <a:pt x="63041" y="3485"/>
                      </a:cubicBezTo>
                      <a:cubicBezTo>
                        <a:pt x="58538" y="6694"/>
                        <a:pt x="55321" y="9262"/>
                        <a:pt x="52105" y="9903"/>
                      </a:cubicBezTo>
                      <a:cubicBezTo>
                        <a:pt x="48889" y="10545"/>
                        <a:pt x="45672" y="14396"/>
                        <a:pt x="42456" y="22740"/>
                      </a:cubicBezTo>
                      <a:cubicBezTo>
                        <a:pt x="41813" y="24024"/>
                        <a:pt x="41813" y="24665"/>
                        <a:pt x="41169" y="25307"/>
                      </a:cubicBezTo>
                      <a:cubicBezTo>
                        <a:pt x="41169" y="24665"/>
                        <a:pt x="40526" y="24024"/>
                        <a:pt x="40526" y="24024"/>
                      </a:cubicBezTo>
                      <a:cubicBezTo>
                        <a:pt x="36023" y="18889"/>
                        <a:pt x="36667" y="14396"/>
                        <a:pt x="30877" y="9903"/>
                      </a:cubicBezTo>
                      <a:cubicBezTo>
                        <a:pt x="25731" y="4769"/>
                        <a:pt x="18655" y="2201"/>
                        <a:pt x="18655" y="2201"/>
                      </a:cubicBezTo>
                      <a:cubicBezTo>
                        <a:pt x="18655" y="2201"/>
                        <a:pt x="3860" y="-2291"/>
                        <a:pt x="643" y="1560"/>
                      </a:cubicBezTo>
                      <a:cubicBezTo>
                        <a:pt x="0" y="4769"/>
                        <a:pt x="-643" y="14396"/>
                        <a:pt x="1287" y="18889"/>
                      </a:cubicBezTo>
                      <a:close/>
                    </a:path>
                  </a:pathLst>
                </a:custGeom>
                <a:solidFill>
                  <a:schemeClr val="accent1"/>
                </a:solidFill>
                <a:ln w="6424" cap="flat">
                  <a:noFill/>
                  <a:prstDash val="solid"/>
                  <a:miter/>
                </a:ln>
              </p:spPr>
              <p:txBody>
                <a:bodyPr rtlCol="0" anchor="ctr"/>
                <a:lstStyle/>
                <a:p>
                  <a:endParaRPr lang="pt-BR"/>
                </a:p>
              </p:txBody>
            </p:sp>
            <p:sp>
              <p:nvSpPr>
                <p:cNvPr id="156" name="Freeform: Shape 155">
                  <a:extLst>
                    <a:ext uri="{FF2B5EF4-FFF2-40B4-BE49-F238E27FC236}">
                      <a16:creationId xmlns:a16="http://schemas.microsoft.com/office/drawing/2014/main" id="{55625302-ABA2-51B0-D171-7A9FF3771A24}"/>
                    </a:ext>
                  </a:extLst>
                </p:cNvPr>
                <p:cNvSpPr/>
                <p:nvPr/>
              </p:nvSpPr>
              <p:spPr>
                <a:xfrm>
                  <a:off x="6183452" y="1670750"/>
                  <a:ext cx="27219" cy="24813"/>
                </a:xfrm>
                <a:custGeom>
                  <a:avLst/>
                  <a:gdLst>
                    <a:gd name="connsiteX0" fmla="*/ 19298 w 27219"/>
                    <a:gd name="connsiteY0" fmla="*/ 24682 h 24813"/>
                    <a:gd name="connsiteX1" fmla="*/ 25731 w 27219"/>
                    <a:gd name="connsiteY1" fmla="*/ 10561 h 24813"/>
                    <a:gd name="connsiteX2" fmla="*/ 3216 w 27219"/>
                    <a:gd name="connsiteY2" fmla="*/ 1576 h 24813"/>
                    <a:gd name="connsiteX3" fmla="*/ 643 w 27219"/>
                    <a:gd name="connsiteY3" fmla="*/ 11845 h 24813"/>
                    <a:gd name="connsiteX4" fmla="*/ 19298 w 27219"/>
                    <a:gd name="connsiteY4" fmla="*/ 24682 h 24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19" h="24813">
                      <a:moveTo>
                        <a:pt x="19298" y="24682"/>
                      </a:moveTo>
                      <a:cubicBezTo>
                        <a:pt x="27017" y="25965"/>
                        <a:pt x="28947" y="17621"/>
                        <a:pt x="25731" y="10561"/>
                      </a:cubicBezTo>
                      <a:cubicBezTo>
                        <a:pt x="21871" y="2859"/>
                        <a:pt x="8363" y="-2917"/>
                        <a:pt x="3216" y="1576"/>
                      </a:cubicBezTo>
                      <a:cubicBezTo>
                        <a:pt x="-1930" y="6069"/>
                        <a:pt x="643" y="11845"/>
                        <a:pt x="643" y="11845"/>
                      </a:cubicBezTo>
                      <a:cubicBezTo>
                        <a:pt x="643" y="11845"/>
                        <a:pt x="11579" y="24040"/>
                        <a:pt x="19298" y="24682"/>
                      </a:cubicBezTo>
                      <a:close/>
                    </a:path>
                  </a:pathLst>
                </a:custGeom>
                <a:solidFill>
                  <a:schemeClr val="accent1"/>
                </a:solidFill>
                <a:ln w="6424" cap="flat">
                  <a:noFill/>
                  <a:prstDash val="solid"/>
                  <a:miter/>
                </a:ln>
              </p:spPr>
              <p:txBody>
                <a:bodyPr rtlCol="0" anchor="ctr"/>
                <a:lstStyle/>
                <a:p>
                  <a:endParaRPr lang="pt-BR"/>
                </a:p>
              </p:txBody>
            </p:sp>
            <p:sp>
              <p:nvSpPr>
                <p:cNvPr id="157" name="Freeform: Shape 156">
                  <a:extLst>
                    <a:ext uri="{FF2B5EF4-FFF2-40B4-BE49-F238E27FC236}">
                      <a16:creationId xmlns:a16="http://schemas.microsoft.com/office/drawing/2014/main" id="{07766634-E2F6-B469-F0EB-EE5AEA25FB81}"/>
                    </a:ext>
                  </a:extLst>
                </p:cNvPr>
                <p:cNvSpPr/>
                <p:nvPr/>
              </p:nvSpPr>
              <p:spPr>
                <a:xfrm>
                  <a:off x="5737996" y="1937302"/>
                  <a:ext cx="57098" cy="55043"/>
                </a:xfrm>
                <a:custGeom>
                  <a:avLst/>
                  <a:gdLst>
                    <a:gd name="connsiteX0" fmla="*/ 56276 w 57098"/>
                    <a:gd name="connsiteY0" fmla="*/ 31547 h 55043"/>
                    <a:gd name="connsiteX1" fmla="*/ 46627 w 57098"/>
                    <a:gd name="connsiteY1" fmla="*/ 8441 h 55043"/>
                    <a:gd name="connsiteX2" fmla="*/ 21539 w 57098"/>
                    <a:gd name="connsiteY2" fmla="*/ 739 h 55043"/>
                    <a:gd name="connsiteX3" fmla="*/ 8031 w 57098"/>
                    <a:gd name="connsiteY3" fmla="*/ 14218 h 55043"/>
                    <a:gd name="connsiteX4" fmla="*/ 2241 w 57098"/>
                    <a:gd name="connsiteY4" fmla="*/ 22562 h 55043"/>
                    <a:gd name="connsiteX5" fmla="*/ 955 w 57098"/>
                    <a:gd name="connsiteY5" fmla="*/ 36682 h 55043"/>
                    <a:gd name="connsiteX6" fmla="*/ 6101 w 57098"/>
                    <a:gd name="connsiteY6" fmla="*/ 49518 h 55043"/>
                    <a:gd name="connsiteX7" fmla="*/ 33118 w 57098"/>
                    <a:gd name="connsiteY7" fmla="*/ 54653 h 55043"/>
                    <a:gd name="connsiteX8" fmla="*/ 50487 w 57098"/>
                    <a:gd name="connsiteY8" fmla="*/ 44384 h 55043"/>
                    <a:gd name="connsiteX9" fmla="*/ 56276 w 57098"/>
                    <a:gd name="connsiteY9" fmla="*/ 31547 h 5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098" h="55043">
                      <a:moveTo>
                        <a:pt x="56276" y="31547"/>
                      </a:moveTo>
                      <a:cubicBezTo>
                        <a:pt x="54346" y="23845"/>
                        <a:pt x="54346" y="14218"/>
                        <a:pt x="46627" y="8441"/>
                      </a:cubicBezTo>
                      <a:cubicBezTo>
                        <a:pt x="38908" y="2665"/>
                        <a:pt x="29259" y="-1828"/>
                        <a:pt x="21539" y="739"/>
                      </a:cubicBezTo>
                      <a:cubicBezTo>
                        <a:pt x="13820" y="3949"/>
                        <a:pt x="8031" y="14218"/>
                        <a:pt x="8031" y="14218"/>
                      </a:cubicBezTo>
                      <a:cubicBezTo>
                        <a:pt x="8031" y="14218"/>
                        <a:pt x="4814" y="18711"/>
                        <a:pt x="2241" y="22562"/>
                      </a:cubicBezTo>
                      <a:cubicBezTo>
                        <a:pt x="311" y="26413"/>
                        <a:pt x="-975" y="28338"/>
                        <a:pt x="955" y="36682"/>
                      </a:cubicBezTo>
                      <a:cubicBezTo>
                        <a:pt x="2884" y="45025"/>
                        <a:pt x="2241" y="45025"/>
                        <a:pt x="6101" y="49518"/>
                      </a:cubicBezTo>
                      <a:cubicBezTo>
                        <a:pt x="10604" y="54011"/>
                        <a:pt x="27972" y="55937"/>
                        <a:pt x="33118" y="54653"/>
                      </a:cubicBezTo>
                      <a:cubicBezTo>
                        <a:pt x="38264" y="53369"/>
                        <a:pt x="44697" y="50802"/>
                        <a:pt x="50487" y="44384"/>
                      </a:cubicBezTo>
                      <a:cubicBezTo>
                        <a:pt x="56919" y="37965"/>
                        <a:pt x="58206" y="38607"/>
                        <a:pt x="56276" y="31547"/>
                      </a:cubicBezTo>
                      <a:close/>
                    </a:path>
                  </a:pathLst>
                </a:custGeom>
                <a:solidFill>
                  <a:schemeClr val="accent1"/>
                </a:solidFill>
                <a:ln w="6424" cap="flat">
                  <a:noFill/>
                  <a:prstDash val="solid"/>
                  <a:miter/>
                </a:ln>
              </p:spPr>
              <p:txBody>
                <a:bodyPr rtlCol="0" anchor="ctr"/>
                <a:lstStyle/>
                <a:p>
                  <a:endParaRPr lang="pt-BR"/>
                </a:p>
              </p:txBody>
            </p:sp>
            <p:sp>
              <p:nvSpPr>
                <p:cNvPr id="158" name="Freeform: Shape 157">
                  <a:extLst>
                    <a:ext uri="{FF2B5EF4-FFF2-40B4-BE49-F238E27FC236}">
                      <a16:creationId xmlns:a16="http://schemas.microsoft.com/office/drawing/2014/main" id="{6AD85D53-8457-2D1A-FC1C-AE2F04B198C1}"/>
                    </a:ext>
                  </a:extLst>
                </p:cNvPr>
                <p:cNvSpPr/>
                <p:nvPr/>
              </p:nvSpPr>
              <p:spPr>
                <a:xfrm>
                  <a:off x="5668834" y="1903875"/>
                  <a:ext cx="53493" cy="42472"/>
                </a:xfrm>
                <a:custGeom>
                  <a:avLst/>
                  <a:gdLst>
                    <a:gd name="connsiteX0" fmla="*/ 1287 w 53493"/>
                    <a:gd name="connsiteY0" fmla="*/ 25823 h 42472"/>
                    <a:gd name="connsiteX1" fmla="*/ 12222 w 53493"/>
                    <a:gd name="connsiteY1" fmla="*/ 39301 h 42472"/>
                    <a:gd name="connsiteX2" fmla="*/ 35380 w 53493"/>
                    <a:gd name="connsiteY2" fmla="*/ 41226 h 42472"/>
                    <a:gd name="connsiteX3" fmla="*/ 51462 w 53493"/>
                    <a:gd name="connsiteY3" fmla="*/ 30315 h 42472"/>
                    <a:gd name="connsiteX4" fmla="*/ 41813 w 53493"/>
                    <a:gd name="connsiteY4" fmla="*/ 2075 h 42472"/>
                    <a:gd name="connsiteX5" fmla="*/ 16082 w 53493"/>
                    <a:gd name="connsiteY5" fmla="*/ 1433 h 42472"/>
                    <a:gd name="connsiteX6" fmla="*/ 15439 w 53493"/>
                    <a:gd name="connsiteY6" fmla="*/ 1433 h 42472"/>
                    <a:gd name="connsiteX7" fmla="*/ 5146 w 53493"/>
                    <a:gd name="connsiteY7" fmla="*/ 7851 h 42472"/>
                    <a:gd name="connsiteX8" fmla="*/ 1287 w 53493"/>
                    <a:gd name="connsiteY8" fmla="*/ 25823 h 42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3" h="42472">
                      <a:moveTo>
                        <a:pt x="1287" y="25823"/>
                      </a:moveTo>
                      <a:cubicBezTo>
                        <a:pt x="3860" y="32241"/>
                        <a:pt x="7076" y="38017"/>
                        <a:pt x="12222" y="39301"/>
                      </a:cubicBezTo>
                      <a:cubicBezTo>
                        <a:pt x="17368" y="40585"/>
                        <a:pt x="29590" y="44436"/>
                        <a:pt x="35380" y="41226"/>
                      </a:cubicBezTo>
                      <a:cubicBezTo>
                        <a:pt x="41169" y="38017"/>
                        <a:pt x="46316" y="39301"/>
                        <a:pt x="51462" y="30315"/>
                      </a:cubicBezTo>
                      <a:cubicBezTo>
                        <a:pt x="56608" y="21972"/>
                        <a:pt x="51462" y="6568"/>
                        <a:pt x="41813" y="2075"/>
                      </a:cubicBezTo>
                      <a:cubicBezTo>
                        <a:pt x="32807" y="-1776"/>
                        <a:pt x="18655" y="791"/>
                        <a:pt x="16082" y="1433"/>
                      </a:cubicBezTo>
                      <a:cubicBezTo>
                        <a:pt x="15439" y="1433"/>
                        <a:pt x="15439" y="1433"/>
                        <a:pt x="15439" y="1433"/>
                      </a:cubicBezTo>
                      <a:cubicBezTo>
                        <a:pt x="14152" y="1433"/>
                        <a:pt x="10292" y="3359"/>
                        <a:pt x="5146" y="7851"/>
                      </a:cubicBezTo>
                      <a:cubicBezTo>
                        <a:pt x="0" y="12344"/>
                        <a:pt x="-1287" y="18763"/>
                        <a:pt x="1287" y="25823"/>
                      </a:cubicBezTo>
                      <a:close/>
                    </a:path>
                  </a:pathLst>
                </a:custGeom>
                <a:solidFill>
                  <a:schemeClr val="accent1"/>
                </a:solidFill>
                <a:ln w="6424" cap="flat">
                  <a:noFill/>
                  <a:prstDash val="solid"/>
                  <a:miter/>
                </a:ln>
              </p:spPr>
              <p:txBody>
                <a:bodyPr rtlCol="0" anchor="ctr"/>
                <a:lstStyle/>
                <a:p>
                  <a:endParaRPr lang="pt-BR" dirty="0"/>
                </a:p>
              </p:txBody>
            </p:sp>
            <p:sp>
              <p:nvSpPr>
                <p:cNvPr id="159" name="Freeform: Shape 158">
                  <a:extLst>
                    <a:ext uri="{FF2B5EF4-FFF2-40B4-BE49-F238E27FC236}">
                      <a16:creationId xmlns:a16="http://schemas.microsoft.com/office/drawing/2014/main" id="{2C12F047-DD0B-3A99-F63D-50154421D35E}"/>
                    </a:ext>
                  </a:extLst>
                </p:cNvPr>
                <p:cNvSpPr/>
                <p:nvPr/>
              </p:nvSpPr>
              <p:spPr>
                <a:xfrm>
                  <a:off x="5674236" y="1791564"/>
                  <a:ext cx="57496" cy="59825"/>
                </a:xfrm>
                <a:custGeom>
                  <a:avLst/>
                  <a:gdLst>
                    <a:gd name="connsiteX0" fmla="*/ 11966 w 57496"/>
                    <a:gd name="connsiteY0" fmla="*/ 52129 h 59825"/>
                    <a:gd name="connsiteX1" fmla="*/ 37054 w 57496"/>
                    <a:gd name="connsiteY1" fmla="*/ 59189 h 59825"/>
                    <a:gd name="connsiteX2" fmla="*/ 56995 w 57496"/>
                    <a:gd name="connsiteY2" fmla="*/ 31591 h 59825"/>
                    <a:gd name="connsiteX3" fmla="*/ 35767 w 57496"/>
                    <a:gd name="connsiteY3" fmla="*/ 1425 h 59825"/>
                    <a:gd name="connsiteX4" fmla="*/ 8750 w 57496"/>
                    <a:gd name="connsiteY4" fmla="*/ 8485 h 59825"/>
                    <a:gd name="connsiteX5" fmla="*/ 1031 w 57496"/>
                    <a:gd name="connsiteY5" fmla="*/ 21321 h 59825"/>
                    <a:gd name="connsiteX6" fmla="*/ 11966 w 57496"/>
                    <a:gd name="connsiteY6" fmla="*/ 52129 h 5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96" h="59825">
                      <a:moveTo>
                        <a:pt x="11966" y="52129"/>
                      </a:moveTo>
                      <a:cubicBezTo>
                        <a:pt x="19042" y="55980"/>
                        <a:pt x="28691" y="61756"/>
                        <a:pt x="37054" y="59189"/>
                      </a:cubicBezTo>
                      <a:cubicBezTo>
                        <a:pt x="45416" y="56622"/>
                        <a:pt x="53779" y="42502"/>
                        <a:pt x="56995" y="31591"/>
                      </a:cubicBezTo>
                      <a:cubicBezTo>
                        <a:pt x="60212" y="20680"/>
                        <a:pt x="47346" y="5276"/>
                        <a:pt x="35767" y="1425"/>
                      </a:cubicBezTo>
                      <a:cubicBezTo>
                        <a:pt x="24188" y="-2426"/>
                        <a:pt x="15826" y="2067"/>
                        <a:pt x="8750" y="8485"/>
                      </a:cubicBezTo>
                      <a:cubicBezTo>
                        <a:pt x="2317" y="14903"/>
                        <a:pt x="1031" y="21321"/>
                        <a:pt x="1031" y="21321"/>
                      </a:cubicBezTo>
                      <a:cubicBezTo>
                        <a:pt x="-2829" y="37367"/>
                        <a:pt x="4890" y="48278"/>
                        <a:pt x="11966" y="52129"/>
                      </a:cubicBezTo>
                      <a:close/>
                    </a:path>
                  </a:pathLst>
                </a:custGeom>
                <a:solidFill>
                  <a:schemeClr val="accent1"/>
                </a:solidFill>
                <a:ln w="6424" cap="flat">
                  <a:noFill/>
                  <a:prstDash val="solid"/>
                  <a:miter/>
                </a:ln>
              </p:spPr>
              <p:txBody>
                <a:bodyPr rtlCol="0" anchor="ctr"/>
                <a:lstStyle/>
                <a:p>
                  <a:endParaRPr lang="pt-BR"/>
                </a:p>
              </p:txBody>
            </p:sp>
            <p:sp>
              <p:nvSpPr>
                <p:cNvPr id="160" name="Freeform: Shape 159">
                  <a:extLst>
                    <a:ext uri="{FF2B5EF4-FFF2-40B4-BE49-F238E27FC236}">
                      <a16:creationId xmlns:a16="http://schemas.microsoft.com/office/drawing/2014/main" id="{6B9C65DA-F270-B99C-8739-04B75552347F}"/>
                    </a:ext>
                  </a:extLst>
                </p:cNvPr>
                <p:cNvSpPr/>
                <p:nvPr/>
              </p:nvSpPr>
              <p:spPr>
                <a:xfrm>
                  <a:off x="5767098" y="1830215"/>
                  <a:ext cx="55599" cy="49420"/>
                </a:xfrm>
                <a:custGeom>
                  <a:avLst/>
                  <a:gdLst>
                    <a:gd name="connsiteX0" fmla="*/ 800 w 55599"/>
                    <a:gd name="connsiteY0" fmla="*/ 35300 h 49420"/>
                    <a:gd name="connsiteX1" fmla="*/ 26531 w 55599"/>
                    <a:gd name="connsiteY1" fmla="*/ 49421 h 49420"/>
                    <a:gd name="connsiteX2" fmla="*/ 52905 w 55599"/>
                    <a:gd name="connsiteY2" fmla="*/ 30808 h 49420"/>
                    <a:gd name="connsiteX3" fmla="*/ 32963 w 55599"/>
                    <a:gd name="connsiteY3" fmla="*/ 0 h 49420"/>
                    <a:gd name="connsiteX4" fmla="*/ 32963 w 55599"/>
                    <a:gd name="connsiteY4" fmla="*/ 0 h 49420"/>
                    <a:gd name="connsiteX5" fmla="*/ 9806 w 55599"/>
                    <a:gd name="connsiteY5" fmla="*/ 6418 h 49420"/>
                    <a:gd name="connsiteX6" fmla="*/ 9162 w 55599"/>
                    <a:gd name="connsiteY6" fmla="*/ 6418 h 49420"/>
                    <a:gd name="connsiteX7" fmla="*/ 800 w 55599"/>
                    <a:gd name="connsiteY7" fmla="*/ 35300 h 4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599" h="49420">
                      <a:moveTo>
                        <a:pt x="800" y="35300"/>
                      </a:moveTo>
                      <a:cubicBezTo>
                        <a:pt x="3373" y="47495"/>
                        <a:pt x="14309" y="49421"/>
                        <a:pt x="26531" y="49421"/>
                      </a:cubicBezTo>
                      <a:cubicBezTo>
                        <a:pt x="38753" y="49421"/>
                        <a:pt x="63840" y="46212"/>
                        <a:pt x="52905" y="30808"/>
                      </a:cubicBezTo>
                      <a:cubicBezTo>
                        <a:pt x="43256" y="16687"/>
                        <a:pt x="36823" y="6418"/>
                        <a:pt x="32963" y="0"/>
                      </a:cubicBezTo>
                      <a:cubicBezTo>
                        <a:pt x="32963" y="0"/>
                        <a:pt x="32963" y="0"/>
                        <a:pt x="32963" y="0"/>
                      </a:cubicBezTo>
                      <a:cubicBezTo>
                        <a:pt x="33607" y="10911"/>
                        <a:pt x="11735" y="5135"/>
                        <a:pt x="9806" y="6418"/>
                      </a:cubicBezTo>
                      <a:cubicBezTo>
                        <a:pt x="9806" y="6418"/>
                        <a:pt x="9162" y="6418"/>
                        <a:pt x="9162" y="6418"/>
                      </a:cubicBezTo>
                      <a:cubicBezTo>
                        <a:pt x="2086" y="12195"/>
                        <a:pt x="-1773" y="23106"/>
                        <a:pt x="800" y="35300"/>
                      </a:cubicBezTo>
                      <a:close/>
                    </a:path>
                  </a:pathLst>
                </a:custGeom>
                <a:solidFill>
                  <a:schemeClr val="accent1"/>
                </a:solidFill>
                <a:ln w="6424" cap="flat">
                  <a:noFill/>
                  <a:prstDash val="solid"/>
                  <a:miter/>
                </a:ln>
              </p:spPr>
              <p:txBody>
                <a:bodyPr rtlCol="0" anchor="ctr"/>
                <a:lstStyle/>
                <a:p>
                  <a:endParaRPr lang="pt-BR"/>
                </a:p>
              </p:txBody>
            </p:sp>
            <p:sp>
              <p:nvSpPr>
                <p:cNvPr id="161" name="Freeform: Shape 160">
                  <a:extLst>
                    <a:ext uri="{FF2B5EF4-FFF2-40B4-BE49-F238E27FC236}">
                      <a16:creationId xmlns:a16="http://schemas.microsoft.com/office/drawing/2014/main" id="{3AA56B96-6862-5096-CB61-CE1BDF188842}"/>
                    </a:ext>
                  </a:extLst>
                </p:cNvPr>
                <p:cNvSpPr/>
                <p:nvPr/>
              </p:nvSpPr>
              <p:spPr>
                <a:xfrm>
                  <a:off x="5792843" y="1816995"/>
                  <a:ext cx="6575" cy="13220"/>
                </a:xfrm>
                <a:custGeom>
                  <a:avLst/>
                  <a:gdLst>
                    <a:gd name="connsiteX0" fmla="*/ 6576 w 6575"/>
                    <a:gd name="connsiteY0" fmla="*/ 13220 h 13220"/>
                    <a:gd name="connsiteX1" fmla="*/ 6576 w 6575"/>
                    <a:gd name="connsiteY1" fmla="*/ 13220 h 13220"/>
                    <a:gd name="connsiteX2" fmla="*/ 6576 w 6575"/>
                    <a:gd name="connsiteY2" fmla="*/ 13220 h 13220"/>
                  </a:gdLst>
                  <a:ahLst/>
                  <a:cxnLst>
                    <a:cxn ang="0">
                      <a:pos x="connsiteX0" y="connsiteY0"/>
                    </a:cxn>
                    <a:cxn ang="0">
                      <a:pos x="connsiteX1" y="connsiteY1"/>
                    </a:cxn>
                    <a:cxn ang="0">
                      <a:pos x="connsiteX2" y="connsiteY2"/>
                    </a:cxn>
                  </a:cxnLst>
                  <a:rect l="l" t="t" r="r" b="b"/>
                  <a:pathLst>
                    <a:path w="6575" h="13220">
                      <a:moveTo>
                        <a:pt x="6576" y="13220"/>
                      </a:moveTo>
                      <a:cubicBezTo>
                        <a:pt x="6576" y="4877"/>
                        <a:pt x="-8220" y="-11811"/>
                        <a:pt x="6576" y="13220"/>
                      </a:cubicBezTo>
                      <a:lnTo>
                        <a:pt x="6576" y="13220"/>
                      </a:lnTo>
                      <a:close/>
                    </a:path>
                  </a:pathLst>
                </a:custGeom>
                <a:solidFill>
                  <a:srgbClr val="9D70F2"/>
                </a:solidFill>
                <a:ln w="6424" cap="flat">
                  <a:noFill/>
                  <a:prstDash val="solid"/>
                  <a:miter/>
                </a:ln>
              </p:spPr>
              <p:txBody>
                <a:bodyPr rtlCol="0" anchor="ctr"/>
                <a:lstStyle/>
                <a:p>
                  <a:endParaRPr lang="pt-BR"/>
                </a:p>
              </p:txBody>
            </p:sp>
            <p:sp>
              <p:nvSpPr>
                <p:cNvPr id="162" name="Freeform: Shape 161">
                  <a:extLst>
                    <a:ext uri="{FF2B5EF4-FFF2-40B4-BE49-F238E27FC236}">
                      <a16:creationId xmlns:a16="http://schemas.microsoft.com/office/drawing/2014/main" id="{69FE22B4-E27F-6A72-5642-AB94DEF43CFD}"/>
                    </a:ext>
                  </a:extLst>
                </p:cNvPr>
                <p:cNvSpPr/>
                <p:nvPr/>
              </p:nvSpPr>
              <p:spPr>
                <a:xfrm>
                  <a:off x="6081682" y="1716468"/>
                  <a:ext cx="33284" cy="31261"/>
                </a:xfrm>
                <a:custGeom>
                  <a:avLst/>
                  <a:gdLst>
                    <a:gd name="connsiteX0" fmla="*/ 16857 w 33284"/>
                    <a:gd name="connsiteY0" fmla="*/ 786 h 31261"/>
                    <a:gd name="connsiteX1" fmla="*/ 132 w 33284"/>
                    <a:gd name="connsiteY1" fmla="*/ 8488 h 31261"/>
                    <a:gd name="connsiteX2" fmla="*/ 13641 w 33284"/>
                    <a:gd name="connsiteY2" fmla="*/ 29026 h 31261"/>
                    <a:gd name="connsiteX3" fmla="*/ 32296 w 33284"/>
                    <a:gd name="connsiteY3" fmla="*/ 23892 h 31261"/>
                    <a:gd name="connsiteX4" fmla="*/ 16857 w 33284"/>
                    <a:gd name="connsiteY4" fmla="*/ 786 h 3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84" h="31261">
                      <a:moveTo>
                        <a:pt x="16857" y="786"/>
                      </a:moveTo>
                      <a:cubicBezTo>
                        <a:pt x="2705" y="-3065"/>
                        <a:pt x="132" y="8488"/>
                        <a:pt x="132" y="8488"/>
                      </a:cubicBezTo>
                      <a:cubicBezTo>
                        <a:pt x="-1154" y="16832"/>
                        <a:pt x="7208" y="24533"/>
                        <a:pt x="13641" y="29026"/>
                      </a:cubicBezTo>
                      <a:cubicBezTo>
                        <a:pt x="20074" y="33519"/>
                        <a:pt x="28436" y="30952"/>
                        <a:pt x="32296" y="23892"/>
                      </a:cubicBezTo>
                      <a:cubicBezTo>
                        <a:pt x="35512" y="17473"/>
                        <a:pt x="31009" y="4637"/>
                        <a:pt x="16857" y="786"/>
                      </a:cubicBezTo>
                      <a:close/>
                    </a:path>
                  </a:pathLst>
                </a:custGeom>
                <a:solidFill>
                  <a:schemeClr val="accent1"/>
                </a:solidFill>
                <a:ln w="6424" cap="flat">
                  <a:noFill/>
                  <a:prstDash val="solid"/>
                  <a:miter/>
                </a:ln>
              </p:spPr>
              <p:txBody>
                <a:bodyPr rtlCol="0" anchor="ctr"/>
                <a:lstStyle/>
                <a:p>
                  <a:endParaRPr lang="pt-BR"/>
                </a:p>
              </p:txBody>
            </p:sp>
            <p:sp>
              <p:nvSpPr>
                <p:cNvPr id="167" name="Freeform: Shape 166">
                  <a:extLst>
                    <a:ext uri="{FF2B5EF4-FFF2-40B4-BE49-F238E27FC236}">
                      <a16:creationId xmlns:a16="http://schemas.microsoft.com/office/drawing/2014/main" id="{4E924DA5-4742-550B-95F4-0EF6E2D358EE}"/>
                    </a:ext>
                  </a:extLst>
                </p:cNvPr>
                <p:cNvSpPr/>
                <p:nvPr/>
              </p:nvSpPr>
              <p:spPr>
                <a:xfrm>
                  <a:off x="6361208" y="1543088"/>
                  <a:ext cx="60182" cy="48950"/>
                </a:xfrm>
                <a:custGeom>
                  <a:avLst/>
                  <a:gdLst>
                    <a:gd name="connsiteX0" fmla="*/ 3646 w 60182"/>
                    <a:gd name="connsiteY0" fmla="*/ 27187 h 48950"/>
                    <a:gd name="connsiteX1" fmla="*/ 25517 w 60182"/>
                    <a:gd name="connsiteY1" fmla="*/ 33605 h 48950"/>
                    <a:gd name="connsiteX2" fmla="*/ 39669 w 60182"/>
                    <a:gd name="connsiteY2" fmla="*/ 36814 h 48950"/>
                    <a:gd name="connsiteX3" fmla="*/ 56394 w 60182"/>
                    <a:gd name="connsiteY3" fmla="*/ 48367 h 48950"/>
                    <a:gd name="connsiteX4" fmla="*/ 54464 w 60182"/>
                    <a:gd name="connsiteY4" fmla="*/ 32963 h 48950"/>
                    <a:gd name="connsiteX5" fmla="*/ 39026 w 60182"/>
                    <a:gd name="connsiteY5" fmla="*/ 21410 h 48950"/>
                    <a:gd name="connsiteX6" fmla="*/ 40956 w 60182"/>
                    <a:gd name="connsiteY6" fmla="*/ 12425 h 48950"/>
                    <a:gd name="connsiteX7" fmla="*/ 31307 w 60182"/>
                    <a:gd name="connsiteY7" fmla="*/ 2156 h 48950"/>
                    <a:gd name="connsiteX8" fmla="*/ 7505 w 60182"/>
                    <a:gd name="connsiteY8" fmla="*/ 4723 h 48950"/>
                    <a:gd name="connsiteX9" fmla="*/ 3646 w 60182"/>
                    <a:gd name="connsiteY9" fmla="*/ 27187 h 4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182" h="48950">
                      <a:moveTo>
                        <a:pt x="3646" y="27187"/>
                      </a:moveTo>
                      <a:cubicBezTo>
                        <a:pt x="10079" y="34889"/>
                        <a:pt x="17155" y="36172"/>
                        <a:pt x="25517" y="33605"/>
                      </a:cubicBezTo>
                      <a:cubicBezTo>
                        <a:pt x="33880" y="31038"/>
                        <a:pt x="36453" y="32963"/>
                        <a:pt x="39669" y="36814"/>
                      </a:cubicBezTo>
                      <a:cubicBezTo>
                        <a:pt x="42885" y="40665"/>
                        <a:pt x="48032" y="51576"/>
                        <a:pt x="56394" y="48367"/>
                      </a:cubicBezTo>
                      <a:cubicBezTo>
                        <a:pt x="64757" y="45158"/>
                        <a:pt x="57037" y="34889"/>
                        <a:pt x="54464" y="32963"/>
                      </a:cubicBezTo>
                      <a:cubicBezTo>
                        <a:pt x="51248" y="31038"/>
                        <a:pt x="40312" y="23978"/>
                        <a:pt x="39026" y="21410"/>
                      </a:cubicBezTo>
                      <a:cubicBezTo>
                        <a:pt x="38383" y="18843"/>
                        <a:pt x="42885" y="16276"/>
                        <a:pt x="40956" y="12425"/>
                      </a:cubicBezTo>
                      <a:cubicBezTo>
                        <a:pt x="40956" y="12425"/>
                        <a:pt x="38383" y="5365"/>
                        <a:pt x="31307" y="2156"/>
                      </a:cubicBezTo>
                      <a:cubicBezTo>
                        <a:pt x="24231" y="-1053"/>
                        <a:pt x="15225" y="-1053"/>
                        <a:pt x="7505" y="4723"/>
                      </a:cubicBezTo>
                      <a:cubicBezTo>
                        <a:pt x="-214" y="9216"/>
                        <a:pt x="-2787" y="18843"/>
                        <a:pt x="3646" y="27187"/>
                      </a:cubicBezTo>
                      <a:close/>
                    </a:path>
                  </a:pathLst>
                </a:custGeom>
                <a:solidFill>
                  <a:schemeClr val="accent1"/>
                </a:solidFill>
                <a:ln w="6424" cap="flat">
                  <a:noFill/>
                  <a:prstDash val="solid"/>
                  <a:miter/>
                </a:ln>
              </p:spPr>
              <p:txBody>
                <a:bodyPr rtlCol="0" anchor="ctr"/>
                <a:lstStyle/>
                <a:p>
                  <a:endParaRPr lang="pt-BR"/>
                </a:p>
              </p:txBody>
            </p:sp>
            <p:sp>
              <p:nvSpPr>
                <p:cNvPr id="171" name="Freeform: Shape 170">
                  <a:extLst>
                    <a:ext uri="{FF2B5EF4-FFF2-40B4-BE49-F238E27FC236}">
                      <a16:creationId xmlns:a16="http://schemas.microsoft.com/office/drawing/2014/main" id="{8879A862-4DA7-C577-5E89-9405B5F0F600}"/>
                    </a:ext>
                  </a:extLst>
                </p:cNvPr>
                <p:cNvSpPr/>
                <p:nvPr/>
              </p:nvSpPr>
              <p:spPr>
                <a:xfrm>
                  <a:off x="6260014" y="1374555"/>
                  <a:ext cx="100771" cy="111788"/>
                </a:xfrm>
                <a:custGeom>
                  <a:avLst/>
                  <a:gdLst>
                    <a:gd name="connsiteX0" fmla="*/ 19286 w 100771"/>
                    <a:gd name="connsiteY0" fmla="*/ 46816 h 111788"/>
                    <a:gd name="connsiteX1" fmla="*/ 27648 w 100771"/>
                    <a:gd name="connsiteY1" fmla="*/ 59011 h 111788"/>
                    <a:gd name="connsiteX2" fmla="*/ 36011 w 100771"/>
                    <a:gd name="connsiteY2" fmla="*/ 62220 h 111788"/>
                    <a:gd name="connsiteX3" fmla="*/ 49519 w 100771"/>
                    <a:gd name="connsiteY3" fmla="*/ 75056 h 111788"/>
                    <a:gd name="connsiteX4" fmla="*/ 61098 w 100771"/>
                    <a:gd name="connsiteY4" fmla="*/ 73773 h 111788"/>
                    <a:gd name="connsiteX5" fmla="*/ 64958 w 100771"/>
                    <a:gd name="connsiteY5" fmla="*/ 81475 h 111788"/>
                    <a:gd name="connsiteX6" fmla="*/ 87472 w 100771"/>
                    <a:gd name="connsiteY6" fmla="*/ 107790 h 111788"/>
                    <a:gd name="connsiteX7" fmla="*/ 99695 w 100771"/>
                    <a:gd name="connsiteY7" fmla="*/ 97520 h 111788"/>
                    <a:gd name="connsiteX8" fmla="*/ 86186 w 100771"/>
                    <a:gd name="connsiteY8" fmla="*/ 74415 h 111788"/>
                    <a:gd name="connsiteX9" fmla="*/ 75894 w 100771"/>
                    <a:gd name="connsiteY9" fmla="*/ 68638 h 111788"/>
                    <a:gd name="connsiteX10" fmla="*/ 73964 w 100771"/>
                    <a:gd name="connsiteY10" fmla="*/ 59653 h 111788"/>
                    <a:gd name="connsiteX11" fmla="*/ 68817 w 100771"/>
                    <a:gd name="connsiteY11" fmla="*/ 52593 h 111788"/>
                    <a:gd name="connsiteX12" fmla="*/ 68817 w 100771"/>
                    <a:gd name="connsiteY12" fmla="*/ 37831 h 111788"/>
                    <a:gd name="connsiteX13" fmla="*/ 60455 w 100771"/>
                    <a:gd name="connsiteY13" fmla="*/ 30129 h 111788"/>
                    <a:gd name="connsiteX14" fmla="*/ 55309 w 100771"/>
                    <a:gd name="connsiteY14" fmla="*/ 21785 h 111788"/>
                    <a:gd name="connsiteX15" fmla="*/ 47589 w 100771"/>
                    <a:gd name="connsiteY15" fmla="*/ 5097 h 111788"/>
                    <a:gd name="connsiteX16" fmla="*/ 27648 w 100771"/>
                    <a:gd name="connsiteY16" fmla="*/ 3172 h 111788"/>
                    <a:gd name="connsiteX17" fmla="*/ 18642 w 100771"/>
                    <a:gd name="connsiteY17" fmla="*/ 1246 h 111788"/>
                    <a:gd name="connsiteX18" fmla="*/ 1917 w 100771"/>
                    <a:gd name="connsiteY18" fmla="*/ 11516 h 111788"/>
                    <a:gd name="connsiteX19" fmla="*/ 4490 w 100771"/>
                    <a:gd name="connsiteY19" fmla="*/ 35263 h 111788"/>
                    <a:gd name="connsiteX20" fmla="*/ 19286 w 100771"/>
                    <a:gd name="connsiteY20" fmla="*/ 46816 h 11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0771" h="111788">
                      <a:moveTo>
                        <a:pt x="19286" y="46816"/>
                      </a:moveTo>
                      <a:cubicBezTo>
                        <a:pt x="23145" y="51309"/>
                        <a:pt x="21859" y="55160"/>
                        <a:pt x="27648" y="59011"/>
                      </a:cubicBezTo>
                      <a:cubicBezTo>
                        <a:pt x="32794" y="62862"/>
                        <a:pt x="32794" y="60294"/>
                        <a:pt x="36011" y="62220"/>
                      </a:cubicBezTo>
                      <a:cubicBezTo>
                        <a:pt x="39227" y="64145"/>
                        <a:pt x="43730" y="73131"/>
                        <a:pt x="49519" y="75056"/>
                      </a:cubicBezTo>
                      <a:cubicBezTo>
                        <a:pt x="55309" y="76982"/>
                        <a:pt x="58525" y="76340"/>
                        <a:pt x="61098" y="73773"/>
                      </a:cubicBezTo>
                      <a:cubicBezTo>
                        <a:pt x="63671" y="71206"/>
                        <a:pt x="64315" y="75056"/>
                        <a:pt x="64958" y="81475"/>
                      </a:cubicBezTo>
                      <a:cubicBezTo>
                        <a:pt x="65601" y="87251"/>
                        <a:pt x="73964" y="96879"/>
                        <a:pt x="87472" y="107790"/>
                      </a:cubicBezTo>
                      <a:cubicBezTo>
                        <a:pt x="100981" y="118701"/>
                        <a:pt x="102268" y="104580"/>
                        <a:pt x="99695" y="97520"/>
                      </a:cubicBezTo>
                      <a:cubicBezTo>
                        <a:pt x="97121" y="91102"/>
                        <a:pt x="88759" y="81475"/>
                        <a:pt x="86186" y="74415"/>
                      </a:cubicBezTo>
                      <a:cubicBezTo>
                        <a:pt x="83613" y="67355"/>
                        <a:pt x="80396" y="68638"/>
                        <a:pt x="75894" y="68638"/>
                      </a:cubicBezTo>
                      <a:cubicBezTo>
                        <a:pt x="71391" y="68638"/>
                        <a:pt x="74607" y="63504"/>
                        <a:pt x="73964" y="59653"/>
                      </a:cubicBezTo>
                      <a:cubicBezTo>
                        <a:pt x="73320" y="55160"/>
                        <a:pt x="71391" y="55802"/>
                        <a:pt x="68817" y="52593"/>
                      </a:cubicBezTo>
                      <a:cubicBezTo>
                        <a:pt x="66244" y="49383"/>
                        <a:pt x="68817" y="42323"/>
                        <a:pt x="68817" y="37831"/>
                      </a:cubicBezTo>
                      <a:cubicBezTo>
                        <a:pt x="68817" y="33338"/>
                        <a:pt x="66244" y="32054"/>
                        <a:pt x="60455" y="30129"/>
                      </a:cubicBezTo>
                      <a:cubicBezTo>
                        <a:pt x="54666" y="28845"/>
                        <a:pt x="55309" y="21785"/>
                        <a:pt x="55309" y="21785"/>
                      </a:cubicBezTo>
                      <a:cubicBezTo>
                        <a:pt x="54666" y="14083"/>
                        <a:pt x="54666" y="8307"/>
                        <a:pt x="47589" y="5097"/>
                      </a:cubicBezTo>
                      <a:cubicBezTo>
                        <a:pt x="41157" y="1888"/>
                        <a:pt x="32151" y="4456"/>
                        <a:pt x="27648" y="3172"/>
                      </a:cubicBezTo>
                      <a:cubicBezTo>
                        <a:pt x="23145" y="1888"/>
                        <a:pt x="23145" y="-1963"/>
                        <a:pt x="18642" y="1246"/>
                      </a:cubicBezTo>
                      <a:cubicBezTo>
                        <a:pt x="14139" y="3814"/>
                        <a:pt x="5777" y="4456"/>
                        <a:pt x="1917" y="11516"/>
                      </a:cubicBezTo>
                      <a:cubicBezTo>
                        <a:pt x="-2586" y="18576"/>
                        <a:pt x="1917" y="28203"/>
                        <a:pt x="4490" y="35263"/>
                      </a:cubicBezTo>
                      <a:cubicBezTo>
                        <a:pt x="9637" y="41682"/>
                        <a:pt x="15426" y="41682"/>
                        <a:pt x="19286" y="46816"/>
                      </a:cubicBezTo>
                      <a:close/>
                    </a:path>
                  </a:pathLst>
                </a:custGeom>
                <a:solidFill>
                  <a:schemeClr val="accent1"/>
                </a:solidFill>
                <a:ln w="6424" cap="flat">
                  <a:noFill/>
                  <a:prstDash val="solid"/>
                  <a:miter/>
                </a:ln>
              </p:spPr>
              <p:txBody>
                <a:bodyPr rtlCol="0" anchor="ctr"/>
                <a:lstStyle/>
                <a:p>
                  <a:endParaRPr lang="pt-BR"/>
                </a:p>
              </p:txBody>
            </p:sp>
            <p:sp>
              <p:nvSpPr>
                <p:cNvPr id="172" name="Freeform: Shape 171">
                  <a:extLst>
                    <a:ext uri="{FF2B5EF4-FFF2-40B4-BE49-F238E27FC236}">
                      <a16:creationId xmlns:a16="http://schemas.microsoft.com/office/drawing/2014/main" id="{4EFC7766-A04B-991B-F185-D35C2BAC51CD}"/>
                    </a:ext>
                  </a:extLst>
                </p:cNvPr>
                <p:cNvSpPr/>
                <p:nvPr/>
              </p:nvSpPr>
              <p:spPr>
                <a:xfrm>
                  <a:off x="6264641" y="3349417"/>
                  <a:ext cx="69043" cy="68798"/>
                </a:xfrm>
                <a:custGeom>
                  <a:avLst/>
                  <a:gdLst>
                    <a:gd name="connsiteX0" fmla="*/ 51325 w 69043"/>
                    <a:gd name="connsiteY0" fmla="*/ 9627 h 68798"/>
                    <a:gd name="connsiteX1" fmla="*/ 24307 w 69043"/>
                    <a:gd name="connsiteY1" fmla="*/ 0 h 68798"/>
                    <a:gd name="connsiteX2" fmla="*/ 2436 w 69043"/>
                    <a:gd name="connsiteY2" fmla="*/ 14120 h 68798"/>
                    <a:gd name="connsiteX3" fmla="*/ 2436 w 69043"/>
                    <a:gd name="connsiteY3" fmla="*/ 34017 h 68798"/>
                    <a:gd name="connsiteX4" fmla="*/ 16588 w 69043"/>
                    <a:gd name="connsiteY4" fmla="*/ 51346 h 68798"/>
                    <a:gd name="connsiteX5" fmla="*/ 44249 w 69043"/>
                    <a:gd name="connsiteY5" fmla="*/ 68675 h 68798"/>
                    <a:gd name="connsiteX6" fmla="*/ 59687 w 69043"/>
                    <a:gd name="connsiteY6" fmla="*/ 57764 h 68798"/>
                    <a:gd name="connsiteX7" fmla="*/ 68050 w 69043"/>
                    <a:gd name="connsiteY7" fmla="*/ 34017 h 68798"/>
                    <a:gd name="connsiteX8" fmla="*/ 51325 w 69043"/>
                    <a:gd name="connsiteY8" fmla="*/ 9627 h 6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43" h="68798">
                      <a:moveTo>
                        <a:pt x="51325" y="9627"/>
                      </a:moveTo>
                      <a:cubicBezTo>
                        <a:pt x="40389" y="3209"/>
                        <a:pt x="32670" y="0"/>
                        <a:pt x="24307" y="0"/>
                      </a:cubicBezTo>
                      <a:cubicBezTo>
                        <a:pt x="15945" y="0"/>
                        <a:pt x="6296" y="5777"/>
                        <a:pt x="2436" y="14120"/>
                      </a:cubicBezTo>
                      <a:cubicBezTo>
                        <a:pt x="-1424" y="22464"/>
                        <a:pt x="-137" y="28882"/>
                        <a:pt x="2436" y="34017"/>
                      </a:cubicBezTo>
                      <a:cubicBezTo>
                        <a:pt x="2436" y="34017"/>
                        <a:pt x="10798" y="41719"/>
                        <a:pt x="16588" y="51346"/>
                      </a:cubicBezTo>
                      <a:cubicBezTo>
                        <a:pt x="23021" y="60973"/>
                        <a:pt x="32026" y="69959"/>
                        <a:pt x="44249" y="68675"/>
                      </a:cubicBezTo>
                      <a:cubicBezTo>
                        <a:pt x="56471" y="66750"/>
                        <a:pt x="55827" y="62257"/>
                        <a:pt x="59687" y="57764"/>
                      </a:cubicBezTo>
                      <a:cubicBezTo>
                        <a:pt x="63547" y="53272"/>
                        <a:pt x="71909" y="45570"/>
                        <a:pt x="68050" y="34017"/>
                      </a:cubicBezTo>
                      <a:cubicBezTo>
                        <a:pt x="64190" y="22464"/>
                        <a:pt x="62260" y="16046"/>
                        <a:pt x="51325" y="9627"/>
                      </a:cubicBezTo>
                      <a:close/>
                    </a:path>
                  </a:pathLst>
                </a:custGeom>
                <a:solidFill>
                  <a:schemeClr val="accent1"/>
                </a:solidFill>
                <a:ln w="6424" cap="flat">
                  <a:noFill/>
                  <a:prstDash val="solid"/>
                  <a:miter/>
                </a:ln>
              </p:spPr>
              <p:txBody>
                <a:bodyPr rtlCol="0" anchor="ctr"/>
                <a:lstStyle/>
                <a:p>
                  <a:endParaRPr lang="pt-BR"/>
                </a:p>
              </p:txBody>
            </p:sp>
            <p:sp>
              <p:nvSpPr>
                <p:cNvPr id="173" name="Freeform: Shape 172">
                  <a:extLst>
                    <a:ext uri="{FF2B5EF4-FFF2-40B4-BE49-F238E27FC236}">
                      <a16:creationId xmlns:a16="http://schemas.microsoft.com/office/drawing/2014/main" id="{471233B0-3779-249A-9D3F-2FC5D181AD4F}"/>
                    </a:ext>
                  </a:extLst>
                </p:cNvPr>
                <p:cNvSpPr/>
                <p:nvPr/>
              </p:nvSpPr>
              <p:spPr>
                <a:xfrm>
                  <a:off x="6736708" y="1429635"/>
                  <a:ext cx="69395" cy="74984"/>
                </a:xfrm>
                <a:custGeom>
                  <a:avLst/>
                  <a:gdLst>
                    <a:gd name="connsiteX0" fmla="*/ 15396 w 69395"/>
                    <a:gd name="connsiteY0" fmla="*/ 55277 h 74984"/>
                    <a:gd name="connsiteX1" fmla="*/ 32121 w 69395"/>
                    <a:gd name="connsiteY1" fmla="*/ 66830 h 74984"/>
                    <a:gd name="connsiteX2" fmla="*/ 42413 w 69395"/>
                    <a:gd name="connsiteY2" fmla="*/ 74532 h 74984"/>
                    <a:gd name="connsiteX3" fmla="*/ 52062 w 69395"/>
                    <a:gd name="connsiteY3" fmla="*/ 66189 h 74984"/>
                    <a:gd name="connsiteX4" fmla="*/ 68788 w 69395"/>
                    <a:gd name="connsiteY4" fmla="*/ 39874 h 74984"/>
                    <a:gd name="connsiteX5" fmla="*/ 64928 w 69395"/>
                    <a:gd name="connsiteY5" fmla="*/ 14201 h 74984"/>
                    <a:gd name="connsiteX6" fmla="*/ 49489 w 69395"/>
                    <a:gd name="connsiteY6" fmla="*/ 722 h 74984"/>
                    <a:gd name="connsiteX7" fmla="*/ 17326 w 69395"/>
                    <a:gd name="connsiteY7" fmla="*/ 8424 h 74984"/>
                    <a:gd name="connsiteX8" fmla="*/ 1244 w 69395"/>
                    <a:gd name="connsiteY8" fmla="*/ 35381 h 74984"/>
                    <a:gd name="connsiteX9" fmla="*/ 15396 w 69395"/>
                    <a:gd name="connsiteY9" fmla="*/ 55277 h 74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395" h="74984">
                      <a:moveTo>
                        <a:pt x="15396" y="55277"/>
                      </a:moveTo>
                      <a:cubicBezTo>
                        <a:pt x="19256" y="61696"/>
                        <a:pt x="25688" y="64905"/>
                        <a:pt x="32121" y="66830"/>
                      </a:cubicBezTo>
                      <a:cubicBezTo>
                        <a:pt x="38554" y="68756"/>
                        <a:pt x="38554" y="71965"/>
                        <a:pt x="42413" y="74532"/>
                      </a:cubicBezTo>
                      <a:cubicBezTo>
                        <a:pt x="46273" y="76458"/>
                        <a:pt x="48846" y="71965"/>
                        <a:pt x="52062" y="66189"/>
                      </a:cubicBezTo>
                      <a:cubicBezTo>
                        <a:pt x="55279" y="60412"/>
                        <a:pt x="66214" y="53994"/>
                        <a:pt x="68788" y="39874"/>
                      </a:cubicBezTo>
                      <a:cubicBezTo>
                        <a:pt x="71361" y="25753"/>
                        <a:pt x="64928" y="14201"/>
                        <a:pt x="64928" y="14201"/>
                      </a:cubicBezTo>
                      <a:cubicBezTo>
                        <a:pt x="62998" y="9708"/>
                        <a:pt x="58495" y="2006"/>
                        <a:pt x="49489" y="722"/>
                      </a:cubicBezTo>
                      <a:cubicBezTo>
                        <a:pt x="40484" y="-561"/>
                        <a:pt x="27618" y="-1203"/>
                        <a:pt x="17326" y="8424"/>
                      </a:cubicBezTo>
                      <a:cubicBezTo>
                        <a:pt x="7033" y="18052"/>
                        <a:pt x="6390" y="21903"/>
                        <a:pt x="1244" y="35381"/>
                      </a:cubicBezTo>
                      <a:cubicBezTo>
                        <a:pt x="-4545" y="48217"/>
                        <a:pt x="11536" y="48859"/>
                        <a:pt x="15396" y="55277"/>
                      </a:cubicBezTo>
                      <a:close/>
                    </a:path>
                  </a:pathLst>
                </a:custGeom>
                <a:solidFill>
                  <a:schemeClr val="accent1"/>
                </a:solidFill>
                <a:ln w="6424" cap="flat">
                  <a:noFill/>
                  <a:prstDash val="solid"/>
                  <a:miter/>
                </a:ln>
              </p:spPr>
              <p:txBody>
                <a:bodyPr rtlCol="0" anchor="ctr"/>
                <a:lstStyle/>
                <a:p>
                  <a:endParaRPr lang="pt-BR"/>
                </a:p>
              </p:txBody>
            </p:sp>
            <p:sp>
              <p:nvSpPr>
                <p:cNvPr id="174" name="Freeform: Shape 173">
                  <a:extLst>
                    <a:ext uri="{FF2B5EF4-FFF2-40B4-BE49-F238E27FC236}">
                      <a16:creationId xmlns:a16="http://schemas.microsoft.com/office/drawing/2014/main" id="{0516596E-4ADB-78C1-FD5F-D704FB088C37}"/>
                    </a:ext>
                  </a:extLst>
                </p:cNvPr>
                <p:cNvSpPr/>
                <p:nvPr/>
              </p:nvSpPr>
              <p:spPr>
                <a:xfrm>
                  <a:off x="5599281" y="1598044"/>
                  <a:ext cx="72524" cy="72864"/>
                </a:xfrm>
                <a:custGeom>
                  <a:avLst/>
                  <a:gdLst>
                    <a:gd name="connsiteX0" fmla="*/ 23238 w 72524"/>
                    <a:gd name="connsiteY0" fmla="*/ 67222 h 72864"/>
                    <a:gd name="connsiteX1" fmla="*/ 32887 w 72524"/>
                    <a:gd name="connsiteY1" fmla="*/ 71714 h 72864"/>
                    <a:gd name="connsiteX2" fmla="*/ 56045 w 72524"/>
                    <a:gd name="connsiteY2" fmla="*/ 67864 h 72864"/>
                    <a:gd name="connsiteX3" fmla="*/ 70840 w 72524"/>
                    <a:gd name="connsiteY3" fmla="*/ 39623 h 72864"/>
                    <a:gd name="connsiteX4" fmla="*/ 69554 w 72524"/>
                    <a:gd name="connsiteY4" fmla="*/ 18443 h 72864"/>
                    <a:gd name="connsiteX5" fmla="*/ 53472 w 72524"/>
                    <a:gd name="connsiteY5" fmla="*/ 4965 h 72864"/>
                    <a:gd name="connsiteX6" fmla="*/ 31601 w 72524"/>
                    <a:gd name="connsiteY6" fmla="*/ 472 h 72864"/>
                    <a:gd name="connsiteX7" fmla="*/ 7800 w 72524"/>
                    <a:gd name="connsiteY7" fmla="*/ 15234 h 72864"/>
                    <a:gd name="connsiteX8" fmla="*/ 1367 w 72524"/>
                    <a:gd name="connsiteY8" fmla="*/ 32563 h 72864"/>
                    <a:gd name="connsiteX9" fmla="*/ 3297 w 72524"/>
                    <a:gd name="connsiteY9" fmla="*/ 53102 h 72864"/>
                    <a:gd name="connsiteX10" fmla="*/ 23238 w 72524"/>
                    <a:gd name="connsiteY10" fmla="*/ 67222 h 7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524" h="72864">
                      <a:moveTo>
                        <a:pt x="23238" y="67222"/>
                      </a:moveTo>
                      <a:cubicBezTo>
                        <a:pt x="28384" y="66580"/>
                        <a:pt x="29027" y="69147"/>
                        <a:pt x="32887" y="71714"/>
                      </a:cubicBezTo>
                      <a:cubicBezTo>
                        <a:pt x="36747" y="74282"/>
                        <a:pt x="50255" y="72356"/>
                        <a:pt x="56045" y="67864"/>
                      </a:cubicBezTo>
                      <a:cubicBezTo>
                        <a:pt x="61834" y="63371"/>
                        <a:pt x="67624" y="51818"/>
                        <a:pt x="70840" y="39623"/>
                      </a:cubicBezTo>
                      <a:cubicBezTo>
                        <a:pt x="74056" y="27428"/>
                        <a:pt x="72127" y="23578"/>
                        <a:pt x="69554" y="18443"/>
                      </a:cubicBezTo>
                      <a:cubicBezTo>
                        <a:pt x="69554" y="18443"/>
                        <a:pt x="61191" y="9457"/>
                        <a:pt x="53472" y="4965"/>
                      </a:cubicBezTo>
                      <a:cubicBezTo>
                        <a:pt x="45753" y="472"/>
                        <a:pt x="43179" y="-812"/>
                        <a:pt x="31601" y="472"/>
                      </a:cubicBezTo>
                      <a:cubicBezTo>
                        <a:pt x="20022" y="1755"/>
                        <a:pt x="10373" y="6248"/>
                        <a:pt x="7800" y="15234"/>
                      </a:cubicBezTo>
                      <a:cubicBezTo>
                        <a:pt x="5226" y="24219"/>
                        <a:pt x="4583" y="26787"/>
                        <a:pt x="1367" y="32563"/>
                      </a:cubicBezTo>
                      <a:cubicBezTo>
                        <a:pt x="-1850" y="38340"/>
                        <a:pt x="1367" y="49892"/>
                        <a:pt x="3297" y="53102"/>
                      </a:cubicBezTo>
                      <a:cubicBezTo>
                        <a:pt x="5226" y="56311"/>
                        <a:pt x="18092" y="67864"/>
                        <a:pt x="23238" y="67222"/>
                      </a:cubicBezTo>
                      <a:close/>
                    </a:path>
                  </a:pathLst>
                </a:custGeom>
                <a:solidFill>
                  <a:schemeClr val="accent1"/>
                </a:solidFill>
                <a:ln w="6424" cap="flat">
                  <a:noFill/>
                  <a:prstDash val="solid"/>
                  <a:miter/>
                </a:ln>
              </p:spPr>
              <p:txBody>
                <a:bodyPr rtlCol="0" anchor="ctr"/>
                <a:lstStyle/>
                <a:p>
                  <a:endParaRPr lang="pt-BR"/>
                </a:p>
              </p:txBody>
            </p:sp>
            <p:sp>
              <p:nvSpPr>
                <p:cNvPr id="233" name="Freeform: Shape 232">
                  <a:extLst>
                    <a:ext uri="{FF2B5EF4-FFF2-40B4-BE49-F238E27FC236}">
                      <a16:creationId xmlns:a16="http://schemas.microsoft.com/office/drawing/2014/main" id="{3FD4BF59-9CC7-AB22-9D5E-B79084DB5259}"/>
                    </a:ext>
                  </a:extLst>
                </p:cNvPr>
                <p:cNvSpPr/>
                <p:nvPr/>
              </p:nvSpPr>
              <p:spPr>
                <a:xfrm>
                  <a:off x="5706820" y="1658045"/>
                  <a:ext cx="67780" cy="61133"/>
                </a:xfrm>
                <a:custGeom>
                  <a:avLst/>
                  <a:gdLst>
                    <a:gd name="connsiteX0" fmla="*/ 34061 w 67780"/>
                    <a:gd name="connsiteY0" fmla="*/ 61134 h 61133"/>
                    <a:gd name="connsiteX1" fmla="*/ 66224 w 67780"/>
                    <a:gd name="connsiteY1" fmla="*/ 32252 h 61133"/>
                    <a:gd name="connsiteX2" fmla="*/ 31488 w 67780"/>
                    <a:gd name="connsiteY2" fmla="*/ 160 h 61133"/>
                    <a:gd name="connsiteX3" fmla="*/ 12833 w 67780"/>
                    <a:gd name="connsiteY3" fmla="*/ 802 h 61133"/>
                    <a:gd name="connsiteX4" fmla="*/ 610 w 67780"/>
                    <a:gd name="connsiteY4" fmla="*/ 24550 h 61133"/>
                    <a:gd name="connsiteX5" fmla="*/ 34061 w 67780"/>
                    <a:gd name="connsiteY5" fmla="*/ 61134 h 6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780" h="61133">
                      <a:moveTo>
                        <a:pt x="34061" y="61134"/>
                      </a:moveTo>
                      <a:cubicBezTo>
                        <a:pt x="49499" y="60492"/>
                        <a:pt x="59148" y="49581"/>
                        <a:pt x="66224" y="32252"/>
                      </a:cubicBezTo>
                      <a:cubicBezTo>
                        <a:pt x="73300" y="14922"/>
                        <a:pt x="55289" y="2086"/>
                        <a:pt x="31488" y="160"/>
                      </a:cubicBezTo>
                      <a:cubicBezTo>
                        <a:pt x="31488" y="160"/>
                        <a:pt x="17979" y="-481"/>
                        <a:pt x="12833" y="802"/>
                      </a:cubicBezTo>
                      <a:cubicBezTo>
                        <a:pt x="7686" y="2086"/>
                        <a:pt x="-2606" y="10430"/>
                        <a:pt x="610" y="24550"/>
                      </a:cubicBezTo>
                      <a:cubicBezTo>
                        <a:pt x="3184" y="37386"/>
                        <a:pt x="19265" y="61134"/>
                        <a:pt x="34061" y="61134"/>
                      </a:cubicBezTo>
                      <a:close/>
                    </a:path>
                  </a:pathLst>
                </a:custGeom>
                <a:solidFill>
                  <a:schemeClr val="accent1"/>
                </a:solidFill>
                <a:ln w="6424" cap="flat">
                  <a:noFill/>
                  <a:prstDash val="solid"/>
                  <a:miter/>
                </a:ln>
              </p:spPr>
              <p:txBody>
                <a:bodyPr rtlCol="0" anchor="ctr"/>
                <a:lstStyle/>
                <a:p>
                  <a:endParaRPr lang="pt-BR"/>
                </a:p>
              </p:txBody>
            </p:sp>
            <p:sp>
              <p:nvSpPr>
                <p:cNvPr id="234" name="Freeform: Shape 233">
                  <a:extLst>
                    <a:ext uri="{FF2B5EF4-FFF2-40B4-BE49-F238E27FC236}">
                      <a16:creationId xmlns:a16="http://schemas.microsoft.com/office/drawing/2014/main" id="{7154D004-50F1-FC13-FD5A-2C725AB366FD}"/>
                    </a:ext>
                  </a:extLst>
                </p:cNvPr>
                <p:cNvSpPr/>
                <p:nvPr/>
              </p:nvSpPr>
              <p:spPr>
                <a:xfrm>
                  <a:off x="7229018" y="2043340"/>
                  <a:ext cx="71153" cy="22655"/>
                </a:xfrm>
                <a:custGeom>
                  <a:avLst/>
                  <a:gdLst>
                    <a:gd name="connsiteX0" fmla="*/ 2324 w 71153"/>
                    <a:gd name="connsiteY0" fmla="*/ 603 h 22655"/>
                    <a:gd name="connsiteX1" fmla="*/ 9400 w 71153"/>
                    <a:gd name="connsiteY1" fmla="*/ 10231 h 22655"/>
                    <a:gd name="connsiteX2" fmla="*/ 46710 w 71153"/>
                    <a:gd name="connsiteY2" fmla="*/ 20500 h 22655"/>
                    <a:gd name="connsiteX3" fmla="*/ 71154 w 71153"/>
                    <a:gd name="connsiteY3" fmla="*/ 17933 h 22655"/>
                    <a:gd name="connsiteX4" fmla="*/ 61505 w 71153"/>
                    <a:gd name="connsiteY4" fmla="*/ 10872 h 22655"/>
                    <a:gd name="connsiteX5" fmla="*/ 35131 w 71153"/>
                    <a:gd name="connsiteY5" fmla="*/ 5096 h 22655"/>
                    <a:gd name="connsiteX6" fmla="*/ 2324 w 71153"/>
                    <a:gd name="connsiteY6" fmla="*/ 603 h 22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153" h="22655">
                      <a:moveTo>
                        <a:pt x="2324" y="603"/>
                      </a:moveTo>
                      <a:cubicBezTo>
                        <a:pt x="-2822" y="3171"/>
                        <a:pt x="1037" y="8947"/>
                        <a:pt x="9400" y="10231"/>
                      </a:cubicBezTo>
                      <a:cubicBezTo>
                        <a:pt x="17762" y="11514"/>
                        <a:pt x="33844" y="17291"/>
                        <a:pt x="46710" y="20500"/>
                      </a:cubicBezTo>
                      <a:cubicBezTo>
                        <a:pt x="59575" y="23709"/>
                        <a:pt x="71154" y="23709"/>
                        <a:pt x="71154" y="17933"/>
                      </a:cubicBezTo>
                      <a:cubicBezTo>
                        <a:pt x="71154" y="11514"/>
                        <a:pt x="61505" y="10872"/>
                        <a:pt x="61505" y="10872"/>
                      </a:cubicBezTo>
                      <a:cubicBezTo>
                        <a:pt x="61505" y="10872"/>
                        <a:pt x="45423" y="5096"/>
                        <a:pt x="35131" y="5096"/>
                      </a:cubicBezTo>
                      <a:cubicBezTo>
                        <a:pt x="24838" y="4454"/>
                        <a:pt x="8113" y="-1964"/>
                        <a:pt x="2324" y="603"/>
                      </a:cubicBezTo>
                      <a:close/>
                    </a:path>
                  </a:pathLst>
                </a:custGeom>
                <a:solidFill>
                  <a:schemeClr val="accent1"/>
                </a:solidFill>
                <a:ln w="6424" cap="flat">
                  <a:noFill/>
                  <a:prstDash val="solid"/>
                  <a:miter/>
                </a:ln>
              </p:spPr>
              <p:txBody>
                <a:bodyPr rtlCol="0" anchor="ctr"/>
                <a:lstStyle/>
                <a:p>
                  <a:endParaRPr lang="pt-BR"/>
                </a:p>
              </p:txBody>
            </p:sp>
            <p:sp>
              <p:nvSpPr>
                <p:cNvPr id="235" name="Freeform: Shape 234">
                  <a:extLst>
                    <a:ext uri="{FF2B5EF4-FFF2-40B4-BE49-F238E27FC236}">
                      <a16:creationId xmlns:a16="http://schemas.microsoft.com/office/drawing/2014/main" id="{E24B9055-B80D-63DC-40D1-2C88549EFE07}"/>
                    </a:ext>
                  </a:extLst>
                </p:cNvPr>
                <p:cNvSpPr/>
                <p:nvPr/>
              </p:nvSpPr>
              <p:spPr>
                <a:xfrm>
                  <a:off x="5950587" y="1491724"/>
                  <a:ext cx="41383" cy="38879"/>
                </a:xfrm>
                <a:custGeom>
                  <a:avLst/>
                  <a:gdLst>
                    <a:gd name="connsiteX0" fmla="*/ 7719 w 41383"/>
                    <a:gd name="connsiteY0" fmla="*/ 29772 h 38879"/>
                    <a:gd name="connsiteX1" fmla="*/ 32164 w 41383"/>
                    <a:gd name="connsiteY1" fmla="*/ 38116 h 38879"/>
                    <a:gd name="connsiteX2" fmla="*/ 37953 w 41383"/>
                    <a:gd name="connsiteY2" fmla="*/ 16936 h 38879"/>
                    <a:gd name="connsiteX3" fmla="*/ 22515 w 41383"/>
                    <a:gd name="connsiteY3" fmla="*/ 890 h 38879"/>
                    <a:gd name="connsiteX4" fmla="*/ 9006 w 41383"/>
                    <a:gd name="connsiteY4" fmla="*/ 248 h 38879"/>
                    <a:gd name="connsiteX5" fmla="*/ 8363 w 41383"/>
                    <a:gd name="connsiteY5" fmla="*/ 248 h 38879"/>
                    <a:gd name="connsiteX6" fmla="*/ 0 w 41383"/>
                    <a:gd name="connsiteY6" fmla="*/ 7950 h 38879"/>
                    <a:gd name="connsiteX7" fmla="*/ 7719 w 41383"/>
                    <a:gd name="connsiteY7" fmla="*/ 29772 h 3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383" h="38879">
                      <a:moveTo>
                        <a:pt x="7719" y="29772"/>
                      </a:moveTo>
                      <a:cubicBezTo>
                        <a:pt x="14795" y="33623"/>
                        <a:pt x="21871" y="41325"/>
                        <a:pt x="32164" y="38116"/>
                      </a:cubicBezTo>
                      <a:cubicBezTo>
                        <a:pt x="42456" y="35549"/>
                        <a:pt x="43742" y="25280"/>
                        <a:pt x="37953" y="16936"/>
                      </a:cubicBezTo>
                      <a:cubicBezTo>
                        <a:pt x="32164" y="8592"/>
                        <a:pt x="27661" y="1532"/>
                        <a:pt x="22515" y="890"/>
                      </a:cubicBezTo>
                      <a:cubicBezTo>
                        <a:pt x="18012" y="248"/>
                        <a:pt x="9006" y="248"/>
                        <a:pt x="9006" y="248"/>
                      </a:cubicBezTo>
                      <a:cubicBezTo>
                        <a:pt x="9006" y="248"/>
                        <a:pt x="9006" y="248"/>
                        <a:pt x="8363" y="248"/>
                      </a:cubicBezTo>
                      <a:cubicBezTo>
                        <a:pt x="6433" y="-393"/>
                        <a:pt x="0" y="-393"/>
                        <a:pt x="0" y="7950"/>
                      </a:cubicBezTo>
                      <a:cubicBezTo>
                        <a:pt x="643" y="18220"/>
                        <a:pt x="643" y="25922"/>
                        <a:pt x="7719" y="29772"/>
                      </a:cubicBezTo>
                      <a:close/>
                    </a:path>
                  </a:pathLst>
                </a:custGeom>
                <a:solidFill>
                  <a:schemeClr val="accent1"/>
                </a:solidFill>
                <a:ln w="6424" cap="flat">
                  <a:noFill/>
                  <a:prstDash val="solid"/>
                  <a:miter/>
                </a:ln>
              </p:spPr>
              <p:txBody>
                <a:bodyPr rtlCol="0" anchor="ctr"/>
                <a:lstStyle/>
                <a:p>
                  <a:endParaRPr lang="pt-BR"/>
                </a:p>
              </p:txBody>
            </p:sp>
            <p:sp>
              <p:nvSpPr>
                <p:cNvPr id="236" name="Freeform: Shape 235">
                  <a:extLst>
                    <a:ext uri="{FF2B5EF4-FFF2-40B4-BE49-F238E27FC236}">
                      <a16:creationId xmlns:a16="http://schemas.microsoft.com/office/drawing/2014/main" id="{3E627A57-DB50-87A0-14FE-07B198D43C30}"/>
                    </a:ext>
                  </a:extLst>
                </p:cNvPr>
                <p:cNvSpPr/>
                <p:nvPr/>
              </p:nvSpPr>
              <p:spPr>
                <a:xfrm>
                  <a:off x="7283398" y="2692362"/>
                  <a:ext cx="56833" cy="56053"/>
                </a:xfrm>
                <a:custGeom>
                  <a:avLst/>
                  <a:gdLst>
                    <a:gd name="connsiteX0" fmla="*/ 4551 w 56833"/>
                    <a:gd name="connsiteY0" fmla="*/ 1109 h 56053"/>
                    <a:gd name="connsiteX1" fmla="*/ 12913 w 56833"/>
                    <a:gd name="connsiteY1" fmla="*/ 38335 h 56053"/>
                    <a:gd name="connsiteX2" fmla="*/ 51510 w 56833"/>
                    <a:gd name="connsiteY2" fmla="*/ 51813 h 56053"/>
                    <a:gd name="connsiteX3" fmla="*/ 55369 w 56833"/>
                    <a:gd name="connsiteY3" fmla="*/ 25498 h 56053"/>
                    <a:gd name="connsiteX4" fmla="*/ 4551 w 56833"/>
                    <a:gd name="connsiteY4" fmla="*/ 1109 h 560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33" h="56053">
                      <a:moveTo>
                        <a:pt x="4551" y="1109"/>
                      </a:moveTo>
                      <a:cubicBezTo>
                        <a:pt x="-5098" y="5601"/>
                        <a:pt x="1978" y="26140"/>
                        <a:pt x="12913" y="38335"/>
                      </a:cubicBezTo>
                      <a:cubicBezTo>
                        <a:pt x="23849" y="50529"/>
                        <a:pt x="42504" y="62724"/>
                        <a:pt x="51510" y="51813"/>
                      </a:cubicBezTo>
                      <a:cubicBezTo>
                        <a:pt x="60515" y="40902"/>
                        <a:pt x="55369" y="25498"/>
                        <a:pt x="55369" y="25498"/>
                      </a:cubicBezTo>
                      <a:cubicBezTo>
                        <a:pt x="48293" y="9452"/>
                        <a:pt x="14200" y="-4026"/>
                        <a:pt x="4551" y="1109"/>
                      </a:cubicBezTo>
                      <a:close/>
                    </a:path>
                  </a:pathLst>
                </a:custGeom>
                <a:solidFill>
                  <a:schemeClr val="accent1"/>
                </a:solidFill>
                <a:ln w="6424" cap="flat">
                  <a:noFill/>
                  <a:prstDash val="solid"/>
                  <a:miter/>
                </a:ln>
              </p:spPr>
              <p:txBody>
                <a:bodyPr rtlCol="0" anchor="ctr"/>
                <a:lstStyle/>
                <a:p>
                  <a:endParaRPr lang="pt-BR"/>
                </a:p>
              </p:txBody>
            </p:sp>
            <p:sp>
              <p:nvSpPr>
                <p:cNvPr id="237" name="Freeform: Shape 236">
                  <a:extLst>
                    <a:ext uri="{FF2B5EF4-FFF2-40B4-BE49-F238E27FC236}">
                      <a16:creationId xmlns:a16="http://schemas.microsoft.com/office/drawing/2014/main" id="{98B2F403-E952-F3E1-B9D3-D0C07B9207A8}"/>
                    </a:ext>
                  </a:extLst>
                </p:cNvPr>
                <p:cNvSpPr/>
                <p:nvPr/>
              </p:nvSpPr>
              <p:spPr>
                <a:xfrm>
                  <a:off x="6425322" y="3202764"/>
                  <a:ext cx="43884" cy="51932"/>
                </a:xfrm>
                <a:custGeom>
                  <a:avLst/>
                  <a:gdLst>
                    <a:gd name="connsiteX0" fmla="*/ 12222 w 43884"/>
                    <a:gd name="connsiteY0" fmla="*/ 317 h 51932"/>
                    <a:gd name="connsiteX1" fmla="*/ 0 w 43884"/>
                    <a:gd name="connsiteY1" fmla="*/ 9944 h 51932"/>
                    <a:gd name="connsiteX2" fmla="*/ 3860 w 43884"/>
                    <a:gd name="connsiteY2" fmla="*/ 32408 h 51932"/>
                    <a:gd name="connsiteX3" fmla="*/ 33450 w 43884"/>
                    <a:gd name="connsiteY3" fmla="*/ 51021 h 51932"/>
                    <a:gd name="connsiteX4" fmla="*/ 40526 w 43884"/>
                    <a:gd name="connsiteY4" fmla="*/ 15721 h 51932"/>
                    <a:gd name="connsiteX5" fmla="*/ 12222 w 43884"/>
                    <a:gd name="connsiteY5" fmla="*/ 317 h 51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84" h="51932">
                      <a:moveTo>
                        <a:pt x="12222" y="317"/>
                      </a:moveTo>
                      <a:cubicBezTo>
                        <a:pt x="643" y="2242"/>
                        <a:pt x="0" y="9944"/>
                        <a:pt x="0" y="9944"/>
                      </a:cubicBezTo>
                      <a:cubicBezTo>
                        <a:pt x="1287" y="24706"/>
                        <a:pt x="643" y="26632"/>
                        <a:pt x="3860" y="32408"/>
                      </a:cubicBezTo>
                      <a:cubicBezTo>
                        <a:pt x="7076" y="38185"/>
                        <a:pt x="21228" y="56156"/>
                        <a:pt x="33450" y="51021"/>
                      </a:cubicBezTo>
                      <a:cubicBezTo>
                        <a:pt x="45029" y="46528"/>
                        <a:pt x="46316" y="26632"/>
                        <a:pt x="40526" y="15721"/>
                      </a:cubicBezTo>
                      <a:cubicBezTo>
                        <a:pt x="34737" y="5451"/>
                        <a:pt x="23801" y="-1608"/>
                        <a:pt x="12222" y="317"/>
                      </a:cubicBezTo>
                      <a:close/>
                    </a:path>
                  </a:pathLst>
                </a:custGeom>
                <a:solidFill>
                  <a:schemeClr val="accent1"/>
                </a:solidFill>
                <a:ln w="6424" cap="flat">
                  <a:noFill/>
                  <a:prstDash val="solid"/>
                  <a:miter/>
                </a:ln>
              </p:spPr>
              <p:txBody>
                <a:bodyPr rtlCol="0" anchor="ctr"/>
                <a:lstStyle/>
                <a:p>
                  <a:endParaRPr lang="pt-BR"/>
                </a:p>
              </p:txBody>
            </p:sp>
            <p:sp>
              <p:nvSpPr>
                <p:cNvPr id="238" name="Freeform: Shape 237">
                  <a:extLst>
                    <a:ext uri="{FF2B5EF4-FFF2-40B4-BE49-F238E27FC236}">
                      <a16:creationId xmlns:a16="http://schemas.microsoft.com/office/drawing/2014/main" id="{A996A757-40FC-BCA2-B5A4-855EF2760126}"/>
                    </a:ext>
                  </a:extLst>
                </p:cNvPr>
                <p:cNvSpPr/>
                <p:nvPr/>
              </p:nvSpPr>
              <p:spPr>
                <a:xfrm>
                  <a:off x="5672261" y="2959738"/>
                  <a:ext cx="32523" cy="36933"/>
                </a:xfrm>
                <a:custGeom>
                  <a:avLst/>
                  <a:gdLst>
                    <a:gd name="connsiteX0" fmla="*/ 31954 w 32523"/>
                    <a:gd name="connsiteY0" fmla="*/ 9718 h 36933"/>
                    <a:gd name="connsiteX1" fmla="*/ 28737 w 32523"/>
                    <a:gd name="connsiteY1" fmla="*/ 732 h 36933"/>
                    <a:gd name="connsiteX2" fmla="*/ 12655 w 32523"/>
                    <a:gd name="connsiteY2" fmla="*/ 5867 h 36933"/>
                    <a:gd name="connsiteX3" fmla="*/ 1720 w 32523"/>
                    <a:gd name="connsiteY3" fmla="*/ 20629 h 36933"/>
                    <a:gd name="connsiteX4" fmla="*/ 10082 w 32523"/>
                    <a:gd name="connsiteY4" fmla="*/ 36675 h 36933"/>
                    <a:gd name="connsiteX5" fmla="*/ 31954 w 32523"/>
                    <a:gd name="connsiteY5" fmla="*/ 9718 h 36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523" h="36933">
                      <a:moveTo>
                        <a:pt x="31954" y="9718"/>
                      </a:moveTo>
                      <a:cubicBezTo>
                        <a:pt x="31954" y="9718"/>
                        <a:pt x="34527" y="2658"/>
                        <a:pt x="28737" y="732"/>
                      </a:cubicBezTo>
                      <a:cubicBezTo>
                        <a:pt x="22948" y="-1193"/>
                        <a:pt x="15872" y="732"/>
                        <a:pt x="12655" y="5867"/>
                      </a:cubicBezTo>
                      <a:cubicBezTo>
                        <a:pt x="8796" y="11002"/>
                        <a:pt x="5579" y="19345"/>
                        <a:pt x="1720" y="20629"/>
                      </a:cubicBezTo>
                      <a:cubicBezTo>
                        <a:pt x="-2140" y="21913"/>
                        <a:pt x="433" y="39242"/>
                        <a:pt x="10082" y="36675"/>
                      </a:cubicBezTo>
                      <a:cubicBezTo>
                        <a:pt x="18445" y="32824"/>
                        <a:pt x="31954" y="21913"/>
                        <a:pt x="31954" y="9718"/>
                      </a:cubicBezTo>
                      <a:close/>
                    </a:path>
                  </a:pathLst>
                </a:custGeom>
                <a:solidFill>
                  <a:schemeClr val="accent1"/>
                </a:solidFill>
                <a:ln w="6424" cap="flat">
                  <a:noFill/>
                  <a:prstDash val="solid"/>
                  <a:miter/>
                </a:ln>
              </p:spPr>
              <p:txBody>
                <a:bodyPr rtlCol="0" anchor="ctr"/>
                <a:lstStyle/>
                <a:p>
                  <a:endParaRPr lang="pt-BR"/>
                </a:p>
              </p:txBody>
            </p:sp>
            <p:sp>
              <p:nvSpPr>
                <p:cNvPr id="239" name="Freeform: Shape 238">
                  <a:extLst>
                    <a:ext uri="{FF2B5EF4-FFF2-40B4-BE49-F238E27FC236}">
                      <a16:creationId xmlns:a16="http://schemas.microsoft.com/office/drawing/2014/main" id="{098B04E8-4231-FEA5-8C26-80766E5E2D8D}"/>
                    </a:ext>
                  </a:extLst>
                </p:cNvPr>
                <p:cNvSpPr/>
                <p:nvPr/>
              </p:nvSpPr>
              <p:spPr>
                <a:xfrm>
                  <a:off x="5691312" y="3041755"/>
                  <a:ext cx="46510" cy="88298"/>
                </a:xfrm>
                <a:custGeom>
                  <a:avLst/>
                  <a:gdLst>
                    <a:gd name="connsiteX0" fmla="*/ 38634 w 46510"/>
                    <a:gd name="connsiteY0" fmla="*/ 228 h 88298"/>
                    <a:gd name="connsiteX1" fmla="*/ 11616 w 46510"/>
                    <a:gd name="connsiteY1" fmla="*/ 38737 h 88298"/>
                    <a:gd name="connsiteX2" fmla="*/ 680 w 46510"/>
                    <a:gd name="connsiteY2" fmla="*/ 72112 h 88298"/>
                    <a:gd name="connsiteX3" fmla="*/ 9043 w 46510"/>
                    <a:gd name="connsiteY3" fmla="*/ 88158 h 88298"/>
                    <a:gd name="connsiteX4" fmla="*/ 21908 w 46510"/>
                    <a:gd name="connsiteY4" fmla="*/ 74038 h 88298"/>
                    <a:gd name="connsiteX5" fmla="*/ 32844 w 46510"/>
                    <a:gd name="connsiteY5" fmla="*/ 55425 h 88298"/>
                    <a:gd name="connsiteX6" fmla="*/ 45710 w 46510"/>
                    <a:gd name="connsiteY6" fmla="*/ 28468 h 88298"/>
                    <a:gd name="connsiteX7" fmla="*/ 46353 w 46510"/>
                    <a:gd name="connsiteY7" fmla="*/ 9213 h 88298"/>
                    <a:gd name="connsiteX8" fmla="*/ 38634 w 46510"/>
                    <a:gd name="connsiteY8" fmla="*/ 228 h 88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510" h="88298">
                      <a:moveTo>
                        <a:pt x="38634" y="228"/>
                      </a:moveTo>
                      <a:cubicBezTo>
                        <a:pt x="28984" y="1512"/>
                        <a:pt x="15476" y="22050"/>
                        <a:pt x="11616" y="38737"/>
                      </a:cubicBezTo>
                      <a:cubicBezTo>
                        <a:pt x="7113" y="55425"/>
                        <a:pt x="3254" y="62485"/>
                        <a:pt x="680" y="72112"/>
                      </a:cubicBezTo>
                      <a:cubicBezTo>
                        <a:pt x="-1893" y="81740"/>
                        <a:pt x="3254" y="89442"/>
                        <a:pt x="9043" y="88158"/>
                      </a:cubicBezTo>
                      <a:cubicBezTo>
                        <a:pt x="14832" y="86874"/>
                        <a:pt x="19979" y="82382"/>
                        <a:pt x="21908" y="74038"/>
                      </a:cubicBezTo>
                      <a:cubicBezTo>
                        <a:pt x="23195" y="65694"/>
                        <a:pt x="26411" y="62485"/>
                        <a:pt x="32844" y="55425"/>
                      </a:cubicBezTo>
                      <a:cubicBezTo>
                        <a:pt x="39277" y="49007"/>
                        <a:pt x="46353" y="41305"/>
                        <a:pt x="45710" y="28468"/>
                      </a:cubicBezTo>
                      <a:cubicBezTo>
                        <a:pt x="44423" y="16273"/>
                        <a:pt x="46353" y="9213"/>
                        <a:pt x="46353" y="9213"/>
                      </a:cubicBezTo>
                      <a:cubicBezTo>
                        <a:pt x="46353" y="9213"/>
                        <a:pt x="48283" y="-1698"/>
                        <a:pt x="38634" y="228"/>
                      </a:cubicBezTo>
                      <a:close/>
                    </a:path>
                  </a:pathLst>
                </a:custGeom>
                <a:solidFill>
                  <a:schemeClr val="accent1"/>
                </a:solidFill>
                <a:ln w="6424" cap="flat">
                  <a:noFill/>
                  <a:prstDash val="solid"/>
                  <a:miter/>
                </a:ln>
              </p:spPr>
              <p:txBody>
                <a:bodyPr rtlCol="0" anchor="ctr"/>
                <a:lstStyle/>
                <a:p>
                  <a:endParaRPr lang="pt-BR"/>
                </a:p>
              </p:txBody>
            </p:sp>
            <p:sp>
              <p:nvSpPr>
                <p:cNvPr id="240" name="Freeform: Shape 239">
                  <a:extLst>
                    <a:ext uri="{FF2B5EF4-FFF2-40B4-BE49-F238E27FC236}">
                      <a16:creationId xmlns:a16="http://schemas.microsoft.com/office/drawing/2014/main" id="{6E253349-46B4-A56F-B224-614DC9DF1A73}"/>
                    </a:ext>
                  </a:extLst>
                </p:cNvPr>
                <p:cNvSpPr/>
                <p:nvPr/>
              </p:nvSpPr>
              <p:spPr>
                <a:xfrm>
                  <a:off x="5548056" y="2534940"/>
                  <a:ext cx="68390" cy="85362"/>
                </a:xfrm>
                <a:custGeom>
                  <a:avLst/>
                  <a:gdLst>
                    <a:gd name="connsiteX0" fmla="*/ 56451 w 68390"/>
                    <a:gd name="connsiteY0" fmla="*/ 10911 h 85362"/>
                    <a:gd name="connsiteX1" fmla="*/ 29434 w 68390"/>
                    <a:gd name="connsiteY1" fmla="*/ 41077 h 85362"/>
                    <a:gd name="connsiteX2" fmla="*/ 6919 w 68390"/>
                    <a:gd name="connsiteY2" fmla="*/ 68034 h 85362"/>
                    <a:gd name="connsiteX3" fmla="*/ 4346 w 68390"/>
                    <a:gd name="connsiteY3" fmla="*/ 85363 h 85362"/>
                    <a:gd name="connsiteX4" fmla="*/ 27504 w 68390"/>
                    <a:gd name="connsiteY4" fmla="*/ 59048 h 85362"/>
                    <a:gd name="connsiteX5" fmla="*/ 66743 w 68390"/>
                    <a:gd name="connsiteY5" fmla="*/ 7060 h 85362"/>
                    <a:gd name="connsiteX6" fmla="*/ 68030 w 68390"/>
                    <a:gd name="connsiteY6" fmla="*/ 0 h 85362"/>
                    <a:gd name="connsiteX7" fmla="*/ 56451 w 68390"/>
                    <a:gd name="connsiteY7" fmla="*/ 10911 h 8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390" h="85362">
                      <a:moveTo>
                        <a:pt x="56451" y="10911"/>
                      </a:moveTo>
                      <a:cubicBezTo>
                        <a:pt x="50018" y="16046"/>
                        <a:pt x="40369" y="24389"/>
                        <a:pt x="29434" y="41077"/>
                      </a:cubicBezTo>
                      <a:cubicBezTo>
                        <a:pt x="18498" y="58406"/>
                        <a:pt x="10779" y="65466"/>
                        <a:pt x="6919" y="68034"/>
                      </a:cubicBezTo>
                      <a:cubicBezTo>
                        <a:pt x="2416" y="70601"/>
                        <a:pt x="-4660" y="85363"/>
                        <a:pt x="4346" y="85363"/>
                      </a:cubicBezTo>
                      <a:cubicBezTo>
                        <a:pt x="13352" y="85363"/>
                        <a:pt x="19141" y="68034"/>
                        <a:pt x="27504" y="59048"/>
                      </a:cubicBezTo>
                      <a:cubicBezTo>
                        <a:pt x="35866" y="50062"/>
                        <a:pt x="64814" y="34017"/>
                        <a:pt x="66743" y="7060"/>
                      </a:cubicBezTo>
                      <a:cubicBezTo>
                        <a:pt x="66743" y="7060"/>
                        <a:pt x="69316" y="1284"/>
                        <a:pt x="68030" y="0"/>
                      </a:cubicBezTo>
                      <a:cubicBezTo>
                        <a:pt x="66743" y="0"/>
                        <a:pt x="62884" y="5776"/>
                        <a:pt x="56451" y="10911"/>
                      </a:cubicBezTo>
                      <a:close/>
                    </a:path>
                  </a:pathLst>
                </a:custGeom>
                <a:solidFill>
                  <a:schemeClr val="accent1"/>
                </a:solidFill>
                <a:ln w="6424" cap="flat">
                  <a:noFill/>
                  <a:prstDash val="solid"/>
                  <a:miter/>
                </a:ln>
              </p:spPr>
              <p:txBody>
                <a:bodyPr rtlCol="0" anchor="ctr"/>
                <a:lstStyle/>
                <a:p>
                  <a:endParaRPr lang="pt-BR"/>
                </a:p>
              </p:txBody>
            </p:sp>
            <p:sp>
              <p:nvSpPr>
                <p:cNvPr id="241" name="Freeform: Shape 240">
                  <a:extLst>
                    <a:ext uri="{FF2B5EF4-FFF2-40B4-BE49-F238E27FC236}">
                      <a16:creationId xmlns:a16="http://schemas.microsoft.com/office/drawing/2014/main" id="{C85F4806-BA3B-0275-E7DE-79EEE107023B}"/>
                    </a:ext>
                  </a:extLst>
                </p:cNvPr>
                <p:cNvSpPr/>
                <p:nvPr/>
              </p:nvSpPr>
              <p:spPr>
                <a:xfrm>
                  <a:off x="6012452" y="1695431"/>
                  <a:ext cx="52663" cy="58926"/>
                </a:xfrm>
                <a:custGeom>
                  <a:avLst/>
                  <a:gdLst>
                    <a:gd name="connsiteX0" fmla="*/ 51995 w 52663"/>
                    <a:gd name="connsiteY0" fmla="*/ 27599 h 58926"/>
                    <a:gd name="connsiteX1" fmla="*/ 48135 w 52663"/>
                    <a:gd name="connsiteY1" fmla="*/ 27599 h 58926"/>
                    <a:gd name="connsiteX2" fmla="*/ 48135 w 52663"/>
                    <a:gd name="connsiteY2" fmla="*/ 19897 h 58926"/>
                    <a:gd name="connsiteX3" fmla="*/ 46205 w 52663"/>
                    <a:gd name="connsiteY3" fmla="*/ 17329 h 58926"/>
                    <a:gd name="connsiteX4" fmla="*/ 45562 w 52663"/>
                    <a:gd name="connsiteY4" fmla="*/ 13478 h 58926"/>
                    <a:gd name="connsiteX5" fmla="*/ 43632 w 52663"/>
                    <a:gd name="connsiteY5" fmla="*/ 8344 h 58926"/>
                    <a:gd name="connsiteX6" fmla="*/ 39772 w 52663"/>
                    <a:gd name="connsiteY6" fmla="*/ 9627 h 58926"/>
                    <a:gd name="connsiteX7" fmla="*/ 34626 w 52663"/>
                    <a:gd name="connsiteY7" fmla="*/ 7060 h 58926"/>
                    <a:gd name="connsiteX8" fmla="*/ 30767 w 52663"/>
                    <a:gd name="connsiteY8" fmla="*/ 8344 h 58926"/>
                    <a:gd name="connsiteX9" fmla="*/ 26907 w 52663"/>
                    <a:gd name="connsiteY9" fmla="*/ 0 h 58926"/>
                    <a:gd name="connsiteX10" fmla="*/ 26264 w 52663"/>
                    <a:gd name="connsiteY10" fmla="*/ 5776 h 58926"/>
                    <a:gd name="connsiteX11" fmla="*/ 22404 w 52663"/>
                    <a:gd name="connsiteY11" fmla="*/ 5776 h 58926"/>
                    <a:gd name="connsiteX12" fmla="*/ 17258 w 52663"/>
                    <a:gd name="connsiteY12" fmla="*/ 1284 h 58926"/>
                    <a:gd name="connsiteX13" fmla="*/ 15328 w 52663"/>
                    <a:gd name="connsiteY13" fmla="*/ 3851 h 58926"/>
                    <a:gd name="connsiteX14" fmla="*/ 15971 w 52663"/>
                    <a:gd name="connsiteY14" fmla="*/ 10269 h 58926"/>
                    <a:gd name="connsiteX15" fmla="*/ 10182 w 52663"/>
                    <a:gd name="connsiteY15" fmla="*/ 10911 h 58926"/>
                    <a:gd name="connsiteX16" fmla="*/ 9539 w 52663"/>
                    <a:gd name="connsiteY16" fmla="*/ 17329 h 58926"/>
                    <a:gd name="connsiteX17" fmla="*/ 6322 w 52663"/>
                    <a:gd name="connsiteY17" fmla="*/ 17971 h 58926"/>
                    <a:gd name="connsiteX18" fmla="*/ 6966 w 52663"/>
                    <a:gd name="connsiteY18" fmla="*/ 25031 h 58926"/>
                    <a:gd name="connsiteX19" fmla="*/ 533 w 52663"/>
                    <a:gd name="connsiteY19" fmla="*/ 27599 h 58926"/>
                    <a:gd name="connsiteX20" fmla="*/ 1819 w 52663"/>
                    <a:gd name="connsiteY20" fmla="*/ 31449 h 58926"/>
                    <a:gd name="connsiteX21" fmla="*/ 3106 w 52663"/>
                    <a:gd name="connsiteY21" fmla="*/ 37226 h 58926"/>
                    <a:gd name="connsiteX22" fmla="*/ 4393 w 52663"/>
                    <a:gd name="connsiteY22" fmla="*/ 43002 h 58926"/>
                    <a:gd name="connsiteX23" fmla="*/ 3749 w 52663"/>
                    <a:gd name="connsiteY23" fmla="*/ 46211 h 58926"/>
                    <a:gd name="connsiteX24" fmla="*/ 6322 w 52663"/>
                    <a:gd name="connsiteY24" fmla="*/ 47495 h 58926"/>
                    <a:gd name="connsiteX25" fmla="*/ 10182 w 52663"/>
                    <a:gd name="connsiteY25" fmla="*/ 50062 h 58926"/>
                    <a:gd name="connsiteX26" fmla="*/ 11469 w 52663"/>
                    <a:gd name="connsiteY26" fmla="*/ 52630 h 58926"/>
                    <a:gd name="connsiteX27" fmla="*/ 14042 w 52663"/>
                    <a:gd name="connsiteY27" fmla="*/ 54555 h 58926"/>
                    <a:gd name="connsiteX28" fmla="*/ 17258 w 52663"/>
                    <a:gd name="connsiteY28" fmla="*/ 55197 h 58926"/>
                    <a:gd name="connsiteX29" fmla="*/ 18544 w 52663"/>
                    <a:gd name="connsiteY29" fmla="*/ 58406 h 58926"/>
                    <a:gd name="connsiteX30" fmla="*/ 20474 w 52663"/>
                    <a:gd name="connsiteY30" fmla="*/ 55197 h 58926"/>
                    <a:gd name="connsiteX31" fmla="*/ 24334 w 52663"/>
                    <a:gd name="connsiteY31" fmla="*/ 57764 h 58926"/>
                    <a:gd name="connsiteX32" fmla="*/ 27550 w 52663"/>
                    <a:gd name="connsiteY32" fmla="*/ 57123 h 58926"/>
                    <a:gd name="connsiteX33" fmla="*/ 28194 w 52663"/>
                    <a:gd name="connsiteY33" fmla="*/ 53272 h 58926"/>
                    <a:gd name="connsiteX34" fmla="*/ 32697 w 52663"/>
                    <a:gd name="connsiteY34" fmla="*/ 53913 h 58926"/>
                    <a:gd name="connsiteX35" fmla="*/ 38486 w 52663"/>
                    <a:gd name="connsiteY35" fmla="*/ 55839 h 58926"/>
                    <a:gd name="connsiteX36" fmla="*/ 40416 w 52663"/>
                    <a:gd name="connsiteY36" fmla="*/ 52630 h 58926"/>
                    <a:gd name="connsiteX37" fmla="*/ 43632 w 52663"/>
                    <a:gd name="connsiteY37" fmla="*/ 51988 h 58926"/>
                    <a:gd name="connsiteX38" fmla="*/ 43632 w 52663"/>
                    <a:gd name="connsiteY38" fmla="*/ 46853 h 58926"/>
                    <a:gd name="connsiteX39" fmla="*/ 48778 w 52663"/>
                    <a:gd name="connsiteY39" fmla="*/ 44928 h 58926"/>
                    <a:gd name="connsiteX40" fmla="*/ 49422 w 52663"/>
                    <a:gd name="connsiteY40" fmla="*/ 39793 h 58926"/>
                    <a:gd name="connsiteX41" fmla="*/ 50708 w 52663"/>
                    <a:gd name="connsiteY41" fmla="*/ 34017 h 58926"/>
                    <a:gd name="connsiteX42" fmla="*/ 51995 w 52663"/>
                    <a:gd name="connsiteY42" fmla="*/ 27599 h 58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2663" h="58926">
                      <a:moveTo>
                        <a:pt x="51995" y="27599"/>
                      </a:moveTo>
                      <a:cubicBezTo>
                        <a:pt x="50708" y="28240"/>
                        <a:pt x="48135" y="28882"/>
                        <a:pt x="48135" y="27599"/>
                      </a:cubicBezTo>
                      <a:cubicBezTo>
                        <a:pt x="48135" y="26315"/>
                        <a:pt x="48135" y="22464"/>
                        <a:pt x="48135" y="19897"/>
                      </a:cubicBezTo>
                      <a:cubicBezTo>
                        <a:pt x="48135" y="17329"/>
                        <a:pt x="46848" y="17329"/>
                        <a:pt x="46205" y="17329"/>
                      </a:cubicBezTo>
                      <a:cubicBezTo>
                        <a:pt x="45562" y="16687"/>
                        <a:pt x="46205" y="16687"/>
                        <a:pt x="45562" y="13478"/>
                      </a:cubicBezTo>
                      <a:cubicBezTo>
                        <a:pt x="44919" y="9627"/>
                        <a:pt x="45562" y="7060"/>
                        <a:pt x="43632" y="8344"/>
                      </a:cubicBezTo>
                      <a:cubicBezTo>
                        <a:pt x="41059" y="9627"/>
                        <a:pt x="40416" y="11553"/>
                        <a:pt x="39772" y="9627"/>
                      </a:cubicBezTo>
                      <a:cubicBezTo>
                        <a:pt x="39129" y="7702"/>
                        <a:pt x="37199" y="5776"/>
                        <a:pt x="34626" y="7060"/>
                      </a:cubicBezTo>
                      <a:cubicBezTo>
                        <a:pt x="34626" y="7060"/>
                        <a:pt x="32053" y="10911"/>
                        <a:pt x="30767" y="8344"/>
                      </a:cubicBezTo>
                      <a:cubicBezTo>
                        <a:pt x="28837" y="5776"/>
                        <a:pt x="28194" y="0"/>
                        <a:pt x="26907" y="0"/>
                      </a:cubicBezTo>
                      <a:cubicBezTo>
                        <a:pt x="25621" y="0"/>
                        <a:pt x="26264" y="4493"/>
                        <a:pt x="26264" y="5776"/>
                      </a:cubicBezTo>
                      <a:cubicBezTo>
                        <a:pt x="25621" y="6418"/>
                        <a:pt x="23691" y="5776"/>
                        <a:pt x="22404" y="5776"/>
                      </a:cubicBezTo>
                      <a:cubicBezTo>
                        <a:pt x="21118" y="5135"/>
                        <a:pt x="19188" y="1925"/>
                        <a:pt x="17258" y="1284"/>
                      </a:cubicBezTo>
                      <a:cubicBezTo>
                        <a:pt x="15328" y="642"/>
                        <a:pt x="14042" y="-642"/>
                        <a:pt x="15328" y="3851"/>
                      </a:cubicBezTo>
                      <a:cubicBezTo>
                        <a:pt x="17258" y="8344"/>
                        <a:pt x="18544" y="9627"/>
                        <a:pt x="15971" y="10269"/>
                      </a:cubicBezTo>
                      <a:cubicBezTo>
                        <a:pt x="13398" y="10269"/>
                        <a:pt x="9539" y="5776"/>
                        <a:pt x="10182" y="10911"/>
                      </a:cubicBezTo>
                      <a:cubicBezTo>
                        <a:pt x="10825" y="16046"/>
                        <a:pt x="10825" y="16687"/>
                        <a:pt x="9539" y="17329"/>
                      </a:cubicBezTo>
                      <a:cubicBezTo>
                        <a:pt x="8252" y="17971"/>
                        <a:pt x="5679" y="14762"/>
                        <a:pt x="6322" y="17971"/>
                      </a:cubicBezTo>
                      <a:cubicBezTo>
                        <a:pt x="6966" y="21822"/>
                        <a:pt x="8252" y="21822"/>
                        <a:pt x="6966" y="25031"/>
                      </a:cubicBezTo>
                      <a:cubicBezTo>
                        <a:pt x="5036" y="28882"/>
                        <a:pt x="1819" y="26315"/>
                        <a:pt x="533" y="27599"/>
                      </a:cubicBezTo>
                      <a:cubicBezTo>
                        <a:pt x="-754" y="28882"/>
                        <a:pt x="533" y="30166"/>
                        <a:pt x="1819" y="31449"/>
                      </a:cubicBezTo>
                      <a:cubicBezTo>
                        <a:pt x="3106" y="33375"/>
                        <a:pt x="3749" y="34017"/>
                        <a:pt x="3106" y="37226"/>
                      </a:cubicBezTo>
                      <a:cubicBezTo>
                        <a:pt x="2463" y="39793"/>
                        <a:pt x="3106" y="42361"/>
                        <a:pt x="4393" y="43002"/>
                      </a:cubicBezTo>
                      <a:cubicBezTo>
                        <a:pt x="5679" y="43644"/>
                        <a:pt x="3749" y="45570"/>
                        <a:pt x="3749" y="46211"/>
                      </a:cubicBezTo>
                      <a:cubicBezTo>
                        <a:pt x="3749" y="46853"/>
                        <a:pt x="5036" y="47495"/>
                        <a:pt x="6322" y="47495"/>
                      </a:cubicBezTo>
                      <a:cubicBezTo>
                        <a:pt x="7609" y="47495"/>
                        <a:pt x="10182" y="49421"/>
                        <a:pt x="10182" y="50062"/>
                      </a:cubicBezTo>
                      <a:cubicBezTo>
                        <a:pt x="10182" y="50704"/>
                        <a:pt x="10182" y="52630"/>
                        <a:pt x="11469" y="52630"/>
                      </a:cubicBezTo>
                      <a:cubicBezTo>
                        <a:pt x="12755" y="52630"/>
                        <a:pt x="12755" y="53272"/>
                        <a:pt x="14042" y="54555"/>
                      </a:cubicBezTo>
                      <a:cubicBezTo>
                        <a:pt x="15328" y="55197"/>
                        <a:pt x="16615" y="53913"/>
                        <a:pt x="17258" y="55197"/>
                      </a:cubicBezTo>
                      <a:cubicBezTo>
                        <a:pt x="17258" y="56481"/>
                        <a:pt x="17901" y="59048"/>
                        <a:pt x="18544" y="58406"/>
                      </a:cubicBezTo>
                      <a:cubicBezTo>
                        <a:pt x="19188" y="57764"/>
                        <a:pt x="18544" y="54555"/>
                        <a:pt x="20474" y="55197"/>
                      </a:cubicBezTo>
                      <a:cubicBezTo>
                        <a:pt x="22404" y="55839"/>
                        <a:pt x="22404" y="55839"/>
                        <a:pt x="24334" y="57764"/>
                      </a:cubicBezTo>
                      <a:cubicBezTo>
                        <a:pt x="26264" y="59690"/>
                        <a:pt x="28194" y="59048"/>
                        <a:pt x="27550" y="57123"/>
                      </a:cubicBezTo>
                      <a:cubicBezTo>
                        <a:pt x="26907" y="55197"/>
                        <a:pt x="27550" y="53272"/>
                        <a:pt x="28194" y="53272"/>
                      </a:cubicBezTo>
                      <a:cubicBezTo>
                        <a:pt x="29480" y="53272"/>
                        <a:pt x="30123" y="51988"/>
                        <a:pt x="32697" y="53913"/>
                      </a:cubicBezTo>
                      <a:cubicBezTo>
                        <a:pt x="35270" y="55839"/>
                        <a:pt x="37199" y="58406"/>
                        <a:pt x="38486" y="55839"/>
                      </a:cubicBezTo>
                      <a:cubicBezTo>
                        <a:pt x="39772" y="53272"/>
                        <a:pt x="38486" y="52630"/>
                        <a:pt x="40416" y="52630"/>
                      </a:cubicBezTo>
                      <a:cubicBezTo>
                        <a:pt x="42989" y="52630"/>
                        <a:pt x="44275" y="55197"/>
                        <a:pt x="43632" y="51988"/>
                      </a:cubicBezTo>
                      <a:cubicBezTo>
                        <a:pt x="42989" y="48779"/>
                        <a:pt x="42346" y="47495"/>
                        <a:pt x="43632" y="46853"/>
                      </a:cubicBezTo>
                      <a:cubicBezTo>
                        <a:pt x="44919" y="46211"/>
                        <a:pt x="47492" y="44928"/>
                        <a:pt x="48778" y="44928"/>
                      </a:cubicBezTo>
                      <a:cubicBezTo>
                        <a:pt x="49422" y="44928"/>
                        <a:pt x="51351" y="41719"/>
                        <a:pt x="49422" y="39793"/>
                      </a:cubicBezTo>
                      <a:cubicBezTo>
                        <a:pt x="48135" y="37868"/>
                        <a:pt x="49422" y="34659"/>
                        <a:pt x="50708" y="34017"/>
                      </a:cubicBezTo>
                      <a:cubicBezTo>
                        <a:pt x="52638" y="32091"/>
                        <a:pt x="53281" y="26957"/>
                        <a:pt x="51995" y="27599"/>
                      </a:cubicBezTo>
                      <a:close/>
                    </a:path>
                  </a:pathLst>
                </a:custGeom>
                <a:solidFill>
                  <a:schemeClr val="accent1"/>
                </a:solidFill>
                <a:ln w="6424" cap="flat">
                  <a:noFill/>
                  <a:prstDash val="solid"/>
                  <a:miter/>
                </a:ln>
              </p:spPr>
              <p:txBody>
                <a:bodyPr rtlCol="0" anchor="ctr"/>
                <a:lstStyle/>
                <a:p>
                  <a:endParaRPr lang="pt-BR"/>
                </a:p>
              </p:txBody>
            </p:sp>
          </p:grpSp>
          <p:grpSp>
            <p:nvGrpSpPr>
              <p:cNvPr id="175" name="Graphic 37">
                <a:extLst>
                  <a:ext uri="{FF2B5EF4-FFF2-40B4-BE49-F238E27FC236}">
                    <a16:creationId xmlns:a16="http://schemas.microsoft.com/office/drawing/2014/main" id="{631F2A33-010A-636A-C063-DB3586BD9BB1}"/>
                  </a:ext>
                </a:extLst>
              </p:cNvPr>
              <p:cNvGrpSpPr/>
              <p:nvPr/>
            </p:nvGrpSpPr>
            <p:grpSpPr>
              <a:xfrm>
                <a:off x="5908775" y="1774376"/>
                <a:ext cx="988065" cy="1072762"/>
                <a:chOff x="5908775" y="1774376"/>
                <a:chExt cx="988065" cy="1072762"/>
              </a:xfrm>
            </p:grpSpPr>
            <p:sp>
              <p:nvSpPr>
                <p:cNvPr id="176" name="Freeform: Shape 175">
                  <a:extLst>
                    <a:ext uri="{FF2B5EF4-FFF2-40B4-BE49-F238E27FC236}">
                      <a16:creationId xmlns:a16="http://schemas.microsoft.com/office/drawing/2014/main" id="{29DE8323-0744-2870-A90B-A20D65C82377}"/>
                    </a:ext>
                  </a:extLst>
                </p:cNvPr>
                <p:cNvSpPr/>
                <p:nvPr/>
              </p:nvSpPr>
              <p:spPr>
                <a:xfrm rot="-2700000">
                  <a:off x="6348052" y="2750866"/>
                  <a:ext cx="96489" cy="96272"/>
                </a:xfrm>
                <a:custGeom>
                  <a:avLst/>
                  <a:gdLst>
                    <a:gd name="connsiteX0" fmla="*/ 96490 w 96489"/>
                    <a:gd name="connsiteY0" fmla="*/ 48137 h 96272"/>
                    <a:gd name="connsiteX1" fmla="*/ 48245 w 96489"/>
                    <a:gd name="connsiteY1" fmla="*/ 96273 h 96272"/>
                    <a:gd name="connsiteX2" fmla="*/ 0 w 96489"/>
                    <a:gd name="connsiteY2" fmla="*/ 48137 h 96272"/>
                    <a:gd name="connsiteX3" fmla="*/ 48245 w 96489"/>
                    <a:gd name="connsiteY3" fmla="*/ 0 h 96272"/>
                    <a:gd name="connsiteX4" fmla="*/ 96490 w 96489"/>
                    <a:gd name="connsiteY4" fmla="*/ 48137 h 96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489" h="96272">
                      <a:moveTo>
                        <a:pt x="96490" y="48137"/>
                      </a:moveTo>
                      <a:cubicBezTo>
                        <a:pt x="96490" y="74722"/>
                        <a:pt x="74890" y="96273"/>
                        <a:pt x="48245" y="96273"/>
                      </a:cubicBezTo>
                      <a:cubicBezTo>
                        <a:pt x="21600" y="96273"/>
                        <a:pt x="0" y="74722"/>
                        <a:pt x="0" y="48137"/>
                      </a:cubicBezTo>
                      <a:cubicBezTo>
                        <a:pt x="0" y="21551"/>
                        <a:pt x="21600" y="0"/>
                        <a:pt x="48245" y="0"/>
                      </a:cubicBezTo>
                      <a:cubicBezTo>
                        <a:pt x="74890" y="0"/>
                        <a:pt x="96490" y="21551"/>
                        <a:pt x="96490" y="48137"/>
                      </a:cubicBezTo>
                      <a:close/>
                    </a:path>
                  </a:pathLst>
                </a:custGeom>
                <a:solidFill>
                  <a:schemeClr val="tx2"/>
                </a:solidFill>
                <a:ln w="6424" cap="flat">
                  <a:noFill/>
                  <a:prstDash val="solid"/>
                  <a:miter/>
                </a:ln>
              </p:spPr>
              <p:txBody>
                <a:bodyPr rtlCol="0" anchor="ctr"/>
                <a:lstStyle/>
                <a:p>
                  <a:endParaRPr lang="pt-BR"/>
                </a:p>
              </p:txBody>
            </p:sp>
            <p:sp>
              <p:nvSpPr>
                <p:cNvPr id="177" name="Freeform: Shape 176">
                  <a:extLst>
                    <a:ext uri="{FF2B5EF4-FFF2-40B4-BE49-F238E27FC236}">
                      <a16:creationId xmlns:a16="http://schemas.microsoft.com/office/drawing/2014/main" id="{B7D1E42B-9FAF-6837-B183-DE0037ECD4D4}"/>
                    </a:ext>
                  </a:extLst>
                </p:cNvPr>
                <p:cNvSpPr/>
                <p:nvPr/>
              </p:nvSpPr>
              <p:spPr>
                <a:xfrm>
                  <a:off x="6168013" y="2006075"/>
                  <a:ext cx="467015" cy="644036"/>
                </a:xfrm>
                <a:custGeom>
                  <a:avLst/>
                  <a:gdLst>
                    <a:gd name="connsiteX0" fmla="*/ 0 w 467015"/>
                    <a:gd name="connsiteY0" fmla="*/ 209235 h 644036"/>
                    <a:gd name="connsiteX1" fmla="*/ 233508 w 467015"/>
                    <a:gd name="connsiteY1" fmla="*/ 0 h 644036"/>
                    <a:gd name="connsiteX2" fmla="*/ 467015 w 467015"/>
                    <a:gd name="connsiteY2" fmla="*/ 209235 h 644036"/>
                    <a:gd name="connsiteX3" fmla="*/ 385963 w 467015"/>
                    <a:gd name="connsiteY3" fmla="*/ 460189 h 644036"/>
                    <a:gd name="connsiteX4" fmla="*/ 350583 w 467015"/>
                    <a:gd name="connsiteY4" fmla="*/ 643752 h 644036"/>
                    <a:gd name="connsiteX5" fmla="*/ 117075 w 467015"/>
                    <a:gd name="connsiteY5" fmla="*/ 643752 h 644036"/>
                    <a:gd name="connsiteX6" fmla="*/ 77836 w 467015"/>
                    <a:gd name="connsiteY6" fmla="*/ 467891 h 644036"/>
                    <a:gd name="connsiteX7" fmla="*/ 0 w 467015"/>
                    <a:gd name="connsiteY7" fmla="*/ 209235 h 644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7015" h="644036">
                      <a:moveTo>
                        <a:pt x="0" y="209235"/>
                      </a:moveTo>
                      <a:cubicBezTo>
                        <a:pt x="0" y="93707"/>
                        <a:pt x="86842" y="0"/>
                        <a:pt x="233508" y="0"/>
                      </a:cubicBezTo>
                      <a:cubicBezTo>
                        <a:pt x="380174" y="0"/>
                        <a:pt x="467015" y="93707"/>
                        <a:pt x="467015" y="209235"/>
                      </a:cubicBezTo>
                      <a:cubicBezTo>
                        <a:pt x="467015" y="298449"/>
                        <a:pt x="411694" y="368408"/>
                        <a:pt x="385963" y="460189"/>
                      </a:cubicBezTo>
                      <a:cubicBezTo>
                        <a:pt x="354443" y="569942"/>
                        <a:pt x="350583" y="643752"/>
                        <a:pt x="350583" y="643752"/>
                      </a:cubicBezTo>
                      <a:cubicBezTo>
                        <a:pt x="349940" y="643752"/>
                        <a:pt x="116432" y="644393"/>
                        <a:pt x="117075" y="643752"/>
                      </a:cubicBezTo>
                      <a:cubicBezTo>
                        <a:pt x="117075" y="643752"/>
                        <a:pt x="110000" y="566091"/>
                        <a:pt x="77836" y="467891"/>
                      </a:cubicBezTo>
                      <a:cubicBezTo>
                        <a:pt x="51462" y="388947"/>
                        <a:pt x="0" y="298449"/>
                        <a:pt x="0" y="209235"/>
                      </a:cubicBezTo>
                      <a:close/>
                    </a:path>
                  </a:pathLst>
                </a:custGeom>
                <a:solidFill>
                  <a:schemeClr val="accent1">
                    <a:lumMod val="40000"/>
                    <a:lumOff val="60000"/>
                  </a:schemeClr>
                </a:solidFill>
                <a:ln w="6424" cap="flat">
                  <a:noFill/>
                  <a:prstDash val="solid"/>
                  <a:miter/>
                </a:ln>
              </p:spPr>
              <p:txBody>
                <a:bodyPr rtlCol="0" anchor="ctr"/>
                <a:lstStyle/>
                <a:p>
                  <a:endParaRPr lang="pt-BR"/>
                </a:p>
              </p:txBody>
            </p:sp>
            <p:sp>
              <p:nvSpPr>
                <p:cNvPr id="178" name="Freeform: Shape 177">
                  <a:extLst>
                    <a:ext uri="{FF2B5EF4-FFF2-40B4-BE49-F238E27FC236}">
                      <a16:creationId xmlns:a16="http://schemas.microsoft.com/office/drawing/2014/main" id="{F894C45E-5B04-3DB7-2E7F-12273AB731E2}"/>
                    </a:ext>
                  </a:extLst>
                </p:cNvPr>
                <p:cNvSpPr/>
                <p:nvPr/>
              </p:nvSpPr>
              <p:spPr>
                <a:xfrm>
                  <a:off x="6291398" y="2239860"/>
                  <a:ext cx="197086" cy="421519"/>
                </a:xfrm>
                <a:custGeom>
                  <a:avLst/>
                  <a:gdLst>
                    <a:gd name="connsiteX0" fmla="*/ 78602 w 197086"/>
                    <a:gd name="connsiteY0" fmla="*/ 421519 h 421519"/>
                    <a:gd name="connsiteX1" fmla="*/ 68953 w 197086"/>
                    <a:gd name="connsiteY1" fmla="*/ 413817 h 421519"/>
                    <a:gd name="connsiteX2" fmla="*/ 123 w 197086"/>
                    <a:gd name="connsiteY2" fmla="*/ 65306 h 421519"/>
                    <a:gd name="connsiteX3" fmla="*/ 4626 w 197086"/>
                    <a:gd name="connsiteY3" fmla="*/ 55037 h 421519"/>
                    <a:gd name="connsiteX4" fmla="*/ 16205 w 197086"/>
                    <a:gd name="connsiteY4" fmla="*/ 56320 h 421519"/>
                    <a:gd name="connsiteX5" fmla="*/ 54801 w 197086"/>
                    <a:gd name="connsiteY5" fmla="*/ 71082 h 421519"/>
                    <a:gd name="connsiteX6" fmla="*/ 79889 w 197086"/>
                    <a:gd name="connsiteY6" fmla="*/ 58246 h 421519"/>
                    <a:gd name="connsiteX7" fmla="*/ 74743 w 197086"/>
                    <a:gd name="connsiteY7" fmla="*/ 37707 h 421519"/>
                    <a:gd name="connsiteX8" fmla="*/ 78602 w 197086"/>
                    <a:gd name="connsiteY8" fmla="*/ 4332 h 421519"/>
                    <a:gd name="connsiteX9" fmla="*/ 99830 w 197086"/>
                    <a:gd name="connsiteY9" fmla="*/ 4332 h 421519"/>
                    <a:gd name="connsiteX10" fmla="*/ 101760 w 197086"/>
                    <a:gd name="connsiteY10" fmla="*/ 62097 h 421519"/>
                    <a:gd name="connsiteX11" fmla="*/ 141000 w 197086"/>
                    <a:gd name="connsiteY11" fmla="*/ 114726 h 421519"/>
                    <a:gd name="connsiteX12" fmla="*/ 180239 w 197086"/>
                    <a:gd name="connsiteY12" fmla="*/ 103174 h 421519"/>
                    <a:gd name="connsiteX13" fmla="*/ 191818 w 197086"/>
                    <a:gd name="connsiteY13" fmla="*/ 101248 h 421519"/>
                    <a:gd name="connsiteX14" fmla="*/ 196964 w 197086"/>
                    <a:gd name="connsiteY14" fmla="*/ 111517 h 421519"/>
                    <a:gd name="connsiteX15" fmla="*/ 144216 w 197086"/>
                    <a:gd name="connsiteY15" fmla="*/ 411250 h 421519"/>
                    <a:gd name="connsiteX16" fmla="*/ 133280 w 197086"/>
                    <a:gd name="connsiteY16" fmla="*/ 418952 h 421519"/>
                    <a:gd name="connsiteX17" fmla="*/ 125561 w 197086"/>
                    <a:gd name="connsiteY17" fmla="*/ 408041 h 421519"/>
                    <a:gd name="connsiteX18" fmla="*/ 174450 w 197086"/>
                    <a:gd name="connsiteY18" fmla="*/ 131414 h 421519"/>
                    <a:gd name="connsiteX19" fmla="*/ 133280 w 197086"/>
                    <a:gd name="connsiteY19" fmla="*/ 132698 h 421519"/>
                    <a:gd name="connsiteX20" fmla="*/ 87608 w 197086"/>
                    <a:gd name="connsiteY20" fmla="*/ 77501 h 421519"/>
                    <a:gd name="connsiteX21" fmla="*/ 57374 w 197086"/>
                    <a:gd name="connsiteY21" fmla="*/ 90337 h 421519"/>
                    <a:gd name="connsiteX22" fmla="*/ 23924 w 197086"/>
                    <a:gd name="connsiteY22" fmla="*/ 83919 h 421519"/>
                    <a:gd name="connsiteX23" fmla="*/ 88251 w 197086"/>
                    <a:gd name="connsiteY23" fmla="*/ 409966 h 421519"/>
                    <a:gd name="connsiteX24" fmla="*/ 80532 w 197086"/>
                    <a:gd name="connsiteY24" fmla="*/ 421519 h 421519"/>
                    <a:gd name="connsiteX25" fmla="*/ 78602 w 197086"/>
                    <a:gd name="connsiteY25" fmla="*/ 421519 h 42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7086" h="421519">
                      <a:moveTo>
                        <a:pt x="78602" y="421519"/>
                      </a:moveTo>
                      <a:cubicBezTo>
                        <a:pt x="74099" y="421519"/>
                        <a:pt x="70240" y="418310"/>
                        <a:pt x="68953" y="413817"/>
                      </a:cubicBezTo>
                      <a:lnTo>
                        <a:pt x="123" y="65306"/>
                      </a:lnTo>
                      <a:cubicBezTo>
                        <a:pt x="-520" y="61455"/>
                        <a:pt x="1410" y="56962"/>
                        <a:pt x="4626" y="55037"/>
                      </a:cubicBezTo>
                      <a:cubicBezTo>
                        <a:pt x="8486" y="53111"/>
                        <a:pt x="12989" y="53753"/>
                        <a:pt x="16205" y="56320"/>
                      </a:cubicBezTo>
                      <a:cubicBezTo>
                        <a:pt x="16205" y="56320"/>
                        <a:pt x="34217" y="73008"/>
                        <a:pt x="54801" y="71082"/>
                      </a:cubicBezTo>
                      <a:cubicBezTo>
                        <a:pt x="63807" y="70440"/>
                        <a:pt x="72170" y="65948"/>
                        <a:pt x="79889" y="58246"/>
                      </a:cubicBezTo>
                      <a:cubicBezTo>
                        <a:pt x="77316" y="50544"/>
                        <a:pt x="76029" y="43484"/>
                        <a:pt x="74743" y="37707"/>
                      </a:cubicBezTo>
                      <a:cubicBezTo>
                        <a:pt x="70883" y="15243"/>
                        <a:pt x="74743" y="8183"/>
                        <a:pt x="78602" y="4332"/>
                      </a:cubicBezTo>
                      <a:cubicBezTo>
                        <a:pt x="84392" y="-1444"/>
                        <a:pt x="93398" y="-1444"/>
                        <a:pt x="99830" y="4332"/>
                      </a:cubicBezTo>
                      <a:cubicBezTo>
                        <a:pt x="111409" y="13960"/>
                        <a:pt x="117199" y="40916"/>
                        <a:pt x="101760" y="62097"/>
                      </a:cubicBezTo>
                      <a:cubicBezTo>
                        <a:pt x="110123" y="83919"/>
                        <a:pt x="122988" y="106383"/>
                        <a:pt x="141000" y="114726"/>
                      </a:cubicBezTo>
                      <a:cubicBezTo>
                        <a:pt x="160298" y="123712"/>
                        <a:pt x="180239" y="103174"/>
                        <a:pt x="180239" y="103174"/>
                      </a:cubicBezTo>
                      <a:cubicBezTo>
                        <a:pt x="183456" y="99964"/>
                        <a:pt x="187959" y="99323"/>
                        <a:pt x="191818" y="101248"/>
                      </a:cubicBezTo>
                      <a:cubicBezTo>
                        <a:pt x="195678" y="103174"/>
                        <a:pt x="197608" y="107025"/>
                        <a:pt x="196964" y="111517"/>
                      </a:cubicBezTo>
                      <a:lnTo>
                        <a:pt x="144216" y="411250"/>
                      </a:lnTo>
                      <a:cubicBezTo>
                        <a:pt x="143573" y="416385"/>
                        <a:pt x="138427" y="420236"/>
                        <a:pt x="133280" y="418952"/>
                      </a:cubicBezTo>
                      <a:cubicBezTo>
                        <a:pt x="128134" y="418310"/>
                        <a:pt x="124275" y="413176"/>
                        <a:pt x="125561" y="408041"/>
                      </a:cubicBezTo>
                      <a:lnTo>
                        <a:pt x="174450" y="131414"/>
                      </a:lnTo>
                      <a:cubicBezTo>
                        <a:pt x="163514" y="136548"/>
                        <a:pt x="148719" y="139758"/>
                        <a:pt x="133280" y="132698"/>
                      </a:cubicBezTo>
                      <a:cubicBezTo>
                        <a:pt x="112053" y="122428"/>
                        <a:pt x="97257" y="99964"/>
                        <a:pt x="87608" y="77501"/>
                      </a:cubicBezTo>
                      <a:cubicBezTo>
                        <a:pt x="78602" y="85202"/>
                        <a:pt x="68310" y="89053"/>
                        <a:pt x="57374" y="90337"/>
                      </a:cubicBezTo>
                      <a:cubicBezTo>
                        <a:pt x="44509" y="91621"/>
                        <a:pt x="33573" y="87770"/>
                        <a:pt x="23924" y="83919"/>
                      </a:cubicBezTo>
                      <a:lnTo>
                        <a:pt x="88251" y="409966"/>
                      </a:lnTo>
                      <a:cubicBezTo>
                        <a:pt x="89538" y="415101"/>
                        <a:pt x="85678" y="420236"/>
                        <a:pt x="80532" y="421519"/>
                      </a:cubicBezTo>
                      <a:cubicBezTo>
                        <a:pt x="79889" y="421519"/>
                        <a:pt x="79246" y="421519"/>
                        <a:pt x="78602" y="421519"/>
                      </a:cubicBezTo>
                      <a:close/>
                    </a:path>
                  </a:pathLst>
                </a:custGeom>
                <a:solidFill>
                  <a:schemeClr val="tx2"/>
                </a:solidFill>
                <a:ln w="6424" cap="flat">
                  <a:noFill/>
                  <a:prstDash val="solid"/>
                  <a:miter/>
                </a:ln>
              </p:spPr>
              <p:txBody>
                <a:bodyPr rtlCol="0" anchor="ctr"/>
                <a:lstStyle/>
                <a:p>
                  <a:endParaRPr lang="pt-BR"/>
                </a:p>
              </p:txBody>
            </p:sp>
            <p:sp>
              <p:nvSpPr>
                <p:cNvPr id="179" name="Freeform: Shape 178">
                  <a:extLst>
                    <a:ext uri="{FF2B5EF4-FFF2-40B4-BE49-F238E27FC236}">
                      <a16:creationId xmlns:a16="http://schemas.microsoft.com/office/drawing/2014/main" id="{17F7EBB0-BAD5-458E-6C02-CB4124F69DE6}"/>
                    </a:ext>
                  </a:extLst>
                </p:cNvPr>
                <p:cNvSpPr/>
                <p:nvPr/>
              </p:nvSpPr>
              <p:spPr>
                <a:xfrm>
                  <a:off x="6735379" y="2217878"/>
                  <a:ext cx="161461" cy="6418"/>
                </a:xfrm>
                <a:custGeom>
                  <a:avLst/>
                  <a:gdLst>
                    <a:gd name="connsiteX0" fmla="*/ 161461 w 161461"/>
                    <a:gd name="connsiteY0" fmla="*/ 0 h 6418"/>
                    <a:gd name="connsiteX1" fmla="*/ 0 w 161461"/>
                    <a:gd name="connsiteY1" fmla="*/ 0 h 6418"/>
                  </a:gdLst>
                  <a:ahLst/>
                  <a:cxnLst>
                    <a:cxn ang="0">
                      <a:pos x="connsiteX0" y="connsiteY0"/>
                    </a:cxn>
                    <a:cxn ang="0">
                      <a:pos x="connsiteX1" y="connsiteY1"/>
                    </a:cxn>
                  </a:cxnLst>
                  <a:rect l="l" t="t" r="r" b="b"/>
                  <a:pathLst>
                    <a:path w="161461" h="6418">
                      <a:moveTo>
                        <a:pt x="161461" y="0"/>
                      </a:moveTo>
                      <a:lnTo>
                        <a:pt x="0" y="0"/>
                      </a:lnTo>
                    </a:path>
                  </a:pathLst>
                </a:custGeom>
                <a:ln w="32119" cap="rnd">
                  <a:solidFill>
                    <a:schemeClr val="accent1">
                      <a:lumMod val="40000"/>
                      <a:lumOff val="60000"/>
                    </a:schemeClr>
                  </a:solidFill>
                  <a:prstDash val="solid"/>
                  <a:round/>
                </a:ln>
              </p:spPr>
              <p:txBody>
                <a:bodyPr rtlCol="0" anchor="ctr"/>
                <a:lstStyle/>
                <a:p>
                  <a:endParaRPr lang="pt-BR"/>
                </a:p>
              </p:txBody>
            </p:sp>
            <p:sp>
              <p:nvSpPr>
                <p:cNvPr id="180" name="Freeform: Shape 179">
                  <a:extLst>
                    <a:ext uri="{FF2B5EF4-FFF2-40B4-BE49-F238E27FC236}">
                      <a16:creationId xmlns:a16="http://schemas.microsoft.com/office/drawing/2014/main" id="{796A0EF8-3B79-67FB-1F22-441747938549}"/>
                    </a:ext>
                  </a:extLst>
                </p:cNvPr>
                <p:cNvSpPr/>
                <p:nvPr/>
              </p:nvSpPr>
              <p:spPr>
                <a:xfrm>
                  <a:off x="5908775" y="2217878"/>
                  <a:ext cx="161461" cy="6418"/>
                </a:xfrm>
                <a:custGeom>
                  <a:avLst/>
                  <a:gdLst>
                    <a:gd name="connsiteX0" fmla="*/ 161461 w 161461"/>
                    <a:gd name="connsiteY0" fmla="*/ 0 h 6418"/>
                    <a:gd name="connsiteX1" fmla="*/ 0 w 161461"/>
                    <a:gd name="connsiteY1" fmla="*/ 0 h 6418"/>
                  </a:gdLst>
                  <a:ahLst/>
                  <a:cxnLst>
                    <a:cxn ang="0">
                      <a:pos x="connsiteX0" y="connsiteY0"/>
                    </a:cxn>
                    <a:cxn ang="0">
                      <a:pos x="connsiteX1" y="connsiteY1"/>
                    </a:cxn>
                  </a:cxnLst>
                  <a:rect l="l" t="t" r="r" b="b"/>
                  <a:pathLst>
                    <a:path w="161461" h="6418">
                      <a:moveTo>
                        <a:pt x="161461" y="0"/>
                      </a:moveTo>
                      <a:lnTo>
                        <a:pt x="0" y="0"/>
                      </a:lnTo>
                    </a:path>
                  </a:pathLst>
                </a:custGeom>
                <a:ln w="32119" cap="rnd">
                  <a:solidFill>
                    <a:schemeClr val="accent1">
                      <a:lumMod val="40000"/>
                      <a:lumOff val="60000"/>
                    </a:schemeClr>
                  </a:solidFill>
                  <a:prstDash val="solid"/>
                  <a:round/>
                </a:ln>
              </p:spPr>
              <p:txBody>
                <a:bodyPr rtlCol="0" anchor="ctr"/>
                <a:lstStyle/>
                <a:p>
                  <a:endParaRPr lang="pt-BR"/>
                </a:p>
              </p:txBody>
            </p:sp>
            <p:sp>
              <p:nvSpPr>
                <p:cNvPr id="181" name="Freeform: Shape 180">
                  <a:extLst>
                    <a:ext uri="{FF2B5EF4-FFF2-40B4-BE49-F238E27FC236}">
                      <a16:creationId xmlns:a16="http://schemas.microsoft.com/office/drawing/2014/main" id="{B510DBDC-38AC-B1DC-B087-ACB4D2FB9A4A}"/>
                    </a:ext>
                  </a:extLst>
                </p:cNvPr>
                <p:cNvSpPr/>
                <p:nvPr/>
              </p:nvSpPr>
              <p:spPr>
                <a:xfrm>
                  <a:off x="6638245" y="2452786"/>
                  <a:ext cx="113859" cy="113603"/>
                </a:xfrm>
                <a:custGeom>
                  <a:avLst/>
                  <a:gdLst>
                    <a:gd name="connsiteX0" fmla="*/ 113859 w 113859"/>
                    <a:gd name="connsiteY0" fmla="*/ 113603 h 113603"/>
                    <a:gd name="connsiteX1" fmla="*/ 0 w 113859"/>
                    <a:gd name="connsiteY1" fmla="*/ 0 h 113603"/>
                  </a:gdLst>
                  <a:ahLst/>
                  <a:cxnLst>
                    <a:cxn ang="0">
                      <a:pos x="connsiteX0" y="connsiteY0"/>
                    </a:cxn>
                    <a:cxn ang="0">
                      <a:pos x="connsiteX1" y="connsiteY1"/>
                    </a:cxn>
                  </a:cxnLst>
                  <a:rect l="l" t="t" r="r" b="b"/>
                  <a:pathLst>
                    <a:path w="113859" h="113603">
                      <a:moveTo>
                        <a:pt x="113859" y="113603"/>
                      </a:moveTo>
                      <a:lnTo>
                        <a:pt x="0" y="0"/>
                      </a:lnTo>
                    </a:path>
                  </a:pathLst>
                </a:custGeom>
                <a:ln w="32119" cap="rnd">
                  <a:solidFill>
                    <a:schemeClr val="accent1">
                      <a:lumMod val="40000"/>
                      <a:lumOff val="60000"/>
                    </a:schemeClr>
                  </a:solidFill>
                  <a:prstDash val="solid"/>
                  <a:round/>
                </a:ln>
              </p:spPr>
              <p:txBody>
                <a:bodyPr rtlCol="0" anchor="ctr"/>
                <a:lstStyle/>
                <a:p>
                  <a:endParaRPr lang="pt-BR"/>
                </a:p>
              </p:txBody>
            </p:sp>
            <p:sp>
              <p:nvSpPr>
                <p:cNvPr id="182" name="Freeform: Shape 181">
                  <a:extLst>
                    <a:ext uri="{FF2B5EF4-FFF2-40B4-BE49-F238E27FC236}">
                      <a16:creationId xmlns:a16="http://schemas.microsoft.com/office/drawing/2014/main" id="{AA7F59DF-94E5-942C-2ABA-B195B3053FE0}"/>
                    </a:ext>
                  </a:extLst>
                </p:cNvPr>
                <p:cNvSpPr/>
                <p:nvPr/>
              </p:nvSpPr>
              <p:spPr>
                <a:xfrm>
                  <a:off x="6053511" y="1870008"/>
                  <a:ext cx="113859" cy="113603"/>
                </a:xfrm>
                <a:custGeom>
                  <a:avLst/>
                  <a:gdLst>
                    <a:gd name="connsiteX0" fmla="*/ 113859 w 113859"/>
                    <a:gd name="connsiteY0" fmla="*/ 113603 h 113603"/>
                    <a:gd name="connsiteX1" fmla="*/ 0 w 113859"/>
                    <a:gd name="connsiteY1" fmla="*/ 0 h 113603"/>
                  </a:gdLst>
                  <a:ahLst/>
                  <a:cxnLst>
                    <a:cxn ang="0">
                      <a:pos x="connsiteX0" y="connsiteY0"/>
                    </a:cxn>
                    <a:cxn ang="0">
                      <a:pos x="connsiteX1" y="connsiteY1"/>
                    </a:cxn>
                  </a:cxnLst>
                  <a:rect l="l" t="t" r="r" b="b"/>
                  <a:pathLst>
                    <a:path w="113859" h="113603">
                      <a:moveTo>
                        <a:pt x="113859" y="113603"/>
                      </a:moveTo>
                      <a:lnTo>
                        <a:pt x="0" y="0"/>
                      </a:lnTo>
                    </a:path>
                  </a:pathLst>
                </a:custGeom>
                <a:ln w="32119" cap="rnd">
                  <a:solidFill>
                    <a:schemeClr val="accent1">
                      <a:lumMod val="40000"/>
                      <a:lumOff val="60000"/>
                    </a:schemeClr>
                  </a:solidFill>
                  <a:prstDash val="solid"/>
                  <a:round/>
                </a:ln>
              </p:spPr>
              <p:txBody>
                <a:bodyPr rtlCol="0" anchor="ctr"/>
                <a:lstStyle/>
                <a:p>
                  <a:endParaRPr lang="pt-BR"/>
                </a:p>
              </p:txBody>
            </p:sp>
            <p:sp>
              <p:nvSpPr>
                <p:cNvPr id="183" name="Freeform: Shape 182">
                  <a:extLst>
                    <a:ext uri="{FF2B5EF4-FFF2-40B4-BE49-F238E27FC236}">
                      <a16:creationId xmlns:a16="http://schemas.microsoft.com/office/drawing/2014/main" id="{0B845B36-AAE9-38FB-5720-B6DF8F69E189}"/>
                    </a:ext>
                  </a:extLst>
                </p:cNvPr>
                <p:cNvSpPr/>
                <p:nvPr/>
              </p:nvSpPr>
              <p:spPr>
                <a:xfrm>
                  <a:off x="6053511" y="2452786"/>
                  <a:ext cx="113859" cy="113603"/>
                </a:xfrm>
                <a:custGeom>
                  <a:avLst/>
                  <a:gdLst>
                    <a:gd name="connsiteX0" fmla="*/ 0 w 113859"/>
                    <a:gd name="connsiteY0" fmla="*/ 113603 h 113603"/>
                    <a:gd name="connsiteX1" fmla="*/ 113859 w 113859"/>
                    <a:gd name="connsiteY1" fmla="*/ 0 h 113603"/>
                  </a:gdLst>
                  <a:ahLst/>
                  <a:cxnLst>
                    <a:cxn ang="0">
                      <a:pos x="connsiteX0" y="connsiteY0"/>
                    </a:cxn>
                    <a:cxn ang="0">
                      <a:pos x="connsiteX1" y="connsiteY1"/>
                    </a:cxn>
                  </a:cxnLst>
                  <a:rect l="l" t="t" r="r" b="b"/>
                  <a:pathLst>
                    <a:path w="113859" h="113603">
                      <a:moveTo>
                        <a:pt x="0" y="113603"/>
                      </a:moveTo>
                      <a:lnTo>
                        <a:pt x="113859" y="0"/>
                      </a:lnTo>
                    </a:path>
                  </a:pathLst>
                </a:custGeom>
                <a:ln w="32119" cap="rnd">
                  <a:solidFill>
                    <a:schemeClr val="accent1">
                      <a:lumMod val="40000"/>
                      <a:lumOff val="60000"/>
                    </a:schemeClr>
                  </a:solidFill>
                  <a:prstDash val="solid"/>
                  <a:round/>
                </a:ln>
              </p:spPr>
              <p:txBody>
                <a:bodyPr rtlCol="0" anchor="ctr"/>
                <a:lstStyle/>
                <a:p>
                  <a:endParaRPr lang="pt-BR"/>
                </a:p>
              </p:txBody>
            </p:sp>
            <p:sp>
              <p:nvSpPr>
                <p:cNvPr id="184" name="Freeform: Shape 183">
                  <a:extLst>
                    <a:ext uri="{FF2B5EF4-FFF2-40B4-BE49-F238E27FC236}">
                      <a16:creationId xmlns:a16="http://schemas.microsoft.com/office/drawing/2014/main" id="{3B4EDC1F-0E07-96F7-159D-78C391179048}"/>
                    </a:ext>
                  </a:extLst>
                </p:cNvPr>
                <p:cNvSpPr/>
                <p:nvPr/>
              </p:nvSpPr>
              <p:spPr>
                <a:xfrm>
                  <a:off x="6638245" y="1870008"/>
                  <a:ext cx="113859" cy="113603"/>
                </a:xfrm>
                <a:custGeom>
                  <a:avLst/>
                  <a:gdLst>
                    <a:gd name="connsiteX0" fmla="*/ 0 w 113859"/>
                    <a:gd name="connsiteY0" fmla="*/ 113603 h 113603"/>
                    <a:gd name="connsiteX1" fmla="*/ 113859 w 113859"/>
                    <a:gd name="connsiteY1" fmla="*/ 0 h 113603"/>
                  </a:gdLst>
                  <a:ahLst/>
                  <a:cxnLst>
                    <a:cxn ang="0">
                      <a:pos x="connsiteX0" y="connsiteY0"/>
                    </a:cxn>
                    <a:cxn ang="0">
                      <a:pos x="connsiteX1" y="connsiteY1"/>
                    </a:cxn>
                  </a:cxnLst>
                  <a:rect l="l" t="t" r="r" b="b"/>
                  <a:pathLst>
                    <a:path w="113859" h="113603">
                      <a:moveTo>
                        <a:pt x="0" y="113603"/>
                      </a:moveTo>
                      <a:lnTo>
                        <a:pt x="113859" y="0"/>
                      </a:lnTo>
                    </a:path>
                  </a:pathLst>
                </a:custGeom>
                <a:ln w="32119" cap="rnd">
                  <a:solidFill>
                    <a:schemeClr val="accent1">
                      <a:lumMod val="40000"/>
                      <a:lumOff val="60000"/>
                    </a:schemeClr>
                  </a:solidFill>
                  <a:prstDash val="solid"/>
                  <a:round/>
                </a:ln>
              </p:spPr>
              <p:txBody>
                <a:bodyPr rtlCol="0" anchor="ctr"/>
                <a:lstStyle/>
                <a:p>
                  <a:endParaRPr lang="pt-BR"/>
                </a:p>
              </p:txBody>
            </p:sp>
            <p:sp>
              <p:nvSpPr>
                <p:cNvPr id="185" name="Freeform: Shape 184">
                  <a:extLst>
                    <a:ext uri="{FF2B5EF4-FFF2-40B4-BE49-F238E27FC236}">
                      <a16:creationId xmlns:a16="http://schemas.microsoft.com/office/drawing/2014/main" id="{65D377E5-6264-57DB-A45A-67BF77BFF05D}"/>
                    </a:ext>
                  </a:extLst>
                </p:cNvPr>
                <p:cNvSpPr/>
                <p:nvPr/>
              </p:nvSpPr>
              <p:spPr>
                <a:xfrm>
                  <a:off x="6402807" y="1774376"/>
                  <a:ext cx="6432" cy="161098"/>
                </a:xfrm>
                <a:custGeom>
                  <a:avLst/>
                  <a:gdLst>
                    <a:gd name="connsiteX0" fmla="*/ 0 w 6432"/>
                    <a:gd name="connsiteY0" fmla="*/ 161098 h 161098"/>
                    <a:gd name="connsiteX1" fmla="*/ 0 w 6432"/>
                    <a:gd name="connsiteY1" fmla="*/ 0 h 161098"/>
                  </a:gdLst>
                  <a:ahLst/>
                  <a:cxnLst>
                    <a:cxn ang="0">
                      <a:pos x="connsiteX0" y="connsiteY0"/>
                    </a:cxn>
                    <a:cxn ang="0">
                      <a:pos x="connsiteX1" y="connsiteY1"/>
                    </a:cxn>
                  </a:cxnLst>
                  <a:rect l="l" t="t" r="r" b="b"/>
                  <a:pathLst>
                    <a:path w="6432" h="161098">
                      <a:moveTo>
                        <a:pt x="0" y="161098"/>
                      </a:moveTo>
                      <a:lnTo>
                        <a:pt x="0" y="0"/>
                      </a:lnTo>
                    </a:path>
                  </a:pathLst>
                </a:custGeom>
                <a:ln w="32119" cap="rnd">
                  <a:solidFill>
                    <a:schemeClr val="accent1">
                      <a:lumMod val="40000"/>
                      <a:lumOff val="60000"/>
                    </a:schemeClr>
                  </a:solidFill>
                  <a:prstDash val="solid"/>
                  <a:round/>
                </a:ln>
              </p:spPr>
              <p:txBody>
                <a:bodyPr rtlCol="0" anchor="ctr"/>
                <a:lstStyle/>
                <a:p>
                  <a:endParaRPr lang="pt-BR"/>
                </a:p>
              </p:txBody>
            </p:sp>
            <p:sp>
              <p:nvSpPr>
                <p:cNvPr id="186" name="Freeform: Shape 185">
                  <a:extLst>
                    <a:ext uri="{FF2B5EF4-FFF2-40B4-BE49-F238E27FC236}">
                      <a16:creationId xmlns:a16="http://schemas.microsoft.com/office/drawing/2014/main" id="{CE50D1AD-7DD0-4720-6631-890AC4F55AC3}"/>
                    </a:ext>
                  </a:extLst>
                </p:cNvPr>
                <p:cNvSpPr/>
                <p:nvPr/>
              </p:nvSpPr>
              <p:spPr>
                <a:xfrm>
                  <a:off x="6370000" y="2291046"/>
                  <a:ext cx="36727" cy="371617"/>
                </a:xfrm>
                <a:custGeom>
                  <a:avLst/>
                  <a:gdLst>
                    <a:gd name="connsiteX0" fmla="*/ 27017 w 36727"/>
                    <a:gd name="connsiteY0" fmla="*/ 371617 h 371617"/>
                    <a:gd name="connsiteX1" fmla="*/ 17368 w 36727"/>
                    <a:gd name="connsiteY1" fmla="*/ 362632 h 371617"/>
                    <a:gd name="connsiteX2" fmla="*/ 0 w 36727"/>
                    <a:gd name="connsiteY2" fmla="*/ 10269 h 371617"/>
                    <a:gd name="connsiteX3" fmla="*/ 9006 w 36727"/>
                    <a:gd name="connsiteY3" fmla="*/ 0 h 371617"/>
                    <a:gd name="connsiteX4" fmla="*/ 19298 w 36727"/>
                    <a:gd name="connsiteY4" fmla="*/ 8986 h 371617"/>
                    <a:gd name="connsiteX5" fmla="*/ 36667 w 36727"/>
                    <a:gd name="connsiteY5" fmla="*/ 361348 h 371617"/>
                    <a:gd name="connsiteX6" fmla="*/ 27017 w 36727"/>
                    <a:gd name="connsiteY6" fmla="*/ 371617 h 371617"/>
                    <a:gd name="connsiteX7" fmla="*/ 27017 w 36727"/>
                    <a:gd name="connsiteY7" fmla="*/ 371617 h 371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27" h="371617">
                      <a:moveTo>
                        <a:pt x="27017" y="371617"/>
                      </a:moveTo>
                      <a:cubicBezTo>
                        <a:pt x="21871" y="371617"/>
                        <a:pt x="17368" y="367766"/>
                        <a:pt x="17368" y="362632"/>
                      </a:cubicBezTo>
                      <a:lnTo>
                        <a:pt x="0" y="10269"/>
                      </a:lnTo>
                      <a:cubicBezTo>
                        <a:pt x="0" y="5135"/>
                        <a:pt x="3860" y="642"/>
                        <a:pt x="9006" y="0"/>
                      </a:cubicBezTo>
                      <a:cubicBezTo>
                        <a:pt x="14152" y="0"/>
                        <a:pt x="18655" y="3851"/>
                        <a:pt x="19298" y="8986"/>
                      </a:cubicBezTo>
                      <a:lnTo>
                        <a:pt x="36667" y="361348"/>
                      </a:lnTo>
                      <a:cubicBezTo>
                        <a:pt x="37310" y="366483"/>
                        <a:pt x="32807" y="370976"/>
                        <a:pt x="27017" y="371617"/>
                      </a:cubicBezTo>
                      <a:cubicBezTo>
                        <a:pt x="27661" y="371617"/>
                        <a:pt x="27661" y="371617"/>
                        <a:pt x="27017" y="371617"/>
                      </a:cubicBezTo>
                      <a:close/>
                    </a:path>
                  </a:pathLst>
                </a:custGeom>
                <a:solidFill>
                  <a:schemeClr val="tx2"/>
                </a:solidFill>
                <a:ln w="6424" cap="flat">
                  <a:noFill/>
                  <a:prstDash val="solid"/>
                  <a:miter/>
                </a:ln>
              </p:spPr>
              <p:txBody>
                <a:bodyPr rtlCol="0" anchor="ctr"/>
                <a:lstStyle/>
                <a:p>
                  <a:endParaRPr lang="pt-BR"/>
                </a:p>
              </p:txBody>
            </p:sp>
            <p:sp>
              <p:nvSpPr>
                <p:cNvPr id="187" name="Freeform: Shape 186">
                  <a:extLst>
                    <a:ext uri="{FF2B5EF4-FFF2-40B4-BE49-F238E27FC236}">
                      <a16:creationId xmlns:a16="http://schemas.microsoft.com/office/drawing/2014/main" id="{D22DE9B0-F11F-0DB8-3F67-8F78005AF401}"/>
                    </a:ext>
                  </a:extLst>
                </p:cNvPr>
                <p:cNvSpPr/>
                <p:nvPr/>
              </p:nvSpPr>
              <p:spPr>
                <a:xfrm>
                  <a:off x="6285089" y="2650469"/>
                  <a:ext cx="232864" cy="164307"/>
                </a:xfrm>
                <a:custGeom>
                  <a:avLst/>
                  <a:gdLst>
                    <a:gd name="connsiteX0" fmla="*/ 88128 w 232864"/>
                    <a:gd name="connsiteY0" fmla="*/ 164308 h 164307"/>
                    <a:gd name="connsiteX1" fmla="*/ 140877 w 232864"/>
                    <a:gd name="connsiteY1" fmla="*/ 164308 h 164307"/>
                    <a:gd name="connsiteX2" fmla="*/ 221929 w 232864"/>
                    <a:gd name="connsiteY2" fmla="*/ 89214 h 164307"/>
                    <a:gd name="connsiteX3" fmla="*/ 232864 w 232864"/>
                    <a:gd name="connsiteY3" fmla="*/ 0 h 164307"/>
                    <a:gd name="connsiteX4" fmla="*/ 0 w 232864"/>
                    <a:gd name="connsiteY4" fmla="*/ 0 h 164307"/>
                    <a:gd name="connsiteX5" fmla="*/ 10936 w 232864"/>
                    <a:gd name="connsiteY5" fmla="*/ 92423 h 164307"/>
                    <a:gd name="connsiteX6" fmla="*/ 88128 w 232864"/>
                    <a:gd name="connsiteY6" fmla="*/ 164308 h 164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864" h="164307">
                      <a:moveTo>
                        <a:pt x="88128" y="164308"/>
                      </a:moveTo>
                      <a:lnTo>
                        <a:pt x="140877" y="164308"/>
                      </a:lnTo>
                      <a:cubicBezTo>
                        <a:pt x="183332" y="164308"/>
                        <a:pt x="218712" y="131574"/>
                        <a:pt x="221929" y="89214"/>
                      </a:cubicBezTo>
                      <a:lnTo>
                        <a:pt x="232864" y="0"/>
                      </a:lnTo>
                      <a:lnTo>
                        <a:pt x="0" y="0"/>
                      </a:lnTo>
                      <a:lnTo>
                        <a:pt x="10936" y="92423"/>
                      </a:lnTo>
                      <a:cubicBezTo>
                        <a:pt x="13509" y="132858"/>
                        <a:pt x="47602" y="164308"/>
                        <a:pt x="88128" y="164308"/>
                      </a:cubicBezTo>
                      <a:close/>
                    </a:path>
                  </a:pathLst>
                </a:custGeom>
                <a:solidFill>
                  <a:schemeClr val="tx2"/>
                </a:solidFill>
                <a:ln w="6424" cap="flat">
                  <a:noFill/>
                  <a:prstDash val="solid"/>
                  <a:miter/>
                </a:ln>
              </p:spPr>
              <p:txBody>
                <a:bodyPr rtlCol="0" anchor="ctr"/>
                <a:lstStyle/>
                <a:p>
                  <a:endParaRPr lang="pt-BR"/>
                </a:p>
              </p:txBody>
            </p:sp>
          </p:grpSp>
          <p:sp>
            <p:nvSpPr>
              <p:cNvPr id="188" name="Freeform: Shape 187">
                <a:extLst>
                  <a:ext uri="{FF2B5EF4-FFF2-40B4-BE49-F238E27FC236}">
                    <a16:creationId xmlns:a16="http://schemas.microsoft.com/office/drawing/2014/main" id="{09D547E3-8A66-A4E0-16FE-E276BD6D4E22}"/>
                  </a:ext>
                </a:extLst>
              </p:cNvPr>
              <p:cNvSpPr/>
              <p:nvPr/>
            </p:nvSpPr>
            <p:spPr>
              <a:xfrm>
                <a:off x="6706432" y="2547602"/>
                <a:ext cx="194911" cy="510425"/>
              </a:xfrm>
              <a:custGeom>
                <a:avLst/>
                <a:gdLst>
                  <a:gd name="connsiteX0" fmla="*/ 194911 w 194911"/>
                  <a:gd name="connsiteY0" fmla="*/ 486678 h 510425"/>
                  <a:gd name="connsiteX1" fmla="*/ 186549 w 194911"/>
                  <a:gd name="connsiteY1" fmla="*/ 96448 h 510425"/>
                  <a:gd name="connsiteX2" fmla="*/ 158245 w 194911"/>
                  <a:gd name="connsiteY2" fmla="*/ 174 h 510425"/>
                  <a:gd name="connsiteX3" fmla="*/ 109356 w 194911"/>
                  <a:gd name="connsiteY3" fmla="*/ 159989 h 510425"/>
                  <a:gd name="connsiteX4" fmla="*/ 0 w 194911"/>
                  <a:gd name="connsiteY4" fmla="*/ 316594 h 510425"/>
                  <a:gd name="connsiteX5" fmla="*/ 22515 w 194911"/>
                  <a:gd name="connsiteY5" fmla="*/ 510426 h 510425"/>
                  <a:gd name="connsiteX6" fmla="*/ 194911 w 194911"/>
                  <a:gd name="connsiteY6" fmla="*/ 486678 h 51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911" h="510425">
                    <a:moveTo>
                      <a:pt x="194911" y="486678"/>
                    </a:moveTo>
                    <a:cubicBezTo>
                      <a:pt x="194911" y="486678"/>
                      <a:pt x="186549" y="100299"/>
                      <a:pt x="186549" y="96448"/>
                    </a:cubicBezTo>
                    <a:cubicBezTo>
                      <a:pt x="185262" y="65640"/>
                      <a:pt x="186549" y="3383"/>
                      <a:pt x="158245" y="174"/>
                    </a:cubicBezTo>
                    <a:cubicBezTo>
                      <a:pt x="129941" y="-3677"/>
                      <a:pt x="129941" y="56655"/>
                      <a:pt x="109356" y="159989"/>
                    </a:cubicBezTo>
                    <a:lnTo>
                      <a:pt x="0" y="316594"/>
                    </a:lnTo>
                    <a:lnTo>
                      <a:pt x="22515" y="510426"/>
                    </a:lnTo>
                    <a:lnTo>
                      <a:pt x="194911" y="486678"/>
                    </a:lnTo>
                    <a:close/>
                  </a:path>
                </a:pathLst>
              </a:custGeom>
              <a:solidFill>
                <a:schemeClr val="bg1"/>
              </a:solidFill>
              <a:ln w="6424" cap="flat">
                <a:solidFill>
                  <a:schemeClr val="tx2"/>
                </a:solidFill>
                <a:prstDash val="solid"/>
                <a:miter/>
              </a:ln>
            </p:spPr>
            <p:txBody>
              <a:bodyPr rtlCol="0" anchor="ctr"/>
              <a:lstStyle/>
              <a:p>
                <a:endParaRPr lang="pt-BR"/>
              </a:p>
            </p:txBody>
          </p:sp>
          <p:sp>
            <p:nvSpPr>
              <p:cNvPr id="189" name="Freeform: Shape 188">
                <a:extLst>
                  <a:ext uri="{FF2B5EF4-FFF2-40B4-BE49-F238E27FC236}">
                    <a16:creationId xmlns:a16="http://schemas.microsoft.com/office/drawing/2014/main" id="{D950674A-22E1-3931-7AD8-894DF5BD42AB}"/>
                  </a:ext>
                </a:extLst>
              </p:cNvPr>
              <p:cNvSpPr/>
              <p:nvPr/>
            </p:nvSpPr>
            <p:spPr>
              <a:xfrm>
                <a:off x="6706432" y="2547602"/>
                <a:ext cx="194911" cy="510425"/>
              </a:xfrm>
              <a:custGeom>
                <a:avLst/>
                <a:gdLst>
                  <a:gd name="connsiteX0" fmla="*/ 194911 w 194911"/>
                  <a:gd name="connsiteY0" fmla="*/ 486678 h 510425"/>
                  <a:gd name="connsiteX1" fmla="*/ 186549 w 194911"/>
                  <a:gd name="connsiteY1" fmla="*/ 96448 h 510425"/>
                  <a:gd name="connsiteX2" fmla="*/ 158245 w 194911"/>
                  <a:gd name="connsiteY2" fmla="*/ 174 h 510425"/>
                  <a:gd name="connsiteX3" fmla="*/ 109356 w 194911"/>
                  <a:gd name="connsiteY3" fmla="*/ 159989 h 510425"/>
                  <a:gd name="connsiteX4" fmla="*/ 0 w 194911"/>
                  <a:gd name="connsiteY4" fmla="*/ 316594 h 510425"/>
                  <a:gd name="connsiteX5" fmla="*/ 22515 w 194911"/>
                  <a:gd name="connsiteY5" fmla="*/ 510426 h 510425"/>
                  <a:gd name="connsiteX6" fmla="*/ 194911 w 194911"/>
                  <a:gd name="connsiteY6" fmla="*/ 486678 h 51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911" h="510425">
                    <a:moveTo>
                      <a:pt x="194911" y="486678"/>
                    </a:moveTo>
                    <a:cubicBezTo>
                      <a:pt x="194911" y="486678"/>
                      <a:pt x="186549" y="100299"/>
                      <a:pt x="186549" y="96448"/>
                    </a:cubicBezTo>
                    <a:cubicBezTo>
                      <a:pt x="185262" y="65640"/>
                      <a:pt x="186549" y="3383"/>
                      <a:pt x="158245" y="174"/>
                    </a:cubicBezTo>
                    <a:cubicBezTo>
                      <a:pt x="129941" y="-3677"/>
                      <a:pt x="129941" y="56655"/>
                      <a:pt x="109356" y="159989"/>
                    </a:cubicBezTo>
                    <a:lnTo>
                      <a:pt x="0" y="316594"/>
                    </a:lnTo>
                    <a:lnTo>
                      <a:pt x="22515" y="510426"/>
                    </a:lnTo>
                    <a:lnTo>
                      <a:pt x="194911" y="486678"/>
                    </a:lnTo>
                    <a:close/>
                  </a:path>
                </a:pathLst>
              </a:custGeom>
              <a:noFill/>
              <a:ln w="6424" cap="rnd">
                <a:solidFill>
                  <a:schemeClr val="tx2"/>
                </a:solidFill>
                <a:prstDash val="solid"/>
                <a:round/>
              </a:ln>
            </p:spPr>
            <p:txBody>
              <a:bodyPr rtlCol="0" anchor="ctr"/>
              <a:lstStyle/>
              <a:p>
                <a:endParaRPr lang="pt-BR"/>
              </a:p>
            </p:txBody>
          </p:sp>
          <p:sp>
            <p:nvSpPr>
              <p:cNvPr id="190" name="Freeform: Shape 189">
                <a:extLst>
                  <a:ext uri="{FF2B5EF4-FFF2-40B4-BE49-F238E27FC236}">
                    <a16:creationId xmlns:a16="http://schemas.microsoft.com/office/drawing/2014/main" id="{E1969D4D-31A7-8469-FFA0-EAECCF5ECA2E}"/>
                  </a:ext>
                </a:extLst>
              </p:cNvPr>
              <p:cNvSpPr/>
              <p:nvPr/>
            </p:nvSpPr>
            <p:spPr>
              <a:xfrm>
                <a:off x="6666601" y="2681410"/>
                <a:ext cx="217716" cy="257855"/>
              </a:xfrm>
              <a:custGeom>
                <a:avLst/>
                <a:gdLst>
                  <a:gd name="connsiteX0" fmla="*/ 135678 w 217716"/>
                  <a:gd name="connsiteY0" fmla="*/ 220654 h 257855"/>
                  <a:gd name="connsiteX1" fmla="*/ 117667 w 217716"/>
                  <a:gd name="connsiteY1" fmla="*/ 255955 h 257855"/>
                  <a:gd name="connsiteX2" fmla="*/ 17316 w 217716"/>
                  <a:gd name="connsiteY2" fmla="*/ 191772 h 257855"/>
                  <a:gd name="connsiteX3" fmla="*/ 39187 w 217716"/>
                  <a:gd name="connsiteY3" fmla="*/ 123738 h 257855"/>
                  <a:gd name="connsiteX4" fmla="*/ 26322 w 217716"/>
                  <a:gd name="connsiteY4" fmla="*/ 77527 h 257855"/>
                  <a:gd name="connsiteX5" fmla="*/ 77784 w 217716"/>
                  <a:gd name="connsiteY5" fmla="*/ 59556 h 257855"/>
                  <a:gd name="connsiteX6" fmla="*/ 83573 w 217716"/>
                  <a:gd name="connsiteY6" fmla="*/ 12061 h 257855"/>
                  <a:gd name="connsiteX7" fmla="*/ 147257 w 217716"/>
                  <a:gd name="connsiteY7" fmla="*/ 19762 h 257855"/>
                  <a:gd name="connsiteX8" fmla="*/ 212227 w 217716"/>
                  <a:gd name="connsiteY8" fmla="*/ 170592 h 257855"/>
                  <a:gd name="connsiteX9" fmla="*/ 160122 w 217716"/>
                  <a:gd name="connsiteY9" fmla="*/ 168024 h 257855"/>
                  <a:gd name="connsiteX10" fmla="*/ 166555 w 217716"/>
                  <a:gd name="connsiteY10" fmla="*/ 220654 h 257855"/>
                  <a:gd name="connsiteX11" fmla="*/ 135035 w 217716"/>
                  <a:gd name="connsiteY11" fmla="*/ 216803 h 257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7716" h="257855">
                    <a:moveTo>
                      <a:pt x="135678" y="220654"/>
                    </a:moveTo>
                    <a:cubicBezTo>
                      <a:pt x="135678" y="220654"/>
                      <a:pt x="141468" y="243760"/>
                      <a:pt x="117667" y="255955"/>
                    </a:cubicBezTo>
                    <a:cubicBezTo>
                      <a:pt x="93865" y="268149"/>
                      <a:pt x="44333" y="218729"/>
                      <a:pt x="17316" y="191772"/>
                    </a:cubicBezTo>
                    <a:cubicBezTo>
                      <a:pt x="-12274" y="160964"/>
                      <a:pt x="-3269" y="121171"/>
                      <a:pt x="39187" y="123738"/>
                    </a:cubicBezTo>
                    <a:cubicBezTo>
                      <a:pt x="39187" y="123738"/>
                      <a:pt x="17959" y="99991"/>
                      <a:pt x="26322" y="77527"/>
                    </a:cubicBezTo>
                    <a:cubicBezTo>
                      <a:pt x="34041" y="55705"/>
                      <a:pt x="59772" y="48645"/>
                      <a:pt x="77784" y="59556"/>
                    </a:cubicBezTo>
                    <a:cubicBezTo>
                      <a:pt x="77784" y="59556"/>
                      <a:pt x="64275" y="30032"/>
                      <a:pt x="83573" y="12061"/>
                    </a:cubicBezTo>
                    <a:cubicBezTo>
                      <a:pt x="103515" y="-6552"/>
                      <a:pt x="128602" y="-3343"/>
                      <a:pt x="147257" y="19762"/>
                    </a:cubicBezTo>
                    <a:cubicBezTo>
                      <a:pt x="165912" y="42868"/>
                      <a:pt x="237958" y="144277"/>
                      <a:pt x="212227" y="170592"/>
                    </a:cubicBezTo>
                    <a:cubicBezTo>
                      <a:pt x="185853" y="196906"/>
                      <a:pt x="160122" y="168024"/>
                      <a:pt x="160122" y="168024"/>
                    </a:cubicBezTo>
                    <a:cubicBezTo>
                      <a:pt x="160122" y="168024"/>
                      <a:pt x="187783" y="205892"/>
                      <a:pt x="166555" y="220654"/>
                    </a:cubicBezTo>
                    <a:cubicBezTo>
                      <a:pt x="145970" y="236058"/>
                      <a:pt x="135035" y="216803"/>
                      <a:pt x="135035" y="216803"/>
                    </a:cubicBezTo>
                  </a:path>
                </a:pathLst>
              </a:custGeom>
              <a:solidFill>
                <a:srgbClr val="FFFFFF"/>
              </a:solidFill>
              <a:ln w="6424" cap="flat">
                <a:noFill/>
                <a:prstDash val="solid"/>
                <a:miter/>
              </a:ln>
            </p:spPr>
            <p:txBody>
              <a:bodyPr rtlCol="0" anchor="ctr"/>
              <a:lstStyle/>
              <a:p>
                <a:endParaRPr lang="pt-BR"/>
              </a:p>
            </p:txBody>
          </p:sp>
          <p:sp>
            <p:nvSpPr>
              <p:cNvPr id="191" name="Freeform: Shape 190">
                <a:extLst>
                  <a:ext uri="{FF2B5EF4-FFF2-40B4-BE49-F238E27FC236}">
                    <a16:creationId xmlns:a16="http://schemas.microsoft.com/office/drawing/2014/main" id="{5A720DC8-635A-FCD2-025F-84B6AF2647BE}"/>
                  </a:ext>
                </a:extLst>
              </p:cNvPr>
              <p:cNvSpPr/>
              <p:nvPr/>
            </p:nvSpPr>
            <p:spPr>
              <a:xfrm>
                <a:off x="6801636" y="2850076"/>
                <a:ext cx="39534" cy="58602"/>
              </a:xfrm>
              <a:custGeom>
                <a:avLst/>
                <a:gdLst>
                  <a:gd name="connsiteX0" fmla="*/ 34737 w 39534"/>
                  <a:gd name="connsiteY0" fmla="*/ 7702 h 58602"/>
                  <a:gd name="connsiteX1" fmla="*/ 25088 w 39534"/>
                  <a:gd name="connsiteY1" fmla="*/ 0 h 58602"/>
                  <a:gd name="connsiteX2" fmla="*/ 31520 w 39534"/>
                  <a:gd name="connsiteY2" fmla="*/ 52630 h 58602"/>
                  <a:gd name="connsiteX3" fmla="*/ 0 w 39534"/>
                  <a:gd name="connsiteY3" fmla="*/ 48779 h 58602"/>
                </a:gdLst>
                <a:ahLst/>
                <a:cxnLst>
                  <a:cxn ang="0">
                    <a:pos x="connsiteX0" y="connsiteY0"/>
                  </a:cxn>
                  <a:cxn ang="0">
                    <a:pos x="connsiteX1" y="connsiteY1"/>
                  </a:cxn>
                  <a:cxn ang="0">
                    <a:pos x="connsiteX2" y="connsiteY2"/>
                  </a:cxn>
                  <a:cxn ang="0">
                    <a:pos x="connsiteX3" y="connsiteY3"/>
                  </a:cxn>
                </a:cxnLst>
                <a:rect l="l" t="t" r="r" b="b"/>
                <a:pathLst>
                  <a:path w="39534" h="58602">
                    <a:moveTo>
                      <a:pt x="34737" y="7702"/>
                    </a:moveTo>
                    <a:cubicBezTo>
                      <a:pt x="28947" y="3851"/>
                      <a:pt x="25088" y="0"/>
                      <a:pt x="25088" y="0"/>
                    </a:cubicBezTo>
                    <a:cubicBezTo>
                      <a:pt x="25088" y="0"/>
                      <a:pt x="52748" y="37868"/>
                      <a:pt x="31520" y="52630"/>
                    </a:cubicBezTo>
                    <a:cubicBezTo>
                      <a:pt x="10936" y="68034"/>
                      <a:pt x="0" y="48779"/>
                      <a:pt x="0" y="48779"/>
                    </a:cubicBezTo>
                  </a:path>
                </a:pathLst>
              </a:custGeom>
              <a:noFill/>
              <a:ln w="6424" cap="rnd">
                <a:solidFill>
                  <a:schemeClr val="tx2"/>
                </a:solidFill>
                <a:prstDash val="solid"/>
                <a:round/>
              </a:ln>
            </p:spPr>
            <p:txBody>
              <a:bodyPr rtlCol="0" anchor="ctr"/>
              <a:lstStyle/>
              <a:p>
                <a:endParaRPr lang="pt-BR"/>
              </a:p>
            </p:txBody>
          </p:sp>
          <p:sp>
            <p:nvSpPr>
              <p:cNvPr id="192" name="Freeform: Shape 191">
                <a:extLst>
                  <a:ext uri="{FF2B5EF4-FFF2-40B4-BE49-F238E27FC236}">
                    <a16:creationId xmlns:a16="http://schemas.microsoft.com/office/drawing/2014/main" id="{2E5C6589-8059-1384-2EEC-FCD8A26CAAA6}"/>
                  </a:ext>
                </a:extLst>
              </p:cNvPr>
              <p:cNvSpPr/>
              <p:nvPr/>
            </p:nvSpPr>
            <p:spPr>
              <a:xfrm>
                <a:off x="6666601" y="2681410"/>
                <a:ext cx="178777" cy="257855"/>
              </a:xfrm>
              <a:custGeom>
                <a:avLst/>
                <a:gdLst>
                  <a:gd name="connsiteX0" fmla="*/ 135678 w 178777"/>
                  <a:gd name="connsiteY0" fmla="*/ 220654 h 257855"/>
                  <a:gd name="connsiteX1" fmla="*/ 117667 w 178777"/>
                  <a:gd name="connsiteY1" fmla="*/ 255955 h 257855"/>
                  <a:gd name="connsiteX2" fmla="*/ 17316 w 178777"/>
                  <a:gd name="connsiteY2" fmla="*/ 191772 h 257855"/>
                  <a:gd name="connsiteX3" fmla="*/ 39187 w 178777"/>
                  <a:gd name="connsiteY3" fmla="*/ 123738 h 257855"/>
                  <a:gd name="connsiteX4" fmla="*/ 26322 w 178777"/>
                  <a:gd name="connsiteY4" fmla="*/ 77527 h 257855"/>
                  <a:gd name="connsiteX5" fmla="*/ 77784 w 178777"/>
                  <a:gd name="connsiteY5" fmla="*/ 59556 h 257855"/>
                  <a:gd name="connsiteX6" fmla="*/ 83573 w 178777"/>
                  <a:gd name="connsiteY6" fmla="*/ 12061 h 257855"/>
                  <a:gd name="connsiteX7" fmla="*/ 147257 w 178777"/>
                  <a:gd name="connsiteY7" fmla="*/ 19762 h 257855"/>
                  <a:gd name="connsiteX8" fmla="*/ 178777 w 178777"/>
                  <a:gd name="connsiteY8" fmla="*/ 64690 h 257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777" h="257855">
                    <a:moveTo>
                      <a:pt x="135678" y="220654"/>
                    </a:moveTo>
                    <a:cubicBezTo>
                      <a:pt x="135678" y="220654"/>
                      <a:pt x="141468" y="243760"/>
                      <a:pt x="117667" y="255955"/>
                    </a:cubicBezTo>
                    <a:cubicBezTo>
                      <a:pt x="93865" y="268149"/>
                      <a:pt x="44333" y="218729"/>
                      <a:pt x="17316" y="191772"/>
                    </a:cubicBezTo>
                    <a:cubicBezTo>
                      <a:pt x="-12274" y="160964"/>
                      <a:pt x="-3269" y="121171"/>
                      <a:pt x="39187" y="123738"/>
                    </a:cubicBezTo>
                    <a:cubicBezTo>
                      <a:pt x="39187" y="123738"/>
                      <a:pt x="17959" y="99991"/>
                      <a:pt x="26322" y="77527"/>
                    </a:cubicBezTo>
                    <a:cubicBezTo>
                      <a:pt x="34041" y="55705"/>
                      <a:pt x="59772" y="48645"/>
                      <a:pt x="77784" y="59556"/>
                    </a:cubicBezTo>
                    <a:cubicBezTo>
                      <a:pt x="77784" y="59556"/>
                      <a:pt x="64275" y="30032"/>
                      <a:pt x="83573" y="12061"/>
                    </a:cubicBezTo>
                    <a:cubicBezTo>
                      <a:pt x="103515" y="-6552"/>
                      <a:pt x="128602" y="-3343"/>
                      <a:pt x="147257" y="19762"/>
                    </a:cubicBezTo>
                    <a:cubicBezTo>
                      <a:pt x="153690" y="27464"/>
                      <a:pt x="166555" y="44794"/>
                      <a:pt x="178777" y="64690"/>
                    </a:cubicBezTo>
                  </a:path>
                </a:pathLst>
              </a:custGeom>
              <a:solidFill>
                <a:schemeClr val="bg1"/>
              </a:solidFill>
              <a:ln w="6424" cap="rnd">
                <a:solidFill>
                  <a:schemeClr val="tx2"/>
                </a:solidFill>
                <a:prstDash val="solid"/>
                <a:round/>
              </a:ln>
            </p:spPr>
            <p:txBody>
              <a:bodyPr rtlCol="0" anchor="ctr"/>
              <a:lstStyle/>
              <a:p>
                <a:endParaRPr lang="pt-BR"/>
              </a:p>
            </p:txBody>
          </p:sp>
          <p:sp>
            <p:nvSpPr>
              <p:cNvPr id="193" name="Freeform: Shape 192">
                <a:extLst>
                  <a:ext uri="{FF2B5EF4-FFF2-40B4-BE49-F238E27FC236}">
                    <a16:creationId xmlns:a16="http://schemas.microsoft.com/office/drawing/2014/main" id="{527BEE25-77E7-94E6-EBF1-83C9B8565AE8}"/>
                  </a:ext>
                </a:extLst>
              </p:cNvPr>
              <p:cNvSpPr/>
              <p:nvPr/>
            </p:nvSpPr>
            <p:spPr>
              <a:xfrm>
                <a:off x="6811574" y="2740631"/>
                <a:ext cx="73043" cy="160149"/>
              </a:xfrm>
              <a:custGeom>
                <a:avLst/>
                <a:gdLst>
                  <a:gd name="connsiteX0" fmla="*/ 43454 w 73043"/>
                  <a:gd name="connsiteY0" fmla="*/ 160150 h 160149"/>
                  <a:gd name="connsiteX1" fmla="*/ 7430 w 73043"/>
                  <a:gd name="connsiteY1" fmla="*/ 4186 h 160149"/>
                  <a:gd name="connsiteX2" fmla="*/ 73044 w 73043"/>
                  <a:gd name="connsiteY2" fmla="*/ 52965 h 160149"/>
                  <a:gd name="connsiteX3" fmla="*/ 43454 w 73043"/>
                  <a:gd name="connsiteY3" fmla="*/ 160150 h 160149"/>
                </a:gdLst>
                <a:ahLst/>
                <a:cxnLst>
                  <a:cxn ang="0">
                    <a:pos x="connsiteX0" y="connsiteY0"/>
                  </a:cxn>
                  <a:cxn ang="0">
                    <a:pos x="connsiteX1" y="connsiteY1"/>
                  </a:cxn>
                  <a:cxn ang="0">
                    <a:pos x="connsiteX2" y="connsiteY2"/>
                  </a:cxn>
                  <a:cxn ang="0">
                    <a:pos x="connsiteX3" y="connsiteY3"/>
                  </a:cxn>
                </a:cxnLst>
                <a:rect l="l" t="t" r="r" b="b"/>
                <a:pathLst>
                  <a:path w="73043" h="160149">
                    <a:moveTo>
                      <a:pt x="43454" y="160150"/>
                    </a:moveTo>
                    <a:cubicBezTo>
                      <a:pt x="43454" y="160150"/>
                      <a:pt x="-21517" y="27292"/>
                      <a:pt x="7430" y="4186"/>
                    </a:cubicBezTo>
                    <a:cubicBezTo>
                      <a:pt x="34448" y="-17636"/>
                      <a:pt x="73044" y="52965"/>
                      <a:pt x="73044" y="52965"/>
                    </a:cubicBezTo>
                    <a:lnTo>
                      <a:pt x="43454" y="160150"/>
                    </a:lnTo>
                    <a:close/>
                  </a:path>
                </a:pathLst>
              </a:custGeom>
              <a:solidFill>
                <a:srgbClr val="FFFFFF"/>
              </a:solidFill>
              <a:ln w="6424" cap="flat">
                <a:noFill/>
                <a:prstDash val="solid"/>
                <a:miter/>
              </a:ln>
            </p:spPr>
            <p:txBody>
              <a:bodyPr rtlCol="0" anchor="ctr"/>
              <a:lstStyle/>
              <a:p>
                <a:endParaRPr lang="pt-BR"/>
              </a:p>
            </p:txBody>
          </p:sp>
          <p:sp>
            <p:nvSpPr>
              <p:cNvPr id="194" name="Freeform: Shape 193">
                <a:extLst>
                  <a:ext uri="{FF2B5EF4-FFF2-40B4-BE49-F238E27FC236}">
                    <a16:creationId xmlns:a16="http://schemas.microsoft.com/office/drawing/2014/main" id="{214AC243-F81E-2D31-035D-C3C33FFC3B13}"/>
                  </a:ext>
                </a:extLst>
              </p:cNvPr>
              <p:cNvSpPr/>
              <p:nvPr/>
            </p:nvSpPr>
            <p:spPr>
              <a:xfrm>
                <a:off x="6810931" y="2739347"/>
                <a:ext cx="73043" cy="160149"/>
              </a:xfrm>
              <a:custGeom>
                <a:avLst/>
                <a:gdLst>
                  <a:gd name="connsiteX0" fmla="*/ 73044 w 73043"/>
                  <a:gd name="connsiteY0" fmla="*/ 52965 h 160149"/>
                  <a:gd name="connsiteX1" fmla="*/ 7430 w 73043"/>
                  <a:gd name="connsiteY1" fmla="*/ 4186 h 160149"/>
                  <a:gd name="connsiteX2" fmla="*/ 43453 w 73043"/>
                  <a:gd name="connsiteY2" fmla="*/ 160150 h 160149"/>
                </a:gdLst>
                <a:ahLst/>
                <a:cxnLst>
                  <a:cxn ang="0">
                    <a:pos x="connsiteX0" y="connsiteY0"/>
                  </a:cxn>
                  <a:cxn ang="0">
                    <a:pos x="connsiteX1" y="connsiteY1"/>
                  </a:cxn>
                  <a:cxn ang="0">
                    <a:pos x="connsiteX2" y="connsiteY2"/>
                  </a:cxn>
                </a:cxnLst>
                <a:rect l="l" t="t" r="r" b="b"/>
                <a:pathLst>
                  <a:path w="73043" h="160149">
                    <a:moveTo>
                      <a:pt x="73044" y="52965"/>
                    </a:moveTo>
                    <a:cubicBezTo>
                      <a:pt x="73044" y="52965"/>
                      <a:pt x="34448" y="-17636"/>
                      <a:pt x="7430" y="4186"/>
                    </a:cubicBezTo>
                    <a:cubicBezTo>
                      <a:pt x="-21517" y="27934"/>
                      <a:pt x="43453" y="160150"/>
                      <a:pt x="43453" y="160150"/>
                    </a:cubicBezTo>
                  </a:path>
                </a:pathLst>
              </a:custGeom>
              <a:noFill/>
              <a:ln w="6424" cap="rnd">
                <a:solidFill>
                  <a:schemeClr val="tx2"/>
                </a:solidFill>
                <a:prstDash val="solid"/>
                <a:round/>
              </a:ln>
            </p:spPr>
            <p:txBody>
              <a:bodyPr rtlCol="0" anchor="ctr"/>
              <a:lstStyle/>
              <a:p>
                <a:endParaRPr lang="pt-BR"/>
              </a:p>
            </p:txBody>
          </p:sp>
          <p:sp>
            <p:nvSpPr>
              <p:cNvPr id="195" name="Freeform: Shape 194">
                <a:extLst>
                  <a:ext uri="{FF2B5EF4-FFF2-40B4-BE49-F238E27FC236}">
                    <a16:creationId xmlns:a16="http://schemas.microsoft.com/office/drawing/2014/main" id="{29F46344-CAB3-15AA-C876-B6FFD72FE9C6}"/>
                  </a:ext>
                </a:extLst>
              </p:cNvPr>
              <p:cNvSpPr/>
              <p:nvPr/>
            </p:nvSpPr>
            <p:spPr>
              <a:xfrm>
                <a:off x="6712864" y="3007966"/>
                <a:ext cx="933387" cy="1020770"/>
              </a:xfrm>
              <a:custGeom>
                <a:avLst/>
                <a:gdLst>
                  <a:gd name="connsiteX0" fmla="*/ 933387 w 933387"/>
                  <a:gd name="connsiteY0" fmla="*/ 115529 h 1020770"/>
                  <a:gd name="connsiteX1" fmla="*/ 669646 w 933387"/>
                  <a:gd name="connsiteY1" fmla="*/ 204101 h 1020770"/>
                  <a:gd name="connsiteX2" fmla="*/ 347367 w 933387"/>
                  <a:gd name="connsiteY2" fmla="*/ 580211 h 1020770"/>
                  <a:gd name="connsiteX3" fmla="*/ 209707 w 933387"/>
                  <a:gd name="connsiteY3" fmla="*/ 0 h 1020770"/>
                  <a:gd name="connsiteX4" fmla="*/ 0 w 933387"/>
                  <a:gd name="connsiteY4" fmla="*/ 34017 h 1020770"/>
                  <a:gd name="connsiteX5" fmla="*/ 80409 w 933387"/>
                  <a:gd name="connsiteY5" fmla="*/ 783028 h 1020770"/>
                  <a:gd name="connsiteX6" fmla="*/ 156315 w 933387"/>
                  <a:gd name="connsiteY6" fmla="*/ 953754 h 1020770"/>
                  <a:gd name="connsiteX7" fmla="*/ 485027 w 933387"/>
                  <a:gd name="connsiteY7" fmla="*/ 963381 h 1020770"/>
                  <a:gd name="connsiteX8" fmla="*/ 767423 w 933387"/>
                  <a:gd name="connsiteY8" fmla="*/ 631557 h 1020770"/>
                  <a:gd name="connsiteX9" fmla="*/ 933387 w 933387"/>
                  <a:gd name="connsiteY9" fmla="*/ 115529 h 102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3387" h="1020770">
                    <a:moveTo>
                      <a:pt x="933387" y="115529"/>
                    </a:moveTo>
                    <a:cubicBezTo>
                      <a:pt x="933387" y="115529"/>
                      <a:pt x="821458" y="8986"/>
                      <a:pt x="669646" y="204101"/>
                    </a:cubicBezTo>
                    <a:lnTo>
                      <a:pt x="347367" y="580211"/>
                    </a:lnTo>
                    <a:lnTo>
                      <a:pt x="209707" y="0"/>
                    </a:lnTo>
                    <a:lnTo>
                      <a:pt x="0" y="34017"/>
                    </a:lnTo>
                    <a:lnTo>
                      <a:pt x="80409" y="783028"/>
                    </a:lnTo>
                    <a:cubicBezTo>
                      <a:pt x="80409" y="783028"/>
                      <a:pt x="91345" y="885720"/>
                      <a:pt x="156315" y="953754"/>
                    </a:cubicBezTo>
                    <a:cubicBezTo>
                      <a:pt x="222572" y="1023071"/>
                      <a:pt x="344794" y="1057087"/>
                      <a:pt x="485027" y="963381"/>
                    </a:cubicBezTo>
                    <a:lnTo>
                      <a:pt x="767423" y="631557"/>
                    </a:lnTo>
                    <a:lnTo>
                      <a:pt x="933387" y="115529"/>
                    </a:lnTo>
                    <a:close/>
                  </a:path>
                </a:pathLst>
              </a:custGeom>
              <a:solidFill>
                <a:schemeClr val="accent1"/>
              </a:solidFill>
              <a:ln w="6424" cap="flat">
                <a:noFill/>
                <a:prstDash val="solid"/>
                <a:miter/>
              </a:ln>
            </p:spPr>
            <p:txBody>
              <a:bodyPr rtlCol="0" anchor="ctr"/>
              <a:lstStyle/>
              <a:p>
                <a:endParaRPr lang="pt-BR"/>
              </a:p>
            </p:txBody>
          </p:sp>
          <p:sp>
            <p:nvSpPr>
              <p:cNvPr id="196" name="Freeform: Shape 195">
                <a:extLst>
                  <a:ext uri="{FF2B5EF4-FFF2-40B4-BE49-F238E27FC236}">
                    <a16:creationId xmlns:a16="http://schemas.microsoft.com/office/drawing/2014/main" id="{235EE6DB-8E82-31A5-BEA7-7B692C188496}"/>
                  </a:ext>
                </a:extLst>
              </p:cNvPr>
              <p:cNvSpPr/>
              <p:nvPr/>
            </p:nvSpPr>
            <p:spPr>
              <a:xfrm>
                <a:off x="7733011" y="2463055"/>
                <a:ext cx="497331" cy="445619"/>
              </a:xfrm>
              <a:custGeom>
                <a:avLst/>
                <a:gdLst>
                  <a:gd name="connsiteX0" fmla="*/ 130024 w 497331"/>
                  <a:gd name="connsiteY0" fmla="*/ 0 h 445619"/>
                  <a:gd name="connsiteX1" fmla="*/ 31603 w 497331"/>
                  <a:gd name="connsiteY1" fmla="*/ 184846 h 445619"/>
                  <a:gd name="connsiteX2" fmla="*/ 45755 w 497331"/>
                  <a:gd name="connsiteY2" fmla="*/ 412694 h 445619"/>
                  <a:gd name="connsiteX3" fmla="*/ 288912 w 497331"/>
                  <a:gd name="connsiteY3" fmla="*/ 404350 h 445619"/>
                  <a:gd name="connsiteX4" fmla="*/ 348093 w 497331"/>
                  <a:gd name="connsiteY4" fmla="*/ 345302 h 445619"/>
                  <a:gd name="connsiteX5" fmla="*/ 497332 w 497331"/>
                  <a:gd name="connsiteY5" fmla="*/ 163666 h 445619"/>
                  <a:gd name="connsiteX6" fmla="*/ 370607 w 497331"/>
                  <a:gd name="connsiteY6" fmla="*/ 0 h 445619"/>
                  <a:gd name="connsiteX7" fmla="*/ 130024 w 497331"/>
                  <a:gd name="connsiteY7" fmla="*/ 0 h 44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7331" h="445619">
                    <a:moveTo>
                      <a:pt x="130024" y="0"/>
                    </a:moveTo>
                    <a:lnTo>
                      <a:pt x="31603" y="184846"/>
                    </a:lnTo>
                    <a:cubicBezTo>
                      <a:pt x="31603" y="184846"/>
                      <a:pt x="-48163" y="333750"/>
                      <a:pt x="45755" y="412694"/>
                    </a:cubicBezTo>
                    <a:cubicBezTo>
                      <a:pt x="116515" y="471742"/>
                      <a:pt x="227158" y="440293"/>
                      <a:pt x="288912" y="404350"/>
                    </a:cubicBezTo>
                    <a:cubicBezTo>
                      <a:pt x="339087" y="375468"/>
                      <a:pt x="348093" y="345302"/>
                      <a:pt x="348093" y="345302"/>
                    </a:cubicBezTo>
                    <a:lnTo>
                      <a:pt x="497332" y="163666"/>
                    </a:lnTo>
                    <a:lnTo>
                      <a:pt x="370607" y="0"/>
                    </a:lnTo>
                    <a:lnTo>
                      <a:pt x="130024" y="0"/>
                    </a:lnTo>
                    <a:close/>
                  </a:path>
                </a:pathLst>
              </a:custGeom>
              <a:solidFill>
                <a:schemeClr val="bg1"/>
              </a:solidFill>
              <a:ln w="6424" cap="flat">
                <a:noFill/>
                <a:prstDash val="solid"/>
                <a:miter/>
              </a:ln>
            </p:spPr>
            <p:txBody>
              <a:bodyPr rtlCol="0" anchor="ctr"/>
              <a:lstStyle/>
              <a:p>
                <a:endParaRPr lang="pt-BR"/>
              </a:p>
            </p:txBody>
          </p:sp>
          <p:sp>
            <p:nvSpPr>
              <p:cNvPr id="197" name="Freeform: Shape 196">
                <a:extLst>
                  <a:ext uri="{FF2B5EF4-FFF2-40B4-BE49-F238E27FC236}">
                    <a16:creationId xmlns:a16="http://schemas.microsoft.com/office/drawing/2014/main" id="{D88EB6DB-F201-33D3-91DB-2A3597049288}"/>
                  </a:ext>
                </a:extLst>
              </p:cNvPr>
              <p:cNvSpPr/>
              <p:nvPr/>
            </p:nvSpPr>
            <p:spPr>
              <a:xfrm>
                <a:off x="7777479" y="2258955"/>
                <a:ext cx="631049" cy="601391"/>
              </a:xfrm>
              <a:custGeom>
                <a:avLst/>
                <a:gdLst>
                  <a:gd name="connsiteX0" fmla="*/ 631049 w 631049"/>
                  <a:gd name="connsiteY0" fmla="*/ 431949 h 601391"/>
                  <a:gd name="connsiteX1" fmla="*/ 586020 w 631049"/>
                  <a:gd name="connsiteY1" fmla="*/ 363915 h 601391"/>
                  <a:gd name="connsiteX2" fmla="*/ 614325 w 631049"/>
                  <a:gd name="connsiteY2" fmla="*/ 317704 h 601391"/>
                  <a:gd name="connsiteX3" fmla="*/ 562219 w 631049"/>
                  <a:gd name="connsiteY3" fmla="*/ 265074 h 601391"/>
                  <a:gd name="connsiteX4" fmla="*/ 574442 w 631049"/>
                  <a:gd name="connsiteY4" fmla="*/ 231699 h 601391"/>
                  <a:gd name="connsiteX5" fmla="*/ 521693 w 631049"/>
                  <a:gd name="connsiteY5" fmla="*/ 179070 h 601391"/>
                  <a:gd name="connsiteX6" fmla="*/ 520407 w 631049"/>
                  <a:gd name="connsiteY6" fmla="*/ 179070 h 601391"/>
                  <a:gd name="connsiteX7" fmla="*/ 521050 w 631049"/>
                  <a:gd name="connsiteY7" fmla="*/ 170084 h 601391"/>
                  <a:gd name="connsiteX8" fmla="*/ 435495 w 631049"/>
                  <a:gd name="connsiteY8" fmla="*/ 84721 h 601391"/>
                  <a:gd name="connsiteX9" fmla="*/ 391752 w 631049"/>
                  <a:gd name="connsiteY9" fmla="*/ 96916 h 601391"/>
                  <a:gd name="connsiteX10" fmla="*/ 394325 w 631049"/>
                  <a:gd name="connsiteY10" fmla="*/ 80228 h 601391"/>
                  <a:gd name="connsiteX11" fmla="*/ 341577 w 631049"/>
                  <a:gd name="connsiteY11" fmla="*/ 27599 h 601391"/>
                  <a:gd name="connsiteX12" fmla="*/ 306841 w 631049"/>
                  <a:gd name="connsiteY12" fmla="*/ 40435 h 601391"/>
                  <a:gd name="connsiteX13" fmla="*/ 256665 w 631049"/>
                  <a:gd name="connsiteY13" fmla="*/ 3209 h 601391"/>
                  <a:gd name="connsiteX14" fmla="*/ 211636 w 631049"/>
                  <a:gd name="connsiteY14" fmla="*/ 28240 h 601391"/>
                  <a:gd name="connsiteX15" fmla="*/ 161461 w 631049"/>
                  <a:gd name="connsiteY15" fmla="*/ 0 h 601391"/>
                  <a:gd name="connsiteX16" fmla="*/ 104210 w 631049"/>
                  <a:gd name="connsiteY16" fmla="*/ 48137 h 601391"/>
                  <a:gd name="connsiteX17" fmla="*/ 70117 w 631049"/>
                  <a:gd name="connsiteY17" fmla="*/ 39151 h 601391"/>
                  <a:gd name="connsiteX18" fmla="*/ 0 w 631049"/>
                  <a:gd name="connsiteY18" fmla="*/ 109110 h 601391"/>
                  <a:gd name="connsiteX19" fmla="*/ 54678 w 631049"/>
                  <a:gd name="connsiteY19" fmla="*/ 177144 h 601391"/>
                  <a:gd name="connsiteX20" fmla="*/ 52105 w 631049"/>
                  <a:gd name="connsiteY20" fmla="*/ 191264 h 601391"/>
                  <a:gd name="connsiteX21" fmla="*/ 90058 w 631049"/>
                  <a:gd name="connsiteY21" fmla="*/ 229132 h 601391"/>
                  <a:gd name="connsiteX22" fmla="*/ 100350 w 631049"/>
                  <a:gd name="connsiteY22" fmla="*/ 227848 h 601391"/>
                  <a:gd name="connsiteX23" fmla="*/ 100350 w 631049"/>
                  <a:gd name="connsiteY23" fmla="*/ 228490 h 601391"/>
                  <a:gd name="connsiteX24" fmla="*/ 150526 w 631049"/>
                  <a:gd name="connsiteY24" fmla="*/ 278553 h 601391"/>
                  <a:gd name="connsiteX25" fmla="*/ 182046 w 631049"/>
                  <a:gd name="connsiteY25" fmla="*/ 267642 h 601391"/>
                  <a:gd name="connsiteX26" fmla="*/ 182046 w 631049"/>
                  <a:gd name="connsiteY26" fmla="*/ 272134 h 601391"/>
                  <a:gd name="connsiteX27" fmla="*/ 241870 w 631049"/>
                  <a:gd name="connsiteY27" fmla="*/ 331824 h 601391"/>
                  <a:gd name="connsiteX28" fmla="*/ 268888 w 631049"/>
                  <a:gd name="connsiteY28" fmla="*/ 325406 h 601391"/>
                  <a:gd name="connsiteX29" fmla="*/ 267601 w 631049"/>
                  <a:gd name="connsiteY29" fmla="*/ 336317 h 601391"/>
                  <a:gd name="connsiteX30" fmla="*/ 314560 w 631049"/>
                  <a:gd name="connsiteY30" fmla="*/ 383170 h 601391"/>
                  <a:gd name="connsiteX31" fmla="*/ 320349 w 631049"/>
                  <a:gd name="connsiteY31" fmla="*/ 382528 h 601391"/>
                  <a:gd name="connsiteX32" fmla="*/ 314560 w 631049"/>
                  <a:gd name="connsiteY32" fmla="*/ 402425 h 601391"/>
                  <a:gd name="connsiteX33" fmla="*/ 352513 w 631049"/>
                  <a:gd name="connsiteY33" fmla="*/ 440293 h 601391"/>
                  <a:gd name="connsiteX34" fmla="*/ 355086 w 631049"/>
                  <a:gd name="connsiteY34" fmla="*/ 440293 h 601391"/>
                  <a:gd name="connsiteX35" fmla="*/ 363449 w 631049"/>
                  <a:gd name="connsiteY35" fmla="*/ 491639 h 601391"/>
                  <a:gd name="connsiteX36" fmla="*/ 344150 w 631049"/>
                  <a:gd name="connsiteY36" fmla="*/ 523730 h 601391"/>
                  <a:gd name="connsiteX37" fmla="*/ 333215 w 631049"/>
                  <a:gd name="connsiteY37" fmla="*/ 522446 h 601391"/>
                  <a:gd name="connsiteX38" fmla="*/ 295262 w 631049"/>
                  <a:gd name="connsiteY38" fmla="*/ 560314 h 601391"/>
                  <a:gd name="connsiteX39" fmla="*/ 333215 w 631049"/>
                  <a:gd name="connsiteY39" fmla="*/ 598182 h 601391"/>
                  <a:gd name="connsiteX40" fmla="*/ 362162 w 631049"/>
                  <a:gd name="connsiteY40" fmla="*/ 584704 h 601391"/>
                  <a:gd name="connsiteX41" fmla="*/ 404618 w 631049"/>
                  <a:gd name="connsiteY41" fmla="*/ 601391 h 601391"/>
                  <a:gd name="connsiteX42" fmla="*/ 449004 w 631049"/>
                  <a:gd name="connsiteY42" fmla="*/ 582136 h 601391"/>
                  <a:gd name="connsiteX43" fmla="*/ 485027 w 631049"/>
                  <a:gd name="connsiteY43" fmla="*/ 591764 h 601391"/>
                  <a:gd name="connsiteX44" fmla="*/ 559003 w 631049"/>
                  <a:gd name="connsiteY44" fmla="*/ 517954 h 601391"/>
                  <a:gd name="connsiteX45" fmla="*/ 558360 w 631049"/>
                  <a:gd name="connsiteY45" fmla="*/ 507043 h 601391"/>
                  <a:gd name="connsiteX46" fmla="*/ 631049 w 631049"/>
                  <a:gd name="connsiteY46" fmla="*/ 431949 h 60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631049" h="601391">
                    <a:moveTo>
                      <a:pt x="631049" y="431949"/>
                    </a:moveTo>
                    <a:cubicBezTo>
                      <a:pt x="631049" y="401141"/>
                      <a:pt x="612395" y="375468"/>
                      <a:pt x="586020" y="363915"/>
                    </a:cubicBezTo>
                    <a:cubicBezTo>
                      <a:pt x="602746" y="354930"/>
                      <a:pt x="614325" y="337601"/>
                      <a:pt x="614325" y="317704"/>
                    </a:cubicBezTo>
                    <a:cubicBezTo>
                      <a:pt x="614325" y="288822"/>
                      <a:pt x="591167" y="265716"/>
                      <a:pt x="562219" y="265074"/>
                    </a:cubicBezTo>
                    <a:cubicBezTo>
                      <a:pt x="569939" y="256089"/>
                      <a:pt x="574442" y="244536"/>
                      <a:pt x="574442" y="231699"/>
                    </a:cubicBezTo>
                    <a:cubicBezTo>
                      <a:pt x="574442" y="202817"/>
                      <a:pt x="550640" y="179070"/>
                      <a:pt x="521693" y="179070"/>
                    </a:cubicBezTo>
                    <a:cubicBezTo>
                      <a:pt x="521050" y="179070"/>
                      <a:pt x="521050" y="179070"/>
                      <a:pt x="520407" y="179070"/>
                    </a:cubicBezTo>
                    <a:cubicBezTo>
                      <a:pt x="520407" y="175860"/>
                      <a:pt x="521050" y="173293"/>
                      <a:pt x="521050" y="170084"/>
                    </a:cubicBezTo>
                    <a:cubicBezTo>
                      <a:pt x="521050" y="123231"/>
                      <a:pt x="483097" y="84721"/>
                      <a:pt x="435495" y="84721"/>
                    </a:cubicBezTo>
                    <a:cubicBezTo>
                      <a:pt x="419413" y="84721"/>
                      <a:pt x="404618" y="89214"/>
                      <a:pt x="391752" y="96916"/>
                    </a:cubicBezTo>
                    <a:cubicBezTo>
                      <a:pt x="393682" y="91781"/>
                      <a:pt x="394325" y="86005"/>
                      <a:pt x="394325" y="80228"/>
                    </a:cubicBezTo>
                    <a:cubicBezTo>
                      <a:pt x="394325" y="51346"/>
                      <a:pt x="370524" y="27599"/>
                      <a:pt x="341577" y="27599"/>
                    </a:cubicBezTo>
                    <a:cubicBezTo>
                      <a:pt x="328069" y="27599"/>
                      <a:pt x="316490" y="32733"/>
                      <a:pt x="306841" y="40435"/>
                    </a:cubicBezTo>
                    <a:cubicBezTo>
                      <a:pt x="300408" y="18613"/>
                      <a:pt x="280466" y="3209"/>
                      <a:pt x="256665" y="3209"/>
                    </a:cubicBezTo>
                    <a:cubicBezTo>
                      <a:pt x="237367" y="3209"/>
                      <a:pt x="221285" y="13478"/>
                      <a:pt x="211636" y="28240"/>
                    </a:cubicBezTo>
                    <a:cubicBezTo>
                      <a:pt x="201344" y="10911"/>
                      <a:pt x="182689" y="0"/>
                      <a:pt x="161461" y="0"/>
                    </a:cubicBezTo>
                    <a:cubicBezTo>
                      <a:pt x="132514" y="0"/>
                      <a:pt x="108713" y="20539"/>
                      <a:pt x="104210" y="48137"/>
                    </a:cubicBezTo>
                    <a:cubicBezTo>
                      <a:pt x="93918" y="42361"/>
                      <a:pt x="82339" y="39151"/>
                      <a:pt x="70117" y="39151"/>
                    </a:cubicBezTo>
                    <a:cubicBezTo>
                      <a:pt x="31520" y="39151"/>
                      <a:pt x="0" y="70601"/>
                      <a:pt x="0" y="109110"/>
                    </a:cubicBezTo>
                    <a:cubicBezTo>
                      <a:pt x="0" y="142485"/>
                      <a:pt x="23158" y="170084"/>
                      <a:pt x="54678" y="177144"/>
                    </a:cubicBezTo>
                    <a:cubicBezTo>
                      <a:pt x="52748" y="181637"/>
                      <a:pt x="52105" y="186130"/>
                      <a:pt x="52105" y="191264"/>
                    </a:cubicBezTo>
                    <a:cubicBezTo>
                      <a:pt x="52105" y="211803"/>
                      <a:pt x="68830" y="229132"/>
                      <a:pt x="90058" y="229132"/>
                    </a:cubicBezTo>
                    <a:cubicBezTo>
                      <a:pt x="93274" y="229132"/>
                      <a:pt x="97134" y="228490"/>
                      <a:pt x="100350" y="227848"/>
                    </a:cubicBezTo>
                    <a:cubicBezTo>
                      <a:pt x="100350" y="227848"/>
                      <a:pt x="100350" y="228490"/>
                      <a:pt x="100350" y="228490"/>
                    </a:cubicBezTo>
                    <a:cubicBezTo>
                      <a:pt x="100350" y="256089"/>
                      <a:pt x="122865" y="278553"/>
                      <a:pt x="150526" y="278553"/>
                    </a:cubicBezTo>
                    <a:cubicBezTo>
                      <a:pt x="162748" y="278553"/>
                      <a:pt x="173683" y="274702"/>
                      <a:pt x="182046" y="267642"/>
                    </a:cubicBezTo>
                    <a:cubicBezTo>
                      <a:pt x="182046" y="268925"/>
                      <a:pt x="182046" y="270209"/>
                      <a:pt x="182046" y="272134"/>
                    </a:cubicBezTo>
                    <a:cubicBezTo>
                      <a:pt x="182046" y="304867"/>
                      <a:pt x="209063" y="331824"/>
                      <a:pt x="241870" y="331824"/>
                    </a:cubicBezTo>
                    <a:cubicBezTo>
                      <a:pt x="251519" y="331824"/>
                      <a:pt x="261168" y="329257"/>
                      <a:pt x="268888" y="325406"/>
                    </a:cubicBezTo>
                    <a:cubicBezTo>
                      <a:pt x="268244" y="328615"/>
                      <a:pt x="267601" y="332466"/>
                      <a:pt x="267601" y="336317"/>
                    </a:cubicBezTo>
                    <a:cubicBezTo>
                      <a:pt x="267601" y="361990"/>
                      <a:pt x="288186" y="383170"/>
                      <a:pt x="314560" y="383170"/>
                    </a:cubicBezTo>
                    <a:cubicBezTo>
                      <a:pt x="316490" y="383170"/>
                      <a:pt x="318420" y="383170"/>
                      <a:pt x="320349" y="382528"/>
                    </a:cubicBezTo>
                    <a:cubicBezTo>
                      <a:pt x="316490" y="388305"/>
                      <a:pt x="314560" y="395365"/>
                      <a:pt x="314560" y="402425"/>
                    </a:cubicBezTo>
                    <a:cubicBezTo>
                      <a:pt x="314560" y="422963"/>
                      <a:pt x="331285" y="440293"/>
                      <a:pt x="352513" y="440293"/>
                    </a:cubicBezTo>
                    <a:cubicBezTo>
                      <a:pt x="353156" y="440293"/>
                      <a:pt x="354443" y="440293"/>
                      <a:pt x="355086" y="440293"/>
                    </a:cubicBezTo>
                    <a:lnTo>
                      <a:pt x="363449" y="491639"/>
                    </a:lnTo>
                    <a:cubicBezTo>
                      <a:pt x="353799" y="499983"/>
                      <a:pt x="347367" y="510894"/>
                      <a:pt x="344150" y="523730"/>
                    </a:cubicBezTo>
                    <a:cubicBezTo>
                      <a:pt x="340934" y="522446"/>
                      <a:pt x="337074" y="522446"/>
                      <a:pt x="333215" y="522446"/>
                    </a:cubicBezTo>
                    <a:cubicBezTo>
                      <a:pt x="312630" y="522446"/>
                      <a:pt x="295262" y="539134"/>
                      <a:pt x="295262" y="560314"/>
                    </a:cubicBezTo>
                    <a:cubicBezTo>
                      <a:pt x="295262" y="580853"/>
                      <a:pt x="311987" y="598182"/>
                      <a:pt x="333215" y="598182"/>
                    </a:cubicBezTo>
                    <a:cubicBezTo>
                      <a:pt x="344793" y="598182"/>
                      <a:pt x="355086" y="593047"/>
                      <a:pt x="362162" y="584704"/>
                    </a:cubicBezTo>
                    <a:cubicBezTo>
                      <a:pt x="373098" y="594973"/>
                      <a:pt x="387893" y="601391"/>
                      <a:pt x="404618" y="601391"/>
                    </a:cubicBezTo>
                    <a:cubicBezTo>
                      <a:pt x="421986" y="601391"/>
                      <a:pt x="438068" y="594331"/>
                      <a:pt x="449004" y="582136"/>
                    </a:cubicBezTo>
                    <a:cubicBezTo>
                      <a:pt x="459939" y="587913"/>
                      <a:pt x="472161" y="591764"/>
                      <a:pt x="485027" y="591764"/>
                    </a:cubicBezTo>
                    <a:cubicBezTo>
                      <a:pt x="525553" y="591764"/>
                      <a:pt x="559003" y="559031"/>
                      <a:pt x="559003" y="517954"/>
                    </a:cubicBezTo>
                    <a:cubicBezTo>
                      <a:pt x="559003" y="514103"/>
                      <a:pt x="558360" y="510252"/>
                      <a:pt x="558360" y="507043"/>
                    </a:cubicBezTo>
                    <a:cubicBezTo>
                      <a:pt x="598886" y="505117"/>
                      <a:pt x="631049" y="472384"/>
                      <a:pt x="631049" y="431949"/>
                    </a:cubicBezTo>
                    <a:close/>
                  </a:path>
                </a:pathLst>
              </a:custGeom>
              <a:solidFill>
                <a:schemeClr val="tx2"/>
              </a:solidFill>
              <a:ln w="6424" cap="flat">
                <a:noFill/>
                <a:prstDash val="solid"/>
                <a:miter/>
              </a:ln>
            </p:spPr>
            <p:txBody>
              <a:bodyPr rtlCol="0" anchor="ctr"/>
              <a:lstStyle/>
              <a:p>
                <a:endParaRPr lang="pt-BR"/>
              </a:p>
            </p:txBody>
          </p:sp>
          <p:sp>
            <p:nvSpPr>
              <p:cNvPr id="198" name="Freeform: Shape 197">
                <a:extLst>
                  <a:ext uri="{FF2B5EF4-FFF2-40B4-BE49-F238E27FC236}">
                    <a16:creationId xmlns:a16="http://schemas.microsoft.com/office/drawing/2014/main" id="{C7C1DF54-8E72-8135-7BB5-37833A70D815}"/>
                  </a:ext>
                </a:extLst>
              </p:cNvPr>
              <p:cNvSpPr/>
              <p:nvPr/>
            </p:nvSpPr>
            <p:spPr>
              <a:xfrm>
                <a:off x="8035431" y="2714575"/>
                <a:ext cx="159007" cy="122022"/>
              </a:xfrm>
              <a:custGeom>
                <a:avLst/>
                <a:gdLst>
                  <a:gd name="connsiteX0" fmla="*/ 80409 w 159007"/>
                  <a:gd name="connsiteY0" fmla="*/ 7778 h 122022"/>
                  <a:gd name="connsiteX1" fmla="*/ 156315 w 159007"/>
                  <a:gd name="connsiteY1" fmla="*/ 28958 h 122022"/>
                  <a:gd name="connsiteX2" fmla="*/ 0 w 159007"/>
                  <a:gd name="connsiteY2" fmla="*/ 100201 h 122022"/>
                  <a:gd name="connsiteX3" fmla="*/ 80409 w 159007"/>
                  <a:gd name="connsiteY3" fmla="*/ 7778 h 122022"/>
                </a:gdLst>
                <a:ahLst/>
                <a:cxnLst>
                  <a:cxn ang="0">
                    <a:pos x="connsiteX0" y="connsiteY0"/>
                  </a:cxn>
                  <a:cxn ang="0">
                    <a:pos x="connsiteX1" y="connsiteY1"/>
                  </a:cxn>
                  <a:cxn ang="0">
                    <a:pos x="connsiteX2" y="connsiteY2"/>
                  </a:cxn>
                  <a:cxn ang="0">
                    <a:pos x="connsiteX3" y="connsiteY3"/>
                  </a:cxn>
                </a:cxnLst>
                <a:rect l="l" t="t" r="r" b="b"/>
                <a:pathLst>
                  <a:path w="159007" h="122022">
                    <a:moveTo>
                      <a:pt x="80409" y="7778"/>
                    </a:moveTo>
                    <a:cubicBezTo>
                      <a:pt x="80409" y="7778"/>
                      <a:pt x="135730" y="-19821"/>
                      <a:pt x="156315" y="28958"/>
                    </a:cubicBezTo>
                    <a:cubicBezTo>
                      <a:pt x="174327" y="72602"/>
                      <a:pt x="99707" y="163741"/>
                      <a:pt x="0" y="100201"/>
                    </a:cubicBezTo>
                    <a:lnTo>
                      <a:pt x="80409" y="7778"/>
                    </a:lnTo>
                    <a:close/>
                  </a:path>
                </a:pathLst>
              </a:custGeom>
              <a:solidFill>
                <a:schemeClr val="bg1"/>
              </a:solidFill>
              <a:ln w="6424" cap="flat">
                <a:noFill/>
                <a:prstDash val="solid"/>
                <a:miter/>
              </a:ln>
            </p:spPr>
            <p:txBody>
              <a:bodyPr rtlCol="0" anchor="ctr"/>
              <a:lstStyle/>
              <a:p>
                <a:endParaRPr lang="pt-BR"/>
              </a:p>
            </p:txBody>
          </p:sp>
          <p:sp>
            <p:nvSpPr>
              <p:cNvPr id="199" name="Freeform: Shape 198">
                <a:extLst>
                  <a:ext uri="{FF2B5EF4-FFF2-40B4-BE49-F238E27FC236}">
                    <a16:creationId xmlns:a16="http://schemas.microsoft.com/office/drawing/2014/main" id="{66D4D6AB-CDFD-733A-FDA1-7D2670995088}"/>
                  </a:ext>
                </a:extLst>
              </p:cNvPr>
              <p:cNvSpPr/>
              <p:nvPr/>
            </p:nvSpPr>
            <p:spPr>
              <a:xfrm>
                <a:off x="7374791" y="3123494"/>
                <a:ext cx="957188" cy="1097522"/>
              </a:xfrm>
              <a:custGeom>
                <a:avLst/>
                <a:gdLst>
                  <a:gd name="connsiteX0" fmla="*/ 502395 w 957188"/>
                  <a:gd name="connsiteY0" fmla="*/ 91139 h 1097522"/>
                  <a:gd name="connsiteX1" fmla="*/ 712102 w 957188"/>
                  <a:gd name="connsiteY1" fmla="*/ 46853 h 1097522"/>
                  <a:gd name="connsiteX2" fmla="*/ 755201 w 957188"/>
                  <a:gd name="connsiteY2" fmla="*/ 26957 h 1097522"/>
                  <a:gd name="connsiteX3" fmla="*/ 875493 w 957188"/>
                  <a:gd name="connsiteY3" fmla="*/ 468533 h 1097522"/>
                  <a:gd name="connsiteX4" fmla="*/ 957188 w 957188"/>
                  <a:gd name="connsiteY4" fmla="*/ 1097523 h 1097522"/>
                  <a:gd name="connsiteX5" fmla="*/ 0 w 957188"/>
                  <a:gd name="connsiteY5" fmla="*/ 1097523 h 1097522"/>
                  <a:gd name="connsiteX6" fmla="*/ 86842 w 957188"/>
                  <a:gd name="connsiteY6" fmla="*/ 529507 h 1097522"/>
                  <a:gd name="connsiteX7" fmla="*/ 271461 w 957188"/>
                  <a:gd name="connsiteY7" fmla="*/ 0 h 1097522"/>
                  <a:gd name="connsiteX8" fmla="*/ 322922 w 957188"/>
                  <a:gd name="connsiteY8" fmla="*/ 40435 h 1097522"/>
                  <a:gd name="connsiteX9" fmla="*/ 502395 w 957188"/>
                  <a:gd name="connsiteY9" fmla="*/ 91139 h 10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7188" h="1097522">
                    <a:moveTo>
                      <a:pt x="502395" y="91139"/>
                    </a:moveTo>
                    <a:cubicBezTo>
                      <a:pt x="641342" y="98841"/>
                      <a:pt x="712102" y="46853"/>
                      <a:pt x="712102" y="46853"/>
                    </a:cubicBezTo>
                    <a:lnTo>
                      <a:pt x="755201" y="26957"/>
                    </a:lnTo>
                    <a:lnTo>
                      <a:pt x="875493" y="468533"/>
                    </a:lnTo>
                    <a:lnTo>
                      <a:pt x="957188" y="1097523"/>
                    </a:lnTo>
                    <a:lnTo>
                      <a:pt x="0" y="1097523"/>
                    </a:lnTo>
                    <a:lnTo>
                      <a:pt x="86842" y="529507"/>
                    </a:lnTo>
                    <a:lnTo>
                      <a:pt x="271461" y="0"/>
                    </a:lnTo>
                    <a:lnTo>
                      <a:pt x="322922" y="40435"/>
                    </a:lnTo>
                    <a:cubicBezTo>
                      <a:pt x="322922" y="39793"/>
                      <a:pt x="376957" y="84079"/>
                      <a:pt x="502395" y="91139"/>
                    </a:cubicBezTo>
                    <a:close/>
                  </a:path>
                </a:pathLst>
              </a:custGeom>
              <a:solidFill>
                <a:schemeClr val="accent1"/>
              </a:solidFill>
              <a:ln w="6424" cap="flat">
                <a:noFill/>
                <a:prstDash val="solid"/>
                <a:miter/>
              </a:ln>
            </p:spPr>
            <p:txBody>
              <a:bodyPr rtlCol="0" anchor="ctr"/>
              <a:lstStyle/>
              <a:p>
                <a:endParaRPr lang="pt-BR"/>
              </a:p>
            </p:txBody>
          </p:sp>
          <p:sp>
            <p:nvSpPr>
              <p:cNvPr id="200" name="Freeform: Shape 199">
                <a:extLst>
                  <a:ext uri="{FF2B5EF4-FFF2-40B4-BE49-F238E27FC236}">
                    <a16:creationId xmlns:a16="http://schemas.microsoft.com/office/drawing/2014/main" id="{EB852638-E61F-E536-3B4D-D3EBC10722EF}"/>
                  </a:ext>
                </a:extLst>
              </p:cNvPr>
              <p:cNvSpPr/>
              <p:nvPr/>
            </p:nvSpPr>
            <p:spPr>
              <a:xfrm>
                <a:off x="7262188" y="3944997"/>
                <a:ext cx="440671" cy="200062"/>
              </a:xfrm>
              <a:custGeom>
                <a:avLst/>
                <a:gdLst>
                  <a:gd name="connsiteX0" fmla="*/ 405935 w 440671"/>
                  <a:gd name="connsiteY0" fmla="*/ 10946 h 200062"/>
                  <a:gd name="connsiteX1" fmla="*/ 202661 w 440671"/>
                  <a:gd name="connsiteY1" fmla="*/ 1319 h 200062"/>
                  <a:gd name="connsiteX2" fmla="*/ 148627 w 440671"/>
                  <a:gd name="connsiteY2" fmla="*/ 15439 h 200062"/>
                  <a:gd name="connsiteX3" fmla="*/ 13539 w 440671"/>
                  <a:gd name="connsiteY3" fmla="*/ 71920 h 200062"/>
                  <a:gd name="connsiteX4" fmla="*/ 23832 w 440671"/>
                  <a:gd name="connsiteY4" fmla="*/ 109146 h 200062"/>
                  <a:gd name="connsiteX5" fmla="*/ 83013 w 440671"/>
                  <a:gd name="connsiteY5" fmla="*/ 96309 h 200062"/>
                  <a:gd name="connsiteX6" fmla="*/ 35411 w 440671"/>
                  <a:gd name="connsiteY6" fmla="*/ 154073 h 200062"/>
                  <a:gd name="connsiteX7" fmla="*/ 77867 w 440671"/>
                  <a:gd name="connsiteY7" fmla="*/ 181672 h 200062"/>
                  <a:gd name="connsiteX8" fmla="*/ 113890 w 440671"/>
                  <a:gd name="connsiteY8" fmla="*/ 198359 h 200062"/>
                  <a:gd name="connsiteX9" fmla="*/ 226462 w 440671"/>
                  <a:gd name="connsiteY9" fmla="*/ 116206 h 200062"/>
                  <a:gd name="connsiteX10" fmla="*/ 351257 w 440671"/>
                  <a:gd name="connsiteY10" fmla="*/ 150222 h 200062"/>
                  <a:gd name="connsiteX11" fmla="*/ 440672 w 440671"/>
                  <a:gd name="connsiteY11" fmla="*/ 140595 h 200062"/>
                  <a:gd name="connsiteX12" fmla="*/ 405935 w 440671"/>
                  <a:gd name="connsiteY12" fmla="*/ 10946 h 20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0671" h="200062">
                    <a:moveTo>
                      <a:pt x="405935" y="10946"/>
                    </a:moveTo>
                    <a:lnTo>
                      <a:pt x="202661" y="1319"/>
                    </a:lnTo>
                    <a:cubicBezTo>
                      <a:pt x="202661" y="1319"/>
                      <a:pt x="169211" y="-6383"/>
                      <a:pt x="148627" y="15439"/>
                    </a:cubicBezTo>
                    <a:cubicBezTo>
                      <a:pt x="110673" y="30843"/>
                      <a:pt x="21259" y="67427"/>
                      <a:pt x="13539" y="71920"/>
                    </a:cubicBezTo>
                    <a:cubicBezTo>
                      <a:pt x="-11548" y="86682"/>
                      <a:pt x="1960" y="112355"/>
                      <a:pt x="23832" y="109146"/>
                    </a:cubicBezTo>
                    <a:cubicBezTo>
                      <a:pt x="41200" y="105936"/>
                      <a:pt x="68861" y="99518"/>
                      <a:pt x="83013" y="96309"/>
                    </a:cubicBezTo>
                    <a:cubicBezTo>
                      <a:pt x="57925" y="127117"/>
                      <a:pt x="35411" y="154073"/>
                      <a:pt x="35411" y="154073"/>
                    </a:cubicBezTo>
                    <a:cubicBezTo>
                      <a:pt x="35411" y="154073"/>
                      <a:pt x="23832" y="191299"/>
                      <a:pt x="77867" y="181672"/>
                    </a:cubicBezTo>
                    <a:cubicBezTo>
                      <a:pt x="77867" y="181672"/>
                      <a:pt x="74007" y="206703"/>
                      <a:pt x="113890" y="198359"/>
                    </a:cubicBezTo>
                    <a:cubicBezTo>
                      <a:pt x="139621" y="193225"/>
                      <a:pt x="226462" y="116206"/>
                      <a:pt x="226462" y="116206"/>
                    </a:cubicBezTo>
                    <a:cubicBezTo>
                      <a:pt x="226462" y="116206"/>
                      <a:pt x="282427" y="150222"/>
                      <a:pt x="351257" y="150222"/>
                    </a:cubicBezTo>
                    <a:lnTo>
                      <a:pt x="440672" y="140595"/>
                    </a:lnTo>
                    <a:lnTo>
                      <a:pt x="405935" y="10946"/>
                    </a:lnTo>
                    <a:close/>
                  </a:path>
                </a:pathLst>
              </a:custGeom>
              <a:solidFill>
                <a:schemeClr val="bg1"/>
              </a:solidFill>
              <a:ln w="6424" cap="flat">
                <a:solidFill>
                  <a:schemeClr val="tx2"/>
                </a:solidFill>
                <a:prstDash val="solid"/>
                <a:miter/>
              </a:ln>
            </p:spPr>
            <p:txBody>
              <a:bodyPr rtlCol="0" anchor="ctr"/>
              <a:lstStyle/>
              <a:p>
                <a:endParaRPr lang="pt-BR"/>
              </a:p>
            </p:txBody>
          </p:sp>
          <p:sp>
            <p:nvSpPr>
              <p:cNvPr id="201" name="Freeform: Shape 200">
                <a:extLst>
                  <a:ext uri="{FF2B5EF4-FFF2-40B4-BE49-F238E27FC236}">
                    <a16:creationId xmlns:a16="http://schemas.microsoft.com/office/drawing/2014/main" id="{ED1398A8-DA4D-8F3C-D72C-625F3180052B}"/>
                  </a:ext>
                </a:extLst>
              </p:cNvPr>
              <p:cNvSpPr/>
              <p:nvPr/>
            </p:nvSpPr>
            <p:spPr>
              <a:xfrm>
                <a:off x="7262188" y="3944997"/>
                <a:ext cx="440671" cy="200062"/>
              </a:xfrm>
              <a:custGeom>
                <a:avLst/>
                <a:gdLst>
                  <a:gd name="connsiteX0" fmla="*/ 405935 w 440671"/>
                  <a:gd name="connsiteY0" fmla="*/ 10946 h 200062"/>
                  <a:gd name="connsiteX1" fmla="*/ 202661 w 440671"/>
                  <a:gd name="connsiteY1" fmla="*/ 1319 h 200062"/>
                  <a:gd name="connsiteX2" fmla="*/ 148627 w 440671"/>
                  <a:gd name="connsiteY2" fmla="*/ 15439 h 200062"/>
                  <a:gd name="connsiteX3" fmla="*/ 13539 w 440671"/>
                  <a:gd name="connsiteY3" fmla="*/ 71920 h 200062"/>
                  <a:gd name="connsiteX4" fmla="*/ 23832 w 440671"/>
                  <a:gd name="connsiteY4" fmla="*/ 109146 h 200062"/>
                  <a:gd name="connsiteX5" fmla="*/ 83013 w 440671"/>
                  <a:gd name="connsiteY5" fmla="*/ 96309 h 200062"/>
                  <a:gd name="connsiteX6" fmla="*/ 35411 w 440671"/>
                  <a:gd name="connsiteY6" fmla="*/ 154073 h 200062"/>
                  <a:gd name="connsiteX7" fmla="*/ 77867 w 440671"/>
                  <a:gd name="connsiteY7" fmla="*/ 181672 h 200062"/>
                  <a:gd name="connsiteX8" fmla="*/ 113890 w 440671"/>
                  <a:gd name="connsiteY8" fmla="*/ 198359 h 200062"/>
                  <a:gd name="connsiteX9" fmla="*/ 226462 w 440671"/>
                  <a:gd name="connsiteY9" fmla="*/ 116206 h 200062"/>
                  <a:gd name="connsiteX10" fmla="*/ 351257 w 440671"/>
                  <a:gd name="connsiteY10" fmla="*/ 150222 h 200062"/>
                  <a:gd name="connsiteX11" fmla="*/ 440672 w 440671"/>
                  <a:gd name="connsiteY11" fmla="*/ 140595 h 200062"/>
                  <a:gd name="connsiteX12" fmla="*/ 405935 w 440671"/>
                  <a:gd name="connsiteY12" fmla="*/ 10946 h 20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0671" h="200062">
                    <a:moveTo>
                      <a:pt x="405935" y="10946"/>
                    </a:moveTo>
                    <a:lnTo>
                      <a:pt x="202661" y="1319"/>
                    </a:lnTo>
                    <a:cubicBezTo>
                      <a:pt x="202661" y="1319"/>
                      <a:pt x="169211" y="-6383"/>
                      <a:pt x="148627" y="15439"/>
                    </a:cubicBezTo>
                    <a:cubicBezTo>
                      <a:pt x="110673" y="30843"/>
                      <a:pt x="21259" y="67427"/>
                      <a:pt x="13539" y="71920"/>
                    </a:cubicBezTo>
                    <a:cubicBezTo>
                      <a:pt x="-11548" y="86682"/>
                      <a:pt x="1960" y="112355"/>
                      <a:pt x="23832" y="109146"/>
                    </a:cubicBezTo>
                    <a:cubicBezTo>
                      <a:pt x="41200" y="105936"/>
                      <a:pt x="68861" y="99518"/>
                      <a:pt x="83013" y="96309"/>
                    </a:cubicBezTo>
                    <a:cubicBezTo>
                      <a:pt x="57925" y="127117"/>
                      <a:pt x="35411" y="154073"/>
                      <a:pt x="35411" y="154073"/>
                    </a:cubicBezTo>
                    <a:cubicBezTo>
                      <a:pt x="35411" y="154073"/>
                      <a:pt x="23832" y="191299"/>
                      <a:pt x="77867" y="181672"/>
                    </a:cubicBezTo>
                    <a:cubicBezTo>
                      <a:pt x="77867" y="181672"/>
                      <a:pt x="74007" y="206703"/>
                      <a:pt x="113890" y="198359"/>
                    </a:cubicBezTo>
                    <a:cubicBezTo>
                      <a:pt x="139621" y="193225"/>
                      <a:pt x="226462" y="116206"/>
                      <a:pt x="226462" y="116206"/>
                    </a:cubicBezTo>
                    <a:cubicBezTo>
                      <a:pt x="226462" y="116206"/>
                      <a:pt x="282427" y="150222"/>
                      <a:pt x="351257" y="150222"/>
                    </a:cubicBezTo>
                    <a:lnTo>
                      <a:pt x="440672" y="140595"/>
                    </a:lnTo>
                    <a:lnTo>
                      <a:pt x="405935" y="10946"/>
                    </a:lnTo>
                    <a:close/>
                  </a:path>
                </a:pathLst>
              </a:custGeom>
              <a:noFill/>
              <a:ln w="6424" cap="rnd">
                <a:solidFill>
                  <a:schemeClr val="tx2"/>
                </a:solidFill>
                <a:prstDash val="solid"/>
                <a:round/>
              </a:ln>
            </p:spPr>
            <p:txBody>
              <a:bodyPr rtlCol="0" anchor="ctr"/>
              <a:lstStyle/>
              <a:p>
                <a:endParaRPr lang="pt-BR"/>
              </a:p>
            </p:txBody>
          </p:sp>
          <p:sp>
            <p:nvSpPr>
              <p:cNvPr id="202" name="Freeform: Shape 201">
                <a:extLst>
                  <a:ext uri="{FF2B5EF4-FFF2-40B4-BE49-F238E27FC236}">
                    <a16:creationId xmlns:a16="http://schemas.microsoft.com/office/drawing/2014/main" id="{73154A28-8765-0FB5-6D0F-6E1FA4784C44}"/>
                  </a:ext>
                </a:extLst>
              </p:cNvPr>
              <p:cNvSpPr/>
              <p:nvPr/>
            </p:nvSpPr>
            <p:spPr>
              <a:xfrm>
                <a:off x="7340697" y="3998945"/>
                <a:ext cx="92631" cy="122588"/>
              </a:xfrm>
              <a:custGeom>
                <a:avLst/>
                <a:gdLst>
                  <a:gd name="connsiteX0" fmla="*/ 92631 w 92631"/>
                  <a:gd name="connsiteY0" fmla="*/ 0 h 122588"/>
                  <a:gd name="connsiteX1" fmla="*/ 0 w 92631"/>
                  <a:gd name="connsiteY1" fmla="*/ 122589 h 122588"/>
                </a:gdLst>
                <a:ahLst/>
                <a:cxnLst>
                  <a:cxn ang="0">
                    <a:pos x="connsiteX0" y="connsiteY0"/>
                  </a:cxn>
                  <a:cxn ang="0">
                    <a:pos x="connsiteX1" y="connsiteY1"/>
                  </a:cxn>
                </a:cxnLst>
                <a:rect l="l" t="t" r="r" b="b"/>
                <a:pathLst>
                  <a:path w="92631" h="122588">
                    <a:moveTo>
                      <a:pt x="92631" y="0"/>
                    </a:moveTo>
                    <a:lnTo>
                      <a:pt x="0" y="122589"/>
                    </a:lnTo>
                  </a:path>
                </a:pathLst>
              </a:custGeom>
              <a:ln w="6424" cap="rnd">
                <a:solidFill>
                  <a:schemeClr val="tx2"/>
                </a:solidFill>
                <a:prstDash val="solid"/>
                <a:round/>
              </a:ln>
            </p:spPr>
            <p:txBody>
              <a:bodyPr rtlCol="0" anchor="ctr"/>
              <a:lstStyle/>
              <a:p>
                <a:endParaRPr lang="pt-BR"/>
              </a:p>
            </p:txBody>
          </p:sp>
          <p:sp>
            <p:nvSpPr>
              <p:cNvPr id="203" name="Freeform: Shape 202">
                <a:extLst>
                  <a:ext uri="{FF2B5EF4-FFF2-40B4-BE49-F238E27FC236}">
                    <a16:creationId xmlns:a16="http://schemas.microsoft.com/office/drawing/2014/main" id="{97AF586D-BBBC-FBAF-6AE5-7BCDC91EAC3D}"/>
                  </a:ext>
                </a:extLst>
              </p:cNvPr>
              <p:cNvSpPr/>
              <p:nvPr/>
            </p:nvSpPr>
            <p:spPr>
              <a:xfrm>
                <a:off x="7064734" y="3595237"/>
                <a:ext cx="59181" cy="186771"/>
              </a:xfrm>
              <a:custGeom>
                <a:avLst/>
                <a:gdLst>
                  <a:gd name="connsiteX0" fmla="*/ 59181 w 59181"/>
                  <a:gd name="connsiteY0" fmla="*/ 104618 h 186771"/>
                  <a:gd name="connsiteX1" fmla="*/ 0 w 59181"/>
                  <a:gd name="connsiteY1" fmla="*/ 0 h 186771"/>
                  <a:gd name="connsiteX2" fmla="*/ 19941 w 59181"/>
                  <a:gd name="connsiteY2" fmla="*/ 186771 h 186771"/>
                </a:gdLst>
                <a:ahLst/>
                <a:cxnLst>
                  <a:cxn ang="0">
                    <a:pos x="connsiteX0" y="connsiteY0"/>
                  </a:cxn>
                  <a:cxn ang="0">
                    <a:pos x="connsiteX1" y="connsiteY1"/>
                  </a:cxn>
                  <a:cxn ang="0">
                    <a:pos x="connsiteX2" y="connsiteY2"/>
                  </a:cxn>
                </a:cxnLst>
                <a:rect l="l" t="t" r="r" b="b"/>
                <a:pathLst>
                  <a:path w="59181" h="186771">
                    <a:moveTo>
                      <a:pt x="59181" y="104618"/>
                    </a:moveTo>
                    <a:lnTo>
                      <a:pt x="0" y="0"/>
                    </a:lnTo>
                    <a:lnTo>
                      <a:pt x="19941" y="186771"/>
                    </a:lnTo>
                  </a:path>
                </a:pathLst>
              </a:custGeom>
              <a:noFill/>
              <a:ln w="6424" cap="rnd">
                <a:solidFill>
                  <a:schemeClr val="tx2"/>
                </a:solidFill>
                <a:prstDash val="solid"/>
                <a:round/>
              </a:ln>
            </p:spPr>
            <p:txBody>
              <a:bodyPr rtlCol="0" anchor="ctr"/>
              <a:lstStyle/>
              <a:p>
                <a:endParaRPr lang="pt-BR"/>
              </a:p>
            </p:txBody>
          </p:sp>
          <p:sp>
            <p:nvSpPr>
              <p:cNvPr id="204" name="Freeform: Shape 203">
                <a:extLst>
                  <a:ext uri="{FF2B5EF4-FFF2-40B4-BE49-F238E27FC236}">
                    <a16:creationId xmlns:a16="http://schemas.microsoft.com/office/drawing/2014/main" id="{57615268-E297-5F30-1528-F838E61F7867}"/>
                  </a:ext>
                </a:extLst>
              </p:cNvPr>
              <p:cNvSpPr/>
              <p:nvPr/>
            </p:nvSpPr>
            <p:spPr>
              <a:xfrm>
                <a:off x="7643678" y="3108969"/>
                <a:ext cx="1085215" cy="1053642"/>
              </a:xfrm>
              <a:custGeom>
                <a:avLst/>
                <a:gdLst>
                  <a:gd name="connsiteX0" fmla="*/ 486313 w 1085215"/>
                  <a:gd name="connsiteY0" fmla="*/ 41482 h 1053642"/>
                  <a:gd name="connsiteX1" fmla="*/ 544208 w 1085215"/>
                  <a:gd name="connsiteY1" fmla="*/ 14526 h 1053642"/>
                  <a:gd name="connsiteX2" fmla="*/ 781575 w 1085215"/>
                  <a:gd name="connsiteY2" fmla="*/ 124278 h 1053642"/>
                  <a:gd name="connsiteX3" fmla="*/ 1066545 w 1085215"/>
                  <a:gd name="connsiteY3" fmla="*/ 757118 h 1053642"/>
                  <a:gd name="connsiteX4" fmla="*/ 917306 w 1085215"/>
                  <a:gd name="connsiteY4" fmla="*/ 1053642 h 1053642"/>
                  <a:gd name="connsiteX5" fmla="*/ 22515 w 1085215"/>
                  <a:gd name="connsiteY5" fmla="*/ 1053642 h 1053642"/>
                  <a:gd name="connsiteX6" fmla="*/ 0 w 1085215"/>
                  <a:gd name="connsiteY6" fmla="*/ 834779 h 1053642"/>
                  <a:gd name="connsiteX7" fmla="*/ 663857 w 1085215"/>
                  <a:gd name="connsiteY7" fmla="*/ 708982 h 1053642"/>
                  <a:gd name="connsiteX8" fmla="*/ 580231 w 1085215"/>
                  <a:gd name="connsiteY8" fmla="*/ 460595 h 1053642"/>
                  <a:gd name="connsiteX9" fmla="*/ 486313 w 1085215"/>
                  <a:gd name="connsiteY9" fmla="*/ 41482 h 1053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5" h="1053642">
                    <a:moveTo>
                      <a:pt x="486313" y="41482"/>
                    </a:moveTo>
                    <a:cubicBezTo>
                      <a:pt x="486313" y="41482"/>
                      <a:pt x="518477" y="24795"/>
                      <a:pt x="544208" y="14526"/>
                    </a:cubicBezTo>
                    <a:cubicBezTo>
                      <a:pt x="671576" y="-36178"/>
                      <a:pt x="746195" y="56886"/>
                      <a:pt x="781575" y="124278"/>
                    </a:cubicBezTo>
                    <a:cubicBezTo>
                      <a:pt x="784792" y="130054"/>
                      <a:pt x="1066545" y="757118"/>
                      <a:pt x="1066545" y="757118"/>
                    </a:cubicBezTo>
                    <a:cubicBezTo>
                      <a:pt x="1066545" y="757118"/>
                      <a:pt x="1163035" y="1038880"/>
                      <a:pt x="917306" y="1053642"/>
                    </a:cubicBezTo>
                    <a:cubicBezTo>
                      <a:pt x="913446" y="1053642"/>
                      <a:pt x="22515" y="1053642"/>
                      <a:pt x="22515" y="1053642"/>
                    </a:cubicBezTo>
                    <a:lnTo>
                      <a:pt x="0" y="834779"/>
                    </a:lnTo>
                    <a:lnTo>
                      <a:pt x="663857" y="708982"/>
                    </a:lnTo>
                    <a:lnTo>
                      <a:pt x="580231" y="460595"/>
                    </a:lnTo>
                    <a:lnTo>
                      <a:pt x="486313" y="41482"/>
                    </a:lnTo>
                    <a:close/>
                  </a:path>
                </a:pathLst>
              </a:custGeom>
              <a:solidFill>
                <a:schemeClr val="accent1"/>
              </a:solidFill>
              <a:ln w="6424" cap="flat">
                <a:noFill/>
                <a:prstDash val="solid"/>
                <a:miter/>
              </a:ln>
            </p:spPr>
            <p:txBody>
              <a:bodyPr rtlCol="0" anchor="ctr"/>
              <a:lstStyle/>
              <a:p>
                <a:endParaRPr lang="pt-BR"/>
              </a:p>
            </p:txBody>
          </p:sp>
          <p:sp>
            <p:nvSpPr>
              <p:cNvPr id="205" name="Freeform: Shape 204">
                <a:extLst>
                  <a:ext uri="{FF2B5EF4-FFF2-40B4-BE49-F238E27FC236}">
                    <a16:creationId xmlns:a16="http://schemas.microsoft.com/office/drawing/2014/main" id="{9CFF7A54-A33B-C247-B5E2-E471FCB357E3}"/>
                  </a:ext>
                </a:extLst>
              </p:cNvPr>
              <p:cNvSpPr/>
              <p:nvPr/>
            </p:nvSpPr>
            <p:spPr>
              <a:xfrm>
                <a:off x="8312038" y="3819876"/>
                <a:ext cx="124794" cy="178427"/>
              </a:xfrm>
              <a:custGeom>
                <a:avLst/>
                <a:gdLst>
                  <a:gd name="connsiteX0" fmla="*/ 119649 w 124794"/>
                  <a:gd name="connsiteY0" fmla="*/ 79586 h 178427"/>
                  <a:gd name="connsiteX1" fmla="*/ 0 w 124794"/>
                  <a:gd name="connsiteY1" fmla="*/ 0 h 178427"/>
                  <a:gd name="connsiteX2" fmla="*/ 124795 w 124794"/>
                  <a:gd name="connsiteY2" fmla="*/ 178428 h 178427"/>
                </a:gdLst>
                <a:ahLst/>
                <a:cxnLst>
                  <a:cxn ang="0">
                    <a:pos x="connsiteX0" y="connsiteY0"/>
                  </a:cxn>
                  <a:cxn ang="0">
                    <a:pos x="connsiteX1" y="connsiteY1"/>
                  </a:cxn>
                  <a:cxn ang="0">
                    <a:pos x="connsiteX2" y="connsiteY2"/>
                  </a:cxn>
                </a:cxnLst>
                <a:rect l="l" t="t" r="r" b="b"/>
                <a:pathLst>
                  <a:path w="124794" h="178427">
                    <a:moveTo>
                      <a:pt x="119649" y="79586"/>
                    </a:moveTo>
                    <a:lnTo>
                      <a:pt x="0" y="0"/>
                    </a:lnTo>
                    <a:lnTo>
                      <a:pt x="124795" y="178428"/>
                    </a:lnTo>
                  </a:path>
                </a:pathLst>
              </a:custGeom>
              <a:noFill/>
              <a:ln w="6424" cap="rnd">
                <a:solidFill>
                  <a:schemeClr val="tx2"/>
                </a:solidFill>
                <a:prstDash val="solid"/>
                <a:round/>
              </a:ln>
            </p:spPr>
            <p:txBody>
              <a:bodyPr rtlCol="0" anchor="ctr"/>
              <a:lstStyle/>
              <a:p>
                <a:endParaRPr lang="pt-BR"/>
              </a:p>
            </p:txBody>
          </p:sp>
          <p:sp>
            <p:nvSpPr>
              <p:cNvPr id="206" name="Freeform: Shape 205">
                <a:extLst>
                  <a:ext uri="{FF2B5EF4-FFF2-40B4-BE49-F238E27FC236}">
                    <a16:creationId xmlns:a16="http://schemas.microsoft.com/office/drawing/2014/main" id="{D0F20766-7A2D-8E7E-9249-B3E4595C6153}"/>
                  </a:ext>
                </a:extLst>
              </p:cNvPr>
              <p:cNvSpPr/>
              <p:nvPr/>
            </p:nvSpPr>
            <p:spPr>
              <a:xfrm>
                <a:off x="7832157" y="3904597"/>
                <a:ext cx="10935" cy="246461"/>
              </a:xfrm>
              <a:custGeom>
                <a:avLst/>
                <a:gdLst>
                  <a:gd name="connsiteX0" fmla="*/ 10936 w 10935"/>
                  <a:gd name="connsiteY0" fmla="*/ 246461 h 246461"/>
                  <a:gd name="connsiteX1" fmla="*/ 0 w 10935"/>
                  <a:gd name="connsiteY1" fmla="*/ 0 h 246461"/>
                </a:gdLst>
                <a:ahLst/>
                <a:cxnLst>
                  <a:cxn ang="0">
                    <a:pos x="connsiteX0" y="connsiteY0"/>
                  </a:cxn>
                  <a:cxn ang="0">
                    <a:pos x="connsiteX1" y="connsiteY1"/>
                  </a:cxn>
                </a:cxnLst>
                <a:rect l="l" t="t" r="r" b="b"/>
                <a:pathLst>
                  <a:path w="10935" h="246461">
                    <a:moveTo>
                      <a:pt x="10936" y="246461"/>
                    </a:moveTo>
                    <a:lnTo>
                      <a:pt x="0" y="0"/>
                    </a:lnTo>
                  </a:path>
                </a:pathLst>
              </a:custGeom>
              <a:ln w="6424" cap="rnd">
                <a:solidFill>
                  <a:schemeClr val="tx2"/>
                </a:solidFill>
                <a:prstDash val="solid"/>
                <a:round/>
              </a:ln>
            </p:spPr>
            <p:txBody>
              <a:bodyPr rtlCol="0" anchor="ctr"/>
              <a:lstStyle/>
              <a:p>
                <a:endParaRPr lang="pt-BR"/>
              </a:p>
            </p:txBody>
          </p:sp>
          <p:sp>
            <p:nvSpPr>
              <p:cNvPr id="207" name="Freeform: Shape 206">
                <a:extLst>
                  <a:ext uri="{FF2B5EF4-FFF2-40B4-BE49-F238E27FC236}">
                    <a16:creationId xmlns:a16="http://schemas.microsoft.com/office/drawing/2014/main" id="{E1F4C85C-0473-A2ED-3F97-6EEACA7C8ACC}"/>
                  </a:ext>
                </a:extLst>
              </p:cNvPr>
              <p:cNvSpPr/>
              <p:nvPr/>
            </p:nvSpPr>
            <p:spPr>
              <a:xfrm>
                <a:off x="6730233" y="3169064"/>
                <a:ext cx="187192" cy="28882"/>
              </a:xfrm>
              <a:custGeom>
                <a:avLst/>
                <a:gdLst>
                  <a:gd name="connsiteX0" fmla="*/ 0 w 187192"/>
                  <a:gd name="connsiteY0" fmla="*/ 28882 h 28882"/>
                  <a:gd name="connsiteX1" fmla="*/ 187192 w 187192"/>
                  <a:gd name="connsiteY1" fmla="*/ 0 h 28882"/>
                </a:gdLst>
                <a:ahLst/>
                <a:cxnLst>
                  <a:cxn ang="0">
                    <a:pos x="connsiteX0" y="connsiteY0"/>
                  </a:cxn>
                  <a:cxn ang="0">
                    <a:pos x="connsiteX1" y="connsiteY1"/>
                  </a:cxn>
                </a:cxnLst>
                <a:rect l="l" t="t" r="r" b="b"/>
                <a:pathLst>
                  <a:path w="187192" h="28882">
                    <a:moveTo>
                      <a:pt x="0" y="28882"/>
                    </a:moveTo>
                    <a:lnTo>
                      <a:pt x="187192" y="0"/>
                    </a:lnTo>
                  </a:path>
                </a:pathLst>
              </a:custGeom>
              <a:ln w="6424" cap="rnd">
                <a:solidFill>
                  <a:schemeClr val="tx2"/>
                </a:solidFill>
                <a:prstDash val="solid"/>
                <a:round/>
              </a:ln>
            </p:spPr>
            <p:txBody>
              <a:bodyPr rtlCol="0" anchor="ctr"/>
              <a:lstStyle/>
              <a:p>
                <a:endParaRPr lang="pt-BR"/>
              </a:p>
            </p:txBody>
          </p:sp>
          <p:sp>
            <p:nvSpPr>
              <p:cNvPr id="208" name="Freeform: Shape 207">
                <a:extLst>
                  <a:ext uri="{FF2B5EF4-FFF2-40B4-BE49-F238E27FC236}">
                    <a16:creationId xmlns:a16="http://schemas.microsoft.com/office/drawing/2014/main" id="{852330B6-D146-4F0E-2724-E47639A3A2A3}"/>
                  </a:ext>
                </a:extLst>
              </p:cNvPr>
              <p:cNvSpPr/>
              <p:nvPr/>
            </p:nvSpPr>
            <p:spPr>
              <a:xfrm>
                <a:off x="6754034" y="2751877"/>
                <a:ext cx="72689" cy="98199"/>
              </a:xfrm>
              <a:custGeom>
                <a:avLst/>
                <a:gdLst>
                  <a:gd name="connsiteX0" fmla="*/ 0 w 72689"/>
                  <a:gd name="connsiteY0" fmla="*/ 0 h 98199"/>
                  <a:gd name="connsiteX1" fmla="*/ 72690 w 72689"/>
                  <a:gd name="connsiteY1" fmla="*/ 98199 h 98199"/>
                </a:gdLst>
                <a:ahLst/>
                <a:cxnLst>
                  <a:cxn ang="0">
                    <a:pos x="connsiteX0" y="connsiteY0"/>
                  </a:cxn>
                  <a:cxn ang="0">
                    <a:pos x="connsiteX1" y="connsiteY1"/>
                  </a:cxn>
                </a:cxnLst>
                <a:rect l="l" t="t" r="r" b="b"/>
                <a:pathLst>
                  <a:path w="72689" h="98199">
                    <a:moveTo>
                      <a:pt x="0" y="0"/>
                    </a:moveTo>
                    <a:lnTo>
                      <a:pt x="72690" y="98199"/>
                    </a:lnTo>
                  </a:path>
                </a:pathLst>
              </a:custGeom>
              <a:ln w="6424" cap="rnd">
                <a:solidFill>
                  <a:schemeClr val="tx2"/>
                </a:solidFill>
                <a:prstDash val="solid"/>
                <a:round/>
              </a:ln>
            </p:spPr>
            <p:txBody>
              <a:bodyPr rtlCol="0" anchor="ctr"/>
              <a:lstStyle/>
              <a:p>
                <a:endParaRPr lang="pt-BR"/>
              </a:p>
            </p:txBody>
          </p:sp>
          <p:sp>
            <p:nvSpPr>
              <p:cNvPr id="209" name="Freeform: Shape 208">
                <a:extLst>
                  <a:ext uri="{FF2B5EF4-FFF2-40B4-BE49-F238E27FC236}">
                    <a16:creationId xmlns:a16="http://schemas.microsoft.com/office/drawing/2014/main" id="{A3790BFD-19F5-3E6E-5DD9-7A8476E6CFE7}"/>
                  </a:ext>
                </a:extLst>
              </p:cNvPr>
              <p:cNvSpPr/>
              <p:nvPr/>
            </p:nvSpPr>
            <p:spPr>
              <a:xfrm>
                <a:off x="6724443" y="2824403"/>
                <a:ext cx="77192" cy="74451"/>
              </a:xfrm>
              <a:custGeom>
                <a:avLst/>
                <a:gdLst>
                  <a:gd name="connsiteX0" fmla="*/ 0 w 77192"/>
                  <a:gd name="connsiteY0" fmla="*/ 0 h 74451"/>
                  <a:gd name="connsiteX1" fmla="*/ 77193 w 77192"/>
                  <a:gd name="connsiteY1" fmla="*/ 74452 h 74451"/>
                </a:gdLst>
                <a:ahLst/>
                <a:cxnLst>
                  <a:cxn ang="0">
                    <a:pos x="connsiteX0" y="connsiteY0"/>
                  </a:cxn>
                  <a:cxn ang="0">
                    <a:pos x="connsiteX1" y="connsiteY1"/>
                  </a:cxn>
                </a:cxnLst>
                <a:rect l="l" t="t" r="r" b="b"/>
                <a:pathLst>
                  <a:path w="77192" h="74451">
                    <a:moveTo>
                      <a:pt x="0" y="0"/>
                    </a:moveTo>
                    <a:lnTo>
                      <a:pt x="77193" y="74452"/>
                    </a:lnTo>
                  </a:path>
                </a:pathLst>
              </a:custGeom>
              <a:ln w="6424" cap="rnd">
                <a:solidFill>
                  <a:schemeClr val="tx2"/>
                </a:solidFill>
                <a:prstDash val="solid"/>
                <a:round/>
              </a:ln>
            </p:spPr>
            <p:txBody>
              <a:bodyPr rtlCol="0" anchor="ctr"/>
              <a:lstStyle/>
              <a:p>
                <a:endParaRPr lang="pt-BR"/>
              </a:p>
            </p:txBody>
          </p:sp>
          <p:sp>
            <p:nvSpPr>
              <p:cNvPr id="210" name="Freeform: Shape 209">
                <a:extLst>
                  <a:ext uri="{FF2B5EF4-FFF2-40B4-BE49-F238E27FC236}">
                    <a16:creationId xmlns:a16="http://schemas.microsoft.com/office/drawing/2014/main" id="{4087656A-4F34-DD12-39C5-58A4995950B5}"/>
                  </a:ext>
                </a:extLst>
              </p:cNvPr>
              <p:cNvSpPr/>
              <p:nvPr/>
            </p:nvSpPr>
            <p:spPr>
              <a:xfrm>
                <a:off x="7311750" y="3988676"/>
                <a:ext cx="75262" cy="90497"/>
              </a:xfrm>
              <a:custGeom>
                <a:avLst/>
                <a:gdLst>
                  <a:gd name="connsiteX0" fmla="*/ 75263 w 75262"/>
                  <a:gd name="connsiteY0" fmla="*/ 0 h 90497"/>
                  <a:gd name="connsiteX1" fmla="*/ 0 w 75262"/>
                  <a:gd name="connsiteY1" fmla="*/ 90497 h 90497"/>
                </a:gdLst>
                <a:ahLst/>
                <a:cxnLst>
                  <a:cxn ang="0">
                    <a:pos x="connsiteX0" y="connsiteY0"/>
                  </a:cxn>
                  <a:cxn ang="0">
                    <a:pos x="connsiteX1" y="connsiteY1"/>
                  </a:cxn>
                </a:cxnLst>
                <a:rect l="l" t="t" r="r" b="b"/>
                <a:pathLst>
                  <a:path w="75262" h="90497">
                    <a:moveTo>
                      <a:pt x="75263" y="0"/>
                    </a:moveTo>
                    <a:lnTo>
                      <a:pt x="0" y="90497"/>
                    </a:lnTo>
                  </a:path>
                </a:pathLst>
              </a:custGeom>
              <a:ln w="6424" cap="rnd">
                <a:solidFill>
                  <a:schemeClr val="tx2"/>
                </a:solidFill>
                <a:prstDash val="solid"/>
                <a:round/>
              </a:ln>
            </p:spPr>
            <p:txBody>
              <a:bodyPr rtlCol="0" anchor="ctr"/>
              <a:lstStyle/>
              <a:p>
                <a:endParaRPr lang="pt-BR"/>
              </a:p>
            </p:txBody>
          </p:sp>
          <p:sp>
            <p:nvSpPr>
              <p:cNvPr id="211" name="Freeform: Shape 210">
                <a:extLst>
                  <a:ext uri="{FF2B5EF4-FFF2-40B4-BE49-F238E27FC236}">
                    <a16:creationId xmlns:a16="http://schemas.microsoft.com/office/drawing/2014/main" id="{640DF66C-E33A-4FCA-AF82-0B49C527286F}"/>
                  </a:ext>
                </a:extLst>
              </p:cNvPr>
              <p:cNvSpPr/>
              <p:nvPr/>
            </p:nvSpPr>
            <p:spPr>
              <a:xfrm>
                <a:off x="8083676" y="2714009"/>
                <a:ext cx="53391" cy="35942"/>
              </a:xfrm>
              <a:custGeom>
                <a:avLst/>
                <a:gdLst>
                  <a:gd name="connsiteX0" fmla="*/ 0 w 53391"/>
                  <a:gd name="connsiteY0" fmla="*/ 35942 h 35942"/>
                  <a:gd name="connsiteX1" fmla="*/ 53392 w 53391"/>
                  <a:gd name="connsiteY1" fmla="*/ 0 h 35942"/>
                </a:gdLst>
                <a:ahLst/>
                <a:cxnLst>
                  <a:cxn ang="0">
                    <a:pos x="connsiteX0" y="connsiteY0"/>
                  </a:cxn>
                  <a:cxn ang="0">
                    <a:pos x="connsiteX1" y="connsiteY1"/>
                  </a:cxn>
                </a:cxnLst>
                <a:rect l="l" t="t" r="r" b="b"/>
                <a:pathLst>
                  <a:path w="53391" h="35942">
                    <a:moveTo>
                      <a:pt x="0" y="35942"/>
                    </a:moveTo>
                    <a:cubicBezTo>
                      <a:pt x="0" y="35942"/>
                      <a:pt x="21228" y="14120"/>
                      <a:pt x="53392" y="0"/>
                    </a:cubicBezTo>
                  </a:path>
                </a:pathLst>
              </a:custGeom>
              <a:noFill/>
              <a:ln w="6424" cap="rnd">
                <a:solidFill>
                  <a:schemeClr val="tx2"/>
                </a:solidFill>
                <a:prstDash val="solid"/>
                <a:round/>
              </a:ln>
            </p:spPr>
            <p:txBody>
              <a:bodyPr rtlCol="0" anchor="ctr"/>
              <a:lstStyle/>
              <a:p>
                <a:endParaRPr lang="pt-BR"/>
              </a:p>
            </p:txBody>
          </p:sp>
          <p:sp>
            <p:nvSpPr>
              <p:cNvPr id="212" name="Freeform: Shape 211">
                <a:extLst>
                  <a:ext uri="{FF2B5EF4-FFF2-40B4-BE49-F238E27FC236}">
                    <a16:creationId xmlns:a16="http://schemas.microsoft.com/office/drawing/2014/main" id="{848241A4-4490-5595-888A-6AC92D4C5CEC}"/>
                  </a:ext>
                </a:extLst>
              </p:cNvPr>
              <p:cNvSpPr/>
              <p:nvPr/>
            </p:nvSpPr>
            <p:spPr>
              <a:xfrm>
                <a:off x="7683561" y="3192812"/>
                <a:ext cx="430992" cy="64454"/>
              </a:xfrm>
              <a:custGeom>
                <a:avLst/>
                <a:gdLst>
                  <a:gd name="connsiteX0" fmla="*/ 430992 w 430992"/>
                  <a:gd name="connsiteY0" fmla="*/ 0 h 64454"/>
                  <a:gd name="connsiteX1" fmla="*/ 196841 w 430992"/>
                  <a:gd name="connsiteY1" fmla="*/ 64183 h 64454"/>
                  <a:gd name="connsiteX2" fmla="*/ 0 w 430992"/>
                  <a:gd name="connsiteY2" fmla="*/ 3209 h 64454"/>
                </a:gdLst>
                <a:ahLst/>
                <a:cxnLst>
                  <a:cxn ang="0">
                    <a:pos x="connsiteX0" y="connsiteY0"/>
                  </a:cxn>
                  <a:cxn ang="0">
                    <a:pos x="connsiteX1" y="connsiteY1"/>
                  </a:cxn>
                  <a:cxn ang="0">
                    <a:pos x="connsiteX2" y="connsiteY2"/>
                  </a:cxn>
                </a:cxnLst>
                <a:rect l="l" t="t" r="r" b="b"/>
                <a:pathLst>
                  <a:path w="430992" h="64454">
                    <a:moveTo>
                      <a:pt x="430992" y="0"/>
                    </a:moveTo>
                    <a:cubicBezTo>
                      <a:pt x="430992" y="0"/>
                      <a:pt x="339647" y="69317"/>
                      <a:pt x="196841" y="64183"/>
                    </a:cubicBezTo>
                    <a:cubicBezTo>
                      <a:pt x="54035" y="59048"/>
                      <a:pt x="0" y="3209"/>
                      <a:pt x="0" y="3209"/>
                    </a:cubicBezTo>
                  </a:path>
                </a:pathLst>
              </a:custGeom>
              <a:noFill/>
              <a:ln w="6424" cap="rnd">
                <a:solidFill>
                  <a:schemeClr val="tx2"/>
                </a:solidFill>
                <a:prstDash val="solid"/>
                <a:round/>
              </a:ln>
            </p:spPr>
            <p:txBody>
              <a:bodyPr rtlCol="0" anchor="ctr"/>
              <a:lstStyle/>
              <a:p>
                <a:endParaRPr lang="pt-BR"/>
              </a:p>
            </p:txBody>
          </p:sp>
          <p:sp>
            <p:nvSpPr>
              <p:cNvPr id="213" name="Freeform: Shape 212">
                <a:extLst>
                  <a:ext uri="{FF2B5EF4-FFF2-40B4-BE49-F238E27FC236}">
                    <a16:creationId xmlns:a16="http://schemas.microsoft.com/office/drawing/2014/main" id="{D94D420C-D90F-28B1-8D3A-BFCB860F5385}"/>
                  </a:ext>
                </a:extLst>
              </p:cNvPr>
              <p:cNvSpPr/>
              <p:nvPr/>
            </p:nvSpPr>
            <p:spPr>
              <a:xfrm>
                <a:off x="7735666" y="3197304"/>
                <a:ext cx="12865" cy="26314"/>
              </a:xfrm>
              <a:custGeom>
                <a:avLst/>
                <a:gdLst>
                  <a:gd name="connsiteX0" fmla="*/ 0 w 12865"/>
                  <a:gd name="connsiteY0" fmla="*/ 26315 h 26314"/>
                  <a:gd name="connsiteX1" fmla="*/ 12865 w 12865"/>
                  <a:gd name="connsiteY1" fmla="*/ 0 h 26314"/>
                </a:gdLst>
                <a:ahLst/>
                <a:cxnLst>
                  <a:cxn ang="0">
                    <a:pos x="connsiteX0" y="connsiteY0"/>
                  </a:cxn>
                  <a:cxn ang="0">
                    <a:pos x="connsiteX1" y="connsiteY1"/>
                  </a:cxn>
                </a:cxnLst>
                <a:rect l="l" t="t" r="r" b="b"/>
                <a:pathLst>
                  <a:path w="12865" h="26314">
                    <a:moveTo>
                      <a:pt x="0" y="26315"/>
                    </a:moveTo>
                    <a:cubicBezTo>
                      <a:pt x="0" y="25673"/>
                      <a:pt x="12865" y="0"/>
                      <a:pt x="12865" y="0"/>
                    </a:cubicBezTo>
                  </a:path>
                </a:pathLst>
              </a:custGeom>
              <a:noFill/>
              <a:ln w="6424" cap="rnd">
                <a:solidFill>
                  <a:schemeClr val="tx2"/>
                </a:solidFill>
                <a:prstDash val="solid"/>
                <a:round/>
              </a:ln>
            </p:spPr>
            <p:txBody>
              <a:bodyPr rtlCol="0" anchor="ctr"/>
              <a:lstStyle/>
              <a:p>
                <a:endParaRPr lang="pt-BR"/>
              </a:p>
            </p:txBody>
          </p:sp>
          <p:sp>
            <p:nvSpPr>
              <p:cNvPr id="214" name="Freeform: Shape 213">
                <a:extLst>
                  <a:ext uri="{FF2B5EF4-FFF2-40B4-BE49-F238E27FC236}">
                    <a16:creationId xmlns:a16="http://schemas.microsoft.com/office/drawing/2014/main" id="{2EE19B09-EE57-023E-9B6F-289F9605F3B4}"/>
                  </a:ext>
                </a:extLst>
              </p:cNvPr>
              <p:cNvSpPr/>
              <p:nvPr/>
            </p:nvSpPr>
            <p:spPr>
              <a:xfrm>
                <a:off x="7763970" y="3209499"/>
                <a:ext cx="10292" cy="26314"/>
              </a:xfrm>
              <a:custGeom>
                <a:avLst/>
                <a:gdLst>
                  <a:gd name="connsiteX0" fmla="*/ 0 w 10292"/>
                  <a:gd name="connsiteY0" fmla="*/ 26315 h 26314"/>
                  <a:gd name="connsiteX1" fmla="*/ 10292 w 10292"/>
                  <a:gd name="connsiteY1" fmla="*/ 0 h 26314"/>
                </a:gdLst>
                <a:ahLst/>
                <a:cxnLst>
                  <a:cxn ang="0">
                    <a:pos x="connsiteX0" y="connsiteY0"/>
                  </a:cxn>
                  <a:cxn ang="0">
                    <a:pos x="connsiteX1" y="connsiteY1"/>
                  </a:cxn>
                </a:cxnLst>
                <a:rect l="l" t="t" r="r" b="b"/>
                <a:pathLst>
                  <a:path w="10292" h="26314">
                    <a:moveTo>
                      <a:pt x="0" y="26315"/>
                    </a:moveTo>
                    <a:lnTo>
                      <a:pt x="10292" y="0"/>
                    </a:lnTo>
                  </a:path>
                </a:pathLst>
              </a:custGeom>
              <a:solidFill>
                <a:schemeClr val="tx2"/>
              </a:solidFill>
              <a:ln w="6424" cap="rnd">
                <a:solidFill>
                  <a:schemeClr val="tx2"/>
                </a:solidFill>
                <a:prstDash val="solid"/>
                <a:round/>
              </a:ln>
            </p:spPr>
            <p:txBody>
              <a:bodyPr rtlCol="0" anchor="ctr"/>
              <a:lstStyle/>
              <a:p>
                <a:endParaRPr lang="pt-BR"/>
              </a:p>
            </p:txBody>
          </p:sp>
          <p:sp>
            <p:nvSpPr>
              <p:cNvPr id="215" name="Freeform: Shape 214">
                <a:extLst>
                  <a:ext uri="{FF2B5EF4-FFF2-40B4-BE49-F238E27FC236}">
                    <a16:creationId xmlns:a16="http://schemas.microsoft.com/office/drawing/2014/main" id="{F8503768-0E54-51E7-BACA-35A806316E6D}"/>
                  </a:ext>
                </a:extLst>
              </p:cNvPr>
              <p:cNvSpPr/>
              <p:nvPr/>
            </p:nvSpPr>
            <p:spPr>
              <a:xfrm>
                <a:off x="7790988" y="3217201"/>
                <a:ext cx="5789" cy="28240"/>
              </a:xfrm>
              <a:custGeom>
                <a:avLst/>
                <a:gdLst>
                  <a:gd name="connsiteX0" fmla="*/ 0 w 5789"/>
                  <a:gd name="connsiteY0" fmla="*/ 28240 h 28240"/>
                  <a:gd name="connsiteX1" fmla="*/ 5790 w 5789"/>
                  <a:gd name="connsiteY1" fmla="*/ 0 h 28240"/>
                </a:gdLst>
                <a:ahLst/>
                <a:cxnLst>
                  <a:cxn ang="0">
                    <a:pos x="connsiteX0" y="connsiteY0"/>
                  </a:cxn>
                  <a:cxn ang="0">
                    <a:pos x="connsiteX1" y="connsiteY1"/>
                  </a:cxn>
                </a:cxnLst>
                <a:rect l="l" t="t" r="r" b="b"/>
                <a:pathLst>
                  <a:path w="5789" h="28240">
                    <a:moveTo>
                      <a:pt x="0" y="28240"/>
                    </a:moveTo>
                    <a:lnTo>
                      <a:pt x="5790" y="0"/>
                    </a:lnTo>
                  </a:path>
                </a:pathLst>
              </a:custGeom>
              <a:noFill/>
              <a:ln w="6424" cap="rnd">
                <a:solidFill>
                  <a:schemeClr val="tx2"/>
                </a:solidFill>
                <a:prstDash val="solid"/>
                <a:round/>
              </a:ln>
            </p:spPr>
            <p:txBody>
              <a:bodyPr rtlCol="0" anchor="ctr"/>
              <a:lstStyle/>
              <a:p>
                <a:endParaRPr lang="pt-BR"/>
              </a:p>
            </p:txBody>
          </p:sp>
          <p:sp>
            <p:nvSpPr>
              <p:cNvPr id="216" name="Freeform: Shape 215">
                <a:extLst>
                  <a:ext uri="{FF2B5EF4-FFF2-40B4-BE49-F238E27FC236}">
                    <a16:creationId xmlns:a16="http://schemas.microsoft.com/office/drawing/2014/main" id="{D9AE1D99-4441-E3DC-0D12-671987F2ED66}"/>
                  </a:ext>
                </a:extLst>
              </p:cNvPr>
              <p:cNvSpPr/>
              <p:nvPr/>
            </p:nvSpPr>
            <p:spPr>
              <a:xfrm>
                <a:off x="7711222" y="3192170"/>
                <a:ext cx="10935" cy="20538"/>
              </a:xfrm>
              <a:custGeom>
                <a:avLst/>
                <a:gdLst>
                  <a:gd name="connsiteX0" fmla="*/ 10936 w 10935"/>
                  <a:gd name="connsiteY0" fmla="*/ 0 h 20538"/>
                  <a:gd name="connsiteX1" fmla="*/ 0 w 10935"/>
                  <a:gd name="connsiteY1" fmla="*/ 20538 h 20538"/>
                </a:gdLst>
                <a:ahLst/>
                <a:cxnLst>
                  <a:cxn ang="0">
                    <a:pos x="connsiteX0" y="connsiteY0"/>
                  </a:cxn>
                  <a:cxn ang="0">
                    <a:pos x="connsiteX1" y="connsiteY1"/>
                  </a:cxn>
                </a:cxnLst>
                <a:rect l="l" t="t" r="r" b="b"/>
                <a:pathLst>
                  <a:path w="10935" h="20538">
                    <a:moveTo>
                      <a:pt x="10936" y="0"/>
                    </a:moveTo>
                    <a:lnTo>
                      <a:pt x="0" y="20538"/>
                    </a:lnTo>
                  </a:path>
                </a:pathLst>
              </a:custGeom>
              <a:noFill/>
              <a:ln w="6424" cap="rnd">
                <a:solidFill>
                  <a:schemeClr val="tx2"/>
                </a:solidFill>
                <a:prstDash val="solid"/>
                <a:round/>
              </a:ln>
            </p:spPr>
            <p:txBody>
              <a:bodyPr rtlCol="0" anchor="ctr"/>
              <a:lstStyle/>
              <a:p>
                <a:endParaRPr lang="pt-BR"/>
              </a:p>
            </p:txBody>
          </p:sp>
          <p:sp>
            <p:nvSpPr>
              <p:cNvPr id="217" name="Freeform: Shape 216">
                <a:extLst>
                  <a:ext uri="{FF2B5EF4-FFF2-40B4-BE49-F238E27FC236}">
                    <a16:creationId xmlns:a16="http://schemas.microsoft.com/office/drawing/2014/main" id="{CF7B2EB8-9F9D-7B66-039E-FBD1C5424501}"/>
                  </a:ext>
                </a:extLst>
              </p:cNvPr>
              <p:cNvSpPr/>
              <p:nvPr/>
            </p:nvSpPr>
            <p:spPr>
              <a:xfrm>
                <a:off x="6756607" y="3094612"/>
                <a:ext cx="10292" cy="96915"/>
              </a:xfrm>
              <a:custGeom>
                <a:avLst/>
                <a:gdLst>
                  <a:gd name="connsiteX0" fmla="*/ 0 w 10292"/>
                  <a:gd name="connsiteY0" fmla="*/ 0 h 96915"/>
                  <a:gd name="connsiteX1" fmla="*/ 10292 w 10292"/>
                  <a:gd name="connsiteY1" fmla="*/ 96916 h 96915"/>
                </a:gdLst>
                <a:ahLst/>
                <a:cxnLst>
                  <a:cxn ang="0">
                    <a:pos x="connsiteX0" y="connsiteY0"/>
                  </a:cxn>
                  <a:cxn ang="0">
                    <a:pos x="connsiteX1" y="connsiteY1"/>
                  </a:cxn>
                </a:cxnLst>
                <a:rect l="l" t="t" r="r" b="b"/>
                <a:pathLst>
                  <a:path w="10292" h="96915">
                    <a:moveTo>
                      <a:pt x="0" y="0"/>
                    </a:moveTo>
                    <a:lnTo>
                      <a:pt x="10292" y="96916"/>
                    </a:lnTo>
                  </a:path>
                </a:pathLst>
              </a:custGeom>
              <a:ln w="6424" cap="rnd">
                <a:solidFill>
                  <a:schemeClr val="tx2"/>
                </a:solidFill>
                <a:prstDash val="solid"/>
                <a:round/>
              </a:ln>
            </p:spPr>
            <p:txBody>
              <a:bodyPr rtlCol="0" anchor="ctr"/>
              <a:lstStyle/>
              <a:p>
                <a:endParaRPr lang="pt-BR"/>
              </a:p>
            </p:txBody>
          </p:sp>
          <p:sp>
            <p:nvSpPr>
              <p:cNvPr id="218" name="Freeform: Shape 217">
                <a:extLst>
                  <a:ext uri="{FF2B5EF4-FFF2-40B4-BE49-F238E27FC236}">
                    <a16:creationId xmlns:a16="http://schemas.microsoft.com/office/drawing/2014/main" id="{AF7AC53F-EA9B-0589-E12F-8833389390E9}"/>
                  </a:ext>
                </a:extLst>
              </p:cNvPr>
              <p:cNvSpPr/>
              <p:nvPr/>
            </p:nvSpPr>
            <p:spPr>
              <a:xfrm>
                <a:off x="6788770" y="3104881"/>
                <a:ext cx="8362" cy="78944"/>
              </a:xfrm>
              <a:custGeom>
                <a:avLst/>
                <a:gdLst>
                  <a:gd name="connsiteX0" fmla="*/ 0 w 8362"/>
                  <a:gd name="connsiteY0" fmla="*/ 0 h 78944"/>
                  <a:gd name="connsiteX1" fmla="*/ 8363 w 8362"/>
                  <a:gd name="connsiteY1" fmla="*/ 78945 h 78944"/>
                </a:gdLst>
                <a:ahLst/>
                <a:cxnLst>
                  <a:cxn ang="0">
                    <a:pos x="connsiteX0" y="connsiteY0"/>
                  </a:cxn>
                  <a:cxn ang="0">
                    <a:pos x="connsiteX1" y="connsiteY1"/>
                  </a:cxn>
                </a:cxnLst>
                <a:rect l="l" t="t" r="r" b="b"/>
                <a:pathLst>
                  <a:path w="8362" h="78944">
                    <a:moveTo>
                      <a:pt x="0" y="0"/>
                    </a:moveTo>
                    <a:lnTo>
                      <a:pt x="8363" y="78945"/>
                    </a:lnTo>
                  </a:path>
                </a:pathLst>
              </a:custGeom>
              <a:ln w="6424" cap="rnd">
                <a:solidFill>
                  <a:schemeClr val="tx2"/>
                </a:solidFill>
                <a:prstDash val="solid"/>
                <a:round/>
              </a:ln>
            </p:spPr>
            <p:txBody>
              <a:bodyPr rtlCol="0" anchor="ctr"/>
              <a:lstStyle/>
              <a:p>
                <a:endParaRPr lang="pt-BR"/>
              </a:p>
            </p:txBody>
          </p:sp>
          <p:sp>
            <p:nvSpPr>
              <p:cNvPr id="219" name="Freeform: Shape 218">
                <a:extLst>
                  <a:ext uri="{FF2B5EF4-FFF2-40B4-BE49-F238E27FC236}">
                    <a16:creationId xmlns:a16="http://schemas.microsoft.com/office/drawing/2014/main" id="{72D34510-E8F6-02AF-3827-865632EC5E46}"/>
                  </a:ext>
                </a:extLst>
              </p:cNvPr>
              <p:cNvSpPr/>
              <p:nvPr/>
            </p:nvSpPr>
            <p:spPr>
              <a:xfrm>
                <a:off x="6819004" y="3120285"/>
                <a:ext cx="7719" cy="59689"/>
              </a:xfrm>
              <a:custGeom>
                <a:avLst/>
                <a:gdLst>
                  <a:gd name="connsiteX0" fmla="*/ 0 w 7719"/>
                  <a:gd name="connsiteY0" fmla="*/ 0 h 59689"/>
                  <a:gd name="connsiteX1" fmla="*/ 7719 w 7719"/>
                  <a:gd name="connsiteY1" fmla="*/ 59690 h 59689"/>
                </a:gdLst>
                <a:ahLst/>
                <a:cxnLst>
                  <a:cxn ang="0">
                    <a:pos x="connsiteX0" y="connsiteY0"/>
                  </a:cxn>
                  <a:cxn ang="0">
                    <a:pos x="connsiteX1" y="connsiteY1"/>
                  </a:cxn>
                </a:cxnLst>
                <a:rect l="l" t="t" r="r" b="b"/>
                <a:pathLst>
                  <a:path w="7719" h="59689">
                    <a:moveTo>
                      <a:pt x="0" y="0"/>
                    </a:moveTo>
                    <a:lnTo>
                      <a:pt x="7719" y="59690"/>
                    </a:lnTo>
                  </a:path>
                </a:pathLst>
              </a:custGeom>
              <a:ln w="6424" cap="rnd">
                <a:solidFill>
                  <a:schemeClr val="tx2"/>
                </a:solidFill>
                <a:prstDash val="solid"/>
                <a:round/>
              </a:ln>
            </p:spPr>
            <p:txBody>
              <a:bodyPr rtlCol="0" anchor="ctr"/>
              <a:lstStyle/>
              <a:p>
                <a:endParaRPr lang="pt-BR"/>
              </a:p>
            </p:txBody>
          </p:sp>
          <p:sp>
            <p:nvSpPr>
              <p:cNvPr id="220" name="Freeform: Shape 219">
                <a:extLst>
                  <a:ext uri="{FF2B5EF4-FFF2-40B4-BE49-F238E27FC236}">
                    <a16:creationId xmlns:a16="http://schemas.microsoft.com/office/drawing/2014/main" id="{6B6A167F-CD3C-C02C-2D3F-2CD2B1D923C7}"/>
                  </a:ext>
                </a:extLst>
              </p:cNvPr>
              <p:cNvSpPr/>
              <p:nvPr/>
            </p:nvSpPr>
            <p:spPr>
              <a:xfrm>
                <a:off x="7697713" y="3947599"/>
                <a:ext cx="135087" cy="20538"/>
              </a:xfrm>
              <a:custGeom>
                <a:avLst/>
                <a:gdLst>
                  <a:gd name="connsiteX0" fmla="*/ 135087 w 135087"/>
                  <a:gd name="connsiteY0" fmla="*/ 0 h 20538"/>
                  <a:gd name="connsiteX1" fmla="*/ 0 w 135087"/>
                  <a:gd name="connsiteY1" fmla="*/ 20539 h 20538"/>
                </a:gdLst>
                <a:ahLst/>
                <a:cxnLst>
                  <a:cxn ang="0">
                    <a:pos x="connsiteX0" y="connsiteY0"/>
                  </a:cxn>
                  <a:cxn ang="0">
                    <a:pos x="connsiteX1" y="connsiteY1"/>
                  </a:cxn>
                </a:cxnLst>
                <a:rect l="l" t="t" r="r" b="b"/>
                <a:pathLst>
                  <a:path w="135087" h="20538">
                    <a:moveTo>
                      <a:pt x="135087" y="0"/>
                    </a:moveTo>
                    <a:lnTo>
                      <a:pt x="0" y="20539"/>
                    </a:lnTo>
                  </a:path>
                </a:pathLst>
              </a:custGeom>
              <a:ln w="6424" cap="rnd">
                <a:solidFill>
                  <a:schemeClr val="tx2"/>
                </a:solidFill>
                <a:prstDash val="solid"/>
                <a:round/>
              </a:ln>
            </p:spPr>
            <p:txBody>
              <a:bodyPr rtlCol="0" anchor="ctr"/>
              <a:lstStyle/>
              <a:p>
                <a:endParaRPr lang="pt-BR"/>
              </a:p>
            </p:txBody>
          </p:sp>
          <p:sp>
            <p:nvSpPr>
              <p:cNvPr id="221" name="Freeform: Shape 220">
                <a:extLst>
                  <a:ext uri="{FF2B5EF4-FFF2-40B4-BE49-F238E27FC236}">
                    <a16:creationId xmlns:a16="http://schemas.microsoft.com/office/drawing/2014/main" id="{83C948A7-DB88-3343-9F47-FCE503077C57}"/>
                  </a:ext>
                </a:extLst>
              </p:cNvPr>
              <p:cNvSpPr/>
              <p:nvPr/>
            </p:nvSpPr>
            <p:spPr>
              <a:xfrm>
                <a:off x="7731163" y="3991885"/>
                <a:ext cx="106783" cy="10269"/>
              </a:xfrm>
              <a:custGeom>
                <a:avLst/>
                <a:gdLst>
                  <a:gd name="connsiteX0" fmla="*/ 106783 w 106783"/>
                  <a:gd name="connsiteY0" fmla="*/ 0 h 10269"/>
                  <a:gd name="connsiteX1" fmla="*/ 0 w 106783"/>
                  <a:gd name="connsiteY1" fmla="*/ 10269 h 10269"/>
                </a:gdLst>
                <a:ahLst/>
                <a:cxnLst>
                  <a:cxn ang="0">
                    <a:pos x="connsiteX0" y="connsiteY0"/>
                  </a:cxn>
                  <a:cxn ang="0">
                    <a:pos x="connsiteX1" y="connsiteY1"/>
                  </a:cxn>
                </a:cxnLst>
                <a:rect l="l" t="t" r="r" b="b"/>
                <a:pathLst>
                  <a:path w="106783" h="10269">
                    <a:moveTo>
                      <a:pt x="106783" y="0"/>
                    </a:moveTo>
                    <a:lnTo>
                      <a:pt x="0" y="10269"/>
                    </a:lnTo>
                  </a:path>
                </a:pathLst>
              </a:custGeom>
              <a:ln w="6424" cap="rnd">
                <a:solidFill>
                  <a:schemeClr val="tx2"/>
                </a:solidFill>
                <a:prstDash val="solid"/>
                <a:round/>
              </a:ln>
            </p:spPr>
            <p:txBody>
              <a:bodyPr rtlCol="0" anchor="ctr"/>
              <a:lstStyle/>
              <a:p>
                <a:endParaRPr lang="pt-BR"/>
              </a:p>
            </p:txBody>
          </p:sp>
          <p:sp>
            <p:nvSpPr>
              <p:cNvPr id="222" name="Freeform: Shape 221">
                <a:extLst>
                  <a:ext uri="{FF2B5EF4-FFF2-40B4-BE49-F238E27FC236}">
                    <a16:creationId xmlns:a16="http://schemas.microsoft.com/office/drawing/2014/main" id="{DE5AC732-158B-B0CA-B5E0-DD568FB60DEB}"/>
                  </a:ext>
                </a:extLst>
              </p:cNvPr>
              <p:cNvSpPr/>
              <p:nvPr/>
            </p:nvSpPr>
            <p:spPr>
              <a:xfrm>
                <a:off x="7592217" y="3399480"/>
                <a:ext cx="218712" cy="218553"/>
              </a:xfrm>
              <a:custGeom>
                <a:avLst/>
                <a:gdLst>
                  <a:gd name="connsiteX0" fmla="*/ 218712 w 218712"/>
                  <a:gd name="connsiteY0" fmla="*/ 31449 h 218553"/>
                  <a:gd name="connsiteX1" fmla="*/ 30234 w 218712"/>
                  <a:gd name="connsiteY1" fmla="*/ 0 h 218553"/>
                  <a:gd name="connsiteX2" fmla="*/ 0 w 218712"/>
                  <a:gd name="connsiteY2" fmla="*/ 153396 h 218553"/>
                  <a:gd name="connsiteX3" fmla="*/ 64327 w 218712"/>
                  <a:gd name="connsiteY3" fmla="*/ 209235 h 218553"/>
                  <a:gd name="connsiteX4" fmla="*/ 100350 w 218712"/>
                  <a:gd name="connsiteY4" fmla="*/ 216937 h 218553"/>
                  <a:gd name="connsiteX5" fmla="*/ 185905 w 218712"/>
                  <a:gd name="connsiteY5" fmla="*/ 191264 h 218553"/>
                  <a:gd name="connsiteX6" fmla="*/ 218712 w 218712"/>
                  <a:gd name="connsiteY6" fmla="*/ 31449 h 218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712" h="218553">
                    <a:moveTo>
                      <a:pt x="218712" y="31449"/>
                    </a:moveTo>
                    <a:lnTo>
                      <a:pt x="30234" y="0"/>
                    </a:lnTo>
                    <a:lnTo>
                      <a:pt x="0" y="153396"/>
                    </a:lnTo>
                    <a:lnTo>
                      <a:pt x="64327" y="209235"/>
                    </a:lnTo>
                    <a:cubicBezTo>
                      <a:pt x="73976" y="217579"/>
                      <a:pt x="88128" y="220788"/>
                      <a:pt x="100350" y="216937"/>
                    </a:cubicBezTo>
                    <a:lnTo>
                      <a:pt x="185905" y="191264"/>
                    </a:lnTo>
                    <a:lnTo>
                      <a:pt x="218712" y="31449"/>
                    </a:lnTo>
                    <a:close/>
                  </a:path>
                </a:pathLst>
              </a:custGeom>
              <a:solidFill>
                <a:schemeClr val="accent1">
                  <a:lumMod val="40000"/>
                  <a:lumOff val="60000"/>
                </a:schemeClr>
              </a:solidFill>
              <a:ln w="6424" cap="flat">
                <a:noFill/>
                <a:prstDash val="solid"/>
                <a:miter/>
              </a:ln>
            </p:spPr>
            <p:txBody>
              <a:bodyPr rtlCol="0" anchor="ctr"/>
              <a:lstStyle/>
              <a:p>
                <a:endParaRPr lang="pt-BR"/>
              </a:p>
            </p:txBody>
          </p:sp>
          <p:sp>
            <p:nvSpPr>
              <p:cNvPr id="223" name="Freeform: Shape 222">
                <a:extLst>
                  <a:ext uri="{FF2B5EF4-FFF2-40B4-BE49-F238E27FC236}">
                    <a16:creationId xmlns:a16="http://schemas.microsoft.com/office/drawing/2014/main" id="{3868E161-19A3-B778-DDB0-49C6645CCEC2}"/>
                  </a:ext>
                </a:extLst>
              </p:cNvPr>
              <p:cNvSpPr/>
              <p:nvPr/>
            </p:nvSpPr>
            <p:spPr>
              <a:xfrm>
                <a:off x="7601222" y="3400121"/>
                <a:ext cx="206490" cy="104617"/>
              </a:xfrm>
              <a:custGeom>
                <a:avLst/>
                <a:gdLst>
                  <a:gd name="connsiteX0" fmla="*/ 206490 w 206490"/>
                  <a:gd name="connsiteY0" fmla="*/ 30808 h 104617"/>
                  <a:gd name="connsiteX1" fmla="*/ 21871 w 206490"/>
                  <a:gd name="connsiteY1" fmla="*/ 0 h 104617"/>
                  <a:gd name="connsiteX2" fmla="*/ 0 w 206490"/>
                  <a:gd name="connsiteY2" fmla="*/ 104618 h 104617"/>
                </a:gdLst>
                <a:ahLst/>
                <a:cxnLst>
                  <a:cxn ang="0">
                    <a:pos x="connsiteX0" y="connsiteY0"/>
                  </a:cxn>
                  <a:cxn ang="0">
                    <a:pos x="connsiteX1" y="connsiteY1"/>
                  </a:cxn>
                  <a:cxn ang="0">
                    <a:pos x="connsiteX2" y="connsiteY2"/>
                  </a:cxn>
                </a:cxnLst>
                <a:rect l="l" t="t" r="r" b="b"/>
                <a:pathLst>
                  <a:path w="206490" h="104617">
                    <a:moveTo>
                      <a:pt x="206490" y="30808"/>
                    </a:moveTo>
                    <a:lnTo>
                      <a:pt x="21871" y="0"/>
                    </a:lnTo>
                    <a:lnTo>
                      <a:pt x="0" y="104618"/>
                    </a:lnTo>
                  </a:path>
                </a:pathLst>
              </a:custGeom>
              <a:noFill/>
              <a:ln w="6424" cap="rnd">
                <a:solidFill>
                  <a:schemeClr val="tx2"/>
                </a:solidFill>
                <a:prstDash val="solid"/>
                <a:round/>
              </a:ln>
            </p:spPr>
            <p:txBody>
              <a:bodyPr rtlCol="0" anchor="ctr"/>
              <a:lstStyle/>
              <a:p>
                <a:endParaRPr lang="pt-BR"/>
              </a:p>
            </p:txBody>
          </p:sp>
          <p:sp>
            <p:nvSpPr>
              <p:cNvPr id="224" name="Freeform: Shape 223">
                <a:extLst>
                  <a:ext uri="{FF2B5EF4-FFF2-40B4-BE49-F238E27FC236}">
                    <a16:creationId xmlns:a16="http://schemas.microsoft.com/office/drawing/2014/main" id="{C0533A55-BA38-4063-610B-44DC10850AC0}"/>
                  </a:ext>
                </a:extLst>
              </p:cNvPr>
              <p:cNvSpPr/>
              <p:nvPr/>
            </p:nvSpPr>
            <p:spPr>
              <a:xfrm>
                <a:off x="7616661" y="3431571"/>
                <a:ext cx="126724" cy="19896"/>
              </a:xfrm>
              <a:custGeom>
                <a:avLst/>
                <a:gdLst>
                  <a:gd name="connsiteX0" fmla="*/ 126724 w 126724"/>
                  <a:gd name="connsiteY0" fmla="*/ 19897 h 19896"/>
                  <a:gd name="connsiteX1" fmla="*/ 0 w 126724"/>
                  <a:gd name="connsiteY1" fmla="*/ 0 h 19896"/>
                </a:gdLst>
                <a:ahLst/>
                <a:cxnLst>
                  <a:cxn ang="0">
                    <a:pos x="connsiteX0" y="connsiteY0"/>
                  </a:cxn>
                  <a:cxn ang="0">
                    <a:pos x="connsiteX1" y="connsiteY1"/>
                  </a:cxn>
                </a:cxnLst>
                <a:rect l="l" t="t" r="r" b="b"/>
                <a:pathLst>
                  <a:path w="126724" h="19896">
                    <a:moveTo>
                      <a:pt x="126724" y="19897"/>
                    </a:moveTo>
                    <a:lnTo>
                      <a:pt x="0" y="0"/>
                    </a:lnTo>
                  </a:path>
                </a:pathLst>
              </a:custGeom>
              <a:ln w="6424" cap="rnd">
                <a:solidFill>
                  <a:schemeClr val="tx2"/>
                </a:solidFill>
                <a:prstDash val="solid"/>
                <a:round/>
              </a:ln>
            </p:spPr>
            <p:txBody>
              <a:bodyPr rtlCol="0" anchor="ctr"/>
              <a:lstStyle/>
              <a:p>
                <a:endParaRPr lang="pt-BR"/>
              </a:p>
            </p:txBody>
          </p:sp>
          <p:sp>
            <p:nvSpPr>
              <p:cNvPr id="225" name="Freeform: Shape 224">
                <a:extLst>
                  <a:ext uri="{FF2B5EF4-FFF2-40B4-BE49-F238E27FC236}">
                    <a16:creationId xmlns:a16="http://schemas.microsoft.com/office/drawing/2014/main" id="{346D3B45-5506-A052-16B1-FC999445C3D9}"/>
                  </a:ext>
                </a:extLst>
              </p:cNvPr>
              <p:cNvSpPr/>
              <p:nvPr/>
            </p:nvSpPr>
            <p:spPr>
              <a:xfrm>
                <a:off x="7733011" y="2463055"/>
                <a:ext cx="254174" cy="445853"/>
              </a:xfrm>
              <a:custGeom>
                <a:avLst/>
                <a:gdLst>
                  <a:gd name="connsiteX0" fmla="*/ 130024 w 254174"/>
                  <a:gd name="connsiteY0" fmla="*/ 0 h 445853"/>
                  <a:gd name="connsiteX1" fmla="*/ 31603 w 254174"/>
                  <a:gd name="connsiteY1" fmla="*/ 184846 h 445853"/>
                  <a:gd name="connsiteX2" fmla="*/ 45755 w 254174"/>
                  <a:gd name="connsiteY2" fmla="*/ 412694 h 445853"/>
                  <a:gd name="connsiteX3" fmla="*/ 254175 w 254174"/>
                  <a:gd name="connsiteY3" fmla="*/ 421680 h 445853"/>
                </a:gdLst>
                <a:ahLst/>
                <a:cxnLst>
                  <a:cxn ang="0">
                    <a:pos x="connsiteX0" y="connsiteY0"/>
                  </a:cxn>
                  <a:cxn ang="0">
                    <a:pos x="connsiteX1" y="connsiteY1"/>
                  </a:cxn>
                  <a:cxn ang="0">
                    <a:pos x="connsiteX2" y="connsiteY2"/>
                  </a:cxn>
                  <a:cxn ang="0">
                    <a:pos x="connsiteX3" y="connsiteY3"/>
                  </a:cxn>
                </a:cxnLst>
                <a:rect l="l" t="t" r="r" b="b"/>
                <a:pathLst>
                  <a:path w="254174" h="445853">
                    <a:moveTo>
                      <a:pt x="130024" y="0"/>
                    </a:moveTo>
                    <a:lnTo>
                      <a:pt x="31603" y="184846"/>
                    </a:lnTo>
                    <a:cubicBezTo>
                      <a:pt x="31603" y="184846"/>
                      <a:pt x="-48163" y="333750"/>
                      <a:pt x="45755" y="412694"/>
                    </a:cubicBezTo>
                    <a:cubicBezTo>
                      <a:pt x="104293" y="462115"/>
                      <a:pt x="191134" y="448636"/>
                      <a:pt x="254175" y="421680"/>
                    </a:cubicBezTo>
                  </a:path>
                </a:pathLst>
              </a:custGeom>
              <a:noFill/>
              <a:ln w="6424" cap="rnd">
                <a:solidFill>
                  <a:schemeClr val="tx2"/>
                </a:solidFill>
                <a:prstDash val="solid"/>
                <a:round/>
              </a:ln>
            </p:spPr>
            <p:txBody>
              <a:bodyPr rtlCol="0" anchor="ctr"/>
              <a:lstStyle/>
              <a:p>
                <a:endParaRPr lang="pt-BR"/>
              </a:p>
            </p:txBody>
          </p:sp>
          <p:sp>
            <p:nvSpPr>
              <p:cNvPr id="226" name="Freeform: Shape 225">
                <a:extLst>
                  <a:ext uri="{FF2B5EF4-FFF2-40B4-BE49-F238E27FC236}">
                    <a16:creationId xmlns:a16="http://schemas.microsoft.com/office/drawing/2014/main" id="{F95BF99A-C834-6519-4A7E-51F40D1A18B1}"/>
                  </a:ext>
                </a:extLst>
              </p:cNvPr>
              <p:cNvSpPr/>
              <p:nvPr/>
            </p:nvSpPr>
            <p:spPr>
              <a:xfrm>
                <a:off x="8027712" y="2826329"/>
                <a:ext cx="43099" cy="37867"/>
              </a:xfrm>
              <a:custGeom>
                <a:avLst/>
                <a:gdLst>
                  <a:gd name="connsiteX0" fmla="*/ 0 w 43099"/>
                  <a:gd name="connsiteY0" fmla="*/ 37868 h 37867"/>
                  <a:gd name="connsiteX1" fmla="*/ 43099 w 43099"/>
                  <a:gd name="connsiteY1" fmla="*/ 0 h 37867"/>
                </a:gdLst>
                <a:ahLst/>
                <a:cxnLst>
                  <a:cxn ang="0">
                    <a:pos x="connsiteX0" y="connsiteY0"/>
                  </a:cxn>
                  <a:cxn ang="0">
                    <a:pos x="connsiteX1" y="connsiteY1"/>
                  </a:cxn>
                </a:cxnLst>
                <a:rect l="l" t="t" r="r" b="b"/>
                <a:pathLst>
                  <a:path w="43099" h="37867">
                    <a:moveTo>
                      <a:pt x="0" y="37868"/>
                    </a:moveTo>
                    <a:cubicBezTo>
                      <a:pt x="21871" y="24389"/>
                      <a:pt x="35380" y="10269"/>
                      <a:pt x="43099" y="0"/>
                    </a:cubicBezTo>
                  </a:path>
                </a:pathLst>
              </a:custGeom>
              <a:noFill/>
              <a:ln w="6424" cap="rnd">
                <a:solidFill>
                  <a:schemeClr val="tx2"/>
                </a:solidFill>
                <a:prstDash val="solid"/>
                <a:round/>
              </a:ln>
            </p:spPr>
            <p:txBody>
              <a:bodyPr rtlCol="0" anchor="ctr"/>
              <a:lstStyle/>
              <a:p>
                <a:endParaRPr lang="pt-BR"/>
              </a:p>
            </p:txBody>
          </p:sp>
          <p:sp>
            <p:nvSpPr>
              <p:cNvPr id="227" name="Freeform: Shape 226">
                <a:extLst>
                  <a:ext uri="{FF2B5EF4-FFF2-40B4-BE49-F238E27FC236}">
                    <a16:creationId xmlns:a16="http://schemas.microsoft.com/office/drawing/2014/main" id="{D67E8C3E-D34A-4ABF-A140-31656A61ED26}"/>
                  </a:ext>
                </a:extLst>
              </p:cNvPr>
              <p:cNvSpPr/>
              <p:nvPr/>
            </p:nvSpPr>
            <p:spPr>
              <a:xfrm>
                <a:off x="8068238" y="2830822"/>
                <a:ext cx="21228" cy="5776"/>
              </a:xfrm>
              <a:custGeom>
                <a:avLst/>
                <a:gdLst>
                  <a:gd name="connsiteX0" fmla="*/ 0 w 21228"/>
                  <a:gd name="connsiteY0" fmla="*/ 0 h 5776"/>
                  <a:gd name="connsiteX1" fmla="*/ 21228 w 21228"/>
                  <a:gd name="connsiteY1" fmla="*/ 5776 h 5776"/>
                </a:gdLst>
                <a:ahLst/>
                <a:cxnLst>
                  <a:cxn ang="0">
                    <a:pos x="connsiteX0" y="connsiteY0"/>
                  </a:cxn>
                  <a:cxn ang="0">
                    <a:pos x="connsiteX1" y="connsiteY1"/>
                  </a:cxn>
                </a:cxnLst>
                <a:rect l="l" t="t" r="r" b="b"/>
                <a:pathLst>
                  <a:path w="21228" h="5776">
                    <a:moveTo>
                      <a:pt x="0" y="0"/>
                    </a:moveTo>
                    <a:cubicBezTo>
                      <a:pt x="0" y="0"/>
                      <a:pt x="9649" y="3851"/>
                      <a:pt x="21228" y="5776"/>
                    </a:cubicBezTo>
                  </a:path>
                </a:pathLst>
              </a:custGeom>
              <a:noFill/>
              <a:ln w="6424" cap="rnd">
                <a:solidFill>
                  <a:schemeClr val="tx2"/>
                </a:solidFill>
                <a:prstDash val="solid"/>
                <a:round/>
              </a:ln>
            </p:spPr>
            <p:txBody>
              <a:bodyPr rtlCol="0" anchor="ctr"/>
              <a:lstStyle/>
              <a:p>
                <a:endParaRPr lang="pt-BR"/>
              </a:p>
            </p:txBody>
          </p:sp>
        </p:grpSp>
        <p:sp>
          <p:nvSpPr>
            <p:cNvPr id="228" name="Freeform: Shape 227">
              <a:extLst>
                <a:ext uri="{FF2B5EF4-FFF2-40B4-BE49-F238E27FC236}">
                  <a16:creationId xmlns:a16="http://schemas.microsoft.com/office/drawing/2014/main" id="{C4EC1257-5981-2982-71A9-5BEA3BB67390}"/>
                </a:ext>
              </a:extLst>
            </p:cNvPr>
            <p:cNvSpPr/>
            <p:nvPr/>
          </p:nvSpPr>
          <p:spPr>
            <a:xfrm>
              <a:off x="7184382" y="4221017"/>
              <a:ext cx="1252450" cy="6418"/>
            </a:xfrm>
            <a:custGeom>
              <a:avLst/>
              <a:gdLst>
                <a:gd name="connsiteX0" fmla="*/ 1252450 w 1252450"/>
                <a:gd name="connsiteY0" fmla="*/ 0 h 6418"/>
                <a:gd name="connsiteX1" fmla="*/ 0 w 1252450"/>
                <a:gd name="connsiteY1" fmla="*/ 0 h 6418"/>
              </a:gdLst>
              <a:ahLst/>
              <a:cxnLst>
                <a:cxn ang="0">
                  <a:pos x="connsiteX0" y="connsiteY0"/>
                </a:cxn>
                <a:cxn ang="0">
                  <a:pos x="connsiteX1" y="connsiteY1"/>
                </a:cxn>
              </a:cxnLst>
              <a:rect l="l" t="t" r="r" b="b"/>
              <a:pathLst>
                <a:path w="1252450" h="6418">
                  <a:moveTo>
                    <a:pt x="1252450" y="0"/>
                  </a:moveTo>
                  <a:lnTo>
                    <a:pt x="0" y="0"/>
                  </a:lnTo>
                </a:path>
              </a:pathLst>
            </a:custGeom>
            <a:ln w="19272" cap="rnd">
              <a:solidFill>
                <a:schemeClr val="tx2"/>
              </a:solidFill>
              <a:prstDash val="solid"/>
              <a:round/>
            </a:ln>
          </p:spPr>
          <p:txBody>
            <a:bodyPr rtlCol="0" anchor="ctr"/>
            <a:lstStyle/>
            <a:p>
              <a:endParaRPr lang="pt-BR"/>
            </a:p>
          </p:txBody>
        </p:sp>
        <p:sp>
          <p:nvSpPr>
            <p:cNvPr id="229" name="Freeform: Shape 228">
              <a:extLst>
                <a:ext uri="{FF2B5EF4-FFF2-40B4-BE49-F238E27FC236}">
                  <a16:creationId xmlns:a16="http://schemas.microsoft.com/office/drawing/2014/main" id="{2B7BB690-46A7-7389-3FF1-1F3FFE264A8C}"/>
                </a:ext>
              </a:extLst>
            </p:cNvPr>
            <p:cNvSpPr/>
            <p:nvPr/>
          </p:nvSpPr>
          <p:spPr>
            <a:xfrm>
              <a:off x="7658474" y="4090726"/>
              <a:ext cx="665142" cy="75093"/>
            </a:xfrm>
            <a:custGeom>
              <a:avLst/>
              <a:gdLst>
                <a:gd name="connsiteX0" fmla="*/ 0 w 665142"/>
                <a:gd name="connsiteY0" fmla="*/ 0 h 75093"/>
                <a:gd name="connsiteX1" fmla="*/ 9006 w 665142"/>
                <a:gd name="connsiteY1" fmla="*/ 52630 h 75093"/>
                <a:gd name="connsiteX2" fmla="*/ 665143 w 665142"/>
                <a:gd name="connsiteY2" fmla="*/ 75094 h 75093"/>
              </a:gdLst>
              <a:ahLst/>
              <a:cxnLst>
                <a:cxn ang="0">
                  <a:pos x="connsiteX0" y="connsiteY0"/>
                </a:cxn>
                <a:cxn ang="0">
                  <a:pos x="connsiteX1" y="connsiteY1"/>
                </a:cxn>
                <a:cxn ang="0">
                  <a:pos x="connsiteX2" y="connsiteY2"/>
                </a:cxn>
              </a:cxnLst>
              <a:rect l="l" t="t" r="r" b="b"/>
              <a:pathLst>
                <a:path w="665142" h="75093">
                  <a:moveTo>
                    <a:pt x="0" y="0"/>
                  </a:moveTo>
                  <a:lnTo>
                    <a:pt x="9006" y="52630"/>
                  </a:lnTo>
                  <a:lnTo>
                    <a:pt x="665143" y="75094"/>
                  </a:lnTo>
                </a:path>
              </a:pathLst>
            </a:custGeom>
            <a:noFill/>
            <a:ln w="6424" cap="rnd">
              <a:solidFill>
                <a:schemeClr val="tx2"/>
              </a:solidFill>
              <a:prstDash val="solid"/>
              <a:round/>
            </a:ln>
          </p:spPr>
          <p:txBody>
            <a:bodyPr rtlCol="0" anchor="ctr"/>
            <a:lstStyle/>
            <a:p>
              <a:endParaRPr lang="pt-BR"/>
            </a:p>
          </p:txBody>
        </p:sp>
        <p:sp>
          <p:nvSpPr>
            <p:cNvPr id="230" name="Freeform: Shape 229">
              <a:extLst>
                <a:ext uri="{FF2B5EF4-FFF2-40B4-BE49-F238E27FC236}">
                  <a16:creationId xmlns:a16="http://schemas.microsoft.com/office/drawing/2014/main" id="{C0F19DD3-C541-D97B-B1C6-5D14DFE1ADA7}"/>
                </a:ext>
              </a:extLst>
            </p:cNvPr>
            <p:cNvSpPr/>
            <p:nvPr/>
          </p:nvSpPr>
          <p:spPr>
            <a:xfrm>
              <a:off x="7643035" y="3821801"/>
              <a:ext cx="636195" cy="146336"/>
            </a:xfrm>
            <a:custGeom>
              <a:avLst/>
              <a:gdLst>
                <a:gd name="connsiteX0" fmla="*/ 636196 w 636195"/>
                <a:gd name="connsiteY0" fmla="*/ 0 h 146336"/>
                <a:gd name="connsiteX1" fmla="*/ 0 w 636195"/>
                <a:gd name="connsiteY1" fmla="*/ 121947 h 146336"/>
                <a:gd name="connsiteX2" fmla="*/ 2573 w 636195"/>
                <a:gd name="connsiteY2" fmla="*/ 146336 h 146336"/>
              </a:gdLst>
              <a:ahLst/>
              <a:cxnLst>
                <a:cxn ang="0">
                  <a:pos x="connsiteX0" y="connsiteY0"/>
                </a:cxn>
                <a:cxn ang="0">
                  <a:pos x="connsiteX1" y="connsiteY1"/>
                </a:cxn>
                <a:cxn ang="0">
                  <a:pos x="connsiteX2" y="connsiteY2"/>
                </a:cxn>
              </a:cxnLst>
              <a:rect l="l" t="t" r="r" b="b"/>
              <a:pathLst>
                <a:path w="636195" h="146336">
                  <a:moveTo>
                    <a:pt x="636196" y="0"/>
                  </a:moveTo>
                  <a:lnTo>
                    <a:pt x="0" y="121947"/>
                  </a:lnTo>
                  <a:lnTo>
                    <a:pt x="2573" y="146336"/>
                  </a:lnTo>
                </a:path>
              </a:pathLst>
            </a:custGeom>
            <a:noFill/>
            <a:ln w="6424" cap="rnd">
              <a:solidFill>
                <a:schemeClr val="tx2"/>
              </a:solidFill>
              <a:prstDash val="solid"/>
              <a:round/>
            </a:ln>
          </p:spPr>
          <p:txBody>
            <a:bodyPr rtlCol="0" anchor="ctr"/>
            <a:lstStyle/>
            <a:p>
              <a:endParaRPr lang="pt-BR"/>
            </a:p>
          </p:txBody>
        </p:sp>
        <p:sp>
          <p:nvSpPr>
            <p:cNvPr id="231" name="Freeform: Shape 230">
              <a:extLst>
                <a:ext uri="{FF2B5EF4-FFF2-40B4-BE49-F238E27FC236}">
                  <a16:creationId xmlns:a16="http://schemas.microsoft.com/office/drawing/2014/main" id="{A8C8AC14-62BC-0A0F-0685-9A168E53F826}"/>
                </a:ext>
              </a:extLst>
            </p:cNvPr>
            <p:cNvSpPr/>
            <p:nvPr/>
          </p:nvSpPr>
          <p:spPr>
            <a:xfrm>
              <a:off x="8202682" y="3538114"/>
              <a:ext cx="63683" cy="157247"/>
            </a:xfrm>
            <a:custGeom>
              <a:avLst/>
              <a:gdLst>
                <a:gd name="connsiteX0" fmla="*/ 0 w 63683"/>
                <a:gd name="connsiteY0" fmla="*/ 0 h 157247"/>
                <a:gd name="connsiteX1" fmla="*/ 63684 w 63683"/>
                <a:gd name="connsiteY1" fmla="*/ 157247 h 157247"/>
              </a:gdLst>
              <a:ahLst/>
              <a:cxnLst>
                <a:cxn ang="0">
                  <a:pos x="connsiteX0" y="connsiteY0"/>
                </a:cxn>
                <a:cxn ang="0">
                  <a:pos x="connsiteX1" y="connsiteY1"/>
                </a:cxn>
              </a:cxnLst>
              <a:rect l="l" t="t" r="r" b="b"/>
              <a:pathLst>
                <a:path w="63683" h="157247">
                  <a:moveTo>
                    <a:pt x="0" y="0"/>
                  </a:moveTo>
                  <a:lnTo>
                    <a:pt x="63684" y="157247"/>
                  </a:lnTo>
                </a:path>
              </a:pathLst>
            </a:custGeom>
            <a:ln w="6424" cap="rnd">
              <a:solidFill>
                <a:schemeClr val="tx2"/>
              </a:solidFill>
              <a:prstDash val="solid"/>
              <a:round/>
            </a:ln>
          </p:spPr>
          <p:txBody>
            <a:bodyPr rtlCol="0" anchor="ctr"/>
            <a:lstStyle/>
            <a:p>
              <a:endParaRPr lang="pt-BR"/>
            </a:p>
          </p:txBody>
        </p:sp>
        <p:sp>
          <p:nvSpPr>
            <p:cNvPr id="232" name="Freeform: Shape 231">
              <a:extLst>
                <a:ext uri="{FF2B5EF4-FFF2-40B4-BE49-F238E27FC236}">
                  <a16:creationId xmlns:a16="http://schemas.microsoft.com/office/drawing/2014/main" id="{9472F3D2-8C94-AB66-1BF1-5399E332585A}"/>
                </a:ext>
              </a:extLst>
            </p:cNvPr>
            <p:cNvSpPr/>
            <p:nvPr/>
          </p:nvSpPr>
          <p:spPr>
            <a:xfrm>
              <a:off x="7460346" y="3573414"/>
              <a:ext cx="56607" cy="89855"/>
            </a:xfrm>
            <a:custGeom>
              <a:avLst/>
              <a:gdLst>
                <a:gd name="connsiteX0" fmla="*/ 56608 w 56607"/>
                <a:gd name="connsiteY0" fmla="*/ 0 h 89855"/>
                <a:gd name="connsiteX1" fmla="*/ 0 w 56607"/>
                <a:gd name="connsiteY1" fmla="*/ 89856 h 89855"/>
              </a:gdLst>
              <a:ahLst/>
              <a:cxnLst>
                <a:cxn ang="0">
                  <a:pos x="connsiteX0" y="connsiteY0"/>
                </a:cxn>
                <a:cxn ang="0">
                  <a:pos x="connsiteX1" y="connsiteY1"/>
                </a:cxn>
              </a:cxnLst>
              <a:rect l="l" t="t" r="r" b="b"/>
              <a:pathLst>
                <a:path w="56607" h="89855">
                  <a:moveTo>
                    <a:pt x="56608" y="0"/>
                  </a:moveTo>
                  <a:lnTo>
                    <a:pt x="0" y="89856"/>
                  </a:lnTo>
                </a:path>
              </a:pathLst>
            </a:custGeom>
            <a:ln w="6424" cap="rnd">
              <a:solidFill>
                <a:schemeClr val="tx2"/>
              </a:solidFill>
              <a:prstDash val="solid"/>
              <a:round/>
            </a:ln>
          </p:spPr>
          <p:txBody>
            <a:bodyPr rtlCol="0" anchor="ctr"/>
            <a:lstStyle/>
            <a:p>
              <a:endParaRPr lang="pt-BR"/>
            </a:p>
          </p:txBody>
        </p:sp>
      </p:grpSp>
      <p:sp>
        <p:nvSpPr>
          <p:cNvPr id="6" name="TextBox 5">
            <a:extLst>
              <a:ext uri="{FF2B5EF4-FFF2-40B4-BE49-F238E27FC236}">
                <a16:creationId xmlns:a16="http://schemas.microsoft.com/office/drawing/2014/main" id="{3E741A70-837D-0982-B3CE-C14985B7D778}"/>
              </a:ext>
            </a:extLst>
          </p:cNvPr>
          <p:cNvSpPr txBox="1"/>
          <p:nvPr/>
        </p:nvSpPr>
        <p:spPr>
          <a:xfrm>
            <a:off x="8915400" y="4881890"/>
            <a:ext cx="152400" cy="261610"/>
          </a:xfrm>
          <a:prstGeom prst="rect">
            <a:avLst/>
          </a:prstGeom>
          <a:noFill/>
        </p:spPr>
        <p:txBody>
          <a:bodyPr wrap="square" rtlCol="0">
            <a:spAutoFit/>
          </a:bodyPr>
          <a:lstStyle/>
          <a:p>
            <a:r>
              <a:rPr lang="en-IN" sz="1100" dirty="0"/>
              <a:t>2</a:t>
            </a:r>
          </a:p>
        </p:txBody>
      </p:sp>
    </p:spTree>
    <p:extLst>
      <p:ext uri="{BB962C8B-B14F-4D97-AF65-F5344CB8AC3E}">
        <p14:creationId xmlns:p14="http://schemas.microsoft.com/office/powerpoint/2010/main" val="1771445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1">
                                            <p:txEl>
                                              <p:pRg st="0" end="0"/>
                                            </p:txEl>
                                          </p:spTgt>
                                        </p:tgtEl>
                                        <p:attrNameLst>
                                          <p:attrName>style.visibility</p:attrName>
                                        </p:attrNameLst>
                                      </p:cBhvr>
                                      <p:to>
                                        <p:strVal val="visible"/>
                                      </p:to>
                                    </p:set>
                                    <p:anim calcmode="lin" valueType="num">
                                      <p:cBhvr additive="base">
                                        <p:cTn id="7" dur="500" fill="hold"/>
                                        <p:tgtEl>
                                          <p:spTgt spid="1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1">
                                            <p:txEl>
                                              <p:pRg st="2" end="2"/>
                                            </p:txEl>
                                          </p:spTgt>
                                        </p:tgtEl>
                                        <p:attrNameLst>
                                          <p:attrName>style.visibility</p:attrName>
                                        </p:attrNameLst>
                                      </p:cBhvr>
                                      <p:to>
                                        <p:strVal val="visible"/>
                                      </p:to>
                                    </p:set>
                                    <p:anim calcmode="lin" valueType="num">
                                      <p:cBhvr additive="base">
                                        <p:cTn id="13" dur="500" fill="hold"/>
                                        <p:tgtEl>
                                          <p:spTgt spid="11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1">
                                            <p:txEl>
                                              <p:pRg st="4" end="4"/>
                                            </p:txEl>
                                          </p:spTgt>
                                        </p:tgtEl>
                                        <p:attrNameLst>
                                          <p:attrName>style.visibility</p:attrName>
                                        </p:attrNameLst>
                                      </p:cBhvr>
                                      <p:to>
                                        <p:strVal val="visible"/>
                                      </p:to>
                                    </p:set>
                                    <p:anim calcmode="lin" valueType="num">
                                      <p:cBhvr additive="base">
                                        <p:cTn id="19" dur="500" fill="hold"/>
                                        <p:tgtEl>
                                          <p:spTgt spid="11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1">
                                            <p:txEl>
                                              <p:pRg st="6" end="6"/>
                                            </p:txEl>
                                          </p:spTgt>
                                        </p:tgtEl>
                                        <p:attrNameLst>
                                          <p:attrName>style.visibility</p:attrName>
                                        </p:attrNameLst>
                                      </p:cBhvr>
                                      <p:to>
                                        <p:strVal val="visible"/>
                                      </p:to>
                                    </p:set>
                                    <p:anim calcmode="lin" valueType="num">
                                      <p:cBhvr additive="base">
                                        <p:cTn id="25" dur="500" fill="hold"/>
                                        <p:tgtEl>
                                          <p:spTgt spid="111">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val 24">
            <a:extLst>
              <a:ext uri="{FF2B5EF4-FFF2-40B4-BE49-F238E27FC236}">
                <a16:creationId xmlns:a16="http://schemas.microsoft.com/office/drawing/2014/main" id="{577D5985-A216-426F-8899-82F11D30160E}"/>
              </a:ext>
            </a:extLst>
          </p:cNvPr>
          <p:cNvSpPr/>
          <p:nvPr/>
        </p:nvSpPr>
        <p:spPr>
          <a:xfrm>
            <a:off x="2383704" y="1637976"/>
            <a:ext cx="1460091" cy="1460091"/>
          </a:xfrm>
          <a:prstGeom prst="ellipse">
            <a:avLst/>
          </a:prstGeom>
          <a:solidFill>
            <a:schemeClr val="tx2">
              <a:lumMod val="40000"/>
              <a:lumOff val="60000"/>
            </a:schemeClr>
          </a:solidFill>
          <a:ln>
            <a:noFill/>
          </a:ln>
          <a:effectLst>
            <a:outerShdw blurRad="254000" dist="165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6" name="Oval 25">
            <a:extLst>
              <a:ext uri="{FF2B5EF4-FFF2-40B4-BE49-F238E27FC236}">
                <a16:creationId xmlns:a16="http://schemas.microsoft.com/office/drawing/2014/main" id="{04716ECF-07C0-44E3-B132-0F139A68620B}"/>
              </a:ext>
            </a:extLst>
          </p:cNvPr>
          <p:cNvSpPr/>
          <p:nvPr/>
        </p:nvSpPr>
        <p:spPr>
          <a:xfrm>
            <a:off x="4643113" y="961332"/>
            <a:ext cx="1453652" cy="1453652"/>
          </a:xfrm>
          <a:prstGeom prst="ellipse">
            <a:avLst/>
          </a:prstGeom>
          <a:solidFill>
            <a:schemeClr val="accent1"/>
          </a:solidFill>
          <a:ln>
            <a:noFill/>
          </a:ln>
          <a:effectLst>
            <a:outerShdw blurRad="254000" dist="165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7" name="Oval 26">
            <a:extLst>
              <a:ext uri="{FF2B5EF4-FFF2-40B4-BE49-F238E27FC236}">
                <a16:creationId xmlns:a16="http://schemas.microsoft.com/office/drawing/2014/main" id="{775FA420-06E4-4EA4-ABD9-D6425BA93CEF}"/>
              </a:ext>
            </a:extLst>
          </p:cNvPr>
          <p:cNvSpPr/>
          <p:nvPr/>
        </p:nvSpPr>
        <p:spPr>
          <a:xfrm>
            <a:off x="3676727" y="2497787"/>
            <a:ext cx="1815120" cy="1815120"/>
          </a:xfrm>
          <a:prstGeom prst="ellipse">
            <a:avLst/>
          </a:prstGeom>
          <a:solidFill>
            <a:schemeClr val="tx2">
              <a:lumMod val="40000"/>
              <a:lumOff val="60000"/>
            </a:schemeClr>
          </a:solidFill>
          <a:ln>
            <a:noFill/>
          </a:ln>
          <a:effectLst>
            <a:outerShdw blurRad="254000" dist="165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8" name="Oval 27">
            <a:extLst>
              <a:ext uri="{FF2B5EF4-FFF2-40B4-BE49-F238E27FC236}">
                <a16:creationId xmlns:a16="http://schemas.microsoft.com/office/drawing/2014/main" id="{86838AD8-7CD7-47D8-9FAE-F8AC533CD936}"/>
              </a:ext>
            </a:extLst>
          </p:cNvPr>
          <p:cNvSpPr/>
          <p:nvPr/>
        </p:nvSpPr>
        <p:spPr>
          <a:xfrm>
            <a:off x="5645816" y="2432904"/>
            <a:ext cx="1114481" cy="1114481"/>
          </a:xfrm>
          <a:prstGeom prst="ellipse">
            <a:avLst/>
          </a:prstGeom>
          <a:solidFill>
            <a:schemeClr val="tx2">
              <a:lumMod val="40000"/>
              <a:lumOff val="60000"/>
            </a:schemeClr>
          </a:solidFill>
          <a:ln>
            <a:noFill/>
          </a:ln>
          <a:effectLst>
            <a:outerShdw blurRad="254000" dist="165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pic>
        <p:nvPicPr>
          <p:cNvPr id="11" name="Picture Placeholder 10">
            <a:extLst>
              <a:ext uri="{FF2B5EF4-FFF2-40B4-BE49-F238E27FC236}">
                <a16:creationId xmlns:a16="http://schemas.microsoft.com/office/drawing/2014/main" id="{5F341941-1536-4D1A-8A35-7C0AB9B2C2C1}"/>
              </a:ext>
            </a:extLst>
          </p:cNvPr>
          <p:cNvPicPr>
            <a:picLocks noGrp="1" noChangeAspect="1"/>
          </p:cNvPicPr>
          <p:nvPr>
            <p:ph type="pic" sz="quarter" idx="13"/>
          </p:nvPr>
        </p:nvPicPr>
        <p:blipFill rotWithShape="1">
          <a:blip r:embed="rId3" cstate="email">
            <a:extLst>
              <a:ext uri="{28A0092B-C50C-407E-A947-70E740481C1C}">
                <a14:useLocalDpi xmlns:a14="http://schemas.microsoft.com/office/drawing/2010/main"/>
              </a:ext>
            </a:extLst>
          </a:blip>
          <a:srcRect/>
          <a:stretch/>
        </p:blipFill>
        <p:spPr>
          <a:xfrm>
            <a:off x="2465785" y="1723261"/>
            <a:ext cx="1296591" cy="1296590"/>
          </a:xfrm>
        </p:spPr>
      </p:pic>
      <p:pic>
        <p:nvPicPr>
          <p:cNvPr id="20" name="Picture Placeholder 19">
            <a:extLst>
              <a:ext uri="{FF2B5EF4-FFF2-40B4-BE49-F238E27FC236}">
                <a16:creationId xmlns:a16="http://schemas.microsoft.com/office/drawing/2014/main" id="{4BBFA9F8-E8D6-4D34-8AE2-ECB8F167096A}"/>
              </a:ext>
            </a:extLst>
          </p:cNvPr>
          <p:cNvPicPr>
            <a:picLocks noGrp="1" noChangeAspect="1"/>
          </p:cNvPicPr>
          <p:nvPr>
            <p:ph type="pic" sz="quarter" idx="14"/>
          </p:nvPr>
        </p:nvPicPr>
        <p:blipFill rotWithShape="1">
          <a:blip r:embed="rId4" cstate="email">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a:ext>
            </a:extLst>
          </a:blip>
          <a:srcRect/>
          <a:stretch/>
        </p:blipFill>
        <p:spPr>
          <a:xfrm>
            <a:off x="4735423" y="1059582"/>
            <a:ext cx="1261334" cy="1261333"/>
          </a:xfrm>
        </p:spPr>
      </p:pic>
      <p:pic>
        <p:nvPicPr>
          <p:cNvPr id="50" name="Picture Placeholder 49">
            <a:extLst>
              <a:ext uri="{FF2B5EF4-FFF2-40B4-BE49-F238E27FC236}">
                <a16:creationId xmlns:a16="http://schemas.microsoft.com/office/drawing/2014/main" id="{94ED6214-02D2-4BED-A8C3-C3AE883FF392}"/>
              </a:ext>
            </a:extLst>
          </p:cNvPr>
          <p:cNvPicPr>
            <a:picLocks noGrp="1" noChangeAspect="1"/>
          </p:cNvPicPr>
          <p:nvPr>
            <p:ph type="pic" sz="quarter" idx="15"/>
          </p:nvPr>
        </p:nvPicPr>
        <p:blipFill rotWithShape="1">
          <a:blip r:embed="rId6" cstate="email">
            <a:extLst>
              <a:ext uri="{28A0092B-C50C-407E-A947-70E740481C1C}">
                <a14:useLocalDpi xmlns:a14="http://schemas.microsoft.com/office/drawing/2010/main"/>
              </a:ext>
            </a:extLst>
          </a:blip>
          <a:srcRect/>
          <a:stretch/>
        </p:blipFill>
        <p:spPr>
          <a:xfrm>
            <a:off x="5718188" y="2506922"/>
            <a:ext cx="977120" cy="977118"/>
          </a:xfrm>
        </p:spPr>
      </p:pic>
      <p:pic>
        <p:nvPicPr>
          <p:cNvPr id="13" name="Picture Placeholder 12">
            <a:extLst>
              <a:ext uri="{FF2B5EF4-FFF2-40B4-BE49-F238E27FC236}">
                <a16:creationId xmlns:a16="http://schemas.microsoft.com/office/drawing/2014/main" id="{C1D055AA-C96A-4547-B65C-A26831826B72}"/>
              </a:ext>
            </a:extLst>
          </p:cNvPr>
          <p:cNvPicPr>
            <a:picLocks noGrp="1" noChangeAspect="1"/>
          </p:cNvPicPr>
          <p:nvPr>
            <p:ph type="pic" sz="quarter" idx="16"/>
          </p:nvPr>
        </p:nvPicPr>
        <p:blipFill rotWithShape="1">
          <a:blip r:embed="rId7" cstate="email">
            <a:extLst>
              <a:ext uri="{28A0092B-C50C-407E-A947-70E740481C1C}">
                <a14:useLocalDpi xmlns:a14="http://schemas.microsoft.com/office/drawing/2010/main"/>
              </a:ext>
            </a:extLst>
          </a:blip>
          <a:srcRect/>
          <a:stretch/>
        </p:blipFill>
        <p:spPr>
          <a:xfrm>
            <a:off x="3828745" y="2652757"/>
            <a:ext cx="1509713" cy="1509710"/>
          </a:xfrm>
        </p:spPr>
      </p:pic>
      <p:sp>
        <p:nvSpPr>
          <p:cNvPr id="38" name="TextBox 37">
            <a:extLst>
              <a:ext uri="{FF2B5EF4-FFF2-40B4-BE49-F238E27FC236}">
                <a16:creationId xmlns:a16="http://schemas.microsoft.com/office/drawing/2014/main" id="{AB5C3925-1A29-44B5-973A-2B13C708E1A7}"/>
              </a:ext>
            </a:extLst>
          </p:cNvPr>
          <p:cNvSpPr txBox="1"/>
          <p:nvPr/>
        </p:nvSpPr>
        <p:spPr>
          <a:xfrm>
            <a:off x="6274967" y="753804"/>
            <a:ext cx="2268252" cy="1708160"/>
          </a:xfrm>
          <a:prstGeom prst="rect">
            <a:avLst/>
          </a:prstGeom>
          <a:noFill/>
        </p:spPr>
        <p:txBody>
          <a:bodyPr wrap="square" rtlCol="0">
            <a:spAutoFit/>
          </a:bodyPr>
          <a:lstStyle/>
          <a:p>
            <a:pPr algn="ctr"/>
            <a:r>
              <a:rPr lang="en-US" sz="1500" b="1" dirty="0">
                <a:solidFill>
                  <a:schemeClr val="tx2">
                    <a:lumMod val="40000"/>
                    <a:lumOff val="60000"/>
                  </a:schemeClr>
                </a:solidFill>
                <a:latin typeface="Arial" panose="020B0604020202020204" pitchFamily="34" charset="0"/>
                <a:cs typeface="Arial" panose="020B0604020202020204" pitchFamily="34" charset="0"/>
              </a:rPr>
              <a:t>Technical Advocate –  Thomas</a:t>
            </a:r>
          </a:p>
          <a:p>
            <a:pPr algn="ctr"/>
            <a:br>
              <a:rPr lang="en-US" sz="1500" b="1" dirty="0">
                <a:solidFill>
                  <a:schemeClr val="tx2">
                    <a:lumMod val="40000"/>
                    <a:lumOff val="60000"/>
                  </a:schemeClr>
                </a:solidFill>
                <a:latin typeface="Arial" panose="020B0604020202020204" pitchFamily="34" charset="0"/>
                <a:cs typeface="Arial" panose="020B0604020202020204" pitchFamily="34" charset="0"/>
              </a:rPr>
            </a:br>
            <a:r>
              <a:rPr lang="en-US" sz="1500" dirty="0">
                <a:solidFill>
                  <a:schemeClr val="tx2">
                    <a:lumMod val="40000"/>
                    <a:lumOff val="60000"/>
                  </a:schemeClr>
                </a:solidFill>
                <a:latin typeface="Arial" panose="020B0604020202020204" pitchFamily="34" charset="0"/>
                <a:cs typeface="Arial" panose="020B0604020202020204" pitchFamily="34" charset="0"/>
              </a:rPr>
              <a:t>Working in an industry with other UI technology and want to be a UI developer with SAPUI5</a:t>
            </a:r>
          </a:p>
        </p:txBody>
      </p:sp>
      <p:sp>
        <p:nvSpPr>
          <p:cNvPr id="41" name="TextBox 40">
            <a:extLst>
              <a:ext uri="{FF2B5EF4-FFF2-40B4-BE49-F238E27FC236}">
                <a16:creationId xmlns:a16="http://schemas.microsoft.com/office/drawing/2014/main" id="{44AE5305-E0CC-49B1-A202-ACE353469A19}"/>
              </a:ext>
            </a:extLst>
          </p:cNvPr>
          <p:cNvSpPr txBox="1"/>
          <p:nvPr/>
        </p:nvSpPr>
        <p:spPr>
          <a:xfrm>
            <a:off x="106450" y="1205242"/>
            <a:ext cx="1926837" cy="1777410"/>
          </a:xfrm>
          <a:prstGeom prst="rect">
            <a:avLst/>
          </a:prstGeom>
          <a:noFill/>
        </p:spPr>
        <p:txBody>
          <a:bodyPr wrap="square" rtlCol="0">
            <a:spAutoFit/>
          </a:bodyPr>
          <a:lstStyle/>
          <a:p>
            <a:pPr algn="ctr">
              <a:lnSpc>
                <a:spcPct val="90000"/>
              </a:lnSpc>
            </a:pPr>
            <a:r>
              <a:rPr lang="en-IN" sz="1500" b="1" dirty="0">
                <a:solidFill>
                  <a:schemeClr val="tx2">
                    <a:lumMod val="40000"/>
                    <a:lumOff val="60000"/>
                  </a:schemeClr>
                </a:solidFill>
                <a:latin typeface="Arial" panose="020B0604020202020204" pitchFamily="34" charset="0"/>
                <a:cs typeface="Arial" panose="020B0604020202020204" pitchFamily="34" charset="0"/>
              </a:rPr>
              <a:t>UX Designer –  Alex</a:t>
            </a:r>
          </a:p>
          <a:p>
            <a:pPr algn="ctr">
              <a:lnSpc>
                <a:spcPct val="90000"/>
              </a:lnSpc>
            </a:pPr>
            <a:endParaRPr lang="en-IN" sz="1500" b="1" dirty="0">
              <a:solidFill>
                <a:schemeClr val="tx2">
                  <a:lumMod val="40000"/>
                  <a:lumOff val="60000"/>
                </a:schemeClr>
              </a:solidFill>
              <a:latin typeface="Arial" panose="020B0604020202020204" pitchFamily="34" charset="0"/>
              <a:ea typeface="Open Sans" panose="020B0606030504020204" pitchFamily="34" charset="0"/>
              <a:cs typeface="Arial" panose="020B0604020202020204" pitchFamily="34" charset="0"/>
            </a:endParaRPr>
          </a:p>
          <a:p>
            <a:pPr algn="ctr">
              <a:lnSpc>
                <a:spcPct val="90000"/>
              </a:lnSpc>
            </a:pPr>
            <a:r>
              <a:rPr lang="en-US" sz="1500" dirty="0">
                <a:solidFill>
                  <a:schemeClr val="tx2">
                    <a:lumMod val="40000"/>
                    <a:lumOff val="60000"/>
                  </a:schemeClr>
                </a:solidFill>
                <a:latin typeface="Arial" panose="020B0604020202020204" pitchFamily="34" charset="0"/>
                <a:cs typeface="Arial" panose="020B0604020202020204" pitchFamily="34" charset="0"/>
              </a:rPr>
              <a:t>A UX Designer, he would like to start the development of UI5 applications</a:t>
            </a:r>
            <a:endParaRPr lang="en-US" sz="1500" dirty="0">
              <a:solidFill>
                <a:schemeClr val="tx2">
                  <a:lumMod val="40000"/>
                  <a:lumOff val="60000"/>
                </a:schemeClr>
              </a:solidFill>
              <a:latin typeface="Arial" panose="020B0604020202020204" pitchFamily="34" charset="0"/>
              <a:ea typeface="Open Sans" panose="020B0606030504020204" pitchFamily="34" charset="0"/>
              <a:cs typeface="Arial" panose="020B0604020202020204" pitchFamily="34" charset="0"/>
            </a:endParaRPr>
          </a:p>
          <a:p>
            <a:pPr algn="r"/>
            <a:r>
              <a:rPr lang="en-US" sz="1500" kern="0" dirty="0">
                <a:solidFill>
                  <a:schemeClr val="tx1">
                    <a:lumMod val="50000"/>
                    <a:lumOff val="50000"/>
                  </a:schemeClr>
                </a:solidFill>
                <a:latin typeface="Arial" panose="020B0604020202020204" pitchFamily="34" charset="0"/>
                <a:cs typeface="Arial" panose="020B0604020202020204" pitchFamily="34" charset="0"/>
              </a:rPr>
              <a:t>. </a:t>
            </a:r>
            <a:endParaRPr lang="en-IN" sz="1500" dirty="0">
              <a:solidFill>
                <a:schemeClr val="tx1">
                  <a:lumMod val="50000"/>
                  <a:lumOff val="50000"/>
                </a:schemeClr>
              </a:solidFill>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6CB1739D-B5AC-40D1-8D00-C010D141FF0E}"/>
              </a:ext>
            </a:extLst>
          </p:cNvPr>
          <p:cNvSpPr txBox="1"/>
          <p:nvPr/>
        </p:nvSpPr>
        <p:spPr>
          <a:xfrm>
            <a:off x="1334553" y="3375526"/>
            <a:ext cx="2305988" cy="1477328"/>
          </a:xfrm>
          <a:prstGeom prst="rect">
            <a:avLst/>
          </a:prstGeom>
          <a:noFill/>
        </p:spPr>
        <p:txBody>
          <a:bodyPr wrap="square" rtlCol="0">
            <a:spAutoFit/>
          </a:bodyPr>
          <a:lstStyle/>
          <a:p>
            <a:pPr algn="ctr"/>
            <a:r>
              <a:rPr lang="en-IN" sz="1500" b="1" dirty="0">
                <a:solidFill>
                  <a:schemeClr val="tx2">
                    <a:lumMod val="40000"/>
                    <a:lumOff val="60000"/>
                  </a:schemeClr>
                </a:solidFill>
                <a:latin typeface="Arial" panose="020B0604020202020204" pitchFamily="34" charset="0"/>
                <a:cs typeface="Arial" panose="020B0604020202020204" pitchFamily="34" charset="0"/>
              </a:rPr>
              <a:t>Fresher -  Maria</a:t>
            </a:r>
          </a:p>
          <a:p>
            <a:pPr algn="ctr"/>
            <a:endParaRPr lang="en-IN" sz="1500" b="1" dirty="0">
              <a:solidFill>
                <a:schemeClr val="tx2">
                  <a:lumMod val="40000"/>
                  <a:lumOff val="60000"/>
                </a:schemeClr>
              </a:solidFill>
              <a:latin typeface="Arial" panose="020B0604020202020204" pitchFamily="34" charset="0"/>
              <a:cs typeface="Arial" panose="020B0604020202020204" pitchFamily="34" charset="0"/>
            </a:endParaRPr>
          </a:p>
          <a:p>
            <a:pPr algn="ctr"/>
            <a:r>
              <a:rPr lang="en-US" sz="1500" dirty="0">
                <a:solidFill>
                  <a:schemeClr val="tx2">
                    <a:lumMod val="40000"/>
                    <a:lumOff val="60000"/>
                  </a:schemeClr>
                </a:solidFill>
                <a:latin typeface="Arial" panose="020B0604020202020204" pitchFamily="34" charset="0"/>
                <a:cs typeface="Arial" panose="020B0604020202020204" pitchFamily="34" charset="0"/>
              </a:rPr>
              <a:t>Fresher with no experience, and aspire to become a full-stack developer</a:t>
            </a:r>
          </a:p>
        </p:txBody>
      </p:sp>
      <p:sp>
        <p:nvSpPr>
          <p:cNvPr id="47" name="TextBox 46">
            <a:extLst>
              <a:ext uri="{FF2B5EF4-FFF2-40B4-BE49-F238E27FC236}">
                <a16:creationId xmlns:a16="http://schemas.microsoft.com/office/drawing/2014/main" id="{E9BBCFFA-FD89-452B-B034-BCF9958B3A21}"/>
              </a:ext>
            </a:extLst>
          </p:cNvPr>
          <p:cNvSpPr txBox="1"/>
          <p:nvPr/>
        </p:nvSpPr>
        <p:spPr>
          <a:xfrm>
            <a:off x="6695308" y="3087861"/>
            <a:ext cx="2160240" cy="1708160"/>
          </a:xfrm>
          <a:prstGeom prst="rect">
            <a:avLst/>
          </a:prstGeom>
          <a:noFill/>
        </p:spPr>
        <p:txBody>
          <a:bodyPr wrap="square" rtlCol="0">
            <a:spAutoFit/>
          </a:bodyPr>
          <a:lstStyle/>
          <a:p>
            <a:pPr algn="ctr"/>
            <a:r>
              <a:rPr lang="en-IN" sz="1500" b="1" dirty="0">
                <a:solidFill>
                  <a:schemeClr val="tx2">
                    <a:lumMod val="40000"/>
                    <a:lumOff val="60000"/>
                  </a:schemeClr>
                </a:solidFill>
                <a:latin typeface="Arial" panose="020B0604020202020204" pitchFamily="34" charset="0"/>
                <a:cs typeface="Arial" panose="020B0604020202020204" pitchFamily="34" charset="0"/>
              </a:rPr>
              <a:t>Application Developer- Genny</a:t>
            </a:r>
          </a:p>
          <a:p>
            <a:pPr algn="ctr"/>
            <a:endParaRPr lang="en-IN" sz="1500" b="1" dirty="0">
              <a:solidFill>
                <a:schemeClr val="tx2">
                  <a:lumMod val="40000"/>
                  <a:lumOff val="60000"/>
                </a:schemeClr>
              </a:solidFill>
              <a:latin typeface="Arial" panose="020B0604020202020204" pitchFamily="34" charset="0"/>
              <a:cs typeface="Arial" panose="020B0604020202020204" pitchFamily="34" charset="0"/>
            </a:endParaRPr>
          </a:p>
          <a:p>
            <a:pPr algn="ctr"/>
            <a:r>
              <a:rPr lang="en-US" sz="1500" dirty="0">
                <a:solidFill>
                  <a:schemeClr val="tx2">
                    <a:lumMod val="40000"/>
                    <a:lumOff val="60000"/>
                  </a:schemeClr>
                </a:solidFill>
                <a:latin typeface="Arial" panose="020B0604020202020204" pitchFamily="34" charset="0"/>
                <a:cs typeface="Arial" panose="020B0604020202020204" pitchFamily="34" charset="0"/>
              </a:rPr>
              <a:t>Working as an ABAP consultant, want to build apps on ECC or S/4HANA</a:t>
            </a:r>
            <a:endParaRPr lang="en-IN" sz="1500" dirty="0">
              <a:solidFill>
                <a:schemeClr val="tx2">
                  <a:lumMod val="40000"/>
                  <a:lumOff val="60000"/>
                </a:schemeClr>
              </a:solidFill>
              <a:latin typeface="Arial" panose="020B0604020202020204" pitchFamily="34" charset="0"/>
              <a:cs typeface="Arial" panose="020B0604020202020204" pitchFamily="34" charset="0"/>
            </a:endParaRPr>
          </a:p>
        </p:txBody>
      </p:sp>
      <p:sp>
        <p:nvSpPr>
          <p:cNvPr id="6" name="Rectangle 5" title="0">
            <a:extLst>
              <a:ext uri="{FF2B5EF4-FFF2-40B4-BE49-F238E27FC236}">
                <a16:creationId xmlns:a16="http://schemas.microsoft.com/office/drawing/2014/main" id="{AF2FA04C-A0A8-425A-48B8-3DC93D993C7C}"/>
              </a:ext>
            </a:extLst>
          </p:cNvPr>
          <p:cNvSpPr/>
          <p:nvPr/>
        </p:nvSpPr>
        <p:spPr>
          <a:xfrm>
            <a:off x="283951" y="264582"/>
            <a:ext cx="4256878" cy="4465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8987" rtl="0" eaLnBrk="1" fontAlgn="auto" latinLnBrk="0" hangingPunct="1">
              <a:lnSpc>
                <a:spcPct val="100000"/>
              </a:lnSpc>
              <a:spcBef>
                <a:spcPct val="0"/>
              </a:spcBef>
              <a:spcAft>
                <a:spcPts val="0"/>
              </a:spcAft>
              <a:buClrTx/>
              <a:buSzTx/>
              <a:buFontTx/>
              <a:buNone/>
              <a:tabLst/>
              <a:defRPr/>
            </a:pPr>
            <a:r>
              <a:rPr kumimoji="0" lang="en-GB" sz="2800" b="1" i="0" u="none" strike="noStrike" kern="1200" cap="none" spc="0" normalizeH="0" baseline="0" noProof="0" dirty="0">
                <a:ln>
                  <a:noFill/>
                </a:ln>
                <a:solidFill>
                  <a:schemeClr val="bg1"/>
                </a:solidFill>
                <a:effectLst/>
                <a:uLnTx/>
                <a:uFillTx/>
                <a:latin typeface="Cooper Black" pitchFamily="18" charset="0"/>
                <a:ea typeface="Segoe UI Black" panose="020B0A02040204020203" pitchFamily="34" charset="0"/>
                <a:cs typeface="+mj-cs"/>
              </a:rPr>
              <a:t>Who is this course for</a:t>
            </a:r>
          </a:p>
        </p:txBody>
      </p:sp>
      <p:sp>
        <p:nvSpPr>
          <p:cNvPr id="9" name="TextBox 8">
            <a:extLst>
              <a:ext uri="{FF2B5EF4-FFF2-40B4-BE49-F238E27FC236}">
                <a16:creationId xmlns:a16="http://schemas.microsoft.com/office/drawing/2014/main" id="{BEF3B273-7A08-CCD2-9A95-1B47394FA5F8}"/>
              </a:ext>
            </a:extLst>
          </p:cNvPr>
          <p:cNvSpPr txBox="1"/>
          <p:nvPr/>
        </p:nvSpPr>
        <p:spPr>
          <a:xfrm>
            <a:off x="6187512" y="4866501"/>
            <a:ext cx="2978878" cy="276999"/>
          </a:xfrm>
          <a:prstGeom prst="rect">
            <a:avLst/>
          </a:prstGeom>
          <a:noFill/>
        </p:spPr>
        <p:txBody>
          <a:bodyPr wrap="square">
            <a:spAutoFit/>
          </a:bodyPr>
          <a:lstStyle/>
          <a:p>
            <a:pPr algn="ctr"/>
            <a:r>
              <a:rPr lang="en-US" sz="1200" dirty="0">
                <a:solidFill>
                  <a:schemeClr val="tx2">
                    <a:lumMod val="60000"/>
                    <a:lumOff val="40000"/>
                  </a:schemeClr>
                </a:solidFill>
                <a:effectLst>
                  <a:outerShdw blurRad="38100" dist="38100" dir="2700000" algn="tl">
                    <a:srgbClr val="000000">
                      <a:alpha val="43137"/>
                    </a:srgbClr>
                  </a:outerShdw>
                </a:effectLst>
                <a:latin typeface="Cooper Black" panose="0208090404030B020404" pitchFamily="18" charset="0"/>
              </a:rPr>
              <a:t>www.anubhavtrainings.com</a:t>
            </a:r>
          </a:p>
        </p:txBody>
      </p:sp>
      <p:pic>
        <p:nvPicPr>
          <p:cNvPr id="10" name="Picture 9">
            <a:extLst>
              <a:ext uri="{FF2B5EF4-FFF2-40B4-BE49-F238E27FC236}">
                <a16:creationId xmlns:a16="http://schemas.microsoft.com/office/drawing/2014/main" id="{ACEE6579-57DB-7826-FD19-908EC7B5CD7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505963" y="0"/>
            <a:ext cx="660427" cy="652307"/>
          </a:xfrm>
          <a:prstGeom prst="rect">
            <a:avLst/>
          </a:prstGeom>
        </p:spPr>
      </p:pic>
      <p:pic>
        <p:nvPicPr>
          <p:cNvPr id="12" name="Picture 11">
            <a:extLst>
              <a:ext uri="{FF2B5EF4-FFF2-40B4-BE49-F238E27FC236}">
                <a16:creationId xmlns:a16="http://schemas.microsoft.com/office/drawing/2014/main" id="{CBE878C4-F247-912A-D81E-181F367F099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997" y="4745549"/>
            <a:ext cx="402905" cy="397951"/>
          </a:xfrm>
          <a:prstGeom prst="rect">
            <a:avLst/>
          </a:prstGeom>
        </p:spPr>
      </p:pic>
      <p:sp>
        <p:nvSpPr>
          <p:cNvPr id="14" name="TextBox 13">
            <a:extLst>
              <a:ext uri="{FF2B5EF4-FFF2-40B4-BE49-F238E27FC236}">
                <a16:creationId xmlns:a16="http://schemas.microsoft.com/office/drawing/2014/main" id="{79EB8233-246B-DFFE-BE3A-83ACB7C09F32}"/>
              </a:ext>
            </a:extLst>
          </p:cNvPr>
          <p:cNvSpPr txBox="1"/>
          <p:nvPr/>
        </p:nvSpPr>
        <p:spPr>
          <a:xfrm>
            <a:off x="8915400" y="4881890"/>
            <a:ext cx="152400" cy="261610"/>
          </a:xfrm>
          <a:prstGeom prst="rect">
            <a:avLst/>
          </a:prstGeom>
          <a:noFill/>
        </p:spPr>
        <p:txBody>
          <a:bodyPr wrap="square" rtlCol="0">
            <a:spAutoFit/>
          </a:bodyPr>
          <a:lstStyle/>
          <a:p>
            <a:r>
              <a:rPr lang="en-IN" sz="1100" dirty="0"/>
              <a:t>3</a:t>
            </a:r>
          </a:p>
        </p:txBody>
      </p:sp>
    </p:spTree>
    <p:extLst>
      <p:ext uri="{BB962C8B-B14F-4D97-AF65-F5344CB8AC3E}">
        <p14:creationId xmlns:p14="http://schemas.microsoft.com/office/powerpoint/2010/main" val="222951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1000"/>
                                        <p:tgtEl>
                                          <p:spTgt spid="38"/>
                                        </p:tgtEl>
                                      </p:cBhvr>
                                    </p:animEffect>
                                    <p:anim calcmode="lin" valueType="num">
                                      <p:cBhvr>
                                        <p:cTn id="15" dur="1000" fill="hold"/>
                                        <p:tgtEl>
                                          <p:spTgt spid="38"/>
                                        </p:tgtEl>
                                        <p:attrNameLst>
                                          <p:attrName>ppt_x</p:attrName>
                                        </p:attrNameLst>
                                      </p:cBhvr>
                                      <p:tavLst>
                                        <p:tav tm="0">
                                          <p:val>
                                            <p:strVal val="#ppt_x"/>
                                          </p:val>
                                        </p:tav>
                                        <p:tav tm="100000">
                                          <p:val>
                                            <p:strVal val="#ppt_x"/>
                                          </p:val>
                                        </p:tav>
                                      </p:tavLst>
                                    </p:anim>
                                    <p:anim calcmode="lin" valueType="num">
                                      <p:cBhvr>
                                        <p:cTn id="16"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7"/>
                                        </p:tgtEl>
                                        <p:attrNameLst>
                                          <p:attrName>style.visibility</p:attrName>
                                        </p:attrNameLst>
                                      </p:cBhvr>
                                      <p:to>
                                        <p:strVal val="visible"/>
                                      </p:to>
                                    </p:set>
                                    <p:animEffect transition="in" filter="fade">
                                      <p:cBhvr>
                                        <p:cTn id="21" dur="1000"/>
                                        <p:tgtEl>
                                          <p:spTgt spid="47"/>
                                        </p:tgtEl>
                                      </p:cBhvr>
                                    </p:animEffect>
                                    <p:anim calcmode="lin" valueType="num">
                                      <p:cBhvr>
                                        <p:cTn id="22" dur="1000" fill="hold"/>
                                        <p:tgtEl>
                                          <p:spTgt spid="47"/>
                                        </p:tgtEl>
                                        <p:attrNameLst>
                                          <p:attrName>ppt_x</p:attrName>
                                        </p:attrNameLst>
                                      </p:cBhvr>
                                      <p:tavLst>
                                        <p:tav tm="0">
                                          <p:val>
                                            <p:strVal val="#ppt_x"/>
                                          </p:val>
                                        </p:tav>
                                        <p:tav tm="100000">
                                          <p:val>
                                            <p:strVal val="#ppt_x"/>
                                          </p:val>
                                        </p:tav>
                                      </p:tavLst>
                                    </p:anim>
                                    <p:anim calcmode="lin" valueType="num">
                                      <p:cBhvr>
                                        <p:cTn id="23"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1000"/>
                                        <p:tgtEl>
                                          <p:spTgt spid="44"/>
                                        </p:tgtEl>
                                      </p:cBhvr>
                                    </p:animEffect>
                                    <p:anim calcmode="lin" valueType="num">
                                      <p:cBhvr>
                                        <p:cTn id="29" dur="1000" fill="hold"/>
                                        <p:tgtEl>
                                          <p:spTgt spid="44"/>
                                        </p:tgtEl>
                                        <p:attrNameLst>
                                          <p:attrName>ppt_x</p:attrName>
                                        </p:attrNameLst>
                                      </p:cBhvr>
                                      <p:tavLst>
                                        <p:tav tm="0">
                                          <p:val>
                                            <p:strVal val="#ppt_x"/>
                                          </p:val>
                                        </p:tav>
                                        <p:tav tm="100000">
                                          <p:val>
                                            <p:strVal val="#ppt_x"/>
                                          </p:val>
                                        </p:tav>
                                      </p:tavLst>
                                    </p:anim>
                                    <p:anim calcmode="lin" valueType="num">
                                      <p:cBhvr>
                                        <p:cTn id="30"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1" grpId="0"/>
      <p:bldP spid="44" grpId="0"/>
      <p:bldP spid="4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5E723FE1-7FD6-D023-5460-AECB2A604534}"/>
              </a:ext>
            </a:extLst>
          </p:cNvPr>
          <p:cNvGrpSpPr/>
          <p:nvPr/>
        </p:nvGrpSpPr>
        <p:grpSpPr>
          <a:xfrm>
            <a:off x="-5969" y="-7625"/>
            <a:ext cx="9176648" cy="5151125"/>
            <a:chOff x="-5969" y="-7625"/>
            <a:chExt cx="9176648" cy="5151125"/>
          </a:xfrm>
          <a:solidFill>
            <a:schemeClr val="bg2"/>
          </a:solidFill>
        </p:grpSpPr>
        <p:pic>
          <p:nvPicPr>
            <p:cNvPr id="54" name="Graphic 53">
              <a:extLst>
                <a:ext uri="{FF2B5EF4-FFF2-40B4-BE49-F238E27FC236}">
                  <a16:creationId xmlns:a16="http://schemas.microsoft.com/office/drawing/2014/main" id="{AE465C3A-BBDD-4306-C08D-93795535D03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0840" t="31947"/>
            <a:stretch>
              <a:fillRect/>
            </a:stretch>
          </p:blipFill>
          <p:spPr>
            <a:xfrm>
              <a:off x="-5969" y="0"/>
              <a:ext cx="3969101" cy="1981315"/>
            </a:xfrm>
            <a:prstGeom prst="rect">
              <a:avLst/>
            </a:prstGeom>
          </p:spPr>
        </p:pic>
        <p:pic>
          <p:nvPicPr>
            <p:cNvPr id="55" name="Graphic 54">
              <a:extLst>
                <a:ext uri="{FF2B5EF4-FFF2-40B4-BE49-F238E27FC236}">
                  <a16:creationId xmlns:a16="http://schemas.microsoft.com/office/drawing/2014/main" id="{A5B70BEA-1FED-CB96-A31D-D96A090FAD5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5004" r="4037" b="4614"/>
            <a:stretch>
              <a:fillRect/>
            </a:stretch>
          </p:blipFill>
          <p:spPr>
            <a:xfrm>
              <a:off x="3006487" y="-7625"/>
              <a:ext cx="6164192" cy="5151125"/>
            </a:xfrm>
            <a:prstGeom prst="rect">
              <a:avLst/>
            </a:prstGeom>
          </p:spPr>
        </p:pic>
      </p:grpSp>
      <p:grpSp>
        <p:nvGrpSpPr>
          <p:cNvPr id="2" name="Graphic 20">
            <a:extLst>
              <a:ext uri="{FF2B5EF4-FFF2-40B4-BE49-F238E27FC236}">
                <a16:creationId xmlns:a16="http://schemas.microsoft.com/office/drawing/2014/main" id="{510E667C-7517-8739-87BF-52A6AB121504}"/>
              </a:ext>
            </a:extLst>
          </p:cNvPr>
          <p:cNvGrpSpPr/>
          <p:nvPr/>
        </p:nvGrpSpPr>
        <p:grpSpPr>
          <a:xfrm>
            <a:off x="1371408" y="1248894"/>
            <a:ext cx="1889342" cy="3532443"/>
            <a:chOff x="1371408" y="1248894"/>
            <a:chExt cx="1889342" cy="3532443"/>
          </a:xfrm>
        </p:grpSpPr>
        <p:sp>
          <p:nvSpPr>
            <p:cNvPr id="3" name="Freeform: Shape 2">
              <a:extLst>
                <a:ext uri="{FF2B5EF4-FFF2-40B4-BE49-F238E27FC236}">
                  <a16:creationId xmlns:a16="http://schemas.microsoft.com/office/drawing/2014/main" id="{7E4E25ED-0FA2-B4C9-C193-2E22C56D2FFD}"/>
                </a:ext>
              </a:extLst>
            </p:cNvPr>
            <p:cNvSpPr/>
            <p:nvPr/>
          </p:nvSpPr>
          <p:spPr>
            <a:xfrm>
              <a:off x="2729240" y="4362087"/>
              <a:ext cx="281348" cy="256874"/>
            </a:xfrm>
            <a:custGeom>
              <a:avLst/>
              <a:gdLst>
                <a:gd name="connsiteX0" fmla="*/ 11280 w 281348"/>
                <a:gd name="connsiteY0" fmla="*/ 89839 h 256874"/>
                <a:gd name="connsiteX1" fmla="*/ 0 w 281348"/>
                <a:gd name="connsiteY1" fmla="*/ 256874 h 256874"/>
                <a:gd name="connsiteX2" fmla="*/ 281349 w 281348"/>
                <a:gd name="connsiteY2" fmla="*/ 216280 h 256874"/>
                <a:gd name="connsiteX3" fmla="*/ 221629 w 281348"/>
                <a:gd name="connsiteY3" fmla="*/ 177017 h 256874"/>
                <a:gd name="connsiteX4" fmla="*/ 208357 w 281348"/>
                <a:gd name="connsiteY4" fmla="*/ 150398 h 256874"/>
                <a:gd name="connsiteX5" fmla="*/ 216984 w 281348"/>
                <a:gd name="connsiteY5" fmla="*/ 0 h 256874"/>
                <a:gd name="connsiteX6" fmla="*/ 11280 w 281348"/>
                <a:gd name="connsiteY6" fmla="*/ 89839 h 256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348" h="256874">
                  <a:moveTo>
                    <a:pt x="11280" y="89839"/>
                  </a:moveTo>
                  <a:lnTo>
                    <a:pt x="0" y="256874"/>
                  </a:lnTo>
                  <a:lnTo>
                    <a:pt x="281349" y="216280"/>
                  </a:lnTo>
                  <a:lnTo>
                    <a:pt x="221629" y="177017"/>
                  </a:lnTo>
                  <a:cubicBezTo>
                    <a:pt x="213002" y="171028"/>
                    <a:pt x="207694" y="161046"/>
                    <a:pt x="208357" y="150398"/>
                  </a:cubicBezTo>
                  <a:lnTo>
                    <a:pt x="216984" y="0"/>
                  </a:lnTo>
                  <a:lnTo>
                    <a:pt x="11280" y="89839"/>
                  </a:lnTo>
                  <a:close/>
                </a:path>
              </a:pathLst>
            </a:custGeom>
            <a:solidFill>
              <a:schemeClr val="bg1"/>
            </a:solidFill>
            <a:ln w="6617" cap="rnd">
              <a:solidFill>
                <a:schemeClr val="tx2"/>
              </a:solidFill>
              <a:prstDash val="solid"/>
              <a:round/>
            </a:ln>
          </p:spPr>
          <p:txBody>
            <a:bodyPr rtlCol="0" anchor="ctr"/>
            <a:lstStyle/>
            <a:p>
              <a:endParaRPr lang="pt-BR"/>
            </a:p>
          </p:txBody>
        </p:sp>
        <p:sp>
          <p:nvSpPr>
            <p:cNvPr id="4" name="Freeform: Shape 3">
              <a:extLst>
                <a:ext uri="{FF2B5EF4-FFF2-40B4-BE49-F238E27FC236}">
                  <a16:creationId xmlns:a16="http://schemas.microsoft.com/office/drawing/2014/main" id="{431EE20A-93BD-D945-0502-430311D99797}"/>
                </a:ext>
              </a:extLst>
            </p:cNvPr>
            <p:cNvSpPr/>
            <p:nvPr/>
          </p:nvSpPr>
          <p:spPr>
            <a:xfrm>
              <a:off x="2309208" y="2995197"/>
              <a:ext cx="718090" cy="1494724"/>
            </a:xfrm>
            <a:custGeom>
              <a:avLst/>
              <a:gdLst>
                <a:gd name="connsiteX0" fmla="*/ 238881 w 718090"/>
                <a:gd name="connsiteY0" fmla="*/ 0 h 1494724"/>
                <a:gd name="connsiteX1" fmla="*/ 685456 w 718090"/>
                <a:gd name="connsiteY1" fmla="*/ 682779 h 1494724"/>
                <a:gd name="connsiteX2" fmla="*/ 717307 w 718090"/>
                <a:gd name="connsiteY2" fmla="*/ 809886 h 1494724"/>
                <a:gd name="connsiteX3" fmla="*/ 656259 w 718090"/>
                <a:gd name="connsiteY3" fmla="*/ 1484679 h 1494724"/>
                <a:gd name="connsiteX4" fmla="*/ 644315 w 718090"/>
                <a:gd name="connsiteY4" fmla="*/ 1494662 h 1494724"/>
                <a:gd name="connsiteX5" fmla="*/ 391500 w 718090"/>
                <a:gd name="connsiteY5" fmla="*/ 1481352 h 1494724"/>
                <a:gd name="connsiteX6" fmla="*/ 380883 w 718090"/>
                <a:gd name="connsiteY6" fmla="*/ 1469373 h 1494724"/>
                <a:gd name="connsiteX7" fmla="*/ 432640 w 718090"/>
                <a:gd name="connsiteY7" fmla="*/ 861127 h 1494724"/>
                <a:gd name="connsiteX8" fmla="*/ 423350 w 718090"/>
                <a:gd name="connsiteY8" fmla="*/ 830515 h 1494724"/>
                <a:gd name="connsiteX9" fmla="*/ 0 w 718090"/>
                <a:gd name="connsiteY9" fmla="*/ 290814 h 1494724"/>
                <a:gd name="connsiteX10" fmla="*/ 238881 w 718090"/>
                <a:gd name="connsiteY10" fmla="*/ 0 h 1494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8090" h="1494724">
                  <a:moveTo>
                    <a:pt x="238881" y="0"/>
                  </a:moveTo>
                  <a:lnTo>
                    <a:pt x="685456" y="682779"/>
                  </a:lnTo>
                  <a:cubicBezTo>
                    <a:pt x="710008" y="720046"/>
                    <a:pt x="721288" y="765299"/>
                    <a:pt x="717307" y="809886"/>
                  </a:cubicBezTo>
                  <a:lnTo>
                    <a:pt x="656259" y="1484679"/>
                  </a:lnTo>
                  <a:cubicBezTo>
                    <a:pt x="655596" y="1490669"/>
                    <a:pt x="650287" y="1495327"/>
                    <a:pt x="644315" y="1494662"/>
                  </a:cubicBezTo>
                  <a:lnTo>
                    <a:pt x="391500" y="1481352"/>
                  </a:lnTo>
                  <a:cubicBezTo>
                    <a:pt x="384864" y="1480686"/>
                    <a:pt x="380219" y="1475363"/>
                    <a:pt x="380883" y="1469373"/>
                  </a:cubicBezTo>
                  <a:lnTo>
                    <a:pt x="432640" y="861127"/>
                  </a:lnTo>
                  <a:cubicBezTo>
                    <a:pt x="433304" y="849814"/>
                    <a:pt x="429986" y="839167"/>
                    <a:pt x="423350" y="830515"/>
                  </a:cubicBezTo>
                  <a:lnTo>
                    <a:pt x="0" y="290814"/>
                  </a:lnTo>
                  <a:lnTo>
                    <a:pt x="238881" y="0"/>
                  </a:lnTo>
                  <a:close/>
                </a:path>
              </a:pathLst>
            </a:custGeom>
            <a:solidFill>
              <a:schemeClr val="accent1"/>
            </a:solidFill>
            <a:ln w="6617" cap="flat">
              <a:noFill/>
              <a:prstDash val="solid"/>
              <a:miter/>
            </a:ln>
          </p:spPr>
          <p:txBody>
            <a:bodyPr rtlCol="0" anchor="ctr"/>
            <a:lstStyle/>
            <a:p>
              <a:endParaRPr lang="pt-BR"/>
            </a:p>
          </p:txBody>
        </p:sp>
        <p:sp>
          <p:nvSpPr>
            <p:cNvPr id="5" name="Freeform: Shape 4">
              <a:extLst>
                <a:ext uri="{FF2B5EF4-FFF2-40B4-BE49-F238E27FC236}">
                  <a16:creationId xmlns:a16="http://schemas.microsoft.com/office/drawing/2014/main" id="{756ED594-5EE9-D9B9-CDCD-122242039A5D}"/>
                </a:ext>
              </a:extLst>
            </p:cNvPr>
            <p:cNvSpPr/>
            <p:nvPr/>
          </p:nvSpPr>
          <p:spPr>
            <a:xfrm>
              <a:off x="2662885" y="4523158"/>
              <a:ext cx="597866" cy="256848"/>
            </a:xfrm>
            <a:custGeom>
              <a:avLst/>
              <a:gdLst>
                <a:gd name="connsiteX0" fmla="*/ 23888 w 597866"/>
                <a:gd name="connsiteY0" fmla="*/ 17942 h 256848"/>
                <a:gd name="connsiteX1" fmla="*/ 0 w 597866"/>
                <a:gd name="connsiteY1" fmla="*/ 172998 h 256848"/>
                <a:gd name="connsiteX2" fmla="*/ 0 w 597866"/>
                <a:gd name="connsiteY2" fmla="*/ 244870 h 256848"/>
                <a:gd name="connsiteX3" fmla="*/ 11944 w 597866"/>
                <a:gd name="connsiteY3" fmla="*/ 256848 h 256848"/>
                <a:gd name="connsiteX4" fmla="*/ 585922 w 597866"/>
                <a:gd name="connsiteY4" fmla="*/ 256848 h 256848"/>
                <a:gd name="connsiteX5" fmla="*/ 597866 w 597866"/>
                <a:gd name="connsiteY5" fmla="*/ 244870 h 256848"/>
                <a:gd name="connsiteX6" fmla="*/ 597866 w 597866"/>
                <a:gd name="connsiteY6" fmla="*/ 182981 h 256848"/>
                <a:gd name="connsiteX7" fmla="*/ 543454 w 597866"/>
                <a:gd name="connsiteY7" fmla="*/ 100461 h 256848"/>
                <a:gd name="connsiteX8" fmla="*/ 311873 w 597866"/>
                <a:gd name="connsiteY8" fmla="*/ 1305 h 256848"/>
                <a:gd name="connsiteX9" fmla="*/ 292629 w 597866"/>
                <a:gd name="connsiteY9" fmla="*/ 7960 h 256848"/>
                <a:gd name="connsiteX10" fmla="*/ 292629 w 597866"/>
                <a:gd name="connsiteY10" fmla="*/ 7960 h 256848"/>
                <a:gd name="connsiteX11" fmla="*/ 297938 w 597866"/>
                <a:gd name="connsiteY11" fmla="*/ 27924 h 256848"/>
                <a:gd name="connsiteX12" fmla="*/ 313200 w 597866"/>
                <a:gd name="connsiteY12" fmla="*/ 37241 h 256848"/>
                <a:gd name="connsiteX13" fmla="*/ 308555 w 597866"/>
                <a:gd name="connsiteY13" fmla="*/ 52547 h 256848"/>
                <a:gd name="connsiteX14" fmla="*/ 95552 w 597866"/>
                <a:gd name="connsiteY14" fmla="*/ 52547 h 256848"/>
                <a:gd name="connsiteX15" fmla="*/ 56402 w 597866"/>
                <a:gd name="connsiteY15" fmla="*/ 25262 h 256848"/>
                <a:gd name="connsiteX16" fmla="*/ 52421 w 597866"/>
                <a:gd name="connsiteY16" fmla="*/ 13949 h 256848"/>
                <a:gd name="connsiteX17" fmla="*/ 37823 w 597866"/>
                <a:gd name="connsiteY17" fmla="*/ 3967 h 256848"/>
                <a:gd name="connsiteX18" fmla="*/ 37823 w 597866"/>
                <a:gd name="connsiteY18" fmla="*/ 3967 h 256848"/>
                <a:gd name="connsiteX19" fmla="*/ 23888 w 597866"/>
                <a:gd name="connsiteY19" fmla="*/ 17942 h 256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7866" h="256848">
                  <a:moveTo>
                    <a:pt x="23888" y="17942"/>
                  </a:moveTo>
                  <a:lnTo>
                    <a:pt x="0" y="172998"/>
                  </a:lnTo>
                  <a:lnTo>
                    <a:pt x="0" y="244870"/>
                  </a:lnTo>
                  <a:cubicBezTo>
                    <a:pt x="0" y="251525"/>
                    <a:pt x="5308" y="256848"/>
                    <a:pt x="11944" y="256848"/>
                  </a:cubicBezTo>
                  <a:lnTo>
                    <a:pt x="585922" y="256848"/>
                  </a:lnTo>
                  <a:cubicBezTo>
                    <a:pt x="592558" y="256848"/>
                    <a:pt x="597866" y="251525"/>
                    <a:pt x="597866" y="244870"/>
                  </a:cubicBezTo>
                  <a:lnTo>
                    <a:pt x="597866" y="182981"/>
                  </a:lnTo>
                  <a:cubicBezTo>
                    <a:pt x="597866" y="147045"/>
                    <a:pt x="576632" y="114436"/>
                    <a:pt x="543454" y="100461"/>
                  </a:cubicBezTo>
                  <a:lnTo>
                    <a:pt x="311873" y="1305"/>
                  </a:lnTo>
                  <a:cubicBezTo>
                    <a:pt x="304573" y="-2022"/>
                    <a:pt x="296611" y="1305"/>
                    <a:pt x="292629" y="7960"/>
                  </a:cubicBezTo>
                  <a:lnTo>
                    <a:pt x="292629" y="7960"/>
                  </a:lnTo>
                  <a:cubicBezTo>
                    <a:pt x="288648" y="15280"/>
                    <a:pt x="291302" y="23932"/>
                    <a:pt x="297938" y="27924"/>
                  </a:cubicBezTo>
                  <a:lnTo>
                    <a:pt x="313200" y="37241"/>
                  </a:lnTo>
                  <a:cubicBezTo>
                    <a:pt x="320499" y="41899"/>
                    <a:pt x="317181" y="52547"/>
                    <a:pt x="308555" y="52547"/>
                  </a:cubicBezTo>
                  <a:lnTo>
                    <a:pt x="95552" y="52547"/>
                  </a:lnTo>
                  <a:cubicBezTo>
                    <a:pt x="78300" y="52547"/>
                    <a:pt x="62374" y="41899"/>
                    <a:pt x="56402" y="25262"/>
                  </a:cubicBezTo>
                  <a:lnTo>
                    <a:pt x="52421" y="13949"/>
                  </a:lnTo>
                  <a:cubicBezTo>
                    <a:pt x="50430" y="7960"/>
                    <a:pt x="44458" y="3967"/>
                    <a:pt x="37823" y="3967"/>
                  </a:cubicBezTo>
                  <a:lnTo>
                    <a:pt x="37823" y="3967"/>
                  </a:lnTo>
                  <a:cubicBezTo>
                    <a:pt x="30524" y="5964"/>
                    <a:pt x="24552" y="11288"/>
                    <a:pt x="23888" y="17942"/>
                  </a:cubicBezTo>
                  <a:close/>
                </a:path>
              </a:pathLst>
            </a:custGeom>
            <a:solidFill>
              <a:schemeClr val="accent1">
                <a:lumMod val="40000"/>
                <a:lumOff val="60000"/>
              </a:schemeClr>
            </a:solidFill>
            <a:ln w="6617" cap="flat">
              <a:noFill/>
              <a:prstDash val="solid"/>
              <a:miter/>
            </a:ln>
          </p:spPr>
          <p:txBody>
            <a:bodyPr rtlCol="0" anchor="ctr"/>
            <a:lstStyle/>
            <a:p>
              <a:endParaRPr lang="pt-BR" dirty="0"/>
            </a:p>
          </p:txBody>
        </p:sp>
        <p:sp>
          <p:nvSpPr>
            <p:cNvPr id="6" name="Freeform: Shape 5">
              <a:extLst>
                <a:ext uri="{FF2B5EF4-FFF2-40B4-BE49-F238E27FC236}">
                  <a16:creationId xmlns:a16="http://schemas.microsoft.com/office/drawing/2014/main" id="{ACA96362-71DC-0068-85D2-850F3CF949B1}"/>
                </a:ext>
              </a:extLst>
            </p:cNvPr>
            <p:cNvSpPr/>
            <p:nvPr/>
          </p:nvSpPr>
          <p:spPr>
            <a:xfrm>
              <a:off x="2662885" y="4732758"/>
              <a:ext cx="597202" cy="47248"/>
            </a:xfrm>
            <a:custGeom>
              <a:avLst/>
              <a:gdLst>
                <a:gd name="connsiteX0" fmla="*/ 597203 w 597202"/>
                <a:gd name="connsiteY0" fmla="*/ 0 h 47248"/>
                <a:gd name="connsiteX1" fmla="*/ 0 w 597202"/>
                <a:gd name="connsiteY1" fmla="*/ 0 h 47248"/>
                <a:gd name="connsiteX2" fmla="*/ 0 w 597202"/>
                <a:gd name="connsiteY2" fmla="*/ 31943 h 47248"/>
                <a:gd name="connsiteX3" fmla="*/ 15262 w 597202"/>
                <a:gd name="connsiteY3" fmla="*/ 47249 h 47248"/>
                <a:gd name="connsiteX4" fmla="*/ 581277 w 597202"/>
                <a:gd name="connsiteY4" fmla="*/ 47249 h 47248"/>
                <a:gd name="connsiteX5" fmla="*/ 596539 w 597202"/>
                <a:gd name="connsiteY5" fmla="*/ 31943 h 47248"/>
                <a:gd name="connsiteX6" fmla="*/ 596539 w 597202"/>
                <a:gd name="connsiteY6" fmla="*/ 0 h 4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7202" h="47248">
                  <a:moveTo>
                    <a:pt x="597203" y="0"/>
                  </a:moveTo>
                  <a:cubicBezTo>
                    <a:pt x="586586" y="3993"/>
                    <a:pt x="0" y="0"/>
                    <a:pt x="0" y="0"/>
                  </a:cubicBezTo>
                  <a:lnTo>
                    <a:pt x="0" y="31943"/>
                  </a:lnTo>
                  <a:cubicBezTo>
                    <a:pt x="0" y="40594"/>
                    <a:pt x="6636" y="47249"/>
                    <a:pt x="15262" y="47249"/>
                  </a:cubicBezTo>
                  <a:lnTo>
                    <a:pt x="581277" y="47249"/>
                  </a:lnTo>
                  <a:cubicBezTo>
                    <a:pt x="589904" y="47249"/>
                    <a:pt x="596539" y="40594"/>
                    <a:pt x="596539" y="31943"/>
                  </a:cubicBezTo>
                  <a:lnTo>
                    <a:pt x="596539" y="0"/>
                  </a:lnTo>
                  <a:close/>
                </a:path>
              </a:pathLst>
            </a:custGeom>
            <a:solidFill>
              <a:schemeClr val="bg1"/>
            </a:solidFill>
            <a:ln w="6617" cap="rnd">
              <a:solidFill>
                <a:schemeClr val="tx2"/>
              </a:solidFill>
              <a:prstDash val="solid"/>
              <a:round/>
            </a:ln>
          </p:spPr>
          <p:txBody>
            <a:bodyPr rtlCol="0" anchor="ctr"/>
            <a:lstStyle/>
            <a:p>
              <a:endParaRPr lang="pt-BR"/>
            </a:p>
          </p:txBody>
        </p:sp>
        <p:sp>
          <p:nvSpPr>
            <p:cNvPr id="7" name="Freeform: Shape 6">
              <a:extLst>
                <a:ext uri="{FF2B5EF4-FFF2-40B4-BE49-F238E27FC236}">
                  <a16:creationId xmlns:a16="http://schemas.microsoft.com/office/drawing/2014/main" id="{93D79473-2638-E80B-D33D-783D84C18B95}"/>
                </a:ext>
              </a:extLst>
            </p:cNvPr>
            <p:cNvSpPr/>
            <p:nvPr/>
          </p:nvSpPr>
          <p:spPr>
            <a:xfrm>
              <a:off x="1933651" y="2995197"/>
              <a:ext cx="599877" cy="1440781"/>
            </a:xfrm>
            <a:custGeom>
              <a:avLst/>
              <a:gdLst>
                <a:gd name="connsiteX0" fmla="*/ 7282 w 599877"/>
                <a:gd name="connsiteY0" fmla="*/ 1207175 h 1440781"/>
                <a:gd name="connsiteX1" fmla="*/ 38469 w 599877"/>
                <a:gd name="connsiteY1" fmla="*/ 1348922 h 1440781"/>
                <a:gd name="connsiteX2" fmla="*/ 167863 w 599877"/>
                <a:gd name="connsiteY2" fmla="*/ 1436100 h 1440781"/>
                <a:gd name="connsiteX3" fmla="*/ 171844 w 599877"/>
                <a:gd name="connsiteY3" fmla="*/ 1432772 h 1440781"/>
                <a:gd name="connsiteX4" fmla="*/ 548082 w 599877"/>
                <a:gd name="connsiteY4" fmla="*/ 986903 h 1440781"/>
                <a:gd name="connsiteX5" fmla="*/ 599176 w 599877"/>
                <a:gd name="connsiteY5" fmla="*/ 827853 h 1440781"/>
                <a:gd name="connsiteX6" fmla="*/ 537465 w 599877"/>
                <a:gd name="connsiteY6" fmla="*/ 0 h 1440781"/>
                <a:gd name="connsiteX7" fmla="*/ 114778 w 599877"/>
                <a:gd name="connsiteY7" fmla="*/ 166369 h 1440781"/>
                <a:gd name="connsiteX8" fmla="*/ 153928 w 599877"/>
                <a:gd name="connsiteY8" fmla="*/ 399952 h 1440781"/>
                <a:gd name="connsiteX9" fmla="*/ 300575 w 599877"/>
                <a:gd name="connsiteY9" fmla="*/ 788590 h 1440781"/>
                <a:gd name="connsiteX10" fmla="*/ 291285 w 599877"/>
                <a:gd name="connsiteY10" fmla="*/ 842494 h 1440781"/>
                <a:gd name="connsiteX11" fmla="*/ 7282 w 599877"/>
                <a:gd name="connsiteY11" fmla="*/ 1207175 h 14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9877" h="1440781">
                  <a:moveTo>
                    <a:pt x="7282" y="1207175"/>
                  </a:moveTo>
                  <a:cubicBezTo>
                    <a:pt x="-9971" y="1234460"/>
                    <a:pt x="4628" y="1293687"/>
                    <a:pt x="38469" y="1348922"/>
                  </a:cubicBezTo>
                  <a:cubicBezTo>
                    <a:pt x="79610" y="1416135"/>
                    <a:pt x="137339" y="1454733"/>
                    <a:pt x="167863" y="1436100"/>
                  </a:cubicBezTo>
                  <a:cubicBezTo>
                    <a:pt x="169190" y="1435434"/>
                    <a:pt x="171181" y="1433438"/>
                    <a:pt x="171844" y="1432772"/>
                  </a:cubicBezTo>
                  <a:cubicBezTo>
                    <a:pt x="180471" y="1424121"/>
                    <a:pt x="431959" y="1125322"/>
                    <a:pt x="548082" y="986903"/>
                  </a:cubicBezTo>
                  <a:cubicBezTo>
                    <a:pt x="585241" y="942981"/>
                    <a:pt x="603821" y="885750"/>
                    <a:pt x="599176" y="827853"/>
                  </a:cubicBezTo>
                  <a:lnTo>
                    <a:pt x="537465" y="0"/>
                  </a:lnTo>
                  <a:lnTo>
                    <a:pt x="114778" y="166369"/>
                  </a:lnTo>
                  <a:cubicBezTo>
                    <a:pt x="112124" y="197647"/>
                    <a:pt x="98189" y="264194"/>
                    <a:pt x="153928" y="399952"/>
                  </a:cubicBezTo>
                  <a:cubicBezTo>
                    <a:pt x="198387" y="509090"/>
                    <a:pt x="273369" y="712726"/>
                    <a:pt x="300575" y="788590"/>
                  </a:cubicBezTo>
                  <a:cubicBezTo>
                    <a:pt x="307210" y="806558"/>
                    <a:pt x="303893" y="827188"/>
                    <a:pt x="291285" y="842494"/>
                  </a:cubicBezTo>
                  <a:cubicBezTo>
                    <a:pt x="232228" y="913035"/>
                    <a:pt x="61694" y="1121329"/>
                    <a:pt x="7282" y="1207175"/>
                  </a:cubicBezTo>
                  <a:close/>
                </a:path>
              </a:pathLst>
            </a:custGeom>
            <a:solidFill>
              <a:schemeClr val="accent1"/>
            </a:solidFill>
            <a:ln w="6617" cap="flat">
              <a:noFill/>
              <a:prstDash val="solid"/>
              <a:miter/>
            </a:ln>
          </p:spPr>
          <p:txBody>
            <a:bodyPr rtlCol="0" anchor="ctr"/>
            <a:lstStyle/>
            <a:p>
              <a:endParaRPr lang="pt-BR"/>
            </a:p>
          </p:txBody>
        </p:sp>
        <p:sp>
          <p:nvSpPr>
            <p:cNvPr id="8" name="Freeform: Shape 7">
              <a:extLst>
                <a:ext uri="{FF2B5EF4-FFF2-40B4-BE49-F238E27FC236}">
                  <a16:creationId xmlns:a16="http://schemas.microsoft.com/office/drawing/2014/main" id="{FD4155E4-0015-6E6A-6B95-42B72FA9CDD0}"/>
                </a:ext>
              </a:extLst>
            </p:cNvPr>
            <p:cNvSpPr/>
            <p:nvPr/>
          </p:nvSpPr>
          <p:spPr>
            <a:xfrm rot="-1891315">
              <a:off x="1980788" y="4192937"/>
              <a:ext cx="100856" cy="231575"/>
            </a:xfrm>
            <a:custGeom>
              <a:avLst/>
              <a:gdLst>
                <a:gd name="connsiteX0" fmla="*/ 100856 w 100856"/>
                <a:gd name="connsiteY0" fmla="*/ 115787 h 231575"/>
                <a:gd name="connsiteX1" fmla="*/ 50428 w 100856"/>
                <a:gd name="connsiteY1" fmla="*/ 231575 h 231575"/>
                <a:gd name="connsiteX2" fmla="*/ 0 w 100856"/>
                <a:gd name="connsiteY2" fmla="*/ 115787 h 231575"/>
                <a:gd name="connsiteX3" fmla="*/ 50428 w 100856"/>
                <a:gd name="connsiteY3" fmla="*/ 0 h 231575"/>
                <a:gd name="connsiteX4" fmla="*/ 100856 w 100856"/>
                <a:gd name="connsiteY4" fmla="*/ 115787 h 231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56" h="231575">
                  <a:moveTo>
                    <a:pt x="100856" y="115787"/>
                  </a:moveTo>
                  <a:cubicBezTo>
                    <a:pt x="100856" y="179735"/>
                    <a:pt x="78279" y="231575"/>
                    <a:pt x="50428" y="231575"/>
                  </a:cubicBezTo>
                  <a:cubicBezTo>
                    <a:pt x="22577" y="231575"/>
                    <a:pt x="0" y="179735"/>
                    <a:pt x="0" y="115787"/>
                  </a:cubicBezTo>
                  <a:cubicBezTo>
                    <a:pt x="0" y="51840"/>
                    <a:pt x="22577" y="0"/>
                    <a:pt x="50428" y="0"/>
                  </a:cubicBezTo>
                  <a:cubicBezTo>
                    <a:pt x="78279" y="0"/>
                    <a:pt x="100856" y="51840"/>
                    <a:pt x="100856" y="115787"/>
                  </a:cubicBezTo>
                  <a:close/>
                </a:path>
              </a:pathLst>
            </a:custGeom>
            <a:solidFill>
              <a:schemeClr val="tx2"/>
            </a:solidFill>
            <a:ln w="6617" cap="flat">
              <a:noFill/>
              <a:prstDash val="solid"/>
              <a:miter/>
            </a:ln>
          </p:spPr>
          <p:txBody>
            <a:bodyPr rtlCol="0" anchor="ctr"/>
            <a:lstStyle/>
            <a:p>
              <a:endParaRPr lang="pt-BR"/>
            </a:p>
          </p:txBody>
        </p:sp>
        <p:sp>
          <p:nvSpPr>
            <p:cNvPr id="9" name="Freeform: Shape 8">
              <a:extLst>
                <a:ext uri="{FF2B5EF4-FFF2-40B4-BE49-F238E27FC236}">
                  <a16:creationId xmlns:a16="http://schemas.microsoft.com/office/drawing/2014/main" id="{BBFF5296-CD45-73CE-440C-E9D9532513D6}"/>
                </a:ext>
              </a:extLst>
            </p:cNvPr>
            <p:cNvSpPr/>
            <p:nvPr/>
          </p:nvSpPr>
          <p:spPr>
            <a:xfrm>
              <a:off x="1975438" y="4201707"/>
              <a:ext cx="157263" cy="234913"/>
            </a:xfrm>
            <a:custGeom>
              <a:avLst/>
              <a:gdLst>
                <a:gd name="connsiteX0" fmla="*/ 0 w 157263"/>
                <a:gd name="connsiteY0" fmla="*/ 49911 h 234913"/>
                <a:gd name="connsiteX1" fmla="*/ 39150 w 157263"/>
                <a:gd name="connsiteY1" fmla="*/ 0 h 234913"/>
                <a:gd name="connsiteX2" fmla="*/ 157263 w 157263"/>
                <a:gd name="connsiteY2" fmla="*/ 78526 h 234913"/>
                <a:gd name="connsiteX3" fmla="*/ 152618 w 157263"/>
                <a:gd name="connsiteY3" fmla="*/ 165704 h 234913"/>
                <a:gd name="connsiteX4" fmla="*/ 55739 w 157263"/>
                <a:gd name="connsiteY4" fmla="*/ 234913 h 234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263" h="234913">
                  <a:moveTo>
                    <a:pt x="0" y="49911"/>
                  </a:moveTo>
                  <a:lnTo>
                    <a:pt x="39150" y="0"/>
                  </a:lnTo>
                  <a:lnTo>
                    <a:pt x="157263" y="78526"/>
                  </a:lnTo>
                  <a:lnTo>
                    <a:pt x="152618" y="165704"/>
                  </a:lnTo>
                  <a:lnTo>
                    <a:pt x="55739" y="234913"/>
                  </a:lnTo>
                  <a:close/>
                </a:path>
              </a:pathLst>
            </a:custGeom>
            <a:solidFill>
              <a:schemeClr val="bg1"/>
            </a:solidFill>
            <a:ln w="6617" cap="rnd">
              <a:solidFill>
                <a:schemeClr val="tx2"/>
              </a:solidFill>
              <a:prstDash val="solid"/>
              <a:round/>
            </a:ln>
          </p:spPr>
          <p:txBody>
            <a:bodyPr rtlCol="0" anchor="ctr"/>
            <a:lstStyle/>
            <a:p>
              <a:endParaRPr lang="pt-BR" dirty="0"/>
            </a:p>
          </p:txBody>
        </p:sp>
        <p:sp>
          <p:nvSpPr>
            <p:cNvPr id="10" name="Freeform: Shape 9">
              <a:extLst>
                <a:ext uri="{FF2B5EF4-FFF2-40B4-BE49-F238E27FC236}">
                  <a16:creationId xmlns:a16="http://schemas.microsoft.com/office/drawing/2014/main" id="{54A5A9E8-C453-0FCD-6A66-AAD8D233D018}"/>
                </a:ext>
              </a:extLst>
            </p:cNvPr>
            <p:cNvSpPr/>
            <p:nvPr/>
          </p:nvSpPr>
          <p:spPr>
            <a:xfrm>
              <a:off x="1801456" y="2201949"/>
              <a:ext cx="107626" cy="446535"/>
            </a:xfrm>
            <a:custGeom>
              <a:avLst/>
              <a:gdLst>
                <a:gd name="connsiteX0" fmla="*/ 53214 w 107626"/>
                <a:gd name="connsiteY0" fmla="*/ 0 h 446535"/>
                <a:gd name="connsiteX1" fmla="*/ 130 w 107626"/>
                <a:gd name="connsiteY1" fmla="*/ 112466 h 446535"/>
                <a:gd name="connsiteX2" fmla="*/ 8092 w 107626"/>
                <a:gd name="connsiteY2" fmla="*/ 446535 h 446535"/>
                <a:gd name="connsiteX3" fmla="*/ 107626 w 107626"/>
                <a:gd name="connsiteY3" fmla="*/ 360689 h 446535"/>
                <a:gd name="connsiteX4" fmla="*/ 53214 w 107626"/>
                <a:gd name="connsiteY4" fmla="*/ 0 h 446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626" h="446535">
                  <a:moveTo>
                    <a:pt x="53214" y="0"/>
                  </a:moveTo>
                  <a:cubicBezTo>
                    <a:pt x="53214" y="0"/>
                    <a:pt x="1457" y="13975"/>
                    <a:pt x="130" y="112466"/>
                  </a:cubicBezTo>
                  <a:cubicBezTo>
                    <a:pt x="-1197" y="210956"/>
                    <a:pt x="8092" y="446535"/>
                    <a:pt x="8092" y="446535"/>
                  </a:cubicBezTo>
                  <a:lnTo>
                    <a:pt x="107626" y="360689"/>
                  </a:lnTo>
                  <a:lnTo>
                    <a:pt x="53214" y="0"/>
                  </a:lnTo>
                  <a:close/>
                </a:path>
              </a:pathLst>
            </a:custGeom>
            <a:solidFill>
              <a:schemeClr val="tx2"/>
            </a:solidFill>
            <a:ln w="6617" cap="flat">
              <a:noFill/>
              <a:prstDash val="solid"/>
              <a:miter/>
            </a:ln>
          </p:spPr>
          <p:txBody>
            <a:bodyPr rtlCol="0" anchor="ctr"/>
            <a:lstStyle/>
            <a:p>
              <a:endParaRPr lang="pt-BR"/>
            </a:p>
          </p:txBody>
        </p:sp>
        <p:sp>
          <p:nvSpPr>
            <p:cNvPr id="11" name="Freeform: Shape 10">
              <a:extLst>
                <a:ext uri="{FF2B5EF4-FFF2-40B4-BE49-F238E27FC236}">
                  <a16:creationId xmlns:a16="http://schemas.microsoft.com/office/drawing/2014/main" id="{6329D0D0-DBE4-E731-E2B2-AF69F63E8973}"/>
                </a:ext>
              </a:extLst>
            </p:cNvPr>
            <p:cNvSpPr/>
            <p:nvPr/>
          </p:nvSpPr>
          <p:spPr>
            <a:xfrm>
              <a:off x="2048429" y="1676222"/>
              <a:ext cx="303909" cy="313643"/>
            </a:xfrm>
            <a:custGeom>
              <a:avLst/>
              <a:gdLst>
                <a:gd name="connsiteX0" fmla="*/ 303910 w 303909"/>
                <a:gd name="connsiteY0" fmla="*/ 51242 h 313643"/>
                <a:gd name="connsiteX1" fmla="*/ 303910 w 303909"/>
                <a:gd name="connsiteY1" fmla="*/ 230255 h 313643"/>
                <a:gd name="connsiteX2" fmla="*/ 214993 w 303909"/>
                <a:gd name="connsiteY2" fmla="*/ 313440 h 313643"/>
                <a:gd name="connsiteX3" fmla="*/ 163899 w 303909"/>
                <a:gd name="connsiteY3" fmla="*/ 310112 h 313643"/>
                <a:gd name="connsiteX4" fmla="*/ 0 w 303909"/>
                <a:gd name="connsiteY4" fmla="*/ 281497 h 313643"/>
                <a:gd name="connsiteX5" fmla="*/ 118113 w 303909"/>
                <a:gd name="connsiteY5" fmla="*/ 0 h 313643"/>
                <a:gd name="connsiteX6" fmla="*/ 303910 w 303909"/>
                <a:gd name="connsiteY6" fmla="*/ 51242 h 313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909" h="313643">
                  <a:moveTo>
                    <a:pt x="303910" y="51242"/>
                  </a:moveTo>
                  <a:lnTo>
                    <a:pt x="303910" y="230255"/>
                  </a:lnTo>
                  <a:cubicBezTo>
                    <a:pt x="303910" y="278835"/>
                    <a:pt x="262769" y="316767"/>
                    <a:pt x="214993" y="313440"/>
                  </a:cubicBezTo>
                  <a:lnTo>
                    <a:pt x="163899" y="310112"/>
                  </a:lnTo>
                  <a:lnTo>
                    <a:pt x="0" y="281497"/>
                  </a:lnTo>
                  <a:lnTo>
                    <a:pt x="118113" y="0"/>
                  </a:lnTo>
                  <a:lnTo>
                    <a:pt x="303910" y="51242"/>
                  </a:lnTo>
                  <a:close/>
                </a:path>
              </a:pathLst>
            </a:custGeom>
            <a:solidFill>
              <a:schemeClr val="bg1"/>
            </a:solidFill>
            <a:ln w="6617" cap="flat">
              <a:noFill/>
              <a:prstDash val="solid"/>
              <a:miter/>
            </a:ln>
          </p:spPr>
          <p:txBody>
            <a:bodyPr rtlCol="0" anchor="ctr"/>
            <a:lstStyle/>
            <a:p>
              <a:endParaRPr lang="pt-BR"/>
            </a:p>
          </p:txBody>
        </p:sp>
        <p:sp>
          <p:nvSpPr>
            <p:cNvPr id="13" name="Freeform: Shape 12">
              <a:extLst>
                <a:ext uri="{FF2B5EF4-FFF2-40B4-BE49-F238E27FC236}">
                  <a16:creationId xmlns:a16="http://schemas.microsoft.com/office/drawing/2014/main" id="{10B3442E-17CE-A54C-B254-3C1285C69ADF}"/>
                </a:ext>
              </a:extLst>
            </p:cNvPr>
            <p:cNvSpPr/>
            <p:nvPr/>
          </p:nvSpPr>
          <p:spPr>
            <a:xfrm>
              <a:off x="2165879" y="1676222"/>
              <a:ext cx="185796" cy="313643"/>
            </a:xfrm>
            <a:custGeom>
              <a:avLst/>
              <a:gdLst>
                <a:gd name="connsiteX0" fmla="*/ 0 w 185796"/>
                <a:gd name="connsiteY0" fmla="*/ 0 h 313643"/>
                <a:gd name="connsiteX1" fmla="*/ 185796 w 185796"/>
                <a:gd name="connsiteY1" fmla="*/ 51242 h 313643"/>
                <a:gd name="connsiteX2" fmla="*/ 185796 w 185796"/>
                <a:gd name="connsiteY2" fmla="*/ 230255 h 313643"/>
                <a:gd name="connsiteX3" fmla="*/ 96880 w 185796"/>
                <a:gd name="connsiteY3" fmla="*/ 313440 h 313643"/>
                <a:gd name="connsiteX4" fmla="*/ 81618 w 185796"/>
                <a:gd name="connsiteY4" fmla="*/ 312109 h 31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796" h="313643">
                  <a:moveTo>
                    <a:pt x="0" y="0"/>
                  </a:moveTo>
                  <a:lnTo>
                    <a:pt x="185796" y="51242"/>
                  </a:lnTo>
                  <a:lnTo>
                    <a:pt x="185796" y="230255"/>
                  </a:lnTo>
                  <a:cubicBezTo>
                    <a:pt x="185796" y="278835"/>
                    <a:pt x="144656" y="316767"/>
                    <a:pt x="96880" y="313440"/>
                  </a:cubicBezTo>
                  <a:lnTo>
                    <a:pt x="81618" y="312109"/>
                  </a:lnTo>
                </a:path>
              </a:pathLst>
            </a:custGeom>
            <a:noFill/>
            <a:ln w="6617" cap="rnd">
              <a:solidFill>
                <a:schemeClr val="tx2"/>
              </a:solidFill>
              <a:prstDash val="solid"/>
              <a:round/>
            </a:ln>
          </p:spPr>
          <p:txBody>
            <a:bodyPr rtlCol="0" anchor="ctr"/>
            <a:lstStyle/>
            <a:p>
              <a:endParaRPr lang="pt-BR"/>
            </a:p>
          </p:txBody>
        </p:sp>
        <p:sp>
          <p:nvSpPr>
            <p:cNvPr id="14" name="Freeform: Shape 13">
              <a:extLst>
                <a:ext uri="{FF2B5EF4-FFF2-40B4-BE49-F238E27FC236}">
                  <a16:creationId xmlns:a16="http://schemas.microsoft.com/office/drawing/2014/main" id="{F15B1203-9A74-2EE9-77EA-7D1AC91C0156}"/>
                </a:ext>
              </a:extLst>
            </p:cNvPr>
            <p:cNvSpPr/>
            <p:nvPr/>
          </p:nvSpPr>
          <p:spPr>
            <a:xfrm>
              <a:off x="2047102" y="1935758"/>
              <a:ext cx="201058" cy="234247"/>
            </a:xfrm>
            <a:custGeom>
              <a:avLst/>
              <a:gdLst>
                <a:gd name="connsiteX0" fmla="*/ 7299 w 201058"/>
                <a:gd name="connsiteY0" fmla="*/ 0 h 234247"/>
                <a:gd name="connsiteX1" fmla="*/ 0 w 201058"/>
                <a:gd name="connsiteY1" fmla="*/ 196316 h 234247"/>
                <a:gd name="connsiteX2" fmla="*/ 29197 w 201058"/>
                <a:gd name="connsiteY2" fmla="*/ 229590 h 234247"/>
                <a:gd name="connsiteX3" fmla="*/ 96880 w 201058"/>
                <a:gd name="connsiteY3" fmla="*/ 234248 h 234247"/>
                <a:gd name="connsiteX4" fmla="*/ 175843 w 201058"/>
                <a:gd name="connsiteY4" fmla="*/ 224266 h 234247"/>
                <a:gd name="connsiteX5" fmla="*/ 201058 w 201058"/>
                <a:gd name="connsiteY5" fmla="*/ 190326 h 234247"/>
                <a:gd name="connsiteX6" fmla="*/ 201058 w 201058"/>
                <a:gd name="connsiteY6" fmla="*/ 29946 h 234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058" h="234247">
                  <a:moveTo>
                    <a:pt x="7299" y="0"/>
                  </a:moveTo>
                  <a:lnTo>
                    <a:pt x="0" y="196316"/>
                  </a:lnTo>
                  <a:cubicBezTo>
                    <a:pt x="664" y="212953"/>
                    <a:pt x="13271" y="226928"/>
                    <a:pt x="29197" y="229590"/>
                  </a:cubicBezTo>
                  <a:cubicBezTo>
                    <a:pt x="43795" y="232252"/>
                    <a:pt x="65692" y="234248"/>
                    <a:pt x="96880" y="234248"/>
                  </a:cubicBezTo>
                  <a:cubicBezTo>
                    <a:pt x="134039" y="234248"/>
                    <a:pt x="159918" y="229590"/>
                    <a:pt x="175843" y="224266"/>
                  </a:cubicBezTo>
                  <a:cubicBezTo>
                    <a:pt x="190441" y="219607"/>
                    <a:pt x="201058" y="205632"/>
                    <a:pt x="201058" y="190326"/>
                  </a:cubicBezTo>
                  <a:lnTo>
                    <a:pt x="201058" y="29946"/>
                  </a:lnTo>
                </a:path>
              </a:pathLst>
            </a:custGeom>
            <a:solidFill>
              <a:schemeClr val="bg1"/>
            </a:solidFill>
            <a:ln w="6617" cap="rnd">
              <a:solidFill>
                <a:schemeClr val="tx2"/>
              </a:solidFill>
              <a:prstDash val="solid"/>
              <a:round/>
            </a:ln>
          </p:spPr>
          <p:txBody>
            <a:bodyPr rtlCol="0" anchor="ctr"/>
            <a:lstStyle/>
            <a:p>
              <a:endParaRPr lang="pt-BR"/>
            </a:p>
          </p:txBody>
        </p:sp>
        <p:sp>
          <p:nvSpPr>
            <p:cNvPr id="15" name="Freeform: Shape 14">
              <a:extLst>
                <a:ext uri="{FF2B5EF4-FFF2-40B4-BE49-F238E27FC236}">
                  <a16:creationId xmlns:a16="http://schemas.microsoft.com/office/drawing/2014/main" id="{C651ED5E-BC12-2F4E-5755-6AA02FE5D34B}"/>
                </a:ext>
              </a:extLst>
            </p:cNvPr>
            <p:cNvSpPr/>
            <p:nvPr/>
          </p:nvSpPr>
          <p:spPr>
            <a:xfrm>
              <a:off x="1854670" y="2074177"/>
              <a:ext cx="751811" cy="1120104"/>
            </a:xfrm>
            <a:custGeom>
              <a:avLst/>
              <a:gdLst>
                <a:gd name="connsiteX0" fmla="*/ 191105 w 751811"/>
                <a:gd name="connsiteY0" fmla="*/ 33274 h 1120104"/>
                <a:gd name="connsiteX1" fmla="*/ 0 w 751811"/>
                <a:gd name="connsiteY1" fmla="*/ 127772 h 1120104"/>
                <a:gd name="connsiteX2" fmla="*/ 145983 w 751811"/>
                <a:gd name="connsiteY2" fmla="*/ 1094044 h 1120104"/>
                <a:gd name="connsiteX3" fmla="*/ 178497 w 751811"/>
                <a:gd name="connsiteY3" fmla="*/ 1119998 h 1120104"/>
                <a:gd name="connsiteX4" fmla="*/ 722615 w 751811"/>
                <a:gd name="connsiteY4" fmla="*/ 978251 h 1120104"/>
                <a:gd name="connsiteX5" fmla="*/ 738541 w 751811"/>
                <a:gd name="connsiteY5" fmla="*/ 951632 h 1120104"/>
                <a:gd name="connsiteX6" fmla="*/ 751812 w 751811"/>
                <a:gd name="connsiteY6" fmla="*/ 25954 h 1120104"/>
                <a:gd name="connsiteX7" fmla="*/ 408089 w 751811"/>
                <a:gd name="connsiteY7" fmla="*/ 0 h 1120104"/>
                <a:gd name="connsiteX8" fmla="*/ 191105 w 751811"/>
                <a:gd name="connsiteY8" fmla="*/ 33274 h 1120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1811" h="1120104">
                  <a:moveTo>
                    <a:pt x="191105" y="33274"/>
                  </a:moveTo>
                  <a:lnTo>
                    <a:pt x="0" y="127772"/>
                  </a:lnTo>
                  <a:lnTo>
                    <a:pt x="145983" y="1094044"/>
                  </a:lnTo>
                  <a:cubicBezTo>
                    <a:pt x="148637" y="1110016"/>
                    <a:pt x="162572" y="1121329"/>
                    <a:pt x="178497" y="1119998"/>
                  </a:cubicBezTo>
                  <a:cubicBezTo>
                    <a:pt x="264760" y="1114674"/>
                    <a:pt x="530183" y="1088721"/>
                    <a:pt x="722615" y="978251"/>
                  </a:cubicBezTo>
                  <a:cubicBezTo>
                    <a:pt x="732569" y="972928"/>
                    <a:pt x="738541" y="962280"/>
                    <a:pt x="738541" y="951632"/>
                  </a:cubicBezTo>
                  <a:cubicBezTo>
                    <a:pt x="739204" y="788590"/>
                    <a:pt x="751812" y="25954"/>
                    <a:pt x="751812" y="25954"/>
                  </a:cubicBezTo>
                  <a:lnTo>
                    <a:pt x="408089" y="0"/>
                  </a:lnTo>
                  <a:lnTo>
                    <a:pt x="191105" y="33274"/>
                  </a:lnTo>
                  <a:close/>
                </a:path>
              </a:pathLst>
            </a:custGeom>
            <a:solidFill>
              <a:schemeClr val="tx2"/>
            </a:solidFill>
            <a:ln w="6617" cap="flat">
              <a:noFill/>
              <a:prstDash val="solid"/>
              <a:miter/>
            </a:ln>
          </p:spPr>
          <p:txBody>
            <a:bodyPr rtlCol="0" anchor="ctr"/>
            <a:lstStyle/>
            <a:p>
              <a:endParaRPr lang="pt-BR"/>
            </a:p>
          </p:txBody>
        </p:sp>
        <p:sp>
          <p:nvSpPr>
            <p:cNvPr id="16" name="Freeform: Shape 15">
              <a:extLst>
                <a:ext uri="{FF2B5EF4-FFF2-40B4-BE49-F238E27FC236}">
                  <a16:creationId xmlns:a16="http://schemas.microsoft.com/office/drawing/2014/main" id="{230809A6-8FA8-0CC2-19CB-946453DA572E}"/>
                </a:ext>
              </a:extLst>
            </p:cNvPr>
            <p:cNvSpPr/>
            <p:nvPr/>
          </p:nvSpPr>
          <p:spPr>
            <a:xfrm>
              <a:off x="2553397" y="2100131"/>
              <a:ext cx="459182" cy="322756"/>
            </a:xfrm>
            <a:custGeom>
              <a:avLst/>
              <a:gdLst>
                <a:gd name="connsiteX0" fmla="*/ 53085 w 459182"/>
                <a:gd name="connsiteY0" fmla="*/ 0 h 322756"/>
                <a:gd name="connsiteX1" fmla="*/ 315854 w 459182"/>
                <a:gd name="connsiteY1" fmla="*/ 68544 h 322756"/>
                <a:gd name="connsiteX2" fmla="*/ 459183 w 459182"/>
                <a:gd name="connsiteY2" fmla="*/ 322756 h 322756"/>
                <a:gd name="connsiteX3" fmla="*/ 0 w 459182"/>
                <a:gd name="connsiteY3" fmla="*/ 237575 h 322756"/>
                <a:gd name="connsiteX4" fmla="*/ 53085 w 459182"/>
                <a:gd name="connsiteY4" fmla="*/ 0 h 32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82" h="322756">
                  <a:moveTo>
                    <a:pt x="53085" y="0"/>
                  </a:moveTo>
                  <a:lnTo>
                    <a:pt x="315854" y="68544"/>
                  </a:lnTo>
                  <a:lnTo>
                    <a:pt x="459183" y="322756"/>
                  </a:lnTo>
                  <a:cubicBezTo>
                    <a:pt x="414061" y="322756"/>
                    <a:pt x="0" y="237575"/>
                    <a:pt x="0" y="237575"/>
                  </a:cubicBezTo>
                  <a:lnTo>
                    <a:pt x="53085" y="0"/>
                  </a:lnTo>
                  <a:close/>
                </a:path>
              </a:pathLst>
            </a:custGeom>
            <a:solidFill>
              <a:schemeClr val="tx2"/>
            </a:solidFill>
            <a:ln w="6617" cap="flat">
              <a:noFill/>
              <a:prstDash val="solid"/>
              <a:miter/>
            </a:ln>
          </p:spPr>
          <p:txBody>
            <a:bodyPr rtlCol="0" anchor="ctr"/>
            <a:lstStyle/>
            <a:p>
              <a:endParaRPr lang="pt-BR"/>
            </a:p>
          </p:txBody>
        </p:sp>
        <p:sp>
          <p:nvSpPr>
            <p:cNvPr id="19" name="Freeform: Shape 18">
              <a:extLst>
                <a:ext uri="{FF2B5EF4-FFF2-40B4-BE49-F238E27FC236}">
                  <a16:creationId xmlns:a16="http://schemas.microsoft.com/office/drawing/2014/main" id="{D03289BD-BE1D-A984-2DD6-715C0660642A}"/>
                </a:ext>
              </a:extLst>
            </p:cNvPr>
            <p:cNvSpPr/>
            <p:nvPr/>
          </p:nvSpPr>
          <p:spPr>
            <a:xfrm rot="-3191725">
              <a:off x="1189571" y="2155729"/>
              <a:ext cx="2145992" cy="441885"/>
            </a:xfrm>
            <a:custGeom>
              <a:avLst/>
              <a:gdLst>
                <a:gd name="connsiteX0" fmla="*/ 0 w 2145992"/>
                <a:gd name="connsiteY0" fmla="*/ 0 h 441885"/>
                <a:gd name="connsiteX1" fmla="*/ 2145993 w 2145992"/>
                <a:gd name="connsiteY1" fmla="*/ 0 h 441885"/>
                <a:gd name="connsiteX2" fmla="*/ 2145993 w 2145992"/>
                <a:gd name="connsiteY2" fmla="*/ 441886 h 441885"/>
                <a:gd name="connsiteX3" fmla="*/ 0 w 2145992"/>
                <a:gd name="connsiteY3" fmla="*/ 441886 h 441885"/>
              </a:gdLst>
              <a:ahLst/>
              <a:cxnLst>
                <a:cxn ang="0">
                  <a:pos x="connsiteX0" y="connsiteY0"/>
                </a:cxn>
                <a:cxn ang="0">
                  <a:pos x="connsiteX1" y="connsiteY1"/>
                </a:cxn>
                <a:cxn ang="0">
                  <a:pos x="connsiteX2" y="connsiteY2"/>
                </a:cxn>
                <a:cxn ang="0">
                  <a:pos x="connsiteX3" y="connsiteY3"/>
                </a:cxn>
              </a:cxnLst>
              <a:rect l="l" t="t" r="r" b="b"/>
              <a:pathLst>
                <a:path w="2145992" h="441885">
                  <a:moveTo>
                    <a:pt x="0" y="0"/>
                  </a:moveTo>
                  <a:lnTo>
                    <a:pt x="2145993" y="0"/>
                  </a:lnTo>
                  <a:lnTo>
                    <a:pt x="2145993" y="441886"/>
                  </a:lnTo>
                  <a:lnTo>
                    <a:pt x="0" y="441886"/>
                  </a:lnTo>
                  <a:close/>
                </a:path>
              </a:pathLst>
            </a:custGeom>
            <a:solidFill>
              <a:schemeClr val="accent1"/>
            </a:solidFill>
            <a:ln w="6617" cap="flat">
              <a:noFill/>
              <a:prstDash val="solid"/>
              <a:miter/>
            </a:ln>
          </p:spPr>
          <p:txBody>
            <a:bodyPr rtlCol="0" anchor="ctr"/>
            <a:lstStyle/>
            <a:p>
              <a:endParaRPr lang="pt-BR"/>
            </a:p>
          </p:txBody>
        </p:sp>
        <p:sp>
          <p:nvSpPr>
            <p:cNvPr id="20" name="Freeform: Shape 19">
              <a:extLst>
                <a:ext uri="{FF2B5EF4-FFF2-40B4-BE49-F238E27FC236}">
                  <a16:creationId xmlns:a16="http://schemas.microsoft.com/office/drawing/2014/main" id="{78E4C739-F37D-DE76-3B69-D3373F970408}"/>
                </a:ext>
              </a:extLst>
            </p:cNvPr>
            <p:cNvSpPr/>
            <p:nvPr/>
          </p:nvSpPr>
          <p:spPr>
            <a:xfrm>
              <a:off x="1589247" y="1465931"/>
              <a:ext cx="1251471" cy="1677002"/>
            </a:xfrm>
            <a:custGeom>
              <a:avLst/>
              <a:gdLst>
                <a:gd name="connsiteX0" fmla="*/ 0 w 1251471"/>
                <a:gd name="connsiteY0" fmla="*/ 1677002 h 1677002"/>
                <a:gd name="connsiteX1" fmla="*/ 1251472 w 1251471"/>
                <a:gd name="connsiteY1" fmla="*/ 0 h 1677002"/>
              </a:gdLst>
              <a:ahLst/>
              <a:cxnLst>
                <a:cxn ang="0">
                  <a:pos x="connsiteX0" y="connsiteY0"/>
                </a:cxn>
                <a:cxn ang="0">
                  <a:pos x="connsiteX1" y="connsiteY1"/>
                </a:cxn>
              </a:cxnLst>
              <a:rect l="l" t="t" r="r" b="b"/>
              <a:pathLst>
                <a:path w="1251471" h="1677002">
                  <a:moveTo>
                    <a:pt x="0" y="1677002"/>
                  </a:moveTo>
                  <a:lnTo>
                    <a:pt x="1251472" y="0"/>
                  </a:lnTo>
                </a:path>
              </a:pathLst>
            </a:custGeom>
            <a:ln w="6617" cap="rnd">
              <a:solidFill>
                <a:schemeClr val="tx2"/>
              </a:solidFill>
              <a:prstDash val="solid"/>
              <a:round/>
            </a:ln>
          </p:spPr>
          <p:txBody>
            <a:bodyPr rtlCol="0" anchor="ctr"/>
            <a:lstStyle/>
            <a:p>
              <a:endParaRPr lang="pt-BR"/>
            </a:p>
          </p:txBody>
        </p:sp>
        <p:sp>
          <p:nvSpPr>
            <p:cNvPr id="22" name="Freeform: Shape 21">
              <a:extLst>
                <a:ext uri="{FF2B5EF4-FFF2-40B4-BE49-F238E27FC236}">
                  <a16:creationId xmlns:a16="http://schemas.microsoft.com/office/drawing/2014/main" id="{1A462122-F0F2-7150-9776-6F9F4690CE34}"/>
                </a:ext>
              </a:extLst>
            </p:cNvPr>
            <p:cNvSpPr/>
            <p:nvPr/>
          </p:nvSpPr>
          <p:spPr>
            <a:xfrm>
              <a:off x="1724613" y="1563756"/>
              <a:ext cx="1246163" cy="1671012"/>
            </a:xfrm>
            <a:custGeom>
              <a:avLst/>
              <a:gdLst>
                <a:gd name="connsiteX0" fmla="*/ 1246163 w 1246163"/>
                <a:gd name="connsiteY0" fmla="*/ 0 h 1671012"/>
                <a:gd name="connsiteX1" fmla="*/ 0 w 1246163"/>
                <a:gd name="connsiteY1" fmla="*/ 1671013 h 1671012"/>
              </a:gdLst>
              <a:ahLst/>
              <a:cxnLst>
                <a:cxn ang="0">
                  <a:pos x="connsiteX0" y="connsiteY0"/>
                </a:cxn>
                <a:cxn ang="0">
                  <a:pos x="connsiteX1" y="connsiteY1"/>
                </a:cxn>
              </a:cxnLst>
              <a:rect l="l" t="t" r="r" b="b"/>
              <a:pathLst>
                <a:path w="1246163" h="1671012">
                  <a:moveTo>
                    <a:pt x="1246163" y="0"/>
                  </a:moveTo>
                  <a:lnTo>
                    <a:pt x="0" y="1671013"/>
                  </a:lnTo>
                </a:path>
              </a:pathLst>
            </a:custGeom>
            <a:ln w="6617" cap="rnd">
              <a:solidFill>
                <a:schemeClr val="tx2"/>
              </a:solidFill>
              <a:prstDash val="solid"/>
              <a:round/>
            </a:ln>
          </p:spPr>
          <p:txBody>
            <a:bodyPr rtlCol="0" anchor="ctr"/>
            <a:lstStyle/>
            <a:p>
              <a:endParaRPr lang="pt-BR"/>
            </a:p>
          </p:txBody>
        </p:sp>
        <p:sp>
          <p:nvSpPr>
            <p:cNvPr id="23" name="Freeform: Shape 22">
              <a:extLst>
                <a:ext uri="{FF2B5EF4-FFF2-40B4-BE49-F238E27FC236}">
                  <a16:creationId xmlns:a16="http://schemas.microsoft.com/office/drawing/2014/main" id="{F4C101CA-EEEE-1361-D874-A58064D0646F}"/>
                </a:ext>
              </a:extLst>
            </p:cNvPr>
            <p:cNvSpPr/>
            <p:nvPr/>
          </p:nvSpPr>
          <p:spPr>
            <a:xfrm>
              <a:off x="1371408" y="3106332"/>
              <a:ext cx="424868" cy="390826"/>
            </a:xfrm>
            <a:custGeom>
              <a:avLst/>
              <a:gdLst>
                <a:gd name="connsiteX0" fmla="*/ 424869 w 424868"/>
                <a:gd name="connsiteY0" fmla="*/ 264860 h 390826"/>
                <a:gd name="connsiteX1" fmla="*/ 396999 w 424868"/>
                <a:gd name="connsiteY1" fmla="*/ 302127 h 390826"/>
                <a:gd name="connsiteX2" fmla="*/ 88445 w 424868"/>
                <a:gd name="connsiteY2" fmla="*/ 346714 h 390826"/>
                <a:gd name="connsiteX3" fmla="*/ 88445 w 424868"/>
                <a:gd name="connsiteY3" fmla="*/ 346714 h 390826"/>
                <a:gd name="connsiteX4" fmla="*/ 43986 w 424868"/>
                <a:gd name="connsiteY4" fmla="*/ 37267 h 390826"/>
                <a:gd name="connsiteX5" fmla="*/ 71856 w 424868"/>
                <a:gd name="connsiteY5" fmla="*/ 0 h 390826"/>
                <a:gd name="connsiteX6" fmla="*/ 424869 w 424868"/>
                <a:gd name="connsiteY6" fmla="*/ 264860 h 39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868" h="390826">
                  <a:moveTo>
                    <a:pt x="424869" y="264860"/>
                  </a:moveTo>
                  <a:lnTo>
                    <a:pt x="396999" y="302127"/>
                  </a:lnTo>
                  <a:cubicBezTo>
                    <a:pt x="324008" y="399952"/>
                    <a:pt x="185988" y="419916"/>
                    <a:pt x="88445" y="346714"/>
                  </a:cubicBezTo>
                  <a:lnTo>
                    <a:pt x="88445" y="346714"/>
                  </a:lnTo>
                  <a:cubicBezTo>
                    <a:pt x="-9099" y="273511"/>
                    <a:pt x="-29005" y="135092"/>
                    <a:pt x="43986" y="37267"/>
                  </a:cubicBezTo>
                  <a:lnTo>
                    <a:pt x="71856" y="0"/>
                  </a:lnTo>
                  <a:lnTo>
                    <a:pt x="424869" y="264860"/>
                  </a:ln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24" name="Freeform: Shape 23">
              <a:extLst>
                <a:ext uri="{FF2B5EF4-FFF2-40B4-BE49-F238E27FC236}">
                  <a16:creationId xmlns:a16="http://schemas.microsoft.com/office/drawing/2014/main" id="{2DCCCAFF-BD13-F649-5E17-DF024C99450F}"/>
                </a:ext>
              </a:extLst>
            </p:cNvPr>
            <p:cNvSpPr/>
            <p:nvPr/>
          </p:nvSpPr>
          <p:spPr>
            <a:xfrm>
              <a:off x="1443264" y="3043112"/>
              <a:ext cx="400789" cy="328080"/>
            </a:xfrm>
            <a:custGeom>
              <a:avLst/>
              <a:gdLst>
                <a:gd name="connsiteX0" fmla="*/ 353013 w 400789"/>
                <a:gd name="connsiteY0" fmla="*/ 328080 h 328080"/>
                <a:gd name="connsiteX1" fmla="*/ 400789 w 400789"/>
                <a:gd name="connsiteY1" fmla="*/ 264860 h 328080"/>
                <a:gd name="connsiteX2" fmla="*/ 47776 w 400789"/>
                <a:gd name="connsiteY2" fmla="*/ 0 h 328080"/>
                <a:gd name="connsiteX3" fmla="*/ 0 w 400789"/>
                <a:gd name="connsiteY3" fmla="*/ 63220 h 328080"/>
              </a:gdLst>
              <a:ahLst/>
              <a:cxnLst>
                <a:cxn ang="0">
                  <a:pos x="connsiteX0" y="connsiteY0"/>
                </a:cxn>
                <a:cxn ang="0">
                  <a:pos x="connsiteX1" y="connsiteY1"/>
                </a:cxn>
                <a:cxn ang="0">
                  <a:pos x="connsiteX2" y="connsiteY2"/>
                </a:cxn>
                <a:cxn ang="0">
                  <a:pos x="connsiteX3" y="connsiteY3"/>
                </a:cxn>
              </a:cxnLst>
              <a:rect l="l" t="t" r="r" b="b"/>
              <a:pathLst>
                <a:path w="400789" h="328080">
                  <a:moveTo>
                    <a:pt x="353013" y="328080"/>
                  </a:moveTo>
                  <a:lnTo>
                    <a:pt x="400789" y="264860"/>
                  </a:lnTo>
                  <a:lnTo>
                    <a:pt x="47776" y="0"/>
                  </a:lnTo>
                  <a:lnTo>
                    <a:pt x="0" y="63220"/>
                  </a:lnTo>
                </a:path>
              </a:pathLst>
            </a:custGeom>
            <a:solidFill>
              <a:schemeClr val="tx2"/>
            </a:solidFill>
            <a:ln w="6617" cap="flat">
              <a:noFill/>
              <a:prstDash val="solid"/>
              <a:miter/>
            </a:ln>
          </p:spPr>
          <p:txBody>
            <a:bodyPr rtlCol="0" anchor="ctr"/>
            <a:lstStyle/>
            <a:p>
              <a:endParaRPr lang="pt-BR"/>
            </a:p>
          </p:txBody>
        </p:sp>
        <p:sp>
          <p:nvSpPr>
            <p:cNvPr id="25" name="Freeform: Shape 24">
              <a:extLst>
                <a:ext uri="{FF2B5EF4-FFF2-40B4-BE49-F238E27FC236}">
                  <a16:creationId xmlns:a16="http://schemas.microsoft.com/office/drawing/2014/main" id="{083A464F-8AD6-DBAA-4144-112854E2C19B}"/>
                </a:ext>
              </a:extLst>
            </p:cNvPr>
            <p:cNvSpPr/>
            <p:nvPr/>
          </p:nvSpPr>
          <p:spPr>
            <a:xfrm>
              <a:off x="2729240" y="1254248"/>
              <a:ext cx="362324" cy="392027"/>
            </a:xfrm>
            <a:custGeom>
              <a:avLst/>
              <a:gdLst>
                <a:gd name="connsiteX0" fmla="*/ 353013 w 362324"/>
                <a:gd name="connsiteY0" fmla="*/ 392027 h 392027"/>
                <a:gd name="connsiteX1" fmla="*/ 0 w 362324"/>
                <a:gd name="connsiteY1" fmla="*/ 127168 h 392027"/>
                <a:gd name="connsiteX2" fmla="*/ 334434 w 362324"/>
                <a:gd name="connsiteY2" fmla="*/ 1392 h 392027"/>
                <a:gd name="connsiteX3" fmla="*/ 362303 w 362324"/>
                <a:gd name="connsiteY3" fmla="*/ 21357 h 392027"/>
                <a:gd name="connsiteX4" fmla="*/ 353013 w 362324"/>
                <a:gd name="connsiteY4" fmla="*/ 392027 h 392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324" h="392027">
                  <a:moveTo>
                    <a:pt x="353013" y="392027"/>
                  </a:moveTo>
                  <a:lnTo>
                    <a:pt x="0" y="127168"/>
                  </a:lnTo>
                  <a:lnTo>
                    <a:pt x="334434" y="1392"/>
                  </a:lnTo>
                  <a:cubicBezTo>
                    <a:pt x="348368" y="-3931"/>
                    <a:pt x="362966" y="6716"/>
                    <a:pt x="362303" y="21357"/>
                  </a:cubicBezTo>
                  <a:lnTo>
                    <a:pt x="353013" y="392027"/>
                  </a:ln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26" name="Freeform: Shape 25">
              <a:extLst>
                <a:ext uri="{FF2B5EF4-FFF2-40B4-BE49-F238E27FC236}">
                  <a16:creationId xmlns:a16="http://schemas.microsoft.com/office/drawing/2014/main" id="{3218AD58-ABD8-BE9C-903E-548ACCDD0877}"/>
                </a:ext>
              </a:extLst>
            </p:cNvPr>
            <p:cNvSpPr/>
            <p:nvPr/>
          </p:nvSpPr>
          <p:spPr>
            <a:xfrm>
              <a:off x="1961503" y="1563087"/>
              <a:ext cx="399698" cy="407421"/>
            </a:xfrm>
            <a:custGeom>
              <a:avLst/>
              <a:gdLst>
                <a:gd name="connsiteX0" fmla="*/ 390836 w 399698"/>
                <a:gd name="connsiteY0" fmla="*/ 164376 h 407421"/>
                <a:gd name="connsiteX1" fmla="*/ 346378 w 399698"/>
                <a:gd name="connsiteY1" fmla="*/ 183675 h 407421"/>
                <a:gd name="connsiteX2" fmla="*/ 334434 w 399698"/>
                <a:gd name="connsiteY2" fmla="*/ 200312 h 407421"/>
                <a:gd name="connsiteX3" fmla="*/ 327798 w 399698"/>
                <a:gd name="connsiteY3" fmla="*/ 277508 h 407421"/>
                <a:gd name="connsiteX4" fmla="*/ 309218 w 399698"/>
                <a:gd name="connsiteY4" fmla="*/ 336735 h 407421"/>
                <a:gd name="connsiteX5" fmla="*/ 245517 w 399698"/>
                <a:gd name="connsiteY5" fmla="*/ 389308 h 407421"/>
                <a:gd name="connsiteX6" fmla="*/ 86263 w 399698"/>
                <a:gd name="connsiteY6" fmla="*/ 394632 h 407421"/>
                <a:gd name="connsiteX7" fmla="*/ 0 w 399698"/>
                <a:gd name="connsiteY7" fmla="*/ 197650 h 407421"/>
                <a:gd name="connsiteX8" fmla="*/ 278031 w 399698"/>
                <a:gd name="connsiteY8" fmla="*/ 10651 h 407421"/>
                <a:gd name="connsiteX9" fmla="*/ 390836 w 399698"/>
                <a:gd name="connsiteY9" fmla="*/ 164376 h 407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698" h="407421">
                  <a:moveTo>
                    <a:pt x="390836" y="164376"/>
                  </a:moveTo>
                  <a:lnTo>
                    <a:pt x="346378" y="183675"/>
                  </a:lnTo>
                  <a:cubicBezTo>
                    <a:pt x="339742" y="187003"/>
                    <a:pt x="335097" y="192992"/>
                    <a:pt x="334434" y="200312"/>
                  </a:cubicBezTo>
                  <a:lnTo>
                    <a:pt x="327798" y="277508"/>
                  </a:lnTo>
                  <a:lnTo>
                    <a:pt x="309218" y="336735"/>
                  </a:lnTo>
                  <a:cubicBezTo>
                    <a:pt x="300592" y="365351"/>
                    <a:pt x="274050" y="379326"/>
                    <a:pt x="245517" y="389308"/>
                  </a:cubicBezTo>
                  <a:cubicBezTo>
                    <a:pt x="199731" y="405279"/>
                    <a:pt x="118113" y="417923"/>
                    <a:pt x="86263" y="394632"/>
                  </a:cubicBezTo>
                  <a:cubicBezTo>
                    <a:pt x="49767" y="368012"/>
                    <a:pt x="0" y="312778"/>
                    <a:pt x="0" y="197650"/>
                  </a:cubicBezTo>
                  <a:cubicBezTo>
                    <a:pt x="0" y="669"/>
                    <a:pt x="161908" y="-17964"/>
                    <a:pt x="278031" y="10651"/>
                  </a:cubicBezTo>
                  <a:cubicBezTo>
                    <a:pt x="329789" y="22630"/>
                    <a:pt x="429986" y="86516"/>
                    <a:pt x="390836" y="164376"/>
                  </a:cubicBezTo>
                  <a:close/>
                </a:path>
              </a:pathLst>
            </a:custGeom>
            <a:solidFill>
              <a:schemeClr val="tx2"/>
            </a:solidFill>
            <a:ln w="6617" cap="flat">
              <a:noFill/>
              <a:prstDash val="solid"/>
              <a:miter/>
            </a:ln>
          </p:spPr>
          <p:txBody>
            <a:bodyPr rtlCol="0" anchor="ctr"/>
            <a:lstStyle/>
            <a:p>
              <a:endParaRPr lang="pt-BR"/>
            </a:p>
          </p:txBody>
        </p:sp>
        <p:sp>
          <p:nvSpPr>
            <p:cNvPr id="27" name="Freeform: Shape 26">
              <a:extLst>
                <a:ext uri="{FF2B5EF4-FFF2-40B4-BE49-F238E27FC236}">
                  <a16:creationId xmlns:a16="http://schemas.microsoft.com/office/drawing/2014/main" id="{FDF51C3E-F7FE-1C6B-45B8-0B54ECAFFA93}"/>
                </a:ext>
              </a:extLst>
            </p:cNvPr>
            <p:cNvSpPr/>
            <p:nvPr/>
          </p:nvSpPr>
          <p:spPr>
            <a:xfrm>
              <a:off x="2673511" y="1675515"/>
              <a:ext cx="327124" cy="206339"/>
            </a:xfrm>
            <a:custGeom>
              <a:avLst/>
              <a:gdLst>
                <a:gd name="connsiteX0" fmla="*/ 327125 w 327124"/>
                <a:gd name="connsiteY0" fmla="*/ 154432 h 206339"/>
                <a:gd name="connsiteX1" fmla="*/ 232236 w 327124"/>
                <a:gd name="connsiteY1" fmla="*/ 32650 h 206339"/>
                <a:gd name="connsiteX2" fmla="*/ 203039 w 327124"/>
                <a:gd name="connsiteY2" fmla="*/ 14682 h 206339"/>
                <a:gd name="connsiteX3" fmla="*/ 132702 w 327124"/>
                <a:gd name="connsiteY3" fmla="*/ 1372 h 206339"/>
                <a:gd name="connsiteX4" fmla="*/ 74309 w 327124"/>
                <a:gd name="connsiteY4" fmla="*/ 10024 h 206339"/>
                <a:gd name="connsiteX5" fmla="*/ 13262 w 327124"/>
                <a:gd name="connsiteY5" fmla="*/ 56607 h 206339"/>
                <a:gd name="connsiteX6" fmla="*/ 7953 w 327124"/>
                <a:gd name="connsiteY6" fmla="*/ 91877 h 206339"/>
                <a:gd name="connsiteX7" fmla="*/ 92225 w 327124"/>
                <a:gd name="connsiteY7" fmla="*/ 101194 h 206339"/>
                <a:gd name="connsiteX8" fmla="*/ 129384 w 327124"/>
                <a:gd name="connsiteY8" fmla="*/ 123155 h 206339"/>
                <a:gd name="connsiteX9" fmla="*/ 138011 w 327124"/>
                <a:gd name="connsiteY9" fmla="*/ 136464 h 206339"/>
                <a:gd name="connsiteX10" fmla="*/ 132702 w 327124"/>
                <a:gd name="connsiteY10" fmla="*/ 145781 h 206339"/>
                <a:gd name="connsiteX11" fmla="*/ 81608 w 327124"/>
                <a:gd name="connsiteY11" fmla="*/ 143785 h 206339"/>
                <a:gd name="connsiteX12" fmla="*/ 61701 w 327124"/>
                <a:gd name="connsiteY12" fmla="*/ 161752 h 206339"/>
                <a:gd name="connsiteX13" fmla="*/ 61701 w 327124"/>
                <a:gd name="connsiteY13" fmla="*/ 161752 h 206339"/>
                <a:gd name="connsiteX14" fmla="*/ 79617 w 327124"/>
                <a:gd name="connsiteY14" fmla="*/ 181717 h 206339"/>
                <a:gd name="connsiteX15" fmla="*/ 156590 w 327124"/>
                <a:gd name="connsiteY15" fmla="*/ 185044 h 206339"/>
                <a:gd name="connsiteX16" fmla="*/ 198394 w 327124"/>
                <a:gd name="connsiteY16" fmla="*/ 196357 h 206339"/>
                <a:gd name="connsiteX17" fmla="*/ 217638 w 327124"/>
                <a:gd name="connsiteY17" fmla="*/ 206339 h 206339"/>
                <a:gd name="connsiteX18" fmla="*/ 327125 w 327124"/>
                <a:gd name="connsiteY18" fmla="*/ 154432 h 206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7124" h="206339">
                  <a:moveTo>
                    <a:pt x="327125" y="154432"/>
                  </a:moveTo>
                  <a:lnTo>
                    <a:pt x="232236" y="32650"/>
                  </a:lnTo>
                  <a:cubicBezTo>
                    <a:pt x="224937" y="23333"/>
                    <a:pt x="214983" y="16678"/>
                    <a:pt x="203039" y="14682"/>
                  </a:cubicBezTo>
                  <a:cubicBezTo>
                    <a:pt x="185123" y="10689"/>
                    <a:pt x="155263" y="5365"/>
                    <a:pt x="132702" y="1372"/>
                  </a:cubicBezTo>
                  <a:cubicBezTo>
                    <a:pt x="112795" y="-1955"/>
                    <a:pt x="92225" y="707"/>
                    <a:pt x="74309" y="10024"/>
                  </a:cubicBezTo>
                  <a:cubicBezTo>
                    <a:pt x="54402" y="20671"/>
                    <a:pt x="27860" y="43298"/>
                    <a:pt x="13262" y="56607"/>
                  </a:cubicBezTo>
                  <a:cubicBezTo>
                    <a:pt x="3308" y="65258"/>
                    <a:pt x="-7972" y="85888"/>
                    <a:pt x="7953" y="91877"/>
                  </a:cubicBezTo>
                  <a:cubicBezTo>
                    <a:pt x="18570" y="95870"/>
                    <a:pt x="63692" y="99863"/>
                    <a:pt x="92225" y="101194"/>
                  </a:cubicBezTo>
                  <a:cubicBezTo>
                    <a:pt x="107487" y="102525"/>
                    <a:pt x="120758" y="110511"/>
                    <a:pt x="129384" y="123155"/>
                  </a:cubicBezTo>
                  <a:lnTo>
                    <a:pt x="138011" y="136464"/>
                  </a:lnTo>
                  <a:cubicBezTo>
                    <a:pt x="140665" y="140457"/>
                    <a:pt x="137347" y="145781"/>
                    <a:pt x="132702" y="145781"/>
                  </a:cubicBezTo>
                  <a:lnTo>
                    <a:pt x="81608" y="143785"/>
                  </a:lnTo>
                  <a:cubicBezTo>
                    <a:pt x="70991" y="143119"/>
                    <a:pt x="62365" y="151770"/>
                    <a:pt x="61701" y="161752"/>
                  </a:cubicBezTo>
                  <a:lnTo>
                    <a:pt x="61701" y="161752"/>
                  </a:lnTo>
                  <a:cubicBezTo>
                    <a:pt x="61038" y="172400"/>
                    <a:pt x="69664" y="181051"/>
                    <a:pt x="79617" y="181717"/>
                  </a:cubicBezTo>
                  <a:lnTo>
                    <a:pt x="156590" y="185044"/>
                  </a:lnTo>
                  <a:cubicBezTo>
                    <a:pt x="171189" y="185710"/>
                    <a:pt x="185787" y="189702"/>
                    <a:pt x="198394" y="196357"/>
                  </a:cubicBezTo>
                  <a:lnTo>
                    <a:pt x="217638" y="206339"/>
                  </a:lnTo>
                  <a:lnTo>
                    <a:pt x="327125" y="154432"/>
                  </a:lnTo>
                  <a:close/>
                </a:path>
              </a:pathLst>
            </a:custGeom>
            <a:solidFill>
              <a:schemeClr val="bg1"/>
            </a:solidFill>
            <a:ln w="6617" cap="rnd">
              <a:solidFill>
                <a:schemeClr val="tx2"/>
              </a:solidFill>
              <a:prstDash val="solid"/>
              <a:round/>
            </a:ln>
          </p:spPr>
          <p:txBody>
            <a:bodyPr rtlCol="0" anchor="ctr"/>
            <a:lstStyle/>
            <a:p>
              <a:endParaRPr lang="pt-BR"/>
            </a:p>
          </p:txBody>
        </p:sp>
        <p:sp>
          <p:nvSpPr>
            <p:cNvPr id="28" name="Freeform: Shape 27">
              <a:extLst>
                <a:ext uri="{FF2B5EF4-FFF2-40B4-BE49-F238E27FC236}">
                  <a16:creationId xmlns:a16="http://schemas.microsoft.com/office/drawing/2014/main" id="{657E24B5-A8EB-F92D-FF07-944E607C8707}"/>
                </a:ext>
              </a:extLst>
            </p:cNvPr>
            <p:cNvSpPr/>
            <p:nvPr/>
          </p:nvSpPr>
          <p:spPr>
            <a:xfrm>
              <a:off x="2686773" y="1730704"/>
              <a:ext cx="107496" cy="8072"/>
            </a:xfrm>
            <a:custGeom>
              <a:avLst/>
              <a:gdLst>
                <a:gd name="connsiteX0" fmla="*/ 0 w 107496"/>
                <a:gd name="connsiteY0" fmla="*/ 1417 h 8072"/>
                <a:gd name="connsiteX1" fmla="*/ 107496 w 107496"/>
                <a:gd name="connsiteY1" fmla="*/ 8072 h 8072"/>
              </a:gdLst>
              <a:ahLst/>
              <a:cxnLst>
                <a:cxn ang="0">
                  <a:pos x="connsiteX0" y="connsiteY0"/>
                </a:cxn>
                <a:cxn ang="0">
                  <a:pos x="connsiteX1" y="connsiteY1"/>
                </a:cxn>
              </a:cxnLst>
              <a:rect l="l" t="t" r="r" b="b"/>
              <a:pathLst>
                <a:path w="107496" h="8072">
                  <a:moveTo>
                    <a:pt x="0" y="1417"/>
                  </a:moveTo>
                  <a:cubicBezTo>
                    <a:pt x="0" y="1417"/>
                    <a:pt x="21897" y="-4572"/>
                    <a:pt x="107496" y="8072"/>
                  </a:cubicBezTo>
                </a:path>
              </a:pathLst>
            </a:custGeom>
            <a:noFill/>
            <a:ln w="6617" cap="rnd">
              <a:solidFill>
                <a:schemeClr val="tx2"/>
              </a:solidFill>
              <a:prstDash val="solid"/>
              <a:round/>
            </a:ln>
          </p:spPr>
          <p:txBody>
            <a:bodyPr rtlCol="0" anchor="ctr"/>
            <a:lstStyle/>
            <a:p>
              <a:endParaRPr lang="pt-BR"/>
            </a:p>
          </p:txBody>
        </p:sp>
        <p:sp>
          <p:nvSpPr>
            <p:cNvPr id="29" name="Freeform: Shape 28">
              <a:extLst>
                <a:ext uri="{FF2B5EF4-FFF2-40B4-BE49-F238E27FC236}">
                  <a16:creationId xmlns:a16="http://schemas.microsoft.com/office/drawing/2014/main" id="{91F2DEA5-5F8F-C46D-2EAC-556E3411253E}"/>
                </a:ext>
              </a:extLst>
            </p:cNvPr>
            <p:cNvSpPr/>
            <p:nvPr/>
          </p:nvSpPr>
          <p:spPr>
            <a:xfrm>
              <a:off x="2715306" y="1705761"/>
              <a:ext cx="110150" cy="14382"/>
            </a:xfrm>
            <a:custGeom>
              <a:avLst/>
              <a:gdLst>
                <a:gd name="connsiteX0" fmla="*/ 0 w 110150"/>
                <a:gd name="connsiteY0" fmla="*/ 1738 h 14382"/>
                <a:gd name="connsiteX1" fmla="*/ 110151 w 110150"/>
                <a:gd name="connsiteY1" fmla="*/ 14383 h 14382"/>
              </a:gdLst>
              <a:ahLst/>
              <a:cxnLst>
                <a:cxn ang="0">
                  <a:pos x="connsiteX0" y="connsiteY0"/>
                </a:cxn>
                <a:cxn ang="0">
                  <a:pos x="connsiteX1" y="connsiteY1"/>
                </a:cxn>
              </a:cxnLst>
              <a:rect l="l" t="t" r="r" b="b"/>
              <a:pathLst>
                <a:path w="110150" h="14382">
                  <a:moveTo>
                    <a:pt x="0" y="1738"/>
                  </a:moveTo>
                  <a:cubicBezTo>
                    <a:pt x="0" y="1738"/>
                    <a:pt x="26542" y="-6913"/>
                    <a:pt x="110151" y="14383"/>
                  </a:cubicBezTo>
                </a:path>
              </a:pathLst>
            </a:custGeom>
            <a:noFill/>
            <a:ln w="6617" cap="rnd">
              <a:solidFill>
                <a:schemeClr val="tx2"/>
              </a:solidFill>
              <a:prstDash val="solid"/>
              <a:round/>
            </a:ln>
          </p:spPr>
          <p:txBody>
            <a:bodyPr rtlCol="0" anchor="ctr"/>
            <a:lstStyle/>
            <a:p>
              <a:endParaRPr lang="pt-BR"/>
            </a:p>
          </p:txBody>
        </p:sp>
        <p:sp>
          <p:nvSpPr>
            <p:cNvPr id="30" name="Freeform: Shape 29">
              <a:extLst>
                <a:ext uri="{FF2B5EF4-FFF2-40B4-BE49-F238E27FC236}">
                  <a16:creationId xmlns:a16="http://schemas.microsoft.com/office/drawing/2014/main" id="{C1AA0141-3D5F-0D52-0BFE-E06B27CB33C6}"/>
                </a:ext>
              </a:extLst>
            </p:cNvPr>
            <p:cNvSpPr/>
            <p:nvPr/>
          </p:nvSpPr>
          <p:spPr>
            <a:xfrm>
              <a:off x="2747820" y="1684349"/>
              <a:ext cx="102188" cy="18491"/>
            </a:xfrm>
            <a:custGeom>
              <a:avLst/>
              <a:gdLst>
                <a:gd name="connsiteX0" fmla="*/ 0 w 102188"/>
                <a:gd name="connsiteY0" fmla="*/ 524 h 18491"/>
                <a:gd name="connsiteX1" fmla="*/ 102188 w 102188"/>
                <a:gd name="connsiteY1" fmla="*/ 18492 h 18491"/>
              </a:gdLst>
              <a:ahLst/>
              <a:cxnLst>
                <a:cxn ang="0">
                  <a:pos x="connsiteX0" y="connsiteY0"/>
                </a:cxn>
                <a:cxn ang="0">
                  <a:pos x="connsiteX1" y="connsiteY1"/>
                </a:cxn>
              </a:cxnLst>
              <a:rect l="l" t="t" r="r" b="b"/>
              <a:pathLst>
                <a:path w="102188" h="18491">
                  <a:moveTo>
                    <a:pt x="0" y="524"/>
                  </a:moveTo>
                  <a:cubicBezTo>
                    <a:pt x="0" y="524"/>
                    <a:pt x="31187" y="-4800"/>
                    <a:pt x="102188" y="18492"/>
                  </a:cubicBezTo>
                </a:path>
              </a:pathLst>
            </a:custGeom>
            <a:noFill/>
            <a:ln w="6617" cap="rnd">
              <a:solidFill>
                <a:schemeClr val="tx2"/>
              </a:solidFill>
              <a:prstDash val="solid"/>
              <a:round/>
            </a:ln>
          </p:spPr>
          <p:txBody>
            <a:bodyPr rtlCol="0" anchor="ctr"/>
            <a:lstStyle/>
            <a:p>
              <a:endParaRPr lang="pt-BR"/>
            </a:p>
          </p:txBody>
        </p:sp>
        <p:sp>
          <p:nvSpPr>
            <p:cNvPr id="31" name="Freeform: Shape 30">
              <a:extLst>
                <a:ext uri="{FF2B5EF4-FFF2-40B4-BE49-F238E27FC236}">
                  <a16:creationId xmlns:a16="http://schemas.microsoft.com/office/drawing/2014/main" id="{E10AF426-5855-14E0-7929-2C99067F8DBF}"/>
                </a:ext>
              </a:extLst>
            </p:cNvPr>
            <p:cNvSpPr/>
            <p:nvPr/>
          </p:nvSpPr>
          <p:spPr>
            <a:xfrm>
              <a:off x="2239534" y="1785360"/>
              <a:ext cx="62374" cy="111800"/>
            </a:xfrm>
            <a:custGeom>
              <a:avLst/>
              <a:gdLst>
                <a:gd name="connsiteX0" fmla="*/ 62374 w 62374"/>
                <a:gd name="connsiteY0" fmla="*/ 111800 h 111800"/>
                <a:gd name="connsiteX1" fmla="*/ 50430 w 62374"/>
                <a:gd name="connsiteY1" fmla="*/ 111800 h 111800"/>
                <a:gd name="connsiteX2" fmla="*/ 0 w 62374"/>
                <a:gd name="connsiteY2" fmla="*/ 61224 h 111800"/>
                <a:gd name="connsiteX3" fmla="*/ 0 w 62374"/>
                <a:gd name="connsiteY3" fmla="*/ 31277 h 111800"/>
                <a:gd name="connsiteX4" fmla="*/ 31187 w 62374"/>
                <a:gd name="connsiteY4" fmla="*/ 0 h 111800"/>
                <a:gd name="connsiteX5" fmla="*/ 31187 w 62374"/>
                <a:gd name="connsiteY5" fmla="*/ 0 h 111800"/>
                <a:gd name="connsiteX6" fmla="*/ 62374 w 62374"/>
                <a:gd name="connsiteY6" fmla="*/ 31277 h 111800"/>
                <a:gd name="connsiteX7" fmla="*/ 62374 w 62374"/>
                <a:gd name="connsiteY7" fmla="*/ 111800 h 11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374" h="111800">
                  <a:moveTo>
                    <a:pt x="62374" y="111800"/>
                  </a:moveTo>
                  <a:lnTo>
                    <a:pt x="50430" y="111800"/>
                  </a:lnTo>
                  <a:cubicBezTo>
                    <a:pt x="22561" y="111800"/>
                    <a:pt x="0" y="89174"/>
                    <a:pt x="0" y="61224"/>
                  </a:cubicBezTo>
                  <a:lnTo>
                    <a:pt x="0" y="31277"/>
                  </a:lnTo>
                  <a:cubicBezTo>
                    <a:pt x="0" y="13975"/>
                    <a:pt x="13935" y="0"/>
                    <a:pt x="31187" y="0"/>
                  </a:cubicBezTo>
                  <a:lnTo>
                    <a:pt x="31187" y="0"/>
                  </a:lnTo>
                  <a:cubicBezTo>
                    <a:pt x="48440" y="0"/>
                    <a:pt x="62374" y="13975"/>
                    <a:pt x="62374" y="31277"/>
                  </a:cubicBezTo>
                  <a:lnTo>
                    <a:pt x="62374" y="111800"/>
                  </a:lnTo>
                  <a:close/>
                </a:path>
              </a:pathLst>
            </a:custGeom>
            <a:solidFill>
              <a:schemeClr val="bg1"/>
            </a:solidFill>
            <a:ln w="6617" cap="flat">
              <a:noFill/>
              <a:prstDash val="solid"/>
              <a:miter/>
            </a:ln>
          </p:spPr>
          <p:txBody>
            <a:bodyPr rtlCol="0" anchor="ctr"/>
            <a:lstStyle/>
            <a:p>
              <a:endParaRPr lang="pt-BR"/>
            </a:p>
          </p:txBody>
        </p:sp>
        <p:sp>
          <p:nvSpPr>
            <p:cNvPr id="32" name="Freeform: Shape 31">
              <a:extLst>
                <a:ext uri="{FF2B5EF4-FFF2-40B4-BE49-F238E27FC236}">
                  <a16:creationId xmlns:a16="http://schemas.microsoft.com/office/drawing/2014/main" id="{FE8595DE-718C-4EBB-7278-E7191F410F21}"/>
                </a:ext>
              </a:extLst>
            </p:cNvPr>
            <p:cNvSpPr/>
            <p:nvPr/>
          </p:nvSpPr>
          <p:spPr>
            <a:xfrm>
              <a:off x="2861289" y="1807159"/>
              <a:ext cx="231794" cy="615350"/>
            </a:xfrm>
            <a:custGeom>
              <a:avLst/>
              <a:gdLst>
                <a:gd name="connsiteX0" fmla="*/ 7299 w 231794"/>
                <a:gd name="connsiteY0" fmla="*/ 374826 h 615350"/>
                <a:gd name="connsiteX1" fmla="*/ 0 w 231794"/>
                <a:gd name="connsiteY1" fmla="*/ 81350 h 615350"/>
                <a:gd name="connsiteX2" fmla="*/ 6636 w 231794"/>
                <a:gd name="connsiteY2" fmla="*/ 70703 h 615350"/>
                <a:gd name="connsiteX3" fmla="*/ 163899 w 231794"/>
                <a:gd name="connsiteY3" fmla="*/ 827 h 615350"/>
                <a:gd name="connsiteX4" fmla="*/ 179161 w 231794"/>
                <a:gd name="connsiteY4" fmla="*/ 9479 h 615350"/>
                <a:gd name="connsiteX5" fmla="*/ 224283 w 231794"/>
                <a:gd name="connsiteY5" fmla="*/ 558497 h 615350"/>
                <a:gd name="connsiteX6" fmla="*/ 151955 w 231794"/>
                <a:gd name="connsiteY6" fmla="*/ 615063 h 615350"/>
                <a:gd name="connsiteX7" fmla="*/ 7299 w 231794"/>
                <a:gd name="connsiteY7" fmla="*/ 374826 h 61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794" h="615350">
                  <a:moveTo>
                    <a:pt x="7299" y="374826"/>
                  </a:moveTo>
                  <a:lnTo>
                    <a:pt x="0" y="81350"/>
                  </a:lnTo>
                  <a:cubicBezTo>
                    <a:pt x="0" y="76692"/>
                    <a:pt x="2654" y="72699"/>
                    <a:pt x="6636" y="70703"/>
                  </a:cubicBezTo>
                  <a:lnTo>
                    <a:pt x="163899" y="827"/>
                  </a:lnTo>
                  <a:cubicBezTo>
                    <a:pt x="170535" y="-1834"/>
                    <a:pt x="178497" y="2158"/>
                    <a:pt x="179161" y="9479"/>
                  </a:cubicBezTo>
                  <a:cubicBezTo>
                    <a:pt x="191768" y="90667"/>
                    <a:pt x="252816" y="489288"/>
                    <a:pt x="224283" y="558497"/>
                  </a:cubicBezTo>
                  <a:cubicBezTo>
                    <a:pt x="203712" y="609739"/>
                    <a:pt x="171862" y="617059"/>
                    <a:pt x="151955" y="615063"/>
                  </a:cubicBezTo>
                  <a:cubicBezTo>
                    <a:pt x="132048" y="613066"/>
                    <a:pt x="7299" y="374826"/>
                    <a:pt x="7299" y="374826"/>
                  </a:cubicBezTo>
                  <a:close/>
                </a:path>
              </a:pathLst>
            </a:custGeom>
            <a:solidFill>
              <a:schemeClr val="tx2"/>
            </a:solidFill>
            <a:ln w="6617" cap="flat">
              <a:noFill/>
              <a:prstDash val="solid"/>
              <a:miter/>
            </a:ln>
          </p:spPr>
          <p:txBody>
            <a:bodyPr rtlCol="0" anchor="ctr"/>
            <a:lstStyle/>
            <a:p>
              <a:endParaRPr lang="pt-BR"/>
            </a:p>
          </p:txBody>
        </p:sp>
        <p:sp>
          <p:nvSpPr>
            <p:cNvPr id="33" name="Freeform: Shape 32">
              <a:extLst>
                <a:ext uri="{FF2B5EF4-FFF2-40B4-BE49-F238E27FC236}">
                  <a16:creationId xmlns:a16="http://schemas.microsoft.com/office/drawing/2014/main" id="{A9677FCF-45BA-9B0C-4DBF-7CD9326676B3}"/>
                </a:ext>
              </a:extLst>
            </p:cNvPr>
            <p:cNvSpPr/>
            <p:nvPr/>
          </p:nvSpPr>
          <p:spPr>
            <a:xfrm>
              <a:off x="3000636" y="1248894"/>
              <a:ext cx="91571" cy="87268"/>
            </a:xfrm>
            <a:custGeom>
              <a:avLst/>
              <a:gdLst>
                <a:gd name="connsiteX0" fmla="*/ 0 w 91571"/>
                <a:gd name="connsiteY0" fmla="*/ 30038 h 87268"/>
                <a:gd name="connsiteX1" fmla="*/ 89580 w 91571"/>
                <a:gd name="connsiteY1" fmla="*/ 87269 h 87268"/>
                <a:gd name="connsiteX2" fmla="*/ 91571 w 91571"/>
                <a:gd name="connsiteY2" fmla="*/ 10073 h 87268"/>
                <a:gd name="connsiteX3" fmla="*/ 78300 w 91571"/>
                <a:gd name="connsiteY3" fmla="*/ 757 h 87268"/>
                <a:gd name="connsiteX4" fmla="*/ 0 w 91571"/>
                <a:gd name="connsiteY4" fmla="*/ 30038 h 87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71" h="87268">
                  <a:moveTo>
                    <a:pt x="0" y="30038"/>
                  </a:moveTo>
                  <a:lnTo>
                    <a:pt x="89580" y="87269"/>
                  </a:lnTo>
                  <a:lnTo>
                    <a:pt x="91571" y="10073"/>
                  </a:lnTo>
                  <a:cubicBezTo>
                    <a:pt x="91571" y="2753"/>
                    <a:pt x="84935" y="-1905"/>
                    <a:pt x="78300" y="757"/>
                  </a:cubicBezTo>
                  <a:lnTo>
                    <a:pt x="0" y="30038"/>
                  </a:lnTo>
                  <a:close/>
                </a:path>
              </a:pathLst>
            </a:custGeom>
            <a:solidFill>
              <a:schemeClr val="tx2"/>
            </a:solidFill>
            <a:ln w="6617" cap="flat">
              <a:noFill/>
              <a:prstDash val="solid"/>
              <a:miter/>
            </a:ln>
          </p:spPr>
          <p:txBody>
            <a:bodyPr rtlCol="0" anchor="ctr"/>
            <a:lstStyle/>
            <a:p>
              <a:endParaRPr lang="pt-BR" dirty="0"/>
            </a:p>
          </p:txBody>
        </p:sp>
        <p:sp>
          <p:nvSpPr>
            <p:cNvPr id="34" name="Freeform: Shape 33">
              <a:extLst>
                <a:ext uri="{FF2B5EF4-FFF2-40B4-BE49-F238E27FC236}">
                  <a16:creationId xmlns:a16="http://schemas.microsoft.com/office/drawing/2014/main" id="{70839733-F9A2-3D47-A468-5F971CE57FD4}"/>
                </a:ext>
              </a:extLst>
            </p:cNvPr>
            <p:cNvSpPr/>
            <p:nvPr/>
          </p:nvSpPr>
          <p:spPr>
            <a:xfrm>
              <a:off x="1794143" y="4250969"/>
              <a:ext cx="406241" cy="529036"/>
            </a:xfrm>
            <a:custGeom>
              <a:avLst/>
              <a:gdLst>
                <a:gd name="connsiteX0" fmla="*/ 148117 w 406241"/>
                <a:gd name="connsiteY0" fmla="*/ 7969 h 529036"/>
                <a:gd name="connsiteX1" fmla="*/ 20714 w 406241"/>
                <a:gd name="connsiteY1" fmla="*/ 93150 h 529036"/>
                <a:gd name="connsiteX2" fmla="*/ 143 w 406241"/>
                <a:gd name="connsiteY2" fmla="*/ 135075 h 529036"/>
                <a:gd name="connsiteX3" fmla="*/ 24032 w 406241"/>
                <a:gd name="connsiteY3" fmla="*/ 434540 h 529036"/>
                <a:gd name="connsiteX4" fmla="*/ 69154 w 406241"/>
                <a:gd name="connsiteY4" fmla="*/ 512400 h 529036"/>
                <a:gd name="connsiteX5" fmla="*/ 77116 w 406241"/>
                <a:gd name="connsiteY5" fmla="*/ 517724 h 529036"/>
                <a:gd name="connsiteX6" fmla="*/ 114276 w 406241"/>
                <a:gd name="connsiteY6" fmla="*/ 529037 h 529036"/>
                <a:gd name="connsiteX7" fmla="*/ 386335 w 406241"/>
                <a:gd name="connsiteY7" fmla="*/ 529037 h 529036"/>
                <a:gd name="connsiteX8" fmla="*/ 406241 w 406241"/>
                <a:gd name="connsiteY8" fmla="*/ 509073 h 529036"/>
                <a:gd name="connsiteX9" fmla="*/ 406241 w 406241"/>
                <a:gd name="connsiteY9" fmla="*/ 461824 h 529036"/>
                <a:gd name="connsiteX10" fmla="*/ 273530 w 406241"/>
                <a:gd name="connsiteY10" fmla="*/ 348027 h 529036"/>
                <a:gd name="connsiteX11" fmla="*/ 217791 w 406241"/>
                <a:gd name="connsiteY11" fmla="*/ 35919 h 529036"/>
                <a:gd name="connsiteX12" fmla="*/ 180631 w 406241"/>
                <a:gd name="connsiteY12" fmla="*/ 648 h 529036"/>
                <a:gd name="connsiteX13" fmla="*/ 180631 w 406241"/>
                <a:gd name="connsiteY13" fmla="*/ 648 h 529036"/>
                <a:gd name="connsiteX14" fmla="*/ 148117 w 406241"/>
                <a:gd name="connsiteY14" fmla="*/ 7969 h 529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6241" h="529036">
                  <a:moveTo>
                    <a:pt x="148117" y="7969"/>
                  </a:moveTo>
                  <a:lnTo>
                    <a:pt x="20714" y="93150"/>
                  </a:lnTo>
                  <a:cubicBezTo>
                    <a:pt x="6779" y="102466"/>
                    <a:pt x="-1184" y="118438"/>
                    <a:pt x="143" y="135075"/>
                  </a:cubicBezTo>
                  <a:lnTo>
                    <a:pt x="24032" y="434540"/>
                  </a:lnTo>
                  <a:cubicBezTo>
                    <a:pt x="26686" y="465817"/>
                    <a:pt x="43275" y="494433"/>
                    <a:pt x="69154" y="512400"/>
                  </a:cubicBezTo>
                  <a:lnTo>
                    <a:pt x="77116" y="517724"/>
                  </a:lnTo>
                  <a:cubicBezTo>
                    <a:pt x="88397" y="525044"/>
                    <a:pt x="101004" y="529037"/>
                    <a:pt x="114276" y="529037"/>
                  </a:cubicBezTo>
                  <a:lnTo>
                    <a:pt x="386335" y="529037"/>
                  </a:lnTo>
                  <a:cubicBezTo>
                    <a:pt x="397615" y="529037"/>
                    <a:pt x="406241" y="519721"/>
                    <a:pt x="406241" y="509073"/>
                  </a:cubicBezTo>
                  <a:lnTo>
                    <a:pt x="406241" y="461824"/>
                  </a:lnTo>
                  <a:cubicBezTo>
                    <a:pt x="406241" y="461824"/>
                    <a:pt x="402924" y="352686"/>
                    <a:pt x="273530" y="348027"/>
                  </a:cubicBezTo>
                  <a:cubicBezTo>
                    <a:pt x="257604" y="224249"/>
                    <a:pt x="229735" y="88491"/>
                    <a:pt x="217791" y="35919"/>
                  </a:cubicBezTo>
                  <a:cubicBezTo>
                    <a:pt x="213809" y="17951"/>
                    <a:pt x="199211" y="3976"/>
                    <a:pt x="180631" y="648"/>
                  </a:cubicBezTo>
                  <a:lnTo>
                    <a:pt x="180631" y="648"/>
                  </a:lnTo>
                  <a:cubicBezTo>
                    <a:pt x="170014" y="-1348"/>
                    <a:pt x="158070" y="1314"/>
                    <a:pt x="148117" y="7969"/>
                  </a:cubicBez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35" name="Freeform: Shape 34">
              <a:extLst>
                <a:ext uri="{FF2B5EF4-FFF2-40B4-BE49-F238E27FC236}">
                  <a16:creationId xmlns:a16="http://schemas.microsoft.com/office/drawing/2014/main" id="{C799CC01-A8BB-ADE1-FD97-9A52388EE650}"/>
                </a:ext>
              </a:extLst>
            </p:cNvPr>
            <p:cNvSpPr/>
            <p:nvPr/>
          </p:nvSpPr>
          <p:spPr>
            <a:xfrm>
              <a:off x="1796122" y="4324995"/>
              <a:ext cx="258278" cy="455677"/>
            </a:xfrm>
            <a:custGeom>
              <a:avLst/>
              <a:gdLst>
                <a:gd name="connsiteX0" fmla="*/ 18734 w 258278"/>
                <a:gd name="connsiteY0" fmla="*/ 19124 h 455677"/>
                <a:gd name="connsiteX1" fmla="*/ 18734 w 258278"/>
                <a:gd name="connsiteY1" fmla="*/ 19124 h 455677"/>
                <a:gd name="connsiteX2" fmla="*/ 155 w 258278"/>
                <a:gd name="connsiteY2" fmla="*/ 65042 h 455677"/>
                <a:gd name="connsiteX3" fmla="*/ 22716 w 258278"/>
                <a:gd name="connsiteY3" fmla="*/ 363176 h 455677"/>
                <a:gd name="connsiteX4" fmla="*/ 122249 w 258278"/>
                <a:gd name="connsiteY4" fmla="*/ 455677 h 455677"/>
                <a:gd name="connsiteX5" fmla="*/ 258279 w 258278"/>
                <a:gd name="connsiteY5" fmla="*/ 455677 h 455677"/>
                <a:gd name="connsiteX6" fmla="*/ 185951 w 258278"/>
                <a:gd name="connsiteY6" fmla="*/ 251376 h 455677"/>
                <a:gd name="connsiteX7" fmla="*/ 137511 w 258278"/>
                <a:gd name="connsiteY7" fmla="*/ 2488 h 455677"/>
                <a:gd name="connsiteX8" fmla="*/ 18734 w 258278"/>
                <a:gd name="connsiteY8" fmla="*/ 19124 h 45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8278" h="455677">
                  <a:moveTo>
                    <a:pt x="18734" y="19124"/>
                  </a:moveTo>
                  <a:lnTo>
                    <a:pt x="18734" y="19124"/>
                  </a:lnTo>
                  <a:cubicBezTo>
                    <a:pt x="6127" y="30437"/>
                    <a:pt x="-1172" y="47740"/>
                    <a:pt x="155" y="65042"/>
                  </a:cubicBezTo>
                  <a:lnTo>
                    <a:pt x="22716" y="363176"/>
                  </a:lnTo>
                  <a:cubicBezTo>
                    <a:pt x="26697" y="415083"/>
                    <a:pt x="69828" y="455677"/>
                    <a:pt x="122249" y="455677"/>
                  </a:cubicBezTo>
                  <a:lnTo>
                    <a:pt x="258279" y="455677"/>
                  </a:lnTo>
                  <a:lnTo>
                    <a:pt x="185951" y="251376"/>
                  </a:lnTo>
                  <a:lnTo>
                    <a:pt x="137511" y="2488"/>
                  </a:lnTo>
                  <a:cubicBezTo>
                    <a:pt x="137511" y="2488"/>
                    <a:pt x="57221" y="-9491"/>
                    <a:pt x="18734" y="19124"/>
                  </a:cubicBezTo>
                  <a:close/>
                </a:path>
              </a:pathLst>
            </a:custGeom>
            <a:solidFill>
              <a:schemeClr val="tx2"/>
            </a:solidFill>
            <a:ln w="6617" cap="flat">
              <a:noFill/>
              <a:prstDash val="solid"/>
              <a:miter/>
            </a:ln>
          </p:spPr>
          <p:txBody>
            <a:bodyPr rtlCol="0" anchor="ctr"/>
            <a:lstStyle/>
            <a:p>
              <a:endParaRPr lang="pt-BR"/>
            </a:p>
          </p:txBody>
        </p:sp>
        <p:sp>
          <p:nvSpPr>
            <p:cNvPr id="36" name="Freeform: Shape 35">
              <a:extLst>
                <a:ext uri="{FF2B5EF4-FFF2-40B4-BE49-F238E27FC236}">
                  <a16:creationId xmlns:a16="http://schemas.microsoft.com/office/drawing/2014/main" id="{6E411EBA-0512-34E6-F733-FC9C2C561D2F}"/>
                </a:ext>
              </a:extLst>
            </p:cNvPr>
            <p:cNvSpPr/>
            <p:nvPr/>
          </p:nvSpPr>
          <p:spPr>
            <a:xfrm>
              <a:off x="1816184" y="4286223"/>
              <a:ext cx="385527" cy="495114"/>
            </a:xfrm>
            <a:custGeom>
              <a:avLst/>
              <a:gdLst>
                <a:gd name="connsiteX0" fmla="*/ 198404 w 385527"/>
                <a:gd name="connsiteY0" fmla="*/ 482471 h 495114"/>
                <a:gd name="connsiteX1" fmla="*/ 198404 w 385527"/>
                <a:gd name="connsiteY1" fmla="*/ 482471 h 495114"/>
                <a:gd name="connsiteX2" fmla="*/ 167217 w 385527"/>
                <a:gd name="connsiteY2" fmla="*/ 439880 h 495114"/>
                <a:gd name="connsiteX3" fmla="*/ 102188 w 385527"/>
                <a:gd name="connsiteY3" fmla="*/ 76530 h 495114"/>
                <a:gd name="connsiteX4" fmla="*/ 0 w 385527"/>
                <a:gd name="connsiteY4" fmla="*/ 61889 h 495114"/>
                <a:gd name="connsiteX5" fmla="*/ 86263 w 385527"/>
                <a:gd name="connsiteY5" fmla="*/ 0 h 495114"/>
                <a:gd name="connsiteX6" fmla="*/ 145319 w 385527"/>
                <a:gd name="connsiteY6" fmla="*/ 31278 h 495114"/>
                <a:gd name="connsiteX7" fmla="*/ 210348 w 385527"/>
                <a:gd name="connsiteY7" fmla="*/ 394628 h 495114"/>
                <a:gd name="connsiteX8" fmla="*/ 241535 w 385527"/>
                <a:gd name="connsiteY8" fmla="*/ 437218 h 495114"/>
                <a:gd name="connsiteX9" fmla="*/ 241535 w 385527"/>
                <a:gd name="connsiteY9" fmla="*/ 437218 h 495114"/>
                <a:gd name="connsiteX10" fmla="*/ 293293 w 385527"/>
                <a:gd name="connsiteY10" fmla="*/ 449197 h 495114"/>
                <a:gd name="connsiteX11" fmla="*/ 385528 w 385527"/>
                <a:gd name="connsiteY11" fmla="*/ 449197 h 495114"/>
                <a:gd name="connsiteX12" fmla="*/ 385528 w 385527"/>
                <a:gd name="connsiteY12" fmla="*/ 461841 h 495114"/>
                <a:gd name="connsiteX13" fmla="*/ 352350 w 385527"/>
                <a:gd name="connsiteY13" fmla="*/ 495115 h 495114"/>
                <a:gd name="connsiteX14" fmla="*/ 250162 w 385527"/>
                <a:gd name="connsiteY14" fmla="*/ 495115 h 495114"/>
                <a:gd name="connsiteX15" fmla="*/ 198404 w 385527"/>
                <a:gd name="connsiteY15" fmla="*/ 482471 h 49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5527" h="495114">
                  <a:moveTo>
                    <a:pt x="198404" y="482471"/>
                  </a:moveTo>
                  <a:lnTo>
                    <a:pt x="198404" y="482471"/>
                  </a:lnTo>
                  <a:cubicBezTo>
                    <a:pt x="181815" y="474485"/>
                    <a:pt x="169871" y="458514"/>
                    <a:pt x="167217" y="439880"/>
                  </a:cubicBezTo>
                  <a:cubicBezTo>
                    <a:pt x="153282" y="353368"/>
                    <a:pt x="124085" y="110469"/>
                    <a:pt x="102188" y="76530"/>
                  </a:cubicBezTo>
                  <a:cubicBezTo>
                    <a:pt x="78963" y="40594"/>
                    <a:pt x="31851" y="40594"/>
                    <a:pt x="0" y="61889"/>
                  </a:cubicBezTo>
                  <a:lnTo>
                    <a:pt x="86263" y="0"/>
                  </a:lnTo>
                  <a:cubicBezTo>
                    <a:pt x="108824" y="0"/>
                    <a:pt x="132048" y="9982"/>
                    <a:pt x="145319" y="31278"/>
                  </a:cubicBezTo>
                  <a:cubicBezTo>
                    <a:pt x="167217" y="65217"/>
                    <a:pt x="196413" y="308116"/>
                    <a:pt x="210348" y="394628"/>
                  </a:cubicBezTo>
                  <a:cubicBezTo>
                    <a:pt x="213002" y="413261"/>
                    <a:pt x="224946" y="428567"/>
                    <a:pt x="241535" y="437218"/>
                  </a:cubicBezTo>
                  <a:lnTo>
                    <a:pt x="241535" y="437218"/>
                  </a:lnTo>
                  <a:cubicBezTo>
                    <a:pt x="257461" y="445204"/>
                    <a:pt x="275377" y="449197"/>
                    <a:pt x="293293" y="449197"/>
                  </a:cubicBezTo>
                  <a:lnTo>
                    <a:pt x="385528" y="449197"/>
                  </a:lnTo>
                  <a:lnTo>
                    <a:pt x="385528" y="461841"/>
                  </a:lnTo>
                  <a:cubicBezTo>
                    <a:pt x="385528" y="479809"/>
                    <a:pt x="370929" y="495115"/>
                    <a:pt x="352350" y="495115"/>
                  </a:cubicBezTo>
                  <a:lnTo>
                    <a:pt x="250162" y="495115"/>
                  </a:lnTo>
                  <a:cubicBezTo>
                    <a:pt x="232246" y="493784"/>
                    <a:pt x="214993" y="489791"/>
                    <a:pt x="198404" y="482471"/>
                  </a:cubicBezTo>
                  <a:close/>
                </a:path>
              </a:pathLst>
            </a:custGeom>
            <a:solidFill>
              <a:schemeClr val="bg1"/>
            </a:solidFill>
            <a:ln w="6617" cap="rnd">
              <a:solidFill>
                <a:schemeClr val="tx2"/>
              </a:solidFill>
              <a:prstDash val="solid"/>
              <a:round/>
            </a:ln>
          </p:spPr>
          <p:txBody>
            <a:bodyPr rtlCol="0" anchor="ctr"/>
            <a:lstStyle/>
            <a:p>
              <a:endParaRPr lang="pt-BR"/>
            </a:p>
          </p:txBody>
        </p:sp>
        <p:sp>
          <p:nvSpPr>
            <p:cNvPr id="37" name="Freeform: Shape 36">
              <a:extLst>
                <a:ext uri="{FF2B5EF4-FFF2-40B4-BE49-F238E27FC236}">
                  <a16:creationId xmlns:a16="http://schemas.microsoft.com/office/drawing/2014/main" id="{269ECDCC-00B2-E1DF-BE4B-8A087461A607}"/>
                </a:ext>
              </a:extLst>
            </p:cNvPr>
            <p:cNvSpPr/>
            <p:nvPr/>
          </p:nvSpPr>
          <p:spPr>
            <a:xfrm>
              <a:off x="2065018" y="4578367"/>
              <a:ext cx="9953" cy="64551"/>
            </a:xfrm>
            <a:custGeom>
              <a:avLst/>
              <a:gdLst>
                <a:gd name="connsiteX0" fmla="*/ 0 w 9953"/>
                <a:gd name="connsiteY0" fmla="*/ 0 h 64551"/>
                <a:gd name="connsiteX1" fmla="*/ 9953 w 9953"/>
                <a:gd name="connsiteY1" fmla="*/ 64551 h 64551"/>
              </a:gdLst>
              <a:ahLst/>
              <a:cxnLst>
                <a:cxn ang="0">
                  <a:pos x="connsiteX0" y="connsiteY0"/>
                </a:cxn>
                <a:cxn ang="0">
                  <a:pos x="connsiteX1" y="connsiteY1"/>
                </a:cxn>
              </a:cxnLst>
              <a:rect l="l" t="t" r="r" b="b"/>
              <a:pathLst>
                <a:path w="9953" h="64551">
                  <a:moveTo>
                    <a:pt x="0" y="0"/>
                  </a:moveTo>
                  <a:lnTo>
                    <a:pt x="9953" y="64551"/>
                  </a:lnTo>
                </a:path>
              </a:pathLst>
            </a:custGeom>
            <a:ln w="6617" cap="rnd">
              <a:solidFill>
                <a:schemeClr val="tx2"/>
              </a:solidFill>
              <a:prstDash val="solid"/>
              <a:round/>
            </a:ln>
          </p:spPr>
          <p:txBody>
            <a:bodyPr rtlCol="0" anchor="ctr"/>
            <a:lstStyle/>
            <a:p>
              <a:endParaRPr lang="pt-BR"/>
            </a:p>
          </p:txBody>
        </p:sp>
        <p:sp>
          <p:nvSpPr>
            <p:cNvPr id="38" name="Freeform: Shape 37">
              <a:extLst>
                <a:ext uri="{FF2B5EF4-FFF2-40B4-BE49-F238E27FC236}">
                  <a16:creationId xmlns:a16="http://schemas.microsoft.com/office/drawing/2014/main" id="{7D91679C-6AAF-7F6A-4FBF-45828EA4622A}"/>
                </a:ext>
              </a:extLst>
            </p:cNvPr>
            <p:cNvSpPr/>
            <p:nvPr/>
          </p:nvSpPr>
          <p:spPr>
            <a:xfrm>
              <a:off x="1970793" y="4135159"/>
              <a:ext cx="210348" cy="272180"/>
            </a:xfrm>
            <a:custGeom>
              <a:avLst/>
              <a:gdLst>
                <a:gd name="connsiteX0" fmla="*/ 120768 w 210348"/>
                <a:gd name="connsiteY0" fmla="*/ 272180 h 272180"/>
                <a:gd name="connsiteX1" fmla="*/ 103515 w 210348"/>
                <a:gd name="connsiteY1" fmla="*/ 147070 h 272180"/>
                <a:gd name="connsiteX2" fmla="*/ 0 w 210348"/>
                <a:gd name="connsiteY2" fmla="*/ 75199 h 272180"/>
                <a:gd name="connsiteX3" fmla="*/ 114796 w 210348"/>
                <a:gd name="connsiteY3" fmla="*/ 0 h 272180"/>
                <a:gd name="connsiteX4" fmla="*/ 210348 w 210348"/>
                <a:gd name="connsiteY4" fmla="*/ 150398 h 272180"/>
                <a:gd name="connsiteX5" fmla="*/ 161908 w 210348"/>
                <a:gd name="connsiteY5" fmla="*/ 252881 h 272180"/>
                <a:gd name="connsiteX6" fmla="*/ 120768 w 210348"/>
                <a:gd name="connsiteY6" fmla="*/ 272180 h 27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348" h="272180">
                  <a:moveTo>
                    <a:pt x="120768" y="272180"/>
                  </a:moveTo>
                  <a:cubicBezTo>
                    <a:pt x="144656" y="257539"/>
                    <a:pt x="136693" y="201639"/>
                    <a:pt x="103515" y="147070"/>
                  </a:cubicBezTo>
                  <a:cubicBezTo>
                    <a:pt x="70337" y="92501"/>
                    <a:pt x="23888" y="60558"/>
                    <a:pt x="0" y="75199"/>
                  </a:cubicBezTo>
                  <a:lnTo>
                    <a:pt x="114796" y="0"/>
                  </a:lnTo>
                  <a:lnTo>
                    <a:pt x="210348" y="150398"/>
                  </a:lnTo>
                  <a:lnTo>
                    <a:pt x="161908" y="252881"/>
                  </a:lnTo>
                  <a:lnTo>
                    <a:pt x="120768" y="272180"/>
                  </a:lnTo>
                  <a:close/>
                </a:path>
              </a:pathLst>
            </a:custGeom>
            <a:solidFill>
              <a:schemeClr val="accent1"/>
            </a:solidFill>
            <a:ln w="6617" cap="flat">
              <a:noFill/>
              <a:prstDash val="solid"/>
              <a:miter/>
            </a:ln>
          </p:spPr>
          <p:txBody>
            <a:bodyPr rtlCol="0" anchor="ctr"/>
            <a:lstStyle/>
            <a:p>
              <a:endParaRPr lang="pt-BR"/>
            </a:p>
          </p:txBody>
        </p:sp>
        <p:sp>
          <p:nvSpPr>
            <p:cNvPr id="39" name="Freeform: Shape 38">
              <a:extLst>
                <a:ext uri="{FF2B5EF4-FFF2-40B4-BE49-F238E27FC236}">
                  <a16:creationId xmlns:a16="http://schemas.microsoft.com/office/drawing/2014/main" id="{688FB67E-F5E6-3DE6-DFFE-0B22A388D031}"/>
                </a:ext>
              </a:extLst>
            </p:cNvPr>
            <p:cNvSpPr/>
            <p:nvPr/>
          </p:nvSpPr>
          <p:spPr>
            <a:xfrm>
              <a:off x="2869251" y="2168675"/>
              <a:ext cx="33841" cy="73202"/>
            </a:xfrm>
            <a:custGeom>
              <a:avLst/>
              <a:gdLst>
                <a:gd name="connsiteX0" fmla="*/ 33842 w 33841"/>
                <a:gd name="connsiteY0" fmla="*/ 17302 h 73202"/>
                <a:gd name="connsiteX1" fmla="*/ 0 w 33841"/>
                <a:gd name="connsiteY1" fmla="*/ 0 h 73202"/>
                <a:gd name="connsiteX2" fmla="*/ 31851 w 33841"/>
                <a:gd name="connsiteY2" fmla="*/ 73202 h 73202"/>
              </a:gdLst>
              <a:ahLst/>
              <a:cxnLst>
                <a:cxn ang="0">
                  <a:pos x="connsiteX0" y="connsiteY0"/>
                </a:cxn>
                <a:cxn ang="0">
                  <a:pos x="connsiteX1" y="connsiteY1"/>
                </a:cxn>
                <a:cxn ang="0">
                  <a:pos x="connsiteX2" y="connsiteY2"/>
                </a:cxn>
              </a:cxnLst>
              <a:rect l="l" t="t" r="r" b="b"/>
              <a:pathLst>
                <a:path w="33841" h="73202">
                  <a:moveTo>
                    <a:pt x="33842" y="17302"/>
                  </a:moveTo>
                  <a:lnTo>
                    <a:pt x="0" y="0"/>
                  </a:lnTo>
                  <a:lnTo>
                    <a:pt x="31851" y="73202"/>
                  </a:lnTo>
                </a:path>
              </a:pathLst>
            </a:custGeom>
            <a:noFill/>
            <a:ln w="6617" cap="rnd">
              <a:solidFill>
                <a:schemeClr val="accent1"/>
              </a:solidFill>
              <a:prstDash val="solid"/>
              <a:round/>
            </a:ln>
          </p:spPr>
          <p:txBody>
            <a:bodyPr rtlCol="0" anchor="ctr"/>
            <a:lstStyle/>
            <a:p>
              <a:endParaRPr lang="pt-BR"/>
            </a:p>
          </p:txBody>
        </p:sp>
        <p:sp>
          <p:nvSpPr>
            <p:cNvPr id="40" name="Freeform: Shape 39">
              <a:extLst>
                <a:ext uri="{FF2B5EF4-FFF2-40B4-BE49-F238E27FC236}">
                  <a16:creationId xmlns:a16="http://schemas.microsoft.com/office/drawing/2014/main" id="{23B2AAB0-54FB-ACC6-A9AC-A847FAF2E46F}"/>
                </a:ext>
              </a:extLst>
            </p:cNvPr>
            <p:cNvSpPr/>
            <p:nvPr/>
          </p:nvSpPr>
          <p:spPr>
            <a:xfrm>
              <a:off x="1874577" y="2333713"/>
              <a:ext cx="24551" cy="161710"/>
            </a:xfrm>
            <a:custGeom>
              <a:avLst/>
              <a:gdLst>
                <a:gd name="connsiteX0" fmla="*/ 0 w 24551"/>
                <a:gd name="connsiteY0" fmla="*/ 0 h 161710"/>
                <a:gd name="connsiteX1" fmla="*/ 24552 w 24551"/>
                <a:gd name="connsiteY1" fmla="*/ 161711 h 161710"/>
              </a:gdLst>
              <a:ahLst/>
              <a:cxnLst>
                <a:cxn ang="0">
                  <a:pos x="connsiteX0" y="connsiteY0"/>
                </a:cxn>
                <a:cxn ang="0">
                  <a:pos x="connsiteX1" y="connsiteY1"/>
                </a:cxn>
              </a:cxnLst>
              <a:rect l="l" t="t" r="r" b="b"/>
              <a:pathLst>
                <a:path w="24551" h="161710">
                  <a:moveTo>
                    <a:pt x="0" y="0"/>
                  </a:moveTo>
                  <a:lnTo>
                    <a:pt x="24552" y="161711"/>
                  </a:lnTo>
                </a:path>
              </a:pathLst>
            </a:custGeom>
            <a:ln w="6617" cap="rnd">
              <a:solidFill>
                <a:schemeClr val="accent1"/>
              </a:solidFill>
              <a:prstDash val="solid"/>
              <a:round/>
            </a:ln>
          </p:spPr>
          <p:txBody>
            <a:bodyPr rtlCol="0" anchor="ctr"/>
            <a:lstStyle/>
            <a:p>
              <a:endParaRPr lang="pt-BR"/>
            </a:p>
          </p:txBody>
        </p:sp>
        <p:sp>
          <p:nvSpPr>
            <p:cNvPr id="41" name="Freeform: Shape 40">
              <a:extLst>
                <a:ext uri="{FF2B5EF4-FFF2-40B4-BE49-F238E27FC236}">
                  <a16:creationId xmlns:a16="http://schemas.microsoft.com/office/drawing/2014/main" id="{4DFB5DED-F6B0-3627-EE9F-E4BFB9D52ECD}"/>
                </a:ext>
              </a:extLst>
            </p:cNvPr>
            <p:cNvSpPr/>
            <p:nvPr/>
          </p:nvSpPr>
          <p:spPr>
            <a:xfrm>
              <a:off x="2375564" y="3371192"/>
              <a:ext cx="136693" cy="173024"/>
            </a:xfrm>
            <a:custGeom>
              <a:avLst/>
              <a:gdLst>
                <a:gd name="connsiteX0" fmla="*/ 136693 w 136693"/>
                <a:gd name="connsiteY0" fmla="*/ 173024 h 173024"/>
                <a:gd name="connsiteX1" fmla="*/ 0 w 136693"/>
                <a:gd name="connsiteY1" fmla="*/ 0 h 173024"/>
              </a:gdLst>
              <a:ahLst/>
              <a:cxnLst>
                <a:cxn ang="0">
                  <a:pos x="connsiteX0" y="connsiteY0"/>
                </a:cxn>
                <a:cxn ang="0">
                  <a:pos x="connsiteX1" y="connsiteY1"/>
                </a:cxn>
              </a:cxnLst>
              <a:rect l="l" t="t" r="r" b="b"/>
              <a:pathLst>
                <a:path w="136693" h="173024">
                  <a:moveTo>
                    <a:pt x="136693" y="173024"/>
                  </a:moveTo>
                  <a:lnTo>
                    <a:pt x="0" y="0"/>
                  </a:lnTo>
                </a:path>
              </a:pathLst>
            </a:custGeom>
            <a:ln w="6617" cap="rnd">
              <a:solidFill>
                <a:schemeClr val="tx2"/>
              </a:solidFill>
              <a:prstDash val="solid"/>
              <a:round/>
            </a:ln>
          </p:spPr>
          <p:txBody>
            <a:bodyPr rtlCol="0" anchor="ctr"/>
            <a:lstStyle/>
            <a:p>
              <a:endParaRPr lang="pt-BR"/>
            </a:p>
          </p:txBody>
        </p:sp>
        <p:sp>
          <p:nvSpPr>
            <p:cNvPr id="43" name="Freeform: Shape 42">
              <a:extLst>
                <a:ext uri="{FF2B5EF4-FFF2-40B4-BE49-F238E27FC236}">
                  <a16:creationId xmlns:a16="http://schemas.microsoft.com/office/drawing/2014/main" id="{BC932905-2ED7-71D9-7129-0DB62EC06BB2}"/>
                </a:ext>
              </a:extLst>
            </p:cNvPr>
            <p:cNvSpPr/>
            <p:nvPr/>
          </p:nvSpPr>
          <p:spPr>
            <a:xfrm>
              <a:off x="2751138" y="3783122"/>
              <a:ext cx="49766" cy="56565"/>
            </a:xfrm>
            <a:custGeom>
              <a:avLst/>
              <a:gdLst>
                <a:gd name="connsiteX0" fmla="*/ 49767 w 49766"/>
                <a:gd name="connsiteY0" fmla="*/ 0 h 56565"/>
                <a:gd name="connsiteX1" fmla="*/ 0 w 49766"/>
                <a:gd name="connsiteY1" fmla="*/ 56566 h 56565"/>
                <a:gd name="connsiteX2" fmla="*/ 49767 w 49766"/>
                <a:gd name="connsiteY2" fmla="*/ 56566 h 56565"/>
              </a:gdLst>
              <a:ahLst/>
              <a:cxnLst>
                <a:cxn ang="0">
                  <a:pos x="connsiteX0" y="connsiteY0"/>
                </a:cxn>
                <a:cxn ang="0">
                  <a:pos x="connsiteX1" y="connsiteY1"/>
                </a:cxn>
                <a:cxn ang="0">
                  <a:pos x="connsiteX2" y="connsiteY2"/>
                </a:cxn>
              </a:cxnLst>
              <a:rect l="l" t="t" r="r" b="b"/>
              <a:pathLst>
                <a:path w="49766" h="56565">
                  <a:moveTo>
                    <a:pt x="49767" y="0"/>
                  </a:moveTo>
                  <a:lnTo>
                    <a:pt x="0" y="56566"/>
                  </a:lnTo>
                  <a:lnTo>
                    <a:pt x="49767" y="56566"/>
                  </a:lnTo>
                </a:path>
              </a:pathLst>
            </a:custGeom>
            <a:noFill/>
            <a:ln w="6617" cap="rnd">
              <a:solidFill>
                <a:schemeClr val="tx2"/>
              </a:solidFill>
              <a:prstDash val="solid"/>
              <a:round/>
            </a:ln>
          </p:spPr>
          <p:txBody>
            <a:bodyPr rtlCol="0" anchor="ctr"/>
            <a:lstStyle/>
            <a:p>
              <a:endParaRPr lang="pt-BR"/>
            </a:p>
          </p:txBody>
        </p:sp>
      </p:grpSp>
      <p:sp>
        <p:nvSpPr>
          <p:cNvPr id="12" name="Rectangle 11" title="0">
            <a:extLst>
              <a:ext uri="{FF2B5EF4-FFF2-40B4-BE49-F238E27FC236}">
                <a16:creationId xmlns:a16="http://schemas.microsoft.com/office/drawing/2014/main" id="{A73BCA20-5C86-72DC-7351-5C531D3B9D9B}"/>
              </a:ext>
            </a:extLst>
          </p:cNvPr>
          <p:cNvSpPr/>
          <p:nvPr/>
        </p:nvSpPr>
        <p:spPr>
          <a:xfrm>
            <a:off x="162722" y="255826"/>
            <a:ext cx="4517434" cy="4465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8987" rtl="0" eaLnBrk="1" fontAlgn="auto" latinLnBrk="0" hangingPunct="1">
              <a:lnSpc>
                <a:spcPct val="100000"/>
              </a:lnSpc>
              <a:spcBef>
                <a:spcPct val="0"/>
              </a:spcBef>
              <a:spcAft>
                <a:spcPts val="0"/>
              </a:spcAft>
              <a:buClrTx/>
              <a:buSzTx/>
              <a:buFontTx/>
              <a:buNone/>
              <a:tabLst/>
              <a:defRPr/>
            </a:pPr>
            <a:r>
              <a:rPr lang="en-GB" sz="2800" b="1" dirty="0">
                <a:solidFill>
                  <a:schemeClr val="bg1"/>
                </a:solidFill>
                <a:latin typeface="Cooper Black" pitchFamily="18" charset="0"/>
                <a:ea typeface="Segoe UI Black" panose="020B0A02040204020203" pitchFamily="34" charset="0"/>
                <a:cs typeface="+mj-cs"/>
              </a:rPr>
              <a:t>Overview of the course</a:t>
            </a:r>
            <a:endParaRPr kumimoji="0" lang="en-GB" sz="2800" b="1" i="0" u="none" strike="noStrike" kern="1200" cap="none" spc="0" normalizeH="0" baseline="0" noProof="0" dirty="0">
              <a:ln>
                <a:noFill/>
              </a:ln>
              <a:solidFill>
                <a:schemeClr val="bg1"/>
              </a:solidFill>
              <a:effectLst/>
              <a:uLnTx/>
              <a:uFillTx/>
              <a:latin typeface="Cooper Black" pitchFamily="18" charset="0"/>
              <a:ea typeface="Segoe UI Black" panose="020B0A02040204020203" pitchFamily="34" charset="0"/>
              <a:cs typeface="+mj-cs"/>
            </a:endParaRPr>
          </a:p>
        </p:txBody>
      </p:sp>
      <p:pic>
        <p:nvPicPr>
          <p:cNvPr id="17" name="Picture 16">
            <a:extLst>
              <a:ext uri="{FF2B5EF4-FFF2-40B4-BE49-F238E27FC236}">
                <a16:creationId xmlns:a16="http://schemas.microsoft.com/office/drawing/2014/main" id="{A8C22EC3-C535-B652-1429-C4D8E632913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05963" y="0"/>
            <a:ext cx="660427" cy="652307"/>
          </a:xfrm>
          <a:prstGeom prst="rect">
            <a:avLst/>
          </a:prstGeom>
        </p:spPr>
      </p:pic>
      <p:pic>
        <p:nvPicPr>
          <p:cNvPr id="18" name="Picture 17">
            <a:extLst>
              <a:ext uri="{FF2B5EF4-FFF2-40B4-BE49-F238E27FC236}">
                <a16:creationId xmlns:a16="http://schemas.microsoft.com/office/drawing/2014/main" id="{148C7508-21D0-EB7F-CEA4-AF3E4F81AD4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997" y="4745549"/>
            <a:ext cx="402905" cy="397951"/>
          </a:xfrm>
          <a:prstGeom prst="rect">
            <a:avLst/>
          </a:prstGeom>
        </p:spPr>
      </p:pic>
      <p:sp>
        <p:nvSpPr>
          <p:cNvPr id="21" name="TextBox 20">
            <a:extLst>
              <a:ext uri="{FF2B5EF4-FFF2-40B4-BE49-F238E27FC236}">
                <a16:creationId xmlns:a16="http://schemas.microsoft.com/office/drawing/2014/main" id="{BA97DD30-50CD-358C-AC3B-561B96572364}"/>
              </a:ext>
            </a:extLst>
          </p:cNvPr>
          <p:cNvSpPr txBox="1"/>
          <p:nvPr/>
        </p:nvSpPr>
        <p:spPr>
          <a:xfrm>
            <a:off x="4901419" y="-21173"/>
            <a:ext cx="2978878" cy="276999"/>
          </a:xfrm>
          <a:prstGeom prst="rect">
            <a:avLst/>
          </a:prstGeom>
          <a:noFill/>
        </p:spPr>
        <p:txBody>
          <a:bodyPr wrap="square">
            <a:spAutoFit/>
          </a:bodyPr>
          <a:lstStyle/>
          <a:p>
            <a:pPr algn="ctr"/>
            <a:r>
              <a:rPr lang="en-US" sz="1200" dirty="0">
                <a:solidFill>
                  <a:schemeClr val="tx2">
                    <a:lumMod val="60000"/>
                    <a:lumOff val="40000"/>
                  </a:schemeClr>
                </a:solidFill>
                <a:effectLst>
                  <a:outerShdw blurRad="38100" dist="38100" dir="2700000" algn="tl">
                    <a:srgbClr val="000000">
                      <a:alpha val="43137"/>
                    </a:srgbClr>
                  </a:outerShdw>
                </a:effectLst>
                <a:latin typeface="Cooper Black" panose="0208090404030B020404" pitchFamily="18" charset="0"/>
              </a:rPr>
              <a:t>www.anubhavtrainings.com</a:t>
            </a:r>
          </a:p>
        </p:txBody>
      </p:sp>
      <p:grpSp>
        <p:nvGrpSpPr>
          <p:cNvPr id="42" name="Group 41">
            <a:extLst>
              <a:ext uri="{FF2B5EF4-FFF2-40B4-BE49-F238E27FC236}">
                <a16:creationId xmlns:a16="http://schemas.microsoft.com/office/drawing/2014/main" id="{C97E97A4-0CF3-719C-D4BD-D418F1D1418D}"/>
              </a:ext>
            </a:extLst>
          </p:cNvPr>
          <p:cNvGrpSpPr/>
          <p:nvPr/>
        </p:nvGrpSpPr>
        <p:grpSpPr>
          <a:xfrm>
            <a:off x="3567449" y="1367585"/>
            <a:ext cx="4483253" cy="760253"/>
            <a:chOff x="4067961" y="2132856"/>
            <a:chExt cx="4483253" cy="760253"/>
          </a:xfrm>
        </p:grpSpPr>
        <p:sp>
          <p:nvSpPr>
            <p:cNvPr id="44" name="Rectangle 43">
              <a:extLst>
                <a:ext uri="{FF2B5EF4-FFF2-40B4-BE49-F238E27FC236}">
                  <a16:creationId xmlns:a16="http://schemas.microsoft.com/office/drawing/2014/main" id="{BCD857D2-64BC-EE3E-095C-38446CD61022}"/>
                </a:ext>
              </a:extLst>
            </p:cNvPr>
            <p:cNvSpPr/>
            <p:nvPr/>
          </p:nvSpPr>
          <p:spPr>
            <a:xfrm>
              <a:off x="4067961" y="2148176"/>
              <a:ext cx="803068" cy="7449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endParaRPr lang="en-IN"/>
            </a:p>
          </p:txBody>
        </p:sp>
        <p:sp>
          <p:nvSpPr>
            <p:cNvPr id="45" name="TextBox 23">
              <a:extLst>
                <a:ext uri="{FF2B5EF4-FFF2-40B4-BE49-F238E27FC236}">
                  <a16:creationId xmlns:a16="http://schemas.microsoft.com/office/drawing/2014/main" id="{08C09ED1-CC79-D8FA-2C7E-EEE55C7CF777}"/>
                </a:ext>
              </a:extLst>
            </p:cNvPr>
            <p:cNvSpPr txBox="1"/>
            <p:nvPr/>
          </p:nvSpPr>
          <p:spPr>
            <a:xfrm>
              <a:off x="5302324" y="2132856"/>
              <a:ext cx="3248890" cy="744933"/>
            </a:xfrm>
            <a:prstGeom prst="rect">
              <a:avLst/>
            </a:prstGeom>
            <a:noFill/>
          </p:spPr>
          <p:txBody>
            <a:bodyPr wrap="square" lIns="0" tIns="0" rIns="0" bIns="0" rtlCol="0" anchor="ctr">
              <a:noAutofit/>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lvl="0" algn="ctr"/>
              <a:r>
                <a:rPr lang="en-US" sz="1200" b="1" dirty="0">
                  <a:solidFill>
                    <a:srgbClr val="FFC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 FUNDAMENTALS</a:t>
              </a:r>
              <a:endParaRPr lang="en-US" sz="1200" b="1" u="sng" dirty="0">
                <a:solidFill>
                  <a:srgbClr val="FFC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lvl="0" algn="ctr"/>
              <a:r>
                <a:rPr lang="en-US" sz="1200" dirty="0">
                  <a:solidFill>
                    <a:schemeClr val="tx2">
                      <a:lumMod val="60000"/>
                      <a:lumOff val="4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Learn the core concepts of HTML5, CSS, JS, jQuery </a:t>
              </a:r>
              <a:r>
                <a:rPr lang="en-IN" sz="1200" dirty="0">
                  <a:solidFill>
                    <a:schemeClr val="tx2">
                      <a:lumMod val="60000"/>
                      <a:lumOff val="4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Setup BAS </a:t>
              </a:r>
            </a:p>
          </p:txBody>
        </p:sp>
        <p:pic>
          <p:nvPicPr>
            <p:cNvPr id="46" name="Graphic 28" descr="Lights On outline">
              <a:extLst>
                <a:ext uri="{FF2B5EF4-FFF2-40B4-BE49-F238E27FC236}">
                  <a16:creationId xmlns:a16="http://schemas.microsoft.com/office/drawing/2014/main" id="{73BC8B04-CC7F-93EC-C765-7301BABFC67C}"/>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273171" y="2305746"/>
              <a:ext cx="396602" cy="396602"/>
            </a:xfrm>
            <a:prstGeom prst="rect">
              <a:avLst/>
            </a:prstGeom>
          </p:spPr>
        </p:pic>
      </p:grpSp>
      <p:grpSp>
        <p:nvGrpSpPr>
          <p:cNvPr id="47" name="Group 46">
            <a:extLst>
              <a:ext uri="{FF2B5EF4-FFF2-40B4-BE49-F238E27FC236}">
                <a16:creationId xmlns:a16="http://schemas.microsoft.com/office/drawing/2014/main" id="{AD1AB967-B935-D986-845B-9217ED1B6C03}"/>
              </a:ext>
            </a:extLst>
          </p:cNvPr>
          <p:cNvGrpSpPr/>
          <p:nvPr/>
        </p:nvGrpSpPr>
        <p:grpSpPr>
          <a:xfrm>
            <a:off x="3581325" y="2112518"/>
            <a:ext cx="4491794" cy="869622"/>
            <a:chOff x="5196665" y="3345861"/>
            <a:chExt cx="4213313" cy="855533"/>
          </a:xfrm>
        </p:grpSpPr>
        <p:sp>
          <p:nvSpPr>
            <p:cNvPr id="48" name="Rectangle 47">
              <a:extLst>
                <a:ext uri="{FF2B5EF4-FFF2-40B4-BE49-F238E27FC236}">
                  <a16:creationId xmlns:a16="http://schemas.microsoft.com/office/drawing/2014/main" id="{23E87C64-CBA6-DD6D-5A3C-B02BB6C63F30}"/>
                </a:ext>
              </a:extLst>
            </p:cNvPr>
            <p:cNvSpPr/>
            <p:nvPr/>
          </p:nvSpPr>
          <p:spPr>
            <a:xfrm>
              <a:off x="5196665" y="3470553"/>
              <a:ext cx="768841" cy="73084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endParaRPr lang="en-IN" dirty="0"/>
            </a:p>
          </p:txBody>
        </p:sp>
        <p:sp>
          <p:nvSpPr>
            <p:cNvPr id="49" name="TextBox 24">
              <a:extLst>
                <a:ext uri="{FF2B5EF4-FFF2-40B4-BE49-F238E27FC236}">
                  <a16:creationId xmlns:a16="http://schemas.microsoft.com/office/drawing/2014/main" id="{9872ACA5-3D0E-93FC-5BCB-E4A0416F893E}"/>
                </a:ext>
              </a:extLst>
            </p:cNvPr>
            <p:cNvSpPr txBox="1"/>
            <p:nvPr/>
          </p:nvSpPr>
          <p:spPr>
            <a:xfrm>
              <a:off x="6368258" y="3345861"/>
              <a:ext cx="3041720" cy="754917"/>
            </a:xfrm>
            <a:prstGeom prst="rect">
              <a:avLst/>
            </a:prstGeom>
            <a:noFill/>
          </p:spPr>
          <p:txBody>
            <a:bodyPr wrap="square" lIns="0" tIns="0" rIns="0" bIns="0" rtlCol="0" anchor="ctr">
              <a:noAutofit/>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lvl="0" algn="ctr"/>
              <a:r>
                <a:rPr lang="en-US" sz="1200" b="1" dirty="0">
                  <a:solidFill>
                    <a:srgbClr val="FFC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 SAPUI5</a:t>
              </a:r>
            </a:p>
            <a:p>
              <a:pPr lvl="0" algn="ctr"/>
              <a:r>
                <a:rPr lang="en-US" sz="1200" dirty="0">
                  <a:solidFill>
                    <a:schemeClr val="tx2">
                      <a:lumMod val="60000"/>
                      <a:lumOff val="4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Understand SAP UI5 framework and SDK and build using MVC architecture</a:t>
              </a:r>
            </a:p>
          </p:txBody>
        </p:sp>
        <p:pic>
          <p:nvPicPr>
            <p:cNvPr id="50" name="Graphic 29" descr="Advertising outline">
              <a:extLst>
                <a:ext uri="{FF2B5EF4-FFF2-40B4-BE49-F238E27FC236}">
                  <a16:creationId xmlns:a16="http://schemas.microsoft.com/office/drawing/2014/main" id="{A93C9ABD-D8D9-1EA0-345D-19BAF4AC7F64}"/>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345501" y="3620589"/>
              <a:ext cx="396602" cy="396602"/>
            </a:xfrm>
            <a:prstGeom prst="rect">
              <a:avLst/>
            </a:prstGeom>
          </p:spPr>
        </p:pic>
      </p:grpSp>
      <p:grpSp>
        <p:nvGrpSpPr>
          <p:cNvPr id="51" name="Group 50">
            <a:extLst>
              <a:ext uri="{FF2B5EF4-FFF2-40B4-BE49-F238E27FC236}">
                <a16:creationId xmlns:a16="http://schemas.microsoft.com/office/drawing/2014/main" id="{6F89185D-209D-0953-D47A-6BE7E61E7D34}"/>
              </a:ext>
            </a:extLst>
          </p:cNvPr>
          <p:cNvGrpSpPr/>
          <p:nvPr/>
        </p:nvGrpSpPr>
        <p:grpSpPr>
          <a:xfrm>
            <a:off x="3567449" y="3102392"/>
            <a:ext cx="4553706" cy="789531"/>
            <a:chOff x="4039633" y="4544076"/>
            <a:chExt cx="4553706" cy="789531"/>
          </a:xfrm>
        </p:grpSpPr>
        <p:sp>
          <p:nvSpPr>
            <p:cNvPr id="52" name="Rectangle 51">
              <a:extLst>
                <a:ext uri="{FF2B5EF4-FFF2-40B4-BE49-F238E27FC236}">
                  <a16:creationId xmlns:a16="http://schemas.microsoft.com/office/drawing/2014/main" id="{7A76AF50-9DD7-DF1A-666A-7B79DFA7BE79}"/>
                </a:ext>
              </a:extLst>
            </p:cNvPr>
            <p:cNvSpPr/>
            <p:nvPr/>
          </p:nvSpPr>
          <p:spPr>
            <a:xfrm>
              <a:off x="4039633" y="4544076"/>
              <a:ext cx="819658" cy="78953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endParaRPr lang="en-IN"/>
            </a:p>
          </p:txBody>
        </p:sp>
        <p:sp>
          <p:nvSpPr>
            <p:cNvPr id="61" name="TextBox 25">
              <a:extLst>
                <a:ext uri="{FF2B5EF4-FFF2-40B4-BE49-F238E27FC236}">
                  <a16:creationId xmlns:a16="http://schemas.microsoft.com/office/drawing/2014/main" id="{6D2029EE-C932-9D05-511F-73BBC2928013}"/>
                </a:ext>
              </a:extLst>
            </p:cNvPr>
            <p:cNvSpPr txBox="1"/>
            <p:nvPr/>
          </p:nvSpPr>
          <p:spPr>
            <a:xfrm>
              <a:off x="5344449" y="4584617"/>
              <a:ext cx="3248890" cy="651676"/>
            </a:xfrm>
            <a:prstGeom prst="rect">
              <a:avLst/>
            </a:prstGeom>
            <a:noFill/>
          </p:spPr>
          <p:txBody>
            <a:bodyPr wrap="square" lIns="0" tIns="0" rIns="0" bIns="0" rtlCol="0" anchor="ctr">
              <a:noAutofit/>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lvl="0" algn="ctr"/>
              <a:r>
                <a:rPr lang="en-US" sz="1200" b="1" dirty="0">
                  <a:solidFill>
                    <a:srgbClr val="FFC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3. FIORI UX </a:t>
              </a:r>
            </a:p>
            <a:p>
              <a:pPr lvl="0" algn="ctr"/>
              <a:r>
                <a:rPr lang="en-US" sz="1200" dirty="0">
                  <a:solidFill>
                    <a:schemeClr val="tx2">
                      <a:lumMod val="60000"/>
                      <a:lumOff val="4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Create Fiori Applications using the Mobile library with the latest concepts</a:t>
              </a:r>
            </a:p>
          </p:txBody>
        </p:sp>
        <p:pic>
          <p:nvPicPr>
            <p:cNvPr id="65" name="Graphic 30" descr="Target Audience outline">
              <a:extLst>
                <a:ext uri="{FF2B5EF4-FFF2-40B4-BE49-F238E27FC236}">
                  <a16:creationId xmlns:a16="http://schemas.microsoft.com/office/drawing/2014/main" id="{1C764AE6-192A-A025-854F-57B9F147C088}"/>
                </a:ext>
              </a:extLst>
            </p:cNvPr>
            <p:cNvPicPr>
              <a:picLocks noChangeAspect="1"/>
            </p:cNvPicPr>
            <p:nvPr/>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4273171" y="4703259"/>
              <a:ext cx="396602" cy="396602"/>
            </a:xfrm>
            <a:prstGeom prst="rect">
              <a:avLst/>
            </a:prstGeom>
          </p:spPr>
        </p:pic>
      </p:grpSp>
      <p:grpSp>
        <p:nvGrpSpPr>
          <p:cNvPr id="66" name="Group 65">
            <a:extLst>
              <a:ext uri="{FF2B5EF4-FFF2-40B4-BE49-F238E27FC236}">
                <a16:creationId xmlns:a16="http://schemas.microsoft.com/office/drawing/2014/main" id="{AD1AB967-B935-D986-845B-9217ED1B6C03}"/>
              </a:ext>
            </a:extLst>
          </p:cNvPr>
          <p:cNvGrpSpPr/>
          <p:nvPr/>
        </p:nvGrpSpPr>
        <p:grpSpPr>
          <a:xfrm>
            <a:off x="3567449" y="4012175"/>
            <a:ext cx="4689265" cy="789531"/>
            <a:chOff x="4069748" y="3230633"/>
            <a:chExt cx="4689265" cy="789531"/>
          </a:xfrm>
        </p:grpSpPr>
        <p:sp>
          <p:nvSpPr>
            <p:cNvPr id="68" name="Rectangle 67">
              <a:extLst>
                <a:ext uri="{FF2B5EF4-FFF2-40B4-BE49-F238E27FC236}">
                  <a16:creationId xmlns:a16="http://schemas.microsoft.com/office/drawing/2014/main" id="{23E87C64-CBA6-DD6D-5A3C-B02BB6C63F30}"/>
                </a:ext>
              </a:extLst>
            </p:cNvPr>
            <p:cNvSpPr/>
            <p:nvPr/>
          </p:nvSpPr>
          <p:spPr>
            <a:xfrm>
              <a:off x="4069748" y="3230633"/>
              <a:ext cx="819658" cy="78953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endParaRPr lang="en-IN"/>
            </a:p>
          </p:txBody>
        </p:sp>
        <p:sp>
          <p:nvSpPr>
            <p:cNvPr id="69" name="TextBox 35">
              <a:extLst>
                <a:ext uri="{FF2B5EF4-FFF2-40B4-BE49-F238E27FC236}">
                  <a16:creationId xmlns:a16="http://schemas.microsoft.com/office/drawing/2014/main" id="{9872ACA5-3D0E-93FC-5BCB-E4A0416F893E}"/>
                </a:ext>
              </a:extLst>
            </p:cNvPr>
            <p:cNvSpPr txBox="1"/>
            <p:nvPr/>
          </p:nvSpPr>
          <p:spPr>
            <a:xfrm>
              <a:off x="5332654" y="3451119"/>
              <a:ext cx="3426359" cy="504056"/>
            </a:xfrm>
            <a:prstGeom prst="rect">
              <a:avLst/>
            </a:prstGeom>
            <a:noFill/>
          </p:spPr>
          <p:txBody>
            <a:bodyPr wrap="square" lIns="0" tIns="0" rIns="0" bIns="0" rtlCol="0" anchor="ctr">
              <a:noAutofit/>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lvl="0" algn="ctr"/>
              <a:r>
                <a:rPr lang="en-US" sz="1200" b="1" dirty="0">
                  <a:solidFill>
                    <a:srgbClr val="FFC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4. ODATA DEVELOPMENT</a:t>
              </a:r>
            </a:p>
            <a:p>
              <a:pPr lvl="0" algn="ctr"/>
              <a:r>
                <a:rPr lang="en-US" sz="1200" dirty="0">
                  <a:solidFill>
                    <a:schemeClr val="tx2">
                      <a:lumMod val="60000"/>
                      <a:lumOff val="4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Build Services in the Gateway system and expose ERP Data to Fiori Apps</a:t>
              </a:r>
            </a:p>
          </p:txBody>
        </p:sp>
        <p:pic>
          <p:nvPicPr>
            <p:cNvPr id="70" name="Graphic 29" descr="Advertising outline">
              <a:extLst>
                <a:ext uri="{FF2B5EF4-FFF2-40B4-BE49-F238E27FC236}">
                  <a16:creationId xmlns:a16="http://schemas.microsoft.com/office/drawing/2014/main" id="{A93C9ABD-D8D9-1EA0-345D-19BAF4AC7F64}"/>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4273171" y="3510078"/>
              <a:ext cx="396602" cy="396602"/>
            </a:xfrm>
            <a:prstGeom prst="rect">
              <a:avLst/>
            </a:prstGeom>
          </p:spPr>
        </p:pic>
      </p:grpSp>
      <p:sp>
        <p:nvSpPr>
          <p:cNvPr id="56" name="TextBox 55">
            <a:extLst>
              <a:ext uri="{FF2B5EF4-FFF2-40B4-BE49-F238E27FC236}">
                <a16:creationId xmlns:a16="http://schemas.microsoft.com/office/drawing/2014/main" id="{F5611A60-3B82-BA1D-D4FC-384DD8E5B70A}"/>
              </a:ext>
            </a:extLst>
          </p:cNvPr>
          <p:cNvSpPr txBox="1"/>
          <p:nvPr/>
        </p:nvSpPr>
        <p:spPr>
          <a:xfrm>
            <a:off x="8915400" y="4881890"/>
            <a:ext cx="152400" cy="261610"/>
          </a:xfrm>
          <a:prstGeom prst="rect">
            <a:avLst/>
          </a:prstGeom>
          <a:noFill/>
        </p:spPr>
        <p:txBody>
          <a:bodyPr wrap="square" rtlCol="0">
            <a:spAutoFit/>
          </a:bodyPr>
          <a:lstStyle/>
          <a:p>
            <a:r>
              <a:rPr lang="en-IN" sz="1100" dirty="0"/>
              <a:t>4</a:t>
            </a:r>
          </a:p>
        </p:txBody>
      </p:sp>
    </p:spTree>
    <p:extLst>
      <p:ext uri="{BB962C8B-B14F-4D97-AF65-F5344CB8AC3E}">
        <p14:creationId xmlns:p14="http://schemas.microsoft.com/office/powerpoint/2010/main" val="2888730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1000"/>
                                        <p:tgtEl>
                                          <p:spTgt spid="42"/>
                                        </p:tgtEl>
                                      </p:cBhvr>
                                    </p:animEffect>
                                    <p:anim calcmode="lin" valueType="num">
                                      <p:cBhvr>
                                        <p:cTn id="8" dur="1000" fill="hold"/>
                                        <p:tgtEl>
                                          <p:spTgt spid="42"/>
                                        </p:tgtEl>
                                        <p:attrNameLst>
                                          <p:attrName>ppt_x</p:attrName>
                                        </p:attrNameLst>
                                      </p:cBhvr>
                                      <p:tavLst>
                                        <p:tav tm="0">
                                          <p:val>
                                            <p:strVal val="#ppt_x"/>
                                          </p:val>
                                        </p:tav>
                                        <p:tav tm="100000">
                                          <p:val>
                                            <p:strVal val="#ppt_x"/>
                                          </p:val>
                                        </p:tav>
                                      </p:tavLst>
                                    </p:anim>
                                    <p:anim calcmode="lin" valueType="num">
                                      <p:cBhvr>
                                        <p:cTn id="9"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7"/>
                                        </p:tgtEl>
                                        <p:attrNameLst>
                                          <p:attrName>style.visibility</p:attrName>
                                        </p:attrNameLst>
                                      </p:cBhvr>
                                      <p:to>
                                        <p:strVal val="visible"/>
                                      </p:to>
                                    </p:set>
                                    <p:animEffect transition="in" filter="fade">
                                      <p:cBhvr>
                                        <p:cTn id="14" dur="1000"/>
                                        <p:tgtEl>
                                          <p:spTgt spid="47"/>
                                        </p:tgtEl>
                                      </p:cBhvr>
                                    </p:animEffect>
                                    <p:anim calcmode="lin" valueType="num">
                                      <p:cBhvr>
                                        <p:cTn id="15" dur="1000" fill="hold"/>
                                        <p:tgtEl>
                                          <p:spTgt spid="47"/>
                                        </p:tgtEl>
                                        <p:attrNameLst>
                                          <p:attrName>ppt_x</p:attrName>
                                        </p:attrNameLst>
                                      </p:cBhvr>
                                      <p:tavLst>
                                        <p:tav tm="0">
                                          <p:val>
                                            <p:strVal val="#ppt_x"/>
                                          </p:val>
                                        </p:tav>
                                        <p:tav tm="100000">
                                          <p:val>
                                            <p:strVal val="#ppt_x"/>
                                          </p:val>
                                        </p:tav>
                                      </p:tavLst>
                                    </p:anim>
                                    <p:anim calcmode="lin" valueType="num">
                                      <p:cBhvr>
                                        <p:cTn id="16"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1"/>
                                        </p:tgtEl>
                                        <p:attrNameLst>
                                          <p:attrName>style.visibility</p:attrName>
                                        </p:attrNameLst>
                                      </p:cBhvr>
                                      <p:to>
                                        <p:strVal val="visible"/>
                                      </p:to>
                                    </p:set>
                                    <p:animEffect transition="in" filter="fade">
                                      <p:cBhvr>
                                        <p:cTn id="21" dur="1000"/>
                                        <p:tgtEl>
                                          <p:spTgt spid="51"/>
                                        </p:tgtEl>
                                      </p:cBhvr>
                                    </p:animEffect>
                                    <p:anim calcmode="lin" valueType="num">
                                      <p:cBhvr>
                                        <p:cTn id="22" dur="1000" fill="hold"/>
                                        <p:tgtEl>
                                          <p:spTgt spid="51"/>
                                        </p:tgtEl>
                                        <p:attrNameLst>
                                          <p:attrName>ppt_x</p:attrName>
                                        </p:attrNameLst>
                                      </p:cBhvr>
                                      <p:tavLst>
                                        <p:tav tm="0">
                                          <p:val>
                                            <p:strVal val="#ppt_x"/>
                                          </p:val>
                                        </p:tav>
                                        <p:tav tm="100000">
                                          <p:val>
                                            <p:strVal val="#ppt_x"/>
                                          </p:val>
                                        </p:tav>
                                      </p:tavLst>
                                    </p:anim>
                                    <p:anim calcmode="lin" valueType="num">
                                      <p:cBhvr>
                                        <p:cTn id="23"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6"/>
                                        </p:tgtEl>
                                        <p:attrNameLst>
                                          <p:attrName>style.visibility</p:attrName>
                                        </p:attrNameLst>
                                      </p:cBhvr>
                                      <p:to>
                                        <p:strVal val="visible"/>
                                      </p:to>
                                    </p:set>
                                    <p:animEffect transition="in" filter="fade">
                                      <p:cBhvr>
                                        <p:cTn id="28" dur="1000"/>
                                        <p:tgtEl>
                                          <p:spTgt spid="66"/>
                                        </p:tgtEl>
                                      </p:cBhvr>
                                    </p:animEffect>
                                    <p:anim calcmode="lin" valueType="num">
                                      <p:cBhvr>
                                        <p:cTn id="29" dur="1000" fill="hold"/>
                                        <p:tgtEl>
                                          <p:spTgt spid="66"/>
                                        </p:tgtEl>
                                        <p:attrNameLst>
                                          <p:attrName>ppt_x</p:attrName>
                                        </p:attrNameLst>
                                      </p:cBhvr>
                                      <p:tavLst>
                                        <p:tav tm="0">
                                          <p:val>
                                            <p:strVal val="#ppt_x"/>
                                          </p:val>
                                        </p:tav>
                                        <p:tav tm="100000">
                                          <p:val>
                                            <p:strVal val="#ppt_x"/>
                                          </p:val>
                                        </p:tav>
                                      </p:tavLst>
                                    </p:anim>
                                    <p:anim calcmode="lin" valueType="num">
                                      <p:cBhvr>
                                        <p:cTn id="30" dur="1000" fill="hold"/>
                                        <p:tgtEl>
                                          <p:spTgt spid="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49C20996-A2C6-0848-BB05-D26035ADF79E}"/>
              </a:ext>
            </a:extLst>
          </p:cNvPr>
          <p:cNvGrpSpPr/>
          <p:nvPr/>
        </p:nvGrpSpPr>
        <p:grpSpPr>
          <a:xfrm>
            <a:off x="67812" y="660231"/>
            <a:ext cx="9144000" cy="4483269"/>
            <a:chOff x="67812" y="660231"/>
            <a:chExt cx="9144000" cy="4483269"/>
          </a:xfrm>
          <a:solidFill>
            <a:schemeClr val="bg2"/>
          </a:solidFill>
        </p:grpSpPr>
        <p:pic>
          <p:nvPicPr>
            <p:cNvPr id="13" name="Graphic 12">
              <a:extLst>
                <a:ext uri="{FF2B5EF4-FFF2-40B4-BE49-F238E27FC236}">
                  <a16:creationId xmlns:a16="http://schemas.microsoft.com/office/drawing/2014/main" id="{AB28C8B3-FF78-0A45-BE7E-F6E4553F465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812" y="660231"/>
              <a:ext cx="9144000" cy="4483269"/>
            </a:xfrm>
            <a:prstGeom prst="rect">
              <a:avLst/>
            </a:prstGeom>
          </p:spPr>
        </p:pic>
        <p:pic>
          <p:nvPicPr>
            <p:cNvPr id="18" name="Graphic 17">
              <a:extLst>
                <a:ext uri="{FF2B5EF4-FFF2-40B4-BE49-F238E27FC236}">
                  <a16:creationId xmlns:a16="http://schemas.microsoft.com/office/drawing/2014/main" id="{821C99B3-5D56-0940-AC7E-6C8733E57AD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398012">
              <a:off x="144131" y="1336193"/>
              <a:ext cx="1202695" cy="984023"/>
            </a:xfrm>
            <a:prstGeom prst="rect">
              <a:avLst/>
            </a:prstGeom>
          </p:spPr>
        </p:pic>
      </p:grpSp>
      <p:grpSp>
        <p:nvGrpSpPr>
          <p:cNvPr id="79" name="Graphic 7">
            <a:extLst>
              <a:ext uri="{FF2B5EF4-FFF2-40B4-BE49-F238E27FC236}">
                <a16:creationId xmlns:a16="http://schemas.microsoft.com/office/drawing/2014/main" id="{DF4A723E-16B7-B140-62FE-EE07C985AD4B}"/>
              </a:ext>
            </a:extLst>
          </p:cNvPr>
          <p:cNvGrpSpPr/>
          <p:nvPr/>
        </p:nvGrpSpPr>
        <p:grpSpPr>
          <a:xfrm>
            <a:off x="704728" y="1048660"/>
            <a:ext cx="6618771" cy="3848507"/>
            <a:chOff x="648867" y="1092400"/>
            <a:chExt cx="6618771" cy="3848507"/>
          </a:xfrm>
          <a:solidFill>
            <a:srgbClr val="FFFFFF"/>
          </a:solidFill>
        </p:grpSpPr>
        <p:sp>
          <p:nvSpPr>
            <p:cNvPr id="80" name="Freeform: Shape 79">
              <a:extLst>
                <a:ext uri="{FF2B5EF4-FFF2-40B4-BE49-F238E27FC236}">
                  <a16:creationId xmlns:a16="http://schemas.microsoft.com/office/drawing/2014/main" id="{C19479C2-F06C-A7B6-6F76-046BF8F60D85}"/>
                </a:ext>
              </a:extLst>
            </p:cNvPr>
            <p:cNvSpPr/>
            <p:nvPr/>
          </p:nvSpPr>
          <p:spPr>
            <a:xfrm>
              <a:off x="3012334" y="4940907"/>
              <a:ext cx="1828731" cy="6643"/>
            </a:xfrm>
            <a:custGeom>
              <a:avLst/>
              <a:gdLst>
                <a:gd name="connsiteX0" fmla="*/ 0 w 1828731"/>
                <a:gd name="connsiteY0" fmla="*/ 0 h 6643"/>
                <a:gd name="connsiteX1" fmla="*/ 1828732 w 1828731"/>
                <a:gd name="connsiteY1" fmla="*/ 0 h 6643"/>
              </a:gdLst>
              <a:ahLst/>
              <a:cxnLst>
                <a:cxn ang="0">
                  <a:pos x="connsiteX0" y="connsiteY0"/>
                </a:cxn>
                <a:cxn ang="0">
                  <a:pos x="connsiteX1" y="connsiteY1"/>
                </a:cxn>
              </a:cxnLst>
              <a:rect l="l" t="t" r="r" b="b"/>
              <a:pathLst>
                <a:path w="1828731" h="6643">
                  <a:moveTo>
                    <a:pt x="0" y="0"/>
                  </a:moveTo>
                  <a:lnTo>
                    <a:pt x="1828732" y="0"/>
                  </a:lnTo>
                </a:path>
              </a:pathLst>
            </a:custGeom>
            <a:ln w="79712" cap="rnd">
              <a:solidFill>
                <a:schemeClr val="tx2"/>
              </a:solidFill>
              <a:prstDash val="solid"/>
              <a:round/>
            </a:ln>
          </p:spPr>
          <p:txBody>
            <a:bodyPr rtlCol="0" anchor="ctr"/>
            <a:lstStyle/>
            <a:p>
              <a:endParaRPr lang="pt-BR"/>
            </a:p>
          </p:txBody>
        </p:sp>
        <p:sp>
          <p:nvSpPr>
            <p:cNvPr id="81" name="Freeform: Shape 80">
              <a:extLst>
                <a:ext uri="{FF2B5EF4-FFF2-40B4-BE49-F238E27FC236}">
                  <a16:creationId xmlns:a16="http://schemas.microsoft.com/office/drawing/2014/main" id="{598C7644-1A48-5434-6DB7-3935C1DD8CCA}"/>
                </a:ext>
              </a:extLst>
            </p:cNvPr>
            <p:cNvSpPr/>
            <p:nvPr/>
          </p:nvSpPr>
          <p:spPr>
            <a:xfrm>
              <a:off x="3927032" y="4400136"/>
              <a:ext cx="6642" cy="540770"/>
            </a:xfrm>
            <a:custGeom>
              <a:avLst/>
              <a:gdLst>
                <a:gd name="connsiteX0" fmla="*/ 0 w 6642"/>
                <a:gd name="connsiteY0" fmla="*/ 0 h 540770"/>
                <a:gd name="connsiteX1" fmla="*/ 0 w 6642"/>
                <a:gd name="connsiteY1" fmla="*/ 540771 h 540770"/>
              </a:gdLst>
              <a:ahLst/>
              <a:cxnLst>
                <a:cxn ang="0">
                  <a:pos x="connsiteX0" y="connsiteY0"/>
                </a:cxn>
                <a:cxn ang="0">
                  <a:pos x="connsiteX1" y="connsiteY1"/>
                </a:cxn>
              </a:cxnLst>
              <a:rect l="l" t="t" r="r" b="b"/>
              <a:pathLst>
                <a:path w="6642" h="540770">
                  <a:moveTo>
                    <a:pt x="0" y="0"/>
                  </a:moveTo>
                  <a:lnTo>
                    <a:pt x="0" y="540771"/>
                  </a:lnTo>
                </a:path>
              </a:pathLst>
            </a:custGeom>
            <a:ln w="79712" cap="rnd">
              <a:solidFill>
                <a:schemeClr val="tx2"/>
              </a:solidFill>
              <a:prstDash val="solid"/>
              <a:round/>
            </a:ln>
          </p:spPr>
          <p:txBody>
            <a:bodyPr rtlCol="0" anchor="ctr"/>
            <a:lstStyle/>
            <a:p>
              <a:endParaRPr lang="pt-BR"/>
            </a:p>
          </p:txBody>
        </p:sp>
        <p:sp>
          <p:nvSpPr>
            <p:cNvPr id="82" name="Freeform: Shape 81">
              <a:extLst>
                <a:ext uri="{FF2B5EF4-FFF2-40B4-BE49-F238E27FC236}">
                  <a16:creationId xmlns:a16="http://schemas.microsoft.com/office/drawing/2014/main" id="{739FF94F-3932-9E4D-AC04-09C9E2A7BF03}"/>
                </a:ext>
              </a:extLst>
            </p:cNvPr>
            <p:cNvSpPr/>
            <p:nvPr/>
          </p:nvSpPr>
          <p:spPr>
            <a:xfrm>
              <a:off x="648867" y="1136246"/>
              <a:ext cx="6618771" cy="3263890"/>
            </a:xfrm>
            <a:custGeom>
              <a:avLst/>
              <a:gdLst>
                <a:gd name="connsiteX0" fmla="*/ 6618772 w 6618771"/>
                <a:gd name="connsiteY0" fmla="*/ 3263891 h 3263890"/>
                <a:gd name="connsiteX1" fmla="*/ 6618772 w 6618771"/>
                <a:gd name="connsiteY1" fmla="*/ 71084 h 3263890"/>
                <a:gd name="connsiteX2" fmla="*/ 6555667 w 6618771"/>
                <a:gd name="connsiteY2" fmla="*/ 0 h 3263890"/>
                <a:gd name="connsiteX3" fmla="*/ 0 w 6618771"/>
                <a:gd name="connsiteY3" fmla="*/ 3192807 h 3263890"/>
                <a:gd name="connsiteX4" fmla="*/ 63106 w 6618771"/>
                <a:gd name="connsiteY4" fmla="*/ 3263891 h 32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8771" h="3263890">
                  <a:moveTo>
                    <a:pt x="6618772" y="3263891"/>
                  </a:moveTo>
                  <a:lnTo>
                    <a:pt x="6618772" y="71084"/>
                  </a:lnTo>
                  <a:lnTo>
                    <a:pt x="6555667" y="0"/>
                  </a:lnTo>
                  <a:lnTo>
                    <a:pt x="0" y="3192807"/>
                  </a:lnTo>
                  <a:lnTo>
                    <a:pt x="63106" y="3263891"/>
                  </a:lnTo>
                  <a:close/>
                </a:path>
              </a:pathLst>
            </a:custGeom>
            <a:solidFill>
              <a:schemeClr val="bg1"/>
            </a:solidFill>
            <a:ln w="6643" cap="flat">
              <a:solidFill>
                <a:schemeClr val="tx2"/>
              </a:solidFill>
              <a:prstDash val="solid"/>
              <a:miter/>
            </a:ln>
          </p:spPr>
          <p:txBody>
            <a:bodyPr rtlCol="0" anchor="ctr"/>
            <a:lstStyle/>
            <a:p>
              <a:endParaRPr lang="pt-BR" dirty="0"/>
            </a:p>
          </p:txBody>
        </p:sp>
        <p:sp>
          <p:nvSpPr>
            <p:cNvPr id="83" name="Freeform: Shape 82">
              <a:extLst>
                <a:ext uri="{FF2B5EF4-FFF2-40B4-BE49-F238E27FC236}">
                  <a16:creationId xmlns:a16="http://schemas.microsoft.com/office/drawing/2014/main" id="{E7F7C83B-6072-546C-5DFE-AB241C69D3FA}"/>
                </a:ext>
              </a:extLst>
            </p:cNvPr>
            <p:cNvSpPr/>
            <p:nvPr/>
          </p:nvSpPr>
          <p:spPr>
            <a:xfrm rot="5400000">
              <a:off x="2330543" y="-545029"/>
              <a:ext cx="3192474" cy="6556347"/>
            </a:xfrm>
            <a:custGeom>
              <a:avLst/>
              <a:gdLst>
                <a:gd name="connsiteX0" fmla="*/ 0 w 3192474"/>
                <a:gd name="connsiteY0" fmla="*/ 0 h 6556347"/>
                <a:gd name="connsiteX1" fmla="*/ 3192475 w 3192474"/>
                <a:gd name="connsiteY1" fmla="*/ 0 h 6556347"/>
                <a:gd name="connsiteX2" fmla="*/ 3192475 w 3192474"/>
                <a:gd name="connsiteY2" fmla="*/ 6556348 h 6556347"/>
                <a:gd name="connsiteX3" fmla="*/ 0 w 3192474"/>
                <a:gd name="connsiteY3" fmla="*/ 6556348 h 6556347"/>
              </a:gdLst>
              <a:ahLst/>
              <a:cxnLst>
                <a:cxn ang="0">
                  <a:pos x="connsiteX0" y="connsiteY0"/>
                </a:cxn>
                <a:cxn ang="0">
                  <a:pos x="connsiteX1" y="connsiteY1"/>
                </a:cxn>
                <a:cxn ang="0">
                  <a:pos x="connsiteX2" y="connsiteY2"/>
                </a:cxn>
                <a:cxn ang="0">
                  <a:pos x="connsiteX3" y="connsiteY3"/>
                </a:cxn>
              </a:cxnLst>
              <a:rect l="l" t="t" r="r" b="b"/>
              <a:pathLst>
                <a:path w="3192474" h="6556347">
                  <a:moveTo>
                    <a:pt x="0" y="0"/>
                  </a:moveTo>
                  <a:lnTo>
                    <a:pt x="3192475" y="0"/>
                  </a:lnTo>
                  <a:lnTo>
                    <a:pt x="3192475" y="6556348"/>
                  </a:lnTo>
                  <a:lnTo>
                    <a:pt x="0" y="6556348"/>
                  </a:lnTo>
                  <a:close/>
                </a:path>
              </a:pathLst>
            </a:custGeom>
            <a:solidFill>
              <a:schemeClr val="bg1"/>
            </a:solidFill>
            <a:ln w="6643" cap="flat">
              <a:solidFill>
                <a:schemeClr val="tx2"/>
              </a:solidFill>
              <a:prstDash val="solid"/>
              <a:miter/>
            </a:ln>
          </p:spPr>
          <p:txBody>
            <a:bodyPr rtlCol="0" anchor="ctr"/>
            <a:lstStyle/>
            <a:p>
              <a:endParaRPr lang="pt-BR"/>
            </a:p>
          </p:txBody>
        </p:sp>
        <p:sp>
          <p:nvSpPr>
            <p:cNvPr id="84" name="Freeform: Shape 83">
              <a:extLst>
                <a:ext uri="{FF2B5EF4-FFF2-40B4-BE49-F238E27FC236}">
                  <a16:creationId xmlns:a16="http://schemas.microsoft.com/office/drawing/2014/main" id="{A0D83548-91D9-107C-E9E2-C71736BD166D}"/>
                </a:ext>
              </a:extLst>
            </p:cNvPr>
            <p:cNvSpPr/>
            <p:nvPr/>
          </p:nvSpPr>
          <p:spPr>
            <a:xfrm>
              <a:off x="1595449" y="1092400"/>
              <a:ext cx="4663165" cy="6643"/>
            </a:xfrm>
            <a:custGeom>
              <a:avLst/>
              <a:gdLst>
                <a:gd name="connsiteX0" fmla="*/ 0 w 4663165"/>
                <a:gd name="connsiteY0" fmla="*/ 0 h 6643"/>
                <a:gd name="connsiteX1" fmla="*/ 4663165 w 4663165"/>
                <a:gd name="connsiteY1" fmla="*/ 0 h 6643"/>
              </a:gdLst>
              <a:ahLst/>
              <a:cxnLst>
                <a:cxn ang="0">
                  <a:pos x="connsiteX0" y="connsiteY0"/>
                </a:cxn>
                <a:cxn ang="0">
                  <a:pos x="connsiteX1" y="connsiteY1"/>
                </a:cxn>
              </a:cxnLst>
              <a:rect l="l" t="t" r="r" b="b"/>
              <a:pathLst>
                <a:path w="4663165" h="6643">
                  <a:moveTo>
                    <a:pt x="0" y="0"/>
                  </a:moveTo>
                  <a:lnTo>
                    <a:pt x="4663165" y="0"/>
                  </a:lnTo>
                </a:path>
              </a:pathLst>
            </a:custGeom>
            <a:ln w="79712" cap="rnd">
              <a:solidFill>
                <a:schemeClr val="tx2"/>
              </a:solidFill>
              <a:prstDash val="solid"/>
              <a:round/>
            </a:ln>
          </p:spPr>
          <p:txBody>
            <a:bodyPr rtlCol="0" anchor="ctr"/>
            <a:lstStyle/>
            <a:p>
              <a:endParaRPr lang="pt-BR"/>
            </a:p>
          </p:txBody>
        </p:sp>
        <p:sp>
          <p:nvSpPr>
            <p:cNvPr id="85" name="Freeform: Shape 84">
              <a:extLst>
                <a:ext uri="{FF2B5EF4-FFF2-40B4-BE49-F238E27FC236}">
                  <a16:creationId xmlns:a16="http://schemas.microsoft.com/office/drawing/2014/main" id="{C1C49A29-7B44-7853-98D6-90EA103CC322}"/>
                </a:ext>
              </a:extLst>
            </p:cNvPr>
            <p:cNvSpPr/>
            <p:nvPr/>
          </p:nvSpPr>
          <p:spPr>
            <a:xfrm>
              <a:off x="7204533" y="4329052"/>
              <a:ext cx="63105" cy="71084"/>
            </a:xfrm>
            <a:custGeom>
              <a:avLst/>
              <a:gdLst>
                <a:gd name="connsiteX0" fmla="*/ 0 w 63105"/>
                <a:gd name="connsiteY0" fmla="*/ 0 h 71084"/>
                <a:gd name="connsiteX1" fmla="*/ 63106 w 63105"/>
                <a:gd name="connsiteY1" fmla="*/ 71084 h 71084"/>
              </a:gdLst>
              <a:ahLst/>
              <a:cxnLst>
                <a:cxn ang="0">
                  <a:pos x="connsiteX0" y="connsiteY0"/>
                </a:cxn>
                <a:cxn ang="0">
                  <a:pos x="connsiteX1" y="connsiteY1"/>
                </a:cxn>
              </a:cxnLst>
              <a:rect l="l" t="t" r="r" b="b"/>
              <a:pathLst>
                <a:path w="63105" h="71084">
                  <a:moveTo>
                    <a:pt x="0" y="0"/>
                  </a:moveTo>
                  <a:lnTo>
                    <a:pt x="63106" y="71084"/>
                  </a:lnTo>
                </a:path>
              </a:pathLst>
            </a:custGeom>
            <a:ln w="6643" cap="flat">
              <a:solidFill>
                <a:schemeClr val="tx2"/>
              </a:solidFill>
              <a:prstDash val="solid"/>
              <a:miter/>
            </a:ln>
          </p:spPr>
          <p:txBody>
            <a:bodyPr rtlCol="0" anchor="ctr"/>
            <a:lstStyle/>
            <a:p>
              <a:endParaRPr lang="pt-BR"/>
            </a:p>
          </p:txBody>
        </p:sp>
      </p:grpSp>
      <p:cxnSp>
        <p:nvCxnSpPr>
          <p:cNvPr id="63" name="Straight Arrow Connector 62" title="0">
            <a:extLst>
              <a:ext uri="{FF2B5EF4-FFF2-40B4-BE49-F238E27FC236}">
                <a16:creationId xmlns:a16="http://schemas.microsoft.com/office/drawing/2014/main" id="{73F442D9-61F9-D849-B78E-985B0DCCF3E7}"/>
              </a:ext>
            </a:extLst>
          </p:cNvPr>
          <p:cNvCxnSpPr/>
          <p:nvPr/>
        </p:nvCxnSpPr>
        <p:spPr>
          <a:xfrm>
            <a:off x="1164219" y="2114550"/>
            <a:ext cx="381000"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grpSp>
        <p:nvGrpSpPr>
          <p:cNvPr id="2" name="Graphic 5">
            <a:extLst>
              <a:ext uri="{FF2B5EF4-FFF2-40B4-BE49-F238E27FC236}">
                <a16:creationId xmlns:a16="http://schemas.microsoft.com/office/drawing/2014/main" id="{9DC95893-C773-50DB-C9A6-38FB2BBC2E20}"/>
              </a:ext>
            </a:extLst>
          </p:cNvPr>
          <p:cNvGrpSpPr/>
          <p:nvPr/>
        </p:nvGrpSpPr>
        <p:grpSpPr>
          <a:xfrm>
            <a:off x="7280010" y="2165471"/>
            <a:ext cx="1591926" cy="2853512"/>
            <a:chOff x="6777633" y="1363658"/>
            <a:chExt cx="1767140" cy="3611047"/>
          </a:xfrm>
        </p:grpSpPr>
        <p:grpSp>
          <p:nvGrpSpPr>
            <p:cNvPr id="3" name="Graphic 5">
              <a:extLst>
                <a:ext uri="{FF2B5EF4-FFF2-40B4-BE49-F238E27FC236}">
                  <a16:creationId xmlns:a16="http://schemas.microsoft.com/office/drawing/2014/main" id="{3E65D392-8617-36FC-2A9F-CEEBF6E82C5F}"/>
                </a:ext>
              </a:extLst>
            </p:cNvPr>
            <p:cNvGrpSpPr/>
            <p:nvPr/>
          </p:nvGrpSpPr>
          <p:grpSpPr>
            <a:xfrm>
              <a:off x="6777633" y="1363658"/>
              <a:ext cx="1767140" cy="3611047"/>
              <a:chOff x="6777633" y="1363658"/>
              <a:chExt cx="1767140" cy="3611047"/>
            </a:xfrm>
          </p:grpSpPr>
          <p:sp>
            <p:nvSpPr>
              <p:cNvPr id="4" name="Freeform: Shape 3">
                <a:extLst>
                  <a:ext uri="{FF2B5EF4-FFF2-40B4-BE49-F238E27FC236}">
                    <a16:creationId xmlns:a16="http://schemas.microsoft.com/office/drawing/2014/main" id="{07F6C5F2-6B22-4B7E-4EB3-161F26B84C02}"/>
                  </a:ext>
                </a:extLst>
              </p:cNvPr>
              <p:cNvSpPr/>
              <p:nvPr/>
            </p:nvSpPr>
            <p:spPr>
              <a:xfrm>
                <a:off x="7219045" y="2812207"/>
                <a:ext cx="169866" cy="207238"/>
              </a:xfrm>
              <a:custGeom>
                <a:avLst/>
                <a:gdLst>
                  <a:gd name="connsiteX0" fmla="*/ 169866 w 169866"/>
                  <a:gd name="connsiteY0" fmla="*/ 56301 h 207238"/>
                  <a:gd name="connsiteX1" fmla="*/ 116857 w 169866"/>
                  <a:gd name="connsiteY1" fmla="*/ 125490 h 207238"/>
                  <a:gd name="connsiteX2" fmla="*/ 78120 w 169866"/>
                  <a:gd name="connsiteY2" fmla="*/ 168224 h 207238"/>
                  <a:gd name="connsiteX3" fmla="*/ 86955 w 169866"/>
                  <a:gd name="connsiteY3" fmla="*/ 109210 h 207238"/>
                  <a:gd name="connsiteX4" fmla="*/ 56373 w 169866"/>
                  <a:gd name="connsiteY4" fmla="*/ 141091 h 207238"/>
                  <a:gd name="connsiteX5" fmla="*/ 12879 w 169866"/>
                  <a:gd name="connsiteY5" fmla="*/ 206889 h 207238"/>
                  <a:gd name="connsiteX6" fmla="*/ 18316 w 169866"/>
                  <a:gd name="connsiteY6" fmla="*/ 67832 h 207238"/>
                  <a:gd name="connsiteX7" fmla="*/ 113459 w 169866"/>
                  <a:gd name="connsiteY7" fmla="*/ 0 h 207238"/>
                  <a:gd name="connsiteX8" fmla="*/ 169866 w 169866"/>
                  <a:gd name="connsiteY8" fmla="*/ 56301 h 20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866" h="207238">
                    <a:moveTo>
                      <a:pt x="169866" y="56301"/>
                    </a:moveTo>
                    <a:cubicBezTo>
                      <a:pt x="169866" y="56301"/>
                      <a:pt x="137925" y="89539"/>
                      <a:pt x="116857" y="125490"/>
                    </a:cubicBezTo>
                    <a:cubicBezTo>
                      <a:pt x="96470" y="161441"/>
                      <a:pt x="83557" y="180434"/>
                      <a:pt x="78120" y="168224"/>
                    </a:cubicBezTo>
                    <a:cubicBezTo>
                      <a:pt x="72684" y="156015"/>
                      <a:pt x="86955" y="109210"/>
                      <a:pt x="86955" y="109210"/>
                    </a:cubicBezTo>
                    <a:cubicBezTo>
                      <a:pt x="86955" y="109210"/>
                      <a:pt x="67926" y="123455"/>
                      <a:pt x="56373" y="141091"/>
                    </a:cubicBezTo>
                    <a:cubicBezTo>
                      <a:pt x="39383" y="166868"/>
                      <a:pt x="30548" y="211637"/>
                      <a:pt x="12879" y="206889"/>
                    </a:cubicBezTo>
                    <a:cubicBezTo>
                      <a:pt x="-4791" y="202141"/>
                      <a:pt x="-5470" y="90896"/>
                      <a:pt x="18316" y="67832"/>
                    </a:cubicBezTo>
                    <a:cubicBezTo>
                      <a:pt x="41422" y="44769"/>
                      <a:pt x="113459" y="0"/>
                      <a:pt x="113459" y="0"/>
                    </a:cubicBezTo>
                    <a:lnTo>
                      <a:pt x="169866" y="56301"/>
                    </a:lnTo>
                    <a:close/>
                  </a:path>
                </a:pathLst>
              </a:custGeom>
              <a:solidFill>
                <a:schemeClr val="bg1"/>
              </a:solidFill>
              <a:ln w="6777" cap="flat">
                <a:solidFill>
                  <a:schemeClr val="tx2"/>
                </a:solidFill>
                <a:prstDash val="solid"/>
                <a:miter/>
              </a:ln>
            </p:spPr>
            <p:txBody>
              <a:bodyPr rtlCol="0" anchor="ctr"/>
              <a:lstStyle/>
              <a:p>
                <a:endParaRPr lang="pt-BR"/>
              </a:p>
            </p:txBody>
          </p:sp>
          <p:sp>
            <p:nvSpPr>
              <p:cNvPr id="5" name="Freeform: Shape 4">
                <a:extLst>
                  <a:ext uri="{FF2B5EF4-FFF2-40B4-BE49-F238E27FC236}">
                    <a16:creationId xmlns:a16="http://schemas.microsoft.com/office/drawing/2014/main" id="{EBFB8760-25D0-2D58-334F-BFB914FC84A3}"/>
                  </a:ext>
                </a:extLst>
              </p:cNvPr>
              <p:cNvSpPr/>
              <p:nvPr/>
            </p:nvSpPr>
            <p:spPr>
              <a:xfrm>
                <a:off x="7314155" y="1952771"/>
                <a:ext cx="617076" cy="948975"/>
              </a:xfrm>
              <a:custGeom>
                <a:avLst/>
                <a:gdLst>
                  <a:gd name="connsiteX0" fmla="*/ 617076 w 617076"/>
                  <a:gd name="connsiteY0" fmla="*/ 0 h 948975"/>
                  <a:gd name="connsiteX1" fmla="*/ 463487 w 617076"/>
                  <a:gd name="connsiteY1" fmla="*/ 34595 h 948975"/>
                  <a:gd name="connsiteX2" fmla="*/ 286791 w 617076"/>
                  <a:gd name="connsiteY2" fmla="*/ 510100 h 948975"/>
                  <a:gd name="connsiteX3" fmla="*/ 0 w 617076"/>
                  <a:gd name="connsiteY3" fmla="*/ 856045 h 948975"/>
                  <a:gd name="connsiteX4" fmla="*/ 75436 w 617076"/>
                  <a:gd name="connsiteY4" fmla="*/ 948976 h 948975"/>
                  <a:gd name="connsiteX5" fmla="*/ 445817 w 617076"/>
                  <a:gd name="connsiteY5" fmla="*/ 631520 h 948975"/>
                  <a:gd name="connsiteX6" fmla="*/ 473681 w 617076"/>
                  <a:gd name="connsiteY6" fmla="*/ 331701 h 948975"/>
                  <a:gd name="connsiteX7" fmla="*/ 533485 w 617076"/>
                  <a:gd name="connsiteY7" fmla="*/ 204854 h 948975"/>
                  <a:gd name="connsiteX8" fmla="*/ 617076 w 617076"/>
                  <a:gd name="connsiteY8" fmla="*/ 0 h 94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076" h="948975">
                    <a:moveTo>
                      <a:pt x="617076" y="0"/>
                    </a:moveTo>
                    <a:cubicBezTo>
                      <a:pt x="617076" y="0"/>
                      <a:pt x="478438" y="0"/>
                      <a:pt x="463487" y="34595"/>
                    </a:cubicBezTo>
                    <a:cubicBezTo>
                      <a:pt x="417953" y="142448"/>
                      <a:pt x="293587" y="499925"/>
                      <a:pt x="286791" y="510100"/>
                    </a:cubicBezTo>
                    <a:cubicBezTo>
                      <a:pt x="279995" y="520275"/>
                      <a:pt x="0" y="856045"/>
                      <a:pt x="0" y="856045"/>
                    </a:cubicBezTo>
                    <a:lnTo>
                      <a:pt x="75436" y="948976"/>
                    </a:lnTo>
                    <a:cubicBezTo>
                      <a:pt x="75436" y="948976"/>
                      <a:pt x="378537" y="765150"/>
                      <a:pt x="445817" y="631520"/>
                    </a:cubicBezTo>
                    <a:lnTo>
                      <a:pt x="473681" y="331701"/>
                    </a:lnTo>
                    <a:lnTo>
                      <a:pt x="533485" y="204854"/>
                    </a:lnTo>
                    <a:lnTo>
                      <a:pt x="617076" y="0"/>
                    </a:lnTo>
                    <a:close/>
                  </a:path>
                </a:pathLst>
              </a:custGeom>
              <a:solidFill>
                <a:schemeClr val="accent1"/>
              </a:solidFill>
              <a:ln w="6777" cap="flat">
                <a:noFill/>
                <a:prstDash val="solid"/>
                <a:miter/>
              </a:ln>
            </p:spPr>
            <p:txBody>
              <a:bodyPr rtlCol="0" anchor="ctr"/>
              <a:lstStyle/>
              <a:p>
                <a:endParaRPr lang="pt-BR"/>
              </a:p>
            </p:txBody>
          </p:sp>
          <p:sp>
            <p:nvSpPr>
              <p:cNvPr id="7" name="Freeform: Shape 6">
                <a:extLst>
                  <a:ext uri="{FF2B5EF4-FFF2-40B4-BE49-F238E27FC236}">
                    <a16:creationId xmlns:a16="http://schemas.microsoft.com/office/drawing/2014/main" id="{340AF4E1-3159-F0E4-F43A-1F5C84B2FDD4}"/>
                  </a:ext>
                </a:extLst>
              </p:cNvPr>
              <p:cNvSpPr/>
              <p:nvPr/>
            </p:nvSpPr>
            <p:spPr>
              <a:xfrm>
                <a:off x="7278137" y="4769173"/>
                <a:ext cx="398895" cy="205532"/>
              </a:xfrm>
              <a:custGeom>
                <a:avLst/>
                <a:gdLst>
                  <a:gd name="connsiteX0" fmla="*/ 392129 w 398895"/>
                  <a:gd name="connsiteY0" fmla="*/ 4748 h 205532"/>
                  <a:gd name="connsiteX1" fmla="*/ 379216 w 398895"/>
                  <a:gd name="connsiteY1" fmla="*/ 109889 h 205532"/>
                  <a:gd name="connsiteX2" fmla="*/ 397566 w 398895"/>
                  <a:gd name="connsiteY2" fmla="*/ 205532 h 205532"/>
                  <a:gd name="connsiteX3" fmla="*/ 21747 w 398895"/>
                  <a:gd name="connsiteY3" fmla="*/ 205532 h 205532"/>
                  <a:gd name="connsiteX4" fmla="*/ 0 w 398895"/>
                  <a:gd name="connsiteY4" fmla="*/ 180434 h 205532"/>
                  <a:gd name="connsiteX5" fmla="*/ 70678 w 398895"/>
                  <a:gd name="connsiteY5" fmla="*/ 148553 h 205532"/>
                  <a:gd name="connsiteX6" fmla="*/ 296985 w 398895"/>
                  <a:gd name="connsiteY6" fmla="*/ 0 h 205532"/>
                  <a:gd name="connsiteX7" fmla="*/ 392129 w 398895"/>
                  <a:gd name="connsiteY7" fmla="*/ 4748 h 205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8895" h="205532">
                    <a:moveTo>
                      <a:pt x="392129" y="4748"/>
                    </a:moveTo>
                    <a:cubicBezTo>
                      <a:pt x="392129" y="4748"/>
                      <a:pt x="379896" y="80720"/>
                      <a:pt x="379216" y="109889"/>
                    </a:cubicBezTo>
                    <a:cubicBezTo>
                      <a:pt x="378537" y="139056"/>
                      <a:pt x="405041" y="160763"/>
                      <a:pt x="397566" y="205532"/>
                    </a:cubicBezTo>
                    <a:lnTo>
                      <a:pt x="21747" y="205532"/>
                    </a:lnTo>
                    <a:cubicBezTo>
                      <a:pt x="21747" y="205532"/>
                      <a:pt x="0" y="196714"/>
                      <a:pt x="0" y="180434"/>
                    </a:cubicBezTo>
                    <a:cubicBezTo>
                      <a:pt x="0" y="158728"/>
                      <a:pt x="48252" y="153980"/>
                      <a:pt x="70678" y="148553"/>
                    </a:cubicBezTo>
                    <a:cubicBezTo>
                      <a:pt x="93105" y="143126"/>
                      <a:pt x="278636" y="102427"/>
                      <a:pt x="296985" y="0"/>
                    </a:cubicBezTo>
                    <a:lnTo>
                      <a:pt x="392129" y="4748"/>
                    </a:lnTo>
                    <a:close/>
                  </a:path>
                </a:pathLst>
              </a:custGeom>
              <a:solidFill>
                <a:schemeClr val="tx2"/>
              </a:solidFill>
              <a:ln w="6777" cap="flat">
                <a:noFill/>
                <a:prstDash val="solid"/>
                <a:miter/>
              </a:ln>
            </p:spPr>
            <p:txBody>
              <a:bodyPr rtlCol="0" anchor="ctr"/>
              <a:lstStyle/>
              <a:p>
                <a:endParaRPr lang="pt-BR"/>
              </a:p>
            </p:txBody>
          </p:sp>
          <p:sp>
            <p:nvSpPr>
              <p:cNvPr id="9" name="Freeform: Shape 8">
                <a:extLst>
                  <a:ext uri="{FF2B5EF4-FFF2-40B4-BE49-F238E27FC236}">
                    <a16:creationId xmlns:a16="http://schemas.microsoft.com/office/drawing/2014/main" id="{543F42FD-92B7-1337-13D1-971C2176111D}"/>
                  </a:ext>
                </a:extLst>
              </p:cNvPr>
              <p:cNvSpPr/>
              <p:nvPr/>
            </p:nvSpPr>
            <p:spPr>
              <a:xfrm>
                <a:off x="7959036" y="4759676"/>
                <a:ext cx="163911" cy="215028"/>
              </a:xfrm>
              <a:custGeom>
                <a:avLst/>
                <a:gdLst>
                  <a:gd name="connsiteX0" fmla="*/ 150250 w 163911"/>
                  <a:gd name="connsiteY0" fmla="*/ 1357 h 215028"/>
                  <a:gd name="connsiteX1" fmla="*/ 134619 w 163911"/>
                  <a:gd name="connsiteY1" fmla="*/ 97000 h 215028"/>
                  <a:gd name="connsiteX2" fmla="*/ 161803 w 163911"/>
                  <a:gd name="connsiteY2" fmla="*/ 179078 h 215028"/>
                  <a:gd name="connsiteX3" fmla="*/ 160444 w 163911"/>
                  <a:gd name="connsiteY3" fmla="*/ 215029 h 215028"/>
                  <a:gd name="connsiteX4" fmla="*/ 2098 w 163911"/>
                  <a:gd name="connsiteY4" fmla="*/ 215029 h 215028"/>
                  <a:gd name="connsiteX5" fmla="*/ 6175 w 163911"/>
                  <a:gd name="connsiteY5" fmla="*/ 169581 h 215028"/>
                  <a:gd name="connsiteX6" fmla="*/ 49669 w 163911"/>
                  <a:gd name="connsiteY6" fmla="*/ 0 h 215028"/>
                  <a:gd name="connsiteX7" fmla="*/ 150250 w 163911"/>
                  <a:gd name="connsiteY7" fmla="*/ 1357 h 21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11" h="215028">
                    <a:moveTo>
                      <a:pt x="150250" y="1357"/>
                    </a:moveTo>
                    <a:cubicBezTo>
                      <a:pt x="150250" y="1357"/>
                      <a:pt x="129862" y="47483"/>
                      <a:pt x="134619" y="97000"/>
                    </a:cubicBezTo>
                    <a:cubicBezTo>
                      <a:pt x="138017" y="132952"/>
                      <a:pt x="154328" y="156693"/>
                      <a:pt x="161803" y="179078"/>
                    </a:cubicBezTo>
                    <a:cubicBezTo>
                      <a:pt x="167240" y="194679"/>
                      <a:pt x="160444" y="215029"/>
                      <a:pt x="160444" y="215029"/>
                    </a:cubicBezTo>
                    <a:lnTo>
                      <a:pt x="2098" y="215029"/>
                    </a:lnTo>
                    <a:cubicBezTo>
                      <a:pt x="2098" y="215029"/>
                      <a:pt x="-4698" y="194001"/>
                      <a:pt x="6175" y="169581"/>
                    </a:cubicBezTo>
                    <a:cubicBezTo>
                      <a:pt x="24524" y="128882"/>
                      <a:pt x="44912" y="52909"/>
                      <a:pt x="49669" y="0"/>
                    </a:cubicBezTo>
                    <a:lnTo>
                      <a:pt x="150250" y="1357"/>
                    </a:lnTo>
                    <a:close/>
                  </a:path>
                </a:pathLst>
              </a:custGeom>
              <a:solidFill>
                <a:schemeClr val="tx2"/>
              </a:solidFill>
              <a:ln w="6777" cap="flat">
                <a:noFill/>
                <a:prstDash val="solid"/>
                <a:miter/>
              </a:ln>
            </p:spPr>
            <p:txBody>
              <a:bodyPr rtlCol="0" anchor="ctr"/>
              <a:lstStyle/>
              <a:p>
                <a:endParaRPr lang="pt-BR"/>
              </a:p>
            </p:txBody>
          </p:sp>
          <p:sp>
            <p:nvSpPr>
              <p:cNvPr id="11" name="Freeform: Shape 10">
                <a:extLst>
                  <a:ext uri="{FF2B5EF4-FFF2-40B4-BE49-F238E27FC236}">
                    <a16:creationId xmlns:a16="http://schemas.microsoft.com/office/drawing/2014/main" id="{F81068E0-C09B-B7B0-A9D6-8F89B382BD9B}"/>
                  </a:ext>
                </a:extLst>
              </p:cNvPr>
              <p:cNvSpPr/>
              <p:nvPr/>
            </p:nvSpPr>
            <p:spPr>
              <a:xfrm>
                <a:off x="7506015" y="2815599"/>
                <a:ext cx="549582" cy="1967140"/>
              </a:xfrm>
              <a:custGeom>
                <a:avLst/>
                <a:gdLst>
                  <a:gd name="connsiteX0" fmla="*/ 306286 w 549582"/>
                  <a:gd name="connsiteY0" fmla="*/ 0 h 1967140"/>
                  <a:gd name="connsiteX1" fmla="*/ 93572 w 549582"/>
                  <a:gd name="connsiteY1" fmla="*/ 733268 h 1967140"/>
                  <a:gd name="connsiteX2" fmla="*/ 1146 w 549582"/>
                  <a:gd name="connsiteY2" fmla="*/ 1271180 h 1967140"/>
                  <a:gd name="connsiteX3" fmla="*/ 52116 w 549582"/>
                  <a:gd name="connsiteY3" fmla="*/ 1967140 h 1967140"/>
                  <a:gd name="connsiteX4" fmla="*/ 175803 w 549582"/>
                  <a:gd name="connsiteY4" fmla="*/ 1967140 h 1967140"/>
                  <a:gd name="connsiteX5" fmla="*/ 292694 w 549582"/>
                  <a:gd name="connsiteY5" fmla="*/ 1107025 h 1967140"/>
                  <a:gd name="connsiteX6" fmla="*/ 549583 w 549582"/>
                  <a:gd name="connsiteY6" fmla="*/ 488394 h 1967140"/>
                  <a:gd name="connsiteX7" fmla="*/ 543466 w 549582"/>
                  <a:gd name="connsiteY7" fmla="*/ 137021 h 1967140"/>
                  <a:gd name="connsiteX8" fmla="*/ 306286 w 549582"/>
                  <a:gd name="connsiteY8" fmla="*/ 0 h 196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582" h="1967140">
                    <a:moveTo>
                      <a:pt x="306286" y="0"/>
                    </a:moveTo>
                    <a:cubicBezTo>
                      <a:pt x="306286" y="0"/>
                      <a:pt x="148619" y="562331"/>
                      <a:pt x="93572" y="733268"/>
                    </a:cubicBezTo>
                    <a:cubicBezTo>
                      <a:pt x="38524" y="904885"/>
                      <a:pt x="11340" y="1103634"/>
                      <a:pt x="1146" y="1271180"/>
                    </a:cubicBezTo>
                    <a:cubicBezTo>
                      <a:pt x="-9048" y="1439404"/>
                      <a:pt x="52116" y="1967140"/>
                      <a:pt x="52116" y="1967140"/>
                    </a:cubicBezTo>
                    <a:lnTo>
                      <a:pt x="175803" y="1967140"/>
                    </a:lnTo>
                    <a:cubicBezTo>
                      <a:pt x="175803" y="1967140"/>
                      <a:pt x="258035" y="1223697"/>
                      <a:pt x="292694" y="1107025"/>
                    </a:cubicBezTo>
                    <a:cubicBezTo>
                      <a:pt x="327354" y="990353"/>
                      <a:pt x="549583" y="488394"/>
                      <a:pt x="549583" y="488394"/>
                    </a:cubicBezTo>
                    <a:lnTo>
                      <a:pt x="543466" y="137021"/>
                    </a:lnTo>
                    <a:lnTo>
                      <a:pt x="306286" y="0"/>
                    </a:lnTo>
                    <a:close/>
                  </a:path>
                </a:pathLst>
              </a:custGeom>
              <a:solidFill>
                <a:schemeClr val="tx2"/>
              </a:solidFill>
              <a:ln w="6777" cap="flat">
                <a:noFill/>
                <a:prstDash val="solid"/>
                <a:miter/>
              </a:ln>
            </p:spPr>
            <p:txBody>
              <a:bodyPr rtlCol="0" anchor="ctr"/>
              <a:lstStyle/>
              <a:p>
                <a:endParaRPr lang="pt-BR"/>
              </a:p>
            </p:txBody>
          </p:sp>
          <p:sp>
            <p:nvSpPr>
              <p:cNvPr id="14" name="Freeform: Shape 13">
                <a:extLst>
                  <a:ext uri="{FF2B5EF4-FFF2-40B4-BE49-F238E27FC236}">
                    <a16:creationId xmlns:a16="http://schemas.microsoft.com/office/drawing/2014/main" id="{7F572EF5-2717-CD16-9698-06EB264ECE86}"/>
                  </a:ext>
                </a:extLst>
              </p:cNvPr>
              <p:cNvSpPr/>
              <p:nvPr/>
            </p:nvSpPr>
            <p:spPr>
              <a:xfrm>
                <a:off x="7778322" y="2750480"/>
                <a:ext cx="637623" cy="2032259"/>
              </a:xfrm>
              <a:custGeom>
                <a:avLst/>
                <a:gdLst>
                  <a:gd name="connsiteX0" fmla="*/ 614358 w 637623"/>
                  <a:gd name="connsiteY0" fmla="*/ 51553 h 2032259"/>
                  <a:gd name="connsiteX1" fmla="*/ 0 w 637623"/>
                  <a:gd name="connsiteY1" fmla="*/ 0 h 2032259"/>
                  <a:gd name="connsiteX2" fmla="*/ 254170 w 637623"/>
                  <a:gd name="connsiteY2" fmla="*/ 1045298 h 2032259"/>
                  <a:gd name="connsiteX3" fmla="*/ 212715 w 637623"/>
                  <a:gd name="connsiteY3" fmla="*/ 2032259 h 2032259"/>
                  <a:gd name="connsiteX4" fmla="*/ 343198 w 637623"/>
                  <a:gd name="connsiteY4" fmla="*/ 2032259 h 2032259"/>
                  <a:gd name="connsiteX5" fmla="*/ 600766 w 637623"/>
                  <a:gd name="connsiteY5" fmla="*/ 1028340 h 2032259"/>
                  <a:gd name="connsiteX6" fmla="*/ 614358 w 637623"/>
                  <a:gd name="connsiteY6" fmla="*/ 51553 h 2032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7623" h="2032259">
                    <a:moveTo>
                      <a:pt x="614358" y="51553"/>
                    </a:moveTo>
                    <a:cubicBezTo>
                      <a:pt x="614358" y="51553"/>
                      <a:pt x="216113" y="51553"/>
                      <a:pt x="0" y="0"/>
                    </a:cubicBezTo>
                    <a:cubicBezTo>
                      <a:pt x="0" y="0"/>
                      <a:pt x="226307" y="562331"/>
                      <a:pt x="254170" y="1045298"/>
                    </a:cubicBezTo>
                    <a:cubicBezTo>
                      <a:pt x="282034" y="1528264"/>
                      <a:pt x="212715" y="2032259"/>
                      <a:pt x="212715" y="2032259"/>
                    </a:cubicBezTo>
                    <a:lnTo>
                      <a:pt x="343198" y="2032259"/>
                    </a:lnTo>
                    <a:cubicBezTo>
                      <a:pt x="343198" y="2032259"/>
                      <a:pt x="521932" y="1576425"/>
                      <a:pt x="600766" y="1028340"/>
                    </a:cubicBezTo>
                    <a:cubicBezTo>
                      <a:pt x="674842" y="510778"/>
                      <a:pt x="614358" y="51553"/>
                      <a:pt x="614358" y="51553"/>
                    </a:cubicBezTo>
                    <a:close/>
                  </a:path>
                </a:pathLst>
              </a:custGeom>
              <a:solidFill>
                <a:schemeClr val="tx2"/>
              </a:solidFill>
              <a:ln w="6777" cap="flat">
                <a:noFill/>
                <a:prstDash val="solid"/>
                <a:miter/>
              </a:ln>
            </p:spPr>
            <p:txBody>
              <a:bodyPr rtlCol="0" anchor="ctr"/>
              <a:lstStyle/>
              <a:p>
                <a:endParaRPr lang="pt-BR"/>
              </a:p>
            </p:txBody>
          </p:sp>
          <p:sp>
            <p:nvSpPr>
              <p:cNvPr id="15" name="Freeform: Shape 14">
                <a:extLst>
                  <a:ext uri="{FF2B5EF4-FFF2-40B4-BE49-F238E27FC236}">
                    <a16:creationId xmlns:a16="http://schemas.microsoft.com/office/drawing/2014/main" id="{15218865-8658-9F60-0E81-2EFF767EFA4D}"/>
                  </a:ext>
                </a:extLst>
              </p:cNvPr>
              <p:cNvSpPr/>
              <p:nvPr/>
            </p:nvSpPr>
            <p:spPr>
              <a:xfrm>
                <a:off x="7982881" y="1762161"/>
                <a:ext cx="239898" cy="346623"/>
              </a:xfrm>
              <a:custGeom>
                <a:avLst/>
                <a:gdLst>
                  <a:gd name="connsiteX0" fmla="*/ 231064 w 239898"/>
                  <a:gd name="connsiteY0" fmla="*/ 0 h 346623"/>
                  <a:gd name="connsiteX1" fmla="*/ 239899 w 239898"/>
                  <a:gd name="connsiteY1" fmla="*/ 217064 h 346623"/>
                  <a:gd name="connsiteX2" fmla="*/ 229025 w 239898"/>
                  <a:gd name="connsiteY2" fmla="*/ 346624 h 346623"/>
                  <a:gd name="connsiteX3" fmla="*/ 0 w 239898"/>
                  <a:gd name="connsiteY3" fmla="*/ 262511 h 346623"/>
                  <a:gd name="connsiteX4" fmla="*/ 42815 w 239898"/>
                  <a:gd name="connsiteY4" fmla="*/ 200106 h 346623"/>
                  <a:gd name="connsiteX5" fmla="*/ 66601 w 239898"/>
                  <a:gd name="connsiteY5" fmla="*/ 78686 h 346623"/>
                  <a:gd name="connsiteX6" fmla="*/ 231064 w 239898"/>
                  <a:gd name="connsiteY6" fmla="*/ 0 h 34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98" h="346623">
                    <a:moveTo>
                      <a:pt x="231064" y="0"/>
                    </a:moveTo>
                    <a:cubicBezTo>
                      <a:pt x="231064" y="0"/>
                      <a:pt x="226986" y="153301"/>
                      <a:pt x="239899" y="217064"/>
                    </a:cubicBezTo>
                    <a:lnTo>
                      <a:pt x="229025" y="346624"/>
                    </a:lnTo>
                    <a:lnTo>
                      <a:pt x="0" y="262511"/>
                    </a:lnTo>
                    <a:lnTo>
                      <a:pt x="42815" y="200106"/>
                    </a:lnTo>
                    <a:cubicBezTo>
                      <a:pt x="42815" y="200106"/>
                      <a:pt x="61164" y="137021"/>
                      <a:pt x="66601" y="78686"/>
                    </a:cubicBezTo>
                    <a:lnTo>
                      <a:pt x="231064" y="0"/>
                    </a:lnTo>
                    <a:close/>
                  </a:path>
                </a:pathLst>
              </a:custGeom>
              <a:solidFill>
                <a:srgbClr val="FFFFFF"/>
              </a:solidFill>
              <a:ln w="6777" cap="flat">
                <a:noFill/>
                <a:prstDash val="solid"/>
                <a:miter/>
              </a:ln>
            </p:spPr>
            <p:txBody>
              <a:bodyPr rtlCol="0" anchor="ctr"/>
              <a:lstStyle/>
              <a:p>
                <a:endParaRPr lang="pt-BR"/>
              </a:p>
            </p:txBody>
          </p:sp>
          <p:sp>
            <p:nvSpPr>
              <p:cNvPr id="16" name="Freeform: Shape 15">
                <a:extLst>
                  <a:ext uri="{FF2B5EF4-FFF2-40B4-BE49-F238E27FC236}">
                    <a16:creationId xmlns:a16="http://schemas.microsoft.com/office/drawing/2014/main" id="{01ABB963-97AA-CDE3-FDF6-B75919EDFB67}"/>
                  </a:ext>
                </a:extLst>
              </p:cNvPr>
              <p:cNvSpPr/>
              <p:nvPr/>
            </p:nvSpPr>
            <p:spPr>
              <a:xfrm>
                <a:off x="7982881" y="1762161"/>
                <a:ext cx="239898" cy="346623"/>
              </a:xfrm>
              <a:custGeom>
                <a:avLst/>
                <a:gdLst>
                  <a:gd name="connsiteX0" fmla="*/ 231064 w 239898"/>
                  <a:gd name="connsiteY0" fmla="*/ 0 h 346623"/>
                  <a:gd name="connsiteX1" fmla="*/ 239899 w 239898"/>
                  <a:gd name="connsiteY1" fmla="*/ 217064 h 346623"/>
                  <a:gd name="connsiteX2" fmla="*/ 229025 w 239898"/>
                  <a:gd name="connsiteY2" fmla="*/ 346624 h 346623"/>
                  <a:gd name="connsiteX3" fmla="*/ 0 w 239898"/>
                  <a:gd name="connsiteY3" fmla="*/ 262511 h 346623"/>
                  <a:gd name="connsiteX4" fmla="*/ 42815 w 239898"/>
                  <a:gd name="connsiteY4" fmla="*/ 200106 h 346623"/>
                  <a:gd name="connsiteX5" fmla="*/ 66601 w 239898"/>
                  <a:gd name="connsiteY5" fmla="*/ 78686 h 346623"/>
                  <a:gd name="connsiteX6" fmla="*/ 231064 w 239898"/>
                  <a:gd name="connsiteY6" fmla="*/ 0 h 34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98" h="346623">
                    <a:moveTo>
                      <a:pt x="231064" y="0"/>
                    </a:moveTo>
                    <a:cubicBezTo>
                      <a:pt x="231064" y="0"/>
                      <a:pt x="226986" y="153301"/>
                      <a:pt x="239899" y="217064"/>
                    </a:cubicBezTo>
                    <a:lnTo>
                      <a:pt x="229025" y="346624"/>
                    </a:lnTo>
                    <a:lnTo>
                      <a:pt x="0" y="262511"/>
                    </a:lnTo>
                    <a:lnTo>
                      <a:pt x="42815" y="200106"/>
                    </a:lnTo>
                    <a:cubicBezTo>
                      <a:pt x="42815" y="200106"/>
                      <a:pt x="61164" y="137021"/>
                      <a:pt x="66601" y="78686"/>
                    </a:cubicBezTo>
                    <a:lnTo>
                      <a:pt x="231064" y="0"/>
                    </a:lnTo>
                    <a:close/>
                  </a:path>
                </a:pathLst>
              </a:custGeom>
              <a:solidFill>
                <a:schemeClr val="bg1"/>
              </a:solidFill>
              <a:ln w="6777" cap="flat">
                <a:solidFill>
                  <a:schemeClr val="tx2"/>
                </a:solidFill>
                <a:prstDash val="solid"/>
                <a:miter/>
              </a:ln>
            </p:spPr>
            <p:txBody>
              <a:bodyPr rtlCol="0" anchor="ctr"/>
              <a:lstStyle/>
              <a:p>
                <a:endParaRPr lang="pt-BR"/>
              </a:p>
            </p:txBody>
          </p:sp>
          <p:sp>
            <p:nvSpPr>
              <p:cNvPr id="17" name="Freeform: Shape 16">
                <a:extLst>
                  <a:ext uri="{FF2B5EF4-FFF2-40B4-BE49-F238E27FC236}">
                    <a16:creationId xmlns:a16="http://schemas.microsoft.com/office/drawing/2014/main" id="{5D05BE41-6586-EDB2-0B9A-54D0BAA566A1}"/>
                  </a:ext>
                </a:extLst>
              </p:cNvPr>
              <p:cNvSpPr/>
              <p:nvPr/>
            </p:nvSpPr>
            <p:spPr>
              <a:xfrm>
                <a:off x="7981558" y="1530175"/>
                <a:ext cx="258211" cy="321147"/>
              </a:xfrm>
              <a:custGeom>
                <a:avLst/>
                <a:gdLst>
                  <a:gd name="connsiteX0" fmla="*/ 65885 w 258211"/>
                  <a:gd name="connsiteY0" fmla="*/ 0 h 321147"/>
                  <a:gd name="connsiteX1" fmla="*/ 10837 w 258211"/>
                  <a:gd name="connsiteY1" fmla="*/ 303889 h 321147"/>
                  <a:gd name="connsiteX2" fmla="*/ 116175 w 258211"/>
                  <a:gd name="connsiteY2" fmla="*/ 311351 h 321147"/>
                  <a:gd name="connsiteX3" fmla="*/ 258212 w 258211"/>
                  <a:gd name="connsiteY3" fmla="*/ 203497 h 321147"/>
                  <a:gd name="connsiteX4" fmla="*/ 247338 w 258211"/>
                  <a:gd name="connsiteY4" fmla="*/ 61049 h 321147"/>
                  <a:gd name="connsiteX5" fmla="*/ 65885 w 258211"/>
                  <a:gd name="connsiteY5" fmla="*/ 0 h 321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211" h="321147">
                    <a:moveTo>
                      <a:pt x="65885" y="0"/>
                    </a:moveTo>
                    <a:cubicBezTo>
                      <a:pt x="65885" y="0"/>
                      <a:pt x="-31977" y="163476"/>
                      <a:pt x="10837" y="303889"/>
                    </a:cubicBezTo>
                    <a:cubicBezTo>
                      <a:pt x="10837" y="303889"/>
                      <a:pt x="40060" y="337127"/>
                      <a:pt x="116175" y="311351"/>
                    </a:cubicBezTo>
                    <a:cubicBezTo>
                      <a:pt x="192290" y="285575"/>
                      <a:pt x="258212" y="203497"/>
                      <a:pt x="258212" y="203497"/>
                    </a:cubicBezTo>
                    <a:lnTo>
                      <a:pt x="247338" y="61049"/>
                    </a:lnTo>
                    <a:lnTo>
                      <a:pt x="65885" y="0"/>
                    </a:lnTo>
                    <a:close/>
                  </a:path>
                </a:pathLst>
              </a:custGeom>
              <a:solidFill>
                <a:schemeClr val="bg1"/>
              </a:solidFill>
              <a:ln w="6777" cap="flat">
                <a:noFill/>
                <a:prstDash val="solid"/>
                <a:miter/>
              </a:ln>
            </p:spPr>
            <p:txBody>
              <a:bodyPr rtlCol="0" anchor="ctr"/>
              <a:lstStyle/>
              <a:p>
                <a:endParaRPr lang="pt-BR"/>
              </a:p>
            </p:txBody>
          </p:sp>
          <p:sp>
            <p:nvSpPr>
              <p:cNvPr id="20" name="Freeform: Shape 19">
                <a:extLst>
                  <a:ext uri="{FF2B5EF4-FFF2-40B4-BE49-F238E27FC236}">
                    <a16:creationId xmlns:a16="http://schemas.microsoft.com/office/drawing/2014/main" id="{77922BD1-3D87-7259-91C1-E0367B1FBD69}"/>
                  </a:ext>
                </a:extLst>
              </p:cNvPr>
              <p:cNvSpPr/>
              <p:nvPr/>
            </p:nvSpPr>
            <p:spPr>
              <a:xfrm>
                <a:off x="7979011" y="1530175"/>
                <a:ext cx="257360" cy="322260"/>
              </a:xfrm>
              <a:custGeom>
                <a:avLst/>
                <a:gdLst>
                  <a:gd name="connsiteX0" fmla="*/ 257360 w 257360"/>
                  <a:gd name="connsiteY0" fmla="*/ 160763 h 322260"/>
                  <a:gd name="connsiteX1" fmla="*/ 249885 w 257360"/>
                  <a:gd name="connsiteY1" fmla="*/ 61049 h 322260"/>
                  <a:gd name="connsiteX2" fmla="*/ 68432 w 257360"/>
                  <a:gd name="connsiteY2" fmla="*/ 0 h 322260"/>
                  <a:gd name="connsiteX3" fmla="*/ 9307 w 257360"/>
                  <a:gd name="connsiteY3" fmla="*/ 289644 h 322260"/>
                  <a:gd name="connsiteX4" fmla="*/ 118043 w 257360"/>
                  <a:gd name="connsiteY4" fmla="*/ 311351 h 322260"/>
                  <a:gd name="connsiteX5" fmla="*/ 144547 w 257360"/>
                  <a:gd name="connsiteY5" fmla="*/ 300498 h 322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7360" h="322260">
                    <a:moveTo>
                      <a:pt x="257360" y="160763"/>
                    </a:moveTo>
                    <a:lnTo>
                      <a:pt x="249885" y="61049"/>
                    </a:lnTo>
                    <a:lnTo>
                      <a:pt x="68432" y="0"/>
                    </a:lnTo>
                    <a:cubicBezTo>
                      <a:pt x="68432" y="0"/>
                      <a:pt x="-30110" y="224525"/>
                      <a:pt x="9307" y="289644"/>
                    </a:cubicBezTo>
                    <a:cubicBezTo>
                      <a:pt x="22899" y="312029"/>
                      <a:pt x="41927" y="337127"/>
                      <a:pt x="118043" y="311351"/>
                    </a:cubicBezTo>
                    <a:cubicBezTo>
                      <a:pt x="126877" y="308638"/>
                      <a:pt x="135712" y="304568"/>
                      <a:pt x="144547" y="300498"/>
                    </a:cubicBezTo>
                  </a:path>
                </a:pathLst>
              </a:custGeom>
              <a:noFill/>
              <a:ln w="6777" cap="rnd">
                <a:solidFill>
                  <a:schemeClr val="tx2"/>
                </a:solidFill>
                <a:prstDash val="solid"/>
                <a:miter/>
              </a:ln>
            </p:spPr>
            <p:txBody>
              <a:bodyPr rtlCol="0" anchor="ctr"/>
              <a:lstStyle/>
              <a:p>
                <a:endParaRPr lang="pt-BR"/>
              </a:p>
            </p:txBody>
          </p:sp>
          <p:sp>
            <p:nvSpPr>
              <p:cNvPr id="21" name="Freeform: Shape 20">
                <a:extLst>
                  <a:ext uri="{FF2B5EF4-FFF2-40B4-BE49-F238E27FC236}">
                    <a16:creationId xmlns:a16="http://schemas.microsoft.com/office/drawing/2014/main" id="{ACB184BF-EC67-6DC7-54E8-780DDAC4090E}"/>
                  </a:ext>
                </a:extLst>
              </p:cNvPr>
              <p:cNvSpPr/>
              <p:nvPr/>
            </p:nvSpPr>
            <p:spPr>
              <a:xfrm>
                <a:off x="7753835" y="1952771"/>
                <a:ext cx="489332" cy="873003"/>
              </a:xfrm>
              <a:custGeom>
                <a:avLst/>
                <a:gdLst>
                  <a:gd name="connsiteX0" fmla="*/ 468945 w 489332"/>
                  <a:gd name="connsiteY0" fmla="*/ 25776 h 873003"/>
                  <a:gd name="connsiteX1" fmla="*/ 316035 w 489332"/>
                  <a:gd name="connsiteY1" fmla="*/ 59014 h 873003"/>
                  <a:gd name="connsiteX2" fmla="*/ 276618 w 489332"/>
                  <a:gd name="connsiteY2" fmla="*/ 0 h 873003"/>
                  <a:gd name="connsiteX3" fmla="*/ 135941 w 489332"/>
                  <a:gd name="connsiteY3" fmla="*/ 117350 h 873003"/>
                  <a:gd name="connsiteX4" fmla="*/ 44875 w 489332"/>
                  <a:gd name="connsiteY4" fmla="*/ 428023 h 873003"/>
                  <a:gd name="connsiteX5" fmla="*/ 21 w 489332"/>
                  <a:gd name="connsiteY5" fmla="*/ 842479 h 873003"/>
                  <a:gd name="connsiteX6" fmla="*/ 403703 w 489332"/>
                  <a:gd name="connsiteY6" fmla="*/ 873003 h 873003"/>
                  <a:gd name="connsiteX7" fmla="*/ 489333 w 489332"/>
                  <a:gd name="connsiteY7" fmla="*/ 78007 h 873003"/>
                  <a:gd name="connsiteX8" fmla="*/ 468945 w 489332"/>
                  <a:gd name="connsiteY8" fmla="*/ 25776 h 87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332" h="873003">
                    <a:moveTo>
                      <a:pt x="468945" y="25776"/>
                    </a:moveTo>
                    <a:cubicBezTo>
                      <a:pt x="468945" y="25776"/>
                      <a:pt x="341860" y="62406"/>
                      <a:pt x="316035" y="59014"/>
                    </a:cubicBezTo>
                    <a:cubicBezTo>
                      <a:pt x="290210" y="55623"/>
                      <a:pt x="276618" y="0"/>
                      <a:pt x="276618" y="0"/>
                    </a:cubicBezTo>
                    <a:lnTo>
                      <a:pt x="135941" y="117350"/>
                    </a:lnTo>
                    <a:lnTo>
                      <a:pt x="44875" y="428023"/>
                    </a:lnTo>
                    <a:cubicBezTo>
                      <a:pt x="44875" y="428023"/>
                      <a:pt x="3419" y="837052"/>
                      <a:pt x="21" y="842479"/>
                    </a:cubicBezTo>
                    <a:cubicBezTo>
                      <a:pt x="-3377" y="847905"/>
                      <a:pt x="403703" y="873003"/>
                      <a:pt x="403703" y="873003"/>
                    </a:cubicBezTo>
                    <a:lnTo>
                      <a:pt x="489333" y="78007"/>
                    </a:lnTo>
                    <a:lnTo>
                      <a:pt x="468945" y="25776"/>
                    </a:lnTo>
                    <a:close/>
                  </a:path>
                </a:pathLst>
              </a:custGeom>
              <a:solidFill>
                <a:schemeClr val="accent1">
                  <a:lumMod val="40000"/>
                  <a:lumOff val="60000"/>
                </a:schemeClr>
              </a:solidFill>
              <a:ln w="6777" cap="flat">
                <a:noFill/>
                <a:prstDash val="solid"/>
                <a:miter/>
              </a:ln>
            </p:spPr>
            <p:txBody>
              <a:bodyPr rtlCol="0" anchor="ctr"/>
              <a:lstStyle/>
              <a:p>
                <a:endParaRPr lang="pt-BR"/>
              </a:p>
            </p:txBody>
          </p:sp>
          <p:sp>
            <p:nvSpPr>
              <p:cNvPr id="22" name="Freeform: Shape 21">
                <a:extLst>
                  <a:ext uri="{FF2B5EF4-FFF2-40B4-BE49-F238E27FC236}">
                    <a16:creationId xmlns:a16="http://schemas.microsoft.com/office/drawing/2014/main" id="{39294CA5-F5D0-36C5-1178-A9A4B31BAC67}"/>
                  </a:ext>
                </a:extLst>
              </p:cNvPr>
              <p:cNvSpPr/>
              <p:nvPr/>
            </p:nvSpPr>
            <p:spPr>
              <a:xfrm>
                <a:off x="8095077" y="1978547"/>
                <a:ext cx="358086" cy="1147233"/>
              </a:xfrm>
              <a:custGeom>
                <a:avLst/>
                <a:gdLst>
                  <a:gd name="connsiteX0" fmla="*/ 127702 w 358086"/>
                  <a:gd name="connsiteY0" fmla="*/ 0 h 1147233"/>
                  <a:gd name="connsiteX1" fmla="*/ 63140 w 358086"/>
                  <a:gd name="connsiteY1" fmla="*/ 97000 h 1147233"/>
                  <a:gd name="connsiteX2" fmla="*/ 1976 w 358086"/>
                  <a:gd name="connsiteY2" fmla="*/ 560974 h 1147233"/>
                  <a:gd name="connsiteX3" fmla="*/ 8093 w 358086"/>
                  <a:gd name="connsiteY3" fmla="*/ 1145011 h 1147233"/>
                  <a:gd name="connsiteX4" fmla="*/ 358086 w 358086"/>
                  <a:gd name="connsiteY4" fmla="*/ 1074466 h 1147233"/>
                  <a:gd name="connsiteX5" fmla="*/ 245273 w 358086"/>
                  <a:gd name="connsiteY5" fmla="*/ 588107 h 1147233"/>
                  <a:gd name="connsiteX6" fmla="*/ 313233 w 358086"/>
                  <a:gd name="connsiteY6" fmla="*/ 69189 h 1147233"/>
                  <a:gd name="connsiteX7" fmla="*/ 127702 w 358086"/>
                  <a:gd name="connsiteY7" fmla="*/ 0 h 1147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086" h="1147233">
                    <a:moveTo>
                      <a:pt x="127702" y="0"/>
                    </a:moveTo>
                    <a:cubicBezTo>
                      <a:pt x="127702" y="0"/>
                      <a:pt x="97800" y="32560"/>
                      <a:pt x="63140" y="97000"/>
                    </a:cubicBezTo>
                    <a:cubicBezTo>
                      <a:pt x="28481" y="161441"/>
                      <a:pt x="8772" y="472792"/>
                      <a:pt x="1976" y="560974"/>
                    </a:cubicBezTo>
                    <a:cubicBezTo>
                      <a:pt x="-4820" y="649156"/>
                      <a:pt x="8093" y="1145011"/>
                      <a:pt x="8093" y="1145011"/>
                    </a:cubicBezTo>
                    <a:cubicBezTo>
                      <a:pt x="8093" y="1145011"/>
                      <a:pt x="149449" y="1166718"/>
                      <a:pt x="358086" y="1074466"/>
                    </a:cubicBezTo>
                    <a:cubicBezTo>
                      <a:pt x="358086" y="1074466"/>
                      <a:pt x="284010" y="734625"/>
                      <a:pt x="245273" y="588107"/>
                    </a:cubicBezTo>
                    <a:cubicBezTo>
                      <a:pt x="217409" y="482288"/>
                      <a:pt x="313233" y="69189"/>
                      <a:pt x="313233" y="69189"/>
                    </a:cubicBezTo>
                    <a:lnTo>
                      <a:pt x="127702" y="0"/>
                    </a:lnTo>
                    <a:close/>
                  </a:path>
                </a:pathLst>
              </a:custGeom>
              <a:solidFill>
                <a:schemeClr val="accent1"/>
              </a:solidFill>
              <a:ln w="6777" cap="flat">
                <a:noFill/>
                <a:prstDash val="solid"/>
                <a:miter/>
              </a:ln>
            </p:spPr>
            <p:txBody>
              <a:bodyPr rtlCol="0" anchor="ctr"/>
              <a:lstStyle/>
              <a:p>
                <a:endParaRPr lang="pt-BR"/>
              </a:p>
            </p:txBody>
          </p:sp>
          <p:sp>
            <p:nvSpPr>
              <p:cNvPr id="23" name="Freeform: Shape 22">
                <a:extLst>
                  <a:ext uri="{FF2B5EF4-FFF2-40B4-BE49-F238E27FC236}">
                    <a16:creationId xmlns:a16="http://schemas.microsoft.com/office/drawing/2014/main" id="{A9AB9599-0579-2324-38A2-613EC3B9E0A7}"/>
                  </a:ext>
                </a:extLst>
              </p:cNvPr>
              <p:cNvSpPr/>
              <p:nvPr/>
            </p:nvSpPr>
            <p:spPr>
              <a:xfrm>
                <a:off x="7664149" y="1952771"/>
                <a:ext cx="366304" cy="1172144"/>
              </a:xfrm>
              <a:custGeom>
                <a:avLst/>
                <a:gdLst>
                  <a:gd name="connsiteX0" fmla="*/ 366304 w 366304"/>
                  <a:gd name="connsiteY0" fmla="*/ 0 h 1172144"/>
                  <a:gd name="connsiteX1" fmla="*/ 267083 w 366304"/>
                  <a:gd name="connsiteY1" fmla="*/ 0 h 1172144"/>
                  <a:gd name="connsiteX2" fmla="*/ 154949 w 366304"/>
                  <a:gd name="connsiteY2" fmla="*/ 183148 h 1172144"/>
                  <a:gd name="connsiteX3" fmla="*/ 101940 w 366304"/>
                  <a:gd name="connsiteY3" fmla="*/ 539946 h 1172144"/>
                  <a:gd name="connsiteX4" fmla="*/ 0 w 366304"/>
                  <a:gd name="connsiteY4" fmla="*/ 1077857 h 1172144"/>
                  <a:gd name="connsiteX5" fmla="*/ 198443 w 366304"/>
                  <a:gd name="connsiteY5" fmla="*/ 1172144 h 1172144"/>
                  <a:gd name="connsiteX6" fmla="*/ 209317 w 366304"/>
                  <a:gd name="connsiteY6" fmla="*/ 702066 h 1172144"/>
                  <a:gd name="connsiteX7" fmla="*/ 303781 w 366304"/>
                  <a:gd name="connsiteY7" fmla="*/ 100392 h 1172144"/>
                  <a:gd name="connsiteX8" fmla="*/ 366304 w 366304"/>
                  <a:gd name="connsiteY8" fmla="*/ 0 h 1172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304" h="1172144">
                    <a:moveTo>
                      <a:pt x="366304" y="0"/>
                    </a:moveTo>
                    <a:lnTo>
                      <a:pt x="267083" y="0"/>
                    </a:lnTo>
                    <a:cubicBezTo>
                      <a:pt x="267083" y="0"/>
                      <a:pt x="187569" y="115993"/>
                      <a:pt x="154949" y="183148"/>
                    </a:cubicBezTo>
                    <a:cubicBezTo>
                      <a:pt x="123008" y="250302"/>
                      <a:pt x="125726" y="341875"/>
                      <a:pt x="101940" y="539946"/>
                    </a:cubicBezTo>
                    <a:cubicBezTo>
                      <a:pt x="90387" y="635590"/>
                      <a:pt x="0" y="1077857"/>
                      <a:pt x="0" y="1077857"/>
                    </a:cubicBezTo>
                    <a:cubicBezTo>
                      <a:pt x="0" y="1077857"/>
                      <a:pt x="78154" y="1151116"/>
                      <a:pt x="198443" y="1172144"/>
                    </a:cubicBezTo>
                    <a:cubicBezTo>
                      <a:pt x="198443" y="1172144"/>
                      <a:pt x="210676" y="797031"/>
                      <a:pt x="209317" y="702066"/>
                    </a:cubicBezTo>
                    <a:cubicBezTo>
                      <a:pt x="207957" y="607100"/>
                      <a:pt x="267083" y="197392"/>
                      <a:pt x="303781" y="100392"/>
                    </a:cubicBezTo>
                    <a:cubicBezTo>
                      <a:pt x="324848" y="44769"/>
                      <a:pt x="366304" y="0"/>
                      <a:pt x="366304" y="0"/>
                    </a:cubicBezTo>
                    <a:close/>
                  </a:path>
                </a:pathLst>
              </a:custGeom>
              <a:solidFill>
                <a:schemeClr val="accent1"/>
              </a:solidFill>
              <a:ln w="6777" cap="flat">
                <a:noFill/>
                <a:prstDash val="solid"/>
                <a:miter/>
              </a:ln>
            </p:spPr>
            <p:txBody>
              <a:bodyPr rtlCol="0" anchor="ctr"/>
              <a:lstStyle/>
              <a:p>
                <a:endParaRPr lang="pt-BR"/>
              </a:p>
            </p:txBody>
          </p:sp>
          <p:sp>
            <p:nvSpPr>
              <p:cNvPr id="24" name="Freeform: Shape 23">
                <a:extLst>
                  <a:ext uri="{FF2B5EF4-FFF2-40B4-BE49-F238E27FC236}">
                    <a16:creationId xmlns:a16="http://schemas.microsoft.com/office/drawing/2014/main" id="{6FE9412E-B384-51AE-A772-056FED2D4DE6}"/>
                  </a:ext>
                </a:extLst>
              </p:cNvPr>
              <p:cNvSpPr/>
              <p:nvPr/>
            </p:nvSpPr>
            <p:spPr>
              <a:xfrm>
                <a:off x="7619975" y="2538164"/>
                <a:ext cx="85629" cy="54944"/>
              </a:xfrm>
              <a:custGeom>
                <a:avLst/>
                <a:gdLst>
                  <a:gd name="connsiteX0" fmla="*/ 85629 w 85629"/>
                  <a:gd name="connsiteY0" fmla="*/ 14245 h 54944"/>
                  <a:gd name="connsiteX1" fmla="*/ 0 w 85629"/>
                  <a:gd name="connsiteY1" fmla="*/ 0 h 54944"/>
                  <a:gd name="connsiteX2" fmla="*/ 29223 w 85629"/>
                  <a:gd name="connsiteY2" fmla="*/ 54944 h 54944"/>
                </a:gdLst>
                <a:ahLst/>
                <a:cxnLst>
                  <a:cxn ang="0">
                    <a:pos x="connsiteX0" y="connsiteY0"/>
                  </a:cxn>
                  <a:cxn ang="0">
                    <a:pos x="connsiteX1" y="connsiteY1"/>
                  </a:cxn>
                  <a:cxn ang="0">
                    <a:pos x="connsiteX2" y="connsiteY2"/>
                  </a:cxn>
                </a:cxnLst>
                <a:rect l="l" t="t" r="r" b="b"/>
                <a:pathLst>
                  <a:path w="85629" h="54944">
                    <a:moveTo>
                      <a:pt x="85629" y="14245"/>
                    </a:moveTo>
                    <a:lnTo>
                      <a:pt x="0" y="0"/>
                    </a:lnTo>
                    <a:lnTo>
                      <a:pt x="29223" y="54944"/>
                    </a:lnTo>
                    <a:close/>
                  </a:path>
                </a:pathLst>
              </a:custGeom>
              <a:solidFill>
                <a:srgbClr val="FFFFFF"/>
              </a:solidFill>
              <a:ln w="6777" cap="flat">
                <a:noFill/>
                <a:prstDash val="solid"/>
                <a:miter/>
              </a:ln>
            </p:spPr>
            <p:txBody>
              <a:bodyPr rtlCol="0" anchor="ctr"/>
              <a:lstStyle/>
              <a:p>
                <a:endParaRPr lang="pt-BR"/>
              </a:p>
            </p:txBody>
          </p:sp>
          <p:sp>
            <p:nvSpPr>
              <p:cNvPr id="25" name="Freeform: Shape 24">
                <a:extLst>
                  <a:ext uri="{FF2B5EF4-FFF2-40B4-BE49-F238E27FC236}">
                    <a16:creationId xmlns:a16="http://schemas.microsoft.com/office/drawing/2014/main" id="{F5FF056B-E65B-F101-C2B6-6B3BC78A6CFD}"/>
                  </a:ext>
                </a:extLst>
              </p:cNvPr>
              <p:cNvSpPr/>
              <p:nvPr/>
            </p:nvSpPr>
            <p:spPr>
              <a:xfrm>
                <a:off x="6777633" y="1513080"/>
                <a:ext cx="1076123" cy="1322868"/>
              </a:xfrm>
              <a:custGeom>
                <a:avLst/>
                <a:gdLst>
                  <a:gd name="connsiteX0" fmla="*/ 1076124 w 1076123"/>
                  <a:gd name="connsiteY0" fmla="*/ 1295736 h 1322868"/>
                  <a:gd name="connsiteX1" fmla="*/ 1031270 w 1076123"/>
                  <a:gd name="connsiteY1" fmla="*/ 1322869 h 1322868"/>
                  <a:gd name="connsiteX2" fmla="*/ 1677 w 1076123"/>
                  <a:gd name="connsiteY2" fmla="*/ 13025 h 1322868"/>
                  <a:gd name="connsiteX3" fmla="*/ 3037 w 1076123"/>
                  <a:gd name="connsiteY3" fmla="*/ 2172 h 1322868"/>
                  <a:gd name="connsiteX4" fmla="*/ 3037 w 1076123"/>
                  <a:gd name="connsiteY4" fmla="*/ 2172 h 1322868"/>
                  <a:gd name="connsiteX5" fmla="*/ 16629 w 1076123"/>
                  <a:gd name="connsiteY5" fmla="*/ 3528 h 1322868"/>
                  <a:gd name="connsiteX6" fmla="*/ 1076124 w 1076123"/>
                  <a:gd name="connsiteY6" fmla="*/ 1295736 h 1322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123" h="1322868">
                    <a:moveTo>
                      <a:pt x="1076124" y="1295736"/>
                    </a:moveTo>
                    <a:cubicBezTo>
                      <a:pt x="1076124" y="1295736"/>
                      <a:pt x="1059134" y="1319477"/>
                      <a:pt x="1031270" y="1322869"/>
                    </a:cubicBezTo>
                    <a:lnTo>
                      <a:pt x="1677" y="13025"/>
                    </a:lnTo>
                    <a:cubicBezTo>
                      <a:pt x="-1041" y="9633"/>
                      <a:pt x="-361" y="4885"/>
                      <a:pt x="3037" y="2172"/>
                    </a:cubicBezTo>
                    <a:lnTo>
                      <a:pt x="3037" y="2172"/>
                    </a:lnTo>
                    <a:cubicBezTo>
                      <a:pt x="7114" y="-1220"/>
                      <a:pt x="13231" y="-542"/>
                      <a:pt x="16629" y="3528"/>
                    </a:cubicBezTo>
                    <a:lnTo>
                      <a:pt x="1076124" y="1295736"/>
                    </a:lnTo>
                    <a:close/>
                  </a:path>
                </a:pathLst>
              </a:custGeom>
              <a:solidFill>
                <a:schemeClr val="tx2"/>
              </a:solidFill>
              <a:ln w="6777" cap="flat">
                <a:noFill/>
                <a:prstDash val="solid"/>
                <a:miter/>
              </a:ln>
            </p:spPr>
            <p:txBody>
              <a:bodyPr rtlCol="0" anchor="ctr"/>
              <a:lstStyle/>
              <a:p>
                <a:endParaRPr lang="pt-BR"/>
              </a:p>
            </p:txBody>
          </p:sp>
          <p:sp>
            <p:nvSpPr>
              <p:cNvPr id="26" name="Freeform: Shape 25">
                <a:extLst>
                  <a:ext uri="{FF2B5EF4-FFF2-40B4-BE49-F238E27FC236}">
                    <a16:creationId xmlns:a16="http://schemas.microsoft.com/office/drawing/2014/main" id="{C7694861-4E6F-13AE-F07C-2117AEF240B3}"/>
                  </a:ext>
                </a:extLst>
              </p:cNvPr>
              <p:cNvSpPr/>
              <p:nvPr/>
            </p:nvSpPr>
            <p:spPr>
              <a:xfrm>
                <a:off x="7598342" y="2551731"/>
                <a:ext cx="200367" cy="124811"/>
              </a:xfrm>
              <a:custGeom>
                <a:avLst/>
                <a:gdLst>
                  <a:gd name="connsiteX0" fmla="*/ 200368 w 200367"/>
                  <a:gd name="connsiteY0" fmla="*/ 29168 h 124811"/>
                  <a:gd name="connsiteX1" fmla="*/ 100467 w 200367"/>
                  <a:gd name="connsiteY1" fmla="*/ 0 h 124811"/>
                  <a:gd name="connsiteX2" fmla="*/ 566 w 200367"/>
                  <a:gd name="connsiteY2" fmla="*/ 30525 h 124811"/>
                  <a:gd name="connsiteX3" fmla="*/ 63769 w 200367"/>
                  <a:gd name="connsiteY3" fmla="*/ 118028 h 124811"/>
                  <a:gd name="connsiteX4" fmla="*/ 144641 w 200367"/>
                  <a:gd name="connsiteY4" fmla="*/ 112602 h 124811"/>
                  <a:gd name="connsiteX5" fmla="*/ 187456 w 200367"/>
                  <a:gd name="connsiteY5" fmla="*/ 124812 h 124811"/>
                  <a:gd name="connsiteX6" fmla="*/ 200368 w 200367"/>
                  <a:gd name="connsiteY6" fmla="*/ 29168 h 124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367" h="124811">
                    <a:moveTo>
                      <a:pt x="200368" y="29168"/>
                    </a:moveTo>
                    <a:cubicBezTo>
                      <a:pt x="200368" y="29168"/>
                      <a:pt x="122894" y="0"/>
                      <a:pt x="100467" y="0"/>
                    </a:cubicBezTo>
                    <a:cubicBezTo>
                      <a:pt x="78040" y="0"/>
                      <a:pt x="8041" y="12210"/>
                      <a:pt x="566" y="30525"/>
                    </a:cubicBezTo>
                    <a:cubicBezTo>
                      <a:pt x="-6230" y="49518"/>
                      <a:pt x="50177" y="102427"/>
                      <a:pt x="63769" y="118028"/>
                    </a:cubicBezTo>
                    <a:cubicBezTo>
                      <a:pt x="77361" y="133630"/>
                      <a:pt x="144641" y="112602"/>
                      <a:pt x="144641" y="112602"/>
                    </a:cubicBezTo>
                    <a:lnTo>
                      <a:pt x="187456" y="124812"/>
                    </a:lnTo>
                    <a:lnTo>
                      <a:pt x="200368" y="29168"/>
                    </a:lnTo>
                    <a:close/>
                  </a:path>
                </a:pathLst>
              </a:custGeom>
              <a:solidFill>
                <a:schemeClr val="bg1"/>
              </a:solidFill>
              <a:ln w="6777" cap="flat">
                <a:solidFill>
                  <a:schemeClr val="tx2"/>
                </a:solidFill>
                <a:prstDash val="solid"/>
                <a:miter/>
              </a:ln>
            </p:spPr>
            <p:txBody>
              <a:bodyPr rtlCol="0" anchor="ctr"/>
              <a:lstStyle/>
              <a:p>
                <a:endParaRPr lang="pt-BR"/>
              </a:p>
            </p:txBody>
          </p:sp>
          <p:sp>
            <p:nvSpPr>
              <p:cNvPr id="27" name="Freeform: Shape 26">
                <a:extLst>
                  <a:ext uri="{FF2B5EF4-FFF2-40B4-BE49-F238E27FC236}">
                    <a16:creationId xmlns:a16="http://schemas.microsoft.com/office/drawing/2014/main" id="{373547B8-1A45-EB7A-31DF-B5A5A90F16DB}"/>
                  </a:ext>
                </a:extLst>
              </p:cNvPr>
              <p:cNvSpPr/>
              <p:nvPr/>
            </p:nvSpPr>
            <p:spPr>
              <a:xfrm>
                <a:off x="7619975" y="2538164"/>
                <a:ext cx="85629" cy="25097"/>
              </a:xfrm>
              <a:custGeom>
                <a:avLst/>
                <a:gdLst>
                  <a:gd name="connsiteX0" fmla="*/ 85629 w 85629"/>
                  <a:gd name="connsiteY0" fmla="*/ 14245 h 25097"/>
                  <a:gd name="connsiteX1" fmla="*/ 0 w 85629"/>
                  <a:gd name="connsiteY1" fmla="*/ 0 h 25097"/>
                  <a:gd name="connsiteX2" fmla="*/ 12912 w 85629"/>
                  <a:gd name="connsiteY2" fmla="*/ 25098 h 25097"/>
                </a:gdLst>
                <a:ahLst/>
                <a:cxnLst>
                  <a:cxn ang="0">
                    <a:pos x="connsiteX0" y="connsiteY0"/>
                  </a:cxn>
                  <a:cxn ang="0">
                    <a:pos x="connsiteX1" y="connsiteY1"/>
                  </a:cxn>
                  <a:cxn ang="0">
                    <a:pos x="connsiteX2" y="connsiteY2"/>
                  </a:cxn>
                </a:cxnLst>
                <a:rect l="l" t="t" r="r" b="b"/>
                <a:pathLst>
                  <a:path w="85629" h="25097">
                    <a:moveTo>
                      <a:pt x="85629" y="14245"/>
                    </a:moveTo>
                    <a:lnTo>
                      <a:pt x="0" y="0"/>
                    </a:lnTo>
                    <a:lnTo>
                      <a:pt x="12912" y="25098"/>
                    </a:lnTo>
                  </a:path>
                </a:pathLst>
              </a:custGeom>
              <a:solidFill>
                <a:schemeClr val="bg1"/>
              </a:solidFill>
              <a:ln w="6777" cap="flat">
                <a:solidFill>
                  <a:schemeClr val="tx2"/>
                </a:solidFill>
                <a:prstDash val="solid"/>
                <a:miter/>
              </a:ln>
            </p:spPr>
            <p:txBody>
              <a:bodyPr rtlCol="0" anchor="ctr"/>
              <a:lstStyle/>
              <a:p>
                <a:endParaRPr lang="pt-BR"/>
              </a:p>
            </p:txBody>
          </p:sp>
          <p:sp>
            <p:nvSpPr>
              <p:cNvPr id="28" name="Freeform: Shape 27">
                <a:extLst>
                  <a:ext uri="{FF2B5EF4-FFF2-40B4-BE49-F238E27FC236}">
                    <a16:creationId xmlns:a16="http://schemas.microsoft.com/office/drawing/2014/main" id="{C1C34196-6126-6912-DDC9-ED1DD2B9323B}"/>
                  </a:ext>
                </a:extLst>
              </p:cNvPr>
              <p:cNvSpPr/>
              <p:nvPr/>
            </p:nvSpPr>
            <p:spPr>
              <a:xfrm>
                <a:off x="7599021" y="2552409"/>
                <a:ext cx="199688" cy="124811"/>
              </a:xfrm>
              <a:custGeom>
                <a:avLst/>
                <a:gdLst>
                  <a:gd name="connsiteX0" fmla="*/ 63768 w 199688"/>
                  <a:gd name="connsiteY0" fmla="*/ 4070 h 124811"/>
                  <a:gd name="connsiteX1" fmla="*/ 566 w 199688"/>
                  <a:gd name="connsiteY1" fmla="*/ 30525 h 124811"/>
                  <a:gd name="connsiteX2" fmla="*/ 63768 w 199688"/>
                  <a:gd name="connsiteY2" fmla="*/ 118028 h 124811"/>
                  <a:gd name="connsiteX3" fmla="*/ 144641 w 199688"/>
                  <a:gd name="connsiteY3" fmla="*/ 112602 h 124811"/>
                  <a:gd name="connsiteX4" fmla="*/ 187456 w 199688"/>
                  <a:gd name="connsiteY4" fmla="*/ 124812 h 124811"/>
                  <a:gd name="connsiteX5" fmla="*/ 199688 w 199688"/>
                  <a:gd name="connsiteY5" fmla="*/ 29168 h 124811"/>
                  <a:gd name="connsiteX6" fmla="*/ 99787 w 199688"/>
                  <a:gd name="connsiteY6" fmla="*/ 0 h 124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688" h="124811">
                    <a:moveTo>
                      <a:pt x="63768" y="4070"/>
                    </a:moveTo>
                    <a:cubicBezTo>
                      <a:pt x="35905" y="8818"/>
                      <a:pt x="4643" y="18315"/>
                      <a:pt x="566" y="30525"/>
                    </a:cubicBezTo>
                    <a:cubicBezTo>
                      <a:pt x="-6230" y="49518"/>
                      <a:pt x="50176" y="102427"/>
                      <a:pt x="63768" y="118028"/>
                    </a:cubicBezTo>
                    <a:cubicBezTo>
                      <a:pt x="77360" y="133630"/>
                      <a:pt x="144641" y="112602"/>
                      <a:pt x="144641" y="112602"/>
                    </a:cubicBezTo>
                    <a:lnTo>
                      <a:pt x="187456" y="124812"/>
                    </a:lnTo>
                    <a:lnTo>
                      <a:pt x="199688" y="29168"/>
                    </a:lnTo>
                    <a:cubicBezTo>
                      <a:pt x="199688" y="29168"/>
                      <a:pt x="122214" y="0"/>
                      <a:pt x="99787" y="0"/>
                    </a:cubicBezTo>
                  </a:path>
                </a:pathLst>
              </a:custGeom>
              <a:noFill/>
              <a:ln w="6777" cap="rnd">
                <a:solidFill>
                  <a:schemeClr val="tx2"/>
                </a:solidFill>
                <a:prstDash val="solid"/>
                <a:miter/>
              </a:ln>
            </p:spPr>
            <p:txBody>
              <a:bodyPr rtlCol="0" anchor="ctr"/>
              <a:lstStyle/>
              <a:p>
                <a:endParaRPr lang="pt-BR"/>
              </a:p>
            </p:txBody>
          </p:sp>
          <p:sp>
            <p:nvSpPr>
              <p:cNvPr id="29" name="Freeform: Shape 28">
                <a:extLst>
                  <a:ext uri="{FF2B5EF4-FFF2-40B4-BE49-F238E27FC236}">
                    <a16:creationId xmlns:a16="http://schemas.microsoft.com/office/drawing/2014/main" id="{004260C5-EFA6-D57E-A6E7-0D9D0BE6F680}"/>
                  </a:ext>
                </a:extLst>
              </p:cNvPr>
              <p:cNvSpPr/>
              <p:nvPr/>
            </p:nvSpPr>
            <p:spPr>
              <a:xfrm>
                <a:off x="7766089" y="2045701"/>
                <a:ext cx="778684" cy="763668"/>
              </a:xfrm>
              <a:custGeom>
                <a:avLst/>
                <a:gdLst>
                  <a:gd name="connsiteX0" fmla="*/ 634746 w 778684"/>
                  <a:gd name="connsiteY0" fmla="*/ 0 h 763668"/>
                  <a:gd name="connsiteX1" fmla="*/ 549116 w 778684"/>
                  <a:gd name="connsiteY1" fmla="*/ 198071 h 763668"/>
                  <a:gd name="connsiteX2" fmla="*/ 415235 w 778684"/>
                  <a:gd name="connsiteY2" fmla="*/ 529093 h 763668"/>
                  <a:gd name="connsiteX3" fmla="*/ 23106 w 778684"/>
                  <a:gd name="connsiteY3" fmla="*/ 519596 h 763668"/>
                  <a:gd name="connsiteX4" fmla="*/ 0 w 778684"/>
                  <a:gd name="connsiteY4" fmla="*/ 654583 h 763668"/>
                  <a:gd name="connsiteX5" fmla="*/ 411837 w 778684"/>
                  <a:gd name="connsiteY5" fmla="*/ 753618 h 763668"/>
                  <a:gd name="connsiteX6" fmla="*/ 552514 w 778684"/>
                  <a:gd name="connsiteY6" fmla="*/ 748192 h 763668"/>
                  <a:gd name="connsiteX7" fmla="*/ 717657 w 778684"/>
                  <a:gd name="connsiteY7" fmla="*/ 425988 h 763668"/>
                  <a:gd name="connsiteX8" fmla="*/ 755714 w 778684"/>
                  <a:gd name="connsiteY8" fmla="*/ 63762 h 763668"/>
                  <a:gd name="connsiteX9" fmla="*/ 634746 w 778684"/>
                  <a:gd name="connsiteY9" fmla="*/ 0 h 76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8684" h="763668">
                    <a:moveTo>
                      <a:pt x="634746" y="0"/>
                    </a:moveTo>
                    <a:cubicBezTo>
                      <a:pt x="634746" y="0"/>
                      <a:pt x="609601" y="57658"/>
                      <a:pt x="549116" y="198071"/>
                    </a:cubicBezTo>
                    <a:cubicBezTo>
                      <a:pt x="511738" y="284218"/>
                      <a:pt x="462807" y="469400"/>
                      <a:pt x="415235" y="529093"/>
                    </a:cubicBezTo>
                    <a:cubicBezTo>
                      <a:pt x="415235" y="529093"/>
                      <a:pt x="83591" y="535198"/>
                      <a:pt x="23106" y="519596"/>
                    </a:cubicBezTo>
                    <a:lnTo>
                      <a:pt x="0" y="654583"/>
                    </a:lnTo>
                    <a:cubicBezTo>
                      <a:pt x="0" y="654583"/>
                      <a:pt x="311256" y="730555"/>
                      <a:pt x="411837" y="753618"/>
                    </a:cubicBezTo>
                    <a:cubicBezTo>
                      <a:pt x="507661" y="776003"/>
                      <a:pt x="539602" y="754975"/>
                      <a:pt x="552514" y="748192"/>
                    </a:cubicBezTo>
                    <a:cubicBezTo>
                      <a:pt x="565427" y="742087"/>
                      <a:pt x="655813" y="614562"/>
                      <a:pt x="717657" y="425988"/>
                    </a:cubicBezTo>
                    <a:cubicBezTo>
                      <a:pt x="796490" y="185861"/>
                      <a:pt x="786976" y="89539"/>
                      <a:pt x="755714" y="63762"/>
                    </a:cubicBezTo>
                    <a:cubicBezTo>
                      <a:pt x="724453" y="37308"/>
                      <a:pt x="634746" y="0"/>
                      <a:pt x="634746" y="0"/>
                    </a:cubicBezTo>
                    <a:close/>
                  </a:path>
                </a:pathLst>
              </a:custGeom>
              <a:solidFill>
                <a:schemeClr val="accent1"/>
              </a:solidFill>
              <a:ln w="6777" cap="flat">
                <a:noFill/>
                <a:prstDash val="solid"/>
                <a:miter/>
              </a:ln>
            </p:spPr>
            <p:txBody>
              <a:bodyPr rtlCol="0" anchor="ctr"/>
              <a:lstStyle/>
              <a:p>
                <a:endParaRPr lang="pt-BR"/>
              </a:p>
            </p:txBody>
          </p:sp>
          <p:sp>
            <p:nvSpPr>
              <p:cNvPr id="30" name="Freeform: Shape 29">
                <a:extLst>
                  <a:ext uri="{FF2B5EF4-FFF2-40B4-BE49-F238E27FC236}">
                    <a16:creationId xmlns:a16="http://schemas.microsoft.com/office/drawing/2014/main" id="{496FEB70-D59E-F244-BB93-5C62B860FBCB}"/>
                  </a:ext>
                </a:extLst>
              </p:cNvPr>
              <p:cNvSpPr/>
              <p:nvPr/>
            </p:nvSpPr>
            <p:spPr>
              <a:xfrm>
                <a:off x="7967430" y="1363658"/>
                <a:ext cx="431724" cy="394464"/>
              </a:xfrm>
              <a:custGeom>
                <a:avLst/>
                <a:gdLst>
                  <a:gd name="connsiteX0" fmla="*/ 234961 w 431724"/>
                  <a:gd name="connsiteY0" fmla="*/ 291329 h 394464"/>
                  <a:gd name="connsiteX1" fmla="*/ 200981 w 431724"/>
                  <a:gd name="connsiteY1" fmla="*/ 374084 h 394464"/>
                  <a:gd name="connsiteX2" fmla="*/ 259427 w 431724"/>
                  <a:gd name="connsiteY2" fmla="*/ 351700 h 394464"/>
                  <a:gd name="connsiteX3" fmla="*/ 273019 w 431724"/>
                  <a:gd name="connsiteY3" fmla="*/ 394434 h 394464"/>
                  <a:gd name="connsiteX4" fmla="*/ 332823 w 431724"/>
                  <a:gd name="connsiteY4" fmla="*/ 367301 h 394464"/>
                  <a:gd name="connsiteX5" fmla="*/ 425249 w 431724"/>
                  <a:gd name="connsiteY5" fmla="*/ 252664 h 394464"/>
                  <a:gd name="connsiteX6" fmla="*/ 398065 w 431724"/>
                  <a:gd name="connsiteY6" fmla="*/ 154986 h 394464"/>
                  <a:gd name="connsiteX7" fmla="*/ 289329 w 431724"/>
                  <a:gd name="connsiteY7" fmla="*/ 72908 h 394464"/>
                  <a:gd name="connsiteX8" fmla="*/ 194865 w 431724"/>
                  <a:gd name="connsiteY8" fmla="*/ 3041 h 394464"/>
                  <a:gd name="connsiteX9" fmla="*/ 187389 w 431724"/>
                  <a:gd name="connsiteY9" fmla="*/ 78335 h 394464"/>
                  <a:gd name="connsiteX10" fmla="*/ 86129 w 431724"/>
                  <a:gd name="connsiteY10" fmla="*/ 1006 h 394464"/>
                  <a:gd name="connsiteX11" fmla="*/ 51469 w 431724"/>
                  <a:gd name="connsiteY11" fmla="*/ 167195 h 394464"/>
                  <a:gd name="connsiteX12" fmla="*/ 228165 w 431724"/>
                  <a:gd name="connsiteY12" fmla="*/ 239098 h 394464"/>
                  <a:gd name="connsiteX13" fmla="*/ 234961 w 431724"/>
                  <a:gd name="connsiteY13" fmla="*/ 291329 h 394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1724" h="394464">
                    <a:moveTo>
                      <a:pt x="234961" y="291329"/>
                    </a:moveTo>
                    <a:cubicBezTo>
                      <a:pt x="234961" y="291329"/>
                      <a:pt x="188748" y="361874"/>
                      <a:pt x="200981" y="374084"/>
                    </a:cubicBezTo>
                    <a:cubicBezTo>
                      <a:pt x="215932" y="388329"/>
                      <a:pt x="242437" y="339490"/>
                      <a:pt x="259427" y="351700"/>
                    </a:cubicBezTo>
                    <a:cubicBezTo>
                      <a:pt x="276417" y="363909"/>
                      <a:pt x="273019" y="394434"/>
                      <a:pt x="273019" y="394434"/>
                    </a:cubicBezTo>
                    <a:cubicBezTo>
                      <a:pt x="273019" y="394434"/>
                      <a:pt x="303601" y="396469"/>
                      <a:pt x="332823" y="367301"/>
                    </a:cubicBezTo>
                    <a:cubicBezTo>
                      <a:pt x="362046" y="338133"/>
                      <a:pt x="408259" y="295399"/>
                      <a:pt x="425249" y="252664"/>
                    </a:cubicBezTo>
                    <a:cubicBezTo>
                      <a:pt x="442239" y="209930"/>
                      <a:pt x="423210" y="163804"/>
                      <a:pt x="398065" y="154986"/>
                    </a:cubicBezTo>
                    <a:cubicBezTo>
                      <a:pt x="372240" y="146167"/>
                      <a:pt x="330785" y="127853"/>
                      <a:pt x="289329" y="72908"/>
                    </a:cubicBezTo>
                    <a:cubicBezTo>
                      <a:pt x="241078" y="9824"/>
                      <a:pt x="218651" y="-6456"/>
                      <a:pt x="194865" y="3041"/>
                    </a:cubicBezTo>
                    <a:cubicBezTo>
                      <a:pt x="167001" y="13216"/>
                      <a:pt x="199622" y="76300"/>
                      <a:pt x="187389" y="78335"/>
                    </a:cubicBezTo>
                    <a:cubicBezTo>
                      <a:pt x="149332" y="83762"/>
                      <a:pt x="122148" y="7789"/>
                      <a:pt x="86129" y="1006"/>
                    </a:cubicBezTo>
                    <a:cubicBezTo>
                      <a:pt x="31761" y="-9169"/>
                      <a:pt x="-57266" y="58664"/>
                      <a:pt x="51469" y="167195"/>
                    </a:cubicBezTo>
                    <a:cubicBezTo>
                      <a:pt x="103119" y="218748"/>
                      <a:pt x="209816" y="232315"/>
                      <a:pt x="228165" y="239098"/>
                    </a:cubicBezTo>
                    <a:cubicBezTo>
                      <a:pt x="251272" y="245881"/>
                      <a:pt x="250592" y="268266"/>
                      <a:pt x="234961" y="291329"/>
                    </a:cubicBezTo>
                    <a:close/>
                  </a:path>
                </a:pathLst>
              </a:custGeom>
              <a:solidFill>
                <a:schemeClr val="tx2"/>
              </a:solidFill>
              <a:ln w="6777" cap="flat">
                <a:noFill/>
                <a:prstDash val="solid"/>
                <a:miter/>
              </a:ln>
            </p:spPr>
            <p:txBody>
              <a:bodyPr rtlCol="0" anchor="ctr"/>
              <a:lstStyle/>
              <a:p>
                <a:endParaRPr lang="pt-BR"/>
              </a:p>
            </p:txBody>
          </p:sp>
          <p:sp>
            <p:nvSpPr>
              <p:cNvPr id="31" name="Freeform: Shape 30">
                <a:extLst>
                  <a:ext uri="{FF2B5EF4-FFF2-40B4-BE49-F238E27FC236}">
                    <a16:creationId xmlns:a16="http://schemas.microsoft.com/office/drawing/2014/main" id="{EFF1E006-ED96-A541-4104-96517E3D53D8}"/>
                  </a:ext>
                </a:extLst>
              </p:cNvPr>
              <p:cNvSpPr/>
              <p:nvPr/>
            </p:nvSpPr>
            <p:spPr>
              <a:xfrm>
                <a:off x="8196955" y="1698590"/>
                <a:ext cx="83345" cy="84973"/>
              </a:xfrm>
              <a:custGeom>
                <a:avLst/>
                <a:gdLst>
                  <a:gd name="connsiteX0" fmla="*/ 16990 w 83345"/>
                  <a:gd name="connsiteY0" fmla="*/ 19481 h 84973"/>
                  <a:gd name="connsiteX1" fmla="*/ 78833 w 83345"/>
                  <a:gd name="connsiteY1" fmla="*/ 9306 h 84973"/>
                  <a:gd name="connsiteX2" fmla="*/ 0 w 83345"/>
                  <a:gd name="connsiteY2" fmla="*/ 77138 h 84973"/>
                  <a:gd name="connsiteX3" fmla="*/ 16990 w 83345"/>
                  <a:gd name="connsiteY3" fmla="*/ 19481 h 84973"/>
                </a:gdLst>
                <a:ahLst/>
                <a:cxnLst>
                  <a:cxn ang="0">
                    <a:pos x="connsiteX0" y="connsiteY0"/>
                  </a:cxn>
                  <a:cxn ang="0">
                    <a:pos x="connsiteX1" y="connsiteY1"/>
                  </a:cxn>
                  <a:cxn ang="0">
                    <a:pos x="connsiteX2" y="connsiteY2"/>
                  </a:cxn>
                  <a:cxn ang="0">
                    <a:pos x="connsiteX3" y="connsiteY3"/>
                  </a:cxn>
                </a:cxnLst>
                <a:rect l="l" t="t" r="r" b="b"/>
                <a:pathLst>
                  <a:path w="83345" h="84973">
                    <a:moveTo>
                      <a:pt x="16990" y="19481"/>
                    </a:moveTo>
                    <a:cubicBezTo>
                      <a:pt x="16990" y="19481"/>
                      <a:pt x="52329" y="-16471"/>
                      <a:pt x="78833" y="9306"/>
                    </a:cubicBezTo>
                    <a:cubicBezTo>
                      <a:pt x="98542" y="28299"/>
                      <a:pt x="50290" y="110376"/>
                      <a:pt x="0" y="77138"/>
                    </a:cubicBezTo>
                    <a:lnTo>
                      <a:pt x="16990" y="19481"/>
                    </a:lnTo>
                    <a:close/>
                  </a:path>
                </a:pathLst>
              </a:custGeom>
              <a:solidFill>
                <a:schemeClr val="bg1"/>
              </a:solidFill>
              <a:ln w="6777" cap="flat">
                <a:noFill/>
                <a:prstDash val="solid"/>
                <a:miter/>
              </a:ln>
            </p:spPr>
            <p:txBody>
              <a:bodyPr rtlCol="0" anchor="ctr"/>
              <a:lstStyle/>
              <a:p>
                <a:endParaRPr lang="pt-BR"/>
              </a:p>
            </p:txBody>
          </p:sp>
          <p:sp>
            <p:nvSpPr>
              <p:cNvPr id="32" name="Freeform: Shape 31">
                <a:extLst>
                  <a:ext uri="{FF2B5EF4-FFF2-40B4-BE49-F238E27FC236}">
                    <a16:creationId xmlns:a16="http://schemas.microsoft.com/office/drawing/2014/main" id="{BE307022-F603-8F4F-0587-491A2282DC72}"/>
                  </a:ext>
                </a:extLst>
              </p:cNvPr>
              <p:cNvSpPr/>
              <p:nvPr/>
            </p:nvSpPr>
            <p:spPr>
              <a:xfrm>
                <a:off x="8196955" y="1698590"/>
                <a:ext cx="83345" cy="84973"/>
              </a:xfrm>
              <a:custGeom>
                <a:avLst/>
                <a:gdLst>
                  <a:gd name="connsiteX0" fmla="*/ 16990 w 83345"/>
                  <a:gd name="connsiteY0" fmla="*/ 19481 h 84973"/>
                  <a:gd name="connsiteX1" fmla="*/ 78833 w 83345"/>
                  <a:gd name="connsiteY1" fmla="*/ 9306 h 84973"/>
                  <a:gd name="connsiteX2" fmla="*/ 0 w 83345"/>
                  <a:gd name="connsiteY2" fmla="*/ 77138 h 84973"/>
                </a:gdLst>
                <a:ahLst/>
                <a:cxnLst>
                  <a:cxn ang="0">
                    <a:pos x="connsiteX0" y="connsiteY0"/>
                  </a:cxn>
                  <a:cxn ang="0">
                    <a:pos x="connsiteX1" y="connsiteY1"/>
                  </a:cxn>
                  <a:cxn ang="0">
                    <a:pos x="connsiteX2" y="connsiteY2"/>
                  </a:cxn>
                </a:cxnLst>
                <a:rect l="l" t="t" r="r" b="b"/>
                <a:pathLst>
                  <a:path w="83345" h="84973">
                    <a:moveTo>
                      <a:pt x="16990" y="19481"/>
                    </a:moveTo>
                    <a:cubicBezTo>
                      <a:pt x="16990" y="19481"/>
                      <a:pt x="52329" y="-16471"/>
                      <a:pt x="78833" y="9306"/>
                    </a:cubicBezTo>
                    <a:cubicBezTo>
                      <a:pt x="98542" y="28299"/>
                      <a:pt x="50290" y="110376"/>
                      <a:pt x="0" y="77138"/>
                    </a:cubicBezTo>
                  </a:path>
                </a:pathLst>
              </a:custGeom>
              <a:noFill/>
              <a:ln w="6777" cap="rnd">
                <a:solidFill>
                  <a:schemeClr val="tx2"/>
                </a:solidFill>
                <a:prstDash val="solid"/>
                <a:miter/>
              </a:ln>
            </p:spPr>
            <p:txBody>
              <a:bodyPr rtlCol="0" anchor="ctr"/>
              <a:lstStyle/>
              <a:p>
                <a:endParaRPr lang="pt-BR"/>
              </a:p>
            </p:txBody>
          </p:sp>
          <p:sp>
            <p:nvSpPr>
              <p:cNvPr id="33" name="Freeform: Shape 32">
                <a:extLst>
                  <a:ext uri="{FF2B5EF4-FFF2-40B4-BE49-F238E27FC236}">
                    <a16:creationId xmlns:a16="http://schemas.microsoft.com/office/drawing/2014/main" id="{FD7A09FD-6E33-3CCA-737A-C237B53F2192}"/>
                  </a:ext>
                </a:extLst>
              </p:cNvPr>
              <p:cNvSpPr/>
              <p:nvPr/>
            </p:nvSpPr>
            <p:spPr>
              <a:xfrm>
                <a:off x="7605703" y="2589039"/>
                <a:ext cx="54367" cy="14923"/>
              </a:xfrm>
              <a:custGeom>
                <a:avLst/>
                <a:gdLst>
                  <a:gd name="connsiteX0" fmla="*/ 0 w 54367"/>
                  <a:gd name="connsiteY0" fmla="*/ 14923 h 14923"/>
                  <a:gd name="connsiteX1" fmla="*/ 54368 w 54367"/>
                  <a:gd name="connsiteY1" fmla="*/ 0 h 14923"/>
                </a:gdLst>
                <a:ahLst/>
                <a:cxnLst>
                  <a:cxn ang="0">
                    <a:pos x="connsiteX0" y="connsiteY0"/>
                  </a:cxn>
                  <a:cxn ang="0">
                    <a:pos x="connsiteX1" y="connsiteY1"/>
                  </a:cxn>
                </a:cxnLst>
                <a:rect l="l" t="t" r="r" b="b"/>
                <a:pathLst>
                  <a:path w="54367" h="14923">
                    <a:moveTo>
                      <a:pt x="0" y="14923"/>
                    </a:moveTo>
                    <a:lnTo>
                      <a:pt x="54368" y="0"/>
                    </a:lnTo>
                  </a:path>
                </a:pathLst>
              </a:custGeom>
              <a:ln w="6777" cap="rnd">
                <a:solidFill>
                  <a:schemeClr val="tx2"/>
                </a:solidFill>
                <a:prstDash val="solid"/>
                <a:miter/>
              </a:ln>
            </p:spPr>
            <p:txBody>
              <a:bodyPr rtlCol="0" anchor="ctr"/>
              <a:lstStyle/>
              <a:p>
                <a:endParaRPr lang="pt-BR"/>
              </a:p>
            </p:txBody>
          </p:sp>
          <p:sp>
            <p:nvSpPr>
              <p:cNvPr id="34" name="Freeform: Shape 33">
                <a:extLst>
                  <a:ext uri="{FF2B5EF4-FFF2-40B4-BE49-F238E27FC236}">
                    <a16:creationId xmlns:a16="http://schemas.microsoft.com/office/drawing/2014/main" id="{2BA68B5C-18AF-6A22-0E5C-FB5643843897}"/>
                  </a:ext>
                </a:extLst>
              </p:cNvPr>
              <p:cNvSpPr/>
              <p:nvPr/>
            </p:nvSpPr>
            <p:spPr>
              <a:xfrm>
                <a:off x="7626091" y="2614137"/>
                <a:ext cx="67959" cy="18314"/>
              </a:xfrm>
              <a:custGeom>
                <a:avLst/>
                <a:gdLst>
                  <a:gd name="connsiteX0" fmla="*/ 0 w 67959"/>
                  <a:gd name="connsiteY0" fmla="*/ 18315 h 18314"/>
                  <a:gd name="connsiteX1" fmla="*/ 67960 w 67959"/>
                  <a:gd name="connsiteY1" fmla="*/ 0 h 18314"/>
                </a:gdLst>
                <a:ahLst/>
                <a:cxnLst>
                  <a:cxn ang="0">
                    <a:pos x="connsiteX0" y="connsiteY0"/>
                  </a:cxn>
                  <a:cxn ang="0">
                    <a:pos x="connsiteX1" y="connsiteY1"/>
                  </a:cxn>
                </a:cxnLst>
                <a:rect l="l" t="t" r="r" b="b"/>
                <a:pathLst>
                  <a:path w="67959" h="18314">
                    <a:moveTo>
                      <a:pt x="0" y="18315"/>
                    </a:moveTo>
                    <a:lnTo>
                      <a:pt x="67960" y="0"/>
                    </a:lnTo>
                  </a:path>
                </a:pathLst>
              </a:custGeom>
              <a:ln w="6777" cap="rnd">
                <a:solidFill>
                  <a:schemeClr val="tx2"/>
                </a:solidFill>
                <a:prstDash val="solid"/>
                <a:miter/>
              </a:ln>
            </p:spPr>
            <p:txBody>
              <a:bodyPr rtlCol="0" anchor="ctr"/>
              <a:lstStyle/>
              <a:p>
                <a:endParaRPr lang="pt-BR"/>
              </a:p>
            </p:txBody>
          </p:sp>
          <p:sp>
            <p:nvSpPr>
              <p:cNvPr id="35" name="Freeform: Shape 34">
                <a:extLst>
                  <a:ext uri="{FF2B5EF4-FFF2-40B4-BE49-F238E27FC236}">
                    <a16:creationId xmlns:a16="http://schemas.microsoft.com/office/drawing/2014/main" id="{48CFC0D0-5DAC-4EF5-EEE3-45298084F816}"/>
                  </a:ext>
                </a:extLst>
              </p:cNvPr>
              <p:cNvSpPr/>
              <p:nvPr/>
            </p:nvSpPr>
            <p:spPr>
              <a:xfrm>
                <a:off x="7651237" y="2641270"/>
                <a:ext cx="54367" cy="14923"/>
              </a:xfrm>
              <a:custGeom>
                <a:avLst/>
                <a:gdLst>
                  <a:gd name="connsiteX0" fmla="*/ 0 w 54367"/>
                  <a:gd name="connsiteY0" fmla="*/ 14923 h 14923"/>
                  <a:gd name="connsiteX1" fmla="*/ 54368 w 54367"/>
                  <a:gd name="connsiteY1" fmla="*/ 0 h 14923"/>
                </a:gdLst>
                <a:ahLst/>
                <a:cxnLst>
                  <a:cxn ang="0">
                    <a:pos x="connsiteX0" y="connsiteY0"/>
                  </a:cxn>
                  <a:cxn ang="0">
                    <a:pos x="connsiteX1" y="connsiteY1"/>
                  </a:cxn>
                </a:cxnLst>
                <a:rect l="l" t="t" r="r" b="b"/>
                <a:pathLst>
                  <a:path w="54367" h="14923">
                    <a:moveTo>
                      <a:pt x="0" y="14923"/>
                    </a:moveTo>
                    <a:lnTo>
                      <a:pt x="54368" y="0"/>
                    </a:lnTo>
                  </a:path>
                </a:pathLst>
              </a:custGeom>
              <a:ln w="6777" cap="rnd">
                <a:solidFill>
                  <a:schemeClr val="tx2"/>
                </a:solidFill>
                <a:prstDash val="solid"/>
                <a:miter/>
              </a:ln>
            </p:spPr>
            <p:txBody>
              <a:bodyPr rtlCol="0" anchor="ctr"/>
              <a:lstStyle/>
              <a:p>
                <a:endParaRPr lang="pt-BR"/>
              </a:p>
            </p:txBody>
          </p:sp>
          <p:sp>
            <p:nvSpPr>
              <p:cNvPr id="36" name="Freeform: Shape 35">
                <a:extLst>
                  <a:ext uri="{FF2B5EF4-FFF2-40B4-BE49-F238E27FC236}">
                    <a16:creationId xmlns:a16="http://schemas.microsoft.com/office/drawing/2014/main" id="{81862DD0-9319-058F-3014-D5DBC16E888B}"/>
                  </a:ext>
                </a:extLst>
              </p:cNvPr>
              <p:cNvSpPr/>
              <p:nvPr/>
            </p:nvSpPr>
            <p:spPr>
              <a:xfrm>
                <a:off x="7224448" y="2930236"/>
                <a:ext cx="35339" cy="74615"/>
              </a:xfrm>
              <a:custGeom>
                <a:avLst/>
                <a:gdLst>
                  <a:gd name="connsiteX0" fmla="*/ 35339 w 35339"/>
                  <a:gd name="connsiteY0" fmla="*/ 0 h 74615"/>
                  <a:gd name="connsiteX1" fmla="*/ 0 w 35339"/>
                  <a:gd name="connsiteY1" fmla="*/ 74616 h 74615"/>
                </a:gdLst>
                <a:ahLst/>
                <a:cxnLst>
                  <a:cxn ang="0">
                    <a:pos x="connsiteX0" y="connsiteY0"/>
                  </a:cxn>
                  <a:cxn ang="0">
                    <a:pos x="connsiteX1" y="connsiteY1"/>
                  </a:cxn>
                </a:cxnLst>
                <a:rect l="l" t="t" r="r" b="b"/>
                <a:pathLst>
                  <a:path w="35339" h="74615">
                    <a:moveTo>
                      <a:pt x="35339" y="0"/>
                    </a:moveTo>
                    <a:cubicBezTo>
                      <a:pt x="10874" y="32559"/>
                      <a:pt x="0" y="74616"/>
                      <a:pt x="0" y="74616"/>
                    </a:cubicBezTo>
                  </a:path>
                </a:pathLst>
              </a:custGeom>
              <a:noFill/>
              <a:ln w="6777" cap="rnd">
                <a:solidFill>
                  <a:schemeClr val="tx2"/>
                </a:solidFill>
                <a:prstDash val="solid"/>
                <a:miter/>
              </a:ln>
            </p:spPr>
            <p:txBody>
              <a:bodyPr rtlCol="0" anchor="ctr"/>
              <a:lstStyle/>
              <a:p>
                <a:endParaRPr lang="pt-BR"/>
              </a:p>
            </p:txBody>
          </p:sp>
          <p:sp>
            <p:nvSpPr>
              <p:cNvPr id="37" name="Freeform: Shape 36">
                <a:extLst>
                  <a:ext uri="{FF2B5EF4-FFF2-40B4-BE49-F238E27FC236}">
                    <a16:creationId xmlns:a16="http://schemas.microsoft.com/office/drawing/2014/main" id="{C1AAA8DF-E4BC-26A9-BE62-83A75001CD56}"/>
                  </a:ext>
                </a:extLst>
              </p:cNvPr>
              <p:cNvSpPr/>
              <p:nvPr/>
            </p:nvSpPr>
            <p:spPr>
              <a:xfrm>
                <a:off x="7219011" y="2910564"/>
                <a:ext cx="28543" cy="49517"/>
              </a:xfrm>
              <a:custGeom>
                <a:avLst/>
                <a:gdLst>
                  <a:gd name="connsiteX0" fmla="*/ 28543 w 28543"/>
                  <a:gd name="connsiteY0" fmla="*/ 0 h 49517"/>
                  <a:gd name="connsiteX1" fmla="*/ 0 w 28543"/>
                  <a:gd name="connsiteY1" fmla="*/ 49518 h 49517"/>
                </a:gdLst>
                <a:ahLst/>
                <a:cxnLst>
                  <a:cxn ang="0">
                    <a:pos x="connsiteX0" y="connsiteY0"/>
                  </a:cxn>
                  <a:cxn ang="0">
                    <a:pos x="connsiteX1" y="connsiteY1"/>
                  </a:cxn>
                </a:cxnLst>
                <a:rect l="l" t="t" r="r" b="b"/>
                <a:pathLst>
                  <a:path w="28543" h="49517">
                    <a:moveTo>
                      <a:pt x="28543" y="0"/>
                    </a:moveTo>
                    <a:cubicBezTo>
                      <a:pt x="14272" y="17636"/>
                      <a:pt x="0" y="49518"/>
                      <a:pt x="0" y="49518"/>
                    </a:cubicBezTo>
                  </a:path>
                </a:pathLst>
              </a:custGeom>
              <a:noFill/>
              <a:ln w="6777" cap="rnd">
                <a:solidFill>
                  <a:schemeClr val="tx2"/>
                </a:solidFill>
                <a:prstDash val="solid"/>
                <a:miter/>
              </a:ln>
            </p:spPr>
            <p:txBody>
              <a:bodyPr rtlCol="0" anchor="ctr"/>
              <a:lstStyle/>
              <a:p>
                <a:endParaRPr lang="pt-BR"/>
              </a:p>
            </p:txBody>
          </p:sp>
          <p:sp>
            <p:nvSpPr>
              <p:cNvPr id="38" name="Freeform: Shape 37">
                <a:extLst>
                  <a:ext uri="{FF2B5EF4-FFF2-40B4-BE49-F238E27FC236}">
                    <a16:creationId xmlns:a16="http://schemas.microsoft.com/office/drawing/2014/main" id="{EF36241E-3FE6-2EFA-C459-DD4672BDFE52}"/>
                  </a:ext>
                </a:extLst>
              </p:cNvPr>
              <p:cNvSpPr/>
              <p:nvPr/>
            </p:nvSpPr>
            <p:spPr>
              <a:xfrm>
                <a:off x="7221050" y="2888858"/>
                <a:ext cx="21067" cy="36629"/>
              </a:xfrm>
              <a:custGeom>
                <a:avLst/>
                <a:gdLst>
                  <a:gd name="connsiteX0" fmla="*/ 21068 w 21067"/>
                  <a:gd name="connsiteY0" fmla="*/ 0 h 36629"/>
                  <a:gd name="connsiteX1" fmla="*/ 0 w 21067"/>
                  <a:gd name="connsiteY1" fmla="*/ 36629 h 36629"/>
                </a:gdLst>
                <a:ahLst/>
                <a:cxnLst>
                  <a:cxn ang="0">
                    <a:pos x="connsiteX0" y="connsiteY0"/>
                  </a:cxn>
                  <a:cxn ang="0">
                    <a:pos x="connsiteX1" y="connsiteY1"/>
                  </a:cxn>
                </a:cxnLst>
                <a:rect l="l" t="t" r="r" b="b"/>
                <a:pathLst>
                  <a:path w="21067" h="36629">
                    <a:moveTo>
                      <a:pt x="21068" y="0"/>
                    </a:moveTo>
                    <a:cubicBezTo>
                      <a:pt x="15631" y="4748"/>
                      <a:pt x="0" y="36629"/>
                      <a:pt x="0" y="36629"/>
                    </a:cubicBezTo>
                  </a:path>
                </a:pathLst>
              </a:custGeom>
              <a:noFill/>
              <a:ln w="6777" cap="rnd">
                <a:solidFill>
                  <a:schemeClr val="tx2"/>
                </a:solidFill>
                <a:prstDash val="solid"/>
                <a:miter/>
              </a:ln>
            </p:spPr>
            <p:txBody>
              <a:bodyPr rtlCol="0" anchor="ctr"/>
              <a:lstStyle/>
              <a:p>
                <a:endParaRPr lang="pt-BR"/>
              </a:p>
            </p:txBody>
          </p:sp>
        </p:grpSp>
        <p:sp>
          <p:nvSpPr>
            <p:cNvPr id="39" name="Freeform: Shape 38">
              <a:extLst>
                <a:ext uri="{FF2B5EF4-FFF2-40B4-BE49-F238E27FC236}">
                  <a16:creationId xmlns:a16="http://schemas.microsoft.com/office/drawing/2014/main" id="{5ED7B71A-2A61-40C9-5B93-D36424559C33}"/>
                </a:ext>
              </a:extLst>
            </p:cNvPr>
            <p:cNvSpPr/>
            <p:nvPr/>
          </p:nvSpPr>
          <p:spPr>
            <a:xfrm>
              <a:off x="8095015" y="2282436"/>
              <a:ext cx="204559" cy="291980"/>
            </a:xfrm>
            <a:custGeom>
              <a:avLst/>
              <a:gdLst>
                <a:gd name="connsiteX0" fmla="*/ 204559 w 204559"/>
                <a:gd name="connsiteY0" fmla="*/ 0 h 291980"/>
                <a:gd name="connsiteX1" fmla="*/ 86309 w 204559"/>
                <a:gd name="connsiteY1" fmla="*/ 291679 h 291980"/>
                <a:gd name="connsiteX2" fmla="*/ 0 w 204559"/>
                <a:gd name="connsiteY2" fmla="*/ 291679 h 291980"/>
              </a:gdLst>
              <a:ahLst/>
              <a:cxnLst>
                <a:cxn ang="0">
                  <a:pos x="connsiteX0" y="connsiteY0"/>
                </a:cxn>
                <a:cxn ang="0">
                  <a:pos x="connsiteX1" y="connsiteY1"/>
                </a:cxn>
                <a:cxn ang="0">
                  <a:pos x="connsiteX2" y="connsiteY2"/>
                </a:cxn>
              </a:cxnLst>
              <a:rect l="l" t="t" r="r" b="b"/>
              <a:pathLst>
                <a:path w="204559" h="291980">
                  <a:moveTo>
                    <a:pt x="204559" y="0"/>
                  </a:moveTo>
                  <a:cubicBezTo>
                    <a:pt x="204559" y="0"/>
                    <a:pt x="112134" y="261833"/>
                    <a:pt x="86309" y="291679"/>
                  </a:cubicBezTo>
                  <a:cubicBezTo>
                    <a:pt x="23106" y="292358"/>
                    <a:pt x="0" y="291679"/>
                    <a:pt x="0" y="291679"/>
                  </a:cubicBezTo>
                </a:path>
              </a:pathLst>
            </a:custGeom>
            <a:noFill/>
            <a:ln w="6777" cap="rnd">
              <a:solidFill>
                <a:schemeClr val="tx2"/>
              </a:solidFill>
              <a:prstDash val="solid"/>
              <a:round/>
            </a:ln>
          </p:spPr>
          <p:txBody>
            <a:bodyPr rtlCol="0" anchor="ctr"/>
            <a:lstStyle/>
            <a:p>
              <a:endParaRPr lang="pt-BR"/>
            </a:p>
          </p:txBody>
        </p:sp>
        <p:sp>
          <p:nvSpPr>
            <p:cNvPr id="40" name="Freeform: Shape 39">
              <a:extLst>
                <a:ext uri="{FF2B5EF4-FFF2-40B4-BE49-F238E27FC236}">
                  <a16:creationId xmlns:a16="http://schemas.microsoft.com/office/drawing/2014/main" id="{42A3271A-8912-0B45-6BDF-6E17FE835CC9}"/>
                </a:ext>
              </a:extLst>
            </p:cNvPr>
            <p:cNvSpPr/>
            <p:nvPr/>
          </p:nvSpPr>
          <p:spPr>
            <a:xfrm>
              <a:off x="8095015" y="2714529"/>
              <a:ext cx="279994" cy="88526"/>
            </a:xfrm>
            <a:custGeom>
              <a:avLst/>
              <a:gdLst>
                <a:gd name="connsiteX0" fmla="*/ 279995 w 279994"/>
                <a:gd name="connsiteY0" fmla="*/ 0 h 88526"/>
                <a:gd name="connsiteX1" fmla="*/ 204559 w 279994"/>
                <a:gd name="connsiteY1" fmla="*/ 87504 h 88526"/>
                <a:gd name="connsiteX2" fmla="*/ 0 w 279994"/>
                <a:gd name="connsiteY2" fmla="*/ 65119 h 88526"/>
              </a:gdLst>
              <a:ahLst/>
              <a:cxnLst>
                <a:cxn ang="0">
                  <a:pos x="connsiteX0" y="connsiteY0"/>
                </a:cxn>
                <a:cxn ang="0">
                  <a:pos x="connsiteX1" y="connsiteY1"/>
                </a:cxn>
                <a:cxn ang="0">
                  <a:pos x="connsiteX2" y="connsiteY2"/>
                </a:cxn>
              </a:cxnLst>
              <a:rect l="l" t="t" r="r" b="b"/>
              <a:pathLst>
                <a:path w="279994" h="88526">
                  <a:moveTo>
                    <a:pt x="279995" y="0"/>
                  </a:moveTo>
                  <a:cubicBezTo>
                    <a:pt x="279995" y="0"/>
                    <a:pt x="244656" y="81399"/>
                    <a:pt x="204559" y="87504"/>
                  </a:cubicBezTo>
                  <a:cubicBezTo>
                    <a:pt x="164463" y="94287"/>
                    <a:pt x="0" y="65119"/>
                    <a:pt x="0" y="65119"/>
                  </a:cubicBezTo>
                </a:path>
              </a:pathLst>
            </a:custGeom>
            <a:noFill/>
            <a:ln w="6777" cap="rnd">
              <a:solidFill>
                <a:schemeClr val="tx2"/>
              </a:solidFill>
              <a:prstDash val="solid"/>
              <a:round/>
            </a:ln>
          </p:spPr>
          <p:txBody>
            <a:bodyPr rtlCol="0" anchor="ctr"/>
            <a:lstStyle/>
            <a:p>
              <a:endParaRPr lang="pt-BR"/>
            </a:p>
          </p:txBody>
        </p:sp>
        <p:sp>
          <p:nvSpPr>
            <p:cNvPr id="41" name="Freeform: Shape 40">
              <a:extLst>
                <a:ext uri="{FF2B5EF4-FFF2-40B4-BE49-F238E27FC236}">
                  <a16:creationId xmlns:a16="http://schemas.microsoft.com/office/drawing/2014/main" id="{CD8718C0-BF8E-F7EC-43B7-D8584F911AEA}"/>
                </a:ext>
              </a:extLst>
            </p:cNvPr>
            <p:cNvSpPr/>
            <p:nvPr/>
          </p:nvSpPr>
          <p:spPr>
            <a:xfrm>
              <a:off x="7787156" y="2564619"/>
              <a:ext cx="91745" cy="14244"/>
            </a:xfrm>
            <a:custGeom>
              <a:avLst/>
              <a:gdLst>
                <a:gd name="connsiteX0" fmla="*/ 91746 w 91745"/>
                <a:gd name="connsiteY0" fmla="*/ 8140 h 14244"/>
                <a:gd name="connsiteX1" fmla="*/ 2039 w 91745"/>
                <a:gd name="connsiteY1" fmla="*/ 0 h 14244"/>
                <a:gd name="connsiteX2" fmla="*/ 0 w 91745"/>
                <a:gd name="connsiteY2" fmla="*/ 14245 h 14244"/>
              </a:gdLst>
              <a:ahLst/>
              <a:cxnLst>
                <a:cxn ang="0">
                  <a:pos x="connsiteX0" y="connsiteY0"/>
                </a:cxn>
                <a:cxn ang="0">
                  <a:pos x="connsiteX1" y="connsiteY1"/>
                </a:cxn>
                <a:cxn ang="0">
                  <a:pos x="connsiteX2" y="connsiteY2"/>
                </a:cxn>
              </a:cxnLst>
              <a:rect l="l" t="t" r="r" b="b"/>
              <a:pathLst>
                <a:path w="91745" h="14244">
                  <a:moveTo>
                    <a:pt x="91746" y="8140"/>
                  </a:moveTo>
                  <a:lnTo>
                    <a:pt x="2039" y="0"/>
                  </a:lnTo>
                  <a:lnTo>
                    <a:pt x="0" y="14245"/>
                  </a:lnTo>
                </a:path>
              </a:pathLst>
            </a:custGeom>
            <a:noFill/>
            <a:ln w="6777" cap="rnd">
              <a:solidFill>
                <a:schemeClr val="tx2"/>
              </a:solidFill>
              <a:prstDash val="solid"/>
              <a:round/>
            </a:ln>
          </p:spPr>
          <p:txBody>
            <a:bodyPr rtlCol="0" anchor="ctr"/>
            <a:lstStyle/>
            <a:p>
              <a:endParaRPr lang="pt-BR"/>
            </a:p>
          </p:txBody>
        </p:sp>
        <p:sp>
          <p:nvSpPr>
            <p:cNvPr id="42" name="Freeform: Shape 41">
              <a:extLst>
                <a:ext uri="{FF2B5EF4-FFF2-40B4-BE49-F238E27FC236}">
                  <a16:creationId xmlns:a16="http://schemas.microsoft.com/office/drawing/2014/main" id="{6336AB25-6492-56D4-4758-FDA9A4755457}"/>
                </a:ext>
              </a:extLst>
            </p:cNvPr>
            <p:cNvSpPr/>
            <p:nvPr/>
          </p:nvSpPr>
          <p:spPr>
            <a:xfrm>
              <a:off x="7766089" y="2672473"/>
              <a:ext cx="107376" cy="53587"/>
            </a:xfrm>
            <a:custGeom>
              <a:avLst/>
              <a:gdLst>
                <a:gd name="connsiteX0" fmla="*/ 107377 w 107376"/>
                <a:gd name="connsiteY0" fmla="*/ 53588 h 53587"/>
                <a:gd name="connsiteX1" fmla="*/ 0 w 107376"/>
                <a:gd name="connsiteY1" fmla="*/ 27133 h 53587"/>
                <a:gd name="connsiteX2" fmla="*/ 2718 w 107376"/>
                <a:gd name="connsiteY2" fmla="*/ 0 h 53587"/>
              </a:gdLst>
              <a:ahLst/>
              <a:cxnLst>
                <a:cxn ang="0">
                  <a:pos x="connsiteX0" y="connsiteY0"/>
                </a:cxn>
                <a:cxn ang="0">
                  <a:pos x="connsiteX1" y="connsiteY1"/>
                </a:cxn>
                <a:cxn ang="0">
                  <a:pos x="connsiteX2" y="connsiteY2"/>
                </a:cxn>
              </a:cxnLst>
              <a:rect l="l" t="t" r="r" b="b"/>
              <a:pathLst>
                <a:path w="107376" h="53587">
                  <a:moveTo>
                    <a:pt x="107377" y="53588"/>
                  </a:moveTo>
                  <a:lnTo>
                    <a:pt x="0" y="27133"/>
                  </a:lnTo>
                  <a:lnTo>
                    <a:pt x="2718" y="0"/>
                  </a:lnTo>
                </a:path>
              </a:pathLst>
            </a:custGeom>
            <a:noFill/>
            <a:ln w="6777" cap="rnd">
              <a:solidFill>
                <a:schemeClr val="tx2"/>
              </a:solidFill>
              <a:prstDash val="solid"/>
              <a:round/>
            </a:ln>
          </p:spPr>
          <p:txBody>
            <a:bodyPr rtlCol="0" anchor="ctr"/>
            <a:lstStyle/>
            <a:p>
              <a:endParaRPr lang="pt-BR"/>
            </a:p>
          </p:txBody>
        </p:sp>
        <p:sp>
          <p:nvSpPr>
            <p:cNvPr id="43" name="Freeform: Shape 42">
              <a:extLst>
                <a:ext uri="{FF2B5EF4-FFF2-40B4-BE49-F238E27FC236}">
                  <a16:creationId xmlns:a16="http://schemas.microsoft.com/office/drawing/2014/main" id="{2BA1E9A5-21DB-8F2A-F197-116EBB6CAB6C}"/>
                </a:ext>
              </a:extLst>
            </p:cNvPr>
            <p:cNvSpPr/>
            <p:nvPr/>
          </p:nvSpPr>
          <p:spPr>
            <a:xfrm>
              <a:off x="7754536" y="2170513"/>
              <a:ext cx="51649" cy="394784"/>
            </a:xfrm>
            <a:custGeom>
              <a:avLst/>
              <a:gdLst>
                <a:gd name="connsiteX0" fmla="*/ 51650 w 51649"/>
                <a:gd name="connsiteY0" fmla="*/ 0 h 394784"/>
                <a:gd name="connsiteX1" fmla="*/ 16310 w 51649"/>
                <a:gd name="connsiteY1" fmla="*/ 292358 h 394784"/>
                <a:gd name="connsiteX2" fmla="*/ 0 w 51649"/>
                <a:gd name="connsiteY2" fmla="*/ 394785 h 394784"/>
              </a:gdLst>
              <a:ahLst/>
              <a:cxnLst>
                <a:cxn ang="0">
                  <a:pos x="connsiteX0" y="connsiteY0"/>
                </a:cxn>
                <a:cxn ang="0">
                  <a:pos x="connsiteX1" y="connsiteY1"/>
                </a:cxn>
                <a:cxn ang="0">
                  <a:pos x="connsiteX2" y="connsiteY2"/>
                </a:cxn>
              </a:cxnLst>
              <a:rect l="l" t="t" r="r" b="b"/>
              <a:pathLst>
                <a:path w="51649" h="394784">
                  <a:moveTo>
                    <a:pt x="51650" y="0"/>
                  </a:moveTo>
                  <a:cubicBezTo>
                    <a:pt x="51650" y="0"/>
                    <a:pt x="19708" y="249623"/>
                    <a:pt x="16310" y="292358"/>
                  </a:cubicBezTo>
                  <a:cubicBezTo>
                    <a:pt x="13592" y="335092"/>
                    <a:pt x="0" y="394785"/>
                    <a:pt x="0" y="394785"/>
                  </a:cubicBezTo>
                </a:path>
              </a:pathLst>
            </a:custGeom>
            <a:noFill/>
            <a:ln w="6777" cap="rnd">
              <a:solidFill>
                <a:schemeClr val="tx2"/>
              </a:solidFill>
              <a:prstDash val="solid"/>
              <a:round/>
            </a:ln>
          </p:spPr>
          <p:txBody>
            <a:bodyPr rtlCol="0" anchor="ctr"/>
            <a:lstStyle/>
            <a:p>
              <a:endParaRPr lang="pt-BR"/>
            </a:p>
          </p:txBody>
        </p:sp>
        <p:sp>
          <p:nvSpPr>
            <p:cNvPr id="44" name="Freeform: Shape 43">
              <a:extLst>
                <a:ext uri="{FF2B5EF4-FFF2-40B4-BE49-F238E27FC236}">
                  <a16:creationId xmlns:a16="http://schemas.microsoft.com/office/drawing/2014/main" id="{16D75021-2BB3-9ECF-8DF5-A912508DCC2E}"/>
                </a:ext>
              </a:extLst>
            </p:cNvPr>
            <p:cNvSpPr/>
            <p:nvPr/>
          </p:nvSpPr>
          <p:spPr>
            <a:xfrm>
              <a:off x="7641043" y="2553766"/>
              <a:ext cx="39416" cy="7461"/>
            </a:xfrm>
            <a:custGeom>
              <a:avLst/>
              <a:gdLst>
                <a:gd name="connsiteX0" fmla="*/ 39417 w 39416"/>
                <a:gd name="connsiteY0" fmla="*/ 0 h 7461"/>
                <a:gd name="connsiteX1" fmla="*/ 0 w 39416"/>
                <a:gd name="connsiteY1" fmla="*/ 7462 h 7461"/>
              </a:gdLst>
              <a:ahLst/>
              <a:cxnLst>
                <a:cxn ang="0">
                  <a:pos x="connsiteX0" y="connsiteY0"/>
                </a:cxn>
                <a:cxn ang="0">
                  <a:pos x="connsiteX1" y="connsiteY1"/>
                </a:cxn>
              </a:cxnLst>
              <a:rect l="l" t="t" r="r" b="b"/>
              <a:pathLst>
                <a:path w="39416" h="7461">
                  <a:moveTo>
                    <a:pt x="39417" y="0"/>
                  </a:moveTo>
                  <a:cubicBezTo>
                    <a:pt x="39417" y="0"/>
                    <a:pt x="9514" y="4748"/>
                    <a:pt x="0" y="7462"/>
                  </a:cubicBezTo>
                </a:path>
              </a:pathLst>
            </a:custGeom>
            <a:solidFill>
              <a:schemeClr val="bg1"/>
            </a:solidFill>
            <a:ln w="6777" cap="rnd">
              <a:solidFill>
                <a:srgbClr val="331E66"/>
              </a:solidFill>
              <a:prstDash val="solid"/>
              <a:round/>
            </a:ln>
          </p:spPr>
          <p:txBody>
            <a:bodyPr rtlCol="0" anchor="ctr"/>
            <a:lstStyle/>
            <a:p>
              <a:endParaRPr lang="pt-BR"/>
            </a:p>
          </p:txBody>
        </p:sp>
        <p:sp>
          <p:nvSpPr>
            <p:cNvPr id="45" name="Freeform: Shape 44">
              <a:extLst>
                <a:ext uri="{FF2B5EF4-FFF2-40B4-BE49-F238E27FC236}">
                  <a16:creationId xmlns:a16="http://schemas.microsoft.com/office/drawing/2014/main" id="{C7ABA74E-1C50-5482-DFCC-16A25F9E35CC}"/>
                </a:ext>
              </a:extLst>
            </p:cNvPr>
            <p:cNvSpPr/>
            <p:nvPr/>
          </p:nvSpPr>
          <p:spPr>
            <a:xfrm>
              <a:off x="8181324" y="2574116"/>
              <a:ext cx="41455" cy="87503"/>
            </a:xfrm>
            <a:custGeom>
              <a:avLst/>
              <a:gdLst>
                <a:gd name="connsiteX0" fmla="*/ 41456 w 41455"/>
                <a:gd name="connsiteY0" fmla="*/ 40699 h 87503"/>
                <a:gd name="connsiteX1" fmla="*/ 0 w 41455"/>
                <a:gd name="connsiteY1" fmla="*/ 0 h 87503"/>
                <a:gd name="connsiteX2" fmla="*/ 33980 w 41455"/>
                <a:gd name="connsiteY2" fmla="*/ 87504 h 87503"/>
              </a:gdLst>
              <a:ahLst/>
              <a:cxnLst>
                <a:cxn ang="0">
                  <a:pos x="connsiteX0" y="connsiteY0"/>
                </a:cxn>
                <a:cxn ang="0">
                  <a:pos x="connsiteX1" y="connsiteY1"/>
                </a:cxn>
                <a:cxn ang="0">
                  <a:pos x="connsiteX2" y="connsiteY2"/>
                </a:cxn>
              </a:cxnLst>
              <a:rect l="l" t="t" r="r" b="b"/>
              <a:pathLst>
                <a:path w="41455" h="87503">
                  <a:moveTo>
                    <a:pt x="41456" y="40699"/>
                  </a:moveTo>
                  <a:lnTo>
                    <a:pt x="0" y="0"/>
                  </a:lnTo>
                  <a:lnTo>
                    <a:pt x="33980" y="87504"/>
                  </a:lnTo>
                </a:path>
              </a:pathLst>
            </a:custGeom>
            <a:noFill/>
            <a:ln w="6777" cap="rnd">
              <a:solidFill>
                <a:schemeClr val="tx2"/>
              </a:solidFill>
              <a:prstDash val="solid"/>
              <a:round/>
            </a:ln>
          </p:spPr>
          <p:txBody>
            <a:bodyPr rtlCol="0" anchor="ctr"/>
            <a:lstStyle/>
            <a:p>
              <a:endParaRPr lang="pt-BR"/>
            </a:p>
          </p:txBody>
        </p:sp>
        <p:sp>
          <p:nvSpPr>
            <p:cNvPr id="46" name="Freeform: Shape 45">
              <a:extLst>
                <a:ext uri="{FF2B5EF4-FFF2-40B4-BE49-F238E27FC236}">
                  <a16:creationId xmlns:a16="http://schemas.microsoft.com/office/drawing/2014/main" id="{FEBD7D6B-ABBB-2D38-0EE9-6E22FCB4A0C8}"/>
                </a:ext>
              </a:extLst>
            </p:cNvPr>
            <p:cNvSpPr/>
            <p:nvPr/>
          </p:nvSpPr>
          <p:spPr>
            <a:xfrm>
              <a:off x="8014822" y="1971764"/>
              <a:ext cx="182812" cy="63074"/>
            </a:xfrm>
            <a:custGeom>
              <a:avLst/>
              <a:gdLst>
                <a:gd name="connsiteX0" fmla="*/ 0 w 182812"/>
                <a:gd name="connsiteY0" fmla="*/ 0 h 63074"/>
                <a:gd name="connsiteX1" fmla="*/ 40776 w 182812"/>
                <a:gd name="connsiteY1" fmla="*/ 59014 h 63074"/>
                <a:gd name="connsiteX2" fmla="*/ 182812 w 182812"/>
                <a:gd name="connsiteY2" fmla="*/ 45448 h 63074"/>
              </a:gdLst>
              <a:ahLst/>
              <a:cxnLst>
                <a:cxn ang="0">
                  <a:pos x="connsiteX0" y="connsiteY0"/>
                </a:cxn>
                <a:cxn ang="0">
                  <a:pos x="connsiteX1" y="connsiteY1"/>
                </a:cxn>
                <a:cxn ang="0">
                  <a:pos x="connsiteX2" y="connsiteY2"/>
                </a:cxn>
              </a:cxnLst>
              <a:rect l="l" t="t" r="r" b="b"/>
              <a:pathLst>
                <a:path w="182812" h="63074">
                  <a:moveTo>
                    <a:pt x="0" y="0"/>
                  </a:moveTo>
                  <a:cubicBezTo>
                    <a:pt x="0" y="0"/>
                    <a:pt x="8835" y="50874"/>
                    <a:pt x="40776" y="59014"/>
                  </a:cubicBezTo>
                  <a:cubicBezTo>
                    <a:pt x="95824" y="73259"/>
                    <a:pt x="182812" y="45448"/>
                    <a:pt x="182812" y="45448"/>
                  </a:cubicBezTo>
                </a:path>
              </a:pathLst>
            </a:custGeom>
            <a:noFill/>
            <a:ln w="6777" cap="rnd">
              <a:solidFill>
                <a:schemeClr val="tx2"/>
              </a:solidFill>
              <a:prstDash val="solid"/>
              <a:round/>
            </a:ln>
          </p:spPr>
          <p:txBody>
            <a:bodyPr rtlCol="0" anchor="ctr"/>
            <a:lstStyle/>
            <a:p>
              <a:endParaRPr lang="pt-BR"/>
            </a:p>
          </p:txBody>
        </p:sp>
        <p:sp>
          <p:nvSpPr>
            <p:cNvPr id="47" name="Freeform: Shape 46">
              <a:extLst>
                <a:ext uri="{FF2B5EF4-FFF2-40B4-BE49-F238E27FC236}">
                  <a16:creationId xmlns:a16="http://schemas.microsoft.com/office/drawing/2014/main" id="{AAD2AB52-C702-FC55-FAA6-47F0AD41F6CE}"/>
                </a:ext>
              </a:extLst>
            </p:cNvPr>
            <p:cNvSpPr/>
            <p:nvPr/>
          </p:nvSpPr>
          <p:spPr>
            <a:xfrm>
              <a:off x="8030453" y="1971764"/>
              <a:ext cx="6116" cy="16279"/>
            </a:xfrm>
            <a:custGeom>
              <a:avLst/>
              <a:gdLst>
                <a:gd name="connsiteX0" fmla="*/ 6116 w 6116"/>
                <a:gd name="connsiteY0" fmla="*/ 0 h 16279"/>
                <a:gd name="connsiteX1" fmla="*/ 0 w 6116"/>
                <a:gd name="connsiteY1" fmla="*/ 16280 h 16279"/>
              </a:gdLst>
              <a:ahLst/>
              <a:cxnLst>
                <a:cxn ang="0">
                  <a:pos x="connsiteX0" y="connsiteY0"/>
                </a:cxn>
                <a:cxn ang="0">
                  <a:pos x="connsiteX1" y="connsiteY1"/>
                </a:cxn>
              </a:cxnLst>
              <a:rect l="l" t="t" r="r" b="b"/>
              <a:pathLst>
                <a:path w="6116" h="16279">
                  <a:moveTo>
                    <a:pt x="6116" y="0"/>
                  </a:moveTo>
                  <a:lnTo>
                    <a:pt x="0" y="16280"/>
                  </a:lnTo>
                </a:path>
              </a:pathLst>
            </a:custGeom>
            <a:ln w="6777" cap="rnd">
              <a:solidFill>
                <a:schemeClr val="tx2"/>
              </a:solidFill>
              <a:prstDash val="solid"/>
              <a:round/>
            </a:ln>
          </p:spPr>
          <p:txBody>
            <a:bodyPr rtlCol="0" anchor="ctr"/>
            <a:lstStyle/>
            <a:p>
              <a:endParaRPr lang="pt-BR"/>
            </a:p>
          </p:txBody>
        </p:sp>
        <p:sp>
          <p:nvSpPr>
            <p:cNvPr id="48" name="Freeform: Shape 47">
              <a:extLst>
                <a:ext uri="{FF2B5EF4-FFF2-40B4-BE49-F238E27FC236}">
                  <a16:creationId xmlns:a16="http://schemas.microsoft.com/office/drawing/2014/main" id="{8E861925-42D9-BD41-1FBD-40A02ACA963B}"/>
                </a:ext>
              </a:extLst>
            </p:cNvPr>
            <p:cNvSpPr/>
            <p:nvPr/>
          </p:nvSpPr>
          <p:spPr>
            <a:xfrm>
              <a:off x="8038608" y="1991435"/>
              <a:ext cx="6795" cy="14923"/>
            </a:xfrm>
            <a:custGeom>
              <a:avLst/>
              <a:gdLst>
                <a:gd name="connsiteX0" fmla="*/ 6796 w 6795"/>
                <a:gd name="connsiteY0" fmla="*/ 0 h 14923"/>
                <a:gd name="connsiteX1" fmla="*/ 0 w 6795"/>
                <a:gd name="connsiteY1" fmla="*/ 14923 h 14923"/>
              </a:gdLst>
              <a:ahLst/>
              <a:cxnLst>
                <a:cxn ang="0">
                  <a:pos x="connsiteX0" y="connsiteY0"/>
                </a:cxn>
                <a:cxn ang="0">
                  <a:pos x="connsiteX1" y="connsiteY1"/>
                </a:cxn>
              </a:cxnLst>
              <a:rect l="l" t="t" r="r" b="b"/>
              <a:pathLst>
                <a:path w="6795" h="14923">
                  <a:moveTo>
                    <a:pt x="6796" y="0"/>
                  </a:moveTo>
                  <a:lnTo>
                    <a:pt x="0" y="14923"/>
                  </a:lnTo>
                </a:path>
              </a:pathLst>
            </a:custGeom>
            <a:ln w="6777" cap="rnd">
              <a:solidFill>
                <a:schemeClr val="tx2"/>
              </a:solidFill>
              <a:prstDash val="solid"/>
              <a:round/>
            </a:ln>
          </p:spPr>
          <p:txBody>
            <a:bodyPr rtlCol="0" anchor="ctr"/>
            <a:lstStyle/>
            <a:p>
              <a:endParaRPr lang="pt-BR"/>
            </a:p>
          </p:txBody>
        </p:sp>
        <p:sp>
          <p:nvSpPr>
            <p:cNvPr id="49" name="Freeform: Shape 48">
              <a:extLst>
                <a:ext uri="{FF2B5EF4-FFF2-40B4-BE49-F238E27FC236}">
                  <a16:creationId xmlns:a16="http://schemas.microsoft.com/office/drawing/2014/main" id="{9F006DD4-607D-A91D-CE18-49BA20E05F24}"/>
                </a:ext>
              </a:extLst>
            </p:cNvPr>
            <p:cNvSpPr/>
            <p:nvPr/>
          </p:nvSpPr>
          <p:spPr>
            <a:xfrm>
              <a:off x="8058316" y="2009071"/>
              <a:ext cx="3397" cy="13566"/>
            </a:xfrm>
            <a:custGeom>
              <a:avLst/>
              <a:gdLst>
                <a:gd name="connsiteX0" fmla="*/ 3398 w 3397"/>
                <a:gd name="connsiteY0" fmla="*/ 0 h 13566"/>
                <a:gd name="connsiteX1" fmla="*/ 0 w 3397"/>
                <a:gd name="connsiteY1" fmla="*/ 13567 h 13566"/>
              </a:gdLst>
              <a:ahLst/>
              <a:cxnLst>
                <a:cxn ang="0">
                  <a:pos x="connsiteX0" y="connsiteY0"/>
                </a:cxn>
                <a:cxn ang="0">
                  <a:pos x="connsiteX1" y="connsiteY1"/>
                </a:cxn>
              </a:cxnLst>
              <a:rect l="l" t="t" r="r" b="b"/>
              <a:pathLst>
                <a:path w="3397" h="13566">
                  <a:moveTo>
                    <a:pt x="3398" y="0"/>
                  </a:moveTo>
                  <a:lnTo>
                    <a:pt x="0" y="13567"/>
                  </a:lnTo>
                </a:path>
              </a:pathLst>
            </a:custGeom>
            <a:ln w="6777" cap="rnd">
              <a:solidFill>
                <a:schemeClr val="tx2"/>
              </a:solidFill>
              <a:prstDash val="solid"/>
              <a:round/>
            </a:ln>
          </p:spPr>
          <p:txBody>
            <a:bodyPr rtlCol="0" anchor="ctr"/>
            <a:lstStyle/>
            <a:p>
              <a:endParaRPr lang="pt-BR"/>
            </a:p>
          </p:txBody>
        </p:sp>
        <p:sp>
          <p:nvSpPr>
            <p:cNvPr id="50" name="Freeform: Shape 49">
              <a:extLst>
                <a:ext uri="{FF2B5EF4-FFF2-40B4-BE49-F238E27FC236}">
                  <a16:creationId xmlns:a16="http://schemas.microsoft.com/office/drawing/2014/main" id="{CC19284D-25A0-BB98-B1EB-587295825AE5}"/>
                </a:ext>
              </a:extLst>
            </p:cNvPr>
            <p:cNvSpPr/>
            <p:nvPr/>
          </p:nvSpPr>
          <p:spPr>
            <a:xfrm>
              <a:off x="8084821" y="2011106"/>
              <a:ext cx="3397" cy="14923"/>
            </a:xfrm>
            <a:custGeom>
              <a:avLst/>
              <a:gdLst>
                <a:gd name="connsiteX0" fmla="*/ 3398 w 3397"/>
                <a:gd name="connsiteY0" fmla="*/ 0 h 14923"/>
                <a:gd name="connsiteX1" fmla="*/ 0 w 3397"/>
                <a:gd name="connsiteY1" fmla="*/ 14923 h 14923"/>
              </a:gdLst>
              <a:ahLst/>
              <a:cxnLst>
                <a:cxn ang="0">
                  <a:pos x="connsiteX0" y="connsiteY0"/>
                </a:cxn>
                <a:cxn ang="0">
                  <a:pos x="connsiteX1" y="connsiteY1"/>
                </a:cxn>
              </a:cxnLst>
              <a:rect l="l" t="t" r="r" b="b"/>
              <a:pathLst>
                <a:path w="3397" h="14923">
                  <a:moveTo>
                    <a:pt x="3398" y="0"/>
                  </a:moveTo>
                  <a:lnTo>
                    <a:pt x="0" y="14923"/>
                  </a:lnTo>
                </a:path>
              </a:pathLst>
            </a:custGeom>
            <a:ln w="6777" cap="rnd">
              <a:solidFill>
                <a:schemeClr val="tx2"/>
              </a:solidFill>
              <a:prstDash val="solid"/>
              <a:round/>
            </a:ln>
          </p:spPr>
          <p:txBody>
            <a:bodyPr rtlCol="0" anchor="ctr"/>
            <a:lstStyle/>
            <a:p>
              <a:endParaRPr lang="pt-BR"/>
            </a:p>
          </p:txBody>
        </p:sp>
        <p:sp>
          <p:nvSpPr>
            <p:cNvPr id="51" name="Freeform: Shape 50">
              <a:extLst>
                <a:ext uri="{FF2B5EF4-FFF2-40B4-BE49-F238E27FC236}">
                  <a16:creationId xmlns:a16="http://schemas.microsoft.com/office/drawing/2014/main" id="{E1241118-ECC3-9399-FF9C-D99C9711A206}"/>
                </a:ext>
              </a:extLst>
            </p:cNvPr>
            <p:cNvSpPr/>
            <p:nvPr/>
          </p:nvSpPr>
          <p:spPr>
            <a:xfrm>
              <a:off x="8107927" y="2007036"/>
              <a:ext cx="2718" cy="18993"/>
            </a:xfrm>
            <a:custGeom>
              <a:avLst/>
              <a:gdLst>
                <a:gd name="connsiteX0" fmla="*/ 2718 w 2718"/>
                <a:gd name="connsiteY0" fmla="*/ 0 h 18993"/>
                <a:gd name="connsiteX1" fmla="*/ 0 w 2718"/>
                <a:gd name="connsiteY1" fmla="*/ 18993 h 18993"/>
              </a:gdLst>
              <a:ahLst/>
              <a:cxnLst>
                <a:cxn ang="0">
                  <a:pos x="connsiteX0" y="connsiteY0"/>
                </a:cxn>
                <a:cxn ang="0">
                  <a:pos x="connsiteX1" y="connsiteY1"/>
                </a:cxn>
              </a:cxnLst>
              <a:rect l="l" t="t" r="r" b="b"/>
              <a:pathLst>
                <a:path w="2718" h="18993">
                  <a:moveTo>
                    <a:pt x="2718" y="0"/>
                  </a:moveTo>
                  <a:lnTo>
                    <a:pt x="0" y="18993"/>
                  </a:lnTo>
                </a:path>
              </a:pathLst>
            </a:custGeom>
            <a:ln w="6777" cap="rnd">
              <a:solidFill>
                <a:schemeClr val="tx2"/>
              </a:solidFill>
              <a:prstDash val="solid"/>
              <a:round/>
            </a:ln>
          </p:spPr>
          <p:txBody>
            <a:bodyPr rtlCol="0" anchor="ctr"/>
            <a:lstStyle/>
            <a:p>
              <a:endParaRPr lang="pt-BR"/>
            </a:p>
          </p:txBody>
        </p:sp>
        <p:sp>
          <p:nvSpPr>
            <p:cNvPr id="52" name="Freeform: Shape 51">
              <a:extLst>
                <a:ext uri="{FF2B5EF4-FFF2-40B4-BE49-F238E27FC236}">
                  <a16:creationId xmlns:a16="http://schemas.microsoft.com/office/drawing/2014/main" id="{6C015FAC-254B-4D0F-4850-E820C49A4826}"/>
                </a:ext>
              </a:extLst>
            </p:cNvPr>
            <p:cNvSpPr/>
            <p:nvPr/>
          </p:nvSpPr>
          <p:spPr>
            <a:xfrm>
              <a:off x="8137830" y="2003645"/>
              <a:ext cx="6795" cy="18993"/>
            </a:xfrm>
            <a:custGeom>
              <a:avLst/>
              <a:gdLst>
                <a:gd name="connsiteX0" fmla="*/ 0 w 6795"/>
                <a:gd name="connsiteY0" fmla="*/ 0 h 18993"/>
                <a:gd name="connsiteX1" fmla="*/ 0 w 6795"/>
                <a:gd name="connsiteY1" fmla="*/ 18993 h 18993"/>
              </a:gdLst>
              <a:ahLst/>
              <a:cxnLst>
                <a:cxn ang="0">
                  <a:pos x="connsiteX0" y="connsiteY0"/>
                </a:cxn>
                <a:cxn ang="0">
                  <a:pos x="connsiteX1" y="connsiteY1"/>
                </a:cxn>
              </a:cxnLst>
              <a:rect l="l" t="t" r="r" b="b"/>
              <a:pathLst>
                <a:path w="6795" h="18993">
                  <a:moveTo>
                    <a:pt x="0" y="0"/>
                  </a:moveTo>
                  <a:lnTo>
                    <a:pt x="0" y="18993"/>
                  </a:lnTo>
                </a:path>
              </a:pathLst>
            </a:custGeom>
            <a:ln w="6777" cap="rnd">
              <a:solidFill>
                <a:schemeClr val="tx2"/>
              </a:solidFill>
              <a:prstDash val="solid"/>
              <a:round/>
            </a:ln>
          </p:spPr>
          <p:txBody>
            <a:bodyPr rtlCol="0" anchor="ctr"/>
            <a:lstStyle/>
            <a:p>
              <a:endParaRPr lang="pt-BR"/>
            </a:p>
          </p:txBody>
        </p:sp>
        <p:sp>
          <p:nvSpPr>
            <p:cNvPr id="53" name="Freeform: Shape 52">
              <a:extLst>
                <a:ext uri="{FF2B5EF4-FFF2-40B4-BE49-F238E27FC236}">
                  <a16:creationId xmlns:a16="http://schemas.microsoft.com/office/drawing/2014/main" id="{C26491EC-6181-D503-887C-1852EEAE29F1}"/>
                </a:ext>
              </a:extLst>
            </p:cNvPr>
            <p:cNvSpPr/>
            <p:nvPr/>
          </p:nvSpPr>
          <p:spPr>
            <a:xfrm>
              <a:off x="8166373" y="1993470"/>
              <a:ext cx="2038" cy="22384"/>
            </a:xfrm>
            <a:custGeom>
              <a:avLst/>
              <a:gdLst>
                <a:gd name="connsiteX0" fmla="*/ 2039 w 2038"/>
                <a:gd name="connsiteY0" fmla="*/ 0 h 22384"/>
                <a:gd name="connsiteX1" fmla="*/ 0 w 2038"/>
                <a:gd name="connsiteY1" fmla="*/ 22385 h 22384"/>
              </a:gdLst>
              <a:ahLst/>
              <a:cxnLst>
                <a:cxn ang="0">
                  <a:pos x="connsiteX0" y="connsiteY0"/>
                </a:cxn>
                <a:cxn ang="0">
                  <a:pos x="connsiteX1" y="connsiteY1"/>
                </a:cxn>
              </a:cxnLst>
              <a:rect l="l" t="t" r="r" b="b"/>
              <a:pathLst>
                <a:path w="2038" h="22384">
                  <a:moveTo>
                    <a:pt x="2039" y="0"/>
                  </a:moveTo>
                  <a:lnTo>
                    <a:pt x="0" y="22385"/>
                  </a:lnTo>
                </a:path>
              </a:pathLst>
            </a:custGeom>
            <a:ln w="6777" cap="rnd">
              <a:solidFill>
                <a:schemeClr val="tx2"/>
              </a:solidFill>
              <a:prstDash val="solid"/>
              <a:round/>
            </a:ln>
          </p:spPr>
          <p:txBody>
            <a:bodyPr rtlCol="0" anchor="ctr"/>
            <a:lstStyle/>
            <a:p>
              <a:endParaRPr lang="pt-BR"/>
            </a:p>
          </p:txBody>
        </p:sp>
        <p:sp>
          <p:nvSpPr>
            <p:cNvPr id="54" name="Freeform: Shape 53">
              <a:extLst>
                <a:ext uri="{FF2B5EF4-FFF2-40B4-BE49-F238E27FC236}">
                  <a16:creationId xmlns:a16="http://schemas.microsoft.com/office/drawing/2014/main" id="{A11B9A9C-64F1-F605-B346-4611C44F9BBC}"/>
                </a:ext>
              </a:extLst>
            </p:cNvPr>
            <p:cNvSpPr/>
            <p:nvPr/>
          </p:nvSpPr>
          <p:spPr>
            <a:xfrm>
              <a:off x="8191518" y="1987365"/>
              <a:ext cx="6795" cy="21706"/>
            </a:xfrm>
            <a:custGeom>
              <a:avLst/>
              <a:gdLst>
                <a:gd name="connsiteX0" fmla="*/ 0 w 6795"/>
                <a:gd name="connsiteY0" fmla="*/ 0 h 21706"/>
                <a:gd name="connsiteX1" fmla="*/ 0 w 6795"/>
                <a:gd name="connsiteY1" fmla="*/ 21706 h 21706"/>
              </a:gdLst>
              <a:ahLst/>
              <a:cxnLst>
                <a:cxn ang="0">
                  <a:pos x="connsiteX0" y="connsiteY0"/>
                </a:cxn>
                <a:cxn ang="0">
                  <a:pos x="connsiteX1" y="connsiteY1"/>
                </a:cxn>
              </a:cxnLst>
              <a:rect l="l" t="t" r="r" b="b"/>
              <a:pathLst>
                <a:path w="6795" h="21706">
                  <a:moveTo>
                    <a:pt x="0" y="0"/>
                  </a:moveTo>
                  <a:lnTo>
                    <a:pt x="0" y="21706"/>
                  </a:lnTo>
                </a:path>
              </a:pathLst>
            </a:custGeom>
            <a:ln w="6777" cap="rnd">
              <a:solidFill>
                <a:schemeClr val="tx2"/>
              </a:solidFill>
              <a:prstDash val="solid"/>
              <a:round/>
            </a:ln>
          </p:spPr>
          <p:txBody>
            <a:bodyPr rtlCol="0" anchor="ctr"/>
            <a:lstStyle/>
            <a:p>
              <a:endParaRPr lang="pt-BR"/>
            </a:p>
          </p:txBody>
        </p:sp>
      </p:grpSp>
      <p:grpSp>
        <p:nvGrpSpPr>
          <p:cNvPr id="55" name="Graphic 9">
            <a:extLst>
              <a:ext uri="{FF2B5EF4-FFF2-40B4-BE49-F238E27FC236}">
                <a16:creationId xmlns:a16="http://schemas.microsoft.com/office/drawing/2014/main" id="{4E67C0C6-D036-251A-597F-886830BEA52E}"/>
              </a:ext>
            </a:extLst>
          </p:cNvPr>
          <p:cNvGrpSpPr/>
          <p:nvPr/>
        </p:nvGrpSpPr>
        <p:grpSpPr>
          <a:xfrm>
            <a:off x="306152" y="3114166"/>
            <a:ext cx="1044430" cy="1795900"/>
            <a:chOff x="306152" y="3114166"/>
            <a:chExt cx="1044430" cy="1795900"/>
          </a:xfrm>
        </p:grpSpPr>
        <p:grpSp>
          <p:nvGrpSpPr>
            <p:cNvPr id="56" name="Graphic 9">
              <a:extLst>
                <a:ext uri="{FF2B5EF4-FFF2-40B4-BE49-F238E27FC236}">
                  <a16:creationId xmlns:a16="http://schemas.microsoft.com/office/drawing/2014/main" id="{00452721-BAA0-E1B8-85BB-62CC18A4CC45}"/>
                </a:ext>
              </a:extLst>
            </p:cNvPr>
            <p:cNvGrpSpPr/>
            <p:nvPr/>
          </p:nvGrpSpPr>
          <p:grpSpPr>
            <a:xfrm>
              <a:off x="306152" y="3114166"/>
              <a:ext cx="1044430" cy="1398506"/>
              <a:chOff x="306152" y="3114166"/>
              <a:chExt cx="1044430" cy="1398506"/>
            </a:xfrm>
          </p:grpSpPr>
          <p:sp>
            <p:nvSpPr>
              <p:cNvPr id="57" name="Freeform: Shape 56">
                <a:extLst>
                  <a:ext uri="{FF2B5EF4-FFF2-40B4-BE49-F238E27FC236}">
                    <a16:creationId xmlns:a16="http://schemas.microsoft.com/office/drawing/2014/main" id="{3EB7F1AD-4C7A-E626-6FB1-D11B391425C2}"/>
                  </a:ext>
                </a:extLst>
              </p:cNvPr>
              <p:cNvSpPr/>
              <p:nvPr/>
            </p:nvSpPr>
            <p:spPr>
              <a:xfrm>
                <a:off x="486018" y="3290496"/>
                <a:ext cx="192085" cy="1196558"/>
              </a:xfrm>
              <a:custGeom>
                <a:avLst/>
                <a:gdLst>
                  <a:gd name="connsiteX0" fmla="*/ 192086 w 192085"/>
                  <a:gd name="connsiteY0" fmla="*/ 1196558 h 1196558"/>
                  <a:gd name="connsiteX1" fmla="*/ 25687 w 192085"/>
                  <a:gd name="connsiteY1" fmla="*/ 0 h 1196558"/>
                </a:gdLst>
                <a:ahLst/>
                <a:cxnLst>
                  <a:cxn ang="0">
                    <a:pos x="connsiteX0" y="connsiteY0"/>
                  </a:cxn>
                  <a:cxn ang="0">
                    <a:pos x="connsiteX1" y="connsiteY1"/>
                  </a:cxn>
                </a:cxnLst>
                <a:rect l="l" t="t" r="r" b="b"/>
                <a:pathLst>
                  <a:path w="192085" h="1196558">
                    <a:moveTo>
                      <a:pt x="192086" y="1196558"/>
                    </a:moveTo>
                    <a:cubicBezTo>
                      <a:pt x="192086" y="894763"/>
                      <a:pt x="-83787" y="627334"/>
                      <a:pt x="25687" y="0"/>
                    </a:cubicBezTo>
                  </a:path>
                </a:pathLst>
              </a:custGeom>
              <a:noFill/>
              <a:ln w="9525" cap="rnd">
                <a:solidFill>
                  <a:schemeClr val="tx2"/>
                </a:solidFill>
                <a:prstDash val="solid"/>
                <a:round/>
              </a:ln>
            </p:spPr>
            <p:txBody>
              <a:bodyPr rtlCol="0" anchor="ctr"/>
              <a:lstStyle/>
              <a:p>
                <a:endParaRPr lang="pt-BR"/>
              </a:p>
            </p:txBody>
          </p:sp>
          <p:sp>
            <p:nvSpPr>
              <p:cNvPr id="72" name="Freeform: Shape 71">
                <a:extLst>
                  <a:ext uri="{FF2B5EF4-FFF2-40B4-BE49-F238E27FC236}">
                    <a16:creationId xmlns:a16="http://schemas.microsoft.com/office/drawing/2014/main" id="{5CF6FEAC-599F-B90F-DF1F-1CE5A91EDBFC}"/>
                  </a:ext>
                </a:extLst>
              </p:cNvPr>
              <p:cNvSpPr/>
              <p:nvPr/>
            </p:nvSpPr>
            <p:spPr>
              <a:xfrm>
                <a:off x="306152" y="3224075"/>
                <a:ext cx="447031" cy="968682"/>
              </a:xfrm>
              <a:custGeom>
                <a:avLst/>
                <a:gdLst>
                  <a:gd name="connsiteX0" fmla="*/ 199923 w 447031"/>
                  <a:gd name="connsiteY0" fmla="*/ 2063 h 968682"/>
                  <a:gd name="connsiteX1" fmla="*/ 231201 w 447031"/>
                  <a:gd name="connsiteY1" fmla="*/ 12060 h 968682"/>
                  <a:gd name="connsiteX2" fmla="*/ 276241 w 447031"/>
                  <a:gd name="connsiteY2" fmla="*/ 311981 h 968682"/>
                  <a:gd name="connsiteX3" fmla="*/ 447020 w 447031"/>
                  <a:gd name="connsiteY3" fmla="*/ 517552 h 968682"/>
                  <a:gd name="connsiteX4" fmla="*/ 371952 w 447031"/>
                  <a:gd name="connsiteY4" fmla="*/ 743117 h 968682"/>
                  <a:gd name="connsiteX5" fmla="*/ 308145 w 447031"/>
                  <a:gd name="connsiteY5" fmla="*/ 968682 h 968682"/>
                  <a:gd name="connsiteX6" fmla="*/ 109217 w 447031"/>
                  <a:gd name="connsiteY6" fmla="*/ 743117 h 968682"/>
                  <a:gd name="connsiteX7" fmla="*/ 994 w 447031"/>
                  <a:gd name="connsiteY7" fmla="*/ 520676 h 968682"/>
                  <a:gd name="connsiteX8" fmla="*/ 96080 w 447031"/>
                  <a:gd name="connsiteY8" fmla="*/ 293236 h 968682"/>
                  <a:gd name="connsiteX9" fmla="*/ 199923 w 447031"/>
                  <a:gd name="connsiteY9" fmla="*/ 2063 h 96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031" h="968682">
                    <a:moveTo>
                      <a:pt x="199923" y="2063"/>
                    </a:moveTo>
                    <a:cubicBezTo>
                      <a:pt x="211183" y="-2936"/>
                      <a:pt x="224320" y="1438"/>
                      <a:pt x="231201" y="12060"/>
                    </a:cubicBezTo>
                    <a:cubicBezTo>
                      <a:pt x="318154" y="150149"/>
                      <a:pt x="261854" y="250747"/>
                      <a:pt x="276241" y="311981"/>
                    </a:cubicBezTo>
                    <a:cubicBezTo>
                      <a:pt x="290629" y="376339"/>
                      <a:pt x="445143" y="391960"/>
                      <a:pt x="447020" y="517552"/>
                    </a:cubicBezTo>
                    <a:cubicBezTo>
                      <a:pt x="448271" y="643143"/>
                      <a:pt x="351934" y="621899"/>
                      <a:pt x="371952" y="743117"/>
                    </a:cubicBezTo>
                    <a:cubicBezTo>
                      <a:pt x="391970" y="864335"/>
                      <a:pt x="308145" y="968682"/>
                      <a:pt x="308145" y="968682"/>
                    </a:cubicBezTo>
                    <a:cubicBezTo>
                      <a:pt x="308145" y="968682"/>
                      <a:pt x="106089" y="923694"/>
                      <a:pt x="109217" y="743117"/>
                    </a:cubicBezTo>
                    <a:cubicBezTo>
                      <a:pt x="109217" y="643143"/>
                      <a:pt x="-12142" y="650641"/>
                      <a:pt x="994" y="520676"/>
                    </a:cubicBezTo>
                    <a:cubicBezTo>
                      <a:pt x="14131" y="390710"/>
                      <a:pt x="101710" y="380713"/>
                      <a:pt x="96080" y="293236"/>
                    </a:cubicBezTo>
                    <a:cubicBezTo>
                      <a:pt x="90450" y="209508"/>
                      <a:pt x="22889" y="75794"/>
                      <a:pt x="199923" y="2063"/>
                    </a:cubicBezTo>
                    <a:close/>
                  </a:path>
                </a:pathLst>
              </a:custGeom>
              <a:noFill/>
              <a:ln w="9525" cap="rnd">
                <a:solidFill>
                  <a:schemeClr val="tx2"/>
                </a:solidFill>
                <a:prstDash val="solid"/>
                <a:round/>
              </a:ln>
            </p:spPr>
            <p:txBody>
              <a:bodyPr rtlCol="0" anchor="ctr"/>
              <a:lstStyle/>
              <a:p>
                <a:endParaRPr lang="pt-BR"/>
              </a:p>
            </p:txBody>
          </p:sp>
          <p:sp>
            <p:nvSpPr>
              <p:cNvPr id="73" name="Freeform: Shape 72">
                <a:extLst>
                  <a:ext uri="{FF2B5EF4-FFF2-40B4-BE49-F238E27FC236}">
                    <a16:creationId xmlns:a16="http://schemas.microsoft.com/office/drawing/2014/main" id="{C1856201-BF90-EAD0-9495-EAE52A775B81}"/>
                  </a:ext>
                </a:extLst>
              </p:cNvPr>
              <p:cNvSpPr/>
              <p:nvPr/>
            </p:nvSpPr>
            <p:spPr>
              <a:xfrm>
                <a:off x="773934" y="3177401"/>
                <a:ext cx="169408" cy="1266539"/>
              </a:xfrm>
              <a:custGeom>
                <a:avLst/>
                <a:gdLst>
                  <a:gd name="connsiteX0" fmla="*/ 31159 w 169408"/>
                  <a:gd name="connsiteY0" fmla="*/ 1266540 h 1266539"/>
                  <a:gd name="connsiteX1" fmla="*/ 169408 w 169408"/>
                  <a:gd name="connsiteY1" fmla="*/ 0 h 1266539"/>
                </a:gdLst>
                <a:ahLst/>
                <a:cxnLst>
                  <a:cxn ang="0">
                    <a:pos x="connsiteX0" y="connsiteY0"/>
                  </a:cxn>
                  <a:cxn ang="0">
                    <a:pos x="connsiteX1" y="connsiteY1"/>
                  </a:cxn>
                </a:cxnLst>
                <a:rect l="l" t="t" r="r" b="b"/>
                <a:pathLst>
                  <a:path w="169408" h="1266539">
                    <a:moveTo>
                      <a:pt x="31159" y="1266540"/>
                    </a:moveTo>
                    <a:cubicBezTo>
                      <a:pt x="-20762" y="1076590"/>
                      <a:pt x="-27644" y="511115"/>
                      <a:pt x="169408" y="0"/>
                    </a:cubicBezTo>
                  </a:path>
                </a:pathLst>
              </a:custGeom>
              <a:noFill/>
              <a:ln w="9525" cap="rnd">
                <a:solidFill>
                  <a:schemeClr val="tx2"/>
                </a:solidFill>
                <a:prstDash val="solid"/>
                <a:round/>
              </a:ln>
            </p:spPr>
            <p:txBody>
              <a:bodyPr rtlCol="0" anchor="ctr"/>
              <a:lstStyle/>
              <a:p>
                <a:endParaRPr lang="pt-BR"/>
              </a:p>
            </p:txBody>
          </p:sp>
          <p:sp>
            <p:nvSpPr>
              <p:cNvPr id="74" name="Freeform: Shape 73">
                <a:extLst>
                  <a:ext uri="{FF2B5EF4-FFF2-40B4-BE49-F238E27FC236}">
                    <a16:creationId xmlns:a16="http://schemas.microsoft.com/office/drawing/2014/main" id="{D79E4F68-5C74-2550-0AB1-9FB35641E306}"/>
                  </a:ext>
                </a:extLst>
              </p:cNvPr>
              <p:cNvSpPr/>
              <p:nvPr/>
            </p:nvSpPr>
            <p:spPr>
              <a:xfrm>
                <a:off x="601904" y="3114166"/>
                <a:ext cx="445358" cy="956123"/>
              </a:xfrm>
              <a:custGeom>
                <a:avLst/>
                <a:gdLst>
                  <a:gd name="connsiteX0" fmla="*/ 354575 w 445358"/>
                  <a:gd name="connsiteY0" fmla="*/ 127 h 956123"/>
                  <a:gd name="connsiteX1" fmla="*/ 381474 w 445358"/>
                  <a:gd name="connsiteY1" fmla="*/ 18872 h 956123"/>
                  <a:gd name="connsiteX2" fmla="*/ 336434 w 445358"/>
                  <a:gd name="connsiteY2" fmla="*/ 318792 h 956123"/>
                  <a:gd name="connsiteX3" fmla="*/ 439652 w 445358"/>
                  <a:gd name="connsiteY3" fmla="*/ 564977 h 956123"/>
                  <a:gd name="connsiteX4" fmla="*/ 302028 w 445358"/>
                  <a:gd name="connsiteY4" fmla="*/ 758676 h 956123"/>
                  <a:gd name="connsiteX5" fmla="*/ 175665 w 445358"/>
                  <a:gd name="connsiteY5" fmla="*/ 956123 h 956123"/>
                  <a:gd name="connsiteX6" fmla="*/ 51178 w 445358"/>
                  <a:gd name="connsiteY6" fmla="*/ 682446 h 956123"/>
                  <a:gd name="connsiteX7" fmla="*/ 13019 w 445358"/>
                  <a:gd name="connsiteY7" fmla="*/ 438136 h 956123"/>
                  <a:gd name="connsiteX8" fmla="*/ 170035 w 445358"/>
                  <a:gd name="connsiteY8" fmla="*/ 248811 h 956123"/>
                  <a:gd name="connsiteX9" fmla="*/ 354575 w 445358"/>
                  <a:gd name="connsiteY9" fmla="*/ 127 h 95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358" h="956123">
                    <a:moveTo>
                      <a:pt x="354575" y="127"/>
                    </a:moveTo>
                    <a:cubicBezTo>
                      <a:pt x="367087" y="-1123"/>
                      <a:pt x="378347" y="7000"/>
                      <a:pt x="381474" y="18872"/>
                    </a:cubicBezTo>
                    <a:cubicBezTo>
                      <a:pt x="424013" y="176330"/>
                      <a:pt x="340813" y="256309"/>
                      <a:pt x="336434" y="318792"/>
                    </a:cubicBezTo>
                    <a:cubicBezTo>
                      <a:pt x="332055" y="384400"/>
                      <a:pt x="475309" y="444384"/>
                      <a:pt x="439652" y="564977"/>
                    </a:cubicBezTo>
                    <a:cubicBezTo>
                      <a:pt x="403995" y="685570"/>
                      <a:pt x="318293" y="636833"/>
                      <a:pt x="302028" y="758676"/>
                    </a:cubicBezTo>
                    <a:cubicBezTo>
                      <a:pt x="285764" y="880518"/>
                      <a:pt x="175665" y="956123"/>
                      <a:pt x="175665" y="956123"/>
                    </a:cubicBezTo>
                    <a:cubicBezTo>
                      <a:pt x="175665" y="956123"/>
                      <a:pt x="-4497" y="854275"/>
                      <a:pt x="51178" y="682446"/>
                    </a:cubicBezTo>
                    <a:cubicBezTo>
                      <a:pt x="80579" y="586846"/>
                      <a:pt x="-38277" y="558729"/>
                      <a:pt x="13019" y="438136"/>
                    </a:cubicBezTo>
                    <a:cubicBezTo>
                      <a:pt x="64315" y="317543"/>
                      <a:pt x="149391" y="333788"/>
                      <a:pt x="170035" y="248811"/>
                    </a:cubicBezTo>
                    <a:cubicBezTo>
                      <a:pt x="189427" y="166333"/>
                      <a:pt x="163779" y="18872"/>
                      <a:pt x="354575" y="127"/>
                    </a:cubicBezTo>
                    <a:close/>
                  </a:path>
                </a:pathLst>
              </a:custGeom>
              <a:solidFill>
                <a:schemeClr val="accent1"/>
              </a:solidFill>
              <a:ln w="6237" cap="flat">
                <a:noFill/>
                <a:prstDash val="solid"/>
                <a:miter/>
              </a:ln>
            </p:spPr>
            <p:txBody>
              <a:bodyPr rtlCol="0" anchor="ctr"/>
              <a:lstStyle/>
              <a:p>
                <a:endParaRPr lang="pt-BR"/>
              </a:p>
            </p:txBody>
          </p:sp>
          <p:sp>
            <p:nvSpPr>
              <p:cNvPr id="75" name="Freeform: Shape 74">
                <a:extLst>
                  <a:ext uri="{FF2B5EF4-FFF2-40B4-BE49-F238E27FC236}">
                    <a16:creationId xmlns:a16="http://schemas.microsoft.com/office/drawing/2014/main" id="{4B1C05ED-AFA6-B57F-E31A-ABABD02A794E}"/>
                  </a:ext>
                </a:extLst>
              </p:cNvPr>
              <p:cNvSpPr/>
              <p:nvPr/>
            </p:nvSpPr>
            <p:spPr>
              <a:xfrm>
                <a:off x="805093" y="3410464"/>
                <a:ext cx="494818" cy="1102208"/>
              </a:xfrm>
              <a:custGeom>
                <a:avLst/>
                <a:gdLst>
                  <a:gd name="connsiteX0" fmla="*/ 0 w 494818"/>
                  <a:gd name="connsiteY0" fmla="*/ 1102208 h 1102208"/>
                  <a:gd name="connsiteX1" fmla="*/ 494819 w 494818"/>
                  <a:gd name="connsiteY1" fmla="*/ 0 h 1102208"/>
                </a:gdLst>
                <a:ahLst/>
                <a:cxnLst>
                  <a:cxn ang="0">
                    <a:pos x="connsiteX0" y="connsiteY0"/>
                  </a:cxn>
                  <a:cxn ang="0">
                    <a:pos x="connsiteX1" y="connsiteY1"/>
                  </a:cxn>
                </a:cxnLst>
                <a:rect l="l" t="t" r="r" b="b"/>
                <a:pathLst>
                  <a:path w="494818" h="1102208">
                    <a:moveTo>
                      <a:pt x="0" y="1102208"/>
                    </a:moveTo>
                    <a:cubicBezTo>
                      <a:pt x="160769" y="846026"/>
                      <a:pt x="68812" y="473625"/>
                      <a:pt x="494819" y="0"/>
                    </a:cubicBezTo>
                  </a:path>
                </a:pathLst>
              </a:custGeom>
              <a:noFill/>
              <a:ln w="9525" cap="rnd">
                <a:solidFill>
                  <a:schemeClr val="tx2"/>
                </a:solidFill>
                <a:prstDash val="solid"/>
                <a:round/>
              </a:ln>
            </p:spPr>
            <p:txBody>
              <a:bodyPr rtlCol="0" anchor="ctr"/>
              <a:lstStyle/>
              <a:p>
                <a:endParaRPr lang="pt-BR"/>
              </a:p>
            </p:txBody>
          </p:sp>
          <p:sp>
            <p:nvSpPr>
              <p:cNvPr id="76" name="Freeform: Shape 75">
                <a:extLst>
                  <a:ext uri="{FF2B5EF4-FFF2-40B4-BE49-F238E27FC236}">
                    <a16:creationId xmlns:a16="http://schemas.microsoft.com/office/drawing/2014/main" id="{B6C199A5-5D0F-844F-6CD5-79D13B1BD31B}"/>
                  </a:ext>
                </a:extLst>
              </p:cNvPr>
              <p:cNvSpPr/>
              <p:nvPr/>
            </p:nvSpPr>
            <p:spPr>
              <a:xfrm>
                <a:off x="825082" y="3349353"/>
                <a:ext cx="525500" cy="880894"/>
              </a:xfrm>
              <a:custGeom>
                <a:avLst/>
                <a:gdLst>
                  <a:gd name="connsiteX0" fmla="*/ 504232 w 525500"/>
                  <a:gd name="connsiteY0" fmla="*/ 4251 h 880894"/>
                  <a:gd name="connsiteX1" fmla="*/ 525501 w 525500"/>
                  <a:gd name="connsiteY1" fmla="*/ 29245 h 880894"/>
                  <a:gd name="connsiteX2" fmla="*/ 404142 w 525500"/>
                  <a:gd name="connsiteY2" fmla="*/ 307296 h 880894"/>
                  <a:gd name="connsiteX3" fmla="*/ 439799 w 525500"/>
                  <a:gd name="connsiteY3" fmla="*/ 572226 h 880894"/>
                  <a:gd name="connsiteX4" fmla="*/ 256510 w 525500"/>
                  <a:gd name="connsiteY4" fmla="*/ 723436 h 880894"/>
                  <a:gd name="connsiteX5" fmla="*/ 82603 w 525500"/>
                  <a:gd name="connsiteY5" fmla="*/ 880894 h 880894"/>
                  <a:gd name="connsiteX6" fmla="*/ 33810 w 525500"/>
                  <a:gd name="connsiteY6" fmla="*/ 584098 h 880894"/>
                  <a:gd name="connsiteX7" fmla="*/ 60083 w 525500"/>
                  <a:gd name="connsiteY7" fmla="*/ 338538 h 880894"/>
                  <a:gd name="connsiteX8" fmla="*/ 261514 w 525500"/>
                  <a:gd name="connsiteY8" fmla="*/ 196700 h 880894"/>
                  <a:gd name="connsiteX9" fmla="*/ 504232 w 525500"/>
                  <a:gd name="connsiteY9" fmla="*/ 4251 h 880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5500" h="880894">
                    <a:moveTo>
                      <a:pt x="504232" y="4251"/>
                    </a:moveTo>
                    <a:cubicBezTo>
                      <a:pt x="516117" y="6126"/>
                      <a:pt x="525501" y="16748"/>
                      <a:pt x="525501" y="29245"/>
                    </a:cubicBezTo>
                    <a:cubicBezTo>
                      <a:pt x="525501" y="192326"/>
                      <a:pt x="424786" y="247937"/>
                      <a:pt x="404142" y="307296"/>
                    </a:cubicBezTo>
                    <a:cubicBezTo>
                      <a:pt x="382873" y="369155"/>
                      <a:pt x="505483" y="464754"/>
                      <a:pt x="439799" y="572226"/>
                    </a:cubicBezTo>
                    <a:cubicBezTo>
                      <a:pt x="374115" y="679697"/>
                      <a:pt x="304052" y="610341"/>
                      <a:pt x="256510" y="723436"/>
                    </a:cubicBezTo>
                    <a:cubicBezTo>
                      <a:pt x="208967" y="836531"/>
                      <a:pt x="82603" y="880894"/>
                      <a:pt x="82603" y="880894"/>
                    </a:cubicBezTo>
                    <a:cubicBezTo>
                      <a:pt x="82603" y="880894"/>
                      <a:pt x="-64403" y="735932"/>
                      <a:pt x="33810" y="584098"/>
                    </a:cubicBezTo>
                    <a:cubicBezTo>
                      <a:pt x="86982" y="499120"/>
                      <a:pt x="-19989" y="441011"/>
                      <a:pt x="60083" y="338538"/>
                    </a:cubicBezTo>
                    <a:cubicBezTo>
                      <a:pt x="140155" y="236065"/>
                      <a:pt x="219601" y="273555"/>
                      <a:pt x="261514" y="196700"/>
                    </a:cubicBezTo>
                    <a:cubicBezTo>
                      <a:pt x="301550" y="121720"/>
                      <a:pt x="315312" y="-26990"/>
                      <a:pt x="504232" y="4251"/>
                    </a:cubicBezTo>
                    <a:close/>
                  </a:path>
                </a:pathLst>
              </a:custGeom>
              <a:noFill/>
              <a:ln w="9525" cap="rnd">
                <a:solidFill>
                  <a:schemeClr val="tx2"/>
                </a:solidFill>
                <a:prstDash val="solid"/>
                <a:round/>
              </a:ln>
            </p:spPr>
            <p:txBody>
              <a:bodyPr rtlCol="0" anchor="ctr"/>
              <a:lstStyle/>
              <a:p>
                <a:endParaRPr lang="pt-BR" dirty="0"/>
              </a:p>
            </p:txBody>
          </p:sp>
          <p:sp>
            <p:nvSpPr>
              <p:cNvPr id="77" name="Freeform: Shape 76">
                <a:extLst>
                  <a:ext uri="{FF2B5EF4-FFF2-40B4-BE49-F238E27FC236}">
                    <a16:creationId xmlns:a16="http://schemas.microsoft.com/office/drawing/2014/main" id="{1D79D400-5BD6-B993-127F-3017209130A6}"/>
                  </a:ext>
                </a:extLst>
              </p:cNvPr>
              <p:cNvSpPr/>
              <p:nvPr/>
            </p:nvSpPr>
            <p:spPr>
              <a:xfrm>
                <a:off x="774441" y="3177401"/>
                <a:ext cx="168901" cy="892888"/>
              </a:xfrm>
              <a:custGeom>
                <a:avLst/>
                <a:gdLst>
                  <a:gd name="connsiteX0" fmla="*/ 0 w 168901"/>
                  <a:gd name="connsiteY0" fmla="*/ 892889 h 892888"/>
                  <a:gd name="connsiteX1" fmla="*/ 168902 w 168901"/>
                  <a:gd name="connsiteY1" fmla="*/ 0 h 892888"/>
                </a:gdLst>
                <a:ahLst/>
                <a:cxnLst>
                  <a:cxn ang="0">
                    <a:pos x="connsiteX0" y="connsiteY0"/>
                  </a:cxn>
                  <a:cxn ang="0">
                    <a:pos x="connsiteX1" y="connsiteY1"/>
                  </a:cxn>
                </a:cxnLst>
                <a:rect l="l" t="t" r="r" b="b"/>
                <a:pathLst>
                  <a:path w="168901" h="892888">
                    <a:moveTo>
                      <a:pt x="0" y="892889"/>
                    </a:moveTo>
                    <a:cubicBezTo>
                      <a:pt x="5004" y="639206"/>
                      <a:pt x="49419" y="309918"/>
                      <a:pt x="168902" y="0"/>
                    </a:cubicBezTo>
                  </a:path>
                </a:pathLst>
              </a:custGeom>
              <a:noFill/>
              <a:ln w="9525" cap="rnd">
                <a:solidFill>
                  <a:schemeClr val="bg1"/>
                </a:solidFill>
                <a:prstDash val="solid"/>
                <a:round/>
              </a:ln>
            </p:spPr>
            <p:txBody>
              <a:bodyPr rtlCol="0" anchor="ctr"/>
              <a:lstStyle/>
              <a:p>
                <a:endParaRPr lang="pt-BR"/>
              </a:p>
            </p:txBody>
          </p:sp>
        </p:grpSp>
        <p:sp>
          <p:nvSpPr>
            <p:cNvPr id="78" name="Freeform: Shape 77">
              <a:extLst>
                <a:ext uri="{FF2B5EF4-FFF2-40B4-BE49-F238E27FC236}">
                  <a16:creationId xmlns:a16="http://schemas.microsoft.com/office/drawing/2014/main" id="{834A718E-2092-9859-FC57-02B9E2F351E8}"/>
                </a:ext>
              </a:extLst>
            </p:cNvPr>
            <p:cNvSpPr/>
            <p:nvPr/>
          </p:nvSpPr>
          <p:spPr>
            <a:xfrm>
              <a:off x="569930" y="4352714"/>
              <a:ext cx="438272" cy="557352"/>
            </a:xfrm>
            <a:custGeom>
              <a:avLst/>
              <a:gdLst>
                <a:gd name="connsiteX0" fmla="*/ 309605 w 438272"/>
                <a:gd name="connsiteY0" fmla="*/ 557352 h 557352"/>
                <a:gd name="connsiteX1" fmla="*/ 128818 w 438272"/>
                <a:gd name="connsiteY1" fmla="*/ 557352 h 557352"/>
                <a:gd name="connsiteX2" fmla="*/ 97540 w 438272"/>
                <a:gd name="connsiteY2" fmla="*/ 531734 h 557352"/>
                <a:gd name="connsiteX3" fmla="*/ 578 w 438272"/>
                <a:gd name="connsiteY3" fmla="*/ 37490 h 557352"/>
                <a:gd name="connsiteX4" fmla="*/ 31856 w 438272"/>
                <a:gd name="connsiteY4" fmla="*/ 0 h 557352"/>
                <a:gd name="connsiteX5" fmla="*/ 406567 w 438272"/>
                <a:gd name="connsiteY5" fmla="*/ 0 h 557352"/>
                <a:gd name="connsiteX6" fmla="*/ 437845 w 438272"/>
                <a:gd name="connsiteY6" fmla="*/ 37490 h 557352"/>
                <a:gd name="connsiteX7" fmla="*/ 340883 w 438272"/>
                <a:gd name="connsiteY7" fmla="*/ 531734 h 557352"/>
                <a:gd name="connsiteX8" fmla="*/ 309605 w 438272"/>
                <a:gd name="connsiteY8" fmla="*/ 557352 h 55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272" h="557352">
                  <a:moveTo>
                    <a:pt x="309605" y="557352"/>
                  </a:moveTo>
                  <a:lnTo>
                    <a:pt x="128818" y="557352"/>
                  </a:lnTo>
                  <a:cubicBezTo>
                    <a:pt x="113804" y="557352"/>
                    <a:pt x="100667" y="546730"/>
                    <a:pt x="97540" y="531734"/>
                  </a:cubicBezTo>
                  <a:lnTo>
                    <a:pt x="578" y="37490"/>
                  </a:lnTo>
                  <a:cubicBezTo>
                    <a:pt x="-3176" y="18120"/>
                    <a:pt x="11838" y="0"/>
                    <a:pt x="31856" y="0"/>
                  </a:cubicBezTo>
                  <a:lnTo>
                    <a:pt x="406567" y="0"/>
                  </a:lnTo>
                  <a:cubicBezTo>
                    <a:pt x="426585" y="0"/>
                    <a:pt x="440973" y="18120"/>
                    <a:pt x="437845" y="37490"/>
                  </a:cubicBezTo>
                  <a:lnTo>
                    <a:pt x="340883" y="531734"/>
                  </a:lnTo>
                  <a:cubicBezTo>
                    <a:pt x="337755" y="546105"/>
                    <a:pt x="325244" y="557352"/>
                    <a:pt x="309605" y="557352"/>
                  </a:cubicBezTo>
                  <a:close/>
                </a:path>
              </a:pathLst>
            </a:custGeom>
            <a:solidFill>
              <a:schemeClr val="accent1"/>
            </a:solidFill>
            <a:ln w="6237" cap="flat">
              <a:noFill/>
              <a:prstDash val="solid"/>
              <a:miter/>
            </a:ln>
          </p:spPr>
          <p:txBody>
            <a:bodyPr rtlCol="0" anchor="ctr"/>
            <a:lstStyle/>
            <a:p>
              <a:endParaRPr lang="pt-BR"/>
            </a:p>
          </p:txBody>
        </p:sp>
      </p:grpSp>
      <p:sp>
        <p:nvSpPr>
          <p:cNvPr id="10" name="Rectangle 9" title="0">
            <a:extLst>
              <a:ext uri="{FF2B5EF4-FFF2-40B4-BE49-F238E27FC236}">
                <a16:creationId xmlns:a16="http://schemas.microsoft.com/office/drawing/2014/main" id="{5C4C1B57-784F-0AD7-0AC3-329FC771D545}"/>
              </a:ext>
            </a:extLst>
          </p:cNvPr>
          <p:cNvSpPr/>
          <p:nvPr/>
        </p:nvSpPr>
        <p:spPr>
          <a:xfrm>
            <a:off x="162722" y="255826"/>
            <a:ext cx="4517434" cy="4465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8987" rtl="0" eaLnBrk="1" fontAlgn="auto" latinLnBrk="0" hangingPunct="1">
              <a:lnSpc>
                <a:spcPct val="100000"/>
              </a:lnSpc>
              <a:spcBef>
                <a:spcPct val="0"/>
              </a:spcBef>
              <a:spcAft>
                <a:spcPts val="0"/>
              </a:spcAft>
              <a:buClrTx/>
              <a:buSzTx/>
              <a:buFontTx/>
              <a:buNone/>
              <a:tabLst/>
              <a:defRPr/>
            </a:pPr>
            <a:r>
              <a:rPr kumimoji="0" lang="en-GB" sz="2800" b="1" i="0" u="none" strike="noStrike" kern="1200" cap="none" spc="0" normalizeH="0" baseline="0" noProof="0" dirty="0">
                <a:ln>
                  <a:noFill/>
                </a:ln>
                <a:solidFill>
                  <a:schemeClr val="bg1"/>
                </a:solidFill>
                <a:effectLst/>
                <a:uLnTx/>
                <a:uFillTx/>
                <a:latin typeface="Cooper Black" pitchFamily="18" charset="0"/>
                <a:ea typeface="Segoe UI Black" panose="020B0A02040204020203" pitchFamily="34" charset="0"/>
                <a:cs typeface="+mj-cs"/>
              </a:rPr>
              <a:t>40 Hours Training</a:t>
            </a:r>
          </a:p>
        </p:txBody>
      </p:sp>
      <p:sp>
        <p:nvSpPr>
          <p:cNvPr id="59" name="TextBox 58">
            <a:extLst>
              <a:ext uri="{FF2B5EF4-FFF2-40B4-BE49-F238E27FC236}">
                <a16:creationId xmlns:a16="http://schemas.microsoft.com/office/drawing/2014/main" id="{522655F5-CEF6-7779-83F7-C423ABCF6D1B}"/>
              </a:ext>
            </a:extLst>
          </p:cNvPr>
          <p:cNvSpPr txBox="1"/>
          <p:nvPr/>
        </p:nvSpPr>
        <p:spPr>
          <a:xfrm>
            <a:off x="1887016" y="1386245"/>
            <a:ext cx="4622400" cy="1754326"/>
          </a:xfrm>
          <a:prstGeom prst="rect">
            <a:avLst/>
          </a:prstGeom>
          <a:noFill/>
        </p:spPr>
        <p:txBody>
          <a:bodyPr wrap="square">
            <a:spAutoFit/>
          </a:bodyPr>
          <a:lstStyle/>
          <a:p>
            <a:pPr algn="ctr"/>
            <a:r>
              <a:rPr lang="en-US" sz="1800" b="1" dirty="0">
                <a:solidFill>
                  <a:schemeClr val="tx2">
                    <a:lumMod val="60000"/>
                    <a:lumOff val="40000"/>
                  </a:schemeClr>
                </a:solidFill>
                <a:effectLst>
                  <a:outerShdw blurRad="38100" dist="38100" dir="2700000" algn="tl">
                    <a:srgbClr val="000000">
                      <a:alpha val="43137"/>
                    </a:srgbClr>
                  </a:outerShdw>
                </a:effectLst>
                <a:latin typeface="Arial Black" panose="020B0A04020102020204" pitchFamily="34" charset="0"/>
                <a:cs typeface="Times New Roman" panose="02020603050405020304" pitchFamily="18" charset="0"/>
              </a:rPr>
              <a:t>The Course is designed for absolute beginner/ABAP Developers who have never worked on UI5 and aspire to transform their Dialog/WD programs to Fiori UX Apps.</a:t>
            </a:r>
          </a:p>
        </p:txBody>
      </p:sp>
      <p:pic>
        <p:nvPicPr>
          <p:cNvPr id="60" name="Picture 59">
            <a:extLst>
              <a:ext uri="{FF2B5EF4-FFF2-40B4-BE49-F238E27FC236}">
                <a16:creationId xmlns:a16="http://schemas.microsoft.com/office/drawing/2014/main" id="{A030150C-A353-6BF4-C44A-B3FE8BD0E23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05963" y="0"/>
            <a:ext cx="660427" cy="652307"/>
          </a:xfrm>
          <a:prstGeom prst="rect">
            <a:avLst/>
          </a:prstGeom>
        </p:spPr>
      </p:pic>
      <p:pic>
        <p:nvPicPr>
          <p:cNvPr id="66" name="Picture 65">
            <a:extLst>
              <a:ext uri="{FF2B5EF4-FFF2-40B4-BE49-F238E27FC236}">
                <a16:creationId xmlns:a16="http://schemas.microsoft.com/office/drawing/2014/main" id="{B1C7078F-CF13-202A-9125-A4D94FBBDE2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997" y="4745549"/>
            <a:ext cx="402905" cy="397951"/>
          </a:xfrm>
          <a:prstGeom prst="rect">
            <a:avLst/>
          </a:prstGeom>
        </p:spPr>
      </p:pic>
      <p:sp>
        <p:nvSpPr>
          <p:cNvPr id="67" name="TextBox 66">
            <a:extLst>
              <a:ext uri="{FF2B5EF4-FFF2-40B4-BE49-F238E27FC236}">
                <a16:creationId xmlns:a16="http://schemas.microsoft.com/office/drawing/2014/main" id="{FA73BBED-C244-CACB-254E-79942CD6B4C7}"/>
              </a:ext>
            </a:extLst>
          </p:cNvPr>
          <p:cNvSpPr txBox="1"/>
          <p:nvPr/>
        </p:nvSpPr>
        <p:spPr>
          <a:xfrm>
            <a:off x="1572900" y="3328135"/>
            <a:ext cx="4833269" cy="461665"/>
          </a:xfrm>
          <a:prstGeom prst="rect">
            <a:avLst/>
          </a:prstGeom>
          <a:noFill/>
        </p:spPr>
        <p:txBody>
          <a:bodyPr wrap="square">
            <a:spAutoFit/>
          </a:bodyPr>
          <a:lstStyle/>
          <a:p>
            <a:pPr algn="ctr"/>
            <a:r>
              <a:rPr lang="en-US" sz="2400" dirty="0">
                <a:solidFill>
                  <a:srgbClr val="FFC000"/>
                </a:solidFill>
                <a:effectLst>
                  <a:outerShdw blurRad="38100" dist="38100" dir="2700000" algn="tl">
                    <a:srgbClr val="000000">
                      <a:alpha val="43137"/>
                    </a:srgbClr>
                  </a:outerShdw>
                </a:effectLst>
                <a:latin typeface="Cooper Black" panose="0208090404030B020404" pitchFamily="18" charset="0"/>
              </a:rPr>
              <a:t>www.anubhavtrainings.com</a:t>
            </a:r>
          </a:p>
        </p:txBody>
      </p:sp>
      <p:sp>
        <p:nvSpPr>
          <p:cNvPr id="68" name="TextBox 67">
            <a:extLst>
              <a:ext uri="{FF2B5EF4-FFF2-40B4-BE49-F238E27FC236}">
                <a16:creationId xmlns:a16="http://schemas.microsoft.com/office/drawing/2014/main" id="{64962B04-0921-57E1-202B-0C318F80F896}"/>
              </a:ext>
            </a:extLst>
          </p:cNvPr>
          <p:cNvSpPr txBox="1"/>
          <p:nvPr/>
        </p:nvSpPr>
        <p:spPr>
          <a:xfrm>
            <a:off x="1597478" y="3895048"/>
            <a:ext cx="4833269" cy="338554"/>
          </a:xfrm>
          <a:prstGeom prst="rect">
            <a:avLst/>
          </a:prstGeom>
          <a:noFill/>
        </p:spPr>
        <p:txBody>
          <a:bodyPr wrap="square">
            <a:spAutoFit/>
          </a:bodyPr>
          <a:lstStyle/>
          <a:p>
            <a:pPr algn="ctr"/>
            <a:r>
              <a:rPr lang="en-US" sz="1600" dirty="0">
                <a:solidFill>
                  <a:schemeClr val="tx2">
                    <a:lumMod val="60000"/>
                    <a:lumOff val="40000"/>
                  </a:schemeClr>
                </a:solidFill>
                <a:effectLst>
                  <a:outerShdw blurRad="38100" dist="38100" dir="2700000" algn="tl">
                    <a:srgbClr val="000000">
                      <a:alpha val="43137"/>
                    </a:srgbClr>
                  </a:outerShdw>
                </a:effectLst>
                <a:latin typeface="Cooper Black" panose="0208090404030B020404" pitchFamily="18" charset="0"/>
              </a:rPr>
              <a:t>Join us now for free </a:t>
            </a:r>
            <a:r>
              <a:rPr lang="en-US" sz="1600" dirty="0">
                <a:solidFill>
                  <a:srgbClr val="FFC000"/>
                </a:solidFill>
                <a:effectLst>
                  <a:outerShdw blurRad="38100" dist="38100" dir="2700000" algn="tl">
                    <a:srgbClr val="000000">
                      <a:alpha val="43137"/>
                    </a:srgbClr>
                  </a:outerShdw>
                </a:effectLst>
                <a:latin typeface="Cooper Black" panose="0208090404030B020404" pitchFamily="18" charset="0"/>
              </a:rPr>
              <a:t>LIVE DEMO</a:t>
            </a:r>
            <a:r>
              <a:rPr lang="en-US" sz="1600" dirty="0">
                <a:solidFill>
                  <a:schemeClr val="tx2">
                    <a:lumMod val="60000"/>
                    <a:lumOff val="40000"/>
                  </a:schemeClr>
                </a:solidFill>
                <a:effectLst>
                  <a:outerShdw blurRad="38100" dist="38100" dir="2700000" algn="tl">
                    <a:srgbClr val="000000">
                      <a:alpha val="43137"/>
                    </a:srgbClr>
                  </a:outerShdw>
                </a:effectLst>
                <a:latin typeface="Cooper Black" panose="0208090404030B020404" pitchFamily="18" charset="0"/>
              </a:rPr>
              <a:t>!! </a:t>
            </a:r>
          </a:p>
        </p:txBody>
      </p:sp>
      <p:sp>
        <p:nvSpPr>
          <p:cNvPr id="92" name="TextBox 91">
            <a:extLst>
              <a:ext uri="{FF2B5EF4-FFF2-40B4-BE49-F238E27FC236}">
                <a16:creationId xmlns:a16="http://schemas.microsoft.com/office/drawing/2014/main" id="{FA3D6F12-72E2-D82C-ABAF-2A0D686D67BF}"/>
              </a:ext>
            </a:extLst>
          </p:cNvPr>
          <p:cNvSpPr txBox="1"/>
          <p:nvPr/>
        </p:nvSpPr>
        <p:spPr>
          <a:xfrm>
            <a:off x="8915400" y="4881890"/>
            <a:ext cx="152400" cy="261610"/>
          </a:xfrm>
          <a:prstGeom prst="rect">
            <a:avLst/>
          </a:prstGeom>
          <a:noFill/>
        </p:spPr>
        <p:txBody>
          <a:bodyPr wrap="square" rtlCol="0">
            <a:spAutoFit/>
          </a:bodyPr>
          <a:lstStyle/>
          <a:p>
            <a:r>
              <a:rPr lang="en-IN" sz="1100" dirty="0"/>
              <a:t>5</a:t>
            </a:r>
          </a:p>
        </p:txBody>
      </p:sp>
    </p:spTree>
    <p:extLst>
      <p:ext uri="{BB962C8B-B14F-4D97-AF65-F5344CB8AC3E}">
        <p14:creationId xmlns:p14="http://schemas.microsoft.com/office/powerpoint/2010/main" val="907290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pic>
        <p:nvPicPr>
          <p:cNvPr id="244" name="Graphic 243">
            <a:extLst>
              <a:ext uri="{FF2B5EF4-FFF2-40B4-BE49-F238E27FC236}">
                <a16:creationId xmlns:a16="http://schemas.microsoft.com/office/drawing/2014/main" id="{C1856B05-099A-011F-D38E-70111DA7E1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18757"/>
          <a:stretch>
            <a:fillRect/>
          </a:stretch>
        </p:blipFill>
        <p:spPr>
          <a:xfrm flipH="1">
            <a:off x="5365765" y="-5237"/>
            <a:ext cx="4064263" cy="2159498"/>
          </a:xfrm>
          <a:custGeom>
            <a:avLst/>
            <a:gdLst>
              <a:gd name="connsiteX0" fmla="*/ 4064263 w 4064263"/>
              <a:gd name="connsiteY0" fmla="*/ 0 h 2159498"/>
              <a:gd name="connsiteX1" fmla="*/ 0 w 4064263"/>
              <a:gd name="connsiteY1" fmla="*/ 0 h 2159498"/>
              <a:gd name="connsiteX2" fmla="*/ 0 w 4064263"/>
              <a:gd name="connsiteY2" fmla="*/ 2159498 h 2159498"/>
              <a:gd name="connsiteX3" fmla="*/ 4064263 w 4064263"/>
              <a:gd name="connsiteY3" fmla="*/ 2159498 h 2159498"/>
            </a:gdLst>
            <a:ahLst/>
            <a:cxnLst>
              <a:cxn ang="0">
                <a:pos x="connsiteX0" y="connsiteY0"/>
              </a:cxn>
              <a:cxn ang="0">
                <a:pos x="connsiteX1" y="connsiteY1"/>
              </a:cxn>
              <a:cxn ang="0">
                <a:pos x="connsiteX2" y="connsiteY2"/>
              </a:cxn>
              <a:cxn ang="0">
                <a:pos x="connsiteX3" y="connsiteY3"/>
              </a:cxn>
            </a:cxnLst>
            <a:rect l="l" t="t" r="r" b="b"/>
            <a:pathLst>
              <a:path w="4064263" h="2159498">
                <a:moveTo>
                  <a:pt x="4064263" y="0"/>
                </a:moveTo>
                <a:lnTo>
                  <a:pt x="0" y="0"/>
                </a:lnTo>
                <a:lnTo>
                  <a:pt x="0" y="2159498"/>
                </a:lnTo>
                <a:lnTo>
                  <a:pt x="4064263" y="2159498"/>
                </a:lnTo>
                <a:close/>
              </a:path>
            </a:pathLst>
          </a:custGeom>
        </p:spPr>
      </p:pic>
      <p:pic>
        <p:nvPicPr>
          <p:cNvPr id="245" name="Graphic 244">
            <a:extLst>
              <a:ext uri="{FF2B5EF4-FFF2-40B4-BE49-F238E27FC236}">
                <a16:creationId xmlns:a16="http://schemas.microsoft.com/office/drawing/2014/main" id="{5674298C-09A2-D90B-23F7-9729ED5C107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2889" r="4682" b="4706"/>
          <a:stretch>
            <a:fillRect/>
          </a:stretch>
        </p:blipFill>
        <p:spPr>
          <a:xfrm flipH="1">
            <a:off x="190" y="-20074"/>
            <a:ext cx="6003222" cy="5163574"/>
          </a:xfrm>
          <a:custGeom>
            <a:avLst/>
            <a:gdLst>
              <a:gd name="connsiteX0" fmla="*/ 6003222 w 6003222"/>
              <a:gd name="connsiteY0" fmla="*/ 0 h 5163574"/>
              <a:gd name="connsiteX1" fmla="*/ 0 w 6003222"/>
              <a:gd name="connsiteY1" fmla="*/ 0 h 5163574"/>
              <a:gd name="connsiteX2" fmla="*/ 0 w 6003222"/>
              <a:gd name="connsiteY2" fmla="*/ 5163574 h 5163574"/>
              <a:gd name="connsiteX3" fmla="*/ 6003222 w 6003222"/>
              <a:gd name="connsiteY3" fmla="*/ 5163574 h 5163574"/>
            </a:gdLst>
            <a:ahLst/>
            <a:cxnLst>
              <a:cxn ang="0">
                <a:pos x="connsiteX0" y="connsiteY0"/>
              </a:cxn>
              <a:cxn ang="0">
                <a:pos x="connsiteX1" y="connsiteY1"/>
              </a:cxn>
              <a:cxn ang="0">
                <a:pos x="connsiteX2" y="connsiteY2"/>
              </a:cxn>
              <a:cxn ang="0">
                <a:pos x="connsiteX3" y="connsiteY3"/>
              </a:cxn>
            </a:cxnLst>
            <a:rect l="l" t="t" r="r" b="b"/>
            <a:pathLst>
              <a:path w="6003222" h="5163574">
                <a:moveTo>
                  <a:pt x="6003222" y="0"/>
                </a:moveTo>
                <a:lnTo>
                  <a:pt x="0" y="0"/>
                </a:lnTo>
                <a:lnTo>
                  <a:pt x="0" y="5163574"/>
                </a:lnTo>
                <a:lnTo>
                  <a:pt x="6003222" y="5163574"/>
                </a:lnTo>
                <a:close/>
              </a:path>
            </a:pathLst>
          </a:custGeom>
        </p:spPr>
      </p:pic>
      <p:pic>
        <p:nvPicPr>
          <p:cNvPr id="246" name="Graphic 245">
            <a:extLst>
              <a:ext uri="{FF2B5EF4-FFF2-40B4-BE49-F238E27FC236}">
                <a16:creationId xmlns:a16="http://schemas.microsoft.com/office/drawing/2014/main" id="{11BFE7F2-794B-CF2A-52B5-EA60014649D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flipH="1">
            <a:off x="3255581" y="136337"/>
            <a:ext cx="545772" cy="446541"/>
          </a:xfrm>
          <a:prstGeom prst="rect">
            <a:avLst/>
          </a:prstGeom>
        </p:spPr>
      </p:pic>
      <p:grpSp>
        <p:nvGrpSpPr>
          <p:cNvPr id="17" name="Graphic 37">
            <a:extLst>
              <a:ext uri="{FF2B5EF4-FFF2-40B4-BE49-F238E27FC236}">
                <a16:creationId xmlns:a16="http://schemas.microsoft.com/office/drawing/2014/main" id="{23B54790-9E2E-598F-BBB4-23E5B0FF2E3F}"/>
              </a:ext>
            </a:extLst>
          </p:cNvPr>
          <p:cNvGrpSpPr/>
          <p:nvPr/>
        </p:nvGrpSpPr>
        <p:grpSpPr>
          <a:xfrm>
            <a:off x="7022035" y="2420331"/>
            <a:ext cx="2023292" cy="1808084"/>
            <a:chOff x="5548056" y="1374555"/>
            <a:chExt cx="3180837" cy="2852880"/>
          </a:xfrm>
        </p:grpSpPr>
        <p:grpSp>
          <p:nvGrpSpPr>
            <p:cNvPr id="18" name="Graphic 37">
              <a:extLst>
                <a:ext uri="{FF2B5EF4-FFF2-40B4-BE49-F238E27FC236}">
                  <a16:creationId xmlns:a16="http://schemas.microsoft.com/office/drawing/2014/main" id="{3E7866B4-0759-7966-27F1-CA824797D383}"/>
                </a:ext>
              </a:extLst>
            </p:cNvPr>
            <p:cNvGrpSpPr/>
            <p:nvPr/>
          </p:nvGrpSpPr>
          <p:grpSpPr>
            <a:xfrm>
              <a:off x="5548056" y="1374555"/>
              <a:ext cx="3180837" cy="2846461"/>
              <a:chOff x="5548056" y="1374555"/>
              <a:chExt cx="3180837" cy="2846461"/>
            </a:xfrm>
          </p:grpSpPr>
          <p:grpSp>
            <p:nvGrpSpPr>
              <p:cNvPr id="24" name="Graphic 37">
                <a:extLst>
                  <a:ext uri="{FF2B5EF4-FFF2-40B4-BE49-F238E27FC236}">
                    <a16:creationId xmlns:a16="http://schemas.microsoft.com/office/drawing/2014/main" id="{62BD8883-50B9-9CD2-C59D-A7BEBAD20F18}"/>
                  </a:ext>
                </a:extLst>
              </p:cNvPr>
              <p:cNvGrpSpPr/>
              <p:nvPr/>
            </p:nvGrpSpPr>
            <p:grpSpPr>
              <a:xfrm>
                <a:off x="6446428" y="2425775"/>
                <a:ext cx="349922" cy="460589"/>
                <a:chOff x="6446428" y="2425775"/>
                <a:chExt cx="349922" cy="460589"/>
              </a:xfrm>
              <a:solidFill>
                <a:srgbClr val="9D70F2"/>
              </a:solidFill>
            </p:grpSpPr>
            <p:sp>
              <p:nvSpPr>
                <p:cNvPr id="212" name="Freeform: Shape 211">
                  <a:extLst>
                    <a:ext uri="{FF2B5EF4-FFF2-40B4-BE49-F238E27FC236}">
                      <a16:creationId xmlns:a16="http://schemas.microsoft.com/office/drawing/2014/main" id="{F76A0736-10A9-DC2E-E2C4-95540337B492}"/>
                    </a:ext>
                  </a:extLst>
                </p:cNvPr>
                <p:cNvSpPr/>
                <p:nvPr/>
              </p:nvSpPr>
              <p:spPr>
                <a:xfrm>
                  <a:off x="6508171" y="2450196"/>
                  <a:ext cx="288179" cy="390288"/>
                </a:xfrm>
                <a:custGeom>
                  <a:avLst/>
                  <a:gdLst>
                    <a:gd name="connsiteX0" fmla="*/ 131360 w 288179"/>
                    <a:gd name="connsiteY0" fmla="*/ 76401 h 390288"/>
                    <a:gd name="connsiteX1" fmla="*/ 122998 w 288179"/>
                    <a:gd name="connsiteY1" fmla="*/ 80893 h 390288"/>
                    <a:gd name="connsiteX2" fmla="*/ 104986 w 288179"/>
                    <a:gd name="connsiteY2" fmla="*/ 81535 h 390288"/>
                    <a:gd name="connsiteX3" fmla="*/ 90191 w 288179"/>
                    <a:gd name="connsiteY3" fmla="*/ 87312 h 390288"/>
                    <a:gd name="connsiteX4" fmla="*/ 81185 w 288179"/>
                    <a:gd name="connsiteY4" fmla="*/ 86028 h 390288"/>
                    <a:gd name="connsiteX5" fmla="*/ 67676 w 288179"/>
                    <a:gd name="connsiteY5" fmla="*/ 68699 h 390288"/>
                    <a:gd name="connsiteX6" fmla="*/ 53525 w 288179"/>
                    <a:gd name="connsiteY6" fmla="*/ 49444 h 390288"/>
                    <a:gd name="connsiteX7" fmla="*/ 49022 w 288179"/>
                    <a:gd name="connsiteY7" fmla="*/ 47518 h 390288"/>
                    <a:gd name="connsiteX8" fmla="*/ 36800 w 288179"/>
                    <a:gd name="connsiteY8" fmla="*/ 36607 h 390288"/>
                    <a:gd name="connsiteX9" fmla="*/ 27150 w 288179"/>
                    <a:gd name="connsiteY9" fmla="*/ 24413 h 390288"/>
                    <a:gd name="connsiteX10" fmla="*/ 33583 w 288179"/>
                    <a:gd name="connsiteY10" fmla="*/ 35965 h 390288"/>
                    <a:gd name="connsiteX11" fmla="*/ 45805 w 288179"/>
                    <a:gd name="connsiteY11" fmla="*/ 49444 h 390288"/>
                    <a:gd name="connsiteX12" fmla="*/ 52238 w 288179"/>
                    <a:gd name="connsiteY12" fmla="*/ 55862 h 390288"/>
                    <a:gd name="connsiteX13" fmla="*/ 67033 w 288179"/>
                    <a:gd name="connsiteY13" fmla="*/ 75759 h 390288"/>
                    <a:gd name="connsiteX14" fmla="*/ 68963 w 288179"/>
                    <a:gd name="connsiteY14" fmla="*/ 86028 h 390288"/>
                    <a:gd name="connsiteX15" fmla="*/ 66390 w 288179"/>
                    <a:gd name="connsiteY15" fmla="*/ 97581 h 390288"/>
                    <a:gd name="connsiteX16" fmla="*/ 60601 w 288179"/>
                    <a:gd name="connsiteY16" fmla="*/ 102074 h 390288"/>
                    <a:gd name="connsiteX17" fmla="*/ 51595 w 288179"/>
                    <a:gd name="connsiteY17" fmla="*/ 105924 h 390288"/>
                    <a:gd name="connsiteX18" fmla="*/ 44519 w 288179"/>
                    <a:gd name="connsiteY18" fmla="*/ 99506 h 390288"/>
                    <a:gd name="connsiteX19" fmla="*/ 34226 w 288179"/>
                    <a:gd name="connsiteY19" fmla="*/ 96939 h 390288"/>
                    <a:gd name="connsiteX20" fmla="*/ 41302 w 288179"/>
                    <a:gd name="connsiteY20" fmla="*/ 107208 h 390288"/>
                    <a:gd name="connsiteX21" fmla="*/ 45805 w 288179"/>
                    <a:gd name="connsiteY21" fmla="*/ 121328 h 390288"/>
                    <a:gd name="connsiteX22" fmla="*/ 34870 w 288179"/>
                    <a:gd name="connsiteY22" fmla="*/ 130314 h 390288"/>
                    <a:gd name="connsiteX23" fmla="*/ 30367 w 288179"/>
                    <a:gd name="connsiteY23" fmla="*/ 145076 h 390288"/>
                    <a:gd name="connsiteX24" fmla="*/ 20718 w 288179"/>
                    <a:gd name="connsiteY24" fmla="*/ 154061 h 390288"/>
                    <a:gd name="connsiteX25" fmla="*/ 18788 w 288179"/>
                    <a:gd name="connsiteY25" fmla="*/ 170749 h 390288"/>
                    <a:gd name="connsiteX26" fmla="*/ 12998 w 288179"/>
                    <a:gd name="connsiteY26" fmla="*/ 181018 h 390288"/>
                    <a:gd name="connsiteX27" fmla="*/ 16858 w 288179"/>
                    <a:gd name="connsiteY27" fmla="*/ 193855 h 390288"/>
                    <a:gd name="connsiteX28" fmla="*/ 11712 w 288179"/>
                    <a:gd name="connsiteY28" fmla="*/ 206691 h 390288"/>
                    <a:gd name="connsiteX29" fmla="*/ 133 w 288179"/>
                    <a:gd name="connsiteY29" fmla="*/ 215677 h 390288"/>
                    <a:gd name="connsiteX30" fmla="*/ 9139 w 288179"/>
                    <a:gd name="connsiteY30" fmla="*/ 218886 h 390288"/>
                    <a:gd name="connsiteX31" fmla="*/ 22004 w 288179"/>
                    <a:gd name="connsiteY31" fmla="*/ 224021 h 390288"/>
                    <a:gd name="connsiteX32" fmla="*/ 32297 w 288179"/>
                    <a:gd name="connsiteY32" fmla="*/ 247768 h 390288"/>
                    <a:gd name="connsiteX33" fmla="*/ 18145 w 288179"/>
                    <a:gd name="connsiteY33" fmla="*/ 259321 h 390288"/>
                    <a:gd name="connsiteX34" fmla="*/ 7852 w 288179"/>
                    <a:gd name="connsiteY34" fmla="*/ 268948 h 390288"/>
                    <a:gd name="connsiteX35" fmla="*/ 23291 w 288179"/>
                    <a:gd name="connsiteY35" fmla="*/ 267023 h 390288"/>
                    <a:gd name="connsiteX36" fmla="*/ 39373 w 288179"/>
                    <a:gd name="connsiteY36" fmla="*/ 259963 h 390288"/>
                    <a:gd name="connsiteX37" fmla="*/ 48378 w 288179"/>
                    <a:gd name="connsiteY37" fmla="*/ 276008 h 390288"/>
                    <a:gd name="connsiteX38" fmla="*/ 50951 w 288179"/>
                    <a:gd name="connsiteY38" fmla="*/ 291412 h 390288"/>
                    <a:gd name="connsiteX39" fmla="*/ 61244 w 288179"/>
                    <a:gd name="connsiteY39" fmla="*/ 292054 h 390288"/>
                    <a:gd name="connsiteX40" fmla="*/ 73466 w 288179"/>
                    <a:gd name="connsiteY40" fmla="*/ 301040 h 390288"/>
                    <a:gd name="connsiteX41" fmla="*/ 67033 w 288179"/>
                    <a:gd name="connsiteY41" fmla="*/ 316443 h 390288"/>
                    <a:gd name="connsiteX42" fmla="*/ 74753 w 288179"/>
                    <a:gd name="connsiteY42" fmla="*/ 322862 h 390288"/>
                    <a:gd name="connsiteX43" fmla="*/ 84402 w 288179"/>
                    <a:gd name="connsiteY43" fmla="*/ 304249 h 390288"/>
                    <a:gd name="connsiteX44" fmla="*/ 102413 w 288179"/>
                    <a:gd name="connsiteY44" fmla="*/ 304891 h 390288"/>
                    <a:gd name="connsiteX45" fmla="*/ 104343 w 288179"/>
                    <a:gd name="connsiteY45" fmla="*/ 318369 h 390288"/>
                    <a:gd name="connsiteX46" fmla="*/ 99197 w 288179"/>
                    <a:gd name="connsiteY46" fmla="*/ 330564 h 390288"/>
                    <a:gd name="connsiteX47" fmla="*/ 92764 w 288179"/>
                    <a:gd name="connsiteY47" fmla="*/ 339549 h 390288"/>
                    <a:gd name="connsiteX48" fmla="*/ 88261 w 288179"/>
                    <a:gd name="connsiteY48" fmla="*/ 354311 h 390288"/>
                    <a:gd name="connsiteX49" fmla="*/ 84402 w 288179"/>
                    <a:gd name="connsiteY49" fmla="*/ 365864 h 390288"/>
                    <a:gd name="connsiteX50" fmla="*/ 81829 w 288179"/>
                    <a:gd name="connsiteY50" fmla="*/ 380626 h 390288"/>
                    <a:gd name="connsiteX51" fmla="*/ 78612 w 288179"/>
                    <a:gd name="connsiteY51" fmla="*/ 390253 h 390288"/>
                    <a:gd name="connsiteX52" fmla="*/ 85045 w 288179"/>
                    <a:gd name="connsiteY52" fmla="*/ 378059 h 390288"/>
                    <a:gd name="connsiteX53" fmla="*/ 88904 w 288179"/>
                    <a:gd name="connsiteY53" fmla="*/ 370357 h 390288"/>
                    <a:gd name="connsiteX54" fmla="*/ 98554 w 288179"/>
                    <a:gd name="connsiteY54" fmla="*/ 360729 h 390288"/>
                    <a:gd name="connsiteX55" fmla="*/ 99840 w 288179"/>
                    <a:gd name="connsiteY55" fmla="*/ 346609 h 390288"/>
                    <a:gd name="connsiteX56" fmla="*/ 103700 w 288179"/>
                    <a:gd name="connsiteY56" fmla="*/ 331847 h 390288"/>
                    <a:gd name="connsiteX57" fmla="*/ 113349 w 288179"/>
                    <a:gd name="connsiteY57" fmla="*/ 320936 h 390288"/>
                    <a:gd name="connsiteX58" fmla="*/ 123641 w 288179"/>
                    <a:gd name="connsiteY58" fmla="*/ 312592 h 390288"/>
                    <a:gd name="connsiteX59" fmla="*/ 132647 w 288179"/>
                    <a:gd name="connsiteY59" fmla="*/ 310025 h 390288"/>
                    <a:gd name="connsiteX60" fmla="*/ 142939 w 288179"/>
                    <a:gd name="connsiteY60" fmla="*/ 308742 h 390288"/>
                    <a:gd name="connsiteX61" fmla="*/ 143583 w 288179"/>
                    <a:gd name="connsiteY61" fmla="*/ 324145 h 390288"/>
                    <a:gd name="connsiteX62" fmla="*/ 139080 w 288179"/>
                    <a:gd name="connsiteY62" fmla="*/ 342117 h 390288"/>
                    <a:gd name="connsiteX63" fmla="*/ 149372 w 288179"/>
                    <a:gd name="connsiteY63" fmla="*/ 347893 h 390288"/>
                    <a:gd name="connsiteX64" fmla="*/ 154518 w 288179"/>
                    <a:gd name="connsiteY64" fmla="*/ 329280 h 390288"/>
                    <a:gd name="connsiteX65" fmla="*/ 165454 w 288179"/>
                    <a:gd name="connsiteY65" fmla="*/ 316443 h 390288"/>
                    <a:gd name="connsiteX66" fmla="*/ 188612 w 288179"/>
                    <a:gd name="connsiteY66" fmla="*/ 323504 h 390288"/>
                    <a:gd name="connsiteX67" fmla="*/ 197617 w 288179"/>
                    <a:gd name="connsiteY67" fmla="*/ 335698 h 390288"/>
                    <a:gd name="connsiteX68" fmla="*/ 198904 w 288179"/>
                    <a:gd name="connsiteY68" fmla="*/ 345968 h 390288"/>
                    <a:gd name="connsiteX69" fmla="*/ 205980 w 288179"/>
                    <a:gd name="connsiteY69" fmla="*/ 345326 h 390288"/>
                    <a:gd name="connsiteX70" fmla="*/ 202120 w 288179"/>
                    <a:gd name="connsiteY70" fmla="*/ 328638 h 390288"/>
                    <a:gd name="connsiteX71" fmla="*/ 202764 w 288179"/>
                    <a:gd name="connsiteY71" fmla="*/ 321578 h 390288"/>
                    <a:gd name="connsiteX72" fmla="*/ 206623 w 288179"/>
                    <a:gd name="connsiteY72" fmla="*/ 314518 h 390288"/>
                    <a:gd name="connsiteX73" fmla="*/ 211769 w 288179"/>
                    <a:gd name="connsiteY73" fmla="*/ 305532 h 390288"/>
                    <a:gd name="connsiteX74" fmla="*/ 219489 w 288179"/>
                    <a:gd name="connsiteY74" fmla="*/ 290770 h 390288"/>
                    <a:gd name="connsiteX75" fmla="*/ 232997 w 288179"/>
                    <a:gd name="connsiteY75" fmla="*/ 288845 h 390288"/>
                    <a:gd name="connsiteX76" fmla="*/ 239430 w 288179"/>
                    <a:gd name="connsiteY76" fmla="*/ 292696 h 390288"/>
                    <a:gd name="connsiteX77" fmla="*/ 245220 w 288179"/>
                    <a:gd name="connsiteY77" fmla="*/ 288203 h 390288"/>
                    <a:gd name="connsiteX78" fmla="*/ 249722 w 288179"/>
                    <a:gd name="connsiteY78" fmla="*/ 284994 h 390288"/>
                    <a:gd name="connsiteX79" fmla="*/ 251652 w 288179"/>
                    <a:gd name="connsiteY79" fmla="*/ 274725 h 390288"/>
                    <a:gd name="connsiteX80" fmla="*/ 245220 w 288179"/>
                    <a:gd name="connsiteY80" fmla="*/ 263814 h 390288"/>
                    <a:gd name="connsiteX81" fmla="*/ 249079 w 288179"/>
                    <a:gd name="connsiteY81" fmla="*/ 256112 h 390288"/>
                    <a:gd name="connsiteX82" fmla="*/ 251652 w 288179"/>
                    <a:gd name="connsiteY82" fmla="*/ 245843 h 390288"/>
                    <a:gd name="connsiteX83" fmla="*/ 263231 w 288179"/>
                    <a:gd name="connsiteY83" fmla="*/ 247126 h 390288"/>
                    <a:gd name="connsiteX84" fmla="*/ 271594 w 288179"/>
                    <a:gd name="connsiteY84" fmla="*/ 249052 h 390288"/>
                    <a:gd name="connsiteX85" fmla="*/ 276097 w 288179"/>
                    <a:gd name="connsiteY85" fmla="*/ 238782 h 390288"/>
                    <a:gd name="connsiteX86" fmla="*/ 279313 w 288179"/>
                    <a:gd name="connsiteY86" fmla="*/ 229155 h 390288"/>
                    <a:gd name="connsiteX87" fmla="*/ 283173 w 288179"/>
                    <a:gd name="connsiteY87" fmla="*/ 216319 h 390288"/>
                    <a:gd name="connsiteX88" fmla="*/ 270950 w 288179"/>
                    <a:gd name="connsiteY88" fmla="*/ 211184 h 390288"/>
                    <a:gd name="connsiteX89" fmla="*/ 272237 w 288179"/>
                    <a:gd name="connsiteY89" fmla="*/ 202198 h 390288"/>
                    <a:gd name="connsiteX90" fmla="*/ 286389 w 288179"/>
                    <a:gd name="connsiteY90" fmla="*/ 191929 h 390288"/>
                    <a:gd name="connsiteX91" fmla="*/ 274167 w 288179"/>
                    <a:gd name="connsiteY91" fmla="*/ 190004 h 390288"/>
                    <a:gd name="connsiteX92" fmla="*/ 265804 w 288179"/>
                    <a:gd name="connsiteY92" fmla="*/ 170749 h 390288"/>
                    <a:gd name="connsiteX93" fmla="*/ 280599 w 288179"/>
                    <a:gd name="connsiteY93" fmla="*/ 161122 h 390288"/>
                    <a:gd name="connsiteX94" fmla="*/ 284459 w 288179"/>
                    <a:gd name="connsiteY94" fmla="*/ 152778 h 390288"/>
                    <a:gd name="connsiteX95" fmla="*/ 270950 w 288179"/>
                    <a:gd name="connsiteY95" fmla="*/ 141867 h 390288"/>
                    <a:gd name="connsiteX96" fmla="*/ 256155 w 288179"/>
                    <a:gd name="connsiteY96" fmla="*/ 142509 h 390288"/>
                    <a:gd name="connsiteX97" fmla="*/ 235570 w 288179"/>
                    <a:gd name="connsiteY97" fmla="*/ 139941 h 390288"/>
                    <a:gd name="connsiteX98" fmla="*/ 248436 w 288179"/>
                    <a:gd name="connsiteY98" fmla="*/ 129672 h 390288"/>
                    <a:gd name="connsiteX99" fmla="*/ 254225 w 288179"/>
                    <a:gd name="connsiteY99" fmla="*/ 123254 h 390288"/>
                    <a:gd name="connsiteX100" fmla="*/ 256798 w 288179"/>
                    <a:gd name="connsiteY100" fmla="*/ 110417 h 390288"/>
                    <a:gd name="connsiteX101" fmla="*/ 242646 w 288179"/>
                    <a:gd name="connsiteY101" fmla="*/ 109134 h 390288"/>
                    <a:gd name="connsiteX102" fmla="*/ 227851 w 288179"/>
                    <a:gd name="connsiteY102" fmla="*/ 103999 h 390288"/>
                    <a:gd name="connsiteX103" fmla="*/ 229138 w 288179"/>
                    <a:gd name="connsiteY103" fmla="*/ 90521 h 390288"/>
                    <a:gd name="connsiteX104" fmla="*/ 223348 w 288179"/>
                    <a:gd name="connsiteY104" fmla="*/ 84744 h 390288"/>
                    <a:gd name="connsiteX105" fmla="*/ 213699 w 288179"/>
                    <a:gd name="connsiteY105" fmla="*/ 92446 h 390288"/>
                    <a:gd name="connsiteX106" fmla="*/ 205980 w 288179"/>
                    <a:gd name="connsiteY106" fmla="*/ 81535 h 390288"/>
                    <a:gd name="connsiteX107" fmla="*/ 215629 w 288179"/>
                    <a:gd name="connsiteY107" fmla="*/ 67415 h 390288"/>
                    <a:gd name="connsiteX108" fmla="*/ 218845 w 288179"/>
                    <a:gd name="connsiteY108" fmla="*/ 57146 h 390288"/>
                    <a:gd name="connsiteX109" fmla="*/ 207910 w 288179"/>
                    <a:gd name="connsiteY109" fmla="*/ 59713 h 390288"/>
                    <a:gd name="connsiteX110" fmla="*/ 204050 w 288179"/>
                    <a:gd name="connsiteY110" fmla="*/ 65489 h 390288"/>
                    <a:gd name="connsiteX111" fmla="*/ 201477 w 288179"/>
                    <a:gd name="connsiteY111" fmla="*/ 72550 h 390288"/>
                    <a:gd name="connsiteX112" fmla="*/ 191828 w 288179"/>
                    <a:gd name="connsiteY112" fmla="*/ 82819 h 390288"/>
                    <a:gd name="connsiteX113" fmla="*/ 179606 w 288179"/>
                    <a:gd name="connsiteY113" fmla="*/ 87312 h 390288"/>
                    <a:gd name="connsiteX114" fmla="*/ 157091 w 288179"/>
                    <a:gd name="connsiteY114" fmla="*/ 75759 h 390288"/>
                    <a:gd name="connsiteX115" fmla="*/ 152588 w 288179"/>
                    <a:gd name="connsiteY115" fmla="*/ 59071 h 390288"/>
                    <a:gd name="connsiteX116" fmla="*/ 151945 w 288179"/>
                    <a:gd name="connsiteY116" fmla="*/ 48802 h 390288"/>
                    <a:gd name="connsiteX117" fmla="*/ 153232 w 288179"/>
                    <a:gd name="connsiteY117" fmla="*/ 38533 h 390288"/>
                    <a:gd name="connsiteX118" fmla="*/ 159664 w 288179"/>
                    <a:gd name="connsiteY118" fmla="*/ 19278 h 390288"/>
                    <a:gd name="connsiteX119" fmla="*/ 157735 w 288179"/>
                    <a:gd name="connsiteY119" fmla="*/ 23 h 390288"/>
                    <a:gd name="connsiteX120" fmla="*/ 149372 w 288179"/>
                    <a:gd name="connsiteY120" fmla="*/ 9009 h 390288"/>
                    <a:gd name="connsiteX121" fmla="*/ 148085 w 288179"/>
                    <a:gd name="connsiteY121" fmla="*/ 17352 h 390288"/>
                    <a:gd name="connsiteX122" fmla="*/ 148085 w 288179"/>
                    <a:gd name="connsiteY122" fmla="*/ 27622 h 390288"/>
                    <a:gd name="connsiteX123" fmla="*/ 144226 w 288179"/>
                    <a:gd name="connsiteY123" fmla="*/ 35965 h 390288"/>
                    <a:gd name="connsiteX124" fmla="*/ 145512 w 288179"/>
                    <a:gd name="connsiteY124" fmla="*/ 48802 h 390288"/>
                    <a:gd name="connsiteX125" fmla="*/ 142939 w 288179"/>
                    <a:gd name="connsiteY125" fmla="*/ 59071 h 390288"/>
                    <a:gd name="connsiteX126" fmla="*/ 141010 w 288179"/>
                    <a:gd name="connsiteY126" fmla="*/ 69982 h 390288"/>
                    <a:gd name="connsiteX127" fmla="*/ 131360 w 288179"/>
                    <a:gd name="connsiteY127" fmla="*/ 76401 h 39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288179" h="390288">
                      <a:moveTo>
                        <a:pt x="131360" y="76401"/>
                      </a:moveTo>
                      <a:cubicBezTo>
                        <a:pt x="130717" y="76401"/>
                        <a:pt x="128144" y="78326"/>
                        <a:pt x="122998" y="80893"/>
                      </a:cubicBezTo>
                      <a:cubicBezTo>
                        <a:pt x="117852" y="83461"/>
                        <a:pt x="107559" y="82177"/>
                        <a:pt x="104986" y="81535"/>
                      </a:cubicBezTo>
                      <a:cubicBezTo>
                        <a:pt x="102413" y="81535"/>
                        <a:pt x="95981" y="82819"/>
                        <a:pt x="90191" y="87312"/>
                      </a:cubicBezTo>
                      <a:cubicBezTo>
                        <a:pt x="85045" y="91804"/>
                        <a:pt x="83115" y="88595"/>
                        <a:pt x="81185" y="86028"/>
                      </a:cubicBezTo>
                      <a:cubicBezTo>
                        <a:pt x="79255" y="83461"/>
                        <a:pt x="69606" y="73191"/>
                        <a:pt x="67676" y="68699"/>
                      </a:cubicBezTo>
                      <a:cubicBezTo>
                        <a:pt x="65103" y="64206"/>
                        <a:pt x="54811" y="52011"/>
                        <a:pt x="53525" y="49444"/>
                      </a:cubicBezTo>
                      <a:cubicBezTo>
                        <a:pt x="52881" y="46877"/>
                        <a:pt x="51595" y="48160"/>
                        <a:pt x="49022" y="47518"/>
                      </a:cubicBezTo>
                      <a:cubicBezTo>
                        <a:pt x="46449" y="46877"/>
                        <a:pt x="38086" y="38533"/>
                        <a:pt x="36800" y="36607"/>
                      </a:cubicBezTo>
                      <a:cubicBezTo>
                        <a:pt x="35513" y="34682"/>
                        <a:pt x="31653" y="22487"/>
                        <a:pt x="27150" y="24413"/>
                      </a:cubicBezTo>
                      <a:cubicBezTo>
                        <a:pt x="22647" y="26338"/>
                        <a:pt x="30367" y="32756"/>
                        <a:pt x="33583" y="35965"/>
                      </a:cubicBezTo>
                      <a:cubicBezTo>
                        <a:pt x="36156" y="39175"/>
                        <a:pt x="40659" y="46235"/>
                        <a:pt x="45805" y="49444"/>
                      </a:cubicBezTo>
                      <a:cubicBezTo>
                        <a:pt x="50308" y="52653"/>
                        <a:pt x="49665" y="53295"/>
                        <a:pt x="52238" y="55862"/>
                      </a:cubicBezTo>
                      <a:cubicBezTo>
                        <a:pt x="55454" y="58429"/>
                        <a:pt x="65103" y="71266"/>
                        <a:pt x="67033" y="75759"/>
                      </a:cubicBezTo>
                      <a:cubicBezTo>
                        <a:pt x="68963" y="79610"/>
                        <a:pt x="71536" y="79610"/>
                        <a:pt x="68963" y="86028"/>
                      </a:cubicBezTo>
                      <a:cubicBezTo>
                        <a:pt x="66390" y="92446"/>
                        <a:pt x="68963" y="95655"/>
                        <a:pt x="66390" y="97581"/>
                      </a:cubicBezTo>
                      <a:cubicBezTo>
                        <a:pt x="63817" y="99506"/>
                        <a:pt x="61887" y="98223"/>
                        <a:pt x="60601" y="102074"/>
                      </a:cubicBezTo>
                      <a:cubicBezTo>
                        <a:pt x="59314" y="105924"/>
                        <a:pt x="55454" y="105924"/>
                        <a:pt x="51595" y="105924"/>
                      </a:cubicBezTo>
                      <a:cubicBezTo>
                        <a:pt x="47735" y="105283"/>
                        <a:pt x="45805" y="102074"/>
                        <a:pt x="44519" y="99506"/>
                      </a:cubicBezTo>
                      <a:cubicBezTo>
                        <a:pt x="43232" y="96939"/>
                        <a:pt x="37443" y="92446"/>
                        <a:pt x="34226" y="96939"/>
                      </a:cubicBezTo>
                      <a:cubicBezTo>
                        <a:pt x="31010" y="101432"/>
                        <a:pt x="38086" y="104641"/>
                        <a:pt x="41302" y="107208"/>
                      </a:cubicBezTo>
                      <a:cubicBezTo>
                        <a:pt x="44519" y="109775"/>
                        <a:pt x="51595" y="112985"/>
                        <a:pt x="45805" y="121328"/>
                      </a:cubicBezTo>
                      <a:cubicBezTo>
                        <a:pt x="40016" y="130314"/>
                        <a:pt x="38086" y="126463"/>
                        <a:pt x="34870" y="130314"/>
                      </a:cubicBezTo>
                      <a:cubicBezTo>
                        <a:pt x="31653" y="134165"/>
                        <a:pt x="33583" y="141867"/>
                        <a:pt x="30367" y="145076"/>
                      </a:cubicBezTo>
                      <a:cubicBezTo>
                        <a:pt x="27150" y="148285"/>
                        <a:pt x="22647" y="148927"/>
                        <a:pt x="20718" y="154061"/>
                      </a:cubicBezTo>
                      <a:cubicBezTo>
                        <a:pt x="18788" y="159196"/>
                        <a:pt x="21361" y="165614"/>
                        <a:pt x="18788" y="170749"/>
                      </a:cubicBezTo>
                      <a:cubicBezTo>
                        <a:pt x="16858" y="175884"/>
                        <a:pt x="12998" y="175884"/>
                        <a:pt x="12998" y="181018"/>
                      </a:cubicBezTo>
                      <a:cubicBezTo>
                        <a:pt x="12998" y="186795"/>
                        <a:pt x="16215" y="188720"/>
                        <a:pt x="16858" y="193855"/>
                      </a:cubicBezTo>
                      <a:cubicBezTo>
                        <a:pt x="16858" y="198989"/>
                        <a:pt x="16215" y="204124"/>
                        <a:pt x="11712" y="206691"/>
                      </a:cubicBezTo>
                      <a:cubicBezTo>
                        <a:pt x="7209" y="208617"/>
                        <a:pt x="-1154" y="213109"/>
                        <a:pt x="133" y="215677"/>
                      </a:cubicBezTo>
                      <a:cubicBezTo>
                        <a:pt x="1420" y="218244"/>
                        <a:pt x="3993" y="219528"/>
                        <a:pt x="9139" y="218886"/>
                      </a:cubicBezTo>
                      <a:cubicBezTo>
                        <a:pt x="14285" y="218244"/>
                        <a:pt x="18145" y="219528"/>
                        <a:pt x="22004" y="224021"/>
                      </a:cubicBezTo>
                      <a:cubicBezTo>
                        <a:pt x="25221" y="228513"/>
                        <a:pt x="34226" y="238782"/>
                        <a:pt x="32297" y="247768"/>
                      </a:cubicBezTo>
                      <a:cubicBezTo>
                        <a:pt x="30367" y="256754"/>
                        <a:pt x="27150" y="256754"/>
                        <a:pt x="18145" y="259321"/>
                      </a:cubicBezTo>
                      <a:cubicBezTo>
                        <a:pt x="9139" y="261888"/>
                        <a:pt x="5279" y="267023"/>
                        <a:pt x="7852" y="268948"/>
                      </a:cubicBezTo>
                      <a:cubicBezTo>
                        <a:pt x="10425" y="270874"/>
                        <a:pt x="19431" y="270874"/>
                        <a:pt x="23291" y="267023"/>
                      </a:cubicBezTo>
                      <a:cubicBezTo>
                        <a:pt x="27150" y="263172"/>
                        <a:pt x="32940" y="258679"/>
                        <a:pt x="39373" y="259963"/>
                      </a:cubicBezTo>
                      <a:cubicBezTo>
                        <a:pt x="45805" y="261246"/>
                        <a:pt x="47735" y="268948"/>
                        <a:pt x="48378" y="276008"/>
                      </a:cubicBezTo>
                      <a:cubicBezTo>
                        <a:pt x="49665" y="283069"/>
                        <a:pt x="47735" y="288845"/>
                        <a:pt x="50951" y="291412"/>
                      </a:cubicBezTo>
                      <a:cubicBezTo>
                        <a:pt x="53525" y="293980"/>
                        <a:pt x="57384" y="292696"/>
                        <a:pt x="61244" y="292054"/>
                      </a:cubicBezTo>
                      <a:cubicBezTo>
                        <a:pt x="65103" y="291412"/>
                        <a:pt x="72823" y="296547"/>
                        <a:pt x="73466" y="301040"/>
                      </a:cubicBezTo>
                      <a:cubicBezTo>
                        <a:pt x="74109" y="305532"/>
                        <a:pt x="70250" y="311309"/>
                        <a:pt x="67033" y="316443"/>
                      </a:cubicBezTo>
                      <a:cubicBezTo>
                        <a:pt x="63817" y="321578"/>
                        <a:pt x="70893" y="329280"/>
                        <a:pt x="74753" y="322862"/>
                      </a:cubicBezTo>
                      <a:cubicBezTo>
                        <a:pt x="78612" y="316443"/>
                        <a:pt x="81829" y="306816"/>
                        <a:pt x="84402" y="304249"/>
                      </a:cubicBezTo>
                      <a:cubicBezTo>
                        <a:pt x="86975" y="301040"/>
                        <a:pt x="99197" y="301040"/>
                        <a:pt x="102413" y="304891"/>
                      </a:cubicBezTo>
                      <a:cubicBezTo>
                        <a:pt x="105630" y="308742"/>
                        <a:pt x="106273" y="313876"/>
                        <a:pt x="104343" y="318369"/>
                      </a:cubicBezTo>
                      <a:cubicBezTo>
                        <a:pt x="102413" y="322862"/>
                        <a:pt x="100483" y="327354"/>
                        <a:pt x="99197" y="330564"/>
                      </a:cubicBezTo>
                      <a:cubicBezTo>
                        <a:pt x="97267" y="333773"/>
                        <a:pt x="94051" y="334415"/>
                        <a:pt x="92764" y="339549"/>
                      </a:cubicBezTo>
                      <a:cubicBezTo>
                        <a:pt x="91478" y="344042"/>
                        <a:pt x="90834" y="349177"/>
                        <a:pt x="88261" y="354311"/>
                      </a:cubicBezTo>
                      <a:cubicBezTo>
                        <a:pt x="85688" y="359446"/>
                        <a:pt x="83758" y="363939"/>
                        <a:pt x="84402" y="365864"/>
                      </a:cubicBezTo>
                      <a:cubicBezTo>
                        <a:pt x="85688" y="367790"/>
                        <a:pt x="83758" y="374850"/>
                        <a:pt x="81829" y="380626"/>
                      </a:cubicBezTo>
                      <a:cubicBezTo>
                        <a:pt x="79899" y="386402"/>
                        <a:pt x="77326" y="389612"/>
                        <a:pt x="78612" y="390253"/>
                      </a:cubicBezTo>
                      <a:cubicBezTo>
                        <a:pt x="79899" y="390895"/>
                        <a:pt x="83115" y="382552"/>
                        <a:pt x="85045" y="378059"/>
                      </a:cubicBezTo>
                      <a:cubicBezTo>
                        <a:pt x="86331" y="373566"/>
                        <a:pt x="85688" y="370357"/>
                        <a:pt x="88904" y="370357"/>
                      </a:cubicBezTo>
                      <a:cubicBezTo>
                        <a:pt x="92121" y="370357"/>
                        <a:pt x="95981" y="366506"/>
                        <a:pt x="98554" y="360729"/>
                      </a:cubicBezTo>
                      <a:cubicBezTo>
                        <a:pt x="101127" y="354953"/>
                        <a:pt x="98554" y="351102"/>
                        <a:pt x="99840" y="346609"/>
                      </a:cubicBezTo>
                      <a:cubicBezTo>
                        <a:pt x="101127" y="342117"/>
                        <a:pt x="99197" y="334415"/>
                        <a:pt x="103700" y="331847"/>
                      </a:cubicBezTo>
                      <a:cubicBezTo>
                        <a:pt x="108203" y="329280"/>
                        <a:pt x="110776" y="326071"/>
                        <a:pt x="113349" y="320936"/>
                      </a:cubicBezTo>
                      <a:cubicBezTo>
                        <a:pt x="115922" y="315802"/>
                        <a:pt x="121068" y="313876"/>
                        <a:pt x="123641" y="312592"/>
                      </a:cubicBezTo>
                      <a:cubicBezTo>
                        <a:pt x="125571" y="311309"/>
                        <a:pt x="130074" y="310025"/>
                        <a:pt x="132647" y="310025"/>
                      </a:cubicBezTo>
                      <a:cubicBezTo>
                        <a:pt x="135863" y="310025"/>
                        <a:pt x="142296" y="306816"/>
                        <a:pt x="142939" y="308742"/>
                      </a:cubicBezTo>
                      <a:cubicBezTo>
                        <a:pt x="143583" y="310667"/>
                        <a:pt x="145512" y="317727"/>
                        <a:pt x="143583" y="324145"/>
                      </a:cubicBezTo>
                      <a:cubicBezTo>
                        <a:pt x="143583" y="324145"/>
                        <a:pt x="137150" y="344684"/>
                        <a:pt x="139080" y="342117"/>
                      </a:cubicBezTo>
                      <a:cubicBezTo>
                        <a:pt x="147442" y="333773"/>
                        <a:pt x="147442" y="343400"/>
                        <a:pt x="149372" y="347893"/>
                      </a:cubicBezTo>
                      <a:cubicBezTo>
                        <a:pt x="150659" y="351744"/>
                        <a:pt x="152588" y="333773"/>
                        <a:pt x="154518" y="329280"/>
                      </a:cubicBezTo>
                      <a:cubicBezTo>
                        <a:pt x="156448" y="324787"/>
                        <a:pt x="162238" y="317727"/>
                        <a:pt x="165454" y="316443"/>
                      </a:cubicBezTo>
                      <a:cubicBezTo>
                        <a:pt x="168670" y="315160"/>
                        <a:pt x="182822" y="317727"/>
                        <a:pt x="188612" y="323504"/>
                      </a:cubicBezTo>
                      <a:cubicBezTo>
                        <a:pt x="194401" y="328638"/>
                        <a:pt x="195044" y="331847"/>
                        <a:pt x="197617" y="335698"/>
                      </a:cubicBezTo>
                      <a:cubicBezTo>
                        <a:pt x="200191" y="339549"/>
                        <a:pt x="198904" y="342758"/>
                        <a:pt x="198904" y="345968"/>
                      </a:cubicBezTo>
                      <a:cubicBezTo>
                        <a:pt x="198904" y="349818"/>
                        <a:pt x="207910" y="353669"/>
                        <a:pt x="205980" y="345326"/>
                      </a:cubicBezTo>
                      <a:cubicBezTo>
                        <a:pt x="204693" y="336982"/>
                        <a:pt x="202764" y="332489"/>
                        <a:pt x="202120" y="328638"/>
                      </a:cubicBezTo>
                      <a:cubicBezTo>
                        <a:pt x="200834" y="324787"/>
                        <a:pt x="201477" y="323504"/>
                        <a:pt x="202764" y="321578"/>
                      </a:cubicBezTo>
                      <a:cubicBezTo>
                        <a:pt x="204050" y="319653"/>
                        <a:pt x="202120" y="316443"/>
                        <a:pt x="206623" y="314518"/>
                      </a:cubicBezTo>
                      <a:cubicBezTo>
                        <a:pt x="211126" y="312592"/>
                        <a:pt x="211769" y="310667"/>
                        <a:pt x="211769" y="305532"/>
                      </a:cubicBezTo>
                      <a:cubicBezTo>
                        <a:pt x="211769" y="299756"/>
                        <a:pt x="211769" y="296547"/>
                        <a:pt x="219489" y="290770"/>
                      </a:cubicBezTo>
                      <a:cubicBezTo>
                        <a:pt x="227208" y="284352"/>
                        <a:pt x="231068" y="287561"/>
                        <a:pt x="232997" y="288845"/>
                      </a:cubicBezTo>
                      <a:cubicBezTo>
                        <a:pt x="234927" y="290129"/>
                        <a:pt x="238144" y="292696"/>
                        <a:pt x="239430" y="292696"/>
                      </a:cubicBezTo>
                      <a:cubicBezTo>
                        <a:pt x="240717" y="292696"/>
                        <a:pt x="243290" y="288845"/>
                        <a:pt x="245220" y="288203"/>
                      </a:cubicBezTo>
                      <a:cubicBezTo>
                        <a:pt x="247149" y="288203"/>
                        <a:pt x="247793" y="289487"/>
                        <a:pt x="249722" y="284994"/>
                      </a:cubicBezTo>
                      <a:cubicBezTo>
                        <a:pt x="251652" y="279859"/>
                        <a:pt x="253582" y="277292"/>
                        <a:pt x="251652" y="274725"/>
                      </a:cubicBezTo>
                      <a:cubicBezTo>
                        <a:pt x="249722" y="271516"/>
                        <a:pt x="244576" y="268307"/>
                        <a:pt x="245220" y="263814"/>
                      </a:cubicBezTo>
                      <a:cubicBezTo>
                        <a:pt x="245863" y="259963"/>
                        <a:pt x="249722" y="259321"/>
                        <a:pt x="249079" y="256112"/>
                      </a:cubicBezTo>
                      <a:cubicBezTo>
                        <a:pt x="249079" y="252261"/>
                        <a:pt x="249079" y="248410"/>
                        <a:pt x="251652" y="245843"/>
                      </a:cubicBezTo>
                      <a:cubicBezTo>
                        <a:pt x="254225" y="243275"/>
                        <a:pt x="261301" y="245201"/>
                        <a:pt x="263231" y="247126"/>
                      </a:cubicBezTo>
                      <a:cubicBezTo>
                        <a:pt x="265161" y="249052"/>
                        <a:pt x="270950" y="250977"/>
                        <a:pt x="271594" y="249052"/>
                      </a:cubicBezTo>
                      <a:cubicBezTo>
                        <a:pt x="272237" y="247126"/>
                        <a:pt x="272880" y="241992"/>
                        <a:pt x="276097" y="238782"/>
                      </a:cubicBezTo>
                      <a:cubicBezTo>
                        <a:pt x="279313" y="235573"/>
                        <a:pt x="278026" y="233648"/>
                        <a:pt x="279313" y="229155"/>
                      </a:cubicBezTo>
                      <a:cubicBezTo>
                        <a:pt x="280599" y="225304"/>
                        <a:pt x="285102" y="218244"/>
                        <a:pt x="283173" y="216319"/>
                      </a:cubicBezTo>
                      <a:cubicBezTo>
                        <a:pt x="281886" y="214393"/>
                        <a:pt x="274167" y="213751"/>
                        <a:pt x="270950" y="211184"/>
                      </a:cubicBezTo>
                      <a:cubicBezTo>
                        <a:pt x="267734" y="208617"/>
                        <a:pt x="265804" y="204124"/>
                        <a:pt x="272237" y="202198"/>
                      </a:cubicBezTo>
                      <a:cubicBezTo>
                        <a:pt x="278670" y="200273"/>
                        <a:pt x="290249" y="195780"/>
                        <a:pt x="286389" y="191929"/>
                      </a:cubicBezTo>
                      <a:cubicBezTo>
                        <a:pt x="281886" y="188078"/>
                        <a:pt x="276740" y="191287"/>
                        <a:pt x="274167" y="190004"/>
                      </a:cubicBezTo>
                      <a:cubicBezTo>
                        <a:pt x="270950" y="188720"/>
                        <a:pt x="261945" y="177167"/>
                        <a:pt x="265804" y="170749"/>
                      </a:cubicBezTo>
                      <a:cubicBezTo>
                        <a:pt x="269664" y="164331"/>
                        <a:pt x="276097" y="161763"/>
                        <a:pt x="280599" y="161122"/>
                      </a:cubicBezTo>
                      <a:cubicBezTo>
                        <a:pt x="285102" y="160480"/>
                        <a:pt x="292822" y="157912"/>
                        <a:pt x="284459" y="152778"/>
                      </a:cubicBezTo>
                      <a:cubicBezTo>
                        <a:pt x="276740" y="147643"/>
                        <a:pt x="274167" y="143792"/>
                        <a:pt x="270950" y="141867"/>
                      </a:cubicBezTo>
                      <a:cubicBezTo>
                        <a:pt x="267091" y="139941"/>
                        <a:pt x="260015" y="142509"/>
                        <a:pt x="256155" y="142509"/>
                      </a:cubicBezTo>
                      <a:cubicBezTo>
                        <a:pt x="252296" y="142509"/>
                        <a:pt x="236214" y="143150"/>
                        <a:pt x="235570" y="139941"/>
                      </a:cubicBezTo>
                      <a:cubicBezTo>
                        <a:pt x="234927" y="136732"/>
                        <a:pt x="243933" y="130956"/>
                        <a:pt x="248436" y="129672"/>
                      </a:cubicBezTo>
                      <a:cubicBezTo>
                        <a:pt x="252939" y="128388"/>
                        <a:pt x="254225" y="126463"/>
                        <a:pt x="254225" y="123254"/>
                      </a:cubicBezTo>
                      <a:cubicBezTo>
                        <a:pt x="253582" y="120045"/>
                        <a:pt x="258085" y="114268"/>
                        <a:pt x="256798" y="110417"/>
                      </a:cubicBezTo>
                      <a:cubicBezTo>
                        <a:pt x="255512" y="106566"/>
                        <a:pt x="249079" y="106566"/>
                        <a:pt x="242646" y="109134"/>
                      </a:cubicBezTo>
                      <a:cubicBezTo>
                        <a:pt x="236214" y="111701"/>
                        <a:pt x="229138" y="107850"/>
                        <a:pt x="227851" y="103999"/>
                      </a:cubicBezTo>
                      <a:cubicBezTo>
                        <a:pt x="227208" y="100148"/>
                        <a:pt x="227208" y="92446"/>
                        <a:pt x="229138" y="90521"/>
                      </a:cubicBezTo>
                      <a:cubicBezTo>
                        <a:pt x="231068" y="87953"/>
                        <a:pt x="227851" y="81535"/>
                        <a:pt x="223348" y="84744"/>
                      </a:cubicBezTo>
                      <a:cubicBezTo>
                        <a:pt x="218845" y="87953"/>
                        <a:pt x="217559" y="93088"/>
                        <a:pt x="213699" y="92446"/>
                      </a:cubicBezTo>
                      <a:cubicBezTo>
                        <a:pt x="209840" y="92446"/>
                        <a:pt x="204050" y="88595"/>
                        <a:pt x="205980" y="81535"/>
                      </a:cubicBezTo>
                      <a:cubicBezTo>
                        <a:pt x="207910" y="74475"/>
                        <a:pt x="213056" y="69340"/>
                        <a:pt x="215629" y="67415"/>
                      </a:cubicBezTo>
                      <a:cubicBezTo>
                        <a:pt x="218202" y="65489"/>
                        <a:pt x="223348" y="60997"/>
                        <a:pt x="218845" y="57146"/>
                      </a:cubicBezTo>
                      <a:cubicBezTo>
                        <a:pt x="214342" y="53295"/>
                        <a:pt x="209196" y="57788"/>
                        <a:pt x="207910" y="59713"/>
                      </a:cubicBezTo>
                      <a:cubicBezTo>
                        <a:pt x="206623" y="61639"/>
                        <a:pt x="205980" y="63564"/>
                        <a:pt x="204050" y="65489"/>
                      </a:cubicBezTo>
                      <a:cubicBezTo>
                        <a:pt x="202120" y="68057"/>
                        <a:pt x="202764" y="69982"/>
                        <a:pt x="201477" y="72550"/>
                      </a:cubicBezTo>
                      <a:cubicBezTo>
                        <a:pt x="200191" y="75759"/>
                        <a:pt x="193114" y="78968"/>
                        <a:pt x="191828" y="82819"/>
                      </a:cubicBezTo>
                      <a:cubicBezTo>
                        <a:pt x="190541" y="86670"/>
                        <a:pt x="183465" y="87312"/>
                        <a:pt x="179606" y="87312"/>
                      </a:cubicBezTo>
                      <a:cubicBezTo>
                        <a:pt x="175746" y="87312"/>
                        <a:pt x="163524" y="82819"/>
                        <a:pt x="157091" y="75759"/>
                      </a:cubicBezTo>
                      <a:cubicBezTo>
                        <a:pt x="150659" y="68699"/>
                        <a:pt x="151302" y="63564"/>
                        <a:pt x="152588" y="59071"/>
                      </a:cubicBezTo>
                      <a:cubicBezTo>
                        <a:pt x="153232" y="55220"/>
                        <a:pt x="153875" y="50086"/>
                        <a:pt x="151945" y="48802"/>
                      </a:cubicBezTo>
                      <a:cubicBezTo>
                        <a:pt x="150015" y="47518"/>
                        <a:pt x="150015" y="44951"/>
                        <a:pt x="153232" y="38533"/>
                      </a:cubicBezTo>
                      <a:cubicBezTo>
                        <a:pt x="155805" y="32756"/>
                        <a:pt x="157091" y="26338"/>
                        <a:pt x="159664" y="19278"/>
                      </a:cubicBezTo>
                      <a:cubicBezTo>
                        <a:pt x="161594" y="12218"/>
                        <a:pt x="164167" y="-619"/>
                        <a:pt x="157735" y="23"/>
                      </a:cubicBezTo>
                      <a:cubicBezTo>
                        <a:pt x="151302" y="665"/>
                        <a:pt x="149372" y="7083"/>
                        <a:pt x="149372" y="9009"/>
                      </a:cubicBezTo>
                      <a:cubicBezTo>
                        <a:pt x="149372" y="10934"/>
                        <a:pt x="148729" y="15427"/>
                        <a:pt x="148085" y="17352"/>
                      </a:cubicBezTo>
                      <a:cubicBezTo>
                        <a:pt x="147442" y="19278"/>
                        <a:pt x="150015" y="24413"/>
                        <a:pt x="148085" y="27622"/>
                      </a:cubicBezTo>
                      <a:cubicBezTo>
                        <a:pt x="146156" y="31473"/>
                        <a:pt x="144869" y="32114"/>
                        <a:pt x="144226" y="35965"/>
                      </a:cubicBezTo>
                      <a:cubicBezTo>
                        <a:pt x="144226" y="39816"/>
                        <a:pt x="144869" y="43667"/>
                        <a:pt x="145512" y="48802"/>
                      </a:cubicBezTo>
                      <a:cubicBezTo>
                        <a:pt x="146156" y="53937"/>
                        <a:pt x="143583" y="55862"/>
                        <a:pt x="142939" y="59071"/>
                      </a:cubicBezTo>
                      <a:cubicBezTo>
                        <a:pt x="142939" y="62280"/>
                        <a:pt x="144869" y="65489"/>
                        <a:pt x="141010" y="69982"/>
                      </a:cubicBezTo>
                      <a:cubicBezTo>
                        <a:pt x="138436" y="76401"/>
                        <a:pt x="137150" y="73833"/>
                        <a:pt x="131360" y="76401"/>
                      </a:cubicBezTo>
                      <a:close/>
                    </a:path>
                  </a:pathLst>
                </a:custGeom>
                <a:solidFill>
                  <a:schemeClr val="accent1"/>
                </a:solidFill>
                <a:ln w="6424" cap="flat">
                  <a:noFill/>
                  <a:prstDash val="solid"/>
                  <a:miter/>
                </a:ln>
              </p:spPr>
              <p:txBody>
                <a:bodyPr rtlCol="0" anchor="ctr"/>
                <a:lstStyle/>
                <a:p>
                  <a:endParaRPr lang="pt-BR"/>
                </a:p>
              </p:txBody>
            </p:sp>
            <p:sp>
              <p:nvSpPr>
                <p:cNvPr id="213" name="Freeform: Shape 212">
                  <a:extLst>
                    <a:ext uri="{FF2B5EF4-FFF2-40B4-BE49-F238E27FC236}">
                      <a16:creationId xmlns:a16="http://schemas.microsoft.com/office/drawing/2014/main" id="{B17C4A46-AC8D-7213-6BAD-85691324F97B}"/>
                    </a:ext>
                  </a:extLst>
                </p:cNvPr>
                <p:cNvSpPr/>
                <p:nvPr/>
              </p:nvSpPr>
              <p:spPr>
                <a:xfrm>
                  <a:off x="6686391" y="2464733"/>
                  <a:ext cx="40603" cy="41184"/>
                </a:xfrm>
                <a:custGeom>
                  <a:avLst/>
                  <a:gdLst>
                    <a:gd name="connsiteX0" fmla="*/ 9749 w 40603"/>
                    <a:gd name="connsiteY0" fmla="*/ 36190 h 41184"/>
                    <a:gd name="connsiteX1" fmla="*/ 1386 w 40603"/>
                    <a:gd name="connsiteY1" fmla="*/ 24637 h 41184"/>
                    <a:gd name="connsiteX2" fmla="*/ 2673 w 40603"/>
                    <a:gd name="connsiteY2" fmla="*/ 13726 h 41184"/>
                    <a:gd name="connsiteX3" fmla="*/ 12322 w 40603"/>
                    <a:gd name="connsiteY3" fmla="*/ 1531 h 41184"/>
                    <a:gd name="connsiteX4" fmla="*/ 27760 w 40603"/>
                    <a:gd name="connsiteY4" fmla="*/ 2815 h 41184"/>
                    <a:gd name="connsiteX5" fmla="*/ 38052 w 40603"/>
                    <a:gd name="connsiteY5" fmla="*/ 9875 h 41184"/>
                    <a:gd name="connsiteX6" fmla="*/ 38696 w 40603"/>
                    <a:gd name="connsiteY6" fmla="*/ 23995 h 41184"/>
                    <a:gd name="connsiteX7" fmla="*/ 33550 w 40603"/>
                    <a:gd name="connsiteY7" fmla="*/ 32981 h 41184"/>
                    <a:gd name="connsiteX8" fmla="*/ 26474 w 40603"/>
                    <a:gd name="connsiteY8" fmla="*/ 32339 h 41184"/>
                    <a:gd name="connsiteX9" fmla="*/ 22614 w 40603"/>
                    <a:gd name="connsiteY9" fmla="*/ 38757 h 41184"/>
                    <a:gd name="connsiteX10" fmla="*/ 9749 w 40603"/>
                    <a:gd name="connsiteY10" fmla="*/ 36190 h 4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603" h="41184">
                      <a:moveTo>
                        <a:pt x="9749" y="36190"/>
                      </a:moveTo>
                      <a:cubicBezTo>
                        <a:pt x="9749" y="36190"/>
                        <a:pt x="4602" y="29771"/>
                        <a:pt x="1386" y="24637"/>
                      </a:cubicBezTo>
                      <a:cubicBezTo>
                        <a:pt x="-1830" y="18860"/>
                        <a:pt x="1386" y="16935"/>
                        <a:pt x="2673" y="13726"/>
                      </a:cubicBezTo>
                      <a:cubicBezTo>
                        <a:pt x="3959" y="10517"/>
                        <a:pt x="9105" y="3457"/>
                        <a:pt x="12322" y="1531"/>
                      </a:cubicBezTo>
                      <a:cubicBezTo>
                        <a:pt x="15538" y="-394"/>
                        <a:pt x="23257" y="-1036"/>
                        <a:pt x="27760" y="2815"/>
                      </a:cubicBezTo>
                      <a:cubicBezTo>
                        <a:pt x="32263" y="7308"/>
                        <a:pt x="35479" y="4740"/>
                        <a:pt x="38052" y="9875"/>
                      </a:cubicBezTo>
                      <a:cubicBezTo>
                        <a:pt x="40626" y="14368"/>
                        <a:pt x="41912" y="18860"/>
                        <a:pt x="38696" y="23995"/>
                      </a:cubicBezTo>
                      <a:cubicBezTo>
                        <a:pt x="35479" y="29130"/>
                        <a:pt x="36766" y="29771"/>
                        <a:pt x="33550" y="32981"/>
                      </a:cubicBezTo>
                      <a:cubicBezTo>
                        <a:pt x="30333" y="36190"/>
                        <a:pt x="29690" y="31055"/>
                        <a:pt x="26474" y="32339"/>
                      </a:cubicBezTo>
                      <a:cubicBezTo>
                        <a:pt x="22614" y="34264"/>
                        <a:pt x="27117" y="34264"/>
                        <a:pt x="22614" y="38757"/>
                      </a:cubicBezTo>
                      <a:cubicBezTo>
                        <a:pt x="18754" y="42608"/>
                        <a:pt x="14251" y="41966"/>
                        <a:pt x="9749" y="36190"/>
                      </a:cubicBezTo>
                      <a:close/>
                    </a:path>
                  </a:pathLst>
                </a:custGeom>
                <a:solidFill>
                  <a:schemeClr val="accent1"/>
                </a:solidFill>
                <a:ln w="6424" cap="flat">
                  <a:noFill/>
                  <a:prstDash val="solid"/>
                  <a:miter/>
                </a:ln>
              </p:spPr>
              <p:txBody>
                <a:bodyPr rtlCol="0" anchor="ctr"/>
                <a:lstStyle/>
                <a:p>
                  <a:endParaRPr lang="pt-BR"/>
                </a:p>
              </p:txBody>
            </p:sp>
            <p:sp>
              <p:nvSpPr>
                <p:cNvPr id="214" name="Freeform: Shape 213">
                  <a:extLst>
                    <a:ext uri="{FF2B5EF4-FFF2-40B4-BE49-F238E27FC236}">
                      <a16:creationId xmlns:a16="http://schemas.microsoft.com/office/drawing/2014/main" id="{6AF39F92-4F11-9A8E-A173-F27468B9BF37}"/>
                    </a:ext>
                  </a:extLst>
                </p:cNvPr>
                <p:cNvSpPr/>
                <p:nvPr/>
              </p:nvSpPr>
              <p:spPr>
                <a:xfrm>
                  <a:off x="6750174" y="2508378"/>
                  <a:ext cx="5789" cy="8591"/>
                </a:xfrm>
                <a:custGeom>
                  <a:avLst/>
                  <a:gdLst>
                    <a:gd name="connsiteX0" fmla="*/ 0 w 5789"/>
                    <a:gd name="connsiteY0" fmla="*/ 8591 h 8591"/>
                    <a:gd name="connsiteX1" fmla="*/ 1287 w 5789"/>
                    <a:gd name="connsiteY1" fmla="*/ 2173 h 8591"/>
                    <a:gd name="connsiteX2" fmla="*/ 5789 w 5789"/>
                    <a:gd name="connsiteY2" fmla="*/ 2173 h 8591"/>
                    <a:gd name="connsiteX3" fmla="*/ 0 w 5789"/>
                    <a:gd name="connsiteY3" fmla="*/ 8591 h 8591"/>
                  </a:gdLst>
                  <a:ahLst/>
                  <a:cxnLst>
                    <a:cxn ang="0">
                      <a:pos x="connsiteX0" y="connsiteY0"/>
                    </a:cxn>
                    <a:cxn ang="0">
                      <a:pos x="connsiteX1" y="connsiteY1"/>
                    </a:cxn>
                    <a:cxn ang="0">
                      <a:pos x="connsiteX2" y="connsiteY2"/>
                    </a:cxn>
                    <a:cxn ang="0">
                      <a:pos x="connsiteX3" y="connsiteY3"/>
                    </a:cxn>
                  </a:cxnLst>
                  <a:rect l="l" t="t" r="r" b="b"/>
                  <a:pathLst>
                    <a:path w="5789" h="8591">
                      <a:moveTo>
                        <a:pt x="0" y="8591"/>
                      </a:moveTo>
                      <a:cubicBezTo>
                        <a:pt x="0" y="8591"/>
                        <a:pt x="0" y="4740"/>
                        <a:pt x="1287" y="2173"/>
                      </a:cubicBezTo>
                      <a:cubicBezTo>
                        <a:pt x="1930" y="-395"/>
                        <a:pt x="5789" y="-1036"/>
                        <a:pt x="5789" y="2173"/>
                      </a:cubicBezTo>
                      <a:cubicBezTo>
                        <a:pt x="5789" y="6024"/>
                        <a:pt x="1930" y="7949"/>
                        <a:pt x="0" y="8591"/>
                      </a:cubicBezTo>
                      <a:close/>
                    </a:path>
                  </a:pathLst>
                </a:custGeom>
                <a:solidFill>
                  <a:srgbClr val="9D70F2"/>
                </a:solidFill>
                <a:ln w="6424" cap="flat">
                  <a:noFill/>
                  <a:prstDash val="solid"/>
                  <a:miter/>
                </a:ln>
              </p:spPr>
              <p:txBody>
                <a:bodyPr rtlCol="0" anchor="ctr"/>
                <a:lstStyle/>
                <a:p>
                  <a:endParaRPr lang="pt-BR"/>
                </a:p>
              </p:txBody>
            </p:sp>
            <p:sp>
              <p:nvSpPr>
                <p:cNvPr id="215" name="Freeform: Shape 214">
                  <a:extLst>
                    <a:ext uri="{FF2B5EF4-FFF2-40B4-BE49-F238E27FC236}">
                      <a16:creationId xmlns:a16="http://schemas.microsoft.com/office/drawing/2014/main" id="{F1A8F217-574F-58E1-5EB1-811AA3D6A7ED}"/>
                    </a:ext>
                  </a:extLst>
                </p:cNvPr>
                <p:cNvSpPr/>
                <p:nvPr/>
              </p:nvSpPr>
              <p:spPr>
                <a:xfrm>
                  <a:off x="6772689" y="2490468"/>
                  <a:ext cx="3296" cy="4678"/>
                </a:xfrm>
                <a:custGeom>
                  <a:avLst/>
                  <a:gdLst>
                    <a:gd name="connsiteX0" fmla="*/ 0 w 3296"/>
                    <a:gd name="connsiteY0" fmla="*/ 4679 h 4678"/>
                    <a:gd name="connsiteX1" fmla="*/ 1930 w 3296"/>
                    <a:gd name="connsiteY1" fmla="*/ 186 h 4678"/>
                    <a:gd name="connsiteX2" fmla="*/ 0 w 3296"/>
                    <a:gd name="connsiteY2" fmla="*/ 4679 h 4678"/>
                  </a:gdLst>
                  <a:ahLst/>
                  <a:cxnLst>
                    <a:cxn ang="0">
                      <a:pos x="connsiteX0" y="connsiteY0"/>
                    </a:cxn>
                    <a:cxn ang="0">
                      <a:pos x="connsiteX1" y="connsiteY1"/>
                    </a:cxn>
                    <a:cxn ang="0">
                      <a:pos x="connsiteX2" y="connsiteY2"/>
                    </a:cxn>
                  </a:cxnLst>
                  <a:rect l="l" t="t" r="r" b="b"/>
                  <a:pathLst>
                    <a:path w="3296" h="4678">
                      <a:moveTo>
                        <a:pt x="0" y="4679"/>
                      </a:moveTo>
                      <a:cubicBezTo>
                        <a:pt x="0" y="4679"/>
                        <a:pt x="0" y="-1098"/>
                        <a:pt x="1930" y="186"/>
                      </a:cubicBezTo>
                      <a:cubicBezTo>
                        <a:pt x="5146" y="1470"/>
                        <a:pt x="1930" y="3395"/>
                        <a:pt x="0" y="4679"/>
                      </a:cubicBezTo>
                      <a:close/>
                    </a:path>
                  </a:pathLst>
                </a:custGeom>
                <a:solidFill>
                  <a:srgbClr val="9D70F2"/>
                </a:solidFill>
                <a:ln w="6424" cap="flat">
                  <a:noFill/>
                  <a:prstDash val="solid"/>
                  <a:miter/>
                </a:ln>
              </p:spPr>
              <p:txBody>
                <a:bodyPr rtlCol="0" anchor="ctr"/>
                <a:lstStyle/>
                <a:p>
                  <a:endParaRPr lang="pt-BR"/>
                </a:p>
              </p:txBody>
            </p:sp>
            <p:sp>
              <p:nvSpPr>
                <p:cNvPr id="216" name="Freeform: Shape 215">
                  <a:extLst>
                    <a:ext uri="{FF2B5EF4-FFF2-40B4-BE49-F238E27FC236}">
                      <a16:creationId xmlns:a16="http://schemas.microsoft.com/office/drawing/2014/main" id="{FC849F76-74B2-8324-2977-91CFE5543CB2}"/>
                    </a:ext>
                  </a:extLst>
                </p:cNvPr>
                <p:cNvSpPr/>
                <p:nvPr/>
              </p:nvSpPr>
              <p:spPr>
                <a:xfrm>
                  <a:off x="6758606" y="2492393"/>
                  <a:ext cx="3124" cy="4678"/>
                </a:xfrm>
                <a:custGeom>
                  <a:avLst/>
                  <a:gdLst>
                    <a:gd name="connsiteX0" fmla="*/ 574 w 3124"/>
                    <a:gd name="connsiteY0" fmla="*/ 4679 h 4678"/>
                    <a:gd name="connsiteX1" fmla="*/ 1861 w 3124"/>
                    <a:gd name="connsiteY1" fmla="*/ 186 h 4678"/>
                    <a:gd name="connsiteX2" fmla="*/ 574 w 3124"/>
                    <a:gd name="connsiteY2" fmla="*/ 4679 h 4678"/>
                  </a:gdLst>
                  <a:ahLst/>
                  <a:cxnLst>
                    <a:cxn ang="0">
                      <a:pos x="connsiteX0" y="connsiteY0"/>
                    </a:cxn>
                    <a:cxn ang="0">
                      <a:pos x="connsiteX1" y="connsiteY1"/>
                    </a:cxn>
                    <a:cxn ang="0">
                      <a:pos x="connsiteX2" y="connsiteY2"/>
                    </a:cxn>
                  </a:cxnLst>
                  <a:rect l="l" t="t" r="r" b="b"/>
                  <a:pathLst>
                    <a:path w="3124" h="4678">
                      <a:moveTo>
                        <a:pt x="574" y="4679"/>
                      </a:moveTo>
                      <a:cubicBezTo>
                        <a:pt x="574" y="4679"/>
                        <a:pt x="-1356" y="-1098"/>
                        <a:pt x="1861" y="186"/>
                      </a:cubicBezTo>
                      <a:cubicBezTo>
                        <a:pt x="5077" y="828"/>
                        <a:pt x="1217" y="4679"/>
                        <a:pt x="574" y="4679"/>
                      </a:cubicBezTo>
                      <a:close/>
                    </a:path>
                  </a:pathLst>
                </a:custGeom>
                <a:solidFill>
                  <a:srgbClr val="9D70F2"/>
                </a:solidFill>
                <a:ln w="6424" cap="flat">
                  <a:noFill/>
                  <a:prstDash val="solid"/>
                  <a:miter/>
                </a:ln>
              </p:spPr>
              <p:txBody>
                <a:bodyPr rtlCol="0" anchor="ctr"/>
                <a:lstStyle/>
                <a:p>
                  <a:endParaRPr lang="pt-BR"/>
                </a:p>
              </p:txBody>
            </p:sp>
            <p:sp>
              <p:nvSpPr>
                <p:cNvPr id="217" name="Freeform: Shape 216">
                  <a:extLst>
                    <a:ext uri="{FF2B5EF4-FFF2-40B4-BE49-F238E27FC236}">
                      <a16:creationId xmlns:a16="http://schemas.microsoft.com/office/drawing/2014/main" id="{3EB345F8-2C85-29C9-94D5-14033CA9C121}"/>
                    </a:ext>
                  </a:extLst>
                </p:cNvPr>
                <p:cNvSpPr/>
                <p:nvPr/>
              </p:nvSpPr>
              <p:spPr>
                <a:xfrm>
                  <a:off x="6625770" y="2494006"/>
                  <a:ext cx="4112" cy="29381"/>
                </a:xfrm>
                <a:custGeom>
                  <a:avLst/>
                  <a:gdLst>
                    <a:gd name="connsiteX0" fmla="*/ 3469 w 4112"/>
                    <a:gd name="connsiteY0" fmla="*/ 25530 h 29381"/>
                    <a:gd name="connsiteX1" fmla="*/ 4112 w 4112"/>
                    <a:gd name="connsiteY1" fmla="*/ 29381 h 29381"/>
                    <a:gd name="connsiteX2" fmla="*/ 1539 w 4112"/>
                    <a:gd name="connsiteY2" fmla="*/ 18470 h 29381"/>
                    <a:gd name="connsiteX3" fmla="*/ 252 w 4112"/>
                    <a:gd name="connsiteY3" fmla="*/ 1783 h 29381"/>
                    <a:gd name="connsiteX4" fmla="*/ 1539 w 4112"/>
                    <a:gd name="connsiteY4" fmla="*/ 3708 h 29381"/>
                    <a:gd name="connsiteX5" fmla="*/ 3469 w 4112"/>
                    <a:gd name="connsiteY5" fmla="*/ 25530 h 2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2" h="29381">
                      <a:moveTo>
                        <a:pt x="3469" y="25530"/>
                      </a:moveTo>
                      <a:cubicBezTo>
                        <a:pt x="3469" y="25530"/>
                        <a:pt x="4112" y="29381"/>
                        <a:pt x="4112" y="29381"/>
                      </a:cubicBezTo>
                      <a:cubicBezTo>
                        <a:pt x="3469" y="29381"/>
                        <a:pt x="2825" y="24889"/>
                        <a:pt x="1539" y="18470"/>
                      </a:cubicBezTo>
                      <a:cubicBezTo>
                        <a:pt x="252" y="12052"/>
                        <a:pt x="-391" y="5634"/>
                        <a:pt x="252" y="1783"/>
                      </a:cubicBezTo>
                      <a:cubicBezTo>
                        <a:pt x="896" y="-2068"/>
                        <a:pt x="1539" y="1141"/>
                        <a:pt x="1539" y="3708"/>
                      </a:cubicBezTo>
                      <a:cubicBezTo>
                        <a:pt x="1539" y="6276"/>
                        <a:pt x="3469" y="25530"/>
                        <a:pt x="3469" y="25530"/>
                      </a:cubicBezTo>
                      <a:close/>
                    </a:path>
                  </a:pathLst>
                </a:custGeom>
                <a:solidFill>
                  <a:srgbClr val="9D70F2"/>
                </a:solidFill>
                <a:ln w="6424" cap="flat">
                  <a:noFill/>
                  <a:prstDash val="solid"/>
                  <a:miter/>
                </a:ln>
              </p:spPr>
              <p:txBody>
                <a:bodyPr rtlCol="0" anchor="ctr"/>
                <a:lstStyle/>
                <a:p>
                  <a:endParaRPr lang="pt-BR"/>
                </a:p>
              </p:txBody>
            </p:sp>
            <p:sp>
              <p:nvSpPr>
                <p:cNvPr id="218" name="Freeform: Shape 217">
                  <a:extLst>
                    <a:ext uri="{FF2B5EF4-FFF2-40B4-BE49-F238E27FC236}">
                      <a16:creationId xmlns:a16="http://schemas.microsoft.com/office/drawing/2014/main" id="{7A7AEFAC-A882-3FE7-B65A-2B9DF5DB262D}"/>
                    </a:ext>
                  </a:extLst>
                </p:cNvPr>
                <p:cNvSpPr/>
                <p:nvPr/>
              </p:nvSpPr>
              <p:spPr>
                <a:xfrm>
                  <a:off x="6571116" y="2497764"/>
                  <a:ext cx="8092" cy="10723"/>
                </a:xfrm>
                <a:custGeom>
                  <a:avLst/>
                  <a:gdLst>
                    <a:gd name="connsiteX0" fmla="*/ 1515 w 8092"/>
                    <a:gd name="connsiteY0" fmla="*/ 592 h 10723"/>
                    <a:gd name="connsiteX1" fmla="*/ 7948 w 8092"/>
                    <a:gd name="connsiteY1" fmla="*/ 10220 h 10723"/>
                    <a:gd name="connsiteX2" fmla="*/ 4089 w 8092"/>
                    <a:gd name="connsiteY2" fmla="*/ 7652 h 10723"/>
                    <a:gd name="connsiteX3" fmla="*/ 1515 w 8092"/>
                    <a:gd name="connsiteY3" fmla="*/ 592 h 10723"/>
                  </a:gdLst>
                  <a:ahLst/>
                  <a:cxnLst>
                    <a:cxn ang="0">
                      <a:pos x="connsiteX0" y="connsiteY0"/>
                    </a:cxn>
                    <a:cxn ang="0">
                      <a:pos x="connsiteX1" y="connsiteY1"/>
                    </a:cxn>
                    <a:cxn ang="0">
                      <a:pos x="connsiteX2" y="connsiteY2"/>
                    </a:cxn>
                    <a:cxn ang="0">
                      <a:pos x="connsiteX3" y="connsiteY3"/>
                    </a:cxn>
                  </a:cxnLst>
                  <a:rect l="l" t="t" r="r" b="b"/>
                  <a:pathLst>
                    <a:path w="8092" h="10723">
                      <a:moveTo>
                        <a:pt x="1515" y="592"/>
                      </a:moveTo>
                      <a:cubicBezTo>
                        <a:pt x="1515" y="592"/>
                        <a:pt x="9235" y="8936"/>
                        <a:pt x="7948" y="10220"/>
                      </a:cubicBezTo>
                      <a:cubicBezTo>
                        <a:pt x="7305" y="11503"/>
                        <a:pt x="6018" y="10220"/>
                        <a:pt x="4089" y="7652"/>
                      </a:cubicBezTo>
                      <a:cubicBezTo>
                        <a:pt x="2159" y="4443"/>
                        <a:pt x="-2344" y="-1975"/>
                        <a:pt x="1515" y="592"/>
                      </a:cubicBezTo>
                      <a:close/>
                    </a:path>
                  </a:pathLst>
                </a:custGeom>
                <a:solidFill>
                  <a:srgbClr val="9D70F2"/>
                </a:solidFill>
                <a:ln w="6424" cap="flat">
                  <a:noFill/>
                  <a:prstDash val="solid"/>
                  <a:miter/>
                </a:ln>
              </p:spPr>
              <p:txBody>
                <a:bodyPr rtlCol="0" anchor="ctr"/>
                <a:lstStyle/>
                <a:p>
                  <a:endParaRPr lang="pt-BR"/>
                </a:p>
              </p:txBody>
            </p:sp>
            <p:sp>
              <p:nvSpPr>
                <p:cNvPr id="219" name="Freeform: Shape 218">
                  <a:extLst>
                    <a:ext uri="{FF2B5EF4-FFF2-40B4-BE49-F238E27FC236}">
                      <a16:creationId xmlns:a16="http://schemas.microsoft.com/office/drawing/2014/main" id="{6AC60702-7D0F-8064-F355-E4FB89C0F2A5}"/>
                    </a:ext>
                  </a:extLst>
                </p:cNvPr>
                <p:cNvSpPr/>
                <p:nvPr/>
              </p:nvSpPr>
              <p:spPr>
                <a:xfrm>
                  <a:off x="6513540" y="2425775"/>
                  <a:ext cx="44296" cy="55600"/>
                </a:xfrm>
                <a:custGeom>
                  <a:avLst/>
                  <a:gdLst>
                    <a:gd name="connsiteX0" fmla="*/ 44296 w 44296"/>
                    <a:gd name="connsiteY0" fmla="*/ 54610 h 55600"/>
                    <a:gd name="connsiteX1" fmla="*/ 39150 w 44296"/>
                    <a:gd name="connsiteY1" fmla="*/ 52685 h 55600"/>
                    <a:gd name="connsiteX2" fmla="*/ 18565 w 44296"/>
                    <a:gd name="connsiteY2" fmla="*/ 27653 h 55600"/>
                    <a:gd name="connsiteX3" fmla="*/ 6986 w 44296"/>
                    <a:gd name="connsiteY3" fmla="*/ 12250 h 55600"/>
                    <a:gd name="connsiteX4" fmla="*/ 1197 w 44296"/>
                    <a:gd name="connsiteY4" fmla="*/ 55 h 55600"/>
                    <a:gd name="connsiteX5" fmla="*/ 8916 w 44296"/>
                    <a:gd name="connsiteY5" fmla="*/ 7757 h 55600"/>
                    <a:gd name="connsiteX6" fmla="*/ 34647 w 44296"/>
                    <a:gd name="connsiteY6" fmla="*/ 39848 h 55600"/>
                    <a:gd name="connsiteX7" fmla="*/ 44296 w 44296"/>
                    <a:gd name="connsiteY7" fmla="*/ 54610 h 5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296" h="55600">
                      <a:moveTo>
                        <a:pt x="44296" y="54610"/>
                      </a:moveTo>
                      <a:cubicBezTo>
                        <a:pt x="44296" y="54610"/>
                        <a:pt x="43009" y="57819"/>
                        <a:pt x="39150" y="52685"/>
                      </a:cubicBezTo>
                      <a:cubicBezTo>
                        <a:pt x="35933" y="48192"/>
                        <a:pt x="21138" y="30863"/>
                        <a:pt x="18565" y="27653"/>
                      </a:cubicBezTo>
                      <a:cubicBezTo>
                        <a:pt x="15992" y="24444"/>
                        <a:pt x="9559" y="16101"/>
                        <a:pt x="6986" y="12250"/>
                      </a:cubicBezTo>
                      <a:cubicBezTo>
                        <a:pt x="3770" y="8399"/>
                        <a:pt x="-2663" y="697"/>
                        <a:pt x="1197" y="55"/>
                      </a:cubicBezTo>
                      <a:cubicBezTo>
                        <a:pt x="5056" y="-587"/>
                        <a:pt x="6986" y="4548"/>
                        <a:pt x="8916" y="7757"/>
                      </a:cubicBezTo>
                      <a:cubicBezTo>
                        <a:pt x="10846" y="10966"/>
                        <a:pt x="30787" y="34714"/>
                        <a:pt x="34647" y="39848"/>
                      </a:cubicBezTo>
                      <a:cubicBezTo>
                        <a:pt x="37220" y="43699"/>
                        <a:pt x="44296" y="52685"/>
                        <a:pt x="44296" y="54610"/>
                      </a:cubicBezTo>
                      <a:close/>
                    </a:path>
                  </a:pathLst>
                </a:custGeom>
                <a:solidFill>
                  <a:srgbClr val="9D70F2"/>
                </a:solidFill>
                <a:ln w="6424" cap="flat">
                  <a:noFill/>
                  <a:prstDash val="solid"/>
                  <a:miter/>
                </a:ln>
              </p:spPr>
              <p:txBody>
                <a:bodyPr rtlCol="0" anchor="ctr"/>
                <a:lstStyle/>
                <a:p>
                  <a:endParaRPr lang="pt-BR"/>
                </a:p>
              </p:txBody>
            </p:sp>
            <p:sp>
              <p:nvSpPr>
                <p:cNvPr id="220" name="Freeform: Shape 219">
                  <a:extLst>
                    <a:ext uri="{FF2B5EF4-FFF2-40B4-BE49-F238E27FC236}">
                      <a16:creationId xmlns:a16="http://schemas.microsoft.com/office/drawing/2014/main" id="{F2E5E496-CE83-2F43-165B-A9D47E343F97}"/>
                    </a:ext>
                  </a:extLst>
                </p:cNvPr>
                <p:cNvSpPr/>
                <p:nvPr/>
              </p:nvSpPr>
              <p:spPr>
                <a:xfrm>
                  <a:off x="6602119" y="2461130"/>
                  <a:ext cx="3096" cy="19896"/>
                </a:xfrm>
                <a:custGeom>
                  <a:avLst/>
                  <a:gdLst>
                    <a:gd name="connsiteX0" fmla="*/ 2676 w 3096"/>
                    <a:gd name="connsiteY0" fmla="*/ 12195 h 19896"/>
                    <a:gd name="connsiteX1" fmla="*/ 2033 w 3096"/>
                    <a:gd name="connsiteY1" fmla="*/ 19897 h 19896"/>
                    <a:gd name="connsiteX2" fmla="*/ 103 w 3096"/>
                    <a:gd name="connsiteY2" fmla="*/ 10269 h 19896"/>
                    <a:gd name="connsiteX3" fmla="*/ 1389 w 3096"/>
                    <a:gd name="connsiteY3" fmla="*/ 0 h 19896"/>
                    <a:gd name="connsiteX4" fmla="*/ 2676 w 3096"/>
                    <a:gd name="connsiteY4" fmla="*/ 12195 h 19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 h="19896">
                      <a:moveTo>
                        <a:pt x="2676" y="12195"/>
                      </a:moveTo>
                      <a:cubicBezTo>
                        <a:pt x="2676" y="12195"/>
                        <a:pt x="3963" y="19255"/>
                        <a:pt x="2033" y="19897"/>
                      </a:cubicBezTo>
                      <a:cubicBezTo>
                        <a:pt x="103" y="19897"/>
                        <a:pt x="103" y="14762"/>
                        <a:pt x="103" y="10269"/>
                      </a:cubicBezTo>
                      <a:cubicBezTo>
                        <a:pt x="103" y="5776"/>
                        <a:pt x="-540" y="0"/>
                        <a:pt x="1389" y="0"/>
                      </a:cubicBezTo>
                      <a:cubicBezTo>
                        <a:pt x="3319" y="0"/>
                        <a:pt x="2676" y="12195"/>
                        <a:pt x="2676" y="12195"/>
                      </a:cubicBezTo>
                      <a:close/>
                    </a:path>
                  </a:pathLst>
                </a:custGeom>
                <a:solidFill>
                  <a:srgbClr val="9D70F2"/>
                </a:solidFill>
                <a:ln w="6424" cap="flat">
                  <a:noFill/>
                  <a:prstDash val="solid"/>
                  <a:miter/>
                </a:ln>
              </p:spPr>
              <p:txBody>
                <a:bodyPr rtlCol="0" anchor="ctr"/>
                <a:lstStyle/>
                <a:p>
                  <a:endParaRPr lang="pt-BR"/>
                </a:p>
              </p:txBody>
            </p:sp>
            <p:sp>
              <p:nvSpPr>
                <p:cNvPr id="221" name="Freeform: Shape 220">
                  <a:extLst>
                    <a:ext uri="{FF2B5EF4-FFF2-40B4-BE49-F238E27FC236}">
                      <a16:creationId xmlns:a16="http://schemas.microsoft.com/office/drawing/2014/main" id="{EF6145C4-6F42-087E-1B3B-5A81EC4C2136}"/>
                    </a:ext>
                  </a:extLst>
                </p:cNvPr>
                <p:cNvSpPr/>
                <p:nvPr/>
              </p:nvSpPr>
              <p:spPr>
                <a:xfrm>
                  <a:off x="6527562" y="2588925"/>
                  <a:ext cx="6115" cy="5163"/>
                </a:xfrm>
                <a:custGeom>
                  <a:avLst/>
                  <a:gdLst>
                    <a:gd name="connsiteX0" fmla="*/ 683 w 6115"/>
                    <a:gd name="connsiteY0" fmla="*/ 571 h 5163"/>
                    <a:gd name="connsiteX1" fmla="*/ 5186 w 6115"/>
                    <a:gd name="connsiteY1" fmla="*/ 571 h 5163"/>
                    <a:gd name="connsiteX2" fmla="*/ 3257 w 6115"/>
                    <a:gd name="connsiteY2" fmla="*/ 5063 h 5163"/>
                    <a:gd name="connsiteX3" fmla="*/ 683 w 6115"/>
                    <a:gd name="connsiteY3" fmla="*/ 571 h 5163"/>
                  </a:gdLst>
                  <a:ahLst/>
                  <a:cxnLst>
                    <a:cxn ang="0">
                      <a:pos x="connsiteX0" y="connsiteY0"/>
                    </a:cxn>
                    <a:cxn ang="0">
                      <a:pos x="connsiteX1" y="connsiteY1"/>
                    </a:cxn>
                    <a:cxn ang="0">
                      <a:pos x="connsiteX2" y="connsiteY2"/>
                    </a:cxn>
                    <a:cxn ang="0">
                      <a:pos x="connsiteX3" y="connsiteY3"/>
                    </a:cxn>
                  </a:cxnLst>
                  <a:rect l="l" t="t" r="r" b="b"/>
                  <a:pathLst>
                    <a:path w="6115" h="5163">
                      <a:moveTo>
                        <a:pt x="683" y="571"/>
                      </a:moveTo>
                      <a:cubicBezTo>
                        <a:pt x="683" y="571"/>
                        <a:pt x="3257" y="-713"/>
                        <a:pt x="5186" y="571"/>
                      </a:cubicBezTo>
                      <a:cubicBezTo>
                        <a:pt x="7116" y="2496"/>
                        <a:pt x="5830" y="5063"/>
                        <a:pt x="3257" y="5063"/>
                      </a:cubicBezTo>
                      <a:cubicBezTo>
                        <a:pt x="1327" y="5705"/>
                        <a:pt x="-1246" y="3138"/>
                        <a:pt x="683" y="571"/>
                      </a:cubicBezTo>
                      <a:close/>
                    </a:path>
                  </a:pathLst>
                </a:custGeom>
                <a:solidFill>
                  <a:srgbClr val="9D70F2"/>
                </a:solidFill>
                <a:ln w="6424" cap="flat">
                  <a:noFill/>
                  <a:prstDash val="solid"/>
                  <a:miter/>
                </a:ln>
              </p:spPr>
              <p:txBody>
                <a:bodyPr rtlCol="0" anchor="ctr"/>
                <a:lstStyle/>
                <a:p>
                  <a:endParaRPr lang="pt-BR"/>
                </a:p>
              </p:txBody>
            </p:sp>
            <p:sp>
              <p:nvSpPr>
                <p:cNvPr id="222" name="Freeform: Shape 221">
                  <a:extLst>
                    <a:ext uri="{FF2B5EF4-FFF2-40B4-BE49-F238E27FC236}">
                      <a16:creationId xmlns:a16="http://schemas.microsoft.com/office/drawing/2014/main" id="{097A5CD8-F083-9B20-D105-C6651A1FDA8D}"/>
                    </a:ext>
                  </a:extLst>
                </p:cNvPr>
                <p:cNvSpPr/>
                <p:nvPr/>
              </p:nvSpPr>
              <p:spPr>
                <a:xfrm>
                  <a:off x="6473491" y="2556883"/>
                  <a:ext cx="34812" cy="17163"/>
                </a:xfrm>
                <a:custGeom>
                  <a:avLst/>
                  <a:gdLst>
                    <a:gd name="connsiteX0" fmla="*/ 27736 w 34812"/>
                    <a:gd name="connsiteY0" fmla="*/ 12074 h 17163"/>
                    <a:gd name="connsiteX1" fmla="*/ 34812 w 34812"/>
                    <a:gd name="connsiteY1" fmla="*/ 16566 h 17163"/>
                    <a:gd name="connsiteX2" fmla="*/ 20017 w 34812"/>
                    <a:gd name="connsiteY2" fmla="*/ 10790 h 17163"/>
                    <a:gd name="connsiteX3" fmla="*/ 76 w 34812"/>
                    <a:gd name="connsiteY3" fmla="*/ 1163 h 17163"/>
                    <a:gd name="connsiteX4" fmla="*/ 5222 w 34812"/>
                    <a:gd name="connsiteY4" fmla="*/ 1804 h 17163"/>
                    <a:gd name="connsiteX5" fmla="*/ 27736 w 34812"/>
                    <a:gd name="connsiteY5" fmla="*/ 12074 h 1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812" h="17163">
                      <a:moveTo>
                        <a:pt x="27736" y="12074"/>
                      </a:moveTo>
                      <a:cubicBezTo>
                        <a:pt x="27736" y="12074"/>
                        <a:pt x="34169" y="13999"/>
                        <a:pt x="34812" y="16566"/>
                      </a:cubicBezTo>
                      <a:cubicBezTo>
                        <a:pt x="34812" y="19134"/>
                        <a:pt x="25807" y="12715"/>
                        <a:pt x="20017" y="10790"/>
                      </a:cubicBezTo>
                      <a:cubicBezTo>
                        <a:pt x="14228" y="8864"/>
                        <a:pt x="-1211" y="3088"/>
                        <a:pt x="76" y="1163"/>
                      </a:cubicBezTo>
                      <a:cubicBezTo>
                        <a:pt x="1362" y="-763"/>
                        <a:pt x="2649" y="-121"/>
                        <a:pt x="5222" y="1804"/>
                      </a:cubicBezTo>
                      <a:cubicBezTo>
                        <a:pt x="8438" y="3088"/>
                        <a:pt x="27736" y="12074"/>
                        <a:pt x="27736" y="12074"/>
                      </a:cubicBezTo>
                      <a:close/>
                    </a:path>
                  </a:pathLst>
                </a:custGeom>
                <a:solidFill>
                  <a:srgbClr val="9D70F2"/>
                </a:solidFill>
                <a:ln w="6424" cap="flat">
                  <a:noFill/>
                  <a:prstDash val="solid"/>
                  <a:miter/>
                </a:ln>
              </p:spPr>
              <p:txBody>
                <a:bodyPr rtlCol="0" anchor="ctr"/>
                <a:lstStyle/>
                <a:p>
                  <a:endParaRPr lang="pt-BR"/>
                </a:p>
              </p:txBody>
            </p:sp>
            <p:sp>
              <p:nvSpPr>
                <p:cNvPr id="223" name="Freeform: Shape 222">
                  <a:extLst>
                    <a:ext uri="{FF2B5EF4-FFF2-40B4-BE49-F238E27FC236}">
                      <a16:creationId xmlns:a16="http://schemas.microsoft.com/office/drawing/2014/main" id="{7247F565-3464-8D25-DDF7-26CD9ED9A835}"/>
                    </a:ext>
                  </a:extLst>
                </p:cNvPr>
                <p:cNvSpPr/>
                <p:nvPr/>
              </p:nvSpPr>
              <p:spPr>
                <a:xfrm>
                  <a:off x="6743741" y="2746432"/>
                  <a:ext cx="19791" cy="20648"/>
                </a:xfrm>
                <a:custGeom>
                  <a:avLst/>
                  <a:gdLst>
                    <a:gd name="connsiteX0" fmla="*/ 0 w 19791"/>
                    <a:gd name="connsiteY0" fmla="*/ 311 h 20648"/>
                    <a:gd name="connsiteX1" fmla="*/ 2573 w 19791"/>
                    <a:gd name="connsiteY1" fmla="*/ 4803 h 20648"/>
                    <a:gd name="connsiteX2" fmla="*/ 16082 w 19791"/>
                    <a:gd name="connsiteY2" fmla="*/ 19565 h 20648"/>
                    <a:gd name="connsiteX3" fmla="*/ 19298 w 19791"/>
                    <a:gd name="connsiteY3" fmla="*/ 20207 h 20648"/>
                    <a:gd name="connsiteX4" fmla="*/ 16082 w 19791"/>
                    <a:gd name="connsiteY4" fmla="*/ 14431 h 20648"/>
                    <a:gd name="connsiteX5" fmla="*/ 0 w 19791"/>
                    <a:gd name="connsiteY5" fmla="*/ 311 h 20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791" h="20648">
                      <a:moveTo>
                        <a:pt x="0" y="311"/>
                      </a:moveTo>
                      <a:cubicBezTo>
                        <a:pt x="0" y="311"/>
                        <a:pt x="0" y="2236"/>
                        <a:pt x="2573" y="4803"/>
                      </a:cubicBezTo>
                      <a:cubicBezTo>
                        <a:pt x="5146" y="7371"/>
                        <a:pt x="16082" y="19565"/>
                        <a:pt x="16082" y="19565"/>
                      </a:cubicBezTo>
                      <a:cubicBezTo>
                        <a:pt x="16082" y="19565"/>
                        <a:pt x="18012" y="21491"/>
                        <a:pt x="19298" y="20207"/>
                      </a:cubicBezTo>
                      <a:cubicBezTo>
                        <a:pt x="20585" y="18924"/>
                        <a:pt x="19298" y="16998"/>
                        <a:pt x="16082" y="14431"/>
                      </a:cubicBezTo>
                      <a:cubicBezTo>
                        <a:pt x="12865" y="11863"/>
                        <a:pt x="0" y="-2257"/>
                        <a:pt x="0" y="311"/>
                      </a:cubicBezTo>
                      <a:close/>
                    </a:path>
                  </a:pathLst>
                </a:custGeom>
                <a:solidFill>
                  <a:srgbClr val="9D70F2"/>
                </a:solidFill>
                <a:ln w="6424" cap="flat">
                  <a:noFill/>
                  <a:prstDash val="solid"/>
                  <a:miter/>
                </a:ln>
              </p:spPr>
              <p:txBody>
                <a:bodyPr rtlCol="0" anchor="ctr"/>
                <a:lstStyle/>
                <a:p>
                  <a:endParaRPr lang="pt-BR"/>
                </a:p>
              </p:txBody>
            </p:sp>
            <p:sp>
              <p:nvSpPr>
                <p:cNvPr id="224" name="Freeform: Shape 223">
                  <a:extLst>
                    <a:ext uri="{FF2B5EF4-FFF2-40B4-BE49-F238E27FC236}">
                      <a16:creationId xmlns:a16="http://schemas.microsoft.com/office/drawing/2014/main" id="{C35A335F-144A-976C-9282-5D2D533B0E44}"/>
                    </a:ext>
                  </a:extLst>
                </p:cNvPr>
                <p:cNvSpPr/>
                <p:nvPr/>
              </p:nvSpPr>
              <p:spPr>
                <a:xfrm>
                  <a:off x="6720785" y="2817343"/>
                  <a:ext cx="6572" cy="12836"/>
                </a:xfrm>
                <a:custGeom>
                  <a:avLst/>
                  <a:gdLst>
                    <a:gd name="connsiteX0" fmla="*/ 1086 w 6572"/>
                    <a:gd name="connsiteY0" fmla="*/ 6418 h 12836"/>
                    <a:gd name="connsiteX1" fmla="*/ 442 w 6572"/>
                    <a:gd name="connsiteY1" fmla="*/ 0 h 12836"/>
                    <a:gd name="connsiteX2" fmla="*/ 4945 w 6572"/>
                    <a:gd name="connsiteY2" fmla="*/ 7702 h 12836"/>
                    <a:gd name="connsiteX3" fmla="*/ 5588 w 6572"/>
                    <a:gd name="connsiteY3" fmla="*/ 12837 h 12836"/>
                    <a:gd name="connsiteX4" fmla="*/ 1086 w 6572"/>
                    <a:gd name="connsiteY4" fmla="*/ 6418 h 128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 h="12836">
                      <a:moveTo>
                        <a:pt x="1086" y="6418"/>
                      </a:moveTo>
                      <a:cubicBezTo>
                        <a:pt x="1086" y="6418"/>
                        <a:pt x="-844" y="0"/>
                        <a:pt x="442" y="0"/>
                      </a:cubicBezTo>
                      <a:cubicBezTo>
                        <a:pt x="1729" y="0"/>
                        <a:pt x="3659" y="6418"/>
                        <a:pt x="4945" y="7702"/>
                      </a:cubicBezTo>
                      <a:cubicBezTo>
                        <a:pt x="6232" y="9627"/>
                        <a:pt x="7518" y="12837"/>
                        <a:pt x="5588" y="12837"/>
                      </a:cubicBezTo>
                      <a:cubicBezTo>
                        <a:pt x="3659" y="12195"/>
                        <a:pt x="1086" y="6418"/>
                        <a:pt x="1086" y="6418"/>
                      </a:cubicBezTo>
                      <a:close/>
                    </a:path>
                  </a:pathLst>
                </a:custGeom>
                <a:solidFill>
                  <a:srgbClr val="9D70F2"/>
                </a:solidFill>
                <a:ln w="6424" cap="flat">
                  <a:noFill/>
                  <a:prstDash val="solid"/>
                  <a:miter/>
                </a:ln>
              </p:spPr>
              <p:txBody>
                <a:bodyPr rtlCol="0" anchor="ctr"/>
                <a:lstStyle/>
                <a:p>
                  <a:endParaRPr lang="pt-BR"/>
                </a:p>
              </p:txBody>
            </p:sp>
            <p:sp>
              <p:nvSpPr>
                <p:cNvPr id="225" name="Freeform: Shape 224">
                  <a:extLst>
                    <a:ext uri="{FF2B5EF4-FFF2-40B4-BE49-F238E27FC236}">
                      <a16:creationId xmlns:a16="http://schemas.microsoft.com/office/drawing/2014/main" id="{936C3DD7-A995-DE95-C12C-CBD0DE83E548}"/>
                    </a:ext>
                  </a:extLst>
                </p:cNvPr>
                <p:cNvSpPr/>
                <p:nvPr/>
              </p:nvSpPr>
              <p:spPr>
                <a:xfrm>
                  <a:off x="6721870" y="2834775"/>
                  <a:ext cx="18309" cy="51588"/>
                </a:xfrm>
                <a:custGeom>
                  <a:avLst/>
                  <a:gdLst>
                    <a:gd name="connsiteX0" fmla="*/ 1930 w 18309"/>
                    <a:gd name="connsiteY0" fmla="*/ 2465 h 51588"/>
                    <a:gd name="connsiteX1" fmla="*/ 0 w 18309"/>
                    <a:gd name="connsiteY1" fmla="*/ 539 h 51588"/>
                    <a:gd name="connsiteX2" fmla="*/ 7076 w 18309"/>
                    <a:gd name="connsiteY2" fmla="*/ 24929 h 51588"/>
                    <a:gd name="connsiteX3" fmla="*/ 15438 w 18309"/>
                    <a:gd name="connsiteY3" fmla="*/ 48034 h 51588"/>
                    <a:gd name="connsiteX4" fmla="*/ 18012 w 18309"/>
                    <a:gd name="connsiteY4" fmla="*/ 51243 h 51588"/>
                    <a:gd name="connsiteX5" fmla="*/ 14795 w 18309"/>
                    <a:gd name="connsiteY5" fmla="*/ 41616 h 51588"/>
                    <a:gd name="connsiteX6" fmla="*/ 1930 w 18309"/>
                    <a:gd name="connsiteY6" fmla="*/ 2465 h 5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09" h="51588">
                      <a:moveTo>
                        <a:pt x="1930" y="2465"/>
                      </a:moveTo>
                      <a:cubicBezTo>
                        <a:pt x="1930" y="2465"/>
                        <a:pt x="0" y="-1386"/>
                        <a:pt x="0" y="539"/>
                      </a:cubicBezTo>
                      <a:cubicBezTo>
                        <a:pt x="0" y="1823"/>
                        <a:pt x="5789" y="19794"/>
                        <a:pt x="7076" y="24929"/>
                      </a:cubicBezTo>
                      <a:cubicBezTo>
                        <a:pt x="8362" y="30063"/>
                        <a:pt x="14795" y="46109"/>
                        <a:pt x="15438" y="48034"/>
                      </a:cubicBezTo>
                      <a:cubicBezTo>
                        <a:pt x="16082" y="49960"/>
                        <a:pt x="17368" y="52527"/>
                        <a:pt x="18012" y="51243"/>
                      </a:cubicBezTo>
                      <a:cubicBezTo>
                        <a:pt x="19298" y="49960"/>
                        <a:pt x="16082" y="44183"/>
                        <a:pt x="14795" y="41616"/>
                      </a:cubicBezTo>
                      <a:cubicBezTo>
                        <a:pt x="14795" y="39691"/>
                        <a:pt x="1930" y="2465"/>
                        <a:pt x="1930" y="2465"/>
                      </a:cubicBezTo>
                      <a:close/>
                    </a:path>
                  </a:pathLst>
                </a:custGeom>
                <a:solidFill>
                  <a:srgbClr val="9D70F2"/>
                </a:solidFill>
                <a:ln w="6424" cap="flat">
                  <a:noFill/>
                  <a:prstDash val="solid"/>
                  <a:miter/>
                </a:ln>
              </p:spPr>
              <p:txBody>
                <a:bodyPr rtlCol="0" anchor="ctr"/>
                <a:lstStyle/>
                <a:p>
                  <a:endParaRPr lang="pt-BR"/>
                </a:p>
              </p:txBody>
            </p:sp>
            <p:sp>
              <p:nvSpPr>
                <p:cNvPr id="226" name="Freeform: Shape 225">
                  <a:extLst>
                    <a:ext uri="{FF2B5EF4-FFF2-40B4-BE49-F238E27FC236}">
                      <a16:creationId xmlns:a16="http://schemas.microsoft.com/office/drawing/2014/main" id="{855993E5-FA0E-0A9E-C0A9-42F470D3BC5C}"/>
                    </a:ext>
                  </a:extLst>
                </p:cNvPr>
                <p:cNvSpPr/>
                <p:nvPr/>
              </p:nvSpPr>
              <p:spPr>
                <a:xfrm>
                  <a:off x="6663084" y="2830822"/>
                  <a:ext cx="4179" cy="19295"/>
                </a:xfrm>
                <a:custGeom>
                  <a:avLst/>
                  <a:gdLst>
                    <a:gd name="connsiteX0" fmla="*/ 2178 w 4179"/>
                    <a:gd name="connsiteY0" fmla="*/ 0 h 19295"/>
                    <a:gd name="connsiteX1" fmla="*/ 4108 w 4179"/>
                    <a:gd name="connsiteY1" fmla="*/ 7060 h 19295"/>
                    <a:gd name="connsiteX2" fmla="*/ 2178 w 4179"/>
                    <a:gd name="connsiteY2" fmla="*/ 19255 h 19295"/>
                    <a:gd name="connsiteX3" fmla="*/ 2178 w 4179"/>
                    <a:gd name="connsiteY3" fmla="*/ 0 h 19295"/>
                  </a:gdLst>
                  <a:ahLst/>
                  <a:cxnLst>
                    <a:cxn ang="0">
                      <a:pos x="connsiteX0" y="connsiteY0"/>
                    </a:cxn>
                    <a:cxn ang="0">
                      <a:pos x="connsiteX1" y="connsiteY1"/>
                    </a:cxn>
                    <a:cxn ang="0">
                      <a:pos x="connsiteX2" y="connsiteY2"/>
                    </a:cxn>
                    <a:cxn ang="0">
                      <a:pos x="connsiteX3" y="connsiteY3"/>
                    </a:cxn>
                  </a:cxnLst>
                  <a:rect l="l" t="t" r="r" b="b"/>
                  <a:pathLst>
                    <a:path w="4179" h="19295">
                      <a:moveTo>
                        <a:pt x="2178" y="0"/>
                      </a:moveTo>
                      <a:cubicBezTo>
                        <a:pt x="2178" y="0"/>
                        <a:pt x="4108" y="642"/>
                        <a:pt x="4108" y="7060"/>
                      </a:cubicBezTo>
                      <a:cubicBezTo>
                        <a:pt x="4108" y="12837"/>
                        <a:pt x="4751" y="19897"/>
                        <a:pt x="2178" y="19255"/>
                      </a:cubicBezTo>
                      <a:cubicBezTo>
                        <a:pt x="-395" y="17971"/>
                        <a:pt x="-1039" y="0"/>
                        <a:pt x="2178" y="0"/>
                      </a:cubicBezTo>
                      <a:close/>
                    </a:path>
                  </a:pathLst>
                </a:custGeom>
                <a:solidFill>
                  <a:srgbClr val="9D70F2"/>
                </a:solidFill>
                <a:ln w="6424" cap="flat">
                  <a:noFill/>
                  <a:prstDash val="solid"/>
                  <a:miter/>
                </a:ln>
              </p:spPr>
              <p:txBody>
                <a:bodyPr rtlCol="0" anchor="ctr"/>
                <a:lstStyle/>
                <a:p>
                  <a:endParaRPr lang="pt-BR"/>
                </a:p>
              </p:txBody>
            </p:sp>
            <p:sp>
              <p:nvSpPr>
                <p:cNvPr id="227" name="Freeform: Shape 226">
                  <a:extLst>
                    <a:ext uri="{FF2B5EF4-FFF2-40B4-BE49-F238E27FC236}">
                      <a16:creationId xmlns:a16="http://schemas.microsoft.com/office/drawing/2014/main" id="{263D43F2-7A46-339B-B76A-766730E2D66A}"/>
                    </a:ext>
                  </a:extLst>
                </p:cNvPr>
                <p:cNvSpPr/>
                <p:nvPr/>
              </p:nvSpPr>
              <p:spPr>
                <a:xfrm>
                  <a:off x="6446428" y="2663947"/>
                  <a:ext cx="57523" cy="13891"/>
                </a:xfrm>
                <a:custGeom>
                  <a:avLst/>
                  <a:gdLst>
                    <a:gd name="connsiteX0" fmla="*/ 54800 w 57523"/>
                    <a:gd name="connsiteY0" fmla="*/ 0 h 13891"/>
                    <a:gd name="connsiteX1" fmla="*/ 36145 w 57523"/>
                    <a:gd name="connsiteY1" fmla="*/ 3209 h 13891"/>
                    <a:gd name="connsiteX2" fmla="*/ 9128 w 57523"/>
                    <a:gd name="connsiteY2" fmla="*/ 7060 h 13891"/>
                    <a:gd name="connsiteX3" fmla="*/ 765 w 57523"/>
                    <a:gd name="connsiteY3" fmla="*/ 12837 h 13891"/>
                    <a:gd name="connsiteX4" fmla="*/ 10414 w 57523"/>
                    <a:gd name="connsiteY4" fmla="*/ 10911 h 13891"/>
                    <a:gd name="connsiteX5" fmla="*/ 48368 w 57523"/>
                    <a:gd name="connsiteY5" fmla="*/ 4493 h 13891"/>
                    <a:gd name="connsiteX6" fmla="*/ 54800 w 57523"/>
                    <a:gd name="connsiteY6" fmla="*/ 0 h 1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523" h="13891">
                      <a:moveTo>
                        <a:pt x="54800" y="0"/>
                      </a:moveTo>
                      <a:cubicBezTo>
                        <a:pt x="54800" y="0"/>
                        <a:pt x="41935" y="1925"/>
                        <a:pt x="36145" y="3209"/>
                      </a:cubicBezTo>
                      <a:cubicBezTo>
                        <a:pt x="30356" y="4493"/>
                        <a:pt x="12988" y="6418"/>
                        <a:pt x="9128" y="7060"/>
                      </a:cubicBezTo>
                      <a:cubicBezTo>
                        <a:pt x="5268" y="7702"/>
                        <a:pt x="-2451" y="10269"/>
                        <a:pt x="765" y="12837"/>
                      </a:cubicBezTo>
                      <a:cubicBezTo>
                        <a:pt x="3982" y="16046"/>
                        <a:pt x="5912" y="10911"/>
                        <a:pt x="10414" y="10911"/>
                      </a:cubicBezTo>
                      <a:cubicBezTo>
                        <a:pt x="14917" y="10911"/>
                        <a:pt x="43221" y="5135"/>
                        <a:pt x="48368" y="4493"/>
                      </a:cubicBezTo>
                      <a:cubicBezTo>
                        <a:pt x="53514" y="3209"/>
                        <a:pt x="61876" y="642"/>
                        <a:pt x="54800" y="0"/>
                      </a:cubicBezTo>
                      <a:close/>
                    </a:path>
                  </a:pathLst>
                </a:custGeom>
                <a:solidFill>
                  <a:srgbClr val="9D70F2"/>
                </a:solidFill>
                <a:ln w="6424" cap="flat">
                  <a:noFill/>
                  <a:prstDash val="solid"/>
                  <a:miter/>
                </a:ln>
              </p:spPr>
              <p:txBody>
                <a:bodyPr rtlCol="0" anchor="ctr"/>
                <a:lstStyle/>
                <a:p>
                  <a:endParaRPr lang="pt-BR"/>
                </a:p>
              </p:txBody>
            </p:sp>
            <p:sp>
              <p:nvSpPr>
                <p:cNvPr id="228" name="Freeform: Shape 227">
                  <a:extLst>
                    <a:ext uri="{FF2B5EF4-FFF2-40B4-BE49-F238E27FC236}">
                      <a16:creationId xmlns:a16="http://schemas.microsoft.com/office/drawing/2014/main" id="{D6359F41-38BE-9621-0906-3029AF3A74FE}"/>
                    </a:ext>
                  </a:extLst>
                </p:cNvPr>
                <p:cNvSpPr/>
                <p:nvPr/>
              </p:nvSpPr>
              <p:spPr>
                <a:xfrm>
                  <a:off x="6501198" y="2676057"/>
                  <a:ext cx="19931" cy="7216"/>
                </a:xfrm>
                <a:custGeom>
                  <a:avLst/>
                  <a:gdLst>
                    <a:gd name="connsiteX0" fmla="*/ 18042 w 19931"/>
                    <a:gd name="connsiteY0" fmla="*/ 84 h 7216"/>
                    <a:gd name="connsiteX1" fmla="*/ 5176 w 19931"/>
                    <a:gd name="connsiteY1" fmla="*/ 3294 h 7216"/>
                    <a:gd name="connsiteX2" fmla="*/ 1317 w 19931"/>
                    <a:gd name="connsiteY2" fmla="*/ 7145 h 7216"/>
                    <a:gd name="connsiteX3" fmla="*/ 10966 w 19931"/>
                    <a:gd name="connsiteY3" fmla="*/ 3294 h 7216"/>
                    <a:gd name="connsiteX4" fmla="*/ 18042 w 19931"/>
                    <a:gd name="connsiteY4" fmla="*/ 84 h 7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31" h="7216">
                      <a:moveTo>
                        <a:pt x="18042" y="84"/>
                      </a:moveTo>
                      <a:cubicBezTo>
                        <a:pt x="18042" y="84"/>
                        <a:pt x="9036" y="2010"/>
                        <a:pt x="5176" y="3294"/>
                      </a:cubicBezTo>
                      <a:cubicBezTo>
                        <a:pt x="1317" y="3935"/>
                        <a:pt x="-1900" y="7786"/>
                        <a:pt x="1317" y="7145"/>
                      </a:cubicBezTo>
                      <a:cubicBezTo>
                        <a:pt x="4533" y="7145"/>
                        <a:pt x="6463" y="3935"/>
                        <a:pt x="10966" y="3294"/>
                      </a:cubicBezTo>
                      <a:cubicBezTo>
                        <a:pt x="14825" y="2652"/>
                        <a:pt x="23831" y="-557"/>
                        <a:pt x="18042" y="84"/>
                      </a:cubicBezTo>
                      <a:close/>
                    </a:path>
                  </a:pathLst>
                </a:custGeom>
                <a:solidFill>
                  <a:srgbClr val="9D70F2"/>
                </a:solidFill>
                <a:ln w="6424" cap="flat">
                  <a:noFill/>
                  <a:prstDash val="solid"/>
                  <a:miter/>
                </a:ln>
              </p:spPr>
              <p:txBody>
                <a:bodyPr rtlCol="0" anchor="ctr"/>
                <a:lstStyle/>
                <a:p>
                  <a:endParaRPr lang="pt-BR"/>
                </a:p>
              </p:txBody>
            </p:sp>
            <p:sp>
              <p:nvSpPr>
                <p:cNvPr id="229" name="Freeform: Shape 228">
                  <a:extLst>
                    <a:ext uri="{FF2B5EF4-FFF2-40B4-BE49-F238E27FC236}">
                      <a16:creationId xmlns:a16="http://schemas.microsoft.com/office/drawing/2014/main" id="{9B210562-2CCC-A518-11E1-B256AAEC5339}"/>
                    </a:ext>
                  </a:extLst>
                </p:cNvPr>
                <p:cNvSpPr/>
                <p:nvPr/>
              </p:nvSpPr>
              <p:spPr>
                <a:xfrm>
                  <a:off x="6499825" y="2719786"/>
                  <a:ext cx="10408" cy="5184"/>
                </a:xfrm>
                <a:custGeom>
                  <a:avLst/>
                  <a:gdLst>
                    <a:gd name="connsiteX0" fmla="*/ 10408 w 10408"/>
                    <a:gd name="connsiteY0" fmla="*/ 0 h 5184"/>
                    <a:gd name="connsiteX1" fmla="*/ 1403 w 10408"/>
                    <a:gd name="connsiteY1" fmla="*/ 5135 h 5184"/>
                    <a:gd name="connsiteX2" fmla="*/ 2689 w 10408"/>
                    <a:gd name="connsiteY2" fmla="*/ 1925 h 5184"/>
                    <a:gd name="connsiteX3" fmla="*/ 10408 w 10408"/>
                    <a:gd name="connsiteY3" fmla="*/ 0 h 5184"/>
                  </a:gdLst>
                  <a:ahLst/>
                  <a:cxnLst>
                    <a:cxn ang="0">
                      <a:pos x="connsiteX0" y="connsiteY0"/>
                    </a:cxn>
                    <a:cxn ang="0">
                      <a:pos x="connsiteX1" y="connsiteY1"/>
                    </a:cxn>
                    <a:cxn ang="0">
                      <a:pos x="connsiteX2" y="connsiteY2"/>
                    </a:cxn>
                    <a:cxn ang="0">
                      <a:pos x="connsiteX3" y="connsiteY3"/>
                    </a:cxn>
                  </a:cxnLst>
                  <a:rect l="l" t="t" r="r" b="b"/>
                  <a:pathLst>
                    <a:path w="10408" h="5184">
                      <a:moveTo>
                        <a:pt x="10408" y="0"/>
                      </a:moveTo>
                      <a:cubicBezTo>
                        <a:pt x="10408" y="0"/>
                        <a:pt x="3976" y="5776"/>
                        <a:pt x="1403" y="5135"/>
                      </a:cubicBezTo>
                      <a:cubicBezTo>
                        <a:pt x="-1171" y="3851"/>
                        <a:pt x="116" y="3209"/>
                        <a:pt x="2689" y="1925"/>
                      </a:cubicBezTo>
                      <a:cubicBezTo>
                        <a:pt x="5905" y="642"/>
                        <a:pt x="8479" y="1284"/>
                        <a:pt x="10408" y="0"/>
                      </a:cubicBezTo>
                      <a:close/>
                    </a:path>
                  </a:pathLst>
                </a:custGeom>
                <a:solidFill>
                  <a:srgbClr val="9D70F2"/>
                </a:solidFill>
                <a:ln w="6424" cap="flat">
                  <a:noFill/>
                  <a:prstDash val="solid"/>
                  <a:miter/>
                </a:ln>
              </p:spPr>
              <p:txBody>
                <a:bodyPr rtlCol="0" anchor="ctr"/>
                <a:lstStyle/>
                <a:p>
                  <a:endParaRPr lang="pt-BR"/>
                </a:p>
              </p:txBody>
            </p:sp>
            <p:sp>
              <p:nvSpPr>
                <p:cNvPr id="230" name="Freeform: Shape 229">
                  <a:extLst>
                    <a:ext uri="{FF2B5EF4-FFF2-40B4-BE49-F238E27FC236}">
                      <a16:creationId xmlns:a16="http://schemas.microsoft.com/office/drawing/2014/main" id="{24D6C957-2B91-CB53-DAC5-E4F7519C39A4}"/>
                    </a:ext>
                  </a:extLst>
                </p:cNvPr>
                <p:cNvSpPr/>
                <p:nvPr/>
              </p:nvSpPr>
              <p:spPr>
                <a:xfrm>
                  <a:off x="6510624" y="2581690"/>
                  <a:ext cx="4280" cy="3953"/>
                </a:xfrm>
                <a:custGeom>
                  <a:avLst/>
                  <a:gdLst>
                    <a:gd name="connsiteX0" fmla="*/ 897 w 4280"/>
                    <a:gd name="connsiteY0" fmla="*/ 103 h 3953"/>
                    <a:gd name="connsiteX1" fmla="*/ 4113 w 4280"/>
                    <a:gd name="connsiteY1" fmla="*/ 1386 h 3953"/>
                    <a:gd name="connsiteX2" fmla="*/ 1540 w 4280"/>
                    <a:gd name="connsiteY2" fmla="*/ 3954 h 3953"/>
                    <a:gd name="connsiteX3" fmla="*/ 897 w 4280"/>
                    <a:gd name="connsiteY3" fmla="*/ 103 h 3953"/>
                  </a:gdLst>
                  <a:ahLst/>
                  <a:cxnLst>
                    <a:cxn ang="0">
                      <a:pos x="connsiteX0" y="connsiteY0"/>
                    </a:cxn>
                    <a:cxn ang="0">
                      <a:pos x="connsiteX1" y="connsiteY1"/>
                    </a:cxn>
                    <a:cxn ang="0">
                      <a:pos x="connsiteX2" y="connsiteY2"/>
                    </a:cxn>
                    <a:cxn ang="0">
                      <a:pos x="connsiteX3" y="connsiteY3"/>
                    </a:cxn>
                  </a:cxnLst>
                  <a:rect l="l" t="t" r="r" b="b"/>
                  <a:pathLst>
                    <a:path w="4280" h="3953">
                      <a:moveTo>
                        <a:pt x="897" y="103"/>
                      </a:moveTo>
                      <a:cubicBezTo>
                        <a:pt x="897" y="103"/>
                        <a:pt x="4113" y="-539"/>
                        <a:pt x="4113" y="1386"/>
                      </a:cubicBezTo>
                      <a:cubicBezTo>
                        <a:pt x="4756" y="3312"/>
                        <a:pt x="3470" y="3954"/>
                        <a:pt x="1540" y="3954"/>
                      </a:cubicBezTo>
                      <a:cubicBezTo>
                        <a:pt x="-390" y="2670"/>
                        <a:pt x="-390" y="1386"/>
                        <a:pt x="897" y="103"/>
                      </a:cubicBezTo>
                      <a:close/>
                    </a:path>
                  </a:pathLst>
                </a:custGeom>
                <a:solidFill>
                  <a:srgbClr val="9D70F2"/>
                </a:solidFill>
                <a:ln w="6424" cap="flat">
                  <a:noFill/>
                  <a:prstDash val="solid"/>
                  <a:miter/>
                </a:ln>
              </p:spPr>
              <p:txBody>
                <a:bodyPr rtlCol="0" anchor="ctr"/>
                <a:lstStyle/>
                <a:p>
                  <a:endParaRPr lang="pt-BR"/>
                </a:p>
              </p:txBody>
            </p:sp>
            <p:sp>
              <p:nvSpPr>
                <p:cNvPr id="231" name="Freeform: Shape 230">
                  <a:extLst>
                    <a:ext uri="{FF2B5EF4-FFF2-40B4-BE49-F238E27FC236}">
                      <a16:creationId xmlns:a16="http://schemas.microsoft.com/office/drawing/2014/main" id="{BFA138DA-2312-1A11-168B-121535DFD0CA}"/>
                    </a:ext>
                  </a:extLst>
                </p:cNvPr>
                <p:cNvSpPr/>
                <p:nvPr/>
              </p:nvSpPr>
              <p:spPr>
                <a:xfrm>
                  <a:off x="6526155" y="2556833"/>
                  <a:ext cx="3251" cy="3137"/>
                </a:xfrm>
                <a:custGeom>
                  <a:avLst/>
                  <a:gdLst>
                    <a:gd name="connsiteX0" fmla="*/ 161 w 3251"/>
                    <a:gd name="connsiteY0" fmla="*/ 571 h 3137"/>
                    <a:gd name="connsiteX1" fmla="*/ 2734 w 3251"/>
                    <a:gd name="connsiteY1" fmla="*/ 571 h 3137"/>
                    <a:gd name="connsiteX2" fmla="*/ 804 w 3251"/>
                    <a:gd name="connsiteY2" fmla="*/ 3138 h 3137"/>
                    <a:gd name="connsiteX3" fmla="*/ 161 w 3251"/>
                    <a:gd name="connsiteY3" fmla="*/ 571 h 3137"/>
                  </a:gdLst>
                  <a:ahLst/>
                  <a:cxnLst>
                    <a:cxn ang="0">
                      <a:pos x="connsiteX0" y="connsiteY0"/>
                    </a:cxn>
                    <a:cxn ang="0">
                      <a:pos x="connsiteX1" y="connsiteY1"/>
                    </a:cxn>
                    <a:cxn ang="0">
                      <a:pos x="connsiteX2" y="connsiteY2"/>
                    </a:cxn>
                    <a:cxn ang="0">
                      <a:pos x="connsiteX3" y="connsiteY3"/>
                    </a:cxn>
                  </a:cxnLst>
                  <a:rect l="l" t="t" r="r" b="b"/>
                  <a:pathLst>
                    <a:path w="3251" h="3137">
                      <a:moveTo>
                        <a:pt x="161" y="571"/>
                      </a:moveTo>
                      <a:cubicBezTo>
                        <a:pt x="161" y="571"/>
                        <a:pt x="1447" y="-713"/>
                        <a:pt x="2734" y="571"/>
                      </a:cubicBezTo>
                      <a:cubicBezTo>
                        <a:pt x="4020" y="1854"/>
                        <a:pt x="2734" y="3138"/>
                        <a:pt x="804" y="3138"/>
                      </a:cubicBezTo>
                      <a:cubicBezTo>
                        <a:pt x="-482" y="3138"/>
                        <a:pt x="161" y="571"/>
                        <a:pt x="161" y="571"/>
                      </a:cubicBezTo>
                      <a:close/>
                    </a:path>
                  </a:pathLst>
                </a:custGeom>
                <a:solidFill>
                  <a:srgbClr val="9D70F2"/>
                </a:solidFill>
                <a:ln w="6424" cap="flat">
                  <a:noFill/>
                  <a:prstDash val="solid"/>
                  <a:miter/>
                </a:ln>
              </p:spPr>
              <p:txBody>
                <a:bodyPr rtlCol="0" anchor="ctr"/>
                <a:lstStyle/>
                <a:p>
                  <a:endParaRPr lang="pt-BR"/>
                </a:p>
              </p:txBody>
            </p:sp>
            <p:sp>
              <p:nvSpPr>
                <p:cNvPr id="232" name="Freeform: Shape 231">
                  <a:extLst>
                    <a:ext uri="{FF2B5EF4-FFF2-40B4-BE49-F238E27FC236}">
                      <a16:creationId xmlns:a16="http://schemas.microsoft.com/office/drawing/2014/main" id="{3E88166E-6B82-AF8F-67B5-08AC24A26C4E}"/>
                    </a:ext>
                  </a:extLst>
                </p:cNvPr>
                <p:cNvSpPr/>
                <p:nvPr/>
              </p:nvSpPr>
              <p:spPr>
                <a:xfrm>
                  <a:off x="6512382" y="2513831"/>
                  <a:ext cx="4073" cy="3137"/>
                </a:xfrm>
                <a:custGeom>
                  <a:avLst/>
                  <a:gdLst>
                    <a:gd name="connsiteX0" fmla="*/ 424 w 4073"/>
                    <a:gd name="connsiteY0" fmla="*/ 571 h 3137"/>
                    <a:gd name="connsiteX1" fmla="*/ 3641 w 4073"/>
                    <a:gd name="connsiteY1" fmla="*/ 571 h 3137"/>
                    <a:gd name="connsiteX2" fmla="*/ 2354 w 4073"/>
                    <a:gd name="connsiteY2" fmla="*/ 3138 h 3137"/>
                    <a:gd name="connsiteX3" fmla="*/ 424 w 4073"/>
                    <a:gd name="connsiteY3" fmla="*/ 571 h 3137"/>
                  </a:gdLst>
                  <a:ahLst/>
                  <a:cxnLst>
                    <a:cxn ang="0">
                      <a:pos x="connsiteX0" y="connsiteY0"/>
                    </a:cxn>
                    <a:cxn ang="0">
                      <a:pos x="connsiteX1" y="connsiteY1"/>
                    </a:cxn>
                    <a:cxn ang="0">
                      <a:pos x="connsiteX2" y="connsiteY2"/>
                    </a:cxn>
                    <a:cxn ang="0">
                      <a:pos x="connsiteX3" y="connsiteY3"/>
                    </a:cxn>
                  </a:cxnLst>
                  <a:rect l="l" t="t" r="r" b="b"/>
                  <a:pathLst>
                    <a:path w="4073" h="3137">
                      <a:moveTo>
                        <a:pt x="424" y="571"/>
                      </a:moveTo>
                      <a:cubicBezTo>
                        <a:pt x="424" y="571"/>
                        <a:pt x="2354" y="-713"/>
                        <a:pt x="3641" y="571"/>
                      </a:cubicBezTo>
                      <a:cubicBezTo>
                        <a:pt x="4927" y="1854"/>
                        <a:pt x="2997" y="3138"/>
                        <a:pt x="2354" y="3138"/>
                      </a:cubicBezTo>
                      <a:cubicBezTo>
                        <a:pt x="1068" y="3138"/>
                        <a:pt x="-862" y="1854"/>
                        <a:pt x="424" y="571"/>
                      </a:cubicBezTo>
                      <a:close/>
                    </a:path>
                  </a:pathLst>
                </a:custGeom>
                <a:solidFill>
                  <a:srgbClr val="9D70F2"/>
                </a:solidFill>
                <a:ln w="6424" cap="flat">
                  <a:noFill/>
                  <a:prstDash val="solid"/>
                  <a:miter/>
                </a:ln>
              </p:spPr>
              <p:txBody>
                <a:bodyPr rtlCol="0" anchor="ctr"/>
                <a:lstStyle/>
                <a:p>
                  <a:endParaRPr lang="pt-BR"/>
                </a:p>
              </p:txBody>
            </p:sp>
            <p:sp>
              <p:nvSpPr>
                <p:cNvPr id="233" name="Freeform: Shape 232">
                  <a:extLst>
                    <a:ext uri="{FF2B5EF4-FFF2-40B4-BE49-F238E27FC236}">
                      <a16:creationId xmlns:a16="http://schemas.microsoft.com/office/drawing/2014/main" id="{A8CF2BB9-ED26-7DF0-2F6C-07108629DB54}"/>
                    </a:ext>
                  </a:extLst>
                </p:cNvPr>
                <p:cNvSpPr/>
                <p:nvPr/>
              </p:nvSpPr>
              <p:spPr>
                <a:xfrm>
                  <a:off x="6533865" y="2762308"/>
                  <a:ext cx="7601" cy="6897"/>
                </a:xfrm>
                <a:custGeom>
                  <a:avLst/>
                  <a:gdLst>
                    <a:gd name="connsiteX0" fmla="*/ 170 w 7601"/>
                    <a:gd name="connsiteY0" fmla="*/ 3047 h 6897"/>
                    <a:gd name="connsiteX1" fmla="*/ 5316 w 7601"/>
                    <a:gd name="connsiteY1" fmla="*/ 480 h 6897"/>
                    <a:gd name="connsiteX2" fmla="*/ 3386 w 7601"/>
                    <a:gd name="connsiteY2" fmla="*/ 6898 h 6897"/>
                    <a:gd name="connsiteX3" fmla="*/ 170 w 7601"/>
                    <a:gd name="connsiteY3" fmla="*/ 3047 h 6897"/>
                  </a:gdLst>
                  <a:ahLst/>
                  <a:cxnLst>
                    <a:cxn ang="0">
                      <a:pos x="connsiteX0" y="connsiteY0"/>
                    </a:cxn>
                    <a:cxn ang="0">
                      <a:pos x="connsiteX1" y="connsiteY1"/>
                    </a:cxn>
                    <a:cxn ang="0">
                      <a:pos x="connsiteX2" y="connsiteY2"/>
                    </a:cxn>
                    <a:cxn ang="0">
                      <a:pos x="connsiteX3" y="connsiteY3"/>
                    </a:cxn>
                  </a:cxnLst>
                  <a:rect l="l" t="t" r="r" b="b"/>
                  <a:pathLst>
                    <a:path w="7601" h="6897">
                      <a:moveTo>
                        <a:pt x="170" y="3047"/>
                      </a:moveTo>
                      <a:cubicBezTo>
                        <a:pt x="170" y="3047"/>
                        <a:pt x="1457" y="-1446"/>
                        <a:pt x="5316" y="480"/>
                      </a:cubicBezTo>
                      <a:cubicBezTo>
                        <a:pt x="9176" y="2405"/>
                        <a:pt x="7889" y="6898"/>
                        <a:pt x="3386" y="6898"/>
                      </a:cubicBezTo>
                      <a:cubicBezTo>
                        <a:pt x="-1116" y="6898"/>
                        <a:pt x="170" y="3047"/>
                        <a:pt x="170" y="3047"/>
                      </a:cubicBezTo>
                      <a:close/>
                    </a:path>
                  </a:pathLst>
                </a:custGeom>
                <a:solidFill>
                  <a:srgbClr val="9D70F2"/>
                </a:solidFill>
                <a:ln w="6424" cap="flat">
                  <a:noFill/>
                  <a:prstDash val="solid"/>
                  <a:miter/>
                </a:ln>
              </p:spPr>
              <p:txBody>
                <a:bodyPr rtlCol="0" anchor="ctr"/>
                <a:lstStyle/>
                <a:p>
                  <a:endParaRPr lang="pt-BR"/>
                </a:p>
              </p:txBody>
            </p:sp>
            <p:sp>
              <p:nvSpPr>
                <p:cNvPr id="234" name="Freeform: Shape 233">
                  <a:extLst>
                    <a:ext uri="{FF2B5EF4-FFF2-40B4-BE49-F238E27FC236}">
                      <a16:creationId xmlns:a16="http://schemas.microsoft.com/office/drawing/2014/main" id="{ADB0B6F0-FBFD-5EC4-EF42-772E33387E68}"/>
                    </a:ext>
                  </a:extLst>
                </p:cNvPr>
                <p:cNvSpPr/>
                <p:nvPr/>
              </p:nvSpPr>
              <p:spPr>
                <a:xfrm>
                  <a:off x="6771724" y="2792954"/>
                  <a:ext cx="3889" cy="6481"/>
                </a:xfrm>
                <a:custGeom>
                  <a:avLst/>
                  <a:gdLst>
                    <a:gd name="connsiteX0" fmla="*/ 322 w 3889"/>
                    <a:gd name="connsiteY0" fmla="*/ 2567 h 6481"/>
                    <a:gd name="connsiteX1" fmla="*/ 2251 w 3889"/>
                    <a:gd name="connsiteY1" fmla="*/ 0 h 6481"/>
                    <a:gd name="connsiteX2" fmla="*/ 1608 w 3889"/>
                    <a:gd name="connsiteY2" fmla="*/ 6418 h 6481"/>
                    <a:gd name="connsiteX3" fmla="*/ 322 w 3889"/>
                    <a:gd name="connsiteY3" fmla="*/ 2567 h 6481"/>
                  </a:gdLst>
                  <a:ahLst/>
                  <a:cxnLst>
                    <a:cxn ang="0">
                      <a:pos x="connsiteX0" y="connsiteY0"/>
                    </a:cxn>
                    <a:cxn ang="0">
                      <a:pos x="connsiteX1" y="connsiteY1"/>
                    </a:cxn>
                    <a:cxn ang="0">
                      <a:pos x="connsiteX2" y="connsiteY2"/>
                    </a:cxn>
                    <a:cxn ang="0">
                      <a:pos x="connsiteX3" y="connsiteY3"/>
                    </a:cxn>
                  </a:cxnLst>
                  <a:rect l="l" t="t" r="r" b="b"/>
                  <a:pathLst>
                    <a:path w="3889" h="6481">
                      <a:moveTo>
                        <a:pt x="322" y="2567"/>
                      </a:moveTo>
                      <a:cubicBezTo>
                        <a:pt x="322" y="2567"/>
                        <a:pt x="-322" y="0"/>
                        <a:pt x="2251" y="0"/>
                      </a:cubicBezTo>
                      <a:cubicBezTo>
                        <a:pt x="4825" y="0"/>
                        <a:pt x="4181" y="5776"/>
                        <a:pt x="1608" y="6418"/>
                      </a:cubicBezTo>
                      <a:cubicBezTo>
                        <a:pt x="-965" y="7060"/>
                        <a:pt x="322" y="2567"/>
                        <a:pt x="322" y="2567"/>
                      </a:cubicBezTo>
                      <a:close/>
                    </a:path>
                  </a:pathLst>
                </a:custGeom>
                <a:solidFill>
                  <a:srgbClr val="9D70F2"/>
                </a:solidFill>
                <a:ln w="6424" cap="flat">
                  <a:noFill/>
                  <a:prstDash val="solid"/>
                  <a:miter/>
                </a:ln>
              </p:spPr>
              <p:txBody>
                <a:bodyPr rtlCol="0" anchor="ctr"/>
                <a:lstStyle/>
                <a:p>
                  <a:endParaRPr lang="pt-BR"/>
                </a:p>
              </p:txBody>
            </p:sp>
            <p:sp>
              <p:nvSpPr>
                <p:cNvPr id="235" name="Freeform: Shape 234">
                  <a:extLst>
                    <a:ext uri="{FF2B5EF4-FFF2-40B4-BE49-F238E27FC236}">
                      <a16:creationId xmlns:a16="http://schemas.microsoft.com/office/drawing/2014/main" id="{15878EA1-06C9-63D1-B377-BB6E8EF86F92}"/>
                    </a:ext>
                  </a:extLst>
                </p:cNvPr>
                <p:cNvSpPr/>
                <p:nvPr/>
              </p:nvSpPr>
              <p:spPr>
                <a:xfrm>
                  <a:off x="6623839" y="2856597"/>
                  <a:ext cx="8092" cy="6315"/>
                </a:xfrm>
                <a:custGeom>
                  <a:avLst/>
                  <a:gdLst>
                    <a:gd name="connsiteX0" fmla="*/ 254 w 8092"/>
                    <a:gd name="connsiteY0" fmla="*/ 2465 h 6315"/>
                    <a:gd name="connsiteX1" fmla="*/ 7330 w 8092"/>
                    <a:gd name="connsiteY1" fmla="*/ 539 h 6315"/>
                    <a:gd name="connsiteX2" fmla="*/ 2184 w 8092"/>
                    <a:gd name="connsiteY2" fmla="*/ 6316 h 6315"/>
                    <a:gd name="connsiteX3" fmla="*/ 254 w 8092"/>
                    <a:gd name="connsiteY3" fmla="*/ 2465 h 6315"/>
                  </a:gdLst>
                  <a:ahLst/>
                  <a:cxnLst>
                    <a:cxn ang="0">
                      <a:pos x="connsiteX0" y="connsiteY0"/>
                    </a:cxn>
                    <a:cxn ang="0">
                      <a:pos x="connsiteX1" y="connsiteY1"/>
                    </a:cxn>
                    <a:cxn ang="0">
                      <a:pos x="connsiteX2" y="connsiteY2"/>
                    </a:cxn>
                    <a:cxn ang="0">
                      <a:pos x="connsiteX3" y="connsiteY3"/>
                    </a:cxn>
                  </a:cxnLst>
                  <a:rect l="l" t="t" r="r" b="b"/>
                  <a:pathLst>
                    <a:path w="8092" h="6315">
                      <a:moveTo>
                        <a:pt x="254" y="2465"/>
                      </a:moveTo>
                      <a:cubicBezTo>
                        <a:pt x="254" y="2465"/>
                        <a:pt x="4757" y="-1386"/>
                        <a:pt x="7330" y="539"/>
                      </a:cubicBezTo>
                      <a:cubicBezTo>
                        <a:pt x="9903" y="1823"/>
                        <a:pt x="5400" y="6316"/>
                        <a:pt x="2184" y="6316"/>
                      </a:cubicBezTo>
                      <a:cubicBezTo>
                        <a:pt x="-1032" y="5674"/>
                        <a:pt x="254" y="2465"/>
                        <a:pt x="254" y="2465"/>
                      </a:cubicBezTo>
                      <a:close/>
                    </a:path>
                  </a:pathLst>
                </a:custGeom>
                <a:solidFill>
                  <a:srgbClr val="9D70F2"/>
                </a:solidFill>
                <a:ln w="6424" cap="flat">
                  <a:noFill/>
                  <a:prstDash val="solid"/>
                  <a:miter/>
                </a:ln>
              </p:spPr>
              <p:txBody>
                <a:bodyPr rtlCol="0" anchor="ctr"/>
                <a:lstStyle/>
                <a:p>
                  <a:endParaRPr lang="pt-BR"/>
                </a:p>
              </p:txBody>
            </p:sp>
          </p:grpSp>
          <p:sp>
            <p:nvSpPr>
              <p:cNvPr id="25" name="Freeform: Shape 24">
                <a:extLst>
                  <a:ext uri="{FF2B5EF4-FFF2-40B4-BE49-F238E27FC236}">
                    <a16:creationId xmlns:a16="http://schemas.microsoft.com/office/drawing/2014/main" id="{27056B26-83BF-7BE4-3335-F6B5A0A7FDE0}"/>
                  </a:ext>
                </a:extLst>
              </p:cNvPr>
              <p:cNvSpPr/>
              <p:nvPr/>
            </p:nvSpPr>
            <p:spPr>
              <a:xfrm>
                <a:off x="7645608" y="2817985"/>
                <a:ext cx="454792" cy="670066"/>
              </a:xfrm>
              <a:custGeom>
                <a:avLst/>
                <a:gdLst>
                  <a:gd name="connsiteX0" fmla="*/ 165321 w 454792"/>
                  <a:gd name="connsiteY0" fmla="*/ 48779 h 670066"/>
                  <a:gd name="connsiteX1" fmla="*/ 0 w 454792"/>
                  <a:gd name="connsiteY1" fmla="*/ 462757 h 670066"/>
                  <a:gd name="connsiteX2" fmla="*/ 257952 w 454792"/>
                  <a:gd name="connsiteY2" fmla="*/ 670066 h 670066"/>
                  <a:gd name="connsiteX3" fmla="*/ 454793 w 454792"/>
                  <a:gd name="connsiteY3" fmla="*/ 505759 h 670066"/>
                  <a:gd name="connsiteX4" fmla="*/ 395612 w 454792"/>
                  <a:gd name="connsiteY4" fmla="*/ 0 h 670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792" h="670066">
                    <a:moveTo>
                      <a:pt x="165321" y="48779"/>
                    </a:moveTo>
                    <a:lnTo>
                      <a:pt x="0" y="462757"/>
                    </a:lnTo>
                    <a:lnTo>
                      <a:pt x="257952" y="670066"/>
                    </a:lnTo>
                    <a:lnTo>
                      <a:pt x="454793" y="505759"/>
                    </a:lnTo>
                    <a:lnTo>
                      <a:pt x="395612" y="0"/>
                    </a:lnTo>
                    <a:close/>
                  </a:path>
                </a:pathLst>
              </a:custGeom>
              <a:solidFill>
                <a:schemeClr val="bg1"/>
              </a:solidFill>
              <a:ln w="6424" cap="flat">
                <a:noFill/>
                <a:prstDash val="solid"/>
                <a:miter/>
              </a:ln>
            </p:spPr>
            <p:txBody>
              <a:bodyPr rtlCol="0" anchor="ctr"/>
              <a:lstStyle/>
              <a:p>
                <a:endParaRPr lang="pt-BR"/>
              </a:p>
            </p:txBody>
          </p:sp>
          <p:sp>
            <p:nvSpPr>
              <p:cNvPr id="26" name="Freeform: Shape 25">
                <a:extLst>
                  <a:ext uri="{FF2B5EF4-FFF2-40B4-BE49-F238E27FC236}">
                    <a16:creationId xmlns:a16="http://schemas.microsoft.com/office/drawing/2014/main" id="{49DDE3CE-0749-3D6F-19F1-E4D520BEC375}"/>
                  </a:ext>
                </a:extLst>
              </p:cNvPr>
              <p:cNvSpPr/>
              <p:nvPr/>
            </p:nvSpPr>
            <p:spPr>
              <a:xfrm>
                <a:off x="7645608" y="2817985"/>
                <a:ext cx="454792" cy="670066"/>
              </a:xfrm>
              <a:custGeom>
                <a:avLst/>
                <a:gdLst>
                  <a:gd name="connsiteX0" fmla="*/ 165321 w 454792"/>
                  <a:gd name="connsiteY0" fmla="*/ 48779 h 670066"/>
                  <a:gd name="connsiteX1" fmla="*/ 0 w 454792"/>
                  <a:gd name="connsiteY1" fmla="*/ 462757 h 670066"/>
                  <a:gd name="connsiteX2" fmla="*/ 257952 w 454792"/>
                  <a:gd name="connsiteY2" fmla="*/ 670066 h 670066"/>
                  <a:gd name="connsiteX3" fmla="*/ 454793 w 454792"/>
                  <a:gd name="connsiteY3" fmla="*/ 505759 h 670066"/>
                  <a:gd name="connsiteX4" fmla="*/ 395612 w 454792"/>
                  <a:gd name="connsiteY4" fmla="*/ 0 h 670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792" h="670066">
                    <a:moveTo>
                      <a:pt x="165321" y="48779"/>
                    </a:moveTo>
                    <a:lnTo>
                      <a:pt x="0" y="462757"/>
                    </a:lnTo>
                    <a:lnTo>
                      <a:pt x="257952" y="670066"/>
                    </a:lnTo>
                    <a:lnTo>
                      <a:pt x="454793" y="505759"/>
                    </a:lnTo>
                    <a:lnTo>
                      <a:pt x="395612" y="0"/>
                    </a:lnTo>
                    <a:close/>
                  </a:path>
                </a:pathLst>
              </a:custGeom>
              <a:noFill/>
              <a:ln w="6424" cap="rnd">
                <a:solidFill>
                  <a:schemeClr val="tx2"/>
                </a:solidFill>
                <a:prstDash val="solid"/>
                <a:round/>
              </a:ln>
            </p:spPr>
            <p:txBody>
              <a:bodyPr rtlCol="0" anchor="ctr"/>
              <a:lstStyle/>
              <a:p>
                <a:endParaRPr lang="pt-BR"/>
              </a:p>
            </p:txBody>
          </p:sp>
          <p:grpSp>
            <p:nvGrpSpPr>
              <p:cNvPr id="27" name="Graphic 37">
                <a:extLst>
                  <a:ext uri="{FF2B5EF4-FFF2-40B4-BE49-F238E27FC236}">
                    <a16:creationId xmlns:a16="http://schemas.microsoft.com/office/drawing/2014/main" id="{07DAAFD9-9E5D-7E21-FF87-355DEFDFA176}"/>
                  </a:ext>
                </a:extLst>
              </p:cNvPr>
              <p:cNvGrpSpPr/>
              <p:nvPr/>
            </p:nvGrpSpPr>
            <p:grpSpPr>
              <a:xfrm>
                <a:off x="6201277" y="2515043"/>
                <a:ext cx="377178" cy="378677"/>
                <a:chOff x="6201277" y="2515043"/>
                <a:chExt cx="377178" cy="378677"/>
              </a:xfrm>
              <a:solidFill>
                <a:srgbClr val="9D70F2"/>
              </a:solidFill>
            </p:grpSpPr>
            <p:sp>
              <p:nvSpPr>
                <p:cNvPr id="188" name="Freeform: Shape 187">
                  <a:extLst>
                    <a:ext uri="{FF2B5EF4-FFF2-40B4-BE49-F238E27FC236}">
                      <a16:creationId xmlns:a16="http://schemas.microsoft.com/office/drawing/2014/main" id="{C47E530C-D9BE-BBA0-AE27-780C830DA031}"/>
                    </a:ext>
                  </a:extLst>
                </p:cNvPr>
                <p:cNvSpPr/>
                <p:nvPr/>
              </p:nvSpPr>
              <p:spPr>
                <a:xfrm>
                  <a:off x="6264898" y="2546153"/>
                  <a:ext cx="217064" cy="242165"/>
                </a:xfrm>
                <a:custGeom>
                  <a:avLst/>
                  <a:gdLst>
                    <a:gd name="connsiteX0" fmla="*/ 119254 w 217064"/>
                    <a:gd name="connsiteY0" fmla="*/ 52328 h 242165"/>
                    <a:gd name="connsiteX1" fmla="*/ 117324 w 217064"/>
                    <a:gd name="connsiteY1" fmla="*/ 61955 h 242165"/>
                    <a:gd name="connsiteX2" fmla="*/ 116038 w 217064"/>
                    <a:gd name="connsiteY2" fmla="*/ 72866 h 242165"/>
                    <a:gd name="connsiteX3" fmla="*/ 121184 w 217064"/>
                    <a:gd name="connsiteY3" fmla="*/ 69015 h 242165"/>
                    <a:gd name="connsiteX4" fmla="*/ 125687 w 217064"/>
                    <a:gd name="connsiteY4" fmla="*/ 55537 h 242165"/>
                    <a:gd name="connsiteX5" fmla="*/ 132120 w 217064"/>
                    <a:gd name="connsiteY5" fmla="*/ 34999 h 242165"/>
                    <a:gd name="connsiteX6" fmla="*/ 141125 w 217064"/>
                    <a:gd name="connsiteY6" fmla="*/ 10609 h 242165"/>
                    <a:gd name="connsiteX7" fmla="*/ 144342 w 217064"/>
                    <a:gd name="connsiteY7" fmla="*/ 1624 h 242165"/>
                    <a:gd name="connsiteX8" fmla="*/ 148845 w 217064"/>
                    <a:gd name="connsiteY8" fmla="*/ 982 h 242165"/>
                    <a:gd name="connsiteX9" fmla="*/ 146272 w 217064"/>
                    <a:gd name="connsiteY9" fmla="*/ 8684 h 242165"/>
                    <a:gd name="connsiteX10" fmla="*/ 140482 w 217064"/>
                    <a:gd name="connsiteY10" fmla="*/ 20237 h 242165"/>
                    <a:gd name="connsiteX11" fmla="*/ 136623 w 217064"/>
                    <a:gd name="connsiteY11" fmla="*/ 31790 h 242165"/>
                    <a:gd name="connsiteX12" fmla="*/ 133406 w 217064"/>
                    <a:gd name="connsiteY12" fmla="*/ 42059 h 242165"/>
                    <a:gd name="connsiteX13" fmla="*/ 132120 w 217064"/>
                    <a:gd name="connsiteY13" fmla="*/ 51686 h 242165"/>
                    <a:gd name="connsiteX14" fmla="*/ 145628 w 217064"/>
                    <a:gd name="connsiteY14" fmla="*/ 56821 h 242165"/>
                    <a:gd name="connsiteX15" fmla="*/ 153348 w 217064"/>
                    <a:gd name="connsiteY15" fmla="*/ 42701 h 242165"/>
                    <a:gd name="connsiteX16" fmla="*/ 157207 w 217064"/>
                    <a:gd name="connsiteY16" fmla="*/ 36924 h 242165"/>
                    <a:gd name="connsiteX17" fmla="*/ 161710 w 217064"/>
                    <a:gd name="connsiteY17" fmla="*/ 33073 h 242165"/>
                    <a:gd name="connsiteX18" fmla="*/ 171359 w 217064"/>
                    <a:gd name="connsiteY18" fmla="*/ 18311 h 242165"/>
                    <a:gd name="connsiteX19" fmla="*/ 175219 w 217064"/>
                    <a:gd name="connsiteY19" fmla="*/ 11251 h 242165"/>
                    <a:gd name="connsiteX20" fmla="*/ 181008 w 217064"/>
                    <a:gd name="connsiteY20" fmla="*/ 8042 h 242165"/>
                    <a:gd name="connsiteX21" fmla="*/ 176505 w 217064"/>
                    <a:gd name="connsiteY21" fmla="*/ 15102 h 242165"/>
                    <a:gd name="connsiteX22" fmla="*/ 163640 w 217064"/>
                    <a:gd name="connsiteY22" fmla="*/ 34999 h 242165"/>
                    <a:gd name="connsiteX23" fmla="*/ 161710 w 217064"/>
                    <a:gd name="connsiteY23" fmla="*/ 39491 h 242165"/>
                    <a:gd name="connsiteX24" fmla="*/ 157207 w 217064"/>
                    <a:gd name="connsiteY24" fmla="*/ 48477 h 242165"/>
                    <a:gd name="connsiteX25" fmla="*/ 156564 w 217064"/>
                    <a:gd name="connsiteY25" fmla="*/ 56179 h 242165"/>
                    <a:gd name="connsiteX26" fmla="*/ 153348 w 217064"/>
                    <a:gd name="connsiteY26" fmla="*/ 68374 h 242165"/>
                    <a:gd name="connsiteX27" fmla="*/ 162997 w 217064"/>
                    <a:gd name="connsiteY27" fmla="*/ 65165 h 242165"/>
                    <a:gd name="connsiteX28" fmla="*/ 179078 w 217064"/>
                    <a:gd name="connsiteY28" fmla="*/ 51686 h 242165"/>
                    <a:gd name="connsiteX29" fmla="*/ 188084 w 217064"/>
                    <a:gd name="connsiteY29" fmla="*/ 45268 h 242165"/>
                    <a:gd name="connsiteX30" fmla="*/ 184868 w 217064"/>
                    <a:gd name="connsiteY30" fmla="*/ 51044 h 242165"/>
                    <a:gd name="connsiteX31" fmla="*/ 169429 w 217064"/>
                    <a:gd name="connsiteY31" fmla="*/ 62597 h 242165"/>
                    <a:gd name="connsiteX32" fmla="*/ 158494 w 217064"/>
                    <a:gd name="connsiteY32" fmla="*/ 71583 h 242165"/>
                    <a:gd name="connsiteX33" fmla="*/ 147558 w 217064"/>
                    <a:gd name="connsiteY33" fmla="*/ 80568 h 242165"/>
                    <a:gd name="connsiteX34" fmla="*/ 153991 w 217064"/>
                    <a:gd name="connsiteY34" fmla="*/ 84419 h 242165"/>
                    <a:gd name="connsiteX35" fmla="*/ 165570 w 217064"/>
                    <a:gd name="connsiteY35" fmla="*/ 83777 h 242165"/>
                    <a:gd name="connsiteX36" fmla="*/ 175862 w 217064"/>
                    <a:gd name="connsiteY36" fmla="*/ 83777 h 242165"/>
                    <a:gd name="connsiteX37" fmla="*/ 188084 w 217064"/>
                    <a:gd name="connsiteY37" fmla="*/ 78643 h 242165"/>
                    <a:gd name="connsiteX38" fmla="*/ 195804 w 217064"/>
                    <a:gd name="connsiteY38" fmla="*/ 76076 h 242165"/>
                    <a:gd name="connsiteX39" fmla="*/ 197090 w 217064"/>
                    <a:gd name="connsiteY39" fmla="*/ 78001 h 242165"/>
                    <a:gd name="connsiteX40" fmla="*/ 186154 w 217064"/>
                    <a:gd name="connsiteY40" fmla="*/ 83136 h 242165"/>
                    <a:gd name="connsiteX41" fmla="*/ 174576 w 217064"/>
                    <a:gd name="connsiteY41" fmla="*/ 92763 h 242165"/>
                    <a:gd name="connsiteX42" fmla="*/ 179078 w 217064"/>
                    <a:gd name="connsiteY42" fmla="*/ 97898 h 242165"/>
                    <a:gd name="connsiteX43" fmla="*/ 191301 w 217064"/>
                    <a:gd name="connsiteY43" fmla="*/ 95330 h 242165"/>
                    <a:gd name="connsiteX44" fmla="*/ 201593 w 217064"/>
                    <a:gd name="connsiteY44" fmla="*/ 93405 h 242165"/>
                    <a:gd name="connsiteX45" fmla="*/ 211242 w 217064"/>
                    <a:gd name="connsiteY45" fmla="*/ 89554 h 242165"/>
                    <a:gd name="connsiteX46" fmla="*/ 217032 w 217064"/>
                    <a:gd name="connsiteY46" fmla="*/ 92763 h 242165"/>
                    <a:gd name="connsiteX47" fmla="*/ 208669 w 217064"/>
                    <a:gd name="connsiteY47" fmla="*/ 94047 h 242165"/>
                    <a:gd name="connsiteX48" fmla="*/ 197090 w 217064"/>
                    <a:gd name="connsiteY48" fmla="*/ 95330 h 242165"/>
                    <a:gd name="connsiteX49" fmla="*/ 180365 w 217064"/>
                    <a:gd name="connsiteY49" fmla="*/ 109450 h 242165"/>
                    <a:gd name="connsiteX50" fmla="*/ 195160 w 217064"/>
                    <a:gd name="connsiteY50" fmla="*/ 116511 h 242165"/>
                    <a:gd name="connsiteX51" fmla="*/ 194517 w 217064"/>
                    <a:gd name="connsiteY51" fmla="*/ 122929 h 242165"/>
                    <a:gd name="connsiteX52" fmla="*/ 183581 w 217064"/>
                    <a:gd name="connsiteY52" fmla="*/ 129347 h 242165"/>
                    <a:gd name="connsiteX53" fmla="*/ 190657 w 217064"/>
                    <a:gd name="connsiteY53" fmla="*/ 132556 h 242165"/>
                    <a:gd name="connsiteX54" fmla="*/ 196447 w 217064"/>
                    <a:gd name="connsiteY54" fmla="*/ 131914 h 242165"/>
                    <a:gd name="connsiteX55" fmla="*/ 208026 w 217064"/>
                    <a:gd name="connsiteY55" fmla="*/ 131273 h 242165"/>
                    <a:gd name="connsiteX56" fmla="*/ 217032 w 217064"/>
                    <a:gd name="connsiteY56" fmla="*/ 131914 h 242165"/>
                    <a:gd name="connsiteX57" fmla="*/ 208026 w 217064"/>
                    <a:gd name="connsiteY57" fmla="*/ 132556 h 242165"/>
                    <a:gd name="connsiteX58" fmla="*/ 205453 w 217064"/>
                    <a:gd name="connsiteY58" fmla="*/ 140900 h 242165"/>
                    <a:gd name="connsiteX59" fmla="*/ 193874 w 217064"/>
                    <a:gd name="connsiteY59" fmla="*/ 143467 h 242165"/>
                    <a:gd name="connsiteX60" fmla="*/ 185511 w 217064"/>
                    <a:gd name="connsiteY60" fmla="*/ 143467 h 242165"/>
                    <a:gd name="connsiteX61" fmla="*/ 177149 w 217064"/>
                    <a:gd name="connsiteY61" fmla="*/ 144751 h 242165"/>
                    <a:gd name="connsiteX62" fmla="*/ 163640 w 217064"/>
                    <a:gd name="connsiteY62" fmla="*/ 151811 h 242165"/>
                    <a:gd name="connsiteX63" fmla="*/ 168143 w 217064"/>
                    <a:gd name="connsiteY63" fmla="*/ 162722 h 242165"/>
                    <a:gd name="connsiteX64" fmla="*/ 172002 w 217064"/>
                    <a:gd name="connsiteY64" fmla="*/ 169782 h 242165"/>
                    <a:gd name="connsiteX65" fmla="*/ 178435 w 217064"/>
                    <a:gd name="connsiteY65" fmla="*/ 177484 h 242165"/>
                    <a:gd name="connsiteX66" fmla="*/ 188084 w 217064"/>
                    <a:gd name="connsiteY66" fmla="*/ 184544 h 242165"/>
                    <a:gd name="connsiteX67" fmla="*/ 193874 w 217064"/>
                    <a:gd name="connsiteY67" fmla="*/ 186470 h 242165"/>
                    <a:gd name="connsiteX68" fmla="*/ 201593 w 217064"/>
                    <a:gd name="connsiteY68" fmla="*/ 192888 h 242165"/>
                    <a:gd name="connsiteX69" fmla="*/ 210599 w 217064"/>
                    <a:gd name="connsiteY69" fmla="*/ 197381 h 242165"/>
                    <a:gd name="connsiteX70" fmla="*/ 210599 w 217064"/>
                    <a:gd name="connsiteY70" fmla="*/ 201232 h 242165"/>
                    <a:gd name="connsiteX71" fmla="*/ 205453 w 217064"/>
                    <a:gd name="connsiteY71" fmla="*/ 199306 h 242165"/>
                    <a:gd name="connsiteX72" fmla="*/ 197090 w 217064"/>
                    <a:gd name="connsiteY72" fmla="*/ 192888 h 242165"/>
                    <a:gd name="connsiteX73" fmla="*/ 187441 w 217064"/>
                    <a:gd name="connsiteY73" fmla="*/ 188395 h 242165"/>
                    <a:gd name="connsiteX74" fmla="*/ 178435 w 217064"/>
                    <a:gd name="connsiteY74" fmla="*/ 181977 h 242165"/>
                    <a:gd name="connsiteX75" fmla="*/ 172646 w 217064"/>
                    <a:gd name="connsiteY75" fmla="*/ 188395 h 242165"/>
                    <a:gd name="connsiteX76" fmla="*/ 170716 w 217064"/>
                    <a:gd name="connsiteY76" fmla="*/ 191604 h 242165"/>
                    <a:gd name="connsiteX77" fmla="*/ 161067 w 217064"/>
                    <a:gd name="connsiteY77" fmla="*/ 187111 h 242165"/>
                    <a:gd name="connsiteX78" fmla="*/ 150775 w 217064"/>
                    <a:gd name="connsiteY78" fmla="*/ 198664 h 242165"/>
                    <a:gd name="connsiteX79" fmla="*/ 155277 w 217064"/>
                    <a:gd name="connsiteY79" fmla="*/ 207008 h 242165"/>
                    <a:gd name="connsiteX80" fmla="*/ 156564 w 217064"/>
                    <a:gd name="connsiteY80" fmla="*/ 210217 h 242165"/>
                    <a:gd name="connsiteX81" fmla="*/ 159137 w 217064"/>
                    <a:gd name="connsiteY81" fmla="*/ 216635 h 242165"/>
                    <a:gd name="connsiteX82" fmla="*/ 151418 w 217064"/>
                    <a:gd name="connsiteY82" fmla="*/ 212143 h 242165"/>
                    <a:gd name="connsiteX83" fmla="*/ 141125 w 217064"/>
                    <a:gd name="connsiteY83" fmla="*/ 203157 h 242165"/>
                    <a:gd name="connsiteX84" fmla="*/ 136623 w 217064"/>
                    <a:gd name="connsiteY84" fmla="*/ 210859 h 242165"/>
                    <a:gd name="connsiteX85" fmla="*/ 135336 w 217064"/>
                    <a:gd name="connsiteY85" fmla="*/ 214068 h 242165"/>
                    <a:gd name="connsiteX86" fmla="*/ 129547 w 217064"/>
                    <a:gd name="connsiteY86" fmla="*/ 210859 h 242165"/>
                    <a:gd name="connsiteX87" fmla="*/ 121184 w 217064"/>
                    <a:gd name="connsiteY87" fmla="*/ 210217 h 242165"/>
                    <a:gd name="connsiteX88" fmla="*/ 114108 w 217064"/>
                    <a:gd name="connsiteY88" fmla="*/ 216635 h 242165"/>
                    <a:gd name="connsiteX89" fmla="*/ 107032 w 217064"/>
                    <a:gd name="connsiteY89" fmla="*/ 217277 h 242165"/>
                    <a:gd name="connsiteX90" fmla="*/ 97383 w 217064"/>
                    <a:gd name="connsiteY90" fmla="*/ 221128 h 242165"/>
                    <a:gd name="connsiteX91" fmla="*/ 101243 w 217064"/>
                    <a:gd name="connsiteY91" fmla="*/ 228830 h 242165"/>
                    <a:gd name="connsiteX92" fmla="*/ 99313 w 217064"/>
                    <a:gd name="connsiteY92" fmla="*/ 240383 h 242165"/>
                    <a:gd name="connsiteX93" fmla="*/ 95453 w 217064"/>
                    <a:gd name="connsiteY93" fmla="*/ 237174 h 242165"/>
                    <a:gd name="connsiteX94" fmla="*/ 94167 w 217064"/>
                    <a:gd name="connsiteY94" fmla="*/ 221770 h 242165"/>
                    <a:gd name="connsiteX95" fmla="*/ 80015 w 217064"/>
                    <a:gd name="connsiteY95" fmla="*/ 209575 h 242165"/>
                    <a:gd name="connsiteX96" fmla="*/ 63290 w 217064"/>
                    <a:gd name="connsiteY96" fmla="*/ 219203 h 242165"/>
                    <a:gd name="connsiteX97" fmla="*/ 55570 w 217064"/>
                    <a:gd name="connsiteY97" fmla="*/ 232681 h 242165"/>
                    <a:gd name="connsiteX98" fmla="*/ 56214 w 217064"/>
                    <a:gd name="connsiteY98" fmla="*/ 226263 h 242165"/>
                    <a:gd name="connsiteX99" fmla="*/ 60716 w 217064"/>
                    <a:gd name="connsiteY99" fmla="*/ 210859 h 242165"/>
                    <a:gd name="connsiteX100" fmla="*/ 56857 w 217064"/>
                    <a:gd name="connsiteY100" fmla="*/ 204441 h 242165"/>
                    <a:gd name="connsiteX101" fmla="*/ 53640 w 217064"/>
                    <a:gd name="connsiteY101" fmla="*/ 197381 h 242165"/>
                    <a:gd name="connsiteX102" fmla="*/ 45278 w 217064"/>
                    <a:gd name="connsiteY102" fmla="*/ 190321 h 242165"/>
                    <a:gd name="connsiteX103" fmla="*/ 36272 w 217064"/>
                    <a:gd name="connsiteY103" fmla="*/ 187753 h 242165"/>
                    <a:gd name="connsiteX104" fmla="*/ 31126 w 217064"/>
                    <a:gd name="connsiteY104" fmla="*/ 191604 h 242165"/>
                    <a:gd name="connsiteX105" fmla="*/ 25337 w 217064"/>
                    <a:gd name="connsiteY105" fmla="*/ 197381 h 242165"/>
                    <a:gd name="connsiteX106" fmla="*/ 30483 w 217064"/>
                    <a:gd name="connsiteY106" fmla="*/ 191604 h 242165"/>
                    <a:gd name="connsiteX107" fmla="*/ 33699 w 217064"/>
                    <a:gd name="connsiteY107" fmla="*/ 186470 h 242165"/>
                    <a:gd name="connsiteX108" fmla="*/ 29839 w 217064"/>
                    <a:gd name="connsiteY108" fmla="*/ 183902 h 242165"/>
                    <a:gd name="connsiteX109" fmla="*/ 20190 w 217064"/>
                    <a:gd name="connsiteY109" fmla="*/ 189037 h 242165"/>
                    <a:gd name="connsiteX110" fmla="*/ 15687 w 217064"/>
                    <a:gd name="connsiteY110" fmla="*/ 189679 h 242165"/>
                    <a:gd name="connsiteX111" fmla="*/ 14401 w 217064"/>
                    <a:gd name="connsiteY111" fmla="*/ 180051 h 242165"/>
                    <a:gd name="connsiteX112" fmla="*/ 15687 w 217064"/>
                    <a:gd name="connsiteY112" fmla="*/ 175559 h 242165"/>
                    <a:gd name="connsiteX113" fmla="*/ 25980 w 217064"/>
                    <a:gd name="connsiteY113" fmla="*/ 171066 h 242165"/>
                    <a:gd name="connsiteX114" fmla="*/ 23407 w 217064"/>
                    <a:gd name="connsiteY114" fmla="*/ 160155 h 242165"/>
                    <a:gd name="connsiteX115" fmla="*/ 19547 w 217064"/>
                    <a:gd name="connsiteY115" fmla="*/ 156304 h 242165"/>
                    <a:gd name="connsiteX116" fmla="*/ 13758 w 217064"/>
                    <a:gd name="connsiteY116" fmla="*/ 152453 h 242165"/>
                    <a:gd name="connsiteX117" fmla="*/ 16331 w 217064"/>
                    <a:gd name="connsiteY117" fmla="*/ 148602 h 242165"/>
                    <a:gd name="connsiteX118" fmla="*/ 17617 w 217064"/>
                    <a:gd name="connsiteY118" fmla="*/ 143467 h 242165"/>
                    <a:gd name="connsiteX119" fmla="*/ 7968 w 217064"/>
                    <a:gd name="connsiteY119" fmla="*/ 138975 h 242165"/>
                    <a:gd name="connsiteX120" fmla="*/ 9255 w 217064"/>
                    <a:gd name="connsiteY120" fmla="*/ 136407 h 242165"/>
                    <a:gd name="connsiteX121" fmla="*/ 16974 w 217064"/>
                    <a:gd name="connsiteY121" fmla="*/ 128063 h 242165"/>
                    <a:gd name="connsiteX122" fmla="*/ 12471 w 217064"/>
                    <a:gd name="connsiteY122" fmla="*/ 121645 h 242165"/>
                    <a:gd name="connsiteX123" fmla="*/ 11185 w 217064"/>
                    <a:gd name="connsiteY123" fmla="*/ 116511 h 242165"/>
                    <a:gd name="connsiteX124" fmla="*/ 16331 w 217064"/>
                    <a:gd name="connsiteY124" fmla="*/ 108167 h 242165"/>
                    <a:gd name="connsiteX125" fmla="*/ 13114 w 217064"/>
                    <a:gd name="connsiteY125" fmla="*/ 101107 h 242165"/>
                    <a:gd name="connsiteX126" fmla="*/ 7968 w 217064"/>
                    <a:gd name="connsiteY126" fmla="*/ 99823 h 242165"/>
                    <a:gd name="connsiteX127" fmla="*/ 2179 w 217064"/>
                    <a:gd name="connsiteY127" fmla="*/ 97256 h 242165"/>
                    <a:gd name="connsiteX128" fmla="*/ 2822 w 217064"/>
                    <a:gd name="connsiteY128" fmla="*/ 94047 h 242165"/>
                    <a:gd name="connsiteX129" fmla="*/ 13758 w 217064"/>
                    <a:gd name="connsiteY129" fmla="*/ 97898 h 242165"/>
                    <a:gd name="connsiteX130" fmla="*/ 22763 w 217064"/>
                    <a:gd name="connsiteY130" fmla="*/ 97256 h 242165"/>
                    <a:gd name="connsiteX131" fmla="*/ 22120 w 217064"/>
                    <a:gd name="connsiteY131" fmla="*/ 87628 h 242165"/>
                    <a:gd name="connsiteX132" fmla="*/ 23407 w 217064"/>
                    <a:gd name="connsiteY132" fmla="*/ 86345 h 242165"/>
                    <a:gd name="connsiteX133" fmla="*/ 25337 w 217064"/>
                    <a:gd name="connsiteY133" fmla="*/ 78643 h 242165"/>
                    <a:gd name="connsiteX134" fmla="*/ 21477 w 217064"/>
                    <a:gd name="connsiteY134" fmla="*/ 70941 h 242165"/>
                    <a:gd name="connsiteX135" fmla="*/ 25337 w 217064"/>
                    <a:gd name="connsiteY135" fmla="*/ 65806 h 242165"/>
                    <a:gd name="connsiteX136" fmla="*/ 33056 w 217064"/>
                    <a:gd name="connsiteY136" fmla="*/ 63881 h 242165"/>
                    <a:gd name="connsiteX137" fmla="*/ 36915 w 217064"/>
                    <a:gd name="connsiteY137" fmla="*/ 65165 h 242165"/>
                    <a:gd name="connsiteX138" fmla="*/ 49138 w 217064"/>
                    <a:gd name="connsiteY138" fmla="*/ 67090 h 242165"/>
                    <a:gd name="connsiteX139" fmla="*/ 58787 w 217064"/>
                    <a:gd name="connsiteY139" fmla="*/ 51686 h 242165"/>
                    <a:gd name="connsiteX140" fmla="*/ 51067 w 217064"/>
                    <a:gd name="connsiteY140" fmla="*/ 38208 h 242165"/>
                    <a:gd name="connsiteX141" fmla="*/ 52354 w 217064"/>
                    <a:gd name="connsiteY141" fmla="*/ 30506 h 242165"/>
                    <a:gd name="connsiteX142" fmla="*/ 58143 w 217064"/>
                    <a:gd name="connsiteY142" fmla="*/ 36282 h 242165"/>
                    <a:gd name="connsiteX143" fmla="*/ 69079 w 217064"/>
                    <a:gd name="connsiteY143" fmla="*/ 49119 h 242165"/>
                    <a:gd name="connsiteX144" fmla="*/ 86447 w 217064"/>
                    <a:gd name="connsiteY144" fmla="*/ 38208 h 242165"/>
                    <a:gd name="connsiteX145" fmla="*/ 90307 w 217064"/>
                    <a:gd name="connsiteY145" fmla="*/ 31148 h 242165"/>
                    <a:gd name="connsiteX146" fmla="*/ 92880 w 217064"/>
                    <a:gd name="connsiteY146" fmla="*/ 24729 h 242165"/>
                    <a:gd name="connsiteX147" fmla="*/ 93523 w 217064"/>
                    <a:gd name="connsiteY147" fmla="*/ 19595 h 242165"/>
                    <a:gd name="connsiteX148" fmla="*/ 94810 w 217064"/>
                    <a:gd name="connsiteY148" fmla="*/ 17028 h 242165"/>
                    <a:gd name="connsiteX149" fmla="*/ 96740 w 217064"/>
                    <a:gd name="connsiteY149" fmla="*/ 15102 h 242165"/>
                    <a:gd name="connsiteX150" fmla="*/ 98669 w 217064"/>
                    <a:gd name="connsiteY150" fmla="*/ 22162 h 242165"/>
                    <a:gd name="connsiteX151" fmla="*/ 99313 w 217064"/>
                    <a:gd name="connsiteY151" fmla="*/ 27939 h 242165"/>
                    <a:gd name="connsiteX152" fmla="*/ 99313 w 217064"/>
                    <a:gd name="connsiteY152" fmla="*/ 36924 h 242165"/>
                    <a:gd name="connsiteX153" fmla="*/ 103172 w 217064"/>
                    <a:gd name="connsiteY153" fmla="*/ 33715 h 242165"/>
                    <a:gd name="connsiteX154" fmla="*/ 103816 w 217064"/>
                    <a:gd name="connsiteY154" fmla="*/ 41417 h 242165"/>
                    <a:gd name="connsiteX155" fmla="*/ 107032 w 217064"/>
                    <a:gd name="connsiteY155" fmla="*/ 47835 h 242165"/>
                    <a:gd name="connsiteX156" fmla="*/ 113465 w 217064"/>
                    <a:gd name="connsiteY156" fmla="*/ 42701 h 242165"/>
                    <a:gd name="connsiteX157" fmla="*/ 113465 w 217064"/>
                    <a:gd name="connsiteY157" fmla="*/ 34357 h 242165"/>
                    <a:gd name="connsiteX158" fmla="*/ 114751 w 217064"/>
                    <a:gd name="connsiteY158" fmla="*/ 30506 h 242165"/>
                    <a:gd name="connsiteX159" fmla="*/ 116681 w 217064"/>
                    <a:gd name="connsiteY159" fmla="*/ 35640 h 242165"/>
                    <a:gd name="connsiteX160" fmla="*/ 121827 w 217064"/>
                    <a:gd name="connsiteY160" fmla="*/ 30506 h 242165"/>
                    <a:gd name="connsiteX161" fmla="*/ 128903 w 217064"/>
                    <a:gd name="connsiteY161" fmla="*/ 24088 h 242165"/>
                    <a:gd name="connsiteX162" fmla="*/ 128260 w 217064"/>
                    <a:gd name="connsiteY162" fmla="*/ 29864 h 242165"/>
                    <a:gd name="connsiteX163" fmla="*/ 124400 w 217064"/>
                    <a:gd name="connsiteY163" fmla="*/ 38208 h 242165"/>
                    <a:gd name="connsiteX164" fmla="*/ 122471 w 217064"/>
                    <a:gd name="connsiteY164" fmla="*/ 45268 h 242165"/>
                    <a:gd name="connsiteX165" fmla="*/ 119254 w 217064"/>
                    <a:gd name="connsiteY165" fmla="*/ 52328 h 242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Lst>
                  <a:rect l="l" t="t" r="r" b="b"/>
                  <a:pathLst>
                    <a:path w="217064" h="242165">
                      <a:moveTo>
                        <a:pt x="119254" y="52328"/>
                      </a:moveTo>
                      <a:cubicBezTo>
                        <a:pt x="119254" y="52328"/>
                        <a:pt x="119254" y="58104"/>
                        <a:pt x="117324" y="61955"/>
                      </a:cubicBezTo>
                      <a:cubicBezTo>
                        <a:pt x="116038" y="65806"/>
                        <a:pt x="114108" y="70941"/>
                        <a:pt x="116038" y="72866"/>
                      </a:cubicBezTo>
                      <a:cubicBezTo>
                        <a:pt x="117968" y="74792"/>
                        <a:pt x="119254" y="70941"/>
                        <a:pt x="121184" y="69015"/>
                      </a:cubicBezTo>
                      <a:cubicBezTo>
                        <a:pt x="123114" y="67090"/>
                        <a:pt x="123757" y="60672"/>
                        <a:pt x="125687" y="55537"/>
                      </a:cubicBezTo>
                      <a:cubicBezTo>
                        <a:pt x="126973" y="50402"/>
                        <a:pt x="130190" y="43342"/>
                        <a:pt x="132120" y="34999"/>
                      </a:cubicBezTo>
                      <a:cubicBezTo>
                        <a:pt x="134049" y="26655"/>
                        <a:pt x="139196" y="13818"/>
                        <a:pt x="141125" y="10609"/>
                      </a:cubicBezTo>
                      <a:cubicBezTo>
                        <a:pt x="143055" y="7400"/>
                        <a:pt x="143055" y="2907"/>
                        <a:pt x="144342" y="1624"/>
                      </a:cubicBezTo>
                      <a:cubicBezTo>
                        <a:pt x="145628" y="340"/>
                        <a:pt x="147558" y="-944"/>
                        <a:pt x="148845" y="982"/>
                      </a:cubicBezTo>
                      <a:cubicBezTo>
                        <a:pt x="150131" y="2907"/>
                        <a:pt x="148845" y="6117"/>
                        <a:pt x="146272" y="8684"/>
                      </a:cubicBezTo>
                      <a:cubicBezTo>
                        <a:pt x="144342" y="10609"/>
                        <a:pt x="141125" y="17669"/>
                        <a:pt x="140482" y="20237"/>
                      </a:cubicBezTo>
                      <a:cubicBezTo>
                        <a:pt x="139196" y="22804"/>
                        <a:pt x="138552" y="26655"/>
                        <a:pt x="136623" y="31790"/>
                      </a:cubicBezTo>
                      <a:cubicBezTo>
                        <a:pt x="134693" y="36924"/>
                        <a:pt x="135336" y="38208"/>
                        <a:pt x="133406" y="42059"/>
                      </a:cubicBezTo>
                      <a:cubicBezTo>
                        <a:pt x="131476" y="45910"/>
                        <a:pt x="129547" y="49761"/>
                        <a:pt x="132120" y="51686"/>
                      </a:cubicBezTo>
                      <a:cubicBezTo>
                        <a:pt x="134049" y="53612"/>
                        <a:pt x="141769" y="61314"/>
                        <a:pt x="145628" y="56821"/>
                      </a:cubicBezTo>
                      <a:cubicBezTo>
                        <a:pt x="149488" y="51686"/>
                        <a:pt x="152061" y="45268"/>
                        <a:pt x="153348" y="42701"/>
                      </a:cubicBezTo>
                      <a:cubicBezTo>
                        <a:pt x="154634" y="40133"/>
                        <a:pt x="155277" y="38208"/>
                        <a:pt x="157207" y="36924"/>
                      </a:cubicBezTo>
                      <a:cubicBezTo>
                        <a:pt x="158494" y="35640"/>
                        <a:pt x="159137" y="36924"/>
                        <a:pt x="161710" y="33073"/>
                      </a:cubicBezTo>
                      <a:cubicBezTo>
                        <a:pt x="164926" y="28580"/>
                        <a:pt x="168786" y="21520"/>
                        <a:pt x="171359" y="18311"/>
                      </a:cubicBezTo>
                      <a:cubicBezTo>
                        <a:pt x="173289" y="15744"/>
                        <a:pt x="175219" y="12535"/>
                        <a:pt x="175219" y="11251"/>
                      </a:cubicBezTo>
                      <a:cubicBezTo>
                        <a:pt x="175862" y="9967"/>
                        <a:pt x="178435" y="6758"/>
                        <a:pt x="181008" y="8042"/>
                      </a:cubicBezTo>
                      <a:cubicBezTo>
                        <a:pt x="182938" y="9967"/>
                        <a:pt x="177792" y="13177"/>
                        <a:pt x="176505" y="15102"/>
                      </a:cubicBezTo>
                      <a:cubicBezTo>
                        <a:pt x="175219" y="17028"/>
                        <a:pt x="164926" y="32431"/>
                        <a:pt x="163640" y="34999"/>
                      </a:cubicBezTo>
                      <a:cubicBezTo>
                        <a:pt x="162353" y="37566"/>
                        <a:pt x="162353" y="37566"/>
                        <a:pt x="161710" y="39491"/>
                      </a:cubicBezTo>
                      <a:cubicBezTo>
                        <a:pt x="161067" y="42059"/>
                        <a:pt x="158494" y="46551"/>
                        <a:pt x="157207" y="48477"/>
                      </a:cubicBezTo>
                      <a:cubicBezTo>
                        <a:pt x="155921" y="50402"/>
                        <a:pt x="157207" y="52970"/>
                        <a:pt x="156564" y="56179"/>
                      </a:cubicBezTo>
                      <a:cubicBezTo>
                        <a:pt x="155921" y="59388"/>
                        <a:pt x="152061" y="66448"/>
                        <a:pt x="153348" y="68374"/>
                      </a:cubicBezTo>
                      <a:cubicBezTo>
                        <a:pt x="154634" y="70299"/>
                        <a:pt x="159137" y="69015"/>
                        <a:pt x="162997" y="65165"/>
                      </a:cubicBezTo>
                      <a:cubicBezTo>
                        <a:pt x="166856" y="61314"/>
                        <a:pt x="176505" y="53612"/>
                        <a:pt x="179078" y="51686"/>
                      </a:cubicBezTo>
                      <a:cubicBezTo>
                        <a:pt x="181652" y="49761"/>
                        <a:pt x="186798" y="43984"/>
                        <a:pt x="188084" y="45268"/>
                      </a:cubicBezTo>
                      <a:cubicBezTo>
                        <a:pt x="189371" y="46551"/>
                        <a:pt x="189371" y="47835"/>
                        <a:pt x="184868" y="51044"/>
                      </a:cubicBezTo>
                      <a:cubicBezTo>
                        <a:pt x="180365" y="54253"/>
                        <a:pt x="172646" y="60030"/>
                        <a:pt x="169429" y="62597"/>
                      </a:cubicBezTo>
                      <a:cubicBezTo>
                        <a:pt x="166856" y="65165"/>
                        <a:pt x="161067" y="70299"/>
                        <a:pt x="158494" y="71583"/>
                      </a:cubicBezTo>
                      <a:cubicBezTo>
                        <a:pt x="155921" y="73508"/>
                        <a:pt x="147558" y="78001"/>
                        <a:pt x="147558" y="80568"/>
                      </a:cubicBezTo>
                      <a:cubicBezTo>
                        <a:pt x="148201" y="83136"/>
                        <a:pt x="149488" y="85703"/>
                        <a:pt x="153991" y="84419"/>
                      </a:cubicBezTo>
                      <a:cubicBezTo>
                        <a:pt x="158494" y="83136"/>
                        <a:pt x="162353" y="83136"/>
                        <a:pt x="165570" y="83777"/>
                      </a:cubicBezTo>
                      <a:cubicBezTo>
                        <a:pt x="168786" y="84419"/>
                        <a:pt x="173289" y="85061"/>
                        <a:pt x="175862" y="83777"/>
                      </a:cubicBezTo>
                      <a:cubicBezTo>
                        <a:pt x="178435" y="82494"/>
                        <a:pt x="185511" y="79927"/>
                        <a:pt x="188084" y="78643"/>
                      </a:cubicBezTo>
                      <a:cubicBezTo>
                        <a:pt x="190657" y="77359"/>
                        <a:pt x="192587" y="77359"/>
                        <a:pt x="195804" y="76076"/>
                      </a:cubicBezTo>
                      <a:cubicBezTo>
                        <a:pt x="199663" y="74792"/>
                        <a:pt x="199663" y="76717"/>
                        <a:pt x="197090" y="78001"/>
                      </a:cubicBezTo>
                      <a:cubicBezTo>
                        <a:pt x="194517" y="79285"/>
                        <a:pt x="189371" y="81210"/>
                        <a:pt x="186154" y="83136"/>
                      </a:cubicBezTo>
                      <a:cubicBezTo>
                        <a:pt x="182938" y="85061"/>
                        <a:pt x="174576" y="90838"/>
                        <a:pt x="174576" y="92763"/>
                      </a:cubicBezTo>
                      <a:cubicBezTo>
                        <a:pt x="174576" y="94688"/>
                        <a:pt x="175219" y="98539"/>
                        <a:pt x="179078" y="97898"/>
                      </a:cubicBezTo>
                      <a:cubicBezTo>
                        <a:pt x="182295" y="97256"/>
                        <a:pt x="188728" y="95972"/>
                        <a:pt x="191301" y="95330"/>
                      </a:cubicBezTo>
                      <a:cubicBezTo>
                        <a:pt x="193874" y="95330"/>
                        <a:pt x="199663" y="94688"/>
                        <a:pt x="201593" y="93405"/>
                      </a:cubicBezTo>
                      <a:cubicBezTo>
                        <a:pt x="203523" y="92763"/>
                        <a:pt x="209955" y="89554"/>
                        <a:pt x="211242" y="89554"/>
                      </a:cubicBezTo>
                      <a:cubicBezTo>
                        <a:pt x="212529" y="88912"/>
                        <a:pt x="217032" y="90196"/>
                        <a:pt x="217032" y="92763"/>
                      </a:cubicBezTo>
                      <a:cubicBezTo>
                        <a:pt x="217032" y="95330"/>
                        <a:pt x="211885" y="94047"/>
                        <a:pt x="208669" y="94047"/>
                      </a:cubicBezTo>
                      <a:cubicBezTo>
                        <a:pt x="205453" y="94047"/>
                        <a:pt x="201593" y="94688"/>
                        <a:pt x="197090" y="95330"/>
                      </a:cubicBezTo>
                      <a:cubicBezTo>
                        <a:pt x="192587" y="96614"/>
                        <a:pt x="179722" y="102390"/>
                        <a:pt x="180365" y="109450"/>
                      </a:cubicBezTo>
                      <a:cubicBezTo>
                        <a:pt x="181008" y="116511"/>
                        <a:pt x="190014" y="116511"/>
                        <a:pt x="195160" y="116511"/>
                      </a:cubicBezTo>
                      <a:cubicBezTo>
                        <a:pt x="200306" y="116511"/>
                        <a:pt x="200950" y="121003"/>
                        <a:pt x="194517" y="122929"/>
                      </a:cubicBezTo>
                      <a:cubicBezTo>
                        <a:pt x="188084" y="124854"/>
                        <a:pt x="182295" y="125496"/>
                        <a:pt x="183581" y="129347"/>
                      </a:cubicBezTo>
                      <a:cubicBezTo>
                        <a:pt x="184868" y="132556"/>
                        <a:pt x="188728" y="130631"/>
                        <a:pt x="190657" y="132556"/>
                      </a:cubicBezTo>
                      <a:cubicBezTo>
                        <a:pt x="191944" y="134482"/>
                        <a:pt x="194517" y="131914"/>
                        <a:pt x="196447" y="131914"/>
                      </a:cubicBezTo>
                      <a:cubicBezTo>
                        <a:pt x="197733" y="131914"/>
                        <a:pt x="204809" y="130631"/>
                        <a:pt x="208026" y="131273"/>
                      </a:cubicBezTo>
                      <a:cubicBezTo>
                        <a:pt x="208669" y="131273"/>
                        <a:pt x="217675" y="129989"/>
                        <a:pt x="217032" y="131914"/>
                      </a:cubicBezTo>
                      <a:cubicBezTo>
                        <a:pt x="217032" y="134482"/>
                        <a:pt x="210599" y="132556"/>
                        <a:pt x="208026" y="132556"/>
                      </a:cubicBezTo>
                      <a:cubicBezTo>
                        <a:pt x="205453" y="132556"/>
                        <a:pt x="209312" y="139616"/>
                        <a:pt x="205453" y="140900"/>
                      </a:cubicBezTo>
                      <a:cubicBezTo>
                        <a:pt x="202236" y="141542"/>
                        <a:pt x="197733" y="142825"/>
                        <a:pt x="193874" y="143467"/>
                      </a:cubicBezTo>
                      <a:cubicBezTo>
                        <a:pt x="190657" y="144109"/>
                        <a:pt x="187441" y="144109"/>
                        <a:pt x="185511" y="143467"/>
                      </a:cubicBezTo>
                      <a:cubicBezTo>
                        <a:pt x="183581" y="142825"/>
                        <a:pt x="179078" y="144109"/>
                        <a:pt x="177149" y="144751"/>
                      </a:cubicBezTo>
                      <a:cubicBezTo>
                        <a:pt x="174576" y="145393"/>
                        <a:pt x="164926" y="146676"/>
                        <a:pt x="163640" y="151811"/>
                      </a:cubicBezTo>
                      <a:cubicBezTo>
                        <a:pt x="162353" y="156946"/>
                        <a:pt x="166856" y="161438"/>
                        <a:pt x="168143" y="162722"/>
                      </a:cubicBezTo>
                      <a:cubicBezTo>
                        <a:pt x="169429" y="164006"/>
                        <a:pt x="170716" y="167215"/>
                        <a:pt x="172002" y="169782"/>
                      </a:cubicBezTo>
                      <a:cubicBezTo>
                        <a:pt x="173289" y="172349"/>
                        <a:pt x="176505" y="175559"/>
                        <a:pt x="178435" y="177484"/>
                      </a:cubicBezTo>
                      <a:cubicBezTo>
                        <a:pt x="179722" y="179410"/>
                        <a:pt x="186154" y="184544"/>
                        <a:pt x="188084" y="184544"/>
                      </a:cubicBezTo>
                      <a:cubicBezTo>
                        <a:pt x="190014" y="184544"/>
                        <a:pt x="191944" y="183902"/>
                        <a:pt x="193874" y="186470"/>
                      </a:cubicBezTo>
                      <a:cubicBezTo>
                        <a:pt x="196447" y="188395"/>
                        <a:pt x="199663" y="191604"/>
                        <a:pt x="201593" y="192888"/>
                      </a:cubicBezTo>
                      <a:cubicBezTo>
                        <a:pt x="203523" y="193530"/>
                        <a:pt x="209312" y="194813"/>
                        <a:pt x="210599" y="197381"/>
                      </a:cubicBezTo>
                      <a:cubicBezTo>
                        <a:pt x="211885" y="199306"/>
                        <a:pt x="211885" y="199948"/>
                        <a:pt x="210599" y="201232"/>
                      </a:cubicBezTo>
                      <a:cubicBezTo>
                        <a:pt x="209312" y="202515"/>
                        <a:pt x="208026" y="201873"/>
                        <a:pt x="205453" y="199306"/>
                      </a:cubicBezTo>
                      <a:cubicBezTo>
                        <a:pt x="202880" y="196739"/>
                        <a:pt x="198377" y="192888"/>
                        <a:pt x="197090" y="192888"/>
                      </a:cubicBezTo>
                      <a:cubicBezTo>
                        <a:pt x="195804" y="192888"/>
                        <a:pt x="190014" y="190962"/>
                        <a:pt x="187441" y="188395"/>
                      </a:cubicBezTo>
                      <a:cubicBezTo>
                        <a:pt x="184868" y="186470"/>
                        <a:pt x="181652" y="181977"/>
                        <a:pt x="178435" y="181977"/>
                      </a:cubicBezTo>
                      <a:cubicBezTo>
                        <a:pt x="175219" y="181977"/>
                        <a:pt x="171359" y="186470"/>
                        <a:pt x="172646" y="188395"/>
                      </a:cubicBezTo>
                      <a:cubicBezTo>
                        <a:pt x="173932" y="190321"/>
                        <a:pt x="172646" y="192888"/>
                        <a:pt x="170716" y="191604"/>
                      </a:cubicBezTo>
                      <a:cubicBezTo>
                        <a:pt x="168143" y="190321"/>
                        <a:pt x="164926" y="185828"/>
                        <a:pt x="161067" y="187111"/>
                      </a:cubicBezTo>
                      <a:cubicBezTo>
                        <a:pt x="157207" y="188395"/>
                        <a:pt x="149488" y="192888"/>
                        <a:pt x="150775" y="198664"/>
                      </a:cubicBezTo>
                      <a:cubicBezTo>
                        <a:pt x="152061" y="203799"/>
                        <a:pt x="154634" y="205724"/>
                        <a:pt x="155277" y="207008"/>
                      </a:cubicBezTo>
                      <a:cubicBezTo>
                        <a:pt x="155921" y="208934"/>
                        <a:pt x="155921" y="208934"/>
                        <a:pt x="156564" y="210217"/>
                      </a:cubicBezTo>
                      <a:cubicBezTo>
                        <a:pt x="157851" y="211501"/>
                        <a:pt x="161710" y="214068"/>
                        <a:pt x="159137" y="216635"/>
                      </a:cubicBezTo>
                      <a:cubicBezTo>
                        <a:pt x="157207" y="219203"/>
                        <a:pt x="152704" y="214068"/>
                        <a:pt x="151418" y="212143"/>
                      </a:cubicBezTo>
                      <a:cubicBezTo>
                        <a:pt x="150131" y="210217"/>
                        <a:pt x="146272" y="202515"/>
                        <a:pt x="141125" y="203157"/>
                      </a:cubicBezTo>
                      <a:cubicBezTo>
                        <a:pt x="135979" y="203799"/>
                        <a:pt x="136623" y="210217"/>
                        <a:pt x="136623" y="210859"/>
                      </a:cubicBezTo>
                      <a:cubicBezTo>
                        <a:pt x="136623" y="211501"/>
                        <a:pt x="137266" y="212785"/>
                        <a:pt x="135336" y="214068"/>
                      </a:cubicBezTo>
                      <a:cubicBezTo>
                        <a:pt x="133406" y="214710"/>
                        <a:pt x="130190" y="211501"/>
                        <a:pt x="129547" y="210859"/>
                      </a:cubicBezTo>
                      <a:cubicBezTo>
                        <a:pt x="128260" y="210217"/>
                        <a:pt x="124400" y="207650"/>
                        <a:pt x="121184" y="210217"/>
                      </a:cubicBezTo>
                      <a:cubicBezTo>
                        <a:pt x="117968" y="212785"/>
                        <a:pt x="116681" y="215352"/>
                        <a:pt x="114108" y="216635"/>
                      </a:cubicBezTo>
                      <a:cubicBezTo>
                        <a:pt x="111535" y="217919"/>
                        <a:pt x="109605" y="217919"/>
                        <a:pt x="107032" y="217277"/>
                      </a:cubicBezTo>
                      <a:cubicBezTo>
                        <a:pt x="105102" y="216635"/>
                        <a:pt x="98669" y="216635"/>
                        <a:pt x="97383" y="221128"/>
                      </a:cubicBezTo>
                      <a:cubicBezTo>
                        <a:pt x="96096" y="225621"/>
                        <a:pt x="101243" y="227547"/>
                        <a:pt x="101243" y="228830"/>
                      </a:cubicBezTo>
                      <a:cubicBezTo>
                        <a:pt x="101243" y="230114"/>
                        <a:pt x="99956" y="238458"/>
                        <a:pt x="99313" y="240383"/>
                      </a:cubicBezTo>
                      <a:cubicBezTo>
                        <a:pt x="98669" y="242308"/>
                        <a:pt x="96740" y="244234"/>
                        <a:pt x="95453" y="237174"/>
                      </a:cubicBezTo>
                      <a:cubicBezTo>
                        <a:pt x="94167" y="230114"/>
                        <a:pt x="94167" y="224337"/>
                        <a:pt x="94167" y="221770"/>
                      </a:cubicBezTo>
                      <a:cubicBezTo>
                        <a:pt x="94167" y="219203"/>
                        <a:pt x="93523" y="212785"/>
                        <a:pt x="80015" y="209575"/>
                      </a:cubicBezTo>
                      <a:cubicBezTo>
                        <a:pt x="65863" y="206366"/>
                        <a:pt x="65863" y="213426"/>
                        <a:pt x="63290" y="219203"/>
                      </a:cubicBezTo>
                      <a:cubicBezTo>
                        <a:pt x="61360" y="224979"/>
                        <a:pt x="59430" y="233323"/>
                        <a:pt x="55570" y="232681"/>
                      </a:cubicBezTo>
                      <a:cubicBezTo>
                        <a:pt x="52354" y="232039"/>
                        <a:pt x="54284" y="229472"/>
                        <a:pt x="56214" y="226263"/>
                      </a:cubicBezTo>
                      <a:cubicBezTo>
                        <a:pt x="57500" y="223054"/>
                        <a:pt x="60716" y="214710"/>
                        <a:pt x="60716" y="210859"/>
                      </a:cubicBezTo>
                      <a:cubicBezTo>
                        <a:pt x="60716" y="207008"/>
                        <a:pt x="58787" y="205724"/>
                        <a:pt x="56857" y="204441"/>
                      </a:cubicBezTo>
                      <a:cubicBezTo>
                        <a:pt x="54927" y="202515"/>
                        <a:pt x="54927" y="199948"/>
                        <a:pt x="53640" y="197381"/>
                      </a:cubicBezTo>
                      <a:cubicBezTo>
                        <a:pt x="52354" y="195455"/>
                        <a:pt x="49781" y="192888"/>
                        <a:pt x="45278" y="190321"/>
                      </a:cubicBezTo>
                      <a:cubicBezTo>
                        <a:pt x="40775" y="188395"/>
                        <a:pt x="37559" y="187753"/>
                        <a:pt x="36272" y="187753"/>
                      </a:cubicBezTo>
                      <a:cubicBezTo>
                        <a:pt x="34986" y="188395"/>
                        <a:pt x="33056" y="189679"/>
                        <a:pt x="31126" y="191604"/>
                      </a:cubicBezTo>
                      <a:cubicBezTo>
                        <a:pt x="28553" y="194171"/>
                        <a:pt x="25980" y="198664"/>
                        <a:pt x="25337" y="197381"/>
                      </a:cubicBezTo>
                      <a:cubicBezTo>
                        <a:pt x="24050" y="196097"/>
                        <a:pt x="27910" y="194171"/>
                        <a:pt x="30483" y="191604"/>
                      </a:cubicBezTo>
                      <a:cubicBezTo>
                        <a:pt x="33056" y="189037"/>
                        <a:pt x="33699" y="187753"/>
                        <a:pt x="33699" y="186470"/>
                      </a:cubicBezTo>
                      <a:cubicBezTo>
                        <a:pt x="33699" y="185186"/>
                        <a:pt x="32413" y="183902"/>
                        <a:pt x="29839" y="183902"/>
                      </a:cubicBezTo>
                      <a:cubicBezTo>
                        <a:pt x="25980" y="184544"/>
                        <a:pt x="23407" y="187111"/>
                        <a:pt x="20190" y="189037"/>
                      </a:cubicBezTo>
                      <a:cubicBezTo>
                        <a:pt x="17617" y="190962"/>
                        <a:pt x="15687" y="192246"/>
                        <a:pt x="15687" y="189679"/>
                      </a:cubicBezTo>
                      <a:cubicBezTo>
                        <a:pt x="15687" y="187111"/>
                        <a:pt x="14401" y="181977"/>
                        <a:pt x="14401" y="180051"/>
                      </a:cubicBezTo>
                      <a:cubicBezTo>
                        <a:pt x="14401" y="178126"/>
                        <a:pt x="13758" y="176200"/>
                        <a:pt x="15687" y="175559"/>
                      </a:cubicBezTo>
                      <a:cubicBezTo>
                        <a:pt x="17617" y="174275"/>
                        <a:pt x="25337" y="172349"/>
                        <a:pt x="25980" y="171066"/>
                      </a:cubicBezTo>
                      <a:cubicBezTo>
                        <a:pt x="26623" y="169140"/>
                        <a:pt x="24693" y="162722"/>
                        <a:pt x="23407" y="160155"/>
                      </a:cubicBezTo>
                      <a:cubicBezTo>
                        <a:pt x="22120" y="157587"/>
                        <a:pt x="21477" y="156946"/>
                        <a:pt x="19547" y="156304"/>
                      </a:cubicBezTo>
                      <a:cubicBezTo>
                        <a:pt x="17617" y="155662"/>
                        <a:pt x="13758" y="155020"/>
                        <a:pt x="13758" y="152453"/>
                      </a:cubicBezTo>
                      <a:cubicBezTo>
                        <a:pt x="13758" y="149886"/>
                        <a:pt x="15687" y="149244"/>
                        <a:pt x="16331" y="148602"/>
                      </a:cubicBezTo>
                      <a:cubicBezTo>
                        <a:pt x="17617" y="147960"/>
                        <a:pt x="18260" y="144751"/>
                        <a:pt x="17617" y="143467"/>
                      </a:cubicBezTo>
                      <a:cubicBezTo>
                        <a:pt x="16974" y="142184"/>
                        <a:pt x="14401" y="138975"/>
                        <a:pt x="7968" y="138975"/>
                      </a:cubicBezTo>
                      <a:cubicBezTo>
                        <a:pt x="2179" y="138975"/>
                        <a:pt x="6682" y="137691"/>
                        <a:pt x="9255" y="136407"/>
                      </a:cubicBezTo>
                      <a:cubicBezTo>
                        <a:pt x="11828" y="135124"/>
                        <a:pt x="17617" y="131273"/>
                        <a:pt x="16974" y="128063"/>
                      </a:cubicBezTo>
                      <a:cubicBezTo>
                        <a:pt x="16331" y="124854"/>
                        <a:pt x="14401" y="123571"/>
                        <a:pt x="12471" y="121645"/>
                      </a:cubicBezTo>
                      <a:cubicBezTo>
                        <a:pt x="10541" y="119720"/>
                        <a:pt x="9898" y="117794"/>
                        <a:pt x="11185" y="116511"/>
                      </a:cubicBezTo>
                      <a:cubicBezTo>
                        <a:pt x="12471" y="115227"/>
                        <a:pt x="16974" y="112660"/>
                        <a:pt x="16331" y="108167"/>
                      </a:cubicBezTo>
                      <a:cubicBezTo>
                        <a:pt x="16331" y="103674"/>
                        <a:pt x="15687" y="101749"/>
                        <a:pt x="13114" y="101107"/>
                      </a:cubicBezTo>
                      <a:cubicBezTo>
                        <a:pt x="11185" y="100465"/>
                        <a:pt x="9255" y="101107"/>
                        <a:pt x="7968" y="99823"/>
                      </a:cubicBezTo>
                      <a:cubicBezTo>
                        <a:pt x="6682" y="98539"/>
                        <a:pt x="3465" y="97898"/>
                        <a:pt x="2179" y="97256"/>
                      </a:cubicBezTo>
                      <a:cubicBezTo>
                        <a:pt x="892" y="96614"/>
                        <a:pt x="-2324" y="93405"/>
                        <a:pt x="2822" y="94047"/>
                      </a:cubicBezTo>
                      <a:cubicBezTo>
                        <a:pt x="7968" y="94688"/>
                        <a:pt x="11828" y="96614"/>
                        <a:pt x="13758" y="97898"/>
                      </a:cubicBezTo>
                      <a:cubicBezTo>
                        <a:pt x="15687" y="99181"/>
                        <a:pt x="20190" y="100465"/>
                        <a:pt x="22763" y="97256"/>
                      </a:cubicBezTo>
                      <a:cubicBezTo>
                        <a:pt x="25337" y="94047"/>
                        <a:pt x="25980" y="88270"/>
                        <a:pt x="22120" y="87628"/>
                      </a:cubicBezTo>
                      <a:cubicBezTo>
                        <a:pt x="18904" y="86987"/>
                        <a:pt x="22120" y="86987"/>
                        <a:pt x="23407" y="86345"/>
                      </a:cubicBezTo>
                      <a:cubicBezTo>
                        <a:pt x="24693" y="85061"/>
                        <a:pt x="26623" y="81852"/>
                        <a:pt x="25337" y="78643"/>
                      </a:cubicBezTo>
                      <a:cubicBezTo>
                        <a:pt x="24050" y="75434"/>
                        <a:pt x="21477" y="72866"/>
                        <a:pt x="21477" y="70941"/>
                      </a:cubicBezTo>
                      <a:cubicBezTo>
                        <a:pt x="21477" y="69015"/>
                        <a:pt x="21477" y="65806"/>
                        <a:pt x="25337" y="65806"/>
                      </a:cubicBezTo>
                      <a:cubicBezTo>
                        <a:pt x="29196" y="65806"/>
                        <a:pt x="31769" y="64523"/>
                        <a:pt x="33056" y="63881"/>
                      </a:cubicBezTo>
                      <a:cubicBezTo>
                        <a:pt x="34986" y="63239"/>
                        <a:pt x="35629" y="63881"/>
                        <a:pt x="36915" y="65165"/>
                      </a:cubicBezTo>
                      <a:cubicBezTo>
                        <a:pt x="38202" y="66448"/>
                        <a:pt x="43991" y="69015"/>
                        <a:pt x="49138" y="67090"/>
                      </a:cubicBezTo>
                      <a:cubicBezTo>
                        <a:pt x="54284" y="65806"/>
                        <a:pt x="60073" y="60030"/>
                        <a:pt x="58787" y="51686"/>
                      </a:cubicBezTo>
                      <a:cubicBezTo>
                        <a:pt x="57500" y="43342"/>
                        <a:pt x="52997" y="39491"/>
                        <a:pt x="51067" y="38208"/>
                      </a:cubicBezTo>
                      <a:cubicBezTo>
                        <a:pt x="49138" y="36924"/>
                        <a:pt x="47208" y="31148"/>
                        <a:pt x="52354" y="30506"/>
                      </a:cubicBezTo>
                      <a:cubicBezTo>
                        <a:pt x="57500" y="29864"/>
                        <a:pt x="57500" y="33715"/>
                        <a:pt x="58143" y="36282"/>
                      </a:cubicBezTo>
                      <a:cubicBezTo>
                        <a:pt x="58787" y="38850"/>
                        <a:pt x="61360" y="49119"/>
                        <a:pt x="69079" y="49119"/>
                      </a:cubicBezTo>
                      <a:cubicBezTo>
                        <a:pt x="76155" y="48477"/>
                        <a:pt x="83874" y="43342"/>
                        <a:pt x="86447" y="38208"/>
                      </a:cubicBezTo>
                      <a:cubicBezTo>
                        <a:pt x="89020" y="33073"/>
                        <a:pt x="89020" y="32431"/>
                        <a:pt x="90307" y="31148"/>
                      </a:cubicBezTo>
                      <a:cubicBezTo>
                        <a:pt x="91594" y="29864"/>
                        <a:pt x="92880" y="27297"/>
                        <a:pt x="92880" y="24729"/>
                      </a:cubicBezTo>
                      <a:cubicBezTo>
                        <a:pt x="92880" y="21520"/>
                        <a:pt x="92237" y="19595"/>
                        <a:pt x="93523" y="19595"/>
                      </a:cubicBezTo>
                      <a:cubicBezTo>
                        <a:pt x="94810" y="18953"/>
                        <a:pt x="94810" y="17669"/>
                        <a:pt x="94810" y="17028"/>
                      </a:cubicBezTo>
                      <a:cubicBezTo>
                        <a:pt x="94810" y="16386"/>
                        <a:pt x="96096" y="14460"/>
                        <a:pt x="96740" y="15102"/>
                      </a:cubicBezTo>
                      <a:cubicBezTo>
                        <a:pt x="98026" y="15744"/>
                        <a:pt x="98026" y="20237"/>
                        <a:pt x="98669" y="22162"/>
                      </a:cubicBezTo>
                      <a:cubicBezTo>
                        <a:pt x="99313" y="24088"/>
                        <a:pt x="100599" y="25371"/>
                        <a:pt x="99313" y="27939"/>
                      </a:cubicBezTo>
                      <a:cubicBezTo>
                        <a:pt x="98669" y="30506"/>
                        <a:pt x="97383" y="36924"/>
                        <a:pt x="99313" y="36924"/>
                      </a:cubicBezTo>
                      <a:cubicBezTo>
                        <a:pt x="100599" y="36924"/>
                        <a:pt x="101886" y="33073"/>
                        <a:pt x="103172" y="33715"/>
                      </a:cubicBezTo>
                      <a:cubicBezTo>
                        <a:pt x="103816" y="34357"/>
                        <a:pt x="103816" y="39491"/>
                        <a:pt x="103816" y="41417"/>
                      </a:cubicBezTo>
                      <a:cubicBezTo>
                        <a:pt x="103816" y="43984"/>
                        <a:pt x="103816" y="49119"/>
                        <a:pt x="107032" y="47835"/>
                      </a:cubicBezTo>
                      <a:cubicBezTo>
                        <a:pt x="110892" y="46551"/>
                        <a:pt x="113465" y="45268"/>
                        <a:pt x="113465" y="42701"/>
                      </a:cubicBezTo>
                      <a:cubicBezTo>
                        <a:pt x="113465" y="39491"/>
                        <a:pt x="113465" y="35640"/>
                        <a:pt x="113465" y="34357"/>
                      </a:cubicBezTo>
                      <a:cubicBezTo>
                        <a:pt x="113465" y="32431"/>
                        <a:pt x="113465" y="30506"/>
                        <a:pt x="114751" y="30506"/>
                      </a:cubicBezTo>
                      <a:cubicBezTo>
                        <a:pt x="115395" y="30506"/>
                        <a:pt x="114108" y="35640"/>
                        <a:pt x="116681" y="35640"/>
                      </a:cubicBezTo>
                      <a:cubicBezTo>
                        <a:pt x="119254" y="34999"/>
                        <a:pt x="121184" y="34357"/>
                        <a:pt x="121827" y="30506"/>
                      </a:cubicBezTo>
                      <a:cubicBezTo>
                        <a:pt x="122471" y="27297"/>
                        <a:pt x="125687" y="21520"/>
                        <a:pt x="128903" y="24088"/>
                      </a:cubicBezTo>
                      <a:cubicBezTo>
                        <a:pt x="130833" y="25371"/>
                        <a:pt x="128903" y="26655"/>
                        <a:pt x="128260" y="29864"/>
                      </a:cubicBezTo>
                      <a:cubicBezTo>
                        <a:pt x="128260" y="31148"/>
                        <a:pt x="126330" y="36282"/>
                        <a:pt x="124400" y="38208"/>
                      </a:cubicBezTo>
                      <a:cubicBezTo>
                        <a:pt x="123114" y="40133"/>
                        <a:pt x="122471" y="42059"/>
                        <a:pt x="122471" y="45268"/>
                      </a:cubicBezTo>
                      <a:cubicBezTo>
                        <a:pt x="119897" y="47193"/>
                        <a:pt x="119254" y="52328"/>
                        <a:pt x="119254" y="52328"/>
                      </a:cubicBezTo>
                      <a:close/>
                    </a:path>
                  </a:pathLst>
                </a:custGeom>
                <a:solidFill>
                  <a:schemeClr val="accent1"/>
                </a:solidFill>
                <a:ln w="6424" cap="flat">
                  <a:noFill/>
                  <a:prstDash val="solid"/>
                  <a:miter/>
                </a:ln>
              </p:spPr>
              <p:txBody>
                <a:bodyPr rtlCol="0" anchor="ctr"/>
                <a:lstStyle/>
                <a:p>
                  <a:endParaRPr lang="pt-BR"/>
                </a:p>
              </p:txBody>
            </p:sp>
            <p:sp>
              <p:nvSpPr>
                <p:cNvPr id="189" name="Freeform: Shape 188">
                  <a:extLst>
                    <a:ext uri="{FF2B5EF4-FFF2-40B4-BE49-F238E27FC236}">
                      <a16:creationId xmlns:a16="http://schemas.microsoft.com/office/drawing/2014/main" id="{8A7FF57D-65D5-86E3-C838-DEA9ACC46AB7}"/>
                    </a:ext>
                  </a:extLst>
                </p:cNvPr>
                <p:cNvSpPr/>
                <p:nvPr/>
              </p:nvSpPr>
              <p:spPr>
                <a:xfrm>
                  <a:off x="6476784" y="2604646"/>
                  <a:ext cx="16081" cy="7954"/>
                </a:xfrm>
                <a:custGeom>
                  <a:avLst/>
                  <a:gdLst>
                    <a:gd name="connsiteX0" fmla="*/ 0 w 16081"/>
                    <a:gd name="connsiteY0" fmla="*/ 7955 h 7954"/>
                    <a:gd name="connsiteX1" fmla="*/ 10292 w 16081"/>
                    <a:gd name="connsiteY1" fmla="*/ 895 h 7954"/>
                    <a:gd name="connsiteX2" fmla="*/ 16082 w 16081"/>
                    <a:gd name="connsiteY2" fmla="*/ 1536 h 7954"/>
                    <a:gd name="connsiteX3" fmla="*/ 10292 w 16081"/>
                    <a:gd name="connsiteY3" fmla="*/ 4746 h 7954"/>
                    <a:gd name="connsiteX4" fmla="*/ 0 w 16081"/>
                    <a:gd name="connsiteY4" fmla="*/ 7955 h 7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81" h="7954">
                      <a:moveTo>
                        <a:pt x="0" y="7955"/>
                      </a:moveTo>
                      <a:cubicBezTo>
                        <a:pt x="0" y="7955"/>
                        <a:pt x="6433" y="2178"/>
                        <a:pt x="10292" y="895"/>
                      </a:cubicBezTo>
                      <a:cubicBezTo>
                        <a:pt x="12222" y="-389"/>
                        <a:pt x="16082" y="-389"/>
                        <a:pt x="16082" y="1536"/>
                      </a:cubicBezTo>
                      <a:cubicBezTo>
                        <a:pt x="16082" y="2820"/>
                        <a:pt x="12865" y="4104"/>
                        <a:pt x="10292" y="4746"/>
                      </a:cubicBezTo>
                      <a:cubicBezTo>
                        <a:pt x="7076" y="5387"/>
                        <a:pt x="0" y="7955"/>
                        <a:pt x="0" y="7955"/>
                      </a:cubicBezTo>
                      <a:close/>
                    </a:path>
                  </a:pathLst>
                </a:custGeom>
                <a:solidFill>
                  <a:srgbClr val="9D70F2"/>
                </a:solidFill>
                <a:ln w="6424" cap="flat">
                  <a:noFill/>
                  <a:prstDash val="solid"/>
                  <a:miter/>
                </a:ln>
              </p:spPr>
              <p:txBody>
                <a:bodyPr rtlCol="0" anchor="ctr"/>
                <a:lstStyle/>
                <a:p>
                  <a:endParaRPr lang="pt-BR"/>
                </a:p>
              </p:txBody>
            </p:sp>
            <p:sp>
              <p:nvSpPr>
                <p:cNvPr id="190" name="Freeform: Shape 189">
                  <a:extLst>
                    <a:ext uri="{FF2B5EF4-FFF2-40B4-BE49-F238E27FC236}">
                      <a16:creationId xmlns:a16="http://schemas.microsoft.com/office/drawing/2014/main" id="{3CF1554B-57A4-A1DB-8D33-E8269811D288}"/>
                    </a:ext>
                  </a:extLst>
                </p:cNvPr>
                <p:cNvSpPr/>
                <p:nvPr/>
              </p:nvSpPr>
              <p:spPr>
                <a:xfrm>
                  <a:off x="6499486" y="2595108"/>
                  <a:ext cx="22970" cy="6822"/>
                </a:xfrm>
                <a:custGeom>
                  <a:avLst/>
                  <a:gdLst>
                    <a:gd name="connsiteX0" fmla="*/ 1742 w 22970"/>
                    <a:gd name="connsiteY0" fmla="*/ 4656 h 6822"/>
                    <a:gd name="connsiteX1" fmla="*/ 15251 w 22970"/>
                    <a:gd name="connsiteY1" fmla="*/ 164 h 6822"/>
                    <a:gd name="connsiteX2" fmla="*/ 22970 w 22970"/>
                    <a:gd name="connsiteY2" fmla="*/ 3373 h 6822"/>
                    <a:gd name="connsiteX3" fmla="*/ 17181 w 22970"/>
                    <a:gd name="connsiteY3" fmla="*/ 5940 h 6822"/>
                    <a:gd name="connsiteX4" fmla="*/ 4959 w 22970"/>
                    <a:gd name="connsiteY4" fmla="*/ 6582 h 6822"/>
                    <a:gd name="connsiteX5" fmla="*/ 1742 w 22970"/>
                    <a:gd name="connsiteY5" fmla="*/ 4656 h 6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70" h="6822">
                      <a:moveTo>
                        <a:pt x="1742" y="4656"/>
                      </a:moveTo>
                      <a:cubicBezTo>
                        <a:pt x="1742" y="4656"/>
                        <a:pt x="12035" y="805"/>
                        <a:pt x="15251" y="164"/>
                      </a:cubicBezTo>
                      <a:cubicBezTo>
                        <a:pt x="18467" y="-478"/>
                        <a:pt x="22327" y="805"/>
                        <a:pt x="22970" y="3373"/>
                      </a:cubicBezTo>
                      <a:cubicBezTo>
                        <a:pt x="22970" y="5940"/>
                        <a:pt x="19754" y="5940"/>
                        <a:pt x="17181" y="5940"/>
                      </a:cubicBezTo>
                      <a:cubicBezTo>
                        <a:pt x="14608" y="5940"/>
                        <a:pt x="8175" y="5940"/>
                        <a:pt x="4959" y="6582"/>
                      </a:cubicBezTo>
                      <a:cubicBezTo>
                        <a:pt x="1099" y="7224"/>
                        <a:pt x="-2117" y="6582"/>
                        <a:pt x="1742" y="4656"/>
                      </a:cubicBezTo>
                      <a:close/>
                    </a:path>
                  </a:pathLst>
                </a:custGeom>
                <a:solidFill>
                  <a:srgbClr val="9D70F2"/>
                </a:solidFill>
                <a:ln w="6424" cap="flat">
                  <a:noFill/>
                  <a:prstDash val="solid"/>
                  <a:miter/>
                </a:ln>
              </p:spPr>
              <p:txBody>
                <a:bodyPr rtlCol="0" anchor="ctr"/>
                <a:lstStyle/>
                <a:p>
                  <a:endParaRPr lang="pt-BR"/>
                </a:p>
              </p:txBody>
            </p:sp>
            <p:sp>
              <p:nvSpPr>
                <p:cNvPr id="191" name="Freeform: Shape 190">
                  <a:extLst>
                    <a:ext uri="{FF2B5EF4-FFF2-40B4-BE49-F238E27FC236}">
                      <a16:creationId xmlns:a16="http://schemas.microsoft.com/office/drawing/2014/main" id="{0E646F42-8D9E-F81A-D4D6-7DD24F22C80E}"/>
                    </a:ext>
                  </a:extLst>
                </p:cNvPr>
                <p:cNvSpPr/>
                <p:nvPr/>
              </p:nvSpPr>
              <p:spPr>
                <a:xfrm>
                  <a:off x="6465848" y="2590191"/>
                  <a:ext cx="29628" cy="18237"/>
                </a:xfrm>
                <a:custGeom>
                  <a:avLst/>
                  <a:gdLst>
                    <a:gd name="connsiteX0" fmla="*/ 11579 w 29628"/>
                    <a:gd name="connsiteY0" fmla="*/ 12140 h 18237"/>
                    <a:gd name="connsiteX1" fmla="*/ 4503 w 29628"/>
                    <a:gd name="connsiteY1" fmla="*/ 17275 h 18237"/>
                    <a:gd name="connsiteX2" fmla="*/ 0 w 29628"/>
                    <a:gd name="connsiteY2" fmla="*/ 17275 h 18237"/>
                    <a:gd name="connsiteX3" fmla="*/ 9006 w 29628"/>
                    <a:gd name="connsiteY3" fmla="*/ 10857 h 18237"/>
                    <a:gd name="connsiteX4" fmla="*/ 18012 w 29628"/>
                    <a:gd name="connsiteY4" fmla="*/ 4438 h 18237"/>
                    <a:gd name="connsiteX5" fmla="*/ 29590 w 29628"/>
                    <a:gd name="connsiteY5" fmla="*/ 587 h 18237"/>
                    <a:gd name="connsiteX6" fmla="*/ 18655 w 29628"/>
                    <a:gd name="connsiteY6" fmla="*/ 8289 h 18237"/>
                    <a:gd name="connsiteX7" fmla="*/ 11579 w 29628"/>
                    <a:gd name="connsiteY7" fmla="*/ 12140 h 1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628" h="18237">
                      <a:moveTo>
                        <a:pt x="11579" y="12140"/>
                      </a:moveTo>
                      <a:cubicBezTo>
                        <a:pt x="11579" y="12140"/>
                        <a:pt x="6433" y="15991"/>
                        <a:pt x="4503" y="17275"/>
                      </a:cubicBezTo>
                      <a:cubicBezTo>
                        <a:pt x="2573" y="18558"/>
                        <a:pt x="0" y="18558"/>
                        <a:pt x="0" y="17275"/>
                      </a:cubicBezTo>
                      <a:cubicBezTo>
                        <a:pt x="0" y="15991"/>
                        <a:pt x="5146" y="12782"/>
                        <a:pt x="9006" y="10857"/>
                      </a:cubicBezTo>
                      <a:cubicBezTo>
                        <a:pt x="12865" y="8931"/>
                        <a:pt x="13509" y="7006"/>
                        <a:pt x="18012" y="4438"/>
                      </a:cubicBezTo>
                      <a:cubicBezTo>
                        <a:pt x="22515" y="1871"/>
                        <a:pt x="28304" y="-1338"/>
                        <a:pt x="29590" y="587"/>
                      </a:cubicBezTo>
                      <a:cubicBezTo>
                        <a:pt x="30234" y="1871"/>
                        <a:pt x="22515" y="6364"/>
                        <a:pt x="18655" y="8289"/>
                      </a:cubicBezTo>
                      <a:cubicBezTo>
                        <a:pt x="14795" y="9573"/>
                        <a:pt x="12865" y="10857"/>
                        <a:pt x="11579" y="12140"/>
                      </a:cubicBezTo>
                      <a:close/>
                    </a:path>
                  </a:pathLst>
                </a:custGeom>
                <a:solidFill>
                  <a:srgbClr val="9D70F2"/>
                </a:solidFill>
                <a:ln w="6424" cap="flat">
                  <a:noFill/>
                  <a:prstDash val="solid"/>
                  <a:miter/>
                </a:ln>
              </p:spPr>
              <p:txBody>
                <a:bodyPr rtlCol="0" anchor="ctr"/>
                <a:lstStyle/>
                <a:p>
                  <a:endParaRPr lang="pt-BR"/>
                </a:p>
              </p:txBody>
            </p:sp>
            <p:sp>
              <p:nvSpPr>
                <p:cNvPr id="192" name="Freeform: Shape 191">
                  <a:extLst>
                    <a:ext uri="{FF2B5EF4-FFF2-40B4-BE49-F238E27FC236}">
                      <a16:creationId xmlns:a16="http://schemas.microsoft.com/office/drawing/2014/main" id="{6C714FFF-2142-BAD6-3FCC-8279C953E413}"/>
                    </a:ext>
                  </a:extLst>
                </p:cNvPr>
                <p:cNvSpPr/>
                <p:nvPr/>
              </p:nvSpPr>
              <p:spPr>
                <a:xfrm>
                  <a:off x="6402636" y="2570882"/>
                  <a:ext cx="4673" cy="7701"/>
                </a:xfrm>
                <a:custGeom>
                  <a:avLst/>
                  <a:gdLst>
                    <a:gd name="connsiteX0" fmla="*/ 2101 w 4673"/>
                    <a:gd name="connsiteY0" fmla="*/ 4493 h 7701"/>
                    <a:gd name="connsiteX1" fmla="*/ 171 w 4673"/>
                    <a:gd name="connsiteY1" fmla="*/ 7702 h 7701"/>
                    <a:gd name="connsiteX2" fmla="*/ 2101 w 4673"/>
                    <a:gd name="connsiteY2" fmla="*/ 1284 h 7701"/>
                    <a:gd name="connsiteX3" fmla="*/ 4674 w 4673"/>
                    <a:gd name="connsiteY3" fmla="*/ 642 h 7701"/>
                    <a:gd name="connsiteX4" fmla="*/ 2101 w 4673"/>
                    <a:gd name="connsiteY4" fmla="*/ 4493 h 77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 h="7701">
                      <a:moveTo>
                        <a:pt x="2101" y="4493"/>
                      </a:moveTo>
                      <a:cubicBezTo>
                        <a:pt x="2101" y="4493"/>
                        <a:pt x="814" y="7702"/>
                        <a:pt x="171" y="7702"/>
                      </a:cubicBezTo>
                      <a:cubicBezTo>
                        <a:pt x="-472" y="7702"/>
                        <a:pt x="814" y="3209"/>
                        <a:pt x="2101" y="1284"/>
                      </a:cubicBezTo>
                      <a:cubicBezTo>
                        <a:pt x="3387" y="-642"/>
                        <a:pt x="4674" y="0"/>
                        <a:pt x="4674" y="642"/>
                      </a:cubicBezTo>
                      <a:cubicBezTo>
                        <a:pt x="4674" y="1926"/>
                        <a:pt x="2744" y="2567"/>
                        <a:pt x="2101" y="4493"/>
                      </a:cubicBezTo>
                      <a:close/>
                    </a:path>
                  </a:pathLst>
                </a:custGeom>
                <a:solidFill>
                  <a:srgbClr val="9D70F2"/>
                </a:solidFill>
                <a:ln w="6424" cap="flat">
                  <a:noFill/>
                  <a:prstDash val="solid"/>
                  <a:miter/>
                </a:ln>
              </p:spPr>
              <p:txBody>
                <a:bodyPr rtlCol="0" anchor="ctr"/>
                <a:lstStyle/>
                <a:p>
                  <a:endParaRPr lang="pt-BR"/>
                </a:p>
              </p:txBody>
            </p:sp>
            <p:sp>
              <p:nvSpPr>
                <p:cNvPr id="193" name="Freeform: Shape 192">
                  <a:extLst>
                    <a:ext uri="{FF2B5EF4-FFF2-40B4-BE49-F238E27FC236}">
                      <a16:creationId xmlns:a16="http://schemas.microsoft.com/office/drawing/2014/main" id="{A27EB13F-3FCE-1B56-FC56-15563971CB73}"/>
                    </a:ext>
                  </a:extLst>
                </p:cNvPr>
                <p:cNvSpPr/>
                <p:nvPr/>
              </p:nvSpPr>
              <p:spPr>
                <a:xfrm>
                  <a:off x="6373217" y="2515043"/>
                  <a:ext cx="1553" cy="5134"/>
                </a:xfrm>
                <a:custGeom>
                  <a:avLst/>
                  <a:gdLst>
                    <a:gd name="connsiteX0" fmla="*/ 643 w 1553"/>
                    <a:gd name="connsiteY0" fmla="*/ 0 h 5134"/>
                    <a:gd name="connsiteX1" fmla="*/ 1287 w 1553"/>
                    <a:gd name="connsiteY1" fmla="*/ 2567 h 5134"/>
                    <a:gd name="connsiteX2" fmla="*/ 0 w 1553"/>
                    <a:gd name="connsiteY2" fmla="*/ 5135 h 5134"/>
                    <a:gd name="connsiteX3" fmla="*/ 643 w 1553"/>
                    <a:gd name="connsiteY3" fmla="*/ 0 h 5134"/>
                  </a:gdLst>
                  <a:ahLst/>
                  <a:cxnLst>
                    <a:cxn ang="0">
                      <a:pos x="connsiteX0" y="connsiteY0"/>
                    </a:cxn>
                    <a:cxn ang="0">
                      <a:pos x="connsiteX1" y="connsiteY1"/>
                    </a:cxn>
                    <a:cxn ang="0">
                      <a:pos x="connsiteX2" y="connsiteY2"/>
                    </a:cxn>
                    <a:cxn ang="0">
                      <a:pos x="connsiteX3" y="connsiteY3"/>
                    </a:cxn>
                  </a:cxnLst>
                  <a:rect l="l" t="t" r="r" b="b"/>
                  <a:pathLst>
                    <a:path w="1553" h="5134">
                      <a:moveTo>
                        <a:pt x="643" y="0"/>
                      </a:moveTo>
                      <a:cubicBezTo>
                        <a:pt x="1287" y="0"/>
                        <a:pt x="1930" y="0"/>
                        <a:pt x="1287" y="2567"/>
                      </a:cubicBezTo>
                      <a:cubicBezTo>
                        <a:pt x="643" y="5135"/>
                        <a:pt x="643" y="5135"/>
                        <a:pt x="0" y="5135"/>
                      </a:cubicBezTo>
                      <a:cubicBezTo>
                        <a:pt x="0" y="4493"/>
                        <a:pt x="0" y="0"/>
                        <a:pt x="643" y="0"/>
                      </a:cubicBezTo>
                      <a:close/>
                    </a:path>
                  </a:pathLst>
                </a:custGeom>
                <a:solidFill>
                  <a:srgbClr val="9D70F2"/>
                </a:solidFill>
                <a:ln w="6424" cap="flat">
                  <a:noFill/>
                  <a:prstDash val="solid"/>
                  <a:miter/>
                </a:ln>
              </p:spPr>
              <p:txBody>
                <a:bodyPr rtlCol="0" anchor="ctr"/>
                <a:lstStyle/>
                <a:p>
                  <a:endParaRPr lang="pt-BR"/>
                </a:p>
              </p:txBody>
            </p:sp>
            <p:sp>
              <p:nvSpPr>
                <p:cNvPr id="194" name="Freeform: Shape 193">
                  <a:extLst>
                    <a:ext uri="{FF2B5EF4-FFF2-40B4-BE49-F238E27FC236}">
                      <a16:creationId xmlns:a16="http://schemas.microsoft.com/office/drawing/2014/main" id="{E831A633-8B4F-BBB3-7189-E045381F9F85}"/>
                    </a:ext>
                  </a:extLst>
                </p:cNvPr>
                <p:cNvSpPr/>
                <p:nvPr/>
              </p:nvSpPr>
              <p:spPr>
                <a:xfrm>
                  <a:off x="6364478" y="2531731"/>
                  <a:ext cx="2085" cy="5776"/>
                </a:xfrm>
                <a:custGeom>
                  <a:avLst/>
                  <a:gdLst>
                    <a:gd name="connsiteX0" fmla="*/ 1019 w 2085"/>
                    <a:gd name="connsiteY0" fmla="*/ 0 h 5776"/>
                    <a:gd name="connsiteX1" fmla="*/ 1663 w 2085"/>
                    <a:gd name="connsiteY1" fmla="*/ 2567 h 5776"/>
                    <a:gd name="connsiteX2" fmla="*/ 1019 w 2085"/>
                    <a:gd name="connsiteY2" fmla="*/ 5776 h 5776"/>
                    <a:gd name="connsiteX3" fmla="*/ 1019 w 2085"/>
                    <a:gd name="connsiteY3" fmla="*/ 0 h 5776"/>
                  </a:gdLst>
                  <a:ahLst/>
                  <a:cxnLst>
                    <a:cxn ang="0">
                      <a:pos x="connsiteX0" y="connsiteY0"/>
                    </a:cxn>
                    <a:cxn ang="0">
                      <a:pos x="connsiteX1" y="connsiteY1"/>
                    </a:cxn>
                    <a:cxn ang="0">
                      <a:pos x="connsiteX2" y="connsiteY2"/>
                    </a:cxn>
                    <a:cxn ang="0">
                      <a:pos x="connsiteX3" y="connsiteY3"/>
                    </a:cxn>
                  </a:cxnLst>
                  <a:rect l="l" t="t" r="r" b="b"/>
                  <a:pathLst>
                    <a:path w="2085" h="5776">
                      <a:moveTo>
                        <a:pt x="1019" y="0"/>
                      </a:moveTo>
                      <a:cubicBezTo>
                        <a:pt x="2306" y="0"/>
                        <a:pt x="2306" y="1284"/>
                        <a:pt x="1663" y="2567"/>
                      </a:cubicBezTo>
                      <a:cubicBezTo>
                        <a:pt x="1663" y="3851"/>
                        <a:pt x="1663" y="5776"/>
                        <a:pt x="1019" y="5776"/>
                      </a:cubicBezTo>
                      <a:cubicBezTo>
                        <a:pt x="376" y="5135"/>
                        <a:pt x="-911" y="0"/>
                        <a:pt x="1019" y="0"/>
                      </a:cubicBezTo>
                      <a:close/>
                    </a:path>
                  </a:pathLst>
                </a:custGeom>
                <a:solidFill>
                  <a:srgbClr val="9D70F2"/>
                </a:solidFill>
                <a:ln w="6424" cap="flat">
                  <a:noFill/>
                  <a:prstDash val="solid"/>
                  <a:miter/>
                </a:ln>
              </p:spPr>
              <p:txBody>
                <a:bodyPr rtlCol="0" anchor="ctr"/>
                <a:lstStyle/>
                <a:p>
                  <a:endParaRPr lang="pt-BR"/>
                </a:p>
              </p:txBody>
            </p:sp>
            <p:sp>
              <p:nvSpPr>
                <p:cNvPr id="195" name="Freeform: Shape 194">
                  <a:extLst>
                    <a:ext uri="{FF2B5EF4-FFF2-40B4-BE49-F238E27FC236}">
                      <a16:creationId xmlns:a16="http://schemas.microsoft.com/office/drawing/2014/main" id="{AFB84629-ACB2-6E7B-7FFC-6BABBC81AA00}"/>
                    </a:ext>
                  </a:extLst>
                </p:cNvPr>
                <p:cNvSpPr/>
                <p:nvPr/>
              </p:nvSpPr>
              <p:spPr>
                <a:xfrm>
                  <a:off x="6377076" y="2876965"/>
                  <a:ext cx="2631" cy="16755"/>
                </a:xfrm>
                <a:custGeom>
                  <a:avLst/>
                  <a:gdLst>
                    <a:gd name="connsiteX0" fmla="*/ 1287 w 2631"/>
                    <a:gd name="connsiteY0" fmla="*/ 68 h 16755"/>
                    <a:gd name="connsiteX1" fmla="*/ 0 w 2631"/>
                    <a:gd name="connsiteY1" fmla="*/ 5203 h 16755"/>
                    <a:gd name="connsiteX2" fmla="*/ 1930 w 2631"/>
                    <a:gd name="connsiteY2" fmla="*/ 16755 h 16755"/>
                    <a:gd name="connsiteX3" fmla="*/ 1287 w 2631"/>
                    <a:gd name="connsiteY3" fmla="*/ 68 h 16755"/>
                  </a:gdLst>
                  <a:ahLst/>
                  <a:cxnLst>
                    <a:cxn ang="0">
                      <a:pos x="connsiteX0" y="connsiteY0"/>
                    </a:cxn>
                    <a:cxn ang="0">
                      <a:pos x="connsiteX1" y="connsiteY1"/>
                    </a:cxn>
                    <a:cxn ang="0">
                      <a:pos x="connsiteX2" y="connsiteY2"/>
                    </a:cxn>
                    <a:cxn ang="0">
                      <a:pos x="connsiteX3" y="connsiteY3"/>
                    </a:cxn>
                  </a:cxnLst>
                  <a:rect l="l" t="t" r="r" b="b"/>
                  <a:pathLst>
                    <a:path w="2631" h="16755">
                      <a:moveTo>
                        <a:pt x="1287" y="68"/>
                      </a:moveTo>
                      <a:cubicBezTo>
                        <a:pt x="1287" y="68"/>
                        <a:pt x="0" y="1352"/>
                        <a:pt x="0" y="5203"/>
                      </a:cubicBezTo>
                      <a:cubicBezTo>
                        <a:pt x="0" y="9054"/>
                        <a:pt x="643" y="16755"/>
                        <a:pt x="1930" y="16755"/>
                      </a:cubicBezTo>
                      <a:cubicBezTo>
                        <a:pt x="3216" y="16114"/>
                        <a:pt x="2573" y="-1216"/>
                        <a:pt x="1287" y="68"/>
                      </a:cubicBezTo>
                      <a:close/>
                    </a:path>
                  </a:pathLst>
                </a:custGeom>
                <a:solidFill>
                  <a:srgbClr val="9D70F2"/>
                </a:solidFill>
                <a:ln w="6424" cap="flat">
                  <a:noFill/>
                  <a:prstDash val="solid"/>
                  <a:miter/>
                </a:ln>
              </p:spPr>
              <p:txBody>
                <a:bodyPr rtlCol="0" anchor="ctr"/>
                <a:lstStyle/>
                <a:p>
                  <a:endParaRPr lang="pt-BR"/>
                </a:p>
              </p:txBody>
            </p:sp>
            <p:sp>
              <p:nvSpPr>
                <p:cNvPr id="196" name="Freeform: Shape 195">
                  <a:extLst>
                    <a:ext uri="{FF2B5EF4-FFF2-40B4-BE49-F238E27FC236}">
                      <a16:creationId xmlns:a16="http://schemas.microsoft.com/office/drawing/2014/main" id="{091DDFD2-3723-9FC6-996B-CC984120730D}"/>
                    </a:ext>
                  </a:extLst>
                </p:cNvPr>
                <p:cNvSpPr/>
                <p:nvPr/>
              </p:nvSpPr>
              <p:spPr>
                <a:xfrm>
                  <a:off x="6514737" y="2769309"/>
                  <a:ext cx="16916" cy="11490"/>
                </a:xfrm>
                <a:custGeom>
                  <a:avLst/>
                  <a:gdLst>
                    <a:gd name="connsiteX0" fmla="*/ 6433 w 16916"/>
                    <a:gd name="connsiteY0" fmla="*/ 2465 h 11490"/>
                    <a:gd name="connsiteX1" fmla="*/ 0 w 16916"/>
                    <a:gd name="connsiteY1" fmla="*/ 539 h 11490"/>
                    <a:gd name="connsiteX2" fmla="*/ 12865 w 16916"/>
                    <a:gd name="connsiteY2" fmla="*/ 10808 h 11490"/>
                    <a:gd name="connsiteX3" fmla="*/ 15439 w 16916"/>
                    <a:gd name="connsiteY3" fmla="*/ 8241 h 11490"/>
                    <a:gd name="connsiteX4" fmla="*/ 6433 w 16916"/>
                    <a:gd name="connsiteY4" fmla="*/ 2465 h 11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16" h="11490">
                      <a:moveTo>
                        <a:pt x="6433" y="2465"/>
                      </a:moveTo>
                      <a:cubicBezTo>
                        <a:pt x="6433" y="2465"/>
                        <a:pt x="0" y="-1386"/>
                        <a:pt x="0" y="539"/>
                      </a:cubicBezTo>
                      <a:cubicBezTo>
                        <a:pt x="0" y="2465"/>
                        <a:pt x="9006" y="8241"/>
                        <a:pt x="12865" y="10808"/>
                      </a:cubicBezTo>
                      <a:cubicBezTo>
                        <a:pt x="16082" y="12734"/>
                        <a:pt x="18655" y="10167"/>
                        <a:pt x="15439" y="8241"/>
                      </a:cubicBezTo>
                      <a:cubicBezTo>
                        <a:pt x="12865" y="5674"/>
                        <a:pt x="6433" y="2465"/>
                        <a:pt x="6433" y="2465"/>
                      </a:cubicBezTo>
                      <a:close/>
                    </a:path>
                  </a:pathLst>
                </a:custGeom>
                <a:solidFill>
                  <a:srgbClr val="9D70F2"/>
                </a:solidFill>
                <a:ln w="6424" cap="flat">
                  <a:noFill/>
                  <a:prstDash val="solid"/>
                  <a:miter/>
                </a:ln>
              </p:spPr>
              <p:txBody>
                <a:bodyPr rtlCol="0" anchor="ctr"/>
                <a:lstStyle/>
                <a:p>
                  <a:endParaRPr lang="pt-BR"/>
                </a:p>
              </p:txBody>
            </p:sp>
            <p:sp>
              <p:nvSpPr>
                <p:cNvPr id="197" name="Freeform: Shape 196">
                  <a:extLst>
                    <a:ext uri="{FF2B5EF4-FFF2-40B4-BE49-F238E27FC236}">
                      <a16:creationId xmlns:a16="http://schemas.microsoft.com/office/drawing/2014/main" id="{D65E790D-11DF-F486-9FBB-1390801FAE9E}"/>
                    </a:ext>
                  </a:extLst>
                </p:cNvPr>
                <p:cNvSpPr/>
                <p:nvPr/>
              </p:nvSpPr>
              <p:spPr>
                <a:xfrm>
                  <a:off x="6228968" y="2639660"/>
                  <a:ext cx="5945" cy="2464"/>
                </a:xfrm>
                <a:custGeom>
                  <a:avLst/>
                  <a:gdLst>
                    <a:gd name="connsiteX0" fmla="*/ 5946 w 5945"/>
                    <a:gd name="connsiteY0" fmla="*/ 2465 h 2464"/>
                    <a:gd name="connsiteX1" fmla="*/ 156 w 5945"/>
                    <a:gd name="connsiteY1" fmla="*/ 539 h 2464"/>
                    <a:gd name="connsiteX2" fmla="*/ 5946 w 5945"/>
                    <a:gd name="connsiteY2" fmla="*/ 2465 h 2464"/>
                  </a:gdLst>
                  <a:ahLst/>
                  <a:cxnLst>
                    <a:cxn ang="0">
                      <a:pos x="connsiteX0" y="connsiteY0"/>
                    </a:cxn>
                    <a:cxn ang="0">
                      <a:pos x="connsiteX1" y="connsiteY1"/>
                    </a:cxn>
                    <a:cxn ang="0">
                      <a:pos x="connsiteX2" y="connsiteY2"/>
                    </a:cxn>
                  </a:cxnLst>
                  <a:rect l="l" t="t" r="r" b="b"/>
                  <a:pathLst>
                    <a:path w="5945" h="2464">
                      <a:moveTo>
                        <a:pt x="5946" y="2465"/>
                      </a:moveTo>
                      <a:cubicBezTo>
                        <a:pt x="5946" y="2465"/>
                        <a:pt x="-1130" y="2465"/>
                        <a:pt x="156" y="539"/>
                      </a:cubicBezTo>
                      <a:cubicBezTo>
                        <a:pt x="800" y="-1386"/>
                        <a:pt x="5946" y="2465"/>
                        <a:pt x="5946" y="2465"/>
                      </a:cubicBezTo>
                      <a:close/>
                    </a:path>
                  </a:pathLst>
                </a:custGeom>
                <a:solidFill>
                  <a:srgbClr val="9D70F2"/>
                </a:solidFill>
                <a:ln w="6424" cap="flat">
                  <a:noFill/>
                  <a:prstDash val="solid"/>
                  <a:miter/>
                </a:ln>
              </p:spPr>
              <p:txBody>
                <a:bodyPr rtlCol="0" anchor="ctr"/>
                <a:lstStyle/>
                <a:p>
                  <a:endParaRPr lang="pt-BR"/>
                </a:p>
              </p:txBody>
            </p:sp>
            <p:sp>
              <p:nvSpPr>
                <p:cNvPr id="198" name="Freeform: Shape 197">
                  <a:extLst>
                    <a:ext uri="{FF2B5EF4-FFF2-40B4-BE49-F238E27FC236}">
                      <a16:creationId xmlns:a16="http://schemas.microsoft.com/office/drawing/2014/main" id="{14908333-576E-04C5-08CE-993A99DEAB48}"/>
                    </a:ext>
                  </a:extLst>
                </p:cNvPr>
                <p:cNvSpPr/>
                <p:nvPr/>
              </p:nvSpPr>
              <p:spPr>
                <a:xfrm>
                  <a:off x="6301556" y="2767252"/>
                  <a:ext cx="4920" cy="9656"/>
                </a:xfrm>
                <a:custGeom>
                  <a:avLst/>
                  <a:gdLst>
                    <a:gd name="connsiteX0" fmla="*/ 4760 w 4920"/>
                    <a:gd name="connsiteY0" fmla="*/ 29 h 9656"/>
                    <a:gd name="connsiteX1" fmla="*/ 4117 w 4920"/>
                    <a:gd name="connsiteY1" fmla="*/ 2596 h 9656"/>
                    <a:gd name="connsiteX2" fmla="*/ 257 w 4920"/>
                    <a:gd name="connsiteY2" fmla="*/ 9656 h 9656"/>
                    <a:gd name="connsiteX3" fmla="*/ 4760 w 4920"/>
                    <a:gd name="connsiteY3" fmla="*/ 29 h 9656"/>
                  </a:gdLst>
                  <a:ahLst/>
                  <a:cxnLst>
                    <a:cxn ang="0">
                      <a:pos x="connsiteX0" y="connsiteY0"/>
                    </a:cxn>
                    <a:cxn ang="0">
                      <a:pos x="connsiteX1" y="connsiteY1"/>
                    </a:cxn>
                    <a:cxn ang="0">
                      <a:pos x="connsiteX2" y="connsiteY2"/>
                    </a:cxn>
                    <a:cxn ang="0">
                      <a:pos x="connsiteX3" y="connsiteY3"/>
                    </a:cxn>
                  </a:cxnLst>
                  <a:rect l="l" t="t" r="r" b="b"/>
                  <a:pathLst>
                    <a:path w="4920" h="9656">
                      <a:moveTo>
                        <a:pt x="4760" y="29"/>
                      </a:moveTo>
                      <a:cubicBezTo>
                        <a:pt x="4760" y="29"/>
                        <a:pt x="5403" y="29"/>
                        <a:pt x="4117" y="2596"/>
                      </a:cubicBezTo>
                      <a:cubicBezTo>
                        <a:pt x="2830" y="5163"/>
                        <a:pt x="900" y="9656"/>
                        <a:pt x="257" y="9656"/>
                      </a:cubicBezTo>
                      <a:cubicBezTo>
                        <a:pt x="-1029" y="9656"/>
                        <a:pt x="2830" y="-613"/>
                        <a:pt x="4760" y="29"/>
                      </a:cubicBezTo>
                      <a:close/>
                    </a:path>
                  </a:pathLst>
                </a:custGeom>
                <a:solidFill>
                  <a:srgbClr val="9D70F2"/>
                </a:solidFill>
                <a:ln w="6424" cap="flat">
                  <a:noFill/>
                  <a:prstDash val="solid"/>
                  <a:miter/>
                </a:ln>
              </p:spPr>
              <p:txBody>
                <a:bodyPr rtlCol="0" anchor="ctr"/>
                <a:lstStyle/>
                <a:p>
                  <a:endParaRPr lang="pt-BR"/>
                </a:p>
              </p:txBody>
            </p:sp>
            <p:sp>
              <p:nvSpPr>
                <p:cNvPr id="199" name="Freeform: Shape 198">
                  <a:extLst>
                    <a:ext uri="{FF2B5EF4-FFF2-40B4-BE49-F238E27FC236}">
                      <a16:creationId xmlns:a16="http://schemas.microsoft.com/office/drawing/2014/main" id="{D1CDC3B2-2418-9922-D356-8972BC328E0F}"/>
                    </a:ext>
                  </a:extLst>
                </p:cNvPr>
                <p:cNvSpPr/>
                <p:nvPr/>
              </p:nvSpPr>
              <p:spPr>
                <a:xfrm>
                  <a:off x="6398681" y="2805149"/>
                  <a:ext cx="1819" cy="5190"/>
                </a:xfrm>
                <a:custGeom>
                  <a:avLst/>
                  <a:gdLst>
                    <a:gd name="connsiteX0" fmla="*/ 266 w 1819"/>
                    <a:gd name="connsiteY0" fmla="*/ 0 h 5190"/>
                    <a:gd name="connsiteX1" fmla="*/ 1553 w 1819"/>
                    <a:gd name="connsiteY1" fmla="*/ 2567 h 5190"/>
                    <a:gd name="connsiteX2" fmla="*/ 910 w 1819"/>
                    <a:gd name="connsiteY2" fmla="*/ 5135 h 5190"/>
                    <a:gd name="connsiteX3" fmla="*/ 266 w 1819"/>
                    <a:gd name="connsiteY3" fmla="*/ 0 h 5190"/>
                  </a:gdLst>
                  <a:ahLst/>
                  <a:cxnLst>
                    <a:cxn ang="0">
                      <a:pos x="connsiteX0" y="connsiteY0"/>
                    </a:cxn>
                    <a:cxn ang="0">
                      <a:pos x="connsiteX1" y="connsiteY1"/>
                    </a:cxn>
                    <a:cxn ang="0">
                      <a:pos x="connsiteX2" y="connsiteY2"/>
                    </a:cxn>
                    <a:cxn ang="0">
                      <a:pos x="connsiteX3" y="connsiteY3"/>
                    </a:cxn>
                  </a:cxnLst>
                  <a:rect l="l" t="t" r="r" b="b"/>
                  <a:pathLst>
                    <a:path w="1819" h="5190">
                      <a:moveTo>
                        <a:pt x="266" y="0"/>
                      </a:moveTo>
                      <a:cubicBezTo>
                        <a:pt x="910" y="0"/>
                        <a:pt x="1553" y="1284"/>
                        <a:pt x="1553" y="2567"/>
                      </a:cubicBezTo>
                      <a:cubicBezTo>
                        <a:pt x="2196" y="4493"/>
                        <a:pt x="1553" y="5135"/>
                        <a:pt x="910" y="5135"/>
                      </a:cubicBezTo>
                      <a:cubicBezTo>
                        <a:pt x="266" y="5776"/>
                        <a:pt x="-377" y="642"/>
                        <a:pt x="266" y="0"/>
                      </a:cubicBezTo>
                      <a:close/>
                    </a:path>
                  </a:pathLst>
                </a:custGeom>
                <a:solidFill>
                  <a:srgbClr val="9D70F2"/>
                </a:solidFill>
                <a:ln w="6424" cap="flat">
                  <a:noFill/>
                  <a:prstDash val="solid"/>
                  <a:miter/>
                </a:ln>
              </p:spPr>
              <p:txBody>
                <a:bodyPr rtlCol="0" anchor="ctr"/>
                <a:lstStyle/>
                <a:p>
                  <a:endParaRPr lang="pt-BR"/>
                </a:p>
              </p:txBody>
            </p:sp>
            <p:sp>
              <p:nvSpPr>
                <p:cNvPr id="200" name="Freeform: Shape 199">
                  <a:extLst>
                    <a:ext uri="{FF2B5EF4-FFF2-40B4-BE49-F238E27FC236}">
                      <a16:creationId xmlns:a16="http://schemas.microsoft.com/office/drawing/2014/main" id="{906850D0-6B7C-8F3F-D7F9-A80D49AFB939}"/>
                    </a:ext>
                  </a:extLst>
                </p:cNvPr>
                <p:cNvSpPr/>
                <p:nvPr/>
              </p:nvSpPr>
              <p:spPr>
                <a:xfrm>
                  <a:off x="6401421" y="2814776"/>
                  <a:ext cx="2802" cy="5205"/>
                </a:xfrm>
                <a:custGeom>
                  <a:avLst/>
                  <a:gdLst>
                    <a:gd name="connsiteX0" fmla="*/ 743 w 2802"/>
                    <a:gd name="connsiteY0" fmla="*/ 0 h 5205"/>
                    <a:gd name="connsiteX1" fmla="*/ 2673 w 2802"/>
                    <a:gd name="connsiteY1" fmla="*/ 3209 h 5205"/>
                    <a:gd name="connsiteX2" fmla="*/ 743 w 2802"/>
                    <a:gd name="connsiteY2" fmla="*/ 5135 h 5205"/>
                    <a:gd name="connsiteX3" fmla="*/ 743 w 2802"/>
                    <a:gd name="connsiteY3" fmla="*/ 0 h 5205"/>
                  </a:gdLst>
                  <a:ahLst/>
                  <a:cxnLst>
                    <a:cxn ang="0">
                      <a:pos x="connsiteX0" y="connsiteY0"/>
                    </a:cxn>
                    <a:cxn ang="0">
                      <a:pos x="connsiteX1" y="connsiteY1"/>
                    </a:cxn>
                    <a:cxn ang="0">
                      <a:pos x="connsiteX2" y="connsiteY2"/>
                    </a:cxn>
                    <a:cxn ang="0">
                      <a:pos x="connsiteX3" y="connsiteY3"/>
                    </a:cxn>
                  </a:cxnLst>
                  <a:rect l="l" t="t" r="r" b="b"/>
                  <a:pathLst>
                    <a:path w="2802" h="5205">
                      <a:moveTo>
                        <a:pt x="743" y="0"/>
                      </a:moveTo>
                      <a:cubicBezTo>
                        <a:pt x="743" y="0"/>
                        <a:pt x="2029" y="642"/>
                        <a:pt x="2673" y="3209"/>
                      </a:cubicBezTo>
                      <a:cubicBezTo>
                        <a:pt x="3316" y="5776"/>
                        <a:pt x="1386" y="5135"/>
                        <a:pt x="743" y="5135"/>
                      </a:cubicBezTo>
                      <a:cubicBezTo>
                        <a:pt x="100" y="3851"/>
                        <a:pt x="-544" y="1284"/>
                        <a:pt x="743" y="0"/>
                      </a:cubicBezTo>
                      <a:close/>
                    </a:path>
                  </a:pathLst>
                </a:custGeom>
                <a:solidFill>
                  <a:srgbClr val="9D70F2"/>
                </a:solidFill>
                <a:ln w="6424" cap="flat">
                  <a:noFill/>
                  <a:prstDash val="solid"/>
                  <a:miter/>
                </a:ln>
              </p:spPr>
              <p:txBody>
                <a:bodyPr rtlCol="0" anchor="ctr"/>
                <a:lstStyle/>
                <a:p>
                  <a:endParaRPr lang="pt-BR"/>
                </a:p>
              </p:txBody>
            </p:sp>
            <p:sp>
              <p:nvSpPr>
                <p:cNvPr id="201" name="Freeform: Shape 200">
                  <a:extLst>
                    <a:ext uri="{FF2B5EF4-FFF2-40B4-BE49-F238E27FC236}">
                      <a16:creationId xmlns:a16="http://schemas.microsoft.com/office/drawing/2014/main" id="{6064E889-3AFD-9B24-7387-075E6049E5CE}"/>
                    </a:ext>
                  </a:extLst>
                </p:cNvPr>
                <p:cNvSpPr/>
                <p:nvPr/>
              </p:nvSpPr>
              <p:spPr>
                <a:xfrm>
                  <a:off x="6355426" y="2791453"/>
                  <a:ext cx="6211" cy="12191"/>
                </a:xfrm>
                <a:custGeom>
                  <a:avLst/>
                  <a:gdLst>
                    <a:gd name="connsiteX0" fmla="*/ 422 w 6211"/>
                    <a:gd name="connsiteY0" fmla="*/ 4068 h 12191"/>
                    <a:gd name="connsiteX1" fmla="*/ 422 w 6211"/>
                    <a:gd name="connsiteY1" fmla="*/ 7919 h 12191"/>
                    <a:gd name="connsiteX2" fmla="*/ 1066 w 6211"/>
                    <a:gd name="connsiteY2" fmla="*/ 11770 h 12191"/>
                    <a:gd name="connsiteX3" fmla="*/ 2996 w 6211"/>
                    <a:gd name="connsiteY3" fmla="*/ 11770 h 12191"/>
                    <a:gd name="connsiteX4" fmla="*/ 4925 w 6211"/>
                    <a:gd name="connsiteY4" fmla="*/ 11128 h 12191"/>
                    <a:gd name="connsiteX5" fmla="*/ 4925 w 6211"/>
                    <a:gd name="connsiteY5" fmla="*/ 8561 h 12191"/>
                    <a:gd name="connsiteX6" fmla="*/ 6212 w 6211"/>
                    <a:gd name="connsiteY6" fmla="*/ 5351 h 12191"/>
                    <a:gd name="connsiteX7" fmla="*/ 4925 w 6211"/>
                    <a:gd name="connsiteY7" fmla="*/ 1501 h 12191"/>
                    <a:gd name="connsiteX8" fmla="*/ 2996 w 6211"/>
                    <a:gd name="connsiteY8" fmla="*/ 3426 h 12191"/>
                    <a:gd name="connsiteX9" fmla="*/ 1709 w 6211"/>
                    <a:gd name="connsiteY9" fmla="*/ 217 h 12191"/>
                    <a:gd name="connsiteX10" fmla="*/ 422 w 6211"/>
                    <a:gd name="connsiteY10" fmla="*/ 4068 h 12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11" h="12191">
                      <a:moveTo>
                        <a:pt x="422" y="4068"/>
                      </a:moveTo>
                      <a:cubicBezTo>
                        <a:pt x="422" y="4068"/>
                        <a:pt x="1066" y="5993"/>
                        <a:pt x="422" y="7919"/>
                      </a:cubicBezTo>
                      <a:cubicBezTo>
                        <a:pt x="-221" y="9202"/>
                        <a:pt x="-221" y="11128"/>
                        <a:pt x="1066" y="11770"/>
                      </a:cubicBezTo>
                      <a:cubicBezTo>
                        <a:pt x="2352" y="12412"/>
                        <a:pt x="2352" y="11128"/>
                        <a:pt x="2996" y="11770"/>
                      </a:cubicBezTo>
                      <a:cubicBezTo>
                        <a:pt x="3639" y="12412"/>
                        <a:pt x="4925" y="12412"/>
                        <a:pt x="4925" y="11128"/>
                      </a:cubicBezTo>
                      <a:cubicBezTo>
                        <a:pt x="5569" y="9202"/>
                        <a:pt x="4282" y="9202"/>
                        <a:pt x="4925" y="8561"/>
                      </a:cubicBezTo>
                      <a:cubicBezTo>
                        <a:pt x="4925" y="7919"/>
                        <a:pt x="6212" y="7277"/>
                        <a:pt x="6212" y="5351"/>
                      </a:cubicBezTo>
                      <a:cubicBezTo>
                        <a:pt x="6212" y="3426"/>
                        <a:pt x="5569" y="859"/>
                        <a:pt x="4925" y="1501"/>
                      </a:cubicBezTo>
                      <a:cubicBezTo>
                        <a:pt x="4282" y="2142"/>
                        <a:pt x="3639" y="4068"/>
                        <a:pt x="2996" y="3426"/>
                      </a:cubicBezTo>
                      <a:cubicBezTo>
                        <a:pt x="2352" y="3426"/>
                        <a:pt x="2352" y="859"/>
                        <a:pt x="1709" y="217"/>
                      </a:cubicBezTo>
                      <a:cubicBezTo>
                        <a:pt x="1709" y="-425"/>
                        <a:pt x="422" y="217"/>
                        <a:pt x="422" y="4068"/>
                      </a:cubicBezTo>
                      <a:close/>
                    </a:path>
                  </a:pathLst>
                </a:custGeom>
                <a:solidFill>
                  <a:srgbClr val="9D70F2"/>
                </a:solidFill>
                <a:ln w="6424" cap="flat">
                  <a:noFill/>
                  <a:prstDash val="solid"/>
                  <a:miter/>
                </a:ln>
              </p:spPr>
              <p:txBody>
                <a:bodyPr rtlCol="0" anchor="ctr"/>
                <a:lstStyle/>
                <a:p>
                  <a:endParaRPr lang="pt-BR"/>
                </a:p>
              </p:txBody>
            </p:sp>
            <p:sp>
              <p:nvSpPr>
                <p:cNvPr id="202" name="Freeform: Shape 201">
                  <a:extLst>
                    <a:ext uri="{FF2B5EF4-FFF2-40B4-BE49-F238E27FC236}">
                      <a16:creationId xmlns:a16="http://schemas.microsoft.com/office/drawing/2014/main" id="{812F7D23-6CE3-8197-F73D-1168061F9FB1}"/>
                    </a:ext>
                  </a:extLst>
                </p:cNvPr>
                <p:cNvSpPr/>
                <p:nvPr/>
              </p:nvSpPr>
              <p:spPr>
                <a:xfrm>
                  <a:off x="6279173" y="2743478"/>
                  <a:ext cx="3594" cy="5190"/>
                </a:xfrm>
                <a:custGeom>
                  <a:avLst/>
                  <a:gdLst>
                    <a:gd name="connsiteX0" fmla="*/ 3343 w 3594"/>
                    <a:gd name="connsiteY0" fmla="*/ 55 h 5190"/>
                    <a:gd name="connsiteX1" fmla="*/ 2056 w 3594"/>
                    <a:gd name="connsiteY1" fmla="*/ 3906 h 5190"/>
                    <a:gd name="connsiteX2" fmla="*/ 126 w 3594"/>
                    <a:gd name="connsiteY2" fmla="*/ 5190 h 5190"/>
                    <a:gd name="connsiteX3" fmla="*/ 3343 w 3594"/>
                    <a:gd name="connsiteY3" fmla="*/ 55 h 5190"/>
                  </a:gdLst>
                  <a:ahLst/>
                  <a:cxnLst>
                    <a:cxn ang="0">
                      <a:pos x="connsiteX0" y="connsiteY0"/>
                    </a:cxn>
                    <a:cxn ang="0">
                      <a:pos x="connsiteX1" y="connsiteY1"/>
                    </a:cxn>
                    <a:cxn ang="0">
                      <a:pos x="connsiteX2" y="connsiteY2"/>
                    </a:cxn>
                    <a:cxn ang="0">
                      <a:pos x="connsiteX3" y="connsiteY3"/>
                    </a:cxn>
                  </a:cxnLst>
                  <a:rect l="l" t="t" r="r" b="b"/>
                  <a:pathLst>
                    <a:path w="3594" h="5190">
                      <a:moveTo>
                        <a:pt x="3343" y="55"/>
                      </a:moveTo>
                      <a:cubicBezTo>
                        <a:pt x="3986" y="55"/>
                        <a:pt x="3343" y="1981"/>
                        <a:pt x="2056" y="3906"/>
                      </a:cubicBezTo>
                      <a:cubicBezTo>
                        <a:pt x="1413" y="5190"/>
                        <a:pt x="769" y="5190"/>
                        <a:pt x="126" y="5190"/>
                      </a:cubicBezTo>
                      <a:cubicBezTo>
                        <a:pt x="-517" y="4548"/>
                        <a:pt x="1413" y="-586"/>
                        <a:pt x="3343" y="55"/>
                      </a:cubicBezTo>
                      <a:close/>
                    </a:path>
                  </a:pathLst>
                </a:custGeom>
                <a:solidFill>
                  <a:srgbClr val="9D70F2"/>
                </a:solidFill>
                <a:ln w="6424" cap="flat">
                  <a:noFill/>
                  <a:prstDash val="solid"/>
                  <a:miter/>
                </a:ln>
              </p:spPr>
              <p:txBody>
                <a:bodyPr rtlCol="0" anchor="ctr"/>
                <a:lstStyle/>
                <a:p>
                  <a:endParaRPr lang="pt-BR"/>
                </a:p>
              </p:txBody>
            </p:sp>
            <p:sp>
              <p:nvSpPr>
                <p:cNvPr id="203" name="Freeform: Shape 202">
                  <a:extLst>
                    <a:ext uri="{FF2B5EF4-FFF2-40B4-BE49-F238E27FC236}">
                      <a16:creationId xmlns:a16="http://schemas.microsoft.com/office/drawing/2014/main" id="{0F6F6CA5-9B6F-C248-0658-9E3CDBE81526}"/>
                    </a:ext>
                  </a:extLst>
                </p:cNvPr>
                <p:cNvSpPr/>
                <p:nvPr/>
              </p:nvSpPr>
              <p:spPr>
                <a:xfrm>
                  <a:off x="6491579" y="2670436"/>
                  <a:ext cx="12892" cy="1587"/>
                </a:xfrm>
                <a:custGeom>
                  <a:avLst/>
                  <a:gdLst>
                    <a:gd name="connsiteX0" fmla="*/ 0 w 12892"/>
                    <a:gd name="connsiteY0" fmla="*/ 571 h 1587"/>
                    <a:gd name="connsiteX1" fmla="*/ 12865 w 12892"/>
                    <a:gd name="connsiteY1" fmla="*/ 571 h 1587"/>
                    <a:gd name="connsiteX2" fmla="*/ 0 w 12892"/>
                    <a:gd name="connsiteY2" fmla="*/ 571 h 1587"/>
                  </a:gdLst>
                  <a:ahLst/>
                  <a:cxnLst>
                    <a:cxn ang="0">
                      <a:pos x="connsiteX0" y="connsiteY0"/>
                    </a:cxn>
                    <a:cxn ang="0">
                      <a:pos x="connsiteX1" y="connsiteY1"/>
                    </a:cxn>
                    <a:cxn ang="0">
                      <a:pos x="connsiteX2" y="connsiteY2"/>
                    </a:cxn>
                  </a:cxnLst>
                  <a:rect l="l" t="t" r="r" b="b"/>
                  <a:pathLst>
                    <a:path w="12892" h="1587">
                      <a:moveTo>
                        <a:pt x="0" y="571"/>
                      </a:moveTo>
                      <a:cubicBezTo>
                        <a:pt x="0" y="571"/>
                        <a:pt x="12865" y="-713"/>
                        <a:pt x="12865" y="571"/>
                      </a:cubicBezTo>
                      <a:cubicBezTo>
                        <a:pt x="13509" y="2496"/>
                        <a:pt x="2573" y="1212"/>
                        <a:pt x="0" y="571"/>
                      </a:cubicBezTo>
                      <a:close/>
                    </a:path>
                  </a:pathLst>
                </a:custGeom>
                <a:solidFill>
                  <a:srgbClr val="9D70F2"/>
                </a:solidFill>
                <a:ln w="6424" cap="flat">
                  <a:noFill/>
                  <a:prstDash val="solid"/>
                  <a:miter/>
                </a:ln>
              </p:spPr>
              <p:txBody>
                <a:bodyPr rtlCol="0" anchor="ctr"/>
                <a:lstStyle/>
                <a:p>
                  <a:endParaRPr lang="pt-BR"/>
                </a:p>
              </p:txBody>
            </p:sp>
            <p:sp>
              <p:nvSpPr>
                <p:cNvPr id="204" name="Freeform: Shape 203">
                  <a:extLst>
                    <a:ext uri="{FF2B5EF4-FFF2-40B4-BE49-F238E27FC236}">
                      <a16:creationId xmlns:a16="http://schemas.microsoft.com/office/drawing/2014/main" id="{CB647559-B014-7EA3-F014-5F2B3366FBB7}"/>
                    </a:ext>
                  </a:extLst>
                </p:cNvPr>
                <p:cNvSpPr/>
                <p:nvPr/>
              </p:nvSpPr>
              <p:spPr>
                <a:xfrm>
                  <a:off x="6567485" y="2792312"/>
                  <a:ext cx="10970" cy="5977"/>
                </a:xfrm>
                <a:custGeom>
                  <a:avLst/>
                  <a:gdLst>
                    <a:gd name="connsiteX0" fmla="*/ 0 w 10970"/>
                    <a:gd name="connsiteY0" fmla="*/ 0 h 5977"/>
                    <a:gd name="connsiteX1" fmla="*/ 5146 w 10970"/>
                    <a:gd name="connsiteY1" fmla="*/ 3851 h 5977"/>
                    <a:gd name="connsiteX2" fmla="*/ 10936 w 10970"/>
                    <a:gd name="connsiteY2" fmla="*/ 5135 h 5977"/>
                    <a:gd name="connsiteX3" fmla="*/ 0 w 10970"/>
                    <a:gd name="connsiteY3" fmla="*/ 0 h 5977"/>
                  </a:gdLst>
                  <a:ahLst/>
                  <a:cxnLst>
                    <a:cxn ang="0">
                      <a:pos x="connsiteX0" y="connsiteY0"/>
                    </a:cxn>
                    <a:cxn ang="0">
                      <a:pos x="connsiteX1" y="connsiteY1"/>
                    </a:cxn>
                    <a:cxn ang="0">
                      <a:pos x="connsiteX2" y="connsiteY2"/>
                    </a:cxn>
                    <a:cxn ang="0">
                      <a:pos x="connsiteX3" y="connsiteY3"/>
                    </a:cxn>
                  </a:cxnLst>
                  <a:rect l="l" t="t" r="r" b="b"/>
                  <a:pathLst>
                    <a:path w="10970" h="5977">
                      <a:moveTo>
                        <a:pt x="0" y="0"/>
                      </a:moveTo>
                      <a:cubicBezTo>
                        <a:pt x="0" y="0"/>
                        <a:pt x="643" y="1284"/>
                        <a:pt x="5146" y="3851"/>
                      </a:cubicBezTo>
                      <a:cubicBezTo>
                        <a:pt x="9649" y="6418"/>
                        <a:pt x="10936" y="6418"/>
                        <a:pt x="10936" y="5135"/>
                      </a:cubicBezTo>
                      <a:cubicBezTo>
                        <a:pt x="11579" y="3851"/>
                        <a:pt x="3216" y="642"/>
                        <a:pt x="0" y="0"/>
                      </a:cubicBezTo>
                      <a:close/>
                    </a:path>
                  </a:pathLst>
                </a:custGeom>
                <a:solidFill>
                  <a:srgbClr val="9D70F2"/>
                </a:solidFill>
                <a:ln w="6424" cap="flat">
                  <a:noFill/>
                  <a:prstDash val="solid"/>
                  <a:miter/>
                </a:ln>
              </p:spPr>
              <p:txBody>
                <a:bodyPr rtlCol="0" anchor="ctr"/>
                <a:lstStyle/>
                <a:p>
                  <a:endParaRPr lang="pt-BR"/>
                </a:p>
              </p:txBody>
            </p:sp>
            <p:sp>
              <p:nvSpPr>
                <p:cNvPr id="205" name="Freeform: Shape 204">
                  <a:extLst>
                    <a:ext uri="{FF2B5EF4-FFF2-40B4-BE49-F238E27FC236}">
                      <a16:creationId xmlns:a16="http://schemas.microsoft.com/office/drawing/2014/main" id="{4565944E-3A4A-6E15-439F-BFC253B5EA58}"/>
                    </a:ext>
                  </a:extLst>
                </p:cNvPr>
                <p:cNvSpPr/>
                <p:nvPr/>
              </p:nvSpPr>
              <p:spPr>
                <a:xfrm>
                  <a:off x="6251680" y="2647775"/>
                  <a:ext cx="15397" cy="3335"/>
                </a:xfrm>
                <a:custGeom>
                  <a:avLst/>
                  <a:gdLst>
                    <a:gd name="connsiteX0" fmla="*/ 15397 w 15397"/>
                    <a:gd name="connsiteY0" fmla="*/ 3335 h 3335"/>
                    <a:gd name="connsiteX1" fmla="*/ 3819 w 15397"/>
                    <a:gd name="connsiteY1" fmla="*/ 2051 h 3335"/>
                    <a:gd name="connsiteX2" fmla="*/ 602 w 15397"/>
                    <a:gd name="connsiteY2" fmla="*/ 126 h 3335"/>
                    <a:gd name="connsiteX3" fmla="*/ 15397 w 15397"/>
                    <a:gd name="connsiteY3" fmla="*/ 3335 h 3335"/>
                  </a:gdLst>
                  <a:ahLst/>
                  <a:cxnLst>
                    <a:cxn ang="0">
                      <a:pos x="connsiteX0" y="connsiteY0"/>
                    </a:cxn>
                    <a:cxn ang="0">
                      <a:pos x="connsiteX1" y="connsiteY1"/>
                    </a:cxn>
                    <a:cxn ang="0">
                      <a:pos x="connsiteX2" y="connsiteY2"/>
                    </a:cxn>
                    <a:cxn ang="0">
                      <a:pos x="connsiteX3" y="connsiteY3"/>
                    </a:cxn>
                  </a:cxnLst>
                  <a:rect l="l" t="t" r="r" b="b"/>
                  <a:pathLst>
                    <a:path w="15397" h="3335">
                      <a:moveTo>
                        <a:pt x="15397" y="3335"/>
                      </a:moveTo>
                      <a:cubicBezTo>
                        <a:pt x="15397" y="3335"/>
                        <a:pt x="7035" y="2051"/>
                        <a:pt x="3819" y="2051"/>
                      </a:cubicBezTo>
                      <a:cubicBezTo>
                        <a:pt x="-41" y="2051"/>
                        <a:pt x="-684" y="768"/>
                        <a:pt x="602" y="126"/>
                      </a:cubicBezTo>
                      <a:cubicBezTo>
                        <a:pt x="2532" y="-516"/>
                        <a:pt x="11538" y="1410"/>
                        <a:pt x="15397" y="3335"/>
                      </a:cubicBezTo>
                      <a:close/>
                    </a:path>
                  </a:pathLst>
                </a:custGeom>
                <a:solidFill>
                  <a:srgbClr val="9D70F2"/>
                </a:solidFill>
                <a:ln w="6424" cap="flat">
                  <a:noFill/>
                  <a:prstDash val="solid"/>
                  <a:miter/>
                </a:ln>
              </p:spPr>
              <p:txBody>
                <a:bodyPr rtlCol="0" anchor="ctr"/>
                <a:lstStyle/>
                <a:p>
                  <a:endParaRPr lang="pt-BR"/>
                </a:p>
              </p:txBody>
            </p:sp>
            <p:sp>
              <p:nvSpPr>
                <p:cNvPr id="206" name="Freeform: Shape 205">
                  <a:extLst>
                    <a:ext uri="{FF2B5EF4-FFF2-40B4-BE49-F238E27FC236}">
                      <a16:creationId xmlns:a16="http://schemas.microsoft.com/office/drawing/2014/main" id="{55E201D9-61A8-9358-4649-BC9F6536BE9C}"/>
                    </a:ext>
                  </a:extLst>
                </p:cNvPr>
                <p:cNvSpPr/>
                <p:nvPr/>
              </p:nvSpPr>
              <p:spPr>
                <a:xfrm>
                  <a:off x="6257428" y="2617674"/>
                  <a:ext cx="9163" cy="4296"/>
                </a:xfrm>
                <a:custGeom>
                  <a:avLst/>
                  <a:gdLst>
                    <a:gd name="connsiteX0" fmla="*/ 9006 w 9163"/>
                    <a:gd name="connsiteY0" fmla="*/ 3913 h 4296"/>
                    <a:gd name="connsiteX1" fmla="*/ 4503 w 9163"/>
                    <a:gd name="connsiteY1" fmla="*/ 2629 h 4296"/>
                    <a:gd name="connsiteX2" fmla="*/ 0 w 9163"/>
                    <a:gd name="connsiteY2" fmla="*/ 704 h 4296"/>
                    <a:gd name="connsiteX3" fmla="*/ 4503 w 9163"/>
                    <a:gd name="connsiteY3" fmla="*/ 1987 h 4296"/>
                    <a:gd name="connsiteX4" fmla="*/ 9006 w 9163"/>
                    <a:gd name="connsiteY4" fmla="*/ 3913 h 4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3" h="4296">
                      <a:moveTo>
                        <a:pt x="9006" y="3913"/>
                      </a:moveTo>
                      <a:cubicBezTo>
                        <a:pt x="9006" y="4555"/>
                        <a:pt x="7719" y="4555"/>
                        <a:pt x="4503" y="2629"/>
                      </a:cubicBezTo>
                      <a:cubicBezTo>
                        <a:pt x="2573" y="1346"/>
                        <a:pt x="0" y="1987"/>
                        <a:pt x="0" y="704"/>
                      </a:cubicBezTo>
                      <a:cubicBezTo>
                        <a:pt x="643" y="-1222"/>
                        <a:pt x="1287" y="1346"/>
                        <a:pt x="4503" y="1987"/>
                      </a:cubicBezTo>
                      <a:cubicBezTo>
                        <a:pt x="8363" y="2629"/>
                        <a:pt x="9649" y="1987"/>
                        <a:pt x="9006" y="3913"/>
                      </a:cubicBezTo>
                      <a:close/>
                    </a:path>
                  </a:pathLst>
                </a:custGeom>
                <a:solidFill>
                  <a:srgbClr val="9D70F2"/>
                </a:solidFill>
                <a:ln w="6424" cap="flat">
                  <a:noFill/>
                  <a:prstDash val="solid"/>
                  <a:miter/>
                </a:ln>
              </p:spPr>
              <p:txBody>
                <a:bodyPr rtlCol="0" anchor="ctr"/>
                <a:lstStyle/>
                <a:p>
                  <a:endParaRPr lang="pt-BR"/>
                </a:p>
              </p:txBody>
            </p:sp>
            <p:sp>
              <p:nvSpPr>
                <p:cNvPr id="207" name="Freeform: Shape 206">
                  <a:extLst>
                    <a:ext uri="{FF2B5EF4-FFF2-40B4-BE49-F238E27FC236}">
                      <a16:creationId xmlns:a16="http://schemas.microsoft.com/office/drawing/2014/main" id="{6E00A49B-FAC1-1264-25C5-904743D03E0B}"/>
                    </a:ext>
                  </a:extLst>
                </p:cNvPr>
                <p:cNvSpPr/>
                <p:nvPr/>
              </p:nvSpPr>
              <p:spPr>
                <a:xfrm>
                  <a:off x="6246239" y="2737865"/>
                  <a:ext cx="8962" cy="6412"/>
                </a:xfrm>
                <a:custGeom>
                  <a:avLst/>
                  <a:gdLst>
                    <a:gd name="connsiteX0" fmla="*/ 4113 w 8962"/>
                    <a:gd name="connsiteY0" fmla="*/ 3101 h 6412"/>
                    <a:gd name="connsiteX1" fmla="*/ 1540 w 8962"/>
                    <a:gd name="connsiteY1" fmla="*/ 4385 h 6412"/>
                    <a:gd name="connsiteX2" fmla="*/ 897 w 8962"/>
                    <a:gd name="connsiteY2" fmla="*/ 6311 h 6412"/>
                    <a:gd name="connsiteX3" fmla="*/ 5400 w 8962"/>
                    <a:gd name="connsiteY3" fmla="*/ 3743 h 6412"/>
                    <a:gd name="connsiteX4" fmla="*/ 8616 w 8962"/>
                    <a:gd name="connsiteY4" fmla="*/ 534 h 6412"/>
                    <a:gd name="connsiteX5" fmla="*/ 4113 w 8962"/>
                    <a:gd name="connsiteY5" fmla="*/ 3101 h 6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62" h="6412">
                      <a:moveTo>
                        <a:pt x="4113" y="3101"/>
                      </a:moveTo>
                      <a:cubicBezTo>
                        <a:pt x="2826" y="3743"/>
                        <a:pt x="2826" y="3743"/>
                        <a:pt x="1540" y="4385"/>
                      </a:cubicBezTo>
                      <a:cubicBezTo>
                        <a:pt x="-390" y="5027"/>
                        <a:pt x="-390" y="5669"/>
                        <a:pt x="897" y="6311"/>
                      </a:cubicBezTo>
                      <a:cubicBezTo>
                        <a:pt x="2183" y="6952"/>
                        <a:pt x="3470" y="4385"/>
                        <a:pt x="5400" y="3743"/>
                      </a:cubicBezTo>
                      <a:cubicBezTo>
                        <a:pt x="7329" y="2460"/>
                        <a:pt x="9902" y="2460"/>
                        <a:pt x="8616" y="534"/>
                      </a:cubicBezTo>
                      <a:cubicBezTo>
                        <a:pt x="7329" y="-1391"/>
                        <a:pt x="4756" y="2460"/>
                        <a:pt x="4113" y="3101"/>
                      </a:cubicBezTo>
                      <a:close/>
                    </a:path>
                  </a:pathLst>
                </a:custGeom>
                <a:solidFill>
                  <a:srgbClr val="9D70F2"/>
                </a:solidFill>
                <a:ln w="6424" cap="flat">
                  <a:noFill/>
                  <a:prstDash val="solid"/>
                  <a:miter/>
                </a:ln>
              </p:spPr>
              <p:txBody>
                <a:bodyPr rtlCol="0" anchor="ctr"/>
                <a:lstStyle/>
                <a:p>
                  <a:endParaRPr lang="pt-BR"/>
                </a:p>
              </p:txBody>
            </p:sp>
            <p:sp>
              <p:nvSpPr>
                <p:cNvPr id="208" name="Freeform: Shape 207">
                  <a:extLst>
                    <a:ext uri="{FF2B5EF4-FFF2-40B4-BE49-F238E27FC236}">
                      <a16:creationId xmlns:a16="http://schemas.microsoft.com/office/drawing/2014/main" id="{E2560E8E-7ECB-BD06-6E6C-2BFD1365CC3D}"/>
                    </a:ext>
                  </a:extLst>
                </p:cNvPr>
                <p:cNvSpPr/>
                <p:nvPr/>
              </p:nvSpPr>
              <p:spPr>
                <a:xfrm>
                  <a:off x="6409240" y="2800656"/>
                  <a:ext cx="2704" cy="3266"/>
                </a:xfrm>
                <a:custGeom>
                  <a:avLst/>
                  <a:gdLst>
                    <a:gd name="connsiteX0" fmla="*/ 1287 w 2704"/>
                    <a:gd name="connsiteY0" fmla="*/ 0 h 3266"/>
                    <a:gd name="connsiteX1" fmla="*/ 2573 w 2704"/>
                    <a:gd name="connsiteY1" fmla="*/ 2567 h 3266"/>
                    <a:gd name="connsiteX2" fmla="*/ 0 w 2704"/>
                    <a:gd name="connsiteY2" fmla="*/ 1925 h 3266"/>
                    <a:gd name="connsiteX3" fmla="*/ 1287 w 2704"/>
                    <a:gd name="connsiteY3" fmla="*/ 0 h 3266"/>
                  </a:gdLst>
                  <a:ahLst/>
                  <a:cxnLst>
                    <a:cxn ang="0">
                      <a:pos x="connsiteX0" y="connsiteY0"/>
                    </a:cxn>
                    <a:cxn ang="0">
                      <a:pos x="connsiteX1" y="connsiteY1"/>
                    </a:cxn>
                    <a:cxn ang="0">
                      <a:pos x="connsiteX2" y="connsiteY2"/>
                    </a:cxn>
                    <a:cxn ang="0">
                      <a:pos x="connsiteX3" y="connsiteY3"/>
                    </a:cxn>
                  </a:cxnLst>
                  <a:rect l="l" t="t" r="r" b="b"/>
                  <a:pathLst>
                    <a:path w="2704" h="3266">
                      <a:moveTo>
                        <a:pt x="1287" y="0"/>
                      </a:moveTo>
                      <a:cubicBezTo>
                        <a:pt x="1287" y="0"/>
                        <a:pt x="3216" y="642"/>
                        <a:pt x="2573" y="2567"/>
                      </a:cubicBezTo>
                      <a:cubicBezTo>
                        <a:pt x="1930" y="3851"/>
                        <a:pt x="643" y="3209"/>
                        <a:pt x="0" y="1925"/>
                      </a:cubicBezTo>
                      <a:cubicBezTo>
                        <a:pt x="0" y="1284"/>
                        <a:pt x="0" y="0"/>
                        <a:pt x="1287" y="0"/>
                      </a:cubicBezTo>
                      <a:close/>
                    </a:path>
                  </a:pathLst>
                </a:custGeom>
                <a:solidFill>
                  <a:srgbClr val="9D70F2"/>
                </a:solidFill>
                <a:ln w="6424" cap="flat">
                  <a:noFill/>
                  <a:prstDash val="solid"/>
                  <a:miter/>
                </a:ln>
              </p:spPr>
              <p:txBody>
                <a:bodyPr rtlCol="0" anchor="ctr"/>
                <a:lstStyle/>
                <a:p>
                  <a:endParaRPr lang="pt-BR"/>
                </a:p>
              </p:txBody>
            </p:sp>
            <p:sp>
              <p:nvSpPr>
                <p:cNvPr id="209" name="Freeform: Shape 208">
                  <a:extLst>
                    <a:ext uri="{FF2B5EF4-FFF2-40B4-BE49-F238E27FC236}">
                      <a16:creationId xmlns:a16="http://schemas.microsoft.com/office/drawing/2014/main" id="{BA21CBB4-D8B6-73D7-3FBA-9BA8425C5655}"/>
                    </a:ext>
                  </a:extLst>
                </p:cNvPr>
                <p:cNvSpPr/>
                <p:nvPr/>
              </p:nvSpPr>
              <p:spPr>
                <a:xfrm>
                  <a:off x="6228996" y="2809641"/>
                  <a:ext cx="27397" cy="23747"/>
                </a:xfrm>
                <a:custGeom>
                  <a:avLst/>
                  <a:gdLst>
                    <a:gd name="connsiteX0" fmla="*/ 9134 w 27397"/>
                    <a:gd name="connsiteY0" fmla="*/ 1284 h 23747"/>
                    <a:gd name="connsiteX1" fmla="*/ 19426 w 27397"/>
                    <a:gd name="connsiteY1" fmla="*/ 0 h 23747"/>
                    <a:gd name="connsiteX2" fmla="*/ 23929 w 27397"/>
                    <a:gd name="connsiteY2" fmla="*/ 3209 h 23747"/>
                    <a:gd name="connsiteX3" fmla="*/ 27145 w 27397"/>
                    <a:gd name="connsiteY3" fmla="*/ 11553 h 23747"/>
                    <a:gd name="connsiteX4" fmla="*/ 25859 w 27397"/>
                    <a:gd name="connsiteY4" fmla="*/ 16046 h 23747"/>
                    <a:gd name="connsiteX5" fmla="*/ 21999 w 27397"/>
                    <a:gd name="connsiteY5" fmla="*/ 21180 h 23747"/>
                    <a:gd name="connsiteX6" fmla="*/ 18139 w 27397"/>
                    <a:gd name="connsiteY6" fmla="*/ 23106 h 23747"/>
                    <a:gd name="connsiteX7" fmla="*/ 12350 w 27397"/>
                    <a:gd name="connsiteY7" fmla="*/ 23748 h 23747"/>
                    <a:gd name="connsiteX8" fmla="*/ 8490 w 27397"/>
                    <a:gd name="connsiteY8" fmla="*/ 19897 h 23747"/>
                    <a:gd name="connsiteX9" fmla="*/ 3344 w 27397"/>
                    <a:gd name="connsiteY9" fmla="*/ 17971 h 23747"/>
                    <a:gd name="connsiteX10" fmla="*/ 2701 w 27397"/>
                    <a:gd name="connsiteY10" fmla="*/ 13478 h 23747"/>
                    <a:gd name="connsiteX11" fmla="*/ 128 w 27397"/>
                    <a:gd name="connsiteY11" fmla="*/ 8344 h 23747"/>
                    <a:gd name="connsiteX12" fmla="*/ 4631 w 27397"/>
                    <a:gd name="connsiteY12" fmla="*/ 7060 h 23747"/>
                    <a:gd name="connsiteX13" fmla="*/ 9134 w 27397"/>
                    <a:gd name="connsiteY13" fmla="*/ 1284 h 23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397" h="23747">
                      <a:moveTo>
                        <a:pt x="9134" y="1284"/>
                      </a:moveTo>
                      <a:cubicBezTo>
                        <a:pt x="9134" y="1284"/>
                        <a:pt x="15566" y="0"/>
                        <a:pt x="19426" y="0"/>
                      </a:cubicBezTo>
                      <a:cubicBezTo>
                        <a:pt x="22642" y="642"/>
                        <a:pt x="23286" y="0"/>
                        <a:pt x="23929" y="3209"/>
                      </a:cubicBezTo>
                      <a:cubicBezTo>
                        <a:pt x="24572" y="5776"/>
                        <a:pt x="26502" y="9627"/>
                        <a:pt x="27145" y="11553"/>
                      </a:cubicBezTo>
                      <a:cubicBezTo>
                        <a:pt x="27788" y="14120"/>
                        <a:pt x="27145" y="14762"/>
                        <a:pt x="25859" y="16046"/>
                      </a:cubicBezTo>
                      <a:cubicBezTo>
                        <a:pt x="24572" y="17329"/>
                        <a:pt x="22642" y="19897"/>
                        <a:pt x="21999" y="21180"/>
                      </a:cubicBezTo>
                      <a:cubicBezTo>
                        <a:pt x="21999" y="22464"/>
                        <a:pt x="21999" y="23106"/>
                        <a:pt x="18139" y="23106"/>
                      </a:cubicBezTo>
                      <a:cubicBezTo>
                        <a:pt x="14280" y="23106"/>
                        <a:pt x="14280" y="23748"/>
                        <a:pt x="12350" y="23748"/>
                      </a:cubicBezTo>
                      <a:cubicBezTo>
                        <a:pt x="10420" y="23748"/>
                        <a:pt x="9777" y="20538"/>
                        <a:pt x="8490" y="19897"/>
                      </a:cubicBezTo>
                      <a:cubicBezTo>
                        <a:pt x="7204" y="19255"/>
                        <a:pt x="3987" y="19255"/>
                        <a:pt x="3344" y="17971"/>
                      </a:cubicBezTo>
                      <a:cubicBezTo>
                        <a:pt x="2701" y="16046"/>
                        <a:pt x="3987" y="15404"/>
                        <a:pt x="2701" y="13478"/>
                      </a:cubicBezTo>
                      <a:cubicBezTo>
                        <a:pt x="1414" y="11553"/>
                        <a:pt x="-515" y="10269"/>
                        <a:pt x="128" y="8344"/>
                      </a:cubicBezTo>
                      <a:cubicBezTo>
                        <a:pt x="771" y="6418"/>
                        <a:pt x="2701" y="8344"/>
                        <a:pt x="4631" y="7060"/>
                      </a:cubicBezTo>
                      <a:cubicBezTo>
                        <a:pt x="6560" y="5776"/>
                        <a:pt x="6560" y="1925"/>
                        <a:pt x="9134" y="1284"/>
                      </a:cubicBezTo>
                      <a:close/>
                    </a:path>
                  </a:pathLst>
                </a:custGeom>
                <a:solidFill>
                  <a:schemeClr val="accent1"/>
                </a:solidFill>
                <a:ln w="6424" cap="flat">
                  <a:noFill/>
                  <a:prstDash val="solid"/>
                  <a:miter/>
                </a:ln>
              </p:spPr>
              <p:txBody>
                <a:bodyPr rtlCol="0" anchor="ctr"/>
                <a:lstStyle/>
                <a:p>
                  <a:endParaRPr lang="pt-BR"/>
                </a:p>
              </p:txBody>
            </p:sp>
            <p:sp>
              <p:nvSpPr>
                <p:cNvPr id="210" name="Freeform: Shape 209">
                  <a:extLst>
                    <a:ext uri="{FF2B5EF4-FFF2-40B4-BE49-F238E27FC236}">
                      <a16:creationId xmlns:a16="http://schemas.microsoft.com/office/drawing/2014/main" id="{2495DF0A-090B-47AC-0157-1077FAD4A2FA}"/>
                    </a:ext>
                  </a:extLst>
                </p:cNvPr>
                <p:cNvSpPr/>
                <p:nvPr/>
              </p:nvSpPr>
              <p:spPr>
                <a:xfrm>
                  <a:off x="6292911" y="2787819"/>
                  <a:ext cx="2470" cy="3913"/>
                </a:xfrm>
                <a:custGeom>
                  <a:avLst/>
                  <a:gdLst>
                    <a:gd name="connsiteX0" fmla="*/ 2470 w 2470"/>
                    <a:gd name="connsiteY0" fmla="*/ 0 h 3913"/>
                    <a:gd name="connsiteX1" fmla="*/ 540 w 2470"/>
                    <a:gd name="connsiteY1" fmla="*/ 3851 h 3913"/>
                    <a:gd name="connsiteX2" fmla="*/ 2470 w 2470"/>
                    <a:gd name="connsiteY2" fmla="*/ 0 h 3913"/>
                  </a:gdLst>
                  <a:ahLst/>
                  <a:cxnLst>
                    <a:cxn ang="0">
                      <a:pos x="connsiteX0" y="connsiteY0"/>
                    </a:cxn>
                    <a:cxn ang="0">
                      <a:pos x="connsiteX1" y="connsiteY1"/>
                    </a:cxn>
                    <a:cxn ang="0">
                      <a:pos x="connsiteX2" y="connsiteY2"/>
                    </a:cxn>
                  </a:cxnLst>
                  <a:rect l="l" t="t" r="r" b="b"/>
                  <a:pathLst>
                    <a:path w="2470" h="3913">
                      <a:moveTo>
                        <a:pt x="2470" y="0"/>
                      </a:moveTo>
                      <a:cubicBezTo>
                        <a:pt x="2470" y="0"/>
                        <a:pt x="2470" y="4493"/>
                        <a:pt x="540" y="3851"/>
                      </a:cubicBezTo>
                      <a:cubicBezTo>
                        <a:pt x="-1389" y="3209"/>
                        <a:pt x="2470" y="0"/>
                        <a:pt x="2470" y="0"/>
                      </a:cubicBezTo>
                      <a:close/>
                    </a:path>
                  </a:pathLst>
                </a:custGeom>
                <a:solidFill>
                  <a:srgbClr val="9D70F2"/>
                </a:solidFill>
                <a:ln w="6424" cap="flat">
                  <a:noFill/>
                  <a:prstDash val="solid"/>
                  <a:miter/>
                </a:ln>
              </p:spPr>
              <p:txBody>
                <a:bodyPr rtlCol="0" anchor="ctr"/>
                <a:lstStyle/>
                <a:p>
                  <a:endParaRPr lang="pt-BR"/>
                </a:p>
              </p:txBody>
            </p:sp>
            <p:sp>
              <p:nvSpPr>
                <p:cNvPr id="211" name="Freeform: Shape 210">
                  <a:extLst>
                    <a:ext uri="{FF2B5EF4-FFF2-40B4-BE49-F238E27FC236}">
                      <a16:creationId xmlns:a16="http://schemas.microsoft.com/office/drawing/2014/main" id="{89A1D8DF-7DDF-F65A-06E0-BC7CD9314A55}"/>
                    </a:ext>
                  </a:extLst>
                </p:cNvPr>
                <p:cNvSpPr/>
                <p:nvPr/>
              </p:nvSpPr>
              <p:spPr>
                <a:xfrm>
                  <a:off x="6201277" y="2769848"/>
                  <a:ext cx="4689" cy="3439"/>
                </a:xfrm>
                <a:custGeom>
                  <a:avLst/>
                  <a:gdLst>
                    <a:gd name="connsiteX0" fmla="*/ 4689 w 4689"/>
                    <a:gd name="connsiteY0" fmla="*/ 0 h 3439"/>
                    <a:gd name="connsiteX1" fmla="*/ 187 w 4689"/>
                    <a:gd name="connsiteY1" fmla="*/ 3209 h 3439"/>
                    <a:gd name="connsiteX2" fmla="*/ 4689 w 4689"/>
                    <a:gd name="connsiteY2" fmla="*/ 0 h 3439"/>
                  </a:gdLst>
                  <a:ahLst/>
                  <a:cxnLst>
                    <a:cxn ang="0">
                      <a:pos x="connsiteX0" y="connsiteY0"/>
                    </a:cxn>
                    <a:cxn ang="0">
                      <a:pos x="connsiteX1" y="connsiteY1"/>
                    </a:cxn>
                    <a:cxn ang="0">
                      <a:pos x="connsiteX2" y="connsiteY2"/>
                    </a:cxn>
                  </a:cxnLst>
                  <a:rect l="l" t="t" r="r" b="b"/>
                  <a:pathLst>
                    <a:path w="4689" h="3439">
                      <a:moveTo>
                        <a:pt x="4689" y="0"/>
                      </a:moveTo>
                      <a:cubicBezTo>
                        <a:pt x="4689" y="0"/>
                        <a:pt x="2116" y="4493"/>
                        <a:pt x="187" y="3209"/>
                      </a:cubicBezTo>
                      <a:cubicBezTo>
                        <a:pt x="-1100" y="1925"/>
                        <a:pt x="4689" y="0"/>
                        <a:pt x="4689" y="0"/>
                      </a:cubicBezTo>
                      <a:close/>
                    </a:path>
                  </a:pathLst>
                </a:custGeom>
                <a:solidFill>
                  <a:srgbClr val="9D70F2"/>
                </a:solidFill>
                <a:ln w="6424" cap="flat">
                  <a:noFill/>
                  <a:prstDash val="solid"/>
                  <a:miter/>
                </a:ln>
              </p:spPr>
              <p:txBody>
                <a:bodyPr rtlCol="0" anchor="ctr"/>
                <a:lstStyle/>
                <a:p>
                  <a:endParaRPr lang="pt-BR"/>
                </a:p>
              </p:txBody>
            </p:sp>
          </p:grpSp>
          <p:sp>
            <p:nvSpPr>
              <p:cNvPr id="28" name="Freeform: Shape 27">
                <a:extLst>
                  <a:ext uri="{FF2B5EF4-FFF2-40B4-BE49-F238E27FC236}">
                    <a16:creationId xmlns:a16="http://schemas.microsoft.com/office/drawing/2014/main" id="{2CAF2787-A3CB-47EB-6CCA-DEBA8124B3F0}"/>
                  </a:ext>
                </a:extLst>
              </p:cNvPr>
              <p:cNvSpPr/>
              <p:nvPr/>
            </p:nvSpPr>
            <p:spPr>
              <a:xfrm>
                <a:off x="7770403" y="2888586"/>
                <a:ext cx="173683" cy="85307"/>
              </a:xfrm>
              <a:custGeom>
                <a:avLst/>
                <a:gdLst>
                  <a:gd name="connsiteX0" fmla="*/ 173683 w 173683"/>
                  <a:gd name="connsiteY0" fmla="*/ 10911 h 85307"/>
                  <a:gd name="connsiteX1" fmla="*/ 0 w 173683"/>
                  <a:gd name="connsiteY1" fmla="*/ 82154 h 85307"/>
                  <a:gd name="connsiteX2" fmla="*/ 31520 w 173683"/>
                  <a:gd name="connsiteY2" fmla="*/ 0 h 85307"/>
                  <a:gd name="connsiteX3" fmla="*/ 173683 w 173683"/>
                  <a:gd name="connsiteY3" fmla="*/ 10911 h 85307"/>
                </a:gdLst>
                <a:ahLst/>
                <a:cxnLst>
                  <a:cxn ang="0">
                    <a:pos x="connsiteX0" y="connsiteY0"/>
                  </a:cxn>
                  <a:cxn ang="0">
                    <a:pos x="connsiteX1" y="connsiteY1"/>
                  </a:cxn>
                  <a:cxn ang="0">
                    <a:pos x="connsiteX2" y="connsiteY2"/>
                  </a:cxn>
                  <a:cxn ang="0">
                    <a:pos x="connsiteX3" y="connsiteY3"/>
                  </a:cxn>
                </a:cxnLst>
                <a:rect l="l" t="t" r="r" b="b"/>
                <a:pathLst>
                  <a:path w="173683" h="85307">
                    <a:moveTo>
                      <a:pt x="173683" y="10911"/>
                    </a:moveTo>
                    <a:cubicBezTo>
                      <a:pt x="173683" y="10911"/>
                      <a:pt x="115789" y="103334"/>
                      <a:pt x="0" y="82154"/>
                    </a:cubicBezTo>
                    <a:lnTo>
                      <a:pt x="31520" y="0"/>
                    </a:lnTo>
                    <a:cubicBezTo>
                      <a:pt x="31520" y="0"/>
                      <a:pt x="73976" y="36584"/>
                      <a:pt x="173683" y="10911"/>
                    </a:cubicBezTo>
                    <a:close/>
                  </a:path>
                </a:pathLst>
              </a:custGeom>
              <a:solidFill>
                <a:schemeClr val="tx2"/>
              </a:solidFill>
              <a:ln w="6424" cap="flat">
                <a:solidFill>
                  <a:schemeClr val="tx2"/>
                </a:solidFill>
                <a:prstDash val="solid"/>
                <a:miter/>
              </a:ln>
            </p:spPr>
            <p:txBody>
              <a:bodyPr rtlCol="0" anchor="ctr"/>
              <a:lstStyle/>
              <a:p>
                <a:endParaRPr lang="pt-BR"/>
              </a:p>
            </p:txBody>
          </p:sp>
          <p:grpSp>
            <p:nvGrpSpPr>
              <p:cNvPr id="29" name="Graphic 37">
                <a:extLst>
                  <a:ext uri="{FF2B5EF4-FFF2-40B4-BE49-F238E27FC236}">
                    <a16:creationId xmlns:a16="http://schemas.microsoft.com/office/drawing/2014/main" id="{C46EBF54-3F79-29F1-6F80-18214C189858}"/>
                  </a:ext>
                </a:extLst>
              </p:cNvPr>
              <p:cNvGrpSpPr/>
              <p:nvPr/>
            </p:nvGrpSpPr>
            <p:grpSpPr>
              <a:xfrm>
                <a:off x="5548056" y="1374555"/>
                <a:ext cx="1904056" cy="2043660"/>
                <a:chOff x="5548056" y="1374555"/>
                <a:chExt cx="1904056" cy="2043660"/>
              </a:xfrm>
              <a:solidFill>
                <a:srgbClr val="9D70F2"/>
              </a:solidFill>
            </p:grpSpPr>
            <p:sp>
              <p:nvSpPr>
                <p:cNvPr id="84" name="Freeform: Shape 83">
                  <a:extLst>
                    <a:ext uri="{FF2B5EF4-FFF2-40B4-BE49-F238E27FC236}">
                      <a16:creationId xmlns:a16="http://schemas.microsoft.com/office/drawing/2014/main" id="{64C14DFB-74D0-8548-6A3D-81222B573866}"/>
                    </a:ext>
                  </a:extLst>
                </p:cNvPr>
                <p:cNvSpPr/>
                <p:nvPr/>
              </p:nvSpPr>
              <p:spPr>
                <a:xfrm>
                  <a:off x="5638800" y="1695922"/>
                  <a:ext cx="1611312" cy="1637828"/>
                </a:xfrm>
                <a:custGeom>
                  <a:avLst/>
                  <a:gdLst>
                    <a:gd name="connsiteX0" fmla="*/ 1603899 w 1611312"/>
                    <a:gd name="connsiteY0" fmla="*/ 310555 h 1637828"/>
                    <a:gd name="connsiteX1" fmla="*/ 1603899 w 1611312"/>
                    <a:gd name="connsiteY1" fmla="*/ 310555 h 1637828"/>
                    <a:gd name="connsiteX2" fmla="*/ 1609689 w 1611312"/>
                    <a:gd name="connsiteY2" fmla="*/ 295793 h 1637828"/>
                    <a:gd name="connsiteX3" fmla="*/ 1607116 w 1611312"/>
                    <a:gd name="connsiteY3" fmla="*/ 283598 h 1637828"/>
                    <a:gd name="connsiteX4" fmla="*/ 1596180 w 1611312"/>
                    <a:gd name="connsiteY4" fmla="*/ 263060 h 1637828"/>
                    <a:gd name="connsiteX5" fmla="*/ 1587818 w 1611312"/>
                    <a:gd name="connsiteY5" fmla="*/ 241879 h 1637828"/>
                    <a:gd name="connsiteX6" fmla="*/ 1553724 w 1611312"/>
                    <a:gd name="connsiteY6" fmla="*/ 236103 h 1637828"/>
                    <a:gd name="connsiteX7" fmla="*/ 1533140 w 1611312"/>
                    <a:gd name="connsiteY7" fmla="*/ 242521 h 1637828"/>
                    <a:gd name="connsiteX8" fmla="*/ 1514485 w 1611312"/>
                    <a:gd name="connsiteY8" fmla="*/ 247656 h 1637828"/>
                    <a:gd name="connsiteX9" fmla="*/ 1505479 w 1611312"/>
                    <a:gd name="connsiteY9" fmla="*/ 255999 h 1637828"/>
                    <a:gd name="connsiteX10" fmla="*/ 1503549 w 1611312"/>
                    <a:gd name="connsiteY10" fmla="*/ 250223 h 1637828"/>
                    <a:gd name="connsiteX11" fmla="*/ 1505479 w 1611312"/>
                    <a:gd name="connsiteY11" fmla="*/ 239312 h 1637828"/>
                    <a:gd name="connsiteX12" fmla="*/ 1494543 w 1611312"/>
                    <a:gd name="connsiteY12" fmla="*/ 242521 h 1637828"/>
                    <a:gd name="connsiteX13" fmla="*/ 1481678 w 1611312"/>
                    <a:gd name="connsiteY13" fmla="*/ 237386 h 1637828"/>
                    <a:gd name="connsiteX14" fmla="*/ 1477818 w 1611312"/>
                    <a:gd name="connsiteY14" fmla="*/ 229043 h 1637828"/>
                    <a:gd name="connsiteX15" fmla="*/ 1472029 w 1611312"/>
                    <a:gd name="connsiteY15" fmla="*/ 227759 h 1637828"/>
                    <a:gd name="connsiteX16" fmla="*/ 1459807 w 1611312"/>
                    <a:gd name="connsiteY16" fmla="*/ 236103 h 1637828"/>
                    <a:gd name="connsiteX17" fmla="*/ 1452087 w 1611312"/>
                    <a:gd name="connsiteY17" fmla="*/ 232894 h 1637828"/>
                    <a:gd name="connsiteX18" fmla="*/ 1436006 w 1611312"/>
                    <a:gd name="connsiteY18" fmla="*/ 229685 h 1637828"/>
                    <a:gd name="connsiteX19" fmla="*/ 1424427 w 1611312"/>
                    <a:gd name="connsiteY19" fmla="*/ 227117 h 1637828"/>
                    <a:gd name="connsiteX20" fmla="*/ 1413491 w 1611312"/>
                    <a:gd name="connsiteY20" fmla="*/ 222624 h 1637828"/>
                    <a:gd name="connsiteX21" fmla="*/ 1401912 w 1611312"/>
                    <a:gd name="connsiteY21" fmla="*/ 222624 h 1637828"/>
                    <a:gd name="connsiteX22" fmla="*/ 1394193 w 1611312"/>
                    <a:gd name="connsiteY22" fmla="*/ 232252 h 1637828"/>
                    <a:gd name="connsiteX23" fmla="*/ 1389047 w 1611312"/>
                    <a:gd name="connsiteY23" fmla="*/ 239312 h 1637828"/>
                    <a:gd name="connsiteX24" fmla="*/ 1380041 w 1611312"/>
                    <a:gd name="connsiteY24" fmla="*/ 252148 h 1637828"/>
                    <a:gd name="connsiteX25" fmla="*/ 1369105 w 1611312"/>
                    <a:gd name="connsiteY25" fmla="*/ 252790 h 1637828"/>
                    <a:gd name="connsiteX26" fmla="*/ 1358170 w 1611312"/>
                    <a:gd name="connsiteY26" fmla="*/ 239312 h 1637828"/>
                    <a:gd name="connsiteX27" fmla="*/ 1354953 w 1611312"/>
                    <a:gd name="connsiteY27" fmla="*/ 240596 h 1637828"/>
                    <a:gd name="connsiteX28" fmla="*/ 1358170 w 1611312"/>
                    <a:gd name="connsiteY28" fmla="*/ 262418 h 1637828"/>
                    <a:gd name="connsiteX29" fmla="*/ 1352380 w 1611312"/>
                    <a:gd name="connsiteY29" fmla="*/ 270761 h 1637828"/>
                    <a:gd name="connsiteX30" fmla="*/ 1347877 w 1611312"/>
                    <a:gd name="connsiteY30" fmla="*/ 278463 h 1637828"/>
                    <a:gd name="connsiteX31" fmla="*/ 1339515 w 1611312"/>
                    <a:gd name="connsiteY31" fmla="*/ 280389 h 1637828"/>
                    <a:gd name="connsiteX32" fmla="*/ 1331796 w 1611312"/>
                    <a:gd name="connsiteY32" fmla="*/ 268836 h 1637828"/>
                    <a:gd name="connsiteX33" fmla="*/ 1318930 w 1611312"/>
                    <a:gd name="connsiteY33" fmla="*/ 261776 h 1637828"/>
                    <a:gd name="connsiteX34" fmla="*/ 1316357 w 1611312"/>
                    <a:gd name="connsiteY34" fmla="*/ 272045 h 1637828"/>
                    <a:gd name="connsiteX35" fmla="*/ 1329866 w 1611312"/>
                    <a:gd name="connsiteY35" fmla="*/ 284240 h 1637828"/>
                    <a:gd name="connsiteX36" fmla="*/ 1331152 w 1611312"/>
                    <a:gd name="connsiteY36" fmla="*/ 296434 h 1637828"/>
                    <a:gd name="connsiteX37" fmla="*/ 1320217 w 1611312"/>
                    <a:gd name="connsiteY37" fmla="*/ 299644 h 1637828"/>
                    <a:gd name="connsiteX38" fmla="*/ 1307994 w 1611312"/>
                    <a:gd name="connsiteY38" fmla="*/ 296434 h 1637828"/>
                    <a:gd name="connsiteX39" fmla="*/ 1307351 w 1611312"/>
                    <a:gd name="connsiteY39" fmla="*/ 306062 h 1637828"/>
                    <a:gd name="connsiteX40" fmla="*/ 1317644 w 1611312"/>
                    <a:gd name="connsiteY40" fmla="*/ 315689 h 1637828"/>
                    <a:gd name="connsiteX41" fmla="*/ 1318287 w 1611312"/>
                    <a:gd name="connsiteY41" fmla="*/ 324033 h 1637828"/>
                    <a:gd name="connsiteX42" fmla="*/ 1312497 w 1611312"/>
                    <a:gd name="connsiteY42" fmla="*/ 340079 h 1637828"/>
                    <a:gd name="connsiteX43" fmla="*/ 1317644 w 1611312"/>
                    <a:gd name="connsiteY43" fmla="*/ 347139 h 1637828"/>
                    <a:gd name="connsiteX44" fmla="*/ 1318287 w 1611312"/>
                    <a:gd name="connsiteY44" fmla="*/ 358692 h 1637828"/>
                    <a:gd name="connsiteX45" fmla="*/ 1305421 w 1611312"/>
                    <a:gd name="connsiteY45" fmla="*/ 368319 h 1637828"/>
                    <a:gd name="connsiteX46" fmla="*/ 1300275 w 1611312"/>
                    <a:gd name="connsiteY46" fmla="*/ 374095 h 1637828"/>
                    <a:gd name="connsiteX47" fmla="*/ 1298989 w 1611312"/>
                    <a:gd name="connsiteY47" fmla="*/ 374737 h 1637828"/>
                    <a:gd name="connsiteX48" fmla="*/ 1279691 w 1611312"/>
                    <a:gd name="connsiteY48" fmla="*/ 379872 h 1637828"/>
                    <a:gd name="connsiteX49" fmla="*/ 1274544 w 1611312"/>
                    <a:gd name="connsiteY49" fmla="*/ 384365 h 1637828"/>
                    <a:gd name="connsiteX50" fmla="*/ 1266825 w 1611312"/>
                    <a:gd name="connsiteY50" fmla="*/ 377305 h 1637828"/>
                    <a:gd name="connsiteX51" fmla="*/ 1261036 w 1611312"/>
                    <a:gd name="connsiteY51" fmla="*/ 375379 h 1637828"/>
                    <a:gd name="connsiteX52" fmla="*/ 1254603 w 1611312"/>
                    <a:gd name="connsiteY52" fmla="*/ 375379 h 1637828"/>
                    <a:gd name="connsiteX53" fmla="*/ 1250743 w 1611312"/>
                    <a:gd name="connsiteY53" fmla="*/ 378588 h 1637828"/>
                    <a:gd name="connsiteX54" fmla="*/ 1243667 w 1611312"/>
                    <a:gd name="connsiteY54" fmla="*/ 393350 h 1637828"/>
                    <a:gd name="connsiteX55" fmla="*/ 1252673 w 1611312"/>
                    <a:gd name="connsiteY55" fmla="*/ 405545 h 1637828"/>
                    <a:gd name="connsiteX56" fmla="*/ 1253316 w 1611312"/>
                    <a:gd name="connsiteY56" fmla="*/ 406187 h 1637828"/>
                    <a:gd name="connsiteX57" fmla="*/ 1248814 w 1611312"/>
                    <a:gd name="connsiteY57" fmla="*/ 412605 h 1637828"/>
                    <a:gd name="connsiteX58" fmla="*/ 1239808 w 1611312"/>
                    <a:gd name="connsiteY58" fmla="*/ 428009 h 1637828"/>
                    <a:gd name="connsiteX59" fmla="*/ 1229515 w 1611312"/>
                    <a:gd name="connsiteY59" fmla="*/ 450473 h 1637828"/>
                    <a:gd name="connsiteX60" fmla="*/ 1234018 w 1611312"/>
                    <a:gd name="connsiteY60" fmla="*/ 467160 h 1637828"/>
                    <a:gd name="connsiteX61" fmla="*/ 1246884 w 1611312"/>
                    <a:gd name="connsiteY61" fmla="*/ 501819 h 1637828"/>
                    <a:gd name="connsiteX62" fmla="*/ 1270685 w 1611312"/>
                    <a:gd name="connsiteY62" fmla="*/ 516581 h 1637828"/>
                    <a:gd name="connsiteX63" fmla="*/ 1285480 w 1611312"/>
                    <a:gd name="connsiteY63" fmla="*/ 532626 h 1637828"/>
                    <a:gd name="connsiteX64" fmla="*/ 1286767 w 1611312"/>
                    <a:gd name="connsiteY64" fmla="*/ 535194 h 1637828"/>
                    <a:gd name="connsiteX65" fmla="*/ 1240451 w 1611312"/>
                    <a:gd name="connsiteY65" fmla="*/ 525566 h 1637828"/>
                    <a:gd name="connsiteX66" fmla="*/ 1183843 w 1611312"/>
                    <a:gd name="connsiteY66" fmla="*/ 497968 h 1637828"/>
                    <a:gd name="connsiteX67" fmla="*/ 1187703 w 1611312"/>
                    <a:gd name="connsiteY67" fmla="*/ 485131 h 1637828"/>
                    <a:gd name="connsiteX68" fmla="*/ 1181270 w 1611312"/>
                    <a:gd name="connsiteY68" fmla="*/ 480639 h 1637828"/>
                    <a:gd name="connsiteX69" fmla="*/ 1184486 w 1611312"/>
                    <a:gd name="connsiteY69" fmla="*/ 477429 h 1637828"/>
                    <a:gd name="connsiteX70" fmla="*/ 1187703 w 1611312"/>
                    <a:gd name="connsiteY70" fmla="*/ 481922 h 1637828"/>
                    <a:gd name="connsiteX71" fmla="*/ 1199925 w 1611312"/>
                    <a:gd name="connsiteY71" fmla="*/ 473578 h 1637828"/>
                    <a:gd name="connsiteX72" fmla="*/ 1192849 w 1611312"/>
                    <a:gd name="connsiteY72" fmla="*/ 465877 h 1637828"/>
                    <a:gd name="connsiteX73" fmla="*/ 1188989 w 1611312"/>
                    <a:gd name="connsiteY73" fmla="*/ 463309 h 1637828"/>
                    <a:gd name="connsiteX74" fmla="*/ 1184486 w 1611312"/>
                    <a:gd name="connsiteY74" fmla="*/ 441487 h 1637828"/>
                    <a:gd name="connsiteX75" fmla="*/ 1174837 w 1611312"/>
                    <a:gd name="connsiteY75" fmla="*/ 424800 h 1637828"/>
                    <a:gd name="connsiteX76" fmla="*/ 1181913 w 1611312"/>
                    <a:gd name="connsiteY76" fmla="*/ 411321 h 1637828"/>
                    <a:gd name="connsiteX77" fmla="*/ 1182557 w 1611312"/>
                    <a:gd name="connsiteY77" fmla="*/ 393350 h 1637828"/>
                    <a:gd name="connsiteX78" fmla="*/ 1184486 w 1611312"/>
                    <a:gd name="connsiteY78" fmla="*/ 390141 h 1637828"/>
                    <a:gd name="connsiteX79" fmla="*/ 1185773 w 1611312"/>
                    <a:gd name="connsiteY79" fmla="*/ 381156 h 1637828"/>
                    <a:gd name="connsiteX80" fmla="*/ 1190276 w 1611312"/>
                    <a:gd name="connsiteY80" fmla="*/ 377305 h 1637828"/>
                    <a:gd name="connsiteX81" fmla="*/ 1194779 w 1611312"/>
                    <a:gd name="connsiteY81" fmla="*/ 374737 h 1637828"/>
                    <a:gd name="connsiteX82" fmla="*/ 1195422 w 1611312"/>
                    <a:gd name="connsiteY82" fmla="*/ 377946 h 1637828"/>
                    <a:gd name="connsiteX83" fmla="*/ 1202498 w 1611312"/>
                    <a:gd name="connsiteY83" fmla="*/ 380514 h 1637828"/>
                    <a:gd name="connsiteX84" fmla="*/ 1208287 w 1611312"/>
                    <a:gd name="connsiteY84" fmla="*/ 386932 h 1637828"/>
                    <a:gd name="connsiteX85" fmla="*/ 1217293 w 1611312"/>
                    <a:gd name="connsiteY85" fmla="*/ 395276 h 1637828"/>
                    <a:gd name="connsiteX86" fmla="*/ 1221153 w 1611312"/>
                    <a:gd name="connsiteY86" fmla="*/ 401694 h 1637828"/>
                    <a:gd name="connsiteX87" fmla="*/ 1232089 w 1611312"/>
                    <a:gd name="connsiteY87" fmla="*/ 411321 h 1637828"/>
                    <a:gd name="connsiteX88" fmla="*/ 1234018 w 1611312"/>
                    <a:gd name="connsiteY88" fmla="*/ 403619 h 1637828"/>
                    <a:gd name="connsiteX89" fmla="*/ 1217293 w 1611312"/>
                    <a:gd name="connsiteY89" fmla="*/ 389499 h 1637828"/>
                    <a:gd name="connsiteX90" fmla="*/ 1209574 w 1611312"/>
                    <a:gd name="connsiteY90" fmla="*/ 375379 h 1637828"/>
                    <a:gd name="connsiteX91" fmla="*/ 1213434 w 1611312"/>
                    <a:gd name="connsiteY91" fmla="*/ 363826 h 1637828"/>
                    <a:gd name="connsiteX92" fmla="*/ 1217293 w 1611312"/>
                    <a:gd name="connsiteY92" fmla="*/ 358050 h 1637828"/>
                    <a:gd name="connsiteX93" fmla="*/ 1220510 w 1611312"/>
                    <a:gd name="connsiteY93" fmla="*/ 352915 h 1637828"/>
                    <a:gd name="connsiteX94" fmla="*/ 1221796 w 1611312"/>
                    <a:gd name="connsiteY94" fmla="*/ 346497 h 1637828"/>
                    <a:gd name="connsiteX95" fmla="*/ 1224369 w 1611312"/>
                    <a:gd name="connsiteY95" fmla="*/ 349706 h 1637828"/>
                    <a:gd name="connsiteX96" fmla="*/ 1234018 w 1611312"/>
                    <a:gd name="connsiteY96" fmla="*/ 352273 h 1637828"/>
                    <a:gd name="connsiteX97" fmla="*/ 1242381 w 1611312"/>
                    <a:gd name="connsiteY97" fmla="*/ 351632 h 1637828"/>
                    <a:gd name="connsiteX98" fmla="*/ 1249457 w 1611312"/>
                    <a:gd name="connsiteY98" fmla="*/ 351632 h 1637828"/>
                    <a:gd name="connsiteX99" fmla="*/ 1255890 w 1611312"/>
                    <a:gd name="connsiteY99" fmla="*/ 350348 h 1637828"/>
                    <a:gd name="connsiteX100" fmla="*/ 1251387 w 1611312"/>
                    <a:gd name="connsiteY100" fmla="*/ 343930 h 1637828"/>
                    <a:gd name="connsiteX101" fmla="*/ 1235305 w 1611312"/>
                    <a:gd name="connsiteY101" fmla="*/ 338795 h 1637828"/>
                    <a:gd name="connsiteX102" fmla="*/ 1232732 w 1611312"/>
                    <a:gd name="connsiteY102" fmla="*/ 329168 h 1637828"/>
                    <a:gd name="connsiteX103" fmla="*/ 1238521 w 1611312"/>
                    <a:gd name="connsiteY103" fmla="*/ 318898 h 1637828"/>
                    <a:gd name="connsiteX104" fmla="*/ 1248814 w 1611312"/>
                    <a:gd name="connsiteY104" fmla="*/ 314406 h 1637828"/>
                    <a:gd name="connsiteX105" fmla="*/ 1254603 w 1611312"/>
                    <a:gd name="connsiteY105" fmla="*/ 305420 h 1637828"/>
                    <a:gd name="connsiteX106" fmla="*/ 1248170 w 1611312"/>
                    <a:gd name="connsiteY106" fmla="*/ 287449 h 1637828"/>
                    <a:gd name="connsiteX107" fmla="*/ 1266182 w 1611312"/>
                    <a:gd name="connsiteY107" fmla="*/ 273971 h 1637828"/>
                    <a:gd name="connsiteX108" fmla="*/ 1277118 w 1611312"/>
                    <a:gd name="connsiteY108" fmla="*/ 274612 h 1637828"/>
                    <a:gd name="connsiteX109" fmla="*/ 1288696 w 1611312"/>
                    <a:gd name="connsiteY109" fmla="*/ 270120 h 1637828"/>
                    <a:gd name="connsiteX110" fmla="*/ 1281620 w 1611312"/>
                    <a:gd name="connsiteY110" fmla="*/ 264985 h 1637828"/>
                    <a:gd name="connsiteX111" fmla="*/ 1259106 w 1611312"/>
                    <a:gd name="connsiteY111" fmla="*/ 271403 h 1637828"/>
                    <a:gd name="connsiteX112" fmla="*/ 1258463 w 1611312"/>
                    <a:gd name="connsiteY112" fmla="*/ 271403 h 1637828"/>
                    <a:gd name="connsiteX113" fmla="*/ 1262965 w 1611312"/>
                    <a:gd name="connsiteY113" fmla="*/ 265627 h 1637828"/>
                    <a:gd name="connsiteX114" fmla="*/ 1262965 w 1611312"/>
                    <a:gd name="connsiteY114" fmla="*/ 244447 h 1637828"/>
                    <a:gd name="connsiteX115" fmla="*/ 1262322 w 1611312"/>
                    <a:gd name="connsiteY115" fmla="*/ 243805 h 1637828"/>
                    <a:gd name="connsiteX116" fmla="*/ 1266825 w 1611312"/>
                    <a:gd name="connsiteY116" fmla="*/ 243163 h 1637828"/>
                    <a:gd name="connsiteX117" fmla="*/ 1273258 w 1611312"/>
                    <a:gd name="connsiteY117" fmla="*/ 232894 h 1637828"/>
                    <a:gd name="connsiteX118" fmla="*/ 1261679 w 1611312"/>
                    <a:gd name="connsiteY118" fmla="*/ 232252 h 1637828"/>
                    <a:gd name="connsiteX119" fmla="*/ 1253960 w 1611312"/>
                    <a:gd name="connsiteY119" fmla="*/ 234819 h 1637828"/>
                    <a:gd name="connsiteX120" fmla="*/ 1253316 w 1611312"/>
                    <a:gd name="connsiteY120" fmla="*/ 235461 h 1637828"/>
                    <a:gd name="connsiteX121" fmla="*/ 1251387 w 1611312"/>
                    <a:gd name="connsiteY121" fmla="*/ 234819 h 1637828"/>
                    <a:gd name="connsiteX122" fmla="*/ 1243024 w 1611312"/>
                    <a:gd name="connsiteY122" fmla="*/ 231610 h 1637828"/>
                    <a:gd name="connsiteX123" fmla="*/ 1242381 w 1611312"/>
                    <a:gd name="connsiteY123" fmla="*/ 224550 h 1637828"/>
                    <a:gd name="connsiteX124" fmla="*/ 1239164 w 1611312"/>
                    <a:gd name="connsiteY124" fmla="*/ 221341 h 1637828"/>
                    <a:gd name="connsiteX125" fmla="*/ 1234018 w 1611312"/>
                    <a:gd name="connsiteY125" fmla="*/ 229685 h 1637828"/>
                    <a:gd name="connsiteX126" fmla="*/ 1238521 w 1611312"/>
                    <a:gd name="connsiteY126" fmla="*/ 235461 h 1637828"/>
                    <a:gd name="connsiteX127" fmla="*/ 1232732 w 1611312"/>
                    <a:gd name="connsiteY127" fmla="*/ 239312 h 1637828"/>
                    <a:gd name="connsiteX128" fmla="*/ 1229515 w 1611312"/>
                    <a:gd name="connsiteY128" fmla="*/ 234177 h 1637828"/>
                    <a:gd name="connsiteX129" fmla="*/ 1223083 w 1611312"/>
                    <a:gd name="connsiteY129" fmla="*/ 229685 h 1637828"/>
                    <a:gd name="connsiteX130" fmla="*/ 1216650 w 1611312"/>
                    <a:gd name="connsiteY130" fmla="*/ 234177 h 1637828"/>
                    <a:gd name="connsiteX131" fmla="*/ 1216007 w 1611312"/>
                    <a:gd name="connsiteY131" fmla="*/ 228401 h 1637828"/>
                    <a:gd name="connsiteX132" fmla="*/ 1219866 w 1611312"/>
                    <a:gd name="connsiteY132" fmla="*/ 215564 h 1637828"/>
                    <a:gd name="connsiteX133" fmla="*/ 1221153 w 1611312"/>
                    <a:gd name="connsiteY133" fmla="*/ 206579 h 1637828"/>
                    <a:gd name="connsiteX134" fmla="*/ 1222439 w 1611312"/>
                    <a:gd name="connsiteY134" fmla="*/ 195668 h 1637828"/>
                    <a:gd name="connsiteX135" fmla="*/ 1233375 w 1611312"/>
                    <a:gd name="connsiteY135" fmla="*/ 190533 h 1637828"/>
                    <a:gd name="connsiteX136" fmla="*/ 1243024 w 1611312"/>
                    <a:gd name="connsiteY136" fmla="*/ 178338 h 1637828"/>
                    <a:gd name="connsiteX137" fmla="*/ 1250100 w 1611312"/>
                    <a:gd name="connsiteY137" fmla="*/ 174488 h 1637828"/>
                    <a:gd name="connsiteX138" fmla="*/ 1250743 w 1611312"/>
                    <a:gd name="connsiteY138" fmla="*/ 162293 h 1637828"/>
                    <a:gd name="connsiteX139" fmla="*/ 1235948 w 1611312"/>
                    <a:gd name="connsiteY139" fmla="*/ 171920 h 1637828"/>
                    <a:gd name="connsiteX140" fmla="*/ 1226299 w 1611312"/>
                    <a:gd name="connsiteY140" fmla="*/ 178980 h 1637828"/>
                    <a:gd name="connsiteX141" fmla="*/ 1221153 w 1611312"/>
                    <a:gd name="connsiteY141" fmla="*/ 176413 h 1637828"/>
                    <a:gd name="connsiteX142" fmla="*/ 1217293 w 1611312"/>
                    <a:gd name="connsiteY142" fmla="*/ 166144 h 1637828"/>
                    <a:gd name="connsiteX143" fmla="*/ 1214077 w 1611312"/>
                    <a:gd name="connsiteY143" fmla="*/ 163576 h 1637828"/>
                    <a:gd name="connsiteX144" fmla="*/ 1201855 w 1611312"/>
                    <a:gd name="connsiteY144" fmla="*/ 169995 h 1637828"/>
                    <a:gd name="connsiteX145" fmla="*/ 1197352 w 1611312"/>
                    <a:gd name="connsiteY145" fmla="*/ 171920 h 1637828"/>
                    <a:gd name="connsiteX146" fmla="*/ 1182557 w 1611312"/>
                    <a:gd name="connsiteY146" fmla="*/ 171920 h 1637828"/>
                    <a:gd name="connsiteX147" fmla="*/ 1174837 w 1611312"/>
                    <a:gd name="connsiteY147" fmla="*/ 166144 h 1637828"/>
                    <a:gd name="connsiteX148" fmla="*/ 1177410 w 1611312"/>
                    <a:gd name="connsiteY148" fmla="*/ 155233 h 1637828"/>
                    <a:gd name="connsiteX149" fmla="*/ 1181270 w 1611312"/>
                    <a:gd name="connsiteY149" fmla="*/ 147531 h 1637828"/>
                    <a:gd name="connsiteX150" fmla="*/ 1187059 w 1611312"/>
                    <a:gd name="connsiteY150" fmla="*/ 139187 h 1637828"/>
                    <a:gd name="connsiteX151" fmla="*/ 1194135 w 1611312"/>
                    <a:gd name="connsiteY151" fmla="*/ 126992 h 1637828"/>
                    <a:gd name="connsiteX152" fmla="*/ 1210861 w 1611312"/>
                    <a:gd name="connsiteY152" fmla="*/ 121216 h 1637828"/>
                    <a:gd name="connsiteX153" fmla="*/ 1226299 w 1611312"/>
                    <a:gd name="connsiteY153" fmla="*/ 115440 h 1637828"/>
                    <a:gd name="connsiteX154" fmla="*/ 1239808 w 1611312"/>
                    <a:gd name="connsiteY154" fmla="*/ 109663 h 1637828"/>
                    <a:gd name="connsiteX155" fmla="*/ 1246240 w 1611312"/>
                    <a:gd name="connsiteY155" fmla="*/ 98110 h 1637828"/>
                    <a:gd name="connsiteX156" fmla="*/ 1246884 w 1611312"/>
                    <a:gd name="connsiteY156" fmla="*/ 79497 h 1637828"/>
                    <a:gd name="connsiteX157" fmla="*/ 1247527 w 1611312"/>
                    <a:gd name="connsiteY157" fmla="*/ 69870 h 1637828"/>
                    <a:gd name="connsiteX158" fmla="*/ 1246884 w 1611312"/>
                    <a:gd name="connsiteY158" fmla="*/ 51257 h 1637828"/>
                    <a:gd name="connsiteX159" fmla="*/ 1247527 w 1611312"/>
                    <a:gd name="connsiteY159" fmla="*/ 41630 h 1637828"/>
                    <a:gd name="connsiteX160" fmla="*/ 1230802 w 1611312"/>
                    <a:gd name="connsiteY160" fmla="*/ 40346 h 1637828"/>
                    <a:gd name="connsiteX161" fmla="*/ 1220510 w 1611312"/>
                    <a:gd name="connsiteY161" fmla="*/ 28793 h 1637828"/>
                    <a:gd name="connsiteX162" fmla="*/ 1203784 w 1611312"/>
                    <a:gd name="connsiteY162" fmla="*/ 29435 h 1637828"/>
                    <a:gd name="connsiteX163" fmla="*/ 1192849 w 1611312"/>
                    <a:gd name="connsiteY163" fmla="*/ 25584 h 1637828"/>
                    <a:gd name="connsiteX164" fmla="*/ 1179983 w 1611312"/>
                    <a:gd name="connsiteY164" fmla="*/ 30718 h 1637828"/>
                    <a:gd name="connsiteX165" fmla="*/ 1167761 w 1611312"/>
                    <a:gd name="connsiteY165" fmla="*/ 31360 h 1637828"/>
                    <a:gd name="connsiteX166" fmla="*/ 1163902 w 1611312"/>
                    <a:gd name="connsiteY166" fmla="*/ 44197 h 1637828"/>
                    <a:gd name="connsiteX167" fmla="*/ 1160685 w 1611312"/>
                    <a:gd name="connsiteY167" fmla="*/ 49973 h 1637828"/>
                    <a:gd name="connsiteX168" fmla="*/ 1152323 w 1611312"/>
                    <a:gd name="connsiteY168" fmla="*/ 58317 h 1637828"/>
                    <a:gd name="connsiteX169" fmla="*/ 1149106 w 1611312"/>
                    <a:gd name="connsiteY169" fmla="*/ 64735 h 1637828"/>
                    <a:gd name="connsiteX170" fmla="*/ 1149750 w 1611312"/>
                    <a:gd name="connsiteY170" fmla="*/ 79497 h 1637828"/>
                    <a:gd name="connsiteX171" fmla="*/ 1153609 w 1611312"/>
                    <a:gd name="connsiteY171" fmla="*/ 98752 h 1637828"/>
                    <a:gd name="connsiteX172" fmla="*/ 1152323 w 1611312"/>
                    <a:gd name="connsiteY172" fmla="*/ 108379 h 1637828"/>
                    <a:gd name="connsiteX173" fmla="*/ 1161329 w 1611312"/>
                    <a:gd name="connsiteY173" fmla="*/ 112872 h 1637828"/>
                    <a:gd name="connsiteX174" fmla="*/ 1156826 w 1611312"/>
                    <a:gd name="connsiteY174" fmla="*/ 123783 h 1637828"/>
                    <a:gd name="connsiteX175" fmla="*/ 1147820 w 1611312"/>
                    <a:gd name="connsiteY175" fmla="*/ 135336 h 1637828"/>
                    <a:gd name="connsiteX176" fmla="*/ 1134954 w 1611312"/>
                    <a:gd name="connsiteY176" fmla="*/ 145605 h 1637828"/>
                    <a:gd name="connsiteX177" fmla="*/ 1120802 w 1611312"/>
                    <a:gd name="connsiteY177" fmla="*/ 144964 h 1637828"/>
                    <a:gd name="connsiteX178" fmla="*/ 1105364 w 1611312"/>
                    <a:gd name="connsiteY178" fmla="*/ 151382 h 1637828"/>
                    <a:gd name="connsiteX179" fmla="*/ 1087352 w 1611312"/>
                    <a:gd name="connsiteY179" fmla="*/ 148814 h 1637828"/>
                    <a:gd name="connsiteX180" fmla="*/ 1082849 w 1611312"/>
                    <a:gd name="connsiteY180" fmla="*/ 140471 h 1637828"/>
                    <a:gd name="connsiteX181" fmla="*/ 1084779 w 1611312"/>
                    <a:gd name="connsiteY181" fmla="*/ 131485 h 1637828"/>
                    <a:gd name="connsiteX182" fmla="*/ 1088639 w 1611312"/>
                    <a:gd name="connsiteY182" fmla="*/ 116081 h 1637828"/>
                    <a:gd name="connsiteX183" fmla="*/ 1086066 w 1611312"/>
                    <a:gd name="connsiteY183" fmla="*/ 105170 h 1637828"/>
                    <a:gd name="connsiteX184" fmla="*/ 1083493 w 1611312"/>
                    <a:gd name="connsiteY184" fmla="*/ 94259 h 1637828"/>
                    <a:gd name="connsiteX185" fmla="*/ 1073200 w 1611312"/>
                    <a:gd name="connsiteY185" fmla="*/ 80139 h 1637828"/>
                    <a:gd name="connsiteX186" fmla="*/ 1061621 w 1611312"/>
                    <a:gd name="connsiteY186" fmla="*/ 66661 h 1637828"/>
                    <a:gd name="connsiteX187" fmla="*/ 1040393 w 1611312"/>
                    <a:gd name="connsiteY187" fmla="*/ 58317 h 1637828"/>
                    <a:gd name="connsiteX188" fmla="*/ 1022382 w 1611312"/>
                    <a:gd name="connsiteY188" fmla="*/ 66019 h 1637828"/>
                    <a:gd name="connsiteX189" fmla="*/ 1017236 w 1611312"/>
                    <a:gd name="connsiteY189" fmla="*/ 67303 h 1637828"/>
                    <a:gd name="connsiteX190" fmla="*/ 982499 w 1611312"/>
                    <a:gd name="connsiteY190" fmla="*/ 80781 h 1637828"/>
                    <a:gd name="connsiteX191" fmla="*/ 991505 w 1611312"/>
                    <a:gd name="connsiteY191" fmla="*/ 83348 h 1637828"/>
                    <a:gd name="connsiteX192" fmla="*/ 1017879 w 1611312"/>
                    <a:gd name="connsiteY192" fmla="*/ 78214 h 1637828"/>
                    <a:gd name="connsiteX193" fmla="*/ 1004370 w 1611312"/>
                    <a:gd name="connsiteY193" fmla="*/ 100036 h 1637828"/>
                    <a:gd name="connsiteX194" fmla="*/ 1003084 w 1611312"/>
                    <a:gd name="connsiteY194" fmla="*/ 103245 h 1637828"/>
                    <a:gd name="connsiteX195" fmla="*/ 1003084 w 1611312"/>
                    <a:gd name="connsiteY195" fmla="*/ 103245 h 1637828"/>
                    <a:gd name="connsiteX196" fmla="*/ 995364 w 1611312"/>
                    <a:gd name="connsiteY196" fmla="*/ 101319 h 1637828"/>
                    <a:gd name="connsiteX197" fmla="*/ 988932 w 1611312"/>
                    <a:gd name="connsiteY197" fmla="*/ 99394 h 1637828"/>
                    <a:gd name="connsiteX198" fmla="*/ 981856 w 1611312"/>
                    <a:gd name="connsiteY198" fmla="*/ 98752 h 1637828"/>
                    <a:gd name="connsiteX199" fmla="*/ 977353 w 1611312"/>
                    <a:gd name="connsiteY199" fmla="*/ 96827 h 1637828"/>
                    <a:gd name="connsiteX200" fmla="*/ 969634 w 1611312"/>
                    <a:gd name="connsiteY200" fmla="*/ 101319 h 1637828"/>
                    <a:gd name="connsiteX201" fmla="*/ 962558 w 1611312"/>
                    <a:gd name="connsiteY201" fmla="*/ 110947 h 1637828"/>
                    <a:gd name="connsiteX202" fmla="*/ 960628 w 1611312"/>
                    <a:gd name="connsiteY202" fmla="*/ 124425 h 1637828"/>
                    <a:gd name="connsiteX203" fmla="*/ 963844 w 1611312"/>
                    <a:gd name="connsiteY203" fmla="*/ 129560 h 1637828"/>
                    <a:gd name="connsiteX204" fmla="*/ 967704 w 1611312"/>
                    <a:gd name="connsiteY204" fmla="*/ 134052 h 1637828"/>
                    <a:gd name="connsiteX205" fmla="*/ 971563 w 1611312"/>
                    <a:gd name="connsiteY205" fmla="*/ 137262 h 1637828"/>
                    <a:gd name="connsiteX206" fmla="*/ 978639 w 1611312"/>
                    <a:gd name="connsiteY206" fmla="*/ 139187 h 1637828"/>
                    <a:gd name="connsiteX207" fmla="*/ 983786 w 1611312"/>
                    <a:gd name="connsiteY207" fmla="*/ 140471 h 1637828"/>
                    <a:gd name="connsiteX208" fmla="*/ 990862 w 1611312"/>
                    <a:gd name="connsiteY208" fmla="*/ 142396 h 1637828"/>
                    <a:gd name="connsiteX209" fmla="*/ 994078 w 1611312"/>
                    <a:gd name="connsiteY209" fmla="*/ 141113 h 1637828"/>
                    <a:gd name="connsiteX210" fmla="*/ 995364 w 1611312"/>
                    <a:gd name="connsiteY210" fmla="*/ 138545 h 1637828"/>
                    <a:gd name="connsiteX211" fmla="*/ 1003727 w 1611312"/>
                    <a:gd name="connsiteY211" fmla="*/ 155233 h 1637828"/>
                    <a:gd name="connsiteX212" fmla="*/ 1013376 w 1611312"/>
                    <a:gd name="connsiteY212" fmla="*/ 166144 h 1637828"/>
                    <a:gd name="connsiteX213" fmla="*/ 1030101 w 1611312"/>
                    <a:gd name="connsiteY213" fmla="*/ 167427 h 1637828"/>
                    <a:gd name="connsiteX214" fmla="*/ 1037820 w 1611312"/>
                    <a:gd name="connsiteY214" fmla="*/ 168711 h 1637828"/>
                    <a:gd name="connsiteX215" fmla="*/ 1032031 w 1611312"/>
                    <a:gd name="connsiteY215" fmla="*/ 184757 h 1637828"/>
                    <a:gd name="connsiteX216" fmla="*/ 1026242 w 1611312"/>
                    <a:gd name="connsiteY216" fmla="*/ 207221 h 1637828"/>
                    <a:gd name="connsiteX217" fmla="*/ 1013376 w 1611312"/>
                    <a:gd name="connsiteY217" fmla="*/ 215564 h 1637828"/>
                    <a:gd name="connsiteX218" fmla="*/ 1008230 w 1611312"/>
                    <a:gd name="connsiteY218" fmla="*/ 194384 h 1637828"/>
                    <a:gd name="connsiteX219" fmla="*/ 1001797 w 1611312"/>
                    <a:gd name="connsiteY219" fmla="*/ 180264 h 1637828"/>
                    <a:gd name="connsiteX220" fmla="*/ 994721 w 1611312"/>
                    <a:gd name="connsiteY220" fmla="*/ 175129 h 1637828"/>
                    <a:gd name="connsiteX221" fmla="*/ 990862 w 1611312"/>
                    <a:gd name="connsiteY221" fmla="*/ 171278 h 1637828"/>
                    <a:gd name="connsiteX222" fmla="*/ 986359 w 1611312"/>
                    <a:gd name="connsiteY222" fmla="*/ 168711 h 1637828"/>
                    <a:gd name="connsiteX223" fmla="*/ 977353 w 1611312"/>
                    <a:gd name="connsiteY223" fmla="*/ 169995 h 1637828"/>
                    <a:gd name="connsiteX224" fmla="*/ 967060 w 1611312"/>
                    <a:gd name="connsiteY224" fmla="*/ 176413 h 1637828"/>
                    <a:gd name="connsiteX225" fmla="*/ 958698 w 1611312"/>
                    <a:gd name="connsiteY225" fmla="*/ 181548 h 1637828"/>
                    <a:gd name="connsiteX226" fmla="*/ 956125 w 1611312"/>
                    <a:gd name="connsiteY226" fmla="*/ 179622 h 1637828"/>
                    <a:gd name="connsiteX227" fmla="*/ 950979 w 1611312"/>
                    <a:gd name="connsiteY227" fmla="*/ 175771 h 1637828"/>
                    <a:gd name="connsiteX228" fmla="*/ 942616 w 1611312"/>
                    <a:gd name="connsiteY228" fmla="*/ 169995 h 1637828"/>
                    <a:gd name="connsiteX229" fmla="*/ 945833 w 1611312"/>
                    <a:gd name="connsiteY229" fmla="*/ 174488 h 1637828"/>
                    <a:gd name="connsiteX230" fmla="*/ 951622 w 1611312"/>
                    <a:gd name="connsiteY230" fmla="*/ 178980 h 1637828"/>
                    <a:gd name="connsiteX231" fmla="*/ 958055 w 1611312"/>
                    <a:gd name="connsiteY231" fmla="*/ 183473 h 1637828"/>
                    <a:gd name="connsiteX232" fmla="*/ 948406 w 1611312"/>
                    <a:gd name="connsiteY232" fmla="*/ 192459 h 1637828"/>
                    <a:gd name="connsiteX233" fmla="*/ 938113 w 1611312"/>
                    <a:gd name="connsiteY233" fmla="*/ 209146 h 1637828"/>
                    <a:gd name="connsiteX234" fmla="*/ 935540 w 1611312"/>
                    <a:gd name="connsiteY234" fmla="*/ 216206 h 1637828"/>
                    <a:gd name="connsiteX235" fmla="*/ 934897 w 1611312"/>
                    <a:gd name="connsiteY235" fmla="*/ 223266 h 1637828"/>
                    <a:gd name="connsiteX236" fmla="*/ 931681 w 1611312"/>
                    <a:gd name="connsiteY236" fmla="*/ 217490 h 1637828"/>
                    <a:gd name="connsiteX237" fmla="*/ 907879 w 1611312"/>
                    <a:gd name="connsiteY237" fmla="*/ 205295 h 1637828"/>
                    <a:gd name="connsiteX238" fmla="*/ 894371 w 1611312"/>
                    <a:gd name="connsiteY238" fmla="*/ 198877 h 1637828"/>
                    <a:gd name="connsiteX239" fmla="*/ 887295 w 1611312"/>
                    <a:gd name="connsiteY239" fmla="*/ 195668 h 1637828"/>
                    <a:gd name="connsiteX240" fmla="*/ 886008 w 1611312"/>
                    <a:gd name="connsiteY240" fmla="*/ 190533 h 1637828"/>
                    <a:gd name="connsiteX241" fmla="*/ 886008 w 1611312"/>
                    <a:gd name="connsiteY241" fmla="*/ 169353 h 1637828"/>
                    <a:gd name="connsiteX242" fmla="*/ 902733 w 1611312"/>
                    <a:gd name="connsiteY242" fmla="*/ 158442 h 1637828"/>
                    <a:gd name="connsiteX243" fmla="*/ 889868 w 1611312"/>
                    <a:gd name="connsiteY243" fmla="*/ 152024 h 1637828"/>
                    <a:gd name="connsiteX244" fmla="*/ 878289 w 1611312"/>
                    <a:gd name="connsiteY244" fmla="*/ 141754 h 1637828"/>
                    <a:gd name="connsiteX245" fmla="*/ 893084 w 1611312"/>
                    <a:gd name="connsiteY245" fmla="*/ 128276 h 1637828"/>
                    <a:gd name="connsiteX246" fmla="*/ 909809 w 1611312"/>
                    <a:gd name="connsiteY246" fmla="*/ 113514 h 1637828"/>
                    <a:gd name="connsiteX247" fmla="*/ 891798 w 1611312"/>
                    <a:gd name="connsiteY247" fmla="*/ 117365 h 1637828"/>
                    <a:gd name="connsiteX248" fmla="*/ 866067 w 1611312"/>
                    <a:gd name="connsiteY248" fmla="*/ 126351 h 1637828"/>
                    <a:gd name="connsiteX249" fmla="*/ 840979 w 1611312"/>
                    <a:gd name="connsiteY249" fmla="*/ 130843 h 1637828"/>
                    <a:gd name="connsiteX250" fmla="*/ 817821 w 1611312"/>
                    <a:gd name="connsiteY250" fmla="*/ 139187 h 1637828"/>
                    <a:gd name="connsiteX251" fmla="*/ 806886 w 1611312"/>
                    <a:gd name="connsiteY251" fmla="*/ 136620 h 1637828"/>
                    <a:gd name="connsiteX252" fmla="*/ 828114 w 1611312"/>
                    <a:gd name="connsiteY252" fmla="*/ 106454 h 1637828"/>
                    <a:gd name="connsiteX253" fmla="*/ 837763 w 1611312"/>
                    <a:gd name="connsiteY253" fmla="*/ 92334 h 1637828"/>
                    <a:gd name="connsiteX254" fmla="*/ 846125 w 1611312"/>
                    <a:gd name="connsiteY254" fmla="*/ 75646 h 1637828"/>
                    <a:gd name="connsiteX255" fmla="*/ 851915 w 1611312"/>
                    <a:gd name="connsiteY255" fmla="*/ 58959 h 1637828"/>
                    <a:gd name="connsiteX256" fmla="*/ 834547 w 1611312"/>
                    <a:gd name="connsiteY256" fmla="*/ 66019 h 1637828"/>
                    <a:gd name="connsiteX257" fmla="*/ 816535 w 1611312"/>
                    <a:gd name="connsiteY257" fmla="*/ 67944 h 1637828"/>
                    <a:gd name="connsiteX258" fmla="*/ 812675 w 1611312"/>
                    <a:gd name="connsiteY258" fmla="*/ 62168 h 1637828"/>
                    <a:gd name="connsiteX259" fmla="*/ 815892 w 1611312"/>
                    <a:gd name="connsiteY259" fmla="*/ 55108 h 1637828"/>
                    <a:gd name="connsiteX260" fmla="*/ 820395 w 1611312"/>
                    <a:gd name="connsiteY260" fmla="*/ 44839 h 1637828"/>
                    <a:gd name="connsiteX261" fmla="*/ 808816 w 1611312"/>
                    <a:gd name="connsiteY261" fmla="*/ 60242 h 1637828"/>
                    <a:gd name="connsiteX262" fmla="*/ 804313 w 1611312"/>
                    <a:gd name="connsiteY262" fmla="*/ 58959 h 1637828"/>
                    <a:gd name="connsiteX263" fmla="*/ 799167 w 1611312"/>
                    <a:gd name="connsiteY263" fmla="*/ 69228 h 1637828"/>
                    <a:gd name="connsiteX264" fmla="*/ 799810 w 1611312"/>
                    <a:gd name="connsiteY264" fmla="*/ 73721 h 1637828"/>
                    <a:gd name="connsiteX265" fmla="*/ 789518 w 1611312"/>
                    <a:gd name="connsiteY265" fmla="*/ 80139 h 1637828"/>
                    <a:gd name="connsiteX266" fmla="*/ 765716 w 1611312"/>
                    <a:gd name="connsiteY266" fmla="*/ 66661 h 1637828"/>
                    <a:gd name="connsiteX267" fmla="*/ 762500 w 1611312"/>
                    <a:gd name="connsiteY267" fmla="*/ 64735 h 1637828"/>
                    <a:gd name="connsiteX268" fmla="*/ 765073 w 1611312"/>
                    <a:gd name="connsiteY268" fmla="*/ 61526 h 1637828"/>
                    <a:gd name="connsiteX269" fmla="*/ 770863 w 1611312"/>
                    <a:gd name="connsiteY269" fmla="*/ 28151 h 1637828"/>
                    <a:gd name="connsiteX270" fmla="*/ 752851 w 1611312"/>
                    <a:gd name="connsiteY270" fmla="*/ 15315 h 1637828"/>
                    <a:gd name="connsiteX271" fmla="*/ 740629 w 1611312"/>
                    <a:gd name="connsiteY271" fmla="*/ 14673 h 1637828"/>
                    <a:gd name="connsiteX272" fmla="*/ 739342 w 1611312"/>
                    <a:gd name="connsiteY272" fmla="*/ 10822 h 1637828"/>
                    <a:gd name="connsiteX273" fmla="*/ 738056 w 1611312"/>
                    <a:gd name="connsiteY273" fmla="*/ 15315 h 1637828"/>
                    <a:gd name="connsiteX274" fmla="*/ 714898 w 1611312"/>
                    <a:gd name="connsiteY274" fmla="*/ 31360 h 1637828"/>
                    <a:gd name="connsiteX275" fmla="*/ 711038 w 1611312"/>
                    <a:gd name="connsiteY275" fmla="*/ 41630 h 1637828"/>
                    <a:gd name="connsiteX276" fmla="*/ 703319 w 1611312"/>
                    <a:gd name="connsiteY276" fmla="*/ 33286 h 1637828"/>
                    <a:gd name="connsiteX277" fmla="*/ 698816 w 1611312"/>
                    <a:gd name="connsiteY277" fmla="*/ 9538 h 1637828"/>
                    <a:gd name="connsiteX278" fmla="*/ 687881 w 1611312"/>
                    <a:gd name="connsiteY278" fmla="*/ 2478 h 1637828"/>
                    <a:gd name="connsiteX279" fmla="*/ 694313 w 1611312"/>
                    <a:gd name="connsiteY279" fmla="*/ 30718 h 1637828"/>
                    <a:gd name="connsiteX280" fmla="*/ 700746 w 1611312"/>
                    <a:gd name="connsiteY280" fmla="*/ 58317 h 1637828"/>
                    <a:gd name="connsiteX281" fmla="*/ 707822 w 1611312"/>
                    <a:gd name="connsiteY281" fmla="*/ 75646 h 1637828"/>
                    <a:gd name="connsiteX282" fmla="*/ 703962 w 1611312"/>
                    <a:gd name="connsiteY282" fmla="*/ 92334 h 1637828"/>
                    <a:gd name="connsiteX283" fmla="*/ 696243 w 1611312"/>
                    <a:gd name="connsiteY283" fmla="*/ 102603 h 1637828"/>
                    <a:gd name="connsiteX284" fmla="*/ 681448 w 1611312"/>
                    <a:gd name="connsiteY284" fmla="*/ 102603 h 1637828"/>
                    <a:gd name="connsiteX285" fmla="*/ 658933 w 1611312"/>
                    <a:gd name="connsiteY285" fmla="*/ 83990 h 1637828"/>
                    <a:gd name="connsiteX286" fmla="*/ 662793 w 1611312"/>
                    <a:gd name="connsiteY286" fmla="*/ 73721 h 1637828"/>
                    <a:gd name="connsiteX287" fmla="*/ 657004 w 1611312"/>
                    <a:gd name="connsiteY287" fmla="*/ 49331 h 1637828"/>
                    <a:gd name="connsiteX288" fmla="*/ 638992 w 1611312"/>
                    <a:gd name="connsiteY288" fmla="*/ 42913 h 1637828"/>
                    <a:gd name="connsiteX289" fmla="*/ 616477 w 1611312"/>
                    <a:gd name="connsiteY289" fmla="*/ 49331 h 1637828"/>
                    <a:gd name="connsiteX290" fmla="*/ 615191 w 1611312"/>
                    <a:gd name="connsiteY290" fmla="*/ 49973 h 1637828"/>
                    <a:gd name="connsiteX291" fmla="*/ 608115 w 1611312"/>
                    <a:gd name="connsiteY291" fmla="*/ 40346 h 1637828"/>
                    <a:gd name="connsiteX292" fmla="*/ 598466 w 1611312"/>
                    <a:gd name="connsiteY292" fmla="*/ 30077 h 1637828"/>
                    <a:gd name="connsiteX293" fmla="*/ 592676 w 1611312"/>
                    <a:gd name="connsiteY293" fmla="*/ 43555 h 1637828"/>
                    <a:gd name="connsiteX294" fmla="*/ 611331 w 1611312"/>
                    <a:gd name="connsiteY294" fmla="*/ 62168 h 1637828"/>
                    <a:gd name="connsiteX295" fmla="*/ 620337 w 1611312"/>
                    <a:gd name="connsiteY295" fmla="*/ 80139 h 1637828"/>
                    <a:gd name="connsiteX296" fmla="*/ 631916 w 1611312"/>
                    <a:gd name="connsiteY296" fmla="*/ 88483 h 1637828"/>
                    <a:gd name="connsiteX297" fmla="*/ 631916 w 1611312"/>
                    <a:gd name="connsiteY297" fmla="*/ 88483 h 1637828"/>
                    <a:gd name="connsiteX298" fmla="*/ 633202 w 1611312"/>
                    <a:gd name="connsiteY298" fmla="*/ 100678 h 1637828"/>
                    <a:gd name="connsiteX299" fmla="*/ 613904 w 1611312"/>
                    <a:gd name="connsiteY299" fmla="*/ 93617 h 1637828"/>
                    <a:gd name="connsiteX300" fmla="*/ 609401 w 1611312"/>
                    <a:gd name="connsiteY300" fmla="*/ 102603 h 1637828"/>
                    <a:gd name="connsiteX301" fmla="*/ 604255 w 1611312"/>
                    <a:gd name="connsiteY301" fmla="*/ 115440 h 1637828"/>
                    <a:gd name="connsiteX302" fmla="*/ 590103 w 1611312"/>
                    <a:gd name="connsiteY302" fmla="*/ 143680 h 1637828"/>
                    <a:gd name="connsiteX303" fmla="*/ 588173 w 1611312"/>
                    <a:gd name="connsiteY303" fmla="*/ 143038 h 1637828"/>
                    <a:gd name="connsiteX304" fmla="*/ 563086 w 1611312"/>
                    <a:gd name="connsiteY304" fmla="*/ 134694 h 1637828"/>
                    <a:gd name="connsiteX305" fmla="*/ 562443 w 1611312"/>
                    <a:gd name="connsiteY305" fmla="*/ 130202 h 1637828"/>
                    <a:gd name="connsiteX306" fmla="*/ 557296 w 1611312"/>
                    <a:gd name="connsiteY306" fmla="*/ 124425 h 1637828"/>
                    <a:gd name="connsiteX307" fmla="*/ 550864 w 1611312"/>
                    <a:gd name="connsiteY307" fmla="*/ 135978 h 1637828"/>
                    <a:gd name="connsiteX308" fmla="*/ 560513 w 1611312"/>
                    <a:gd name="connsiteY308" fmla="*/ 152665 h 1637828"/>
                    <a:gd name="connsiteX309" fmla="*/ 564372 w 1611312"/>
                    <a:gd name="connsiteY309" fmla="*/ 140471 h 1637828"/>
                    <a:gd name="connsiteX310" fmla="*/ 570805 w 1611312"/>
                    <a:gd name="connsiteY310" fmla="*/ 143038 h 1637828"/>
                    <a:gd name="connsiteX311" fmla="*/ 580454 w 1611312"/>
                    <a:gd name="connsiteY311" fmla="*/ 149456 h 1637828"/>
                    <a:gd name="connsiteX312" fmla="*/ 583027 w 1611312"/>
                    <a:gd name="connsiteY312" fmla="*/ 152665 h 1637828"/>
                    <a:gd name="connsiteX313" fmla="*/ 577238 w 1611312"/>
                    <a:gd name="connsiteY313" fmla="*/ 153949 h 1637828"/>
                    <a:gd name="connsiteX314" fmla="*/ 575308 w 1611312"/>
                    <a:gd name="connsiteY314" fmla="*/ 157158 h 1637828"/>
                    <a:gd name="connsiteX315" fmla="*/ 575308 w 1611312"/>
                    <a:gd name="connsiteY315" fmla="*/ 157158 h 1637828"/>
                    <a:gd name="connsiteX316" fmla="*/ 570805 w 1611312"/>
                    <a:gd name="connsiteY316" fmla="*/ 167427 h 1637828"/>
                    <a:gd name="connsiteX317" fmla="*/ 571448 w 1611312"/>
                    <a:gd name="connsiteY317" fmla="*/ 178338 h 1637828"/>
                    <a:gd name="connsiteX318" fmla="*/ 558583 w 1611312"/>
                    <a:gd name="connsiteY318" fmla="*/ 182831 h 1637828"/>
                    <a:gd name="connsiteX319" fmla="*/ 554723 w 1611312"/>
                    <a:gd name="connsiteY319" fmla="*/ 182831 h 1637828"/>
                    <a:gd name="connsiteX320" fmla="*/ 549577 w 1611312"/>
                    <a:gd name="connsiteY320" fmla="*/ 189250 h 1637828"/>
                    <a:gd name="connsiteX321" fmla="*/ 542501 w 1611312"/>
                    <a:gd name="connsiteY321" fmla="*/ 190533 h 1637828"/>
                    <a:gd name="connsiteX322" fmla="*/ 539928 w 1611312"/>
                    <a:gd name="connsiteY322" fmla="*/ 184757 h 1637828"/>
                    <a:gd name="connsiteX323" fmla="*/ 539285 w 1611312"/>
                    <a:gd name="connsiteY323" fmla="*/ 184757 h 1637828"/>
                    <a:gd name="connsiteX324" fmla="*/ 538642 w 1611312"/>
                    <a:gd name="connsiteY324" fmla="*/ 180906 h 1637828"/>
                    <a:gd name="connsiteX325" fmla="*/ 535425 w 1611312"/>
                    <a:gd name="connsiteY325" fmla="*/ 176413 h 1637828"/>
                    <a:gd name="connsiteX326" fmla="*/ 531566 w 1611312"/>
                    <a:gd name="connsiteY326" fmla="*/ 179622 h 1637828"/>
                    <a:gd name="connsiteX327" fmla="*/ 528349 w 1611312"/>
                    <a:gd name="connsiteY327" fmla="*/ 177055 h 1637828"/>
                    <a:gd name="connsiteX328" fmla="*/ 525776 w 1611312"/>
                    <a:gd name="connsiteY328" fmla="*/ 161009 h 1637828"/>
                    <a:gd name="connsiteX329" fmla="*/ 523846 w 1611312"/>
                    <a:gd name="connsiteY329" fmla="*/ 146889 h 1637828"/>
                    <a:gd name="connsiteX330" fmla="*/ 520630 w 1611312"/>
                    <a:gd name="connsiteY330" fmla="*/ 155875 h 1637828"/>
                    <a:gd name="connsiteX331" fmla="*/ 523203 w 1611312"/>
                    <a:gd name="connsiteY331" fmla="*/ 173204 h 1637828"/>
                    <a:gd name="connsiteX332" fmla="*/ 518700 w 1611312"/>
                    <a:gd name="connsiteY332" fmla="*/ 176413 h 1637828"/>
                    <a:gd name="connsiteX333" fmla="*/ 514197 w 1611312"/>
                    <a:gd name="connsiteY333" fmla="*/ 171920 h 1637828"/>
                    <a:gd name="connsiteX334" fmla="*/ 508408 w 1611312"/>
                    <a:gd name="connsiteY334" fmla="*/ 184115 h 1637828"/>
                    <a:gd name="connsiteX335" fmla="*/ 498759 w 1611312"/>
                    <a:gd name="connsiteY335" fmla="*/ 187966 h 1637828"/>
                    <a:gd name="connsiteX336" fmla="*/ 495542 w 1611312"/>
                    <a:gd name="connsiteY336" fmla="*/ 171920 h 1637828"/>
                    <a:gd name="connsiteX337" fmla="*/ 493613 w 1611312"/>
                    <a:gd name="connsiteY337" fmla="*/ 153949 h 1637828"/>
                    <a:gd name="connsiteX338" fmla="*/ 491683 w 1611312"/>
                    <a:gd name="connsiteY338" fmla="*/ 140471 h 1637828"/>
                    <a:gd name="connsiteX339" fmla="*/ 487823 w 1611312"/>
                    <a:gd name="connsiteY339" fmla="*/ 143680 h 1637828"/>
                    <a:gd name="connsiteX340" fmla="*/ 490396 w 1611312"/>
                    <a:gd name="connsiteY340" fmla="*/ 156516 h 1637828"/>
                    <a:gd name="connsiteX341" fmla="*/ 491039 w 1611312"/>
                    <a:gd name="connsiteY341" fmla="*/ 169995 h 1637828"/>
                    <a:gd name="connsiteX342" fmla="*/ 491683 w 1611312"/>
                    <a:gd name="connsiteY342" fmla="*/ 182831 h 1637828"/>
                    <a:gd name="connsiteX343" fmla="*/ 488466 w 1611312"/>
                    <a:gd name="connsiteY343" fmla="*/ 193100 h 1637828"/>
                    <a:gd name="connsiteX344" fmla="*/ 479461 w 1611312"/>
                    <a:gd name="connsiteY344" fmla="*/ 184757 h 1637828"/>
                    <a:gd name="connsiteX345" fmla="*/ 473671 w 1611312"/>
                    <a:gd name="connsiteY345" fmla="*/ 179622 h 1637828"/>
                    <a:gd name="connsiteX346" fmla="*/ 470455 w 1611312"/>
                    <a:gd name="connsiteY346" fmla="*/ 175129 h 1637828"/>
                    <a:gd name="connsiteX347" fmla="*/ 466595 w 1611312"/>
                    <a:gd name="connsiteY347" fmla="*/ 187966 h 1637828"/>
                    <a:gd name="connsiteX348" fmla="*/ 464022 w 1611312"/>
                    <a:gd name="connsiteY348" fmla="*/ 191175 h 1637828"/>
                    <a:gd name="connsiteX349" fmla="*/ 465309 w 1611312"/>
                    <a:gd name="connsiteY349" fmla="*/ 198877 h 1637828"/>
                    <a:gd name="connsiteX350" fmla="*/ 457589 w 1611312"/>
                    <a:gd name="connsiteY350" fmla="*/ 208504 h 1637828"/>
                    <a:gd name="connsiteX351" fmla="*/ 449870 w 1611312"/>
                    <a:gd name="connsiteY351" fmla="*/ 208504 h 1637828"/>
                    <a:gd name="connsiteX352" fmla="*/ 448583 w 1611312"/>
                    <a:gd name="connsiteY352" fmla="*/ 199519 h 1637828"/>
                    <a:gd name="connsiteX353" fmla="*/ 448583 w 1611312"/>
                    <a:gd name="connsiteY353" fmla="*/ 190533 h 1637828"/>
                    <a:gd name="connsiteX354" fmla="*/ 445367 w 1611312"/>
                    <a:gd name="connsiteY354" fmla="*/ 188608 h 1637828"/>
                    <a:gd name="connsiteX355" fmla="*/ 445367 w 1611312"/>
                    <a:gd name="connsiteY355" fmla="*/ 204012 h 1637828"/>
                    <a:gd name="connsiteX356" fmla="*/ 446654 w 1611312"/>
                    <a:gd name="connsiteY356" fmla="*/ 211713 h 1637828"/>
                    <a:gd name="connsiteX357" fmla="*/ 444081 w 1611312"/>
                    <a:gd name="connsiteY357" fmla="*/ 220057 h 1637828"/>
                    <a:gd name="connsiteX358" fmla="*/ 442794 w 1611312"/>
                    <a:gd name="connsiteY358" fmla="*/ 220699 h 1637828"/>
                    <a:gd name="connsiteX359" fmla="*/ 435075 w 1611312"/>
                    <a:gd name="connsiteY359" fmla="*/ 211713 h 1637828"/>
                    <a:gd name="connsiteX360" fmla="*/ 418350 w 1611312"/>
                    <a:gd name="connsiteY360" fmla="*/ 206579 h 1637828"/>
                    <a:gd name="connsiteX361" fmla="*/ 404841 w 1611312"/>
                    <a:gd name="connsiteY361" fmla="*/ 194384 h 1637828"/>
                    <a:gd name="connsiteX362" fmla="*/ 399052 w 1611312"/>
                    <a:gd name="connsiteY362" fmla="*/ 185399 h 1637828"/>
                    <a:gd name="connsiteX363" fmla="*/ 379753 w 1611312"/>
                    <a:gd name="connsiteY363" fmla="*/ 194384 h 1637828"/>
                    <a:gd name="connsiteX364" fmla="*/ 361099 w 1611312"/>
                    <a:gd name="connsiteY364" fmla="*/ 192459 h 1637828"/>
                    <a:gd name="connsiteX365" fmla="*/ 345017 w 1611312"/>
                    <a:gd name="connsiteY365" fmla="*/ 189250 h 1637828"/>
                    <a:gd name="connsiteX366" fmla="*/ 327648 w 1611312"/>
                    <a:gd name="connsiteY366" fmla="*/ 195668 h 1637828"/>
                    <a:gd name="connsiteX367" fmla="*/ 308350 w 1611312"/>
                    <a:gd name="connsiteY367" fmla="*/ 197593 h 1637828"/>
                    <a:gd name="connsiteX368" fmla="*/ 298701 w 1611312"/>
                    <a:gd name="connsiteY368" fmla="*/ 213639 h 1637828"/>
                    <a:gd name="connsiteX369" fmla="*/ 296128 w 1611312"/>
                    <a:gd name="connsiteY369" fmla="*/ 225192 h 1637828"/>
                    <a:gd name="connsiteX370" fmla="*/ 278116 w 1611312"/>
                    <a:gd name="connsiteY370" fmla="*/ 232894 h 1637828"/>
                    <a:gd name="connsiteX371" fmla="*/ 265894 w 1611312"/>
                    <a:gd name="connsiteY371" fmla="*/ 246372 h 1637828"/>
                    <a:gd name="connsiteX372" fmla="*/ 244023 w 1611312"/>
                    <a:gd name="connsiteY372" fmla="*/ 249581 h 1637828"/>
                    <a:gd name="connsiteX373" fmla="*/ 229871 w 1611312"/>
                    <a:gd name="connsiteY373" fmla="*/ 260492 h 1637828"/>
                    <a:gd name="connsiteX374" fmla="*/ 211216 w 1611312"/>
                    <a:gd name="connsiteY374" fmla="*/ 261134 h 1637828"/>
                    <a:gd name="connsiteX375" fmla="*/ 194491 w 1611312"/>
                    <a:gd name="connsiteY375" fmla="*/ 284240 h 1637828"/>
                    <a:gd name="connsiteX376" fmla="*/ 203497 w 1611312"/>
                    <a:gd name="connsiteY376" fmla="*/ 300927 h 1637828"/>
                    <a:gd name="connsiteX377" fmla="*/ 223438 w 1611312"/>
                    <a:gd name="connsiteY377" fmla="*/ 301569 h 1637828"/>
                    <a:gd name="connsiteX378" fmla="*/ 238234 w 1611312"/>
                    <a:gd name="connsiteY378" fmla="*/ 304136 h 1637828"/>
                    <a:gd name="connsiteX379" fmla="*/ 227941 w 1611312"/>
                    <a:gd name="connsiteY379" fmla="*/ 322749 h 1637828"/>
                    <a:gd name="connsiteX380" fmla="*/ 229228 w 1611312"/>
                    <a:gd name="connsiteY380" fmla="*/ 355482 h 1637828"/>
                    <a:gd name="connsiteX381" fmla="*/ 233731 w 1611312"/>
                    <a:gd name="connsiteY381" fmla="*/ 390783 h 1637828"/>
                    <a:gd name="connsiteX382" fmla="*/ 247239 w 1611312"/>
                    <a:gd name="connsiteY382" fmla="*/ 406829 h 1637828"/>
                    <a:gd name="connsiteX383" fmla="*/ 260105 w 1611312"/>
                    <a:gd name="connsiteY383" fmla="*/ 386932 h 1637828"/>
                    <a:gd name="connsiteX384" fmla="*/ 279403 w 1611312"/>
                    <a:gd name="connsiteY384" fmla="*/ 398485 h 1637828"/>
                    <a:gd name="connsiteX385" fmla="*/ 288409 w 1611312"/>
                    <a:gd name="connsiteY385" fmla="*/ 416456 h 1637828"/>
                    <a:gd name="connsiteX386" fmla="*/ 262035 w 1611312"/>
                    <a:gd name="connsiteY386" fmla="*/ 453682 h 1637828"/>
                    <a:gd name="connsiteX387" fmla="*/ 247239 w 1611312"/>
                    <a:gd name="connsiteY387" fmla="*/ 472937 h 1637828"/>
                    <a:gd name="connsiteX388" fmla="*/ 246596 w 1611312"/>
                    <a:gd name="connsiteY388" fmla="*/ 474220 h 1637828"/>
                    <a:gd name="connsiteX389" fmla="*/ 242737 w 1611312"/>
                    <a:gd name="connsiteY389" fmla="*/ 471011 h 1637828"/>
                    <a:gd name="connsiteX390" fmla="*/ 197064 w 1611312"/>
                    <a:gd name="connsiteY390" fmla="*/ 453040 h 1637828"/>
                    <a:gd name="connsiteX391" fmla="*/ 176480 w 1611312"/>
                    <a:gd name="connsiteY391" fmla="*/ 457533 h 1637828"/>
                    <a:gd name="connsiteX392" fmla="*/ 158468 w 1611312"/>
                    <a:gd name="connsiteY392" fmla="*/ 466518 h 1637828"/>
                    <a:gd name="connsiteX393" fmla="*/ 150749 w 1611312"/>
                    <a:gd name="connsiteY393" fmla="*/ 478713 h 1637828"/>
                    <a:gd name="connsiteX394" fmla="*/ 143673 w 1611312"/>
                    <a:gd name="connsiteY394" fmla="*/ 492833 h 1637828"/>
                    <a:gd name="connsiteX395" fmla="*/ 141100 w 1611312"/>
                    <a:gd name="connsiteY395" fmla="*/ 506312 h 1637828"/>
                    <a:gd name="connsiteX396" fmla="*/ 134667 w 1611312"/>
                    <a:gd name="connsiteY396" fmla="*/ 519148 h 1637828"/>
                    <a:gd name="connsiteX397" fmla="*/ 141100 w 1611312"/>
                    <a:gd name="connsiteY397" fmla="*/ 531343 h 1637828"/>
                    <a:gd name="connsiteX398" fmla="*/ 150105 w 1611312"/>
                    <a:gd name="connsiteY398" fmla="*/ 548030 h 1637828"/>
                    <a:gd name="connsiteX399" fmla="*/ 171977 w 1611312"/>
                    <a:gd name="connsiteY399" fmla="*/ 567927 h 1637828"/>
                    <a:gd name="connsiteX400" fmla="*/ 190631 w 1611312"/>
                    <a:gd name="connsiteY400" fmla="*/ 577554 h 1637828"/>
                    <a:gd name="connsiteX401" fmla="*/ 193205 w 1611312"/>
                    <a:gd name="connsiteY401" fmla="*/ 587182 h 1637828"/>
                    <a:gd name="connsiteX402" fmla="*/ 189345 w 1611312"/>
                    <a:gd name="connsiteY402" fmla="*/ 600660 h 1637828"/>
                    <a:gd name="connsiteX403" fmla="*/ 170047 w 1611312"/>
                    <a:gd name="connsiteY403" fmla="*/ 603227 h 1637828"/>
                    <a:gd name="connsiteX404" fmla="*/ 155252 w 1611312"/>
                    <a:gd name="connsiteY404" fmla="*/ 592316 h 1637828"/>
                    <a:gd name="connsiteX405" fmla="*/ 143673 w 1611312"/>
                    <a:gd name="connsiteY405" fmla="*/ 603869 h 1637828"/>
                    <a:gd name="connsiteX406" fmla="*/ 153322 w 1611312"/>
                    <a:gd name="connsiteY406" fmla="*/ 628900 h 1637828"/>
                    <a:gd name="connsiteX407" fmla="*/ 122445 w 1611312"/>
                    <a:gd name="connsiteY407" fmla="*/ 653932 h 1637828"/>
                    <a:gd name="connsiteX408" fmla="*/ 108293 w 1611312"/>
                    <a:gd name="connsiteY408" fmla="*/ 652648 h 1637828"/>
                    <a:gd name="connsiteX409" fmla="*/ 93497 w 1611312"/>
                    <a:gd name="connsiteY409" fmla="*/ 648155 h 1637828"/>
                    <a:gd name="connsiteX410" fmla="*/ 78702 w 1611312"/>
                    <a:gd name="connsiteY410" fmla="*/ 654573 h 1637828"/>
                    <a:gd name="connsiteX411" fmla="*/ 76129 w 1611312"/>
                    <a:gd name="connsiteY411" fmla="*/ 669977 h 1637828"/>
                    <a:gd name="connsiteX412" fmla="*/ 72913 w 1611312"/>
                    <a:gd name="connsiteY412" fmla="*/ 677037 h 1637828"/>
                    <a:gd name="connsiteX413" fmla="*/ 88995 w 1611312"/>
                    <a:gd name="connsiteY413" fmla="*/ 694367 h 1637828"/>
                    <a:gd name="connsiteX414" fmla="*/ 75486 w 1611312"/>
                    <a:gd name="connsiteY414" fmla="*/ 720040 h 1637828"/>
                    <a:gd name="connsiteX415" fmla="*/ 57474 w 1611312"/>
                    <a:gd name="connsiteY415" fmla="*/ 721965 h 1637828"/>
                    <a:gd name="connsiteX416" fmla="*/ 36246 w 1611312"/>
                    <a:gd name="connsiteY416" fmla="*/ 727100 h 1637828"/>
                    <a:gd name="connsiteX417" fmla="*/ 45252 w 1611312"/>
                    <a:gd name="connsiteY417" fmla="*/ 737369 h 1637828"/>
                    <a:gd name="connsiteX418" fmla="*/ 58761 w 1611312"/>
                    <a:gd name="connsiteY418" fmla="*/ 751489 h 1637828"/>
                    <a:gd name="connsiteX419" fmla="*/ 49755 w 1611312"/>
                    <a:gd name="connsiteY419" fmla="*/ 764326 h 1637828"/>
                    <a:gd name="connsiteX420" fmla="*/ 40749 w 1611312"/>
                    <a:gd name="connsiteY420" fmla="*/ 767535 h 1637828"/>
                    <a:gd name="connsiteX421" fmla="*/ 24667 w 1611312"/>
                    <a:gd name="connsiteY421" fmla="*/ 763042 h 1637828"/>
                    <a:gd name="connsiteX422" fmla="*/ 9229 w 1611312"/>
                    <a:gd name="connsiteY422" fmla="*/ 763684 h 1637828"/>
                    <a:gd name="connsiteX423" fmla="*/ 6013 w 1611312"/>
                    <a:gd name="connsiteY423" fmla="*/ 778446 h 1637828"/>
                    <a:gd name="connsiteX424" fmla="*/ 22738 w 1611312"/>
                    <a:gd name="connsiteY424" fmla="*/ 779088 h 1637828"/>
                    <a:gd name="connsiteX425" fmla="*/ 36890 w 1611312"/>
                    <a:gd name="connsiteY425" fmla="*/ 777804 h 1637828"/>
                    <a:gd name="connsiteX426" fmla="*/ 44609 w 1611312"/>
                    <a:gd name="connsiteY426" fmla="*/ 776520 h 1637828"/>
                    <a:gd name="connsiteX427" fmla="*/ 54258 w 1611312"/>
                    <a:gd name="connsiteY427" fmla="*/ 795133 h 1637828"/>
                    <a:gd name="connsiteX428" fmla="*/ 47825 w 1611312"/>
                    <a:gd name="connsiteY428" fmla="*/ 810537 h 1637828"/>
                    <a:gd name="connsiteX429" fmla="*/ 33030 w 1611312"/>
                    <a:gd name="connsiteY429" fmla="*/ 814388 h 1637828"/>
                    <a:gd name="connsiteX430" fmla="*/ 15662 w 1611312"/>
                    <a:gd name="connsiteY430" fmla="*/ 812463 h 1637828"/>
                    <a:gd name="connsiteX431" fmla="*/ 4083 w 1611312"/>
                    <a:gd name="connsiteY431" fmla="*/ 829792 h 1637828"/>
                    <a:gd name="connsiteX432" fmla="*/ 25954 w 1611312"/>
                    <a:gd name="connsiteY432" fmla="*/ 824657 h 1637828"/>
                    <a:gd name="connsiteX433" fmla="*/ 50398 w 1611312"/>
                    <a:gd name="connsiteY433" fmla="*/ 831717 h 1637828"/>
                    <a:gd name="connsiteX434" fmla="*/ 51042 w 1611312"/>
                    <a:gd name="connsiteY434" fmla="*/ 852898 h 1637828"/>
                    <a:gd name="connsiteX435" fmla="*/ 51042 w 1611312"/>
                    <a:gd name="connsiteY435" fmla="*/ 868943 h 1637828"/>
                    <a:gd name="connsiteX436" fmla="*/ 28527 w 1611312"/>
                    <a:gd name="connsiteY436" fmla="*/ 878571 h 1637828"/>
                    <a:gd name="connsiteX437" fmla="*/ 21451 w 1611312"/>
                    <a:gd name="connsiteY437" fmla="*/ 892691 h 1637828"/>
                    <a:gd name="connsiteX438" fmla="*/ 42036 w 1611312"/>
                    <a:gd name="connsiteY438" fmla="*/ 888198 h 1637828"/>
                    <a:gd name="connsiteX439" fmla="*/ 58761 w 1611312"/>
                    <a:gd name="connsiteY439" fmla="*/ 887556 h 1637828"/>
                    <a:gd name="connsiteX440" fmla="*/ 65837 w 1611312"/>
                    <a:gd name="connsiteY440" fmla="*/ 901035 h 1637828"/>
                    <a:gd name="connsiteX441" fmla="*/ 63907 w 1611312"/>
                    <a:gd name="connsiteY441" fmla="*/ 905527 h 1637828"/>
                    <a:gd name="connsiteX442" fmla="*/ 42036 w 1611312"/>
                    <a:gd name="connsiteY442" fmla="*/ 910662 h 1637828"/>
                    <a:gd name="connsiteX443" fmla="*/ 38176 w 1611312"/>
                    <a:gd name="connsiteY443" fmla="*/ 908095 h 1637828"/>
                    <a:gd name="connsiteX444" fmla="*/ 27884 w 1611312"/>
                    <a:gd name="connsiteY444" fmla="*/ 915797 h 1637828"/>
                    <a:gd name="connsiteX445" fmla="*/ 9872 w 1611312"/>
                    <a:gd name="connsiteY445" fmla="*/ 932484 h 1637828"/>
                    <a:gd name="connsiteX446" fmla="*/ 35603 w 1611312"/>
                    <a:gd name="connsiteY446" fmla="*/ 931200 h 1637828"/>
                    <a:gd name="connsiteX447" fmla="*/ 63907 w 1611312"/>
                    <a:gd name="connsiteY447" fmla="*/ 913871 h 1637828"/>
                    <a:gd name="connsiteX448" fmla="*/ 78702 w 1611312"/>
                    <a:gd name="connsiteY448" fmla="*/ 913229 h 1637828"/>
                    <a:gd name="connsiteX449" fmla="*/ 85135 w 1611312"/>
                    <a:gd name="connsiteY449" fmla="*/ 930559 h 1637828"/>
                    <a:gd name="connsiteX450" fmla="*/ 96071 w 1611312"/>
                    <a:gd name="connsiteY450" fmla="*/ 936335 h 1637828"/>
                    <a:gd name="connsiteX451" fmla="*/ 101217 w 1611312"/>
                    <a:gd name="connsiteY451" fmla="*/ 947246 h 1637828"/>
                    <a:gd name="connsiteX452" fmla="*/ 107649 w 1611312"/>
                    <a:gd name="connsiteY452" fmla="*/ 965217 h 1637828"/>
                    <a:gd name="connsiteX453" fmla="*/ 117942 w 1611312"/>
                    <a:gd name="connsiteY453" fmla="*/ 985756 h 1637828"/>
                    <a:gd name="connsiteX454" fmla="*/ 134024 w 1611312"/>
                    <a:gd name="connsiteY454" fmla="*/ 986398 h 1637828"/>
                    <a:gd name="connsiteX455" fmla="*/ 147532 w 1611312"/>
                    <a:gd name="connsiteY455" fmla="*/ 987681 h 1637828"/>
                    <a:gd name="connsiteX456" fmla="*/ 171977 w 1611312"/>
                    <a:gd name="connsiteY456" fmla="*/ 988323 h 1637828"/>
                    <a:gd name="connsiteX457" fmla="*/ 184199 w 1611312"/>
                    <a:gd name="connsiteY457" fmla="*/ 994741 h 1637828"/>
                    <a:gd name="connsiteX458" fmla="*/ 204140 w 1611312"/>
                    <a:gd name="connsiteY458" fmla="*/ 1015921 h 1637828"/>
                    <a:gd name="connsiteX459" fmla="*/ 211859 w 1611312"/>
                    <a:gd name="connsiteY459" fmla="*/ 1044804 h 1637828"/>
                    <a:gd name="connsiteX460" fmla="*/ 227298 w 1611312"/>
                    <a:gd name="connsiteY460" fmla="*/ 1062133 h 1637828"/>
                    <a:gd name="connsiteX461" fmla="*/ 246596 w 1611312"/>
                    <a:gd name="connsiteY461" fmla="*/ 1050580 h 1637828"/>
                    <a:gd name="connsiteX462" fmla="*/ 259462 w 1611312"/>
                    <a:gd name="connsiteY462" fmla="*/ 1036460 h 1637828"/>
                    <a:gd name="connsiteX463" fmla="*/ 253029 w 1611312"/>
                    <a:gd name="connsiteY463" fmla="*/ 1055073 h 1637828"/>
                    <a:gd name="connsiteX464" fmla="*/ 253029 w 1611312"/>
                    <a:gd name="connsiteY464" fmla="*/ 1055715 h 1637828"/>
                    <a:gd name="connsiteX465" fmla="*/ 231158 w 1611312"/>
                    <a:gd name="connsiteY465" fmla="*/ 1065984 h 1637828"/>
                    <a:gd name="connsiteX466" fmla="*/ 218935 w 1611312"/>
                    <a:gd name="connsiteY466" fmla="*/ 1083955 h 1637828"/>
                    <a:gd name="connsiteX467" fmla="*/ 177766 w 1611312"/>
                    <a:gd name="connsiteY467" fmla="*/ 1114763 h 1637828"/>
                    <a:gd name="connsiteX468" fmla="*/ 164257 w 1611312"/>
                    <a:gd name="connsiteY468" fmla="*/ 1145570 h 1637828"/>
                    <a:gd name="connsiteX469" fmla="*/ 157825 w 1611312"/>
                    <a:gd name="connsiteY469" fmla="*/ 1171243 h 1637828"/>
                    <a:gd name="connsiteX470" fmla="*/ 143673 w 1611312"/>
                    <a:gd name="connsiteY470" fmla="*/ 1196275 h 1637828"/>
                    <a:gd name="connsiteX471" fmla="*/ 166830 w 1611312"/>
                    <a:gd name="connsiteY471" fmla="*/ 1212320 h 1637828"/>
                    <a:gd name="connsiteX472" fmla="*/ 181626 w 1611312"/>
                    <a:gd name="connsiteY472" fmla="*/ 1179587 h 1637828"/>
                    <a:gd name="connsiteX473" fmla="*/ 187415 w 1611312"/>
                    <a:gd name="connsiteY473" fmla="*/ 1169318 h 1637828"/>
                    <a:gd name="connsiteX474" fmla="*/ 204784 w 1611312"/>
                    <a:gd name="connsiteY474" fmla="*/ 1148138 h 1637828"/>
                    <a:gd name="connsiteX475" fmla="*/ 220222 w 1611312"/>
                    <a:gd name="connsiteY475" fmla="*/ 1116688 h 1637828"/>
                    <a:gd name="connsiteX476" fmla="*/ 235661 w 1611312"/>
                    <a:gd name="connsiteY476" fmla="*/ 1106419 h 1637828"/>
                    <a:gd name="connsiteX477" fmla="*/ 234374 w 1611312"/>
                    <a:gd name="connsiteY477" fmla="*/ 1113479 h 1637828"/>
                    <a:gd name="connsiteX478" fmla="*/ 231158 w 1611312"/>
                    <a:gd name="connsiteY478" fmla="*/ 1128241 h 1637828"/>
                    <a:gd name="connsiteX479" fmla="*/ 217649 w 1611312"/>
                    <a:gd name="connsiteY479" fmla="*/ 1140436 h 1637828"/>
                    <a:gd name="connsiteX480" fmla="*/ 204140 w 1611312"/>
                    <a:gd name="connsiteY480" fmla="*/ 1165467 h 1637828"/>
                    <a:gd name="connsiteX481" fmla="*/ 196421 w 1611312"/>
                    <a:gd name="connsiteY481" fmla="*/ 1180229 h 1637828"/>
                    <a:gd name="connsiteX482" fmla="*/ 188702 w 1611312"/>
                    <a:gd name="connsiteY482" fmla="*/ 1189215 h 1637828"/>
                    <a:gd name="connsiteX483" fmla="*/ 188058 w 1611312"/>
                    <a:gd name="connsiteY483" fmla="*/ 1207828 h 1637828"/>
                    <a:gd name="connsiteX484" fmla="*/ 195778 w 1611312"/>
                    <a:gd name="connsiteY484" fmla="*/ 1227082 h 1637828"/>
                    <a:gd name="connsiteX485" fmla="*/ 198994 w 1611312"/>
                    <a:gd name="connsiteY485" fmla="*/ 1254681 h 1637828"/>
                    <a:gd name="connsiteX486" fmla="*/ 208000 w 1611312"/>
                    <a:gd name="connsiteY486" fmla="*/ 1266876 h 1637828"/>
                    <a:gd name="connsiteX487" fmla="*/ 212503 w 1611312"/>
                    <a:gd name="connsiteY487" fmla="*/ 1273294 h 1637828"/>
                    <a:gd name="connsiteX488" fmla="*/ 220222 w 1611312"/>
                    <a:gd name="connsiteY488" fmla="*/ 1280996 h 1637828"/>
                    <a:gd name="connsiteX489" fmla="*/ 227941 w 1611312"/>
                    <a:gd name="connsiteY489" fmla="*/ 1303460 h 1637828"/>
                    <a:gd name="connsiteX490" fmla="*/ 238877 w 1611312"/>
                    <a:gd name="connsiteY490" fmla="*/ 1317580 h 1637828"/>
                    <a:gd name="connsiteX491" fmla="*/ 247883 w 1611312"/>
                    <a:gd name="connsiteY491" fmla="*/ 1338118 h 1637828"/>
                    <a:gd name="connsiteX492" fmla="*/ 263321 w 1611312"/>
                    <a:gd name="connsiteY492" fmla="*/ 1352880 h 1637828"/>
                    <a:gd name="connsiteX493" fmla="*/ 283263 w 1611312"/>
                    <a:gd name="connsiteY493" fmla="*/ 1350313 h 1637828"/>
                    <a:gd name="connsiteX494" fmla="*/ 294842 w 1611312"/>
                    <a:gd name="connsiteY494" fmla="*/ 1349671 h 1637828"/>
                    <a:gd name="connsiteX495" fmla="*/ 305777 w 1611312"/>
                    <a:gd name="connsiteY495" fmla="*/ 1357373 h 1637828"/>
                    <a:gd name="connsiteX496" fmla="*/ 320572 w 1611312"/>
                    <a:gd name="connsiteY496" fmla="*/ 1356089 h 1637828"/>
                    <a:gd name="connsiteX497" fmla="*/ 332795 w 1611312"/>
                    <a:gd name="connsiteY497" fmla="*/ 1363791 h 1637828"/>
                    <a:gd name="connsiteX498" fmla="*/ 352736 w 1611312"/>
                    <a:gd name="connsiteY498" fmla="*/ 1365075 h 1637828"/>
                    <a:gd name="connsiteX499" fmla="*/ 363672 w 1611312"/>
                    <a:gd name="connsiteY499" fmla="*/ 1372135 h 1637828"/>
                    <a:gd name="connsiteX500" fmla="*/ 373321 w 1611312"/>
                    <a:gd name="connsiteY500" fmla="*/ 1355448 h 1637828"/>
                    <a:gd name="connsiteX501" fmla="*/ 372677 w 1611312"/>
                    <a:gd name="connsiteY501" fmla="*/ 1337476 h 1637828"/>
                    <a:gd name="connsiteX502" fmla="*/ 382970 w 1611312"/>
                    <a:gd name="connsiteY502" fmla="*/ 1329133 h 1637828"/>
                    <a:gd name="connsiteX503" fmla="*/ 388116 w 1611312"/>
                    <a:gd name="connsiteY503" fmla="*/ 1332984 h 1637828"/>
                    <a:gd name="connsiteX504" fmla="*/ 391976 w 1611312"/>
                    <a:gd name="connsiteY504" fmla="*/ 1343895 h 1637828"/>
                    <a:gd name="connsiteX505" fmla="*/ 395835 w 1611312"/>
                    <a:gd name="connsiteY505" fmla="*/ 1347746 h 1637828"/>
                    <a:gd name="connsiteX506" fmla="*/ 408701 w 1611312"/>
                    <a:gd name="connsiteY506" fmla="*/ 1349671 h 1637828"/>
                    <a:gd name="connsiteX507" fmla="*/ 416420 w 1611312"/>
                    <a:gd name="connsiteY507" fmla="*/ 1356089 h 1637828"/>
                    <a:gd name="connsiteX508" fmla="*/ 422209 w 1611312"/>
                    <a:gd name="connsiteY508" fmla="*/ 1359940 h 1637828"/>
                    <a:gd name="connsiteX509" fmla="*/ 418350 w 1611312"/>
                    <a:gd name="connsiteY509" fmla="*/ 1374702 h 1637828"/>
                    <a:gd name="connsiteX510" fmla="*/ 416420 w 1611312"/>
                    <a:gd name="connsiteY510" fmla="*/ 1388181 h 1637828"/>
                    <a:gd name="connsiteX511" fmla="*/ 427356 w 1611312"/>
                    <a:gd name="connsiteY511" fmla="*/ 1377270 h 1637828"/>
                    <a:gd name="connsiteX512" fmla="*/ 433145 w 1611312"/>
                    <a:gd name="connsiteY512" fmla="*/ 1365717 h 1637828"/>
                    <a:gd name="connsiteX513" fmla="*/ 443437 w 1611312"/>
                    <a:gd name="connsiteY513" fmla="*/ 1374060 h 1637828"/>
                    <a:gd name="connsiteX514" fmla="*/ 448583 w 1611312"/>
                    <a:gd name="connsiteY514" fmla="*/ 1380479 h 1637828"/>
                    <a:gd name="connsiteX515" fmla="*/ 450513 w 1611312"/>
                    <a:gd name="connsiteY515" fmla="*/ 1386897 h 1637828"/>
                    <a:gd name="connsiteX516" fmla="*/ 447940 w 1611312"/>
                    <a:gd name="connsiteY516" fmla="*/ 1397166 h 1637828"/>
                    <a:gd name="connsiteX517" fmla="*/ 454373 w 1611312"/>
                    <a:gd name="connsiteY517" fmla="*/ 1397166 h 1637828"/>
                    <a:gd name="connsiteX518" fmla="*/ 469168 w 1611312"/>
                    <a:gd name="connsiteY518" fmla="*/ 1384971 h 1637828"/>
                    <a:gd name="connsiteX519" fmla="*/ 479461 w 1611312"/>
                    <a:gd name="connsiteY519" fmla="*/ 1394599 h 1637828"/>
                    <a:gd name="connsiteX520" fmla="*/ 480104 w 1611312"/>
                    <a:gd name="connsiteY520" fmla="*/ 1417705 h 1637828"/>
                    <a:gd name="connsiteX521" fmla="*/ 491683 w 1611312"/>
                    <a:gd name="connsiteY521" fmla="*/ 1399092 h 1637828"/>
                    <a:gd name="connsiteX522" fmla="*/ 499402 w 1611312"/>
                    <a:gd name="connsiteY522" fmla="*/ 1387539 h 1637828"/>
                    <a:gd name="connsiteX523" fmla="*/ 508408 w 1611312"/>
                    <a:gd name="connsiteY523" fmla="*/ 1387539 h 1637828"/>
                    <a:gd name="connsiteX524" fmla="*/ 514840 w 1611312"/>
                    <a:gd name="connsiteY524" fmla="*/ 1388181 h 1637828"/>
                    <a:gd name="connsiteX525" fmla="*/ 520630 w 1611312"/>
                    <a:gd name="connsiteY525" fmla="*/ 1390106 h 1637828"/>
                    <a:gd name="connsiteX526" fmla="*/ 528992 w 1611312"/>
                    <a:gd name="connsiteY526" fmla="*/ 1394599 h 1637828"/>
                    <a:gd name="connsiteX527" fmla="*/ 539285 w 1611312"/>
                    <a:gd name="connsiteY527" fmla="*/ 1384971 h 1637828"/>
                    <a:gd name="connsiteX528" fmla="*/ 549577 w 1611312"/>
                    <a:gd name="connsiteY528" fmla="*/ 1385613 h 1637828"/>
                    <a:gd name="connsiteX529" fmla="*/ 555367 w 1611312"/>
                    <a:gd name="connsiteY529" fmla="*/ 1388181 h 1637828"/>
                    <a:gd name="connsiteX530" fmla="*/ 566302 w 1611312"/>
                    <a:gd name="connsiteY530" fmla="*/ 1388822 h 1637828"/>
                    <a:gd name="connsiteX531" fmla="*/ 570805 w 1611312"/>
                    <a:gd name="connsiteY531" fmla="*/ 1400375 h 1637828"/>
                    <a:gd name="connsiteX532" fmla="*/ 571448 w 1611312"/>
                    <a:gd name="connsiteY532" fmla="*/ 1409361 h 1637828"/>
                    <a:gd name="connsiteX533" fmla="*/ 563086 w 1611312"/>
                    <a:gd name="connsiteY533" fmla="*/ 1409361 h 1637828"/>
                    <a:gd name="connsiteX534" fmla="*/ 554723 w 1611312"/>
                    <a:gd name="connsiteY534" fmla="*/ 1406794 h 1637828"/>
                    <a:gd name="connsiteX535" fmla="*/ 547647 w 1611312"/>
                    <a:gd name="connsiteY535" fmla="*/ 1412570 h 1637828"/>
                    <a:gd name="connsiteX536" fmla="*/ 543788 w 1611312"/>
                    <a:gd name="connsiteY536" fmla="*/ 1420914 h 1637828"/>
                    <a:gd name="connsiteX537" fmla="*/ 541215 w 1611312"/>
                    <a:gd name="connsiteY537" fmla="*/ 1428616 h 1637828"/>
                    <a:gd name="connsiteX538" fmla="*/ 548934 w 1611312"/>
                    <a:gd name="connsiteY538" fmla="*/ 1438885 h 1637828"/>
                    <a:gd name="connsiteX539" fmla="*/ 539928 w 1611312"/>
                    <a:gd name="connsiteY539" fmla="*/ 1448512 h 1637828"/>
                    <a:gd name="connsiteX540" fmla="*/ 534782 w 1611312"/>
                    <a:gd name="connsiteY540" fmla="*/ 1458140 h 1637828"/>
                    <a:gd name="connsiteX541" fmla="*/ 536712 w 1611312"/>
                    <a:gd name="connsiteY541" fmla="*/ 1465842 h 1637828"/>
                    <a:gd name="connsiteX542" fmla="*/ 540571 w 1611312"/>
                    <a:gd name="connsiteY542" fmla="*/ 1470334 h 1637828"/>
                    <a:gd name="connsiteX543" fmla="*/ 545718 w 1611312"/>
                    <a:gd name="connsiteY543" fmla="*/ 1472902 h 1637828"/>
                    <a:gd name="connsiteX544" fmla="*/ 552150 w 1611312"/>
                    <a:gd name="connsiteY544" fmla="*/ 1476111 h 1637828"/>
                    <a:gd name="connsiteX545" fmla="*/ 557940 w 1611312"/>
                    <a:gd name="connsiteY545" fmla="*/ 1478036 h 1637828"/>
                    <a:gd name="connsiteX546" fmla="*/ 566945 w 1611312"/>
                    <a:gd name="connsiteY546" fmla="*/ 1476753 h 1637828"/>
                    <a:gd name="connsiteX547" fmla="*/ 578524 w 1611312"/>
                    <a:gd name="connsiteY547" fmla="*/ 1478678 h 1637828"/>
                    <a:gd name="connsiteX548" fmla="*/ 587530 w 1611312"/>
                    <a:gd name="connsiteY548" fmla="*/ 1467125 h 1637828"/>
                    <a:gd name="connsiteX549" fmla="*/ 597823 w 1611312"/>
                    <a:gd name="connsiteY549" fmla="*/ 1464558 h 1637828"/>
                    <a:gd name="connsiteX550" fmla="*/ 604899 w 1611312"/>
                    <a:gd name="connsiteY550" fmla="*/ 1466483 h 1637828"/>
                    <a:gd name="connsiteX551" fmla="*/ 608758 w 1611312"/>
                    <a:gd name="connsiteY551" fmla="*/ 1467125 h 1637828"/>
                    <a:gd name="connsiteX552" fmla="*/ 613261 w 1611312"/>
                    <a:gd name="connsiteY552" fmla="*/ 1461991 h 1637828"/>
                    <a:gd name="connsiteX553" fmla="*/ 616477 w 1611312"/>
                    <a:gd name="connsiteY553" fmla="*/ 1451721 h 1637828"/>
                    <a:gd name="connsiteX554" fmla="*/ 620980 w 1611312"/>
                    <a:gd name="connsiteY554" fmla="*/ 1434392 h 1637828"/>
                    <a:gd name="connsiteX555" fmla="*/ 628056 w 1611312"/>
                    <a:gd name="connsiteY555" fmla="*/ 1424765 h 1637828"/>
                    <a:gd name="connsiteX556" fmla="*/ 637062 w 1611312"/>
                    <a:gd name="connsiteY556" fmla="*/ 1422839 h 1637828"/>
                    <a:gd name="connsiteX557" fmla="*/ 651857 w 1611312"/>
                    <a:gd name="connsiteY557" fmla="*/ 1420914 h 1637828"/>
                    <a:gd name="connsiteX558" fmla="*/ 659577 w 1611312"/>
                    <a:gd name="connsiteY558" fmla="*/ 1411286 h 1637828"/>
                    <a:gd name="connsiteX559" fmla="*/ 661506 w 1611312"/>
                    <a:gd name="connsiteY559" fmla="*/ 1398450 h 1637828"/>
                    <a:gd name="connsiteX560" fmla="*/ 666009 w 1611312"/>
                    <a:gd name="connsiteY560" fmla="*/ 1388822 h 1637828"/>
                    <a:gd name="connsiteX561" fmla="*/ 670512 w 1611312"/>
                    <a:gd name="connsiteY561" fmla="*/ 1379837 h 1637828"/>
                    <a:gd name="connsiteX562" fmla="*/ 684664 w 1611312"/>
                    <a:gd name="connsiteY562" fmla="*/ 1364433 h 1637828"/>
                    <a:gd name="connsiteX563" fmla="*/ 689167 w 1611312"/>
                    <a:gd name="connsiteY563" fmla="*/ 1342611 h 1637828"/>
                    <a:gd name="connsiteX564" fmla="*/ 678875 w 1611312"/>
                    <a:gd name="connsiteY564" fmla="*/ 1325282 h 1637828"/>
                    <a:gd name="connsiteX565" fmla="*/ 671155 w 1611312"/>
                    <a:gd name="connsiteY565" fmla="*/ 1321431 h 1637828"/>
                    <a:gd name="connsiteX566" fmla="*/ 664723 w 1611312"/>
                    <a:gd name="connsiteY566" fmla="*/ 1328491 h 1637828"/>
                    <a:gd name="connsiteX567" fmla="*/ 658933 w 1611312"/>
                    <a:gd name="connsiteY567" fmla="*/ 1334909 h 1637828"/>
                    <a:gd name="connsiteX568" fmla="*/ 651857 w 1611312"/>
                    <a:gd name="connsiteY568" fmla="*/ 1338118 h 1637828"/>
                    <a:gd name="connsiteX569" fmla="*/ 646711 w 1611312"/>
                    <a:gd name="connsiteY569" fmla="*/ 1331700 h 1637828"/>
                    <a:gd name="connsiteX570" fmla="*/ 651857 w 1611312"/>
                    <a:gd name="connsiteY570" fmla="*/ 1320789 h 1637828"/>
                    <a:gd name="connsiteX571" fmla="*/ 658290 w 1611312"/>
                    <a:gd name="connsiteY571" fmla="*/ 1313729 h 1637828"/>
                    <a:gd name="connsiteX572" fmla="*/ 656360 w 1611312"/>
                    <a:gd name="connsiteY572" fmla="*/ 1305385 h 1637828"/>
                    <a:gd name="connsiteX573" fmla="*/ 652501 w 1611312"/>
                    <a:gd name="connsiteY573" fmla="*/ 1304743 h 1637828"/>
                    <a:gd name="connsiteX574" fmla="*/ 653787 w 1611312"/>
                    <a:gd name="connsiteY574" fmla="*/ 1295758 h 1637828"/>
                    <a:gd name="connsiteX575" fmla="*/ 657647 w 1611312"/>
                    <a:gd name="connsiteY575" fmla="*/ 1288056 h 1637828"/>
                    <a:gd name="connsiteX576" fmla="*/ 649928 w 1611312"/>
                    <a:gd name="connsiteY576" fmla="*/ 1297041 h 1637828"/>
                    <a:gd name="connsiteX577" fmla="*/ 644138 w 1611312"/>
                    <a:gd name="connsiteY577" fmla="*/ 1303460 h 1637828"/>
                    <a:gd name="connsiteX578" fmla="*/ 637705 w 1611312"/>
                    <a:gd name="connsiteY578" fmla="*/ 1311161 h 1637828"/>
                    <a:gd name="connsiteX579" fmla="*/ 633846 w 1611312"/>
                    <a:gd name="connsiteY579" fmla="*/ 1320789 h 1637828"/>
                    <a:gd name="connsiteX580" fmla="*/ 628056 w 1611312"/>
                    <a:gd name="connsiteY580" fmla="*/ 1324640 h 1637828"/>
                    <a:gd name="connsiteX581" fmla="*/ 630629 w 1611312"/>
                    <a:gd name="connsiteY581" fmla="*/ 1318222 h 1637828"/>
                    <a:gd name="connsiteX582" fmla="*/ 628056 w 1611312"/>
                    <a:gd name="connsiteY582" fmla="*/ 1309878 h 1637828"/>
                    <a:gd name="connsiteX583" fmla="*/ 622910 w 1611312"/>
                    <a:gd name="connsiteY583" fmla="*/ 1305385 h 1637828"/>
                    <a:gd name="connsiteX584" fmla="*/ 624840 w 1611312"/>
                    <a:gd name="connsiteY584" fmla="*/ 1296400 h 1637828"/>
                    <a:gd name="connsiteX585" fmla="*/ 631916 w 1611312"/>
                    <a:gd name="connsiteY585" fmla="*/ 1288056 h 1637828"/>
                    <a:gd name="connsiteX586" fmla="*/ 640279 w 1611312"/>
                    <a:gd name="connsiteY586" fmla="*/ 1275219 h 1637828"/>
                    <a:gd name="connsiteX587" fmla="*/ 650571 w 1611312"/>
                    <a:gd name="connsiteY587" fmla="*/ 1270727 h 1637828"/>
                    <a:gd name="connsiteX588" fmla="*/ 644138 w 1611312"/>
                    <a:gd name="connsiteY588" fmla="*/ 1262383 h 1637828"/>
                    <a:gd name="connsiteX589" fmla="*/ 641565 w 1611312"/>
                    <a:gd name="connsiteY589" fmla="*/ 1254681 h 1637828"/>
                    <a:gd name="connsiteX590" fmla="*/ 642852 w 1611312"/>
                    <a:gd name="connsiteY590" fmla="*/ 1246337 h 1637828"/>
                    <a:gd name="connsiteX591" fmla="*/ 650571 w 1611312"/>
                    <a:gd name="connsiteY591" fmla="*/ 1236710 h 1637828"/>
                    <a:gd name="connsiteX592" fmla="*/ 652501 w 1611312"/>
                    <a:gd name="connsiteY592" fmla="*/ 1230291 h 1637828"/>
                    <a:gd name="connsiteX593" fmla="*/ 646711 w 1611312"/>
                    <a:gd name="connsiteY593" fmla="*/ 1236068 h 1637828"/>
                    <a:gd name="connsiteX594" fmla="*/ 645425 w 1611312"/>
                    <a:gd name="connsiteY594" fmla="*/ 1229650 h 1637828"/>
                    <a:gd name="connsiteX595" fmla="*/ 650571 w 1611312"/>
                    <a:gd name="connsiteY595" fmla="*/ 1223231 h 1637828"/>
                    <a:gd name="connsiteX596" fmla="*/ 644781 w 1611312"/>
                    <a:gd name="connsiteY596" fmla="*/ 1227082 h 1637828"/>
                    <a:gd name="connsiteX597" fmla="*/ 638992 w 1611312"/>
                    <a:gd name="connsiteY597" fmla="*/ 1225157 h 1637828"/>
                    <a:gd name="connsiteX598" fmla="*/ 636419 w 1611312"/>
                    <a:gd name="connsiteY598" fmla="*/ 1218739 h 1637828"/>
                    <a:gd name="connsiteX599" fmla="*/ 635132 w 1611312"/>
                    <a:gd name="connsiteY599" fmla="*/ 1211037 h 1637828"/>
                    <a:gd name="connsiteX600" fmla="*/ 632559 w 1611312"/>
                    <a:gd name="connsiteY600" fmla="*/ 1200126 h 1637828"/>
                    <a:gd name="connsiteX601" fmla="*/ 635776 w 1611312"/>
                    <a:gd name="connsiteY601" fmla="*/ 1192424 h 1637828"/>
                    <a:gd name="connsiteX602" fmla="*/ 641565 w 1611312"/>
                    <a:gd name="connsiteY602" fmla="*/ 1184722 h 1637828"/>
                    <a:gd name="connsiteX603" fmla="*/ 640279 w 1611312"/>
                    <a:gd name="connsiteY603" fmla="*/ 1180871 h 1637828"/>
                    <a:gd name="connsiteX604" fmla="*/ 641565 w 1611312"/>
                    <a:gd name="connsiteY604" fmla="*/ 1180229 h 1637828"/>
                    <a:gd name="connsiteX605" fmla="*/ 645425 w 1611312"/>
                    <a:gd name="connsiteY605" fmla="*/ 1187931 h 1637828"/>
                    <a:gd name="connsiteX606" fmla="*/ 654430 w 1611312"/>
                    <a:gd name="connsiteY606" fmla="*/ 1193066 h 1637828"/>
                    <a:gd name="connsiteX607" fmla="*/ 654430 w 1611312"/>
                    <a:gd name="connsiteY607" fmla="*/ 1177020 h 1637828"/>
                    <a:gd name="connsiteX608" fmla="*/ 652501 w 1611312"/>
                    <a:gd name="connsiteY608" fmla="*/ 1175736 h 1637828"/>
                    <a:gd name="connsiteX609" fmla="*/ 673729 w 1611312"/>
                    <a:gd name="connsiteY609" fmla="*/ 1162900 h 1637828"/>
                    <a:gd name="connsiteX610" fmla="*/ 741915 w 1611312"/>
                    <a:gd name="connsiteY610" fmla="*/ 1110270 h 1637828"/>
                    <a:gd name="connsiteX611" fmla="*/ 741915 w 1611312"/>
                    <a:gd name="connsiteY611" fmla="*/ 1117330 h 1637828"/>
                    <a:gd name="connsiteX612" fmla="*/ 743845 w 1611312"/>
                    <a:gd name="connsiteY612" fmla="*/ 1125674 h 1637828"/>
                    <a:gd name="connsiteX613" fmla="*/ 748348 w 1611312"/>
                    <a:gd name="connsiteY613" fmla="*/ 1130808 h 1637828"/>
                    <a:gd name="connsiteX614" fmla="*/ 758640 w 1611312"/>
                    <a:gd name="connsiteY614" fmla="*/ 1134018 h 1637828"/>
                    <a:gd name="connsiteX615" fmla="*/ 751564 w 1611312"/>
                    <a:gd name="connsiteY615" fmla="*/ 1144287 h 1637828"/>
                    <a:gd name="connsiteX616" fmla="*/ 747062 w 1611312"/>
                    <a:gd name="connsiteY616" fmla="*/ 1149421 h 1637828"/>
                    <a:gd name="connsiteX617" fmla="*/ 743202 w 1611312"/>
                    <a:gd name="connsiteY617" fmla="*/ 1158407 h 1637828"/>
                    <a:gd name="connsiteX618" fmla="*/ 738056 w 1611312"/>
                    <a:gd name="connsiteY618" fmla="*/ 1168676 h 1637828"/>
                    <a:gd name="connsiteX619" fmla="*/ 732910 w 1611312"/>
                    <a:gd name="connsiteY619" fmla="*/ 1180229 h 1637828"/>
                    <a:gd name="connsiteX620" fmla="*/ 729693 w 1611312"/>
                    <a:gd name="connsiteY620" fmla="*/ 1189856 h 1637828"/>
                    <a:gd name="connsiteX621" fmla="*/ 730980 w 1611312"/>
                    <a:gd name="connsiteY621" fmla="*/ 1194349 h 1637828"/>
                    <a:gd name="connsiteX622" fmla="*/ 730980 w 1611312"/>
                    <a:gd name="connsiteY622" fmla="*/ 1202693 h 1637828"/>
                    <a:gd name="connsiteX623" fmla="*/ 726477 w 1611312"/>
                    <a:gd name="connsiteY623" fmla="*/ 1206544 h 1637828"/>
                    <a:gd name="connsiteX624" fmla="*/ 721331 w 1611312"/>
                    <a:gd name="connsiteY624" fmla="*/ 1214246 h 1637828"/>
                    <a:gd name="connsiteX625" fmla="*/ 717471 w 1611312"/>
                    <a:gd name="connsiteY625" fmla="*/ 1223231 h 1637828"/>
                    <a:gd name="connsiteX626" fmla="*/ 712968 w 1611312"/>
                    <a:gd name="connsiteY626" fmla="*/ 1225799 h 1637828"/>
                    <a:gd name="connsiteX627" fmla="*/ 710395 w 1611312"/>
                    <a:gd name="connsiteY627" fmla="*/ 1231575 h 1637828"/>
                    <a:gd name="connsiteX628" fmla="*/ 704606 w 1611312"/>
                    <a:gd name="connsiteY628" fmla="*/ 1234142 h 1637828"/>
                    <a:gd name="connsiteX629" fmla="*/ 701389 w 1611312"/>
                    <a:gd name="connsiteY629" fmla="*/ 1226440 h 1637828"/>
                    <a:gd name="connsiteX630" fmla="*/ 693027 w 1611312"/>
                    <a:gd name="connsiteY630" fmla="*/ 1228366 h 1637828"/>
                    <a:gd name="connsiteX631" fmla="*/ 694313 w 1611312"/>
                    <a:gd name="connsiteY631" fmla="*/ 1240561 h 1637828"/>
                    <a:gd name="connsiteX632" fmla="*/ 687237 w 1611312"/>
                    <a:gd name="connsiteY632" fmla="*/ 1251472 h 1637828"/>
                    <a:gd name="connsiteX633" fmla="*/ 681448 w 1611312"/>
                    <a:gd name="connsiteY633" fmla="*/ 1259174 h 1637828"/>
                    <a:gd name="connsiteX634" fmla="*/ 676945 w 1611312"/>
                    <a:gd name="connsiteY634" fmla="*/ 1266234 h 1637828"/>
                    <a:gd name="connsiteX635" fmla="*/ 680805 w 1611312"/>
                    <a:gd name="connsiteY635" fmla="*/ 1277145 h 1637828"/>
                    <a:gd name="connsiteX636" fmla="*/ 685951 w 1611312"/>
                    <a:gd name="connsiteY636" fmla="*/ 1291265 h 1637828"/>
                    <a:gd name="connsiteX637" fmla="*/ 687237 w 1611312"/>
                    <a:gd name="connsiteY637" fmla="*/ 1302818 h 1637828"/>
                    <a:gd name="connsiteX638" fmla="*/ 689167 w 1611312"/>
                    <a:gd name="connsiteY638" fmla="*/ 1309878 h 1637828"/>
                    <a:gd name="connsiteX639" fmla="*/ 695600 w 1611312"/>
                    <a:gd name="connsiteY639" fmla="*/ 1314371 h 1637828"/>
                    <a:gd name="connsiteX640" fmla="*/ 703319 w 1611312"/>
                    <a:gd name="connsiteY640" fmla="*/ 1302818 h 1637828"/>
                    <a:gd name="connsiteX641" fmla="*/ 712968 w 1611312"/>
                    <a:gd name="connsiteY641" fmla="*/ 1298967 h 1637828"/>
                    <a:gd name="connsiteX642" fmla="*/ 719401 w 1611312"/>
                    <a:gd name="connsiteY642" fmla="*/ 1290623 h 1637828"/>
                    <a:gd name="connsiteX643" fmla="*/ 723261 w 1611312"/>
                    <a:gd name="connsiteY643" fmla="*/ 1282279 h 1637828"/>
                    <a:gd name="connsiteX644" fmla="*/ 729693 w 1611312"/>
                    <a:gd name="connsiteY644" fmla="*/ 1277787 h 1637828"/>
                    <a:gd name="connsiteX645" fmla="*/ 738699 w 1611312"/>
                    <a:gd name="connsiteY645" fmla="*/ 1274577 h 1637828"/>
                    <a:gd name="connsiteX646" fmla="*/ 747062 w 1611312"/>
                    <a:gd name="connsiteY646" fmla="*/ 1268159 h 1637828"/>
                    <a:gd name="connsiteX647" fmla="*/ 755424 w 1611312"/>
                    <a:gd name="connsiteY647" fmla="*/ 1261099 h 1637828"/>
                    <a:gd name="connsiteX648" fmla="*/ 761214 w 1611312"/>
                    <a:gd name="connsiteY648" fmla="*/ 1254039 h 1637828"/>
                    <a:gd name="connsiteX649" fmla="*/ 765716 w 1611312"/>
                    <a:gd name="connsiteY649" fmla="*/ 1248904 h 1637828"/>
                    <a:gd name="connsiteX650" fmla="*/ 763143 w 1611312"/>
                    <a:gd name="connsiteY650" fmla="*/ 1239277 h 1637828"/>
                    <a:gd name="connsiteX651" fmla="*/ 761214 w 1611312"/>
                    <a:gd name="connsiteY651" fmla="*/ 1234784 h 1637828"/>
                    <a:gd name="connsiteX652" fmla="*/ 750921 w 1611312"/>
                    <a:gd name="connsiteY652" fmla="*/ 1232859 h 1637828"/>
                    <a:gd name="connsiteX653" fmla="*/ 745132 w 1611312"/>
                    <a:gd name="connsiteY653" fmla="*/ 1234142 h 1637828"/>
                    <a:gd name="connsiteX654" fmla="*/ 745132 w 1611312"/>
                    <a:gd name="connsiteY654" fmla="*/ 1226440 h 1637828"/>
                    <a:gd name="connsiteX655" fmla="*/ 754138 w 1611312"/>
                    <a:gd name="connsiteY655" fmla="*/ 1218739 h 1637828"/>
                    <a:gd name="connsiteX656" fmla="*/ 758640 w 1611312"/>
                    <a:gd name="connsiteY656" fmla="*/ 1211678 h 1637828"/>
                    <a:gd name="connsiteX657" fmla="*/ 767003 w 1611312"/>
                    <a:gd name="connsiteY657" fmla="*/ 1203977 h 1637828"/>
                    <a:gd name="connsiteX658" fmla="*/ 768933 w 1611312"/>
                    <a:gd name="connsiteY658" fmla="*/ 1197558 h 1637828"/>
                    <a:gd name="connsiteX659" fmla="*/ 770863 w 1611312"/>
                    <a:gd name="connsiteY659" fmla="*/ 1184080 h 1637828"/>
                    <a:gd name="connsiteX660" fmla="*/ 779225 w 1611312"/>
                    <a:gd name="connsiteY660" fmla="*/ 1174453 h 1637828"/>
                    <a:gd name="connsiteX661" fmla="*/ 782441 w 1611312"/>
                    <a:gd name="connsiteY661" fmla="*/ 1173169 h 1637828"/>
                    <a:gd name="connsiteX662" fmla="*/ 783085 w 1611312"/>
                    <a:gd name="connsiteY662" fmla="*/ 1162900 h 1637828"/>
                    <a:gd name="connsiteX663" fmla="*/ 788874 w 1611312"/>
                    <a:gd name="connsiteY663" fmla="*/ 1157123 h 1637828"/>
                    <a:gd name="connsiteX664" fmla="*/ 794664 w 1611312"/>
                    <a:gd name="connsiteY664" fmla="*/ 1150063 h 1637828"/>
                    <a:gd name="connsiteX665" fmla="*/ 797237 w 1611312"/>
                    <a:gd name="connsiteY665" fmla="*/ 1143645 h 1637828"/>
                    <a:gd name="connsiteX666" fmla="*/ 799810 w 1611312"/>
                    <a:gd name="connsiteY666" fmla="*/ 1144929 h 1637828"/>
                    <a:gd name="connsiteX667" fmla="*/ 803026 w 1611312"/>
                    <a:gd name="connsiteY667" fmla="*/ 1139794 h 1637828"/>
                    <a:gd name="connsiteX668" fmla="*/ 807529 w 1611312"/>
                    <a:gd name="connsiteY668" fmla="*/ 1134659 h 1637828"/>
                    <a:gd name="connsiteX669" fmla="*/ 813319 w 1611312"/>
                    <a:gd name="connsiteY669" fmla="*/ 1129525 h 1637828"/>
                    <a:gd name="connsiteX670" fmla="*/ 815892 w 1611312"/>
                    <a:gd name="connsiteY670" fmla="*/ 1135301 h 1637828"/>
                    <a:gd name="connsiteX671" fmla="*/ 825541 w 1611312"/>
                    <a:gd name="connsiteY671" fmla="*/ 1156481 h 1637828"/>
                    <a:gd name="connsiteX672" fmla="*/ 822324 w 1611312"/>
                    <a:gd name="connsiteY672" fmla="*/ 1163542 h 1637828"/>
                    <a:gd name="connsiteX673" fmla="*/ 817821 w 1611312"/>
                    <a:gd name="connsiteY673" fmla="*/ 1169318 h 1637828"/>
                    <a:gd name="connsiteX674" fmla="*/ 813319 w 1611312"/>
                    <a:gd name="connsiteY674" fmla="*/ 1172527 h 1637828"/>
                    <a:gd name="connsiteX675" fmla="*/ 810746 w 1611312"/>
                    <a:gd name="connsiteY675" fmla="*/ 1184080 h 1637828"/>
                    <a:gd name="connsiteX676" fmla="*/ 806886 w 1611312"/>
                    <a:gd name="connsiteY676" fmla="*/ 1189856 h 1637828"/>
                    <a:gd name="connsiteX677" fmla="*/ 803026 w 1611312"/>
                    <a:gd name="connsiteY677" fmla="*/ 1187931 h 1637828"/>
                    <a:gd name="connsiteX678" fmla="*/ 797880 w 1611312"/>
                    <a:gd name="connsiteY678" fmla="*/ 1184722 h 1637828"/>
                    <a:gd name="connsiteX679" fmla="*/ 790161 w 1611312"/>
                    <a:gd name="connsiteY679" fmla="*/ 1181513 h 1637828"/>
                    <a:gd name="connsiteX680" fmla="*/ 787588 w 1611312"/>
                    <a:gd name="connsiteY680" fmla="*/ 1191140 h 1637828"/>
                    <a:gd name="connsiteX681" fmla="*/ 778582 w 1611312"/>
                    <a:gd name="connsiteY681" fmla="*/ 1206544 h 1637828"/>
                    <a:gd name="connsiteX682" fmla="*/ 777939 w 1611312"/>
                    <a:gd name="connsiteY682" fmla="*/ 1218097 h 1637828"/>
                    <a:gd name="connsiteX683" fmla="*/ 776009 w 1611312"/>
                    <a:gd name="connsiteY683" fmla="*/ 1227082 h 1637828"/>
                    <a:gd name="connsiteX684" fmla="*/ 775366 w 1611312"/>
                    <a:gd name="connsiteY684" fmla="*/ 1236068 h 1637828"/>
                    <a:gd name="connsiteX685" fmla="*/ 784371 w 1611312"/>
                    <a:gd name="connsiteY685" fmla="*/ 1234784 h 1637828"/>
                    <a:gd name="connsiteX686" fmla="*/ 789518 w 1611312"/>
                    <a:gd name="connsiteY686" fmla="*/ 1227082 h 1637828"/>
                    <a:gd name="connsiteX687" fmla="*/ 799810 w 1611312"/>
                    <a:gd name="connsiteY687" fmla="*/ 1221948 h 1637828"/>
                    <a:gd name="connsiteX688" fmla="*/ 806886 w 1611312"/>
                    <a:gd name="connsiteY688" fmla="*/ 1209753 h 1637828"/>
                    <a:gd name="connsiteX689" fmla="*/ 808816 w 1611312"/>
                    <a:gd name="connsiteY689" fmla="*/ 1198842 h 1637828"/>
                    <a:gd name="connsiteX690" fmla="*/ 812032 w 1611312"/>
                    <a:gd name="connsiteY690" fmla="*/ 1191140 h 1637828"/>
                    <a:gd name="connsiteX691" fmla="*/ 817178 w 1611312"/>
                    <a:gd name="connsiteY691" fmla="*/ 1183438 h 1637828"/>
                    <a:gd name="connsiteX692" fmla="*/ 824897 w 1611312"/>
                    <a:gd name="connsiteY692" fmla="*/ 1177662 h 1637828"/>
                    <a:gd name="connsiteX693" fmla="*/ 831330 w 1611312"/>
                    <a:gd name="connsiteY693" fmla="*/ 1171885 h 1637828"/>
                    <a:gd name="connsiteX694" fmla="*/ 832617 w 1611312"/>
                    <a:gd name="connsiteY694" fmla="*/ 1170602 h 1637828"/>
                    <a:gd name="connsiteX695" fmla="*/ 835190 w 1611312"/>
                    <a:gd name="connsiteY695" fmla="*/ 1174453 h 1637828"/>
                    <a:gd name="connsiteX696" fmla="*/ 846769 w 1611312"/>
                    <a:gd name="connsiteY696" fmla="*/ 1200126 h 1637828"/>
                    <a:gd name="connsiteX697" fmla="*/ 849985 w 1611312"/>
                    <a:gd name="connsiteY697" fmla="*/ 1205260 h 1637828"/>
                    <a:gd name="connsiteX698" fmla="*/ 849342 w 1611312"/>
                    <a:gd name="connsiteY698" fmla="*/ 1207186 h 1637828"/>
                    <a:gd name="connsiteX699" fmla="*/ 846125 w 1611312"/>
                    <a:gd name="connsiteY699" fmla="*/ 1215529 h 1637828"/>
                    <a:gd name="connsiteX700" fmla="*/ 856418 w 1611312"/>
                    <a:gd name="connsiteY700" fmla="*/ 1224515 h 1637828"/>
                    <a:gd name="connsiteX701" fmla="*/ 860277 w 1611312"/>
                    <a:gd name="connsiteY701" fmla="*/ 1222590 h 1637828"/>
                    <a:gd name="connsiteX702" fmla="*/ 860277 w 1611312"/>
                    <a:gd name="connsiteY702" fmla="*/ 1227724 h 1637828"/>
                    <a:gd name="connsiteX703" fmla="*/ 869926 w 1611312"/>
                    <a:gd name="connsiteY703" fmla="*/ 1250188 h 1637828"/>
                    <a:gd name="connsiteX704" fmla="*/ 880862 w 1611312"/>
                    <a:gd name="connsiteY704" fmla="*/ 1263666 h 1637828"/>
                    <a:gd name="connsiteX705" fmla="*/ 880219 w 1611312"/>
                    <a:gd name="connsiteY705" fmla="*/ 1267517 h 1637828"/>
                    <a:gd name="connsiteX706" fmla="*/ 876359 w 1611312"/>
                    <a:gd name="connsiteY706" fmla="*/ 1278428 h 1637828"/>
                    <a:gd name="connsiteX707" fmla="*/ 871856 w 1611312"/>
                    <a:gd name="connsiteY707" fmla="*/ 1288698 h 1637828"/>
                    <a:gd name="connsiteX708" fmla="*/ 866710 w 1611312"/>
                    <a:gd name="connsiteY708" fmla="*/ 1300250 h 1637828"/>
                    <a:gd name="connsiteX709" fmla="*/ 862207 w 1611312"/>
                    <a:gd name="connsiteY709" fmla="*/ 1305385 h 1637828"/>
                    <a:gd name="connsiteX710" fmla="*/ 859634 w 1611312"/>
                    <a:gd name="connsiteY710" fmla="*/ 1317580 h 1637828"/>
                    <a:gd name="connsiteX711" fmla="*/ 852558 w 1611312"/>
                    <a:gd name="connsiteY711" fmla="*/ 1323998 h 1637828"/>
                    <a:gd name="connsiteX712" fmla="*/ 846125 w 1611312"/>
                    <a:gd name="connsiteY712" fmla="*/ 1329133 h 1637828"/>
                    <a:gd name="connsiteX713" fmla="*/ 839693 w 1611312"/>
                    <a:gd name="connsiteY713" fmla="*/ 1334267 h 1637828"/>
                    <a:gd name="connsiteX714" fmla="*/ 831330 w 1611312"/>
                    <a:gd name="connsiteY714" fmla="*/ 1333625 h 1637828"/>
                    <a:gd name="connsiteX715" fmla="*/ 826827 w 1611312"/>
                    <a:gd name="connsiteY715" fmla="*/ 1323998 h 1637828"/>
                    <a:gd name="connsiteX716" fmla="*/ 829400 w 1611312"/>
                    <a:gd name="connsiteY716" fmla="*/ 1313087 h 1637828"/>
                    <a:gd name="connsiteX717" fmla="*/ 831973 w 1611312"/>
                    <a:gd name="connsiteY717" fmla="*/ 1300892 h 1637828"/>
                    <a:gd name="connsiteX718" fmla="*/ 835190 w 1611312"/>
                    <a:gd name="connsiteY718" fmla="*/ 1290623 h 1637828"/>
                    <a:gd name="connsiteX719" fmla="*/ 829400 w 1611312"/>
                    <a:gd name="connsiteY719" fmla="*/ 1277787 h 1637828"/>
                    <a:gd name="connsiteX720" fmla="*/ 819108 w 1611312"/>
                    <a:gd name="connsiteY720" fmla="*/ 1286130 h 1637828"/>
                    <a:gd name="connsiteX721" fmla="*/ 815892 w 1611312"/>
                    <a:gd name="connsiteY721" fmla="*/ 1297041 h 1637828"/>
                    <a:gd name="connsiteX722" fmla="*/ 812032 w 1611312"/>
                    <a:gd name="connsiteY722" fmla="*/ 1307311 h 1637828"/>
                    <a:gd name="connsiteX723" fmla="*/ 812675 w 1611312"/>
                    <a:gd name="connsiteY723" fmla="*/ 1316938 h 1637828"/>
                    <a:gd name="connsiteX724" fmla="*/ 812032 w 1611312"/>
                    <a:gd name="connsiteY724" fmla="*/ 1324640 h 1637828"/>
                    <a:gd name="connsiteX725" fmla="*/ 808816 w 1611312"/>
                    <a:gd name="connsiteY725" fmla="*/ 1331700 h 1637828"/>
                    <a:gd name="connsiteX726" fmla="*/ 800453 w 1611312"/>
                    <a:gd name="connsiteY726" fmla="*/ 1338760 h 1637828"/>
                    <a:gd name="connsiteX727" fmla="*/ 803026 w 1611312"/>
                    <a:gd name="connsiteY727" fmla="*/ 1345178 h 1637828"/>
                    <a:gd name="connsiteX728" fmla="*/ 805599 w 1611312"/>
                    <a:gd name="connsiteY728" fmla="*/ 1350955 h 1637828"/>
                    <a:gd name="connsiteX729" fmla="*/ 810746 w 1611312"/>
                    <a:gd name="connsiteY729" fmla="*/ 1355448 h 1637828"/>
                    <a:gd name="connsiteX730" fmla="*/ 815892 w 1611312"/>
                    <a:gd name="connsiteY730" fmla="*/ 1359940 h 1637828"/>
                    <a:gd name="connsiteX731" fmla="*/ 820395 w 1611312"/>
                    <a:gd name="connsiteY731" fmla="*/ 1370851 h 1637828"/>
                    <a:gd name="connsiteX732" fmla="*/ 821038 w 1611312"/>
                    <a:gd name="connsiteY732" fmla="*/ 1377270 h 1637828"/>
                    <a:gd name="connsiteX733" fmla="*/ 822968 w 1611312"/>
                    <a:gd name="connsiteY733" fmla="*/ 1383046 h 1637828"/>
                    <a:gd name="connsiteX734" fmla="*/ 819108 w 1611312"/>
                    <a:gd name="connsiteY734" fmla="*/ 1390748 h 1637828"/>
                    <a:gd name="connsiteX735" fmla="*/ 813319 w 1611312"/>
                    <a:gd name="connsiteY735" fmla="*/ 1396524 h 1637828"/>
                    <a:gd name="connsiteX736" fmla="*/ 804956 w 1611312"/>
                    <a:gd name="connsiteY736" fmla="*/ 1404868 h 1637828"/>
                    <a:gd name="connsiteX737" fmla="*/ 804313 w 1611312"/>
                    <a:gd name="connsiteY737" fmla="*/ 1418988 h 1637828"/>
                    <a:gd name="connsiteX738" fmla="*/ 815892 w 1611312"/>
                    <a:gd name="connsiteY738" fmla="*/ 1421556 h 1637828"/>
                    <a:gd name="connsiteX739" fmla="*/ 828114 w 1611312"/>
                    <a:gd name="connsiteY739" fmla="*/ 1402301 h 1637828"/>
                    <a:gd name="connsiteX740" fmla="*/ 835833 w 1611312"/>
                    <a:gd name="connsiteY740" fmla="*/ 1384330 h 1637828"/>
                    <a:gd name="connsiteX741" fmla="*/ 842909 w 1611312"/>
                    <a:gd name="connsiteY741" fmla="*/ 1370210 h 1637828"/>
                    <a:gd name="connsiteX742" fmla="*/ 849342 w 1611312"/>
                    <a:gd name="connsiteY742" fmla="*/ 1363791 h 1637828"/>
                    <a:gd name="connsiteX743" fmla="*/ 858991 w 1611312"/>
                    <a:gd name="connsiteY743" fmla="*/ 1358657 h 1637828"/>
                    <a:gd name="connsiteX744" fmla="*/ 875073 w 1611312"/>
                    <a:gd name="connsiteY744" fmla="*/ 1347746 h 1637828"/>
                    <a:gd name="connsiteX745" fmla="*/ 878932 w 1611312"/>
                    <a:gd name="connsiteY745" fmla="*/ 1349029 h 1637828"/>
                    <a:gd name="connsiteX746" fmla="*/ 886651 w 1611312"/>
                    <a:gd name="connsiteY746" fmla="*/ 1346462 h 1637828"/>
                    <a:gd name="connsiteX747" fmla="*/ 890511 w 1611312"/>
                    <a:gd name="connsiteY747" fmla="*/ 1350313 h 1637828"/>
                    <a:gd name="connsiteX748" fmla="*/ 896944 w 1611312"/>
                    <a:gd name="connsiteY748" fmla="*/ 1352238 h 1637828"/>
                    <a:gd name="connsiteX749" fmla="*/ 901447 w 1611312"/>
                    <a:gd name="connsiteY749" fmla="*/ 1356731 h 1637828"/>
                    <a:gd name="connsiteX750" fmla="*/ 904020 w 1611312"/>
                    <a:gd name="connsiteY750" fmla="*/ 1362508 h 1637828"/>
                    <a:gd name="connsiteX751" fmla="*/ 904020 w 1611312"/>
                    <a:gd name="connsiteY751" fmla="*/ 1376628 h 1637828"/>
                    <a:gd name="connsiteX752" fmla="*/ 895014 w 1611312"/>
                    <a:gd name="connsiteY752" fmla="*/ 1381762 h 1637828"/>
                    <a:gd name="connsiteX753" fmla="*/ 892441 w 1611312"/>
                    <a:gd name="connsiteY753" fmla="*/ 1391390 h 1637828"/>
                    <a:gd name="connsiteX754" fmla="*/ 897587 w 1611312"/>
                    <a:gd name="connsiteY754" fmla="*/ 1400375 h 1637828"/>
                    <a:gd name="connsiteX755" fmla="*/ 899517 w 1611312"/>
                    <a:gd name="connsiteY755" fmla="*/ 1408077 h 1637828"/>
                    <a:gd name="connsiteX756" fmla="*/ 898874 w 1611312"/>
                    <a:gd name="connsiteY756" fmla="*/ 1416421 h 1637828"/>
                    <a:gd name="connsiteX757" fmla="*/ 896944 w 1611312"/>
                    <a:gd name="connsiteY757" fmla="*/ 1426048 h 1637828"/>
                    <a:gd name="connsiteX758" fmla="*/ 890511 w 1611312"/>
                    <a:gd name="connsiteY758" fmla="*/ 1440810 h 1637828"/>
                    <a:gd name="connsiteX759" fmla="*/ 888581 w 1611312"/>
                    <a:gd name="connsiteY759" fmla="*/ 1453647 h 1637828"/>
                    <a:gd name="connsiteX760" fmla="*/ 886008 w 1611312"/>
                    <a:gd name="connsiteY760" fmla="*/ 1464558 h 1637828"/>
                    <a:gd name="connsiteX761" fmla="*/ 889868 w 1611312"/>
                    <a:gd name="connsiteY761" fmla="*/ 1478036 h 1637828"/>
                    <a:gd name="connsiteX762" fmla="*/ 894371 w 1611312"/>
                    <a:gd name="connsiteY762" fmla="*/ 1492798 h 1637828"/>
                    <a:gd name="connsiteX763" fmla="*/ 893728 w 1611312"/>
                    <a:gd name="connsiteY763" fmla="*/ 1503067 h 1637828"/>
                    <a:gd name="connsiteX764" fmla="*/ 881505 w 1611312"/>
                    <a:gd name="connsiteY764" fmla="*/ 1516546 h 1637828"/>
                    <a:gd name="connsiteX765" fmla="*/ 872500 w 1611312"/>
                    <a:gd name="connsiteY765" fmla="*/ 1528740 h 1637828"/>
                    <a:gd name="connsiteX766" fmla="*/ 865424 w 1611312"/>
                    <a:gd name="connsiteY766" fmla="*/ 1540293 h 1637828"/>
                    <a:gd name="connsiteX767" fmla="*/ 860277 w 1611312"/>
                    <a:gd name="connsiteY767" fmla="*/ 1546070 h 1637828"/>
                    <a:gd name="connsiteX768" fmla="*/ 851272 w 1611312"/>
                    <a:gd name="connsiteY768" fmla="*/ 1543503 h 1637828"/>
                    <a:gd name="connsiteX769" fmla="*/ 848055 w 1611312"/>
                    <a:gd name="connsiteY769" fmla="*/ 1554414 h 1637828"/>
                    <a:gd name="connsiteX770" fmla="*/ 840979 w 1611312"/>
                    <a:gd name="connsiteY770" fmla="*/ 1563399 h 1637828"/>
                    <a:gd name="connsiteX771" fmla="*/ 837763 w 1611312"/>
                    <a:gd name="connsiteY771" fmla="*/ 1572385 h 1637828"/>
                    <a:gd name="connsiteX772" fmla="*/ 843552 w 1611312"/>
                    <a:gd name="connsiteY772" fmla="*/ 1576877 h 1637828"/>
                    <a:gd name="connsiteX773" fmla="*/ 849342 w 1611312"/>
                    <a:gd name="connsiteY773" fmla="*/ 1576236 h 1637828"/>
                    <a:gd name="connsiteX774" fmla="*/ 855775 w 1611312"/>
                    <a:gd name="connsiteY774" fmla="*/ 1577519 h 1637828"/>
                    <a:gd name="connsiteX775" fmla="*/ 863494 w 1611312"/>
                    <a:gd name="connsiteY775" fmla="*/ 1571101 h 1637828"/>
                    <a:gd name="connsiteX776" fmla="*/ 867997 w 1611312"/>
                    <a:gd name="connsiteY776" fmla="*/ 1573668 h 1637828"/>
                    <a:gd name="connsiteX777" fmla="*/ 876359 w 1611312"/>
                    <a:gd name="connsiteY777" fmla="*/ 1564041 h 1637828"/>
                    <a:gd name="connsiteX778" fmla="*/ 884078 w 1611312"/>
                    <a:gd name="connsiteY778" fmla="*/ 1551846 h 1637828"/>
                    <a:gd name="connsiteX779" fmla="*/ 891154 w 1611312"/>
                    <a:gd name="connsiteY779" fmla="*/ 1539010 h 1637828"/>
                    <a:gd name="connsiteX780" fmla="*/ 900160 w 1611312"/>
                    <a:gd name="connsiteY780" fmla="*/ 1525531 h 1637828"/>
                    <a:gd name="connsiteX781" fmla="*/ 905306 w 1611312"/>
                    <a:gd name="connsiteY781" fmla="*/ 1524890 h 1637828"/>
                    <a:gd name="connsiteX782" fmla="*/ 913026 w 1611312"/>
                    <a:gd name="connsiteY782" fmla="*/ 1530024 h 1637828"/>
                    <a:gd name="connsiteX783" fmla="*/ 920745 w 1611312"/>
                    <a:gd name="connsiteY783" fmla="*/ 1535801 h 1637828"/>
                    <a:gd name="connsiteX784" fmla="*/ 929107 w 1611312"/>
                    <a:gd name="connsiteY784" fmla="*/ 1543503 h 1637828"/>
                    <a:gd name="connsiteX785" fmla="*/ 935540 w 1611312"/>
                    <a:gd name="connsiteY785" fmla="*/ 1537084 h 1637828"/>
                    <a:gd name="connsiteX786" fmla="*/ 927821 w 1611312"/>
                    <a:gd name="connsiteY786" fmla="*/ 1528099 h 1637828"/>
                    <a:gd name="connsiteX787" fmla="*/ 920102 w 1611312"/>
                    <a:gd name="connsiteY787" fmla="*/ 1524248 h 1637828"/>
                    <a:gd name="connsiteX788" fmla="*/ 912382 w 1611312"/>
                    <a:gd name="connsiteY788" fmla="*/ 1517830 h 1637828"/>
                    <a:gd name="connsiteX789" fmla="*/ 912382 w 1611312"/>
                    <a:gd name="connsiteY789" fmla="*/ 1511411 h 1637828"/>
                    <a:gd name="connsiteX790" fmla="*/ 918172 w 1611312"/>
                    <a:gd name="connsiteY790" fmla="*/ 1501142 h 1637828"/>
                    <a:gd name="connsiteX791" fmla="*/ 921388 w 1611312"/>
                    <a:gd name="connsiteY791" fmla="*/ 1492798 h 1637828"/>
                    <a:gd name="connsiteX792" fmla="*/ 931681 w 1611312"/>
                    <a:gd name="connsiteY792" fmla="*/ 1485738 h 1637828"/>
                    <a:gd name="connsiteX793" fmla="*/ 940043 w 1611312"/>
                    <a:gd name="connsiteY793" fmla="*/ 1472902 h 1637828"/>
                    <a:gd name="connsiteX794" fmla="*/ 946476 w 1611312"/>
                    <a:gd name="connsiteY794" fmla="*/ 1465200 h 1637828"/>
                    <a:gd name="connsiteX795" fmla="*/ 959341 w 1611312"/>
                    <a:gd name="connsiteY795" fmla="*/ 1458140 h 1637828"/>
                    <a:gd name="connsiteX796" fmla="*/ 971563 w 1611312"/>
                    <a:gd name="connsiteY796" fmla="*/ 1454289 h 1637828"/>
                    <a:gd name="connsiteX797" fmla="*/ 979926 w 1611312"/>
                    <a:gd name="connsiteY797" fmla="*/ 1453647 h 1637828"/>
                    <a:gd name="connsiteX798" fmla="*/ 991505 w 1611312"/>
                    <a:gd name="connsiteY798" fmla="*/ 1461349 h 1637828"/>
                    <a:gd name="connsiteX799" fmla="*/ 988288 w 1611312"/>
                    <a:gd name="connsiteY799" fmla="*/ 1470334 h 1637828"/>
                    <a:gd name="connsiteX800" fmla="*/ 983142 w 1611312"/>
                    <a:gd name="connsiteY800" fmla="*/ 1478678 h 1637828"/>
                    <a:gd name="connsiteX801" fmla="*/ 975423 w 1611312"/>
                    <a:gd name="connsiteY801" fmla="*/ 1485738 h 1637828"/>
                    <a:gd name="connsiteX802" fmla="*/ 972207 w 1611312"/>
                    <a:gd name="connsiteY802" fmla="*/ 1494082 h 1637828"/>
                    <a:gd name="connsiteX803" fmla="*/ 970277 w 1611312"/>
                    <a:gd name="connsiteY803" fmla="*/ 1507560 h 1637828"/>
                    <a:gd name="connsiteX804" fmla="*/ 973493 w 1611312"/>
                    <a:gd name="connsiteY804" fmla="*/ 1526173 h 1637828"/>
                    <a:gd name="connsiteX805" fmla="*/ 977996 w 1611312"/>
                    <a:gd name="connsiteY805" fmla="*/ 1535159 h 1637828"/>
                    <a:gd name="connsiteX806" fmla="*/ 981213 w 1611312"/>
                    <a:gd name="connsiteY806" fmla="*/ 1542861 h 1637828"/>
                    <a:gd name="connsiteX807" fmla="*/ 987645 w 1611312"/>
                    <a:gd name="connsiteY807" fmla="*/ 1555697 h 1637828"/>
                    <a:gd name="connsiteX808" fmla="*/ 987002 w 1611312"/>
                    <a:gd name="connsiteY808" fmla="*/ 1573668 h 1637828"/>
                    <a:gd name="connsiteX809" fmla="*/ 997294 w 1611312"/>
                    <a:gd name="connsiteY809" fmla="*/ 1595491 h 1637828"/>
                    <a:gd name="connsiteX810" fmla="*/ 991505 w 1611312"/>
                    <a:gd name="connsiteY810" fmla="*/ 1605118 h 1637828"/>
                    <a:gd name="connsiteX811" fmla="*/ 989575 w 1611312"/>
                    <a:gd name="connsiteY811" fmla="*/ 1618596 h 1637828"/>
                    <a:gd name="connsiteX812" fmla="*/ 989575 w 1611312"/>
                    <a:gd name="connsiteY812" fmla="*/ 1629507 h 1637828"/>
                    <a:gd name="connsiteX813" fmla="*/ 993435 w 1611312"/>
                    <a:gd name="connsiteY813" fmla="*/ 1637209 h 1637828"/>
                    <a:gd name="connsiteX814" fmla="*/ 1000511 w 1611312"/>
                    <a:gd name="connsiteY814" fmla="*/ 1603192 h 1637828"/>
                    <a:gd name="connsiteX815" fmla="*/ 999224 w 1611312"/>
                    <a:gd name="connsiteY815" fmla="*/ 1595491 h 1637828"/>
                    <a:gd name="connsiteX816" fmla="*/ 1016592 w 1611312"/>
                    <a:gd name="connsiteY816" fmla="*/ 1583938 h 1637828"/>
                    <a:gd name="connsiteX817" fmla="*/ 1016592 w 1611312"/>
                    <a:gd name="connsiteY817" fmla="*/ 1576236 h 1637828"/>
                    <a:gd name="connsiteX818" fmla="*/ 1018522 w 1611312"/>
                    <a:gd name="connsiteY818" fmla="*/ 1576236 h 1637828"/>
                    <a:gd name="connsiteX819" fmla="*/ 1026242 w 1611312"/>
                    <a:gd name="connsiteY819" fmla="*/ 1568534 h 1637828"/>
                    <a:gd name="connsiteX820" fmla="*/ 1025598 w 1611312"/>
                    <a:gd name="connsiteY820" fmla="*/ 1563399 h 1637828"/>
                    <a:gd name="connsiteX821" fmla="*/ 1031388 w 1611312"/>
                    <a:gd name="connsiteY821" fmla="*/ 1558906 h 1637828"/>
                    <a:gd name="connsiteX822" fmla="*/ 1035891 w 1611312"/>
                    <a:gd name="connsiteY822" fmla="*/ 1549921 h 1637828"/>
                    <a:gd name="connsiteX823" fmla="*/ 1037177 w 1611312"/>
                    <a:gd name="connsiteY823" fmla="*/ 1531308 h 1637828"/>
                    <a:gd name="connsiteX824" fmla="*/ 1036534 w 1611312"/>
                    <a:gd name="connsiteY824" fmla="*/ 1515904 h 1637828"/>
                    <a:gd name="connsiteX825" fmla="*/ 1033961 w 1611312"/>
                    <a:gd name="connsiteY825" fmla="*/ 1496649 h 1637828"/>
                    <a:gd name="connsiteX826" fmla="*/ 1024955 w 1611312"/>
                    <a:gd name="connsiteY826" fmla="*/ 1476753 h 1637828"/>
                    <a:gd name="connsiteX827" fmla="*/ 1014019 w 1611312"/>
                    <a:gd name="connsiteY827" fmla="*/ 1467767 h 1637828"/>
                    <a:gd name="connsiteX828" fmla="*/ 1006300 w 1611312"/>
                    <a:gd name="connsiteY828" fmla="*/ 1461991 h 1637828"/>
                    <a:gd name="connsiteX829" fmla="*/ 1007587 w 1611312"/>
                    <a:gd name="connsiteY829" fmla="*/ 1442736 h 1637828"/>
                    <a:gd name="connsiteX830" fmla="*/ 1003727 w 1611312"/>
                    <a:gd name="connsiteY830" fmla="*/ 1438243 h 1637828"/>
                    <a:gd name="connsiteX831" fmla="*/ 1005657 w 1611312"/>
                    <a:gd name="connsiteY831" fmla="*/ 1410003 h 1637828"/>
                    <a:gd name="connsiteX832" fmla="*/ 1005014 w 1611312"/>
                    <a:gd name="connsiteY832" fmla="*/ 1370851 h 1637828"/>
                    <a:gd name="connsiteX833" fmla="*/ 1010803 w 1611312"/>
                    <a:gd name="connsiteY833" fmla="*/ 1338118 h 1637828"/>
                    <a:gd name="connsiteX834" fmla="*/ 1020452 w 1611312"/>
                    <a:gd name="connsiteY834" fmla="*/ 1316296 h 1637828"/>
                    <a:gd name="connsiteX835" fmla="*/ 1024312 w 1611312"/>
                    <a:gd name="connsiteY835" fmla="*/ 1293832 h 1637828"/>
                    <a:gd name="connsiteX836" fmla="*/ 1030101 w 1611312"/>
                    <a:gd name="connsiteY836" fmla="*/ 1270727 h 1637828"/>
                    <a:gd name="connsiteX837" fmla="*/ 1036534 w 1611312"/>
                    <a:gd name="connsiteY837" fmla="*/ 1263666 h 1637828"/>
                    <a:gd name="connsiteX838" fmla="*/ 1042323 w 1611312"/>
                    <a:gd name="connsiteY838" fmla="*/ 1235426 h 1637828"/>
                    <a:gd name="connsiteX839" fmla="*/ 1043610 w 1611312"/>
                    <a:gd name="connsiteY839" fmla="*/ 1207186 h 1637828"/>
                    <a:gd name="connsiteX840" fmla="*/ 1046183 w 1611312"/>
                    <a:gd name="connsiteY840" fmla="*/ 1209111 h 1637828"/>
                    <a:gd name="connsiteX841" fmla="*/ 1056475 w 1611312"/>
                    <a:gd name="connsiteY841" fmla="*/ 1218739 h 1637828"/>
                    <a:gd name="connsiteX842" fmla="*/ 1062265 w 1611312"/>
                    <a:gd name="connsiteY842" fmla="*/ 1223231 h 1637828"/>
                    <a:gd name="connsiteX843" fmla="*/ 1057762 w 1611312"/>
                    <a:gd name="connsiteY843" fmla="*/ 1234784 h 1637828"/>
                    <a:gd name="connsiteX844" fmla="*/ 1059048 w 1611312"/>
                    <a:gd name="connsiteY844" fmla="*/ 1242486 h 1637828"/>
                    <a:gd name="connsiteX845" fmla="*/ 1064195 w 1611312"/>
                    <a:gd name="connsiteY845" fmla="*/ 1252114 h 1637828"/>
                    <a:gd name="connsiteX846" fmla="*/ 1062908 w 1611312"/>
                    <a:gd name="connsiteY846" fmla="*/ 1263666 h 1637828"/>
                    <a:gd name="connsiteX847" fmla="*/ 1057762 w 1611312"/>
                    <a:gd name="connsiteY847" fmla="*/ 1275861 h 1637828"/>
                    <a:gd name="connsiteX848" fmla="*/ 1072557 w 1611312"/>
                    <a:gd name="connsiteY848" fmla="*/ 1291265 h 1637828"/>
                    <a:gd name="connsiteX849" fmla="*/ 1087352 w 1611312"/>
                    <a:gd name="connsiteY849" fmla="*/ 1277145 h 1637828"/>
                    <a:gd name="connsiteX850" fmla="*/ 1085423 w 1611312"/>
                    <a:gd name="connsiteY850" fmla="*/ 1262383 h 1637828"/>
                    <a:gd name="connsiteX851" fmla="*/ 1089282 w 1611312"/>
                    <a:gd name="connsiteY851" fmla="*/ 1258532 h 1637828"/>
                    <a:gd name="connsiteX852" fmla="*/ 1093142 w 1611312"/>
                    <a:gd name="connsiteY852" fmla="*/ 1254681 h 1637828"/>
                    <a:gd name="connsiteX853" fmla="*/ 1091855 w 1611312"/>
                    <a:gd name="connsiteY853" fmla="*/ 1246337 h 1637828"/>
                    <a:gd name="connsiteX854" fmla="*/ 1091212 w 1611312"/>
                    <a:gd name="connsiteY854" fmla="*/ 1229650 h 1637828"/>
                    <a:gd name="connsiteX855" fmla="*/ 1086066 w 1611312"/>
                    <a:gd name="connsiteY855" fmla="*/ 1223231 h 1637828"/>
                    <a:gd name="connsiteX856" fmla="*/ 1081563 w 1611312"/>
                    <a:gd name="connsiteY856" fmla="*/ 1214888 h 1637828"/>
                    <a:gd name="connsiteX857" fmla="*/ 1087996 w 1611312"/>
                    <a:gd name="connsiteY857" fmla="*/ 1205260 h 1637828"/>
                    <a:gd name="connsiteX858" fmla="*/ 1088639 w 1611312"/>
                    <a:gd name="connsiteY858" fmla="*/ 1193066 h 1637828"/>
                    <a:gd name="connsiteX859" fmla="*/ 1097645 w 1611312"/>
                    <a:gd name="connsiteY859" fmla="*/ 1192424 h 1637828"/>
                    <a:gd name="connsiteX860" fmla="*/ 1110510 w 1611312"/>
                    <a:gd name="connsiteY860" fmla="*/ 1197558 h 1637828"/>
                    <a:gd name="connsiteX861" fmla="*/ 1114370 w 1611312"/>
                    <a:gd name="connsiteY861" fmla="*/ 1203335 h 1637828"/>
                    <a:gd name="connsiteX862" fmla="*/ 1115013 w 1611312"/>
                    <a:gd name="connsiteY862" fmla="*/ 1211678 h 1637828"/>
                    <a:gd name="connsiteX863" fmla="*/ 1127878 w 1611312"/>
                    <a:gd name="connsiteY863" fmla="*/ 1227082 h 1637828"/>
                    <a:gd name="connsiteX864" fmla="*/ 1142030 w 1611312"/>
                    <a:gd name="connsiteY864" fmla="*/ 1239919 h 1637828"/>
                    <a:gd name="connsiteX865" fmla="*/ 1154896 w 1611312"/>
                    <a:gd name="connsiteY865" fmla="*/ 1252114 h 1637828"/>
                    <a:gd name="connsiteX866" fmla="*/ 1149750 w 1611312"/>
                    <a:gd name="connsiteY866" fmla="*/ 1263666 h 1637828"/>
                    <a:gd name="connsiteX867" fmla="*/ 1147820 w 1611312"/>
                    <a:gd name="connsiteY867" fmla="*/ 1268159 h 1637828"/>
                    <a:gd name="connsiteX868" fmla="*/ 1149750 w 1611312"/>
                    <a:gd name="connsiteY868" fmla="*/ 1279712 h 1637828"/>
                    <a:gd name="connsiteX869" fmla="*/ 1156182 w 1611312"/>
                    <a:gd name="connsiteY869" fmla="*/ 1286130 h 1637828"/>
                    <a:gd name="connsiteX870" fmla="*/ 1171621 w 1611312"/>
                    <a:gd name="connsiteY870" fmla="*/ 1286772 h 1637828"/>
                    <a:gd name="connsiteX871" fmla="*/ 1176124 w 1611312"/>
                    <a:gd name="connsiteY871" fmla="*/ 1291265 h 1637828"/>
                    <a:gd name="connsiteX872" fmla="*/ 1177410 w 1611312"/>
                    <a:gd name="connsiteY872" fmla="*/ 1298325 h 1637828"/>
                    <a:gd name="connsiteX873" fmla="*/ 1183200 w 1611312"/>
                    <a:gd name="connsiteY873" fmla="*/ 1300250 h 1637828"/>
                    <a:gd name="connsiteX874" fmla="*/ 1186416 w 1611312"/>
                    <a:gd name="connsiteY874" fmla="*/ 1307311 h 1637828"/>
                    <a:gd name="connsiteX875" fmla="*/ 1188346 w 1611312"/>
                    <a:gd name="connsiteY875" fmla="*/ 1320147 h 1637828"/>
                    <a:gd name="connsiteX876" fmla="*/ 1185130 w 1611312"/>
                    <a:gd name="connsiteY876" fmla="*/ 1327849 h 1637828"/>
                    <a:gd name="connsiteX877" fmla="*/ 1176767 w 1611312"/>
                    <a:gd name="connsiteY877" fmla="*/ 1331058 h 1637828"/>
                    <a:gd name="connsiteX878" fmla="*/ 1171621 w 1611312"/>
                    <a:gd name="connsiteY878" fmla="*/ 1340686 h 1637828"/>
                    <a:gd name="connsiteX879" fmla="*/ 1163258 w 1611312"/>
                    <a:gd name="connsiteY879" fmla="*/ 1337476 h 1637828"/>
                    <a:gd name="connsiteX880" fmla="*/ 1157469 w 1611312"/>
                    <a:gd name="connsiteY880" fmla="*/ 1334909 h 1637828"/>
                    <a:gd name="connsiteX881" fmla="*/ 1151680 w 1611312"/>
                    <a:gd name="connsiteY881" fmla="*/ 1338118 h 1637828"/>
                    <a:gd name="connsiteX882" fmla="*/ 1143317 w 1611312"/>
                    <a:gd name="connsiteY882" fmla="*/ 1341969 h 1637828"/>
                    <a:gd name="connsiteX883" fmla="*/ 1136884 w 1611312"/>
                    <a:gd name="connsiteY883" fmla="*/ 1354806 h 1637828"/>
                    <a:gd name="connsiteX884" fmla="*/ 1136884 w 1611312"/>
                    <a:gd name="connsiteY884" fmla="*/ 1370210 h 1637828"/>
                    <a:gd name="connsiteX885" fmla="*/ 1138171 w 1611312"/>
                    <a:gd name="connsiteY885" fmla="*/ 1384330 h 1637828"/>
                    <a:gd name="connsiteX886" fmla="*/ 1143960 w 1611312"/>
                    <a:gd name="connsiteY886" fmla="*/ 1383688 h 1637828"/>
                    <a:gd name="connsiteX887" fmla="*/ 1150393 w 1611312"/>
                    <a:gd name="connsiteY887" fmla="*/ 1384971 h 1637828"/>
                    <a:gd name="connsiteX888" fmla="*/ 1160042 w 1611312"/>
                    <a:gd name="connsiteY888" fmla="*/ 1396524 h 1637828"/>
                    <a:gd name="connsiteX889" fmla="*/ 1168405 w 1611312"/>
                    <a:gd name="connsiteY889" fmla="*/ 1408077 h 1637828"/>
                    <a:gd name="connsiteX890" fmla="*/ 1173551 w 1611312"/>
                    <a:gd name="connsiteY890" fmla="*/ 1417063 h 1637828"/>
                    <a:gd name="connsiteX891" fmla="*/ 1180627 w 1611312"/>
                    <a:gd name="connsiteY891" fmla="*/ 1420914 h 1637828"/>
                    <a:gd name="connsiteX892" fmla="*/ 1189633 w 1611312"/>
                    <a:gd name="connsiteY892" fmla="*/ 1428616 h 1637828"/>
                    <a:gd name="connsiteX893" fmla="*/ 1201211 w 1611312"/>
                    <a:gd name="connsiteY893" fmla="*/ 1434392 h 1637828"/>
                    <a:gd name="connsiteX894" fmla="*/ 1204428 w 1611312"/>
                    <a:gd name="connsiteY894" fmla="*/ 1424765 h 1637828"/>
                    <a:gd name="connsiteX895" fmla="*/ 1203784 w 1611312"/>
                    <a:gd name="connsiteY895" fmla="*/ 1410003 h 1637828"/>
                    <a:gd name="connsiteX896" fmla="*/ 1215363 w 1611312"/>
                    <a:gd name="connsiteY896" fmla="*/ 1404226 h 1637828"/>
                    <a:gd name="connsiteX897" fmla="*/ 1221796 w 1611312"/>
                    <a:gd name="connsiteY897" fmla="*/ 1406152 h 1637828"/>
                    <a:gd name="connsiteX898" fmla="*/ 1225656 w 1611312"/>
                    <a:gd name="connsiteY898" fmla="*/ 1397166 h 1637828"/>
                    <a:gd name="connsiteX899" fmla="*/ 1233375 w 1611312"/>
                    <a:gd name="connsiteY899" fmla="*/ 1390748 h 1637828"/>
                    <a:gd name="connsiteX900" fmla="*/ 1242381 w 1611312"/>
                    <a:gd name="connsiteY900" fmla="*/ 1386255 h 1637828"/>
                    <a:gd name="connsiteX901" fmla="*/ 1243024 w 1611312"/>
                    <a:gd name="connsiteY901" fmla="*/ 1370851 h 1637828"/>
                    <a:gd name="connsiteX902" fmla="*/ 1244311 w 1611312"/>
                    <a:gd name="connsiteY902" fmla="*/ 1359940 h 1637828"/>
                    <a:gd name="connsiteX903" fmla="*/ 1245597 w 1611312"/>
                    <a:gd name="connsiteY903" fmla="*/ 1350955 h 1637828"/>
                    <a:gd name="connsiteX904" fmla="*/ 1247527 w 1611312"/>
                    <a:gd name="connsiteY904" fmla="*/ 1332342 h 1637828"/>
                    <a:gd name="connsiteX905" fmla="*/ 1252030 w 1611312"/>
                    <a:gd name="connsiteY905" fmla="*/ 1332342 h 1637828"/>
                    <a:gd name="connsiteX906" fmla="*/ 1255246 w 1611312"/>
                    <a:gd name="connsiteY906" fmla="*/ 1340686 h 1637828"/>
                    <a:gd name="connsiteX907" fmla="*/ 1254603 w 1611312"/>
                    <a:gd name="connsiteY907" fmla="*/ 1332984 h 1637828"/>
                    <a:gd name="connsiteX908" fmla="*/ 1252673 w 1611312"/>
                    <a:gd name="connsiteY908" fmla="*/ 1324640 h 1637828"/>
                    <a:gd name="connsiteX909" fmla="*/ 1256533 w 1611312"/>
                    <a:gd name="connsiteY909" fmla="*/ 1317580 h 1637828"/>
                    <a:gd name="connsiteX910" fmla="*/ 1258463 w 1611312"/>
                    <a:gd name="connsiteY910" fmla="*/ 1304101 h 1637828"/>
                    <a:gd name="connsiteX911" fmla="*/ 1252030 w 1611312"/>
                    <a:gd name="connsiteY911" fmla="*/ 1300250 h 1637828"/>
                    <a:gd name="connsiteX912" fmla="*/ 1247527 w 1611312"/>
                    <a:gd name="connsiteY912" fmla="*/ 1293190 h 1637828"/>
                    <a:gd name="connsiteX913" fmla="*/ 1242381 w 1611312"/>
                    <a:gd name="connsiteY913" fmla="*/ 1286772 h 1637828"/>
                    <a:gd name="connsiteX914" fmla="*/ 1238521 w 1611312"/>
                    <a:gd name="connsiteY914" fmla="*/ 1272652 h 1637828"/>
                    <a:gd name="connsiteX915" fmla="*/ 1243024 w 1611312"/>
                    <a:gd name="connsiteY915" fmla="*/ 1268159 h 1637828"/>
                    <a:gd name="connsiteX916" fmla="*/ 1248170 w 1611312"/>
                    <a:gd name="connsiteY916" fmla="*/ 1275219 h 1637828"/>
                    <a:gd name="connsiteX917" fmla="*/ 1250743 w 1611312"/>
                    <a:gd name="connsiteY917" fmla="*/ 1272010 h 1637828"/>
                    <a:gd name="connsiteX918" fmla="*/ 1254603 w 1611312"/>
                    <a:gd name="connsiteY918" fmla="*/ 1269443 h 1637828"/>
                    <a:gd name="connsiteX919" fmla="*/ 1257176 w 1611312"/>
                    <a:gd name="connsiteY919" fmla="*/ 1275861 h 1637828"/>
                    <a:gd name="connsiteX920" fmla="*/ 1259749 w 1611312"/>
                    <a:gd name="connsiteY920" fmla="*/ 1284205 h 1637828"/>
                    <a:gd name="connsiteX921" fmla="*/ 1260392 w 1611312"/>
                    <a:gd name="connsiteY921" fmla="*/ 1273294 h 1637828"/>
                    <a:gd name="connsiteX922" fmla="*/ 1261036 w 1611312"/>
                    <a:gd name="connsiteY922" fmla="*/ 1259815 h 1637828"/>
                    <a:gd name="connsiteX923" fmla="*/ 1264895 w 1611312"/>
                    <a:gd name="connsiteY923" fmla="*/ 1250188 h 1637828"/>
                    <a:gd name="connsiteX924" fmla="*/ 1270685 w 1611312"/>
                    <a:gd name="connsiteY924" fmla="*/ 1255965 h 1637828"/>
                    <a:gd name="connsiteX925" fmla="*/ 1275831 w 1611312"/>
                    <a:gd name="connsiteY925" fmla="*/ 1253397 h 1637828"/>
                    <a:gd name="connsiteX926" fmla="*/ 1276474 w 1611312"/>
                    <a:gd name="connsiteY926" fmla="*/ 1247621 h 1637828"/>
                    <a:gd name="connsiteX927" fmla="*/ 1277761 w 1611312"/>
                    <a:gd name="connsiteY927" fmla="*/ 1241844 h 1637828"/>
                    <a:gd name="connsiteX928" fmla="*/ 1280334 w 1611312"/>
                    <a:gd name="connsiteY928" fmla="*/ 1234784 h 1637828"/>
                    <a:gd name="connsiteX929" fmla="*/ 1276474 w 1611312"/>
                    <a:gd name="connsiteY929" fmla="*/ 1230933 h 1637828"/>
                    <a:gd name="connsiteX930" fmla="*/ 1273258 w 1611312"/>
                    <a:gd name="connsiteY930" fmla="*/ 1225799 h 1637828"/>
                    <a:gd name="connsiteX931" fmla="*/ 1273901 w 1611312"/>
                    <a:gd name="connsiteY931" fmla="*/ 1218739 h 1637828"/>
                    <a:gd name="connsiteX932" fmla="*/ 1275188 w 1611312"/>
                    <a:gd name="connsiteY932" fmla="*/ 1211678 h 1637828"/>
                    <a:gd name="connsiteX933" fmla="*/ 1280977 w 1611312"/>
                    <a:gd name="connsiteY933" fmla="*/ 1209753 h 1637828"/>
                    <a:gd name="connsiteX934" fmla="*/ 1285480 w 1611312"/>
                    <a:gd name="connsiteY934" fmla="*/ 1208469 h 1637828"/>
                    <a:gd name="connsiteX935" fmla="*/ 1289340 w 1611312"/>
                    <a:gd name="connsiteY935" fmla="*/ 1201409 h 1637828"/>
                    <a:gd name="connsiteX936" fmla="*/ 1297702 w 1611312"/>
                    <a:gd name="connsiteY936" fmla="*/ 1193066 h 1637828"/>
                    <a:gd name="connsiteX937" fmla="*/ 1303492 w 1611312"/>
                    <a:gd name="connsiteY937" fmla="*/ 1193066 h 1637828"/>
                    <a:gd name="connsiteX938" fmla="*/ 1307351 w 1611312"/>
                    <a:gd name="connsiteY938" fmla="*/ 1183438 h 1637828"/>
                    <a:gd name="connsiteX939" fmla="*/ 1306708 w 1611312"/>
                    <a:gd name="connsiteY939" fmla="*/ 1173811 h 1637828"/>
                    <a:gd name="connsiteX940" fmla="*/ 1303492 w 1611312"/>
                    <a:gd name="connsiteY940" fmla="*/ 1162900 h 1637828"/>
                    <a:gd name="connsiteX941" fmla="*/ 1300919 w 1611312"/>
                    <a:gd name="connsiteY941" fmla="*/ 1154556 h 1637828"/>
                    <a:gd name="connsiteX942" fmla="*/ 1306065 w 1611312"/>
                    <a:gd name="connsiteY942" fmla="*/ 1153272 h 1637828"/>
                    <a:gd name="connsiteX943" fmla="*/ 1309924 w 1611312"/>
                    <a:gd name="connsiteY943" fmla="*/ 1155840 h 1637828"/>
                    <a:gd name="connsiteX944" fmla="*/ 1312497 w 1611312"/>
                    <a:gd name="connsiteY944" fmla="*/ 1143645 h 1637828"/>
                    <a:gd name="connsiteX945" fmla="*/ 1307994 w 1611312"/>
                    <a:gd name="connsiteY945" fmla="*/ 1132734 h 1637828"/>
                    <a:gd name="connsiteX946" fmla="*/ 1305421 w 1611312"/>
                    <a:gd name="connsiteY946" fmla="*/ 1124390 h 1637828"/>
                    <a:gd name="connsiteX947" fmla="*/ 1301562 w 1611312"/>
                    <a:gd name="connsiteY947" fmla="*/ 1119897 h 1637828"/>
                    <a:gd name="connsiteX948" fmla="*/ 1297702 w 1611312"/>
                    <a:gd name="connsiteY948" fmla="*/ 1109628 h 1637828"/>
                    <a:gd name="connsiteX949" fmla="*/ 1294486 w 1611312"/>
                    <a:gd name="connsiteY949" fmla="*/ 1104494 h 1637828"/>
                    <a:gd name="connsiteX950" fmla="*/ 1288053 w 1611312"/>
                    <a:gd name="connsiteY950" fmla="*/ 1098075 h 1637828"/>
                    <a:gd name="connsiteX951" fmla="*/ 1281620 w 1611312"/>
                    <a:gd name="connsiteY951" fmla="*/ 1087164 h 1637828"/>
                    <a:gd name="connsiteX952" fmla="*/ 1275831 w 1611312"/>
                    <a:gd name="connsiteY952" fmla="*/ 1078179 h 1637828"/>
                    <a:gd name="connsiteX953" fmla="*/ 1273901 w 1611312"/>
                    <a:gd name="connsiteY953" fmla="*/ 1069835 h 1637828"/>
                    <a:gd name="connsiteX954" fmla="*/ 1275188 w 1611312"/>
                    <a:gd name="connsiteY954" fmla="*/ 1059566 h 1637828"/>
                    <a:gd name="connsiteX955" fmla="*/ 1271971 w 1611312"/>
                    <a:gd name="connsiteY955" fmla="*/ 1053147 h 1637828"/>
                    <a:gd name="connsiteX956" fmla="*/ 1271328 w 1611312"/>
                    <a:gd name="connsiteY956" fmla="*/ 1041595 h 1637828"/>
                    <a:gd name="connsiteX957" fmla="*/ 1279047 w 1611312"/>
                    <a:gd name="connsiteY957" fmla="*/ 1035176 h 1637828"/>
                    <a:gd name="connsiteX958" fmla="*/ 1273901 w 1611312"/>
                    <a:gd name="connsiteY958" fmla="*/ 1021698 h 1637828"/>
                    <a:gd name="connsiteX959" fmla="*/ 1292556 w 1611312"/>
                    <a:gd name="connsiteY959" fmla="*/ 1002443 h 1637828"/>
                    <a:gd name="connsiteX960" fmla="*/ 1303492 w 1611312"/>
                    <a:gd name="connsiteY960" fmla="*/ 988323 h 1637828"/>
                    <a:gd name="connsiteX961" fmla="*/ 1313141 w 1611312"/>
                    <a:gd name="connsiteY961" fmla="*/ 975487 h 1637828"/>
                    <a:gd name="connsiteX962" fmla="*/ 1320860 w 1611312"/>
                    <a:gd name="connsiteY962" fmla="*/ 953023 h 1637828"/>
                    <a:gd name="connsiteX963" fmla="*/ 1318930 w 1611312"/>
                    <a:gd name="connsiteY963" fmla="*/ 925424 h 1637828"/>
                    <a:gd name="connsiteX964" fmla="*/ 1311211 w 1611312"/>
                    <a:gd name="connsiteY964" fmla="*/ 920931 h 1637828"/>
                    <a:gd name="connsiteX965" fmla="*/ 1298345 w 1611312"/>
                    <a:gd name="connsiteY965" fmla="*/ 928633 h 1637828"/>
                    <a:gd name="connsiteX966" fmla="*/ 1288696 w 1611312"/>
                    <a:gd name="connsiteY966" fmla="*/ 935051 h 1637828"/>
                    <a:gd name="connsiteX967" fmla="*/ 1281620 w 1611312"/>
                    <a:gd name="connsiteY967" fmla="*/ 941470 h 1637828"/>
                    <a:gd name="connsiteX968" fmla="*/ 1278404 w 1611312"/>
                    <a:gd name="connsiteY968" fmla="*/ 946604 h 1637828"/>
                    <a:gd name="connsiteX969" fmla="*/ 1275188 w 1611312"/>
                    <a:gd name="connsiteY969" fmla="*/ 954948 h 1637828"/>
                    <a:gd name="connsiteX970" fmla="*/ 1270041 w 1611312"/>
                    <a:gd name="connsiteY970" fmla="*/ 960083 h 1637828"/>
                    <a:gd name="connsiteX971" fmla="*/ 1268112 w 1611312"/>
                    <a:gd name="connsiteY971" fmla="*/ 969068 h 1637828"/>
                    <a:gd name="connsiteX972" fmla="*/ 1265539 w 1611312"/>
                    <a:gd name="connsiteY972" fmla="*/ 978054 h 1637828"/>
                    <a:gd name="connsiteX973" fmla="*/ 1259106 w 1611312"/>
                    <a:gd name="connsiteY973" fmla="*/ 975487 h 1637828"/>
                    <a:gd name="connsiteX974" fmla="*/ 1261679 w 1611312"/>
                    <a:gd name="connsiteY974" fmla="*/ 964575 h 1637828"/>
                    <a:gd name="connsiteX975" fmla="*/ 1267468 w 1611312"/>
                    <a:gd name="connsiteY975" fmla="*/ 956873 h 1637828"/>
                    <a:gd name="connsiteX976" fmla="*/ 1264895 w 1611312"/>
                    <a:gd name="connsiteY976" fmla="*/ 945962 h 1637828"/>
                    <a:gd name="connsiteX977" fmla="*/ 1275188 w 1611312"/>
                    <a:gd name="connsiteY977" fmla="*/ 940828 h 1637828"/>
                    <a:gd name="connsiteX978" fmla="*/ 1275188 w 1611312"/>
                    <a:gd name="connsiteY978" fmla="*/ 929917 h 1637828"/>
                    <a:gd name="connsiteX979" fmla="*/ 1275188 w 1611312"/>
                    <a:gd name="connsiteY979" fmla="*/ 920931 h 1637828"/>
                    <a:gd name="connsiteX980" fmla="*/ 1279691 w 1611312"/>
                    <a:gd name="connsiteY980" fmla="*/ 916438 h 1637828"/>
                    <a:gd name="connsiteX981" fmla="*/ 1278404 w 1611312"/>
                    <a:gd name="connsiteY981" fmla="*/ 910662 h 1637828"/>
                    <a:gd name="connsiteX982" fmla="*/ 1285480 w 1611312"/>
                    <a:gd name="connsiteY982" fmla="*/ 902960 h 1637828"/>
                    <a:gd name="connsiteX983" fmla="*/ 1280977 w 1611312"/>
                    <a:gd name="connsiteY983" fmla="*/ 901035 h 1637828"/>
                    <a:gd name="connsiteX984" fmla="*/ 1273901 w 1611312"/>
                    <a:gd name="connsiteY984" fmla="*/ 895900 h 1637828"/>
                    <a:gd name="connsiteX985" fmla="*/ 1277118 w 1611312"/>
                    <a:gd name="connsiteY985" fmla="*/ 886273 h 1637828"/>
                    <a:gd name="connsiteX986" fmla="*/ 1278404 w 1611312"/>
                    <a:gd name="connsiteY986" fmla="*/ 881780 h 1637828"/>
                    <a:gd name="connsiteX987" fmla="*/ 1271971 w 1611312"/>
                    <a:gd name="connsiteY987" fmla="*/ 881780 h 1637828"/>
                    <a:gd name="connsiteX988" fmla="*/ 1275831 w 1611312"/>
                    <a:gd name="connsiteY988" fmla="*/ 876003 h 1637828"/>
                    <a:gd name="connsiteX989" fmla="*/ 1275188 w 1611312"/>
                    <a:gd name="connsiteY989" fmla="*/ 870869 h 1637828"/>
                    <a:gd name="connsiteX990" fmla="*/ 1268755 w 1611312"/>
                    <a:gd name="connsiteY990" fmla="*/ 871511 h 1637828"/>
                    <a:gd name="connsiteX991" fmla="*/ 1263609 w 1611312"/>
                    <a:gd name="connsiteY991" fmla="*/ 865092 h 1637828"/>
                    <a:gd name="connsiteX992" fmla="*/ 1270041 w 1611312"/>
                    <a:gd name="connsiteY992" fmla="*/ 856107 h 1637828"/>
                    <a:gd name="connsiteX993" fmla="*/ 1274544 w 1611312"/>
                    <a:gd name="connsiteY993" fmla="*/ 857390 h 1637828"/>
                    <a:gd name="connsiteX994" fmla="*/ 1280977 w 1611312"/>
                    <a:gd name="connsiteY994" fmla="*/ 857390 h 1637828"/>
                    <a:gd name="connsiteX995" fmla="*/ 1298989 w 1611312"/>
                    <a:gd name="connsiteY995" fmla="*/ 888840 h 1637828"/>
                    <a:gd name="connsiteX996" fmla="*/ 1307994 w 1611312"/>
                    <a:gd name="connsiteY996" fmla="*/ 897826 h 1637828"/>
                    <a:gd name="connsiteX997" fmla="*/ 1307351 w 1611312"/>
                    <a:gd name="connsiteY997" fmla="*/ 899751 h 1637828"/>
                    <a:gd name="connsiteX998" fmla="*/ 1309924 w 1611312"/>
                    <a:gd name="connsiteY998" fmla="*/ 904886 h 1637828"/>
                    <a:gd name="connsiteX999" fmla="*/ 1316357 w 1611312"/>
                    <a:gd name="connsiteY999" fmla="*/ 907453 h 1637828"/>
                    <a:gd name="connsiteX1000" fmla="*/ 1322790 w 1611312"/>
                    <a:gd name="connsiteY1000" fmla="*/ 916438 h 1637828"/>
                    <a:gd name="connsiteX1001" fmla="*/ 1340158 w 1611312"/>
                    <a:gd name="connsiteY1001" fmla="*/ 939544 h 1637828"/>
                    <a:gd name="connsiteX1002" fmla="*/ 1348521 w 1611312"/>
                    <a:gd name="connsiteY1002" fmla="*/ 968426 h 1637828"/>
                    <a:gd name="connsiteX1003" fmla="*/ 1376181 w 1611312"/>
                    <a:gd name="connsiteY1003" fmla="*/ 957515 h 1637828"/>
                    <a:gd name="connsiteX1004" fmla="*/ 1365246 w 1611312"/>
                    <a:gd name="connsiteY1004" fmla="*/ 917722 h 1637828"/>
                    <a:gd name="connsiteX1005" fmla="*/ 1348521 w 1611312"/>
                    <a:gd name="connsiteY1005" fmla="*/ 872152 h 1637828"/>
                    <a:gd name="connsiteX1006" fmla="*/ 1333725 w 1611312"/>
                    <a:gd name="connsiteY1006" fmla="*/ 846479 h 1637828"/>
                    <a:gd name="connsiteX1007" fmla="*/ 1319573 w 1611312"/>
                    <a:gd name="connsiteY1007" fmla="*/ 827867 h 1637828"/>
                    <a:gd name="connsiteX1008" fmla="*/ 1322790 w 1611312"/>
                    <a:gd name="connsiteY1008" fmla="*/ 818239 h 1637828"/>
                    <a:gd name="connsiteX1009" fmla="*/ 1313141 w 1611312"/>
                    <a:gd name="connsiteY1009" fmla="*/ 809895 h 1637828"/>
                    <a:gd name="connsiteX1010" fmla="*/ 1311854 w 1611312"/>
                    <a:gd name="connsiteY1010" fmla="*/ 796417 h 1637828"/>
                    <a:gd name="connsiteX1011" fmla="*/ 1306708 w 1611312"/>
                    <a:gd name="connsiteY1011" fmla="*/ 772669 h 1637828"/>
                    <a:gd name="connsiteX1012" fmla="*/ 1307994 w 1611312"/>
                    <a:gd name="connsiteY1012" fmla="*/ 767535 h 1637828"/>
                    <a:gd name="connsiteX1013" fmla="*/ 1294486 w 1611312"/>
                    <a:gd name="connsiteY1013" fmla="*/ 743145 h 1637828"/>
                    <a:gd name="connsiteX1014" fmla="*/ 1273901 w 1611312"/>
                    <a:gd name="connsiteY1014" fmla="*/ 716831 h 1637828"/>
                    <a:gd name="connsiteX1015" fmla="*/ 1251387 w 1611312"/>
                    <a:gd name="connsiteY1015" fmla="*/ 706561 h 1637828"/>
                    <a:gd name="connsiteX1016" fmla="*/ 1245597 w 1611312"/>
                    <a:gd name="connsiteY1016" fmla="*/ 703994 h 1637828"/>
                    <a:gd name="connsiteX1017" fmla="*/ 1270041 w 1611312"/>
                    <a:gd name="connsiteY1017" fmla="*/ 688590 h 1637828"/>
                    <a:gd name="connsiteX1018" fmla="*/ 1270041 w 1611312"/>
                    <a:gd name="connsiteY1018" fmla="*/ 689874 h 1637828"/>
                    <a:gd name="connsiteX1019" fmla="*/ 1276474 w 1611312"/>
                    <a:gd name="connsiteY1019" fmla="*/ 707203 h 1637828"/>
                    <a:gd name="connsiteX1020" fmla="*/ 1291913 w 1611312"/>
                    <a:gd name="connsiteY1020" fmla="*/ 716189 h 1637828"/>
                    <a:gd name="connsiteX1021" fmla="*/ 1303492 w 1611312"/>
                    <a:gd name="connsiteY1021" fmla="*/ 730309 h 1637828"/>
                    <a:gd name="connsiteX1022" fmla="*/ 1309281 w 1611312"/>
                    <a:gd name="connsiteY1022" fmla="*/ 718114 h 1637828"/>
                    <a:gd name="connsiteX1023" fmla="*/ 1292556 w 1611312"/>
                    <a:gd name="connsiteY1023" fmla="*/ 702069 h 1637828"/>
                    <a:gd name="connsiteX1024" fmla="*/ 1280977 w 1611312"/>
                    <a:gd name="connsiteY1024" fmla="*/ 694367 h 1637828"/>
                    <a:gd name="connsiteX1025" fmla="*/ 1273258 w 1611312"/>
                    <a:gd name="connsiteY1025" fmla="*/ 686665 h 1637828"/>
                    <a:gd name="connsiteX1026" fmla="*/ 1281620 w 1611312"/>
                    <a:gd name="connsiteY1026" fmla="*/ 680247 h 1637828"/>
                    <a:gd name="connsiteX1027" fmla="*/ 1283550 w 1611312"/>
                    <a:gd name="connsiteY1027" fmla="*/ 682172 h 1637828"/>
                    <a:gd name="connsiteX1028" fmla="*/ 1288053 w 1611312"/>
                    <a:gd name="connsiteY1028" fmla="*/ 686023 h 1637828"/>
                    <a:gd name="connsiteX1029" fmla="*/ 1292556 w 1611312"/>
                    <a:gd name="connsiteY1029" fmla="*/ 689874 h 1637828"/>
                    <a:gd name="connsiteX1030" fmla="*/ 1313141 w 1611312"/>
                    <a:gd name="connsiteY1030" fmla="*/ 700143 h 1637828"/>
                    <a:gd name="connsiteX1031" fmla="*/ 1331796 w 1611312"/>
                    <a:gd name="connsiteY1031" fmla="*/ 695008 h 1637828"/>
                    <a:gd name="connsiteX1032" fmla="*/ 1340158 w 1611312"/>
                    <a:gd name="connsiteY1032" fmla="*/ 689232 h 1637828"/>
                    <a:gd name="connsiteX1033" fmla="*/ 1346591 w 1611312"/>
                    <a:gd name="connsiteY1033" fmla="*/ 698859 h 1637828"/>
                    <a:gd name="connsiteX1034" fmla="*/ 1354310 w 1611312"/>
                    <a:gd name="connsiteY1034" fmla="*/ 707845 h 1637828"/>
                    <a:gd name="connsiteX1035" fmla="*/ 1362029 w 1611312"/>
                    <a:gd name="connsiteY1035" fmla="*/ 725174 h 1637828"/>
                    <a:gd name="connsiteX1036" fmla="*/ 1378754 w 1611312"/>
                    <a:gd name="connsiteY1036" fmla="*/ 721965 h 1637828"/>
                    <a:gd name="connsiteX1037" fmla="*/ 1367176 w 1611312"/>
                    <a:gd name="connsiteY1037" fmla="*/ 703352 h 1637828"/>
                    <a:gd name="connsiteX1038" fmla="*/ 1361386 w 1611312"/>
                    <a:gd name="connsiteY1038" fmla="*/ 693083 h 1637828"/>
                    <a:gd name="connsiteX1039" fmla="*/ 1351094 w 1611312"/>
                    <a:gd name="connsiteY1039" fmla="*/ 675112 h 1637828"/>
                    <a:gd name="connsiteX1040" fmla="*/ 1347877 w 1611312"/>
                    <a:gd name="connsiteY1040" fmla="*/ 659708 h 1637828"/>
                    <a:gd name="connsiteX1041" fmla="*/ 1335655 w 1611312"/>
                    <a:gd name="connsiteY1041" fmla="*/ 650722 h 1637828"/>
                    <a:gd name="connsiteX1042" fmla="*/ 1327293 w 1611312"/>
                    <a:gd name="connsiteY1042" fmla="*/ 647513 h 1637828"/>
                    <a:gd name="connsiteX1043" fmla="*/ 1336942 w 1611312"/>
                    <a:gd name="connsiteY1043" fmla="*/ 635960 h 1637828"/>
                    <a:gd name="connsiteX1044" fmla="*/ 1336942 w 1611312"/>
                    <a:gd name="connsiteY1044" fmla="*/ 628259 h 1637828"/>
                    <a:gd name="connsiteX1045" fmla="*/ 1322790 w 1611312"/>
                    <a:gd name="connsiteY1045" fmla="*/ 628900 h 1637828"/>
                    <a:gd name="connsiteX1046" fmla="*/ 1321503 w 1611312"/>
                    <a:gd name="connsiteY1046" fmla="*/ 630184 h 1637828"/>
                    <a:gd name="connsiteX1047" fmla="*/ 1300275 w 1611312"/>
                    <a:gd name="connsiteY1047" fmla="*/ 552523 h 1637828"/>
                    <a:gd name="connsiteX1048" fmla="*/ 1289340 w 1611312"/>
                    <a:gd name="connsiteY1048" fmla="*/ 543538 h 1637828"/>
                    <a:gd name="connsiteX1049" fmla="*/ 1304135 w 1611312"/>
                    <a:gd name="connsiteY1049" fmla="*/ 545463 h 1637828"/>
                    <a:gd name="connsiteX1050" fmla="*/ 1333082 w 1611312"/>
                    <a:gd name="connsiteY1050" fmla="*/ 548672 h 1637828"/>
                    <a:gd name="connsiteX1051" fmla="*/ 1348521 w 1611312"/>
                    <a:gd name="connsiteY1051" fmla="*/ 537761 h 1637828"/>
                    <a:gd name="connsiteX1052" fmla="*/ 1356240 w 1611312"/>
                    <a:gd name="connsiteY1052" fmla="*/ 513372 h 1637828"/>
                    <a:gd name="connsiteX1053" fmla="*/ 1373608 w 1611312"/>
                    <a:gd name="connsiteY1053" fmla="*/ 498610 h 1637828"/>
                    <a:gd name="connsiteX1054" fmla="*/ 1372322 w 1611312"/>
                    <a:gd name="connsiteY1054" fmla="*/ 469086 h 1637828"/>
                    <a:gd name="connsiteX1055" fmla="*/ 1371678 w 1611312"/>
                    <a:gd name="connsiteY1055" fmla="*/ 466518 h 1637828"/>
                    <a:gd name="connsiteX1056" fmla="*/ 1373608 w 1611312"/>
                    <a:gd name="connsiteY1056" fmla="*/ 467802 h 1637828"/>
                    <a:gd name="connsiteX1057" fmla="*/ 1381328 w 1611312"/>
                    <a:gd name="connsiteY1057" fmla="*/ 474220 h 1637828"/>
                    <a:gd name="connsiteX1058" fmla="*/ 1399982 w 1611312"/>
                    <a:gd name="connsiteY1058" fmla="*/ 469086 h 1637828"/>
                    <a:gd name="connsiteX1059" fmla="*/ 1414134 w 1611312"/>
                    <a:gd name="connsiteY1059" fmla="*/ 477429 h 1637828"/>
                    <a:gd name="connsiteX1060" fmla="*/ 1424427 w 1611312"/>
                    <a:gd name="connsiteY1060" fmla="*/ 477429 h 1637828"/>
                    <a:gd name="connsiteX1061" fmla="*/ 1434076 w 1611312"/>
                    <a:gd name="connsiteY1061" fmla="*/ 481922 h 1637828"/>
                    <a:gd name="connsiteX1062" fmla="*/ 1441152 w 1611312"/>
                    <a:gd name="connsiteY1062" fmla="*/ 483848 h 1637828"/>
                    <a:gd name="connsiteX1063" fmla="*/ 1449514 w 1611312"/>
                    <a:gd name="connsiteY1063" fmla="*/ 471653 h 1637828"/>
                    <a:gd name="connsiteX1064" fmla="*/ 1462380 w 1611312"/>
                    <a:gd name="connsiteY1064" fmla="*/ 474862 h 1637828"/>
                    <a:gd name="connsiteX1065" fmla="*/ 1474602 w 1611312"/>
                    <a:gd name="connsiteY1065" fmla="*/ 475504 h 1637828"/>
                    <a:gd name="connsiteX1066" fmla="*/ 1486181 w 1611312"/>
                    <a:gd name="connsiteY1066" fmla="*/ 461384 h 1637828"/>
                    <a:gd name="connsiteX1067" fmla="*/ 1496473 w 1611312"/>
                    <a:gd name="connsiteY1067" fmla="*/ 445980 h 1637828"/>
                    <a:gd name="connsiteX1068" fmla="*/ 1507409 w 1611312"/>
                    <a:gd name="connsiteY1068" fmla="*/ 440203 h 1637828"/>
                    <a:gd name="connsiteX1069" fmla="*/ 1521561 w 1611312"/>
                    <a:gd name="connsiteY1069" fmla="*/ 433785 h 1637828"/>
                    <a:gd name="connsiteX1070" fmla="*/ 1525420 w 1611312"/>
                    <a:gd name="connsiteY1070" fmla="*/ 422232 h 1637828"/>
                    <a:gd name="connsiteX1071" fmla="*/ 1535070 w 1611312"/>
                    <a:gd name="connsiteY1071" fmla="*/ 417740 h 1637828"/>
                    <a:gd name="connsiteX1072" fmla="*/ 1542145 w 1611312"/>
                    <a:gd name="connsiteY1072" fmla="*/ 415172 h 1637828"/>
                    <a:gd name="connsiteX1073" fmla="*/ 1538929 w 1611312"/>
                    <a:gd name="connsiteY1073" fmla="*/ 406187 h 1637828"/>
                    <a:gd name="connsiteX1074" fmla="*/ 1547935 w 1611312"/>
                    <a:gd name="connsiteY1074" fmla="*/ 399768 h 1637828"/>
                    <a:gd name="connsiteX1075" fmla="*/ 1552438 w 1611312"/>
                    <a:gd name="connsiteY1075" fmla="*/ 389499 h 1637828"/>
                    <a:gd name="connsiteX1076" fmla="*/ 1534426 w 1611312"/>
                    <a:gd name="connsiteY1076" fmla="*/ 373454 h 1637828"/>
                    <a:gd name="connsiteX1077" fmla="*/ 1533783 w 1611312"/>
                    <a:gd name="connsiteY1077" fmla="*/ 359975 h 1637828"/>
                    <a:gd name="connsiteX1078" fmla="*/ 1542145 w 1611312"/>
                    <a:gd name="connsiteY1078" fmla="*/ 350990 h 1637828"/>
                    <a:gd name="connsiteX1079" fmla="*/ 1547292 w 1611312"/>
                    <a:gd name="connsiteY1079" fmla="*/ 348422 h 1637828"/>
                    <a:gd name="connsiteX1080" fmla="*/ 1550508 w 1611312"/>
                    <a:gd name="connsiteY1080" fmla="*/ 341362 h 1637828"/>
                    <a:gd name="connsiteX1081" fmla="*/ 1555654 w 1611312"/>
                    <a:gd name="connsiteY1081" fmla="*/ 337511 h 1637828"/>
                    <a:gd name="connsiteX1082" fmla="*/ 1556941 w 1611312"/>
                    <a:gd name="connsiteY1082" fmla="*/ 337511 h 1637828"/>
                    <a:gd name="connsiteX1083" fmla="*/ 1579455 w 1611312"/>
                    <a:gd name="connsiteY1083" fmla="*/ 336870 h 1637828"/>
                    <a:gd name="connsiteX1084" fmla="*/ 1592321 w 1611312"/>
                    <a:gd name="connsiteY1084" fmla="*/ 329809 h 1637828"/>
                    <a:gd name="connsiteX1085" fmla="*/ 1594894 w 1611312"/>
                    <a:gd name="connsiteY1085" fmla="*/ 332377 h 1637828"/>
                    <a:gd name="connsiteX1086" fmla="*/ 1603899 w 1611312"/>
                    <a:gd name="connsiteY1086" fmla="*/ 331735 h 1637828"/>
                    <a:gd name="connsiteX1087" fmla="*/ 1609046 w 1611312"/>
                    <a:gd name="connsiteY1087" fmla="*/ 322749 h 1637828"/>
                    <a:gd name="connsiteX1088" fmla="*/ 1603899 w 1611312"/>
                    <a:gd name="connsiteY1088" fmla="*/ 310555 h 1637828"/>
                    <a:gd name="connsiteX1089" fmla="*/ 488466 w 1611312"/>
                    <a:gd name="connsiteY1089" fmla="*/ 689874 h 1637828"/>
                    <a:gd name="connsiteX1090" fmla="*/ 493613 w 1611312"/>
                    <a:gd name="connsiteY1090" fmla="*/ 689232 h 1637828"/>
                    <a:gd name="connsiteX1091" fmla="*/ 488466 w 1611312"/>
                    <a:gd name="connsiteY1091" fmla="*/ 692441 h 1637828"/>
                    <a:gd name="connsiteX1092" fmla="*/ 485893 w 1611312"/>
                    <a:gd name="connsiteY1092" fmla="*/ 693725 h 1637828"/>
                    <a:gd name="connsiteX1093" fmla="*/ 488466 w 1611312"/>
                    <a:gd name="connsiteY1093" fmla="*/ 689874 h 1637828"/>
                    <a:gd name="connsiteX1094" fmla="*/ 256889 w 1611312"/>
                    <a:gd name="connsiteY1094" fmla="*/ 469728 h 1637828"/>
                    <a:gd name="connsiteX1095" fmla="*/ 267824 w 1611312"/>
                    <a:gd name="connsiteY1095" fmla="*/ 451756 h 1637828"/>
                    <a:gd name="connsiteX1096" fmla="*/ 283263 w 1611312"/>
                    <a:gd name="connsiteY1096" fmla="*/ 424158 h 1637828"/>
                    <a:gd name="connsiteX1097" fmla="*/ 292912 w 1611312"/>
                    <a:gd name="connsiteY1097" fmla="*/ 424158 h 1637828"/>
                    <a:gd name="connsiteX1098" fmla="*/ 302561 w 1611312"/>
                    <a:gd name="connsiteY1098" fmla="*/ 425442 h 1637828"/>
                    <a:gd name="connsiteX1099" fmla="*/ 267181 w 1611312"/>
                    <a:gd name="connsiteY1099" fmla="*/ 486415 h 1637828"/>
                    <a:gd name="connsiteX1100" fmla="*/ 253672 w 1611312"/>
                    <a:gd name="connsiteY1100" fmla="*/ 476788 h 1637828"/>
                    <a:gd name="connsiteX1101" fmla="*/ 256889 w 1611312"/>
                    <a:gd name="connsiteY1101" fmla="*/ 469728 h 1637828"/>
                    <a:gd name="connsiteX1102" fmla="*/ 244666 w 1611312"/>
                    <a:gd name="connsiteY1102" fmla="*/ 573062 h 1637828"/>
                    <a:gd name="connsiteX1103" fmla="*/ 249813 w 1611312"/>
                    <a:gd name="connsiteY1103" fmla="*/ 558941 h 1637828"/>
                    <a:gd name="connsiteX1104" fmla="*/ 260748 w 1611312"/>
                    <a:gd name="connsiteY1104" fmla="*/ 553807 h 1637828"/>
                    <a:gd name="connsiteX1105" fmla="*/ 259462 w 1611312"/>
                    <a:gd name="connsiteY1105" fmla="*/ 535836 h 1637828"/>
                    <a:gd name="connsiteX1106" fmla="*/ 274900 w 1611312"/>
                    <a:gd name="connsiteY1106" fmla="*/ 528776 h 1637828"/>
                    <a:gd name="connsiteX1107" fmla="*/ 267181 w 1611312"/>
                    <a:gd name="connsiteY1107" fmla="*/ 516581 h 1637828"/>
                    <a:gd name="connsiteX1108" fmla="*/ 263964 w 1611312"/>
                    <a:gd name="connsiteY1108" fmla="*/ 503744 h 1637828"/>
                    <a:gd name="connsiteX1109" fmla="*/ 325075 w 1611312"/>
                    <a:gd name="connsiteY1109" fmla="*/ 445980 h 1637828"/>
                    <a:gd name="connsiteX1110" fmla="*/ 328292 w 1611312"/>
                    <a:gd name="connsiteY1110" fmla="*/ 465235 h 1637828"/>
                    <a:gd name="connsiteX1111" fmla="*/ 335368 w 1611312"/>
                    <a:gd name="connsiteY1111" fmla="*/ 468444 h 1637828"/>
                    <a:gd name="connsiteX1112" fmla="*/ 337941 w 1611312"/>
                    <a:gd name="connsiteY1112" fmla="*/ 465235 h 1637828"/>
                    <a:gd name="connsiteX1113" fmla="*/ 339227 w 1611312"/>
                    <a:gd name="connsiteY1113" fmla="*/ 471011 h 1637828"/>
                    <a:gd name="connsiteX1114" fmla="*/ 341157 w 1611312"/>
                    <a:gd name="connsiteY1114" fmla="*/ 477429 h 1637828"/>
                    <a:gd name="connsiteX1115" fmla="*/ 336654 w 1611312"/>
                    <a:gd name="connsiteY1115" fmla="*/ 479997 h 1637828"/>
                    <a:gd name="connsiteX1116" fmla="*/ 319286 w 1611312"/>
                    <a:gd name="connsiteY1116" fmla="*/ 474862 h 1637828"/>
                    <a:gd name="connsiteX1117" fmla="*/ 315426 w 1611312"/>
                    <a:gd name="connsiteY1117" fmla="*/ 482564 h 1637828"/>
                    <a:gd name="connsiteX1118" fmla="*/ 321859 w 1611312"/>
                    <a:gd name="connsiteY1118" fmla="*/ 494117 h 1637828"/>
                    <a:gd name="connsiteX1119" fmla="*/ 317999 w 1611312"/>
                    <a:gd name="connsiteY1119" fmla="*/ 501819 h 1637828"/>
                    <a:gd name="connsiteX1120" fmla="*/ 306420 w 1611312"/>
                    <a:gd name="connsiteY1120" fmla="*/ 506312 h 1637828"/>
                    <a:gd name="connsiteX1121" fmla="*/ 303847 w 1611312"/>
                    <a:gd name="connsiteY1121" fmla="*/ 514655 h 1637828"/>
                    <a:gd name="connsiteX1122" fmla="*/ 311567 w 1611312"/>
                    <a:gd name="connsiteY1122" fmla="*/ 524925 h 1637828"/>
                    <a:gd name="connsiteX1123" fmla="*/ 301918 w 1611312"/>
                    <a:gd name="connsiteY1123" fmla="*/ 531985 h 1637828"/>
                    <a:gd name="connsiteX1124" fmla="*/ 289695 w 1611312"/>
                    <a:gd name="connsiteY1124" fmla="*/ 530701 h 1637828"/>
                    <a:gd name="connsiteX1125" fmla="*/ 295485 w 1611312"/>
                    <a:gd name="connsiteY1125" fmla="*/ 537761 h 1637828"/>
                    <a:gd name="connsiteX1126" fmla="*/ 305777 w 1611312"/>
                    <a:gd name="connsiteY1126" fmla="*/ 537761 h 1637828"/>
                    <a:gd name="connsiteX1127" fmla="*/ 307064 w 1611312"/>
                    <a:gd name="connsiteY1127" fmla="*/ 552523 h 1637828"/>
                    <a:gd name="connsiteX1128" fmla="*/ 303204 w 1611312"/>
                    <a:gd name="connsiteY1128" fmla="*/ 558300 h 1637828"/>
                    <a:gd name="connsiteX1129" fmla="*/ 296128 w 1611312"/>
                    <a:gd name="connsiteY1129" fmla="*/ 559583 h 1637828"/>
                    <a:gd name="connsiteX1130" fmla="*/ 296128 w 1611312"/>
                    <a:gd name="connsiteY1130" fmla="*/ 559583 h 1637828"/>
                    <a:gd name="connsiteX1131" fmla="*/ 294198 w 1611312"/>
                    <a:gd name="connsiteY1131" fmla="*/ 548672 h 1637828"/>
                    <a:gd name="connsiteX1132" fmla="*/ 283906 w 1611312"/>
                    <a:gd name="connsiteY1132" fmla="*/ 545463 h 1637828"/>
                    <a:gd name="connsiteX1133" fmla="*/ 279403 w 1611312"/>
                    <a:gd name="connsiteY1133" fmla="*/ 566643 h 1637828"/>
                    <a:gd name="connsiteX1134" fmla="*/ 278760 w 1611312"/>
                    <a:gd name="connsiteY1134" fmla="*/ 578196 h 1637828"/>
                    <a:gd name="connsiteX1135" fmla="*/ 267181 w 1611312"/>
                    <a:gd name="connsiteY1135" fmla="*/ 580763 h 1637828"/>
                    <a:gd name="connsiteX1136" fmla="*/ 244666 w 1611312"/>
                    <a:gd name="connsiteY1136" fmla="*/ 573062 h 1637828"/>
                    <a:gd name="connsiteX1137" fmla="*/ 307064 w 1611312"/>
                    <a:gd name="connsiteY1137" fmla="*/ 575629 h 1637828"/>
                    <a:gd name="connsiteX1138" fmla="*/ 298701 w 1611312"/>
                    <a:gd name="connsiteY1138" fmla="*/ 569852 h 1637828"/>
                    <a:gd name="connsiteX1139" fmla="*/ 304491 w 1611312"/>
                    <a:gd name="connsiteY1139" fmla="*/ 569852 h 1637828"/>
                    <a:gd name="connsiteX1140" fmla="*/ 307064 w 1611312"/>
                    <a:gd name="connsiteY1140" fmla="*/ 575629 h 1637828"/>
                    <a:gd name="connsiteX1141" fmla="*/ 527706 w 1611312"/>
                    <a:gd name="connsiteY1141" fmla="*/ 951097 h 1637828"/>
                    <a:gd name="connsiteX1142" fmla="*/ 526419 w 1611312"/>
                    <a:gd name="connsiteY1142" fmla="*/ 960083 h 1637828"/>
                    <a:gd name="connsiteX1143" fmla="*/ 516770 w 1611312"/>
                    <a:gd name="connsiteY1143" fmla="*/ 967785 h 1637828"/>
                    <a:gd name="connsiteX1144" fmla="*/ 510981 w 1611312"/>
                    <a:gd name="connsiteY1144" fmla="*/ 979337 h 1637828"/>
                    <a:gd name="connsiteX1145" fmla="*/ 515484 w 1611312"/>
                    <a:gd name="connsiteY1145" fmla="*/ 994099 h 1637828"/>
                    <a:gd name="connsiteX1146" fmla="*/ 519987 w 1611312"/>
                    <a:gd name="connsiteY1146" fmla="*/ 1012071 h 1637828"/>
                    <a:gd name="connsiteX1147" fmla="*/ 516770 w 1611312"/>
                    <a:gd name="connsiteY1147" fmla="*/ 1022340 h 1637828"/>
                    <a:gd name="connsiteX1148" fmla="*/ 520630 w 1611312"/>
                    <a:gd name="connsiteY1148" fmla="*/ 1032609 h 1637828"/>
                    <a:gd name="connsiteX1149" fmla="*/ 521916 w 1611312"/>
                    <a:gd name="connsiteY1149" fmla="*/ 1033893 h 1637828"/>
                    <a:gd name="connsiteX1150" fmla="*/ 521273 w 1611312"/>
                    <a:gd name="connsiteY1150" fmla="*/ 1036460 h 1637828"/>
                    <a:gd name="connsiteX1151" fmla="*/ 507764 w 1611312"/>
                    <a:gd name="connsiteY1151" fmla="*/ 1060208 h 1637828"/>
                    <a:gd name="connsiteX1152" fmla="*/ 500688 w 1611312"/>
                    <a:gd name="connsiteY1152" fmla="*/ 1069835 h 1637828"/>
                    <a:gd name="connsiteX1153" fmla="*/ 485250 w 1611312"/>
                    <a:gd name="connsiteY1153" fmla="*/ 1069835 h 1637828"/>
                    <a:gd name="connsiteX1154" fmla="*/ 476887 w 1611312"/>
                    <a:gd name="connsiteY1154" fmla="*/ 1076895 h 1637828"/>
                    <a:gd name="connsiteX1155" fmla="*/ 464665 w 1611312"/>
                    <a:gd name="connsiteY1155" fmla="*/ 1083955 h 1637828"/>
                    <a:gd name="connsiteX1156" fmla="*/ 451157 w 1611312"/>
                    <a:gd name="connsiteY1156" fmla="*/ 1092941 h 1637828"/>
                    <a:gd name="connsiteX1157" fmla="*/ 441507 w 1611312"/>
                    <a:gd name="connsiteY1157" fmla="*/ 1101284 h 1637828"/>
                    <a:gd name="connsiteX1158" fmla="*/ 438934 w 1611312"/>
                    <a:gd name="connsiteY1158" fmla="*/ 1105135 h 1637828"/>
                    <a:gd name="connsiteX1159" fmla="*/ 436361 w 1611312"/>
                    <a:gd name="connsiteY1159" fmla="*/ 1105135 h 1637828"/>
                    <a:gd name="connsiteX1160" fmla="*/ 433145 w 1611312"/>
                    <a:gd name="connsiteY1160" fmla="*/ 1110912 h 1637828"/>
                    <a:gd name="connsiteX1161" fmla="*/ 425426 w 1611312"/>
                    <a:gd name="connsiteY1161" fmla="*/ 1122465 h 1637828"/>
                    <a:gd name="connsiteX1162" fmla="*/ 421566 w 1611312"/>
                    <a:gd name="connsiteY1162" fmla="*/ 1136585 h 1637828"/>
                    <a:gd name="connsiteX1163" fmla="*/ 415133 w 1611312"/>
                    <a:gd name="connsiteY1163" fmla="*/ 1137868 h 1637828"/>
                    <a:gd name="connsiteX1164" fmla="*/ 406128 w 1611312"/>
                    <a:gd name="connsiteY1164" fmla="*/ 1141078 h 1637828"/>
                    <a:gd name="connsiteX1165" fmla="*/ 403554 w 1611312"/>
                    <a:gd name="connsiteY1165" fmla="*/ 1154556 h 1637828"/>
                    <a:gd name="connsiteX1166" fmla="*/ 396478 w 1611312"/>
                    <a:gd name="connsiteY1166" fmla="*/ 1158407 h 1637828"/>
                    <a:gd name="connsiteX1167" fmla="*/ 384256 w 1611312"/>
                    <a:gd name="connsiteY1167" fmla="*/ 1153272 h 1637828"/>
                    <a:gd name="connsiteX1168" fmla="*/ 383613 w 1611312"/>
                    <a:gd name="connsiteY1168" fmla="*/ 1153272 h 1637828"/>
                    <a:gd name="connsiteX1169" fmla="*/ 377180 w 1611312"/>
                    <a:gd name="connsiteY1169" fmla="*/ 1148780 h 1637828"/>
                    <a:gd name="connsiteX1170" fmla="*/ 366245 w 1611312"/>
                    <a:gd name="connsiteY1170" fmla="*/ 1137868 h 1637828"/>
                    <a:gd name="connsiteX1171" fmla="*/ 350806 w 1611312"/>
                    <a:gd name="connsiteY1171" fmla="*/ 1126957 h 1637828"/>
                    <a:gd name="connsiteX1172" fmla="*/ 325075 w 1611312"/>
                    <a:gd name="connsiteY1172" fmla="*/ 1114121 h 1637828"/>
                    <a:gd name="connsiteX1173" fmla="*/ 312210 w 1611312"/>
                    <a:gd name="connsiteY1173" fmla="*/ 1106419 h 1637828"/>
                    <a:gd name="connsiteX1174" fmla="*/ 307064 w 1611312"/>
                    <a:gd name="connsiteY1174" fmla="*/ 1103210 h 1637828"/>
                    <a:gd name="connsiteX1175" fmla="*/ 297415 w 1611312"/>
                    <a:gd name="connsiteY1175" fmla="*/ 1110270 h 1637828"/>
                    <a:gd name="connsiteX1176" fmla="*/ 283263 w 1611312"/>
                    <a:gd name="connsiteY1176" fmla="*/ 1106419 h 1637828"/>
                    <a:gd name="connsiteX1177" fmla="*/ 270397 w 1611312"/>
                    <a:gd name="connsiteY1177" fmla="*/ 1097433 h 1637828"/>
                    <a:gd name="connsiteX1178" fmla="*/ 282619 w 1611312"/>
                    <a:gd name="connsiteY1178" fmla="*/ 1085881 h 1637828"/>
                    <a:gd name="connsiteX1179" fmla="*/ 294842 w 1611312"/>
                    <a:gd name="connsiteY1179" fmla="*/ 1067909 h 1637828"/>
                    <a:gd name="connsiteX1180" fmla="*/ 297415 w 1611312"/>
                    <a:gd name="connsiteY1180" fmla="*/ 1047371 h 1637828"/>
                    <a:gd name="connsiteX1181" fmla="*/ 304491 w 1611312"/>
                    <a:gd name="connsiteY1181" fmla="*/ 1036460 h 1637828"/>
                    <a:gd name="connsiteX1182" fmla="*/ 306420 w 1611312"/>
                    <a:gd name="connsiteY1182" fmla="*/ 1037102 h 1637828"/>
                    <a:gd name="connsiteX1183" fmla="*/ 335368 w 1611312"/>
                    <a:gd name="connsiteY1183" fmla="*/ 1045446 h 1637828"/>
                    <a:gd name="connsiteX1184" fmla="*/ 354023 w 1611312"/>
                    <a:gd name="connsiteY1184" fmla="*/ 1034534 h 1637828"/>
                    <a:gd name="connsiteX1185" fmla="*/ 372677 w 1611312"/>
                    <a:gd name="connsiteY1185" fmla="*/ 1010145 h 1637828"/>
                    <a:gd name="connsiteX1186" fmla="*/ 395835 w 1611312"/>
                    <a:gd name="connsiteY1186" fmla="*/ 1010787 h 1637828"/>
                    <a:gd name="connsiteX1187" fmla="*/ 419636 w 1611312"/>
                    <a:gd name="connsiteY1187" fmla="*/ 1008220 h 1637828"/>
                    <a:gd name="connsiteX1188" fmla="*/ 430572 w 1611312"/>
                    <a:gd name="connsiteY1188" fmla="*/ 994099 h 1637828"/>
                    <a:gd name="connsiteX1189" fmla="*/ 443437 w 1611312"/>
                    <a:gd name="connsiteY1189" fmla="*/ 977412 h 1637828"/>
                    <a:gd name="connsiteX1190" fmla="*/ 458876 w 1611312"/>
                    <a:gd name="connsiteY1190" fmla="*/ 973561 h 1637828"/>
                    <a:gd name="connsiteX1191" fmla="*/ 484607 w 1611312"/>
                    <a:gd name="connsiteY1191" fmla="*/ 969710 h 1637828"/>
                    <a:gd name="connsiteX1192" fmla="*/ 494256 w 1611312"/>
                    <a:gd name="connsiteY1192" fmla="*/ 953023 h 1637828"/>
                    <a:gd name="connsiteX1193" fmla="*/ 498759 w 1611312"/>
                    <a:gd name="connsiteY1193" fmla="*/ 938261 h 1637828"/>
                    <a:gd name="connsiteX1194" fmla="*/ 503262 w 1611312"/>
                    <a:gd name="connsiteY1194" fmla="*/ 917722 h 1637828"/>
                    <a:gd name="connsiteX1195" fmla="*/ 502618 w 1611312"/>
                    <a:gd name="connsiteY1195" fmla="*/ 917080 h 1637828"/>
                    <a:gd name="connsiteX1196" fmla="*/ 507764 w 1611312"/>
                    <a:gd name="connsiteY1196" fmla="*/ 917722 h 1637828"/>
                    <a:gd name="connsiteX1197" fmla="*/ 508408 w 1611312"/>
                    <a:gd name="connsiteY1197" fmla="*/ 927350 h 1637828"/>
                    <a:gd name="connsiteX1198" fmla="*/ 524490 w 1611312"/>
                    <a:gd name="connsiteY1198" fmla="*/ 944037 h 1637828"/>
                    <a:gd name="connsiteX1199" fmla="*/ 530279 w 1611312"/>
                    <a:gd name="connsiteY1199" fmla="*/ 945321 h 1637828"/>
                    <a:gd name="connsiteX1200" fmla="*/ 527706 w 1611312"/>
                    <a:gd name="connsiteY1200" fmla="*/ 951097 h 1637828"/>
                    <a:gd name="connsiteX1201" fmla="*/ 610688 w 1611312"/>
                    <a:gd name="connsiteY1201" fmla="*/ 104528 h 1637828"/>
                    <a:gd name="connsiteX1202" fmla="*/ 611331 w 1611312"/>
                    <a:gd name="connsiteY1202" fmla="*/ 103887 h 1637828"/>
                    <a:gd name="connsiteX1203" fmla="*/ 613261 w 1611312"/>
                    <a:gd name="connsiteY1203" fmla="*/ 117365 h 1637828"/>
                    <a:gd name="connsiteX1204" fmla="*/ 604255 w 1611312"/>
                    <a:gd name="connsiteY1204" fmla="*/ 134052 h 1637828"/>
                    <a:gd name="connsiteX1205" fmla="*/ 592676 w 1611312"/>
                    <a:gd name="connsiteY1205" fmla="*/ 141754 h 1637828"/>
                    <a:gd name="connsiteX1206" fmla="*/ 610688 w 1611312"/>
                    <a:gd name="connsiteY1206" fmla="*/ 104528 h 1637828"/>
                    <a:gd name="connsiteX1207" fmla="*/ 620337 w 1611312"/>
                    <a:gd name="connsiteY1207" fmla="*/ 1333625 h 1637828"/>
                    <a:gd name="connsiteX1208" fmla="*/ 629986 w 1611312"/>
                    <a:gd name="connsiteY1208" fmla="*/ 1338118 h 1637828"/>
                    <a:gd name="connsiteX1209" fmla="*/ 640922 w 1611312"/>
                    <a:gd name="connsiteY1209" fmla="*/ 1340686 h 1637828"/>
                    <a:gd name="connsiteX1210" fmla="*/ 644138 w 1611312"/>
                    <a:gd name="connsiteY1210" fmla="*/ 1350313 h 1637828"/>
                    <a:gd name="connsiteX1211" fmla="*/ 638992 w 1611312"/>
                    <a:gd name="connsiteY1211" fmla="*/ 1359940 h 1637828"/>
                    <a:gd name="connsiteX1212" fmla="*/ 633846 w 1611312"/>
                    <a:gd name="connsiteY1212" fmla="*/ 1372777 h 1637828"/>
                    <a:gd name="connsiteX1213" fmla="*/ 626126 w 1611312"/>
                    <a:gd name="connsiteY1213" fmla="*/ 1378553 h 1637828"/>
                    <a:gd name="connsiteX1214" fmla="*/ 613261 w 1611312"/>
                    <a:gd name="connsiteY1214" fmla="*/ 1394599 h 1637828"/>
                    <a:gd name="connsiteX1215" fmla="*/ 610045 w 1611312"/>
                    <a:gd name="connsiteY1215" fmla="*/ 1413854 h 1637828"/>
                    <a:gd name="connsiteX1216" fmla="*/ 608758 w 1611312"/>
                    <a:gd name="connsiteY1216" fmla="*/ 1426690 h 1637828"/>
                    <a:gd name="connsiteX1217" fmla="*/ 603612 w 1611312"/>
                    <a:gd name="connsiteY1217" fmla="*/ 1420914 h 1637828"/>
                    <a:gd name="connsiteX1218" fmla="*/ 596536 w 1611312"/>
                    <a:gd name="connsiteY1218" fmla="*/ 1420914 h 1637828"/>
                    <a:gd name="connsiteX1219" fmla="*/ 592033 w 1611312"/>
                    <a:gd name="connsiteY1219" fmla="*/ 1425407 h 1637828"/>
                    <a:gd name="connsiteX1220" fmla="*/ 590103 w 1611312"/>
                    <a:gd name="connsiteY1220" fmla="*/ 1413854 h 1637828"/>
                    <a:gd name="connsiteX1221" fmla="*/ 586244 w 1611312"/>
                    <a:gd name="connsiteY1221" fmla="*/ 1401659 h 1637828"/>
                    <a:gd name="connsiteX1222" fmla="*/ 583027 w 1611312"/>
                    <a:gd name="connsiteY1222" fmla="*/ 1393957 h 1637828"/>
                    <a:gd name="connsiteX1223" fmla="*/ 580454 w 1611312"/>
                    <a:gd name="connsiteY1223" fmla="*/ 1376628 h 1637828"/>
                    <a:gd name="connsiteX1224" fmla="*/ 583671 w 1611312"/>
                    <a:gd name="connsiteY1224" fmla="*/ 1369568 h 1637828"/>
                    <a:gd name="connsiteX1225" fmla="*/ 580454 w 1611312"/>
                    <a:gd name="connsiteY1225" fmla="*/ 1361224 h 1637828"/>
                    <a:gd name="connsiteX1226" fmla="*/ 585600 w 1611312"/>
                    <a:gd name="connsiteY1226" fmla="*/ 1352880 h 1637828"/>
                    <a:gd name="connsiteX1227" fmla="*/ 594606 w 1611312"/>
                    <a:gd name="connsiteY1227" fmla="*/ 1351597 h 1637828"/>
                    <a:gd name="connsiteX1228" fmla="*/ 601682 w 1611312"/>
                    <a:gd name="connsiteY1228" fmla="*/ 1346462 h 1637828"/>
                    <a:gd name="connsiteX1229" fmla="*/ 610045 w 1611312"/>
                    <a:gd name="connsiteY1229" fmla="*/ 1335551 h 1637828"/>
                    <a:gd name="connsiteX1230" fmla="*/ 620337 w 1611312"/>
                    <a:gd name="connsiteY1230" fmla="*/ 1333625 h 1637828"/>
                    <a:gd name="connsiteX1231" fmla="*/ 902090 w 1611312"/>
                    <a:gd name="connsiteY1231" fmla="*/ 1224515 h 1637828"/>
                    <a:gd name="connsiteX1232" fmla="*/ 893084 w 1611312"/>
                    <a:gd name="connsiteY1232" fmla="*/ 1236068 h 1637828"/>
                    <a:gd name="connsiteX1233" fmla="*/ 889225 w 1611312"/>
                    <a:gd name="connsiteY1233" fmla="*/ 1232217 h 1637828"/>
                    <a:gd name="connsiteX1234" fmla="*/ 883435 w 1611312"/>
                    <a:gd name="connsiteY1234" fmla="*/ 1236710 h 1637828"/>
                    <a:gd name="connsiteX1235" fmla="*/ 866067 w 1611312"/>
                    <a:gd name="connsiteY1235" fmla="*/ 1203335 h 1637828"/>
                    <a:gd name="connsiteX1236" fmla="*/ 867353 w 1611312"/>
                    <a:gd name="connsiteY1236" fmla="*/ 1200767 h 1637828"/>
                    <a:gd name="connsiteX1237" fmla="*/ 900160 w 1611312"/>
                    <a:gd name="connsiteY1237" fmla="*/ 1207186 h 1637828"/>
                    <a:gd name="connsiteX1238" fmla="*/ 906593 w 1611312"/>
                    <a:gd name="connsiteY1238" fmla="*/ 1207186 h 1637828"/>
                    <a:gd name="connsiteX1239" fmla="*/ 906593 w 1611312"/>
                    <a:gd name="connsiteY1239" fmla="*/ 1210395 h 1637828"/>
                    <a:gd name="connsiteX1240" fmla="*/ 902090 w 1611312"/>
                    <a:gd name="connsiteY1240" fmla="*/ 1224515 h 1637828"/>
                    <a:gd name="connsiteX1241" fmla="*/ 987002 w 1611312"/>
                    <a:gd name="connsiteY1241" fmla="*/ 1376628 h 1637828"/>
                    <a:gd name="connsiteX1242" fmla="*/ 983142 w 1611312"/>
                    <a:gd name="connsiteY1242" fmla="*/ 1377911 h 1637828"/>
                    <a:gd name="connsiteX1243" fmla="*/ 978639 w 1611312"/>
                    <a:gd name="connsiteY1243" fmla="*/ 1368926 h 1637828"/>
                    <a:gd name="connsiteX1244" fmla="*/ 973493 w 1611312"/>
                    <a:gd name="connsiteY1244" fmla="*/ 1365075 h 1637828"/>
                    <a:gd name="connsiteX1245" fmla="*/ 974136 w 1611312"/>
                    <a:gd name="connsiteY1245" fmla="*/ 1356089 h 1637828"/>
                    <a:gd name="connsiteX1246" fmla="*/ 976066 w 1611312"/>
                    <a:gd name="connsiteY1246" fmla="*/ 1349671 h 1637828"/>
                    <a:gd name="connsiteX1247" fmla="*/ 979283 w 1611312"/>
                    <a:gd name="connsiteY1247" fmla="*/ 1347104 h 1637828"/>
                    <a:gd name="connsiteX1248" fmla="*/ 980569 w 1611312"/>
                    <a:gd name="connsiteY1248" fmla="*/ 1349671 h 1637828"/>
                    <a:gd name="connsiteX1249" fmla="*/ 988288 w 1611312"/>
                    <a:gd name="connsiteY1249" fmla="*/ 1370210 h 1637828"/>
                    <a:gd name="connsiteX1250" fmla="*/ 987002 w 1611312"/>
                    <a:gd name="connsiteY1250" fmla="*/ 1376628 h 1637828"/>
                    <a:gd name="connsiteX1251" fmla="*/ 1047469 w 1611312"/>
                    <a:gd name="connsiteY1251" fmla="*/ 1155840 h 1637828"/>
                    <a:gd name="connsiteX1252" fmla="*/ 1040393 w 1611312"/>
                    <a:gd name="connsiteY1252" fmla="*/ 1166109 h 1637828"/>
                    <a:gd name="connsiteX1253" fmla="*/ 1033961 w 1611312"/>
                    <a:gd name="connsiteY1253" fmla="*/ 1144929 h 1637828"/>
                    <a:gd name="connsiteX1254" fmla="*/ 1036534 w 1611312"/>
                    <a:gd name="connsiteY1254" fmla="*/ 1145570 h 1637828"/>
                    <a:gd name="connsiteX1255" fmla="*/ 1042967 w 1611312"/>
                    <a:gd name="connsiteY1255" fmla="*/ 1151347 h 1637828"/>
                    <a:gd name="connsiteX1256" fmla="*/ 1047469 w 1611312"/>
                    <a:gd name="connsiteY1256" fmla="*/ 1155840 h 1637828"/>
                    <a:gd name="connsiteX1257" fmla="*/ 1134954 w 1611312"/>
                    <a:gd name="connsiteY1257" fmla="*/ 1178304 h 1637828"/>
                    <a:gd name="connsiteX1258" fmla="*/ 1133668 w 1611312"/>
                    <a:gd name="connsiteY1258" fmla="*/ 1192424 h 1637828"/>
                    <a:gd name="connsiteX1259" fmla="*/ 1127878 w 1611312"/>
                    <a:gd name="connsiteY1259" fmla="*/ 1196275 h 1637828"/>
                    <a:gd name="connsiteX1260" fmla="*/ 1123376 w 1611312"/>
                    <a:gd name="connsiteY1260" fmla="*/ 1191782 h 1637828"/>
                    <a:gd name="connsiteX1261" fmla="*/ 1122732 w 1611312"/>
                    <a:gd name="connsiteY1261" fmla="*/ 1187931 h 1637828"/>
                    <a:gd name="connsiteX1262" fmla="*/ 1129808 w 1611312"/>
                    <a:gd name="connsiteY1262" fmla="*/ 1173811 h 1637828"/>
                    <a:gd name="connsiteX1263" fmla="*/ 1131095 w 1611312"/>
                    <a:gd name="connsiteY1263" fmla="*/ 1171885 h 1637828"/>
                    <a:gd name="connsiteX1264" fmla="*/ 1131738 w 1611312"/>
                    <a:gd name="connsiteY1264" fmla="*/ 1172527 h 1637828"/>
                    <a:gd name="connsiteX1265" fmla="*/ 1134954 w 1611312"/>
                    <a:gd name="connsiteY1265" fmla="*/ 1178304 h 1637828"/>
                    <a:gd name="connsiteX1266" fmla="*/ 1132381 w 1611312"/>
                    <a:gd name="connsiteY1266" fmla="*/ 1116688 h 1637828"/>
                    <a:gd name="connsiteX1267" fmla="*/ 1128522 w 1611312"/>
                    <a:gd name="connsiteY1267" fmla="*/ 1116046 h 1637828"/>
                    <a:gd name="connsiteX1268" fmla="*/ 1129165 w 1611312"/>
                    <a:gd name="connsiteY1268" fmla="*/ 1108986 h 1637828"/>
                    <a:gd name="connsiteX1269" fmla="*/ 1138814 w 1611312"/>
                    <a:gd name="connsiteY1269" fmla="*/ 1113479 h 1637828"/>
                    <a:gd name="connsiteX1270" fmla="*/ 1132381 w 1611312"/>
                    <a:gd name="connsiteY1270" fmla="*/ 1116688 h 1637828"/>
                    <a:gd name="connsiteX1271" fmla="*/ 1154253 w 1611312"/>
                    <a:gd name="connsiteY1271" fmla="*/ 142396 h 1637828"/>
                    <a:gd name="connsiteX1272" fmla="*/ 1156182 w 1611312"/>
                    <a:gd name="connsiteY1272" fmla="*/ 131485 h 1637828"/>
                    <a:gd name="connsiteX1273" fmla="*/ 1160685 w 1611312"/>
                    <a:gd name="connsiteY1273" fmla="*/ 124425 h 1637828"/>
                    <a:gd name="connsiteX1274" fmla="*/ 1163902 w 1611312"/>
                    <a:gd name="connsiteY1274" fmla="*/ 116081 h 1637828"/>
                    <a:gd name="connsiteX1275" fmla="*/ 1165188 w 1611312"/>
                    <a:gd name="connsiteY1275" fmla="*/ 110947 h 1637828"/>
                    <a:gd name="connsiteX1276" fmla="*/ 1172264 w 1611312"/>
                    <a:gd name="connsiteY1276" fmla="*/ 112230 h 1637828"/>
                    <a:gd name="connsiteX1277" fmla="*/ 1179340 w 1611312"/>
                    <a:gd name="connsiteY1277" fmla="*/ 119290 h 1637828"/>
                    <a:gd name="connsiteX1278" fmla="*/ 1182557 w 1611312"/>
                    <a:gd name="connsiteY1278" fmla="*/ 127634 h 1637828"/>
                    <a:gd name="connsiteX1279" fmla="*/ 1175481 w 1611312"/>
                    <a:gd name="connsiteY1279" fmla="*/ 141113 h 1637828"/>
                    <a:gd name="connsiteX1280" fmla="*/ 1157469 w 1611312"/>
                    <a:gd name="connsiteY1280" fmla="*/ 155875 h 1637828"/>
                    <a:gd name="connsiteX1281" fmla="*/ 1154253 w 1611312"/>
                    <a:gd name="connsiteY1281" fmla="*/ 142396 h 1637828"/>
                    <a:gd name="connsiteX1282" fmla="*/ 1162615 w 1611312"/>
                    <a:gd name="connsiteY1282" fmla="*/ 494759 h 1637828"/>
                    <a:gd name="connsiteX1283" fmla="*/ 1169691 w 1611312"/>
                    <a:gd name="connsiteY1283" fmla="*/ 490908 h 1637828"/>
                    <a:gd name="connsiteX1284" fmla="*/ 1169048 w 1611312"/>
                    <a:gd name="connsiteY1284" fmla="*/ 496042 h 1637828"/>
                    <a:gd name="connsiteX1285" fmla="*/ 1172264 w 1611312"/>
                    <a:gd name="connsiteY1285" fmla="*/ 499893 h 1637828"/>
                    <a:gd name="connsiteX1286" fmla="*/ 1166475 w 1611312"/>
                    <a:gd name="connsiteY1286" fmla="*/ 500535 h 1637828"/>
                    <a:gd name="connsiteX1287" fmla="*/ 1166475 w 1611312"/>
                    <a:gd name="connsiteY1287" fmla="*/ 500535 h 1637828"/>
                    <a:gd name="connsiteX1288" fmla="*/ 1162615 w 1611312"/>
                    <a:gd name="connsiteY1288" fmla="*/ 494759 h 1637828"/>
                    <a:gd name="connsiteX1289" fmla="*/ 1181913 w 1611312"/>
                    <a:gd name="connsiteY1289" fmla="*/ 1189856 h 1637828"/>
                    <a:gd name="connsiteX1290" fmla="*/ 1181913 w 1611312"/>
                    <a:gd name="connsiteY1290" fmla="*/ 1189856 h 1637828"/>
                    <a:gd name="connsiteX1291" fmla="*/ 1181913 w 1611312"/>
                    <a:gd name="connsiteY1291" fmla="*/ 1189856 h 1637828"/>
                    <a:gd name="connsiteX1292" fmla="*/ 1179340 w 1611312"/>
                    <a:gd name="connsiteY1292" fmla="*/ 1207828 h 1637828"/>
                    <a:gd name="connsiteX1293" fmla="*/ 1178697 w 1611312"/>
                    <a:gd name="connsiteY1293" fmla="*/ 1223231 h 1637828"/>
                    <a:gd name="connsiteX1294" fmla="*/ 1178054 w 1611312"/>
                    <a:gd name="connsiteY1294" fmla="*/ 1239277 h 1637828"/>
                    <a:gd name="connsiteX1295" fmla="*/ 1170334 w 1611312"/>
                    <a:gd name="connsiteY1295" fmla="*/ 1238635 h 1637828"/>
                    <a:gd name="connsiteX1296" fmla="*/ 1162615 w 1611312"/>
                    <a:gd name="connsiteY1296" fmla="*/ 1239277 h 1637828"/>
                    <a:gd name="connsiteX1297" fmla="*/ 1160685 w 1611312"/>
                    <a:gd name="connsiteY1297" fmla="*/ 1233501 h 1637828"/>
                    <a:gd name="connsiteX1298" fmla="*/ 1159399 w 1611312"/>
                    <a:gd name="connsiteY1298" fmla="*/ 1227724 h 1637828"/>
                    <a:gd name="connsiteX1299" fmla="*/ 1155539 w 1611312"/>
                    <a:gd name="connsiteY1299" fmla="*/ 1221948 h 1637828"/>
                    <a:gd name="connsiteX1300" fmla="*/ 1158112 w 1611312"/>
                    <a:gd name="connsiteY1300" fmla="*/ 1215529 h 1637828"/>
                    <a:gd name="connsiteX1301" fmla="*/ 1165831 w 1611312"/>
                    <a:gd name="connsiteY1301" fmla="*/ 1217455 h 1637828"/>
                    <a:gd name="connsiteX1302" fmla="*/ 1171621 w 1611312"/>
                    <a:gd name="connsiteY1302" fmla="*/ 1210395 h 1637828"/>
                    <a:gd name="connsiteX1303" fmla="*/ 1168405 w 1611312"/>
                    <a:gd name="connsiteY1303" fmla="*/ 1200126 h 1637828"/>
                    <a:gd name="connsiteX1304" fmla="*/ 1163258 w 1611312"/>
                    <a:gd name="connsiteY1304" fmla="*/ 1189215 h 1637828"/>
                    <a:gd name="connsiteX1305" fmla="*/ 1167118 w 1611312"/>
                    <a:gd name="connsiteY1305" fmla="*/ 1186647 h 1637828"/>
                    <a:gd name="connsiteX1306" fmla="*/ 1170334 w 1611312"/>
                    <a:gd name="connsiteY1306" fmla="*/ 1181513 h 1637828"/>
                    <a:gd name="connsiteX1307" fmla="*/ 1181913 w 1611312"/>
                    <a:gd name="connsiteY1307" fmla="*/ 1184722 h 1637828"/>
                    <a:gd name="connsiteX1308" fmla="*/ 1181913 w 1611312"/>
                    <a:gd name="connsiteY1308" fmla="*/ 1189856 h 1637828"/>
                    <a:gd name="connsiteX1309" fmla="*/ 1279691 w 1611312"/>
                    <a:gd name="connsiteY1309" fmla="*/ 843270 h 1637828"/>
                    <a:gd name="connsiteX1310" fmla="*/ 1279691 w 1611312"/>
                    <a:gd name="connsiteY1310" fmla="*/ 843270 h 1637828"/>
                    <a:gd name="connsiteX1311" fmla="*/ 1279691 w 1611312"/>
                    <a:gd name="connsiteY1311" fmla="*/ 843270 h 1637828"/>
                    <a:gd name="connsiteX1312" fmla="*/ 1284193 w 1611312"/>
                    <a:gd name="connsiteY1312" fmla="*/ 852256 h 1637828"/>
                    <a:gd name="connsiteX1313" fmla="*/ 1277761 w 1611312"/>
                    <a:gd name="connsiteY1313" fmla="*/ 849689 h 1637828"/>
                    <a:gd name="connsiteX1314" fmla="*/ 1279691 w 1611312"/>
                    <a:gd name="connsiteY1314" fmla="*/ 843270 h 1637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Lst>
                  <a:rect l="l" t="t" r="r" b="b"/>
                  <a:pathLst>
                    <a:path w="1611312" h="1637828">
                      <a:moveTo>
                        <a:pt x="1603899" y="310555"/>
                      </a:moveTo>
                      <a:cubicBezTo>
                        <a:pt x="1603899" y="310555"/>
                        <a:pt x="1603899" y="310555"/>
                        <a:pt x="1603899" y="310555"/>
                      </a:cubicBezTo>
                      <a:cubicBezTo>
                        <a:pt x="1606473" y="297718"/>
                        <a:pt x="1606473" y="302853"/>
                        <a:pt x="1609689" y="295793"/>
                      </a:cubicBezTo>
                      <a:cubicBezTo>
                        <a:pt x="1612905" y="288733"/>
                        <a:pt x="1610975" y="286165"/>
                        <a:pt x="1607116" y="283598"/>
                      </a:cubicBezTo>
                      <a:cubicBezTo>
                        <a:pt x="1603256" y="281031"/>
                        <a:pt x="1599397" y="272687"/>
                        <a:pt x="1596180" y="263060"/>
                      </a:cubicBezTo>
                      <a:cubicBezTo>
                        <a:pt x="1592964" y="253432"/>
                        <a:pt x="1594250" y="250865"/>
                        <a:pt x="1587818" y="241879"/>
                      </a:cubicBezTo>
                      <a:cubicBezTo>
                        <a:pt x="1581385" y="232894"/>
                        <a:pt x="1560800" y="236103"/>
                        <a:pt x="1553724" y="236103"/>
                      </a:cubicBezTo>
                      <a:cubicBezTo>
                        <a:pt x="1546648" y="236103"/>
                        <a:pt x="1534426" y="241879"/>
                        <a:pt x="1533140" y="242521"/>
                      </a:cubicBezTo>
                      <a:cubicBezTo>
                        <a:pt x="1531853" y="243163"/>
                        <a:pt x="1517058" y="243163"/>
                        <a:pt x="1514485" y="247656"/>
                      </a:cubicBezTo>
                      <a:cubicBezTo>
                        <a:pt x="1513198" y="250223"/>
                        <a:pt x="1509339" y="252148"/>
                        <a:pt x="1505479" y="255999"/>
                      </a:cubicBezTo>
                      <a:cubicBezTo>
                        <a:pt x="1504836" y="254716"/>
                        <a:pt x="1504192" y="252790"/>
                        <a:pt x="1503549" y="250223"/>
                      </a:cubicBezTo>
                      <a:cubicBezTo>
                        <a:pt x="1502906" y="245730"/>
                        <a:pt x="1509339" y="239954"/>
                        <a:pt x="1505479" y="239312"/>
                      </a:cubicBezTo>
                      <a:cubicBezTo>
                        <a:pt x="1501619" y="238670"/>
                        <a:pt x="1497760" y="240596"/>
                        <a:pt x="1494543" y="242521"/>
                      </a:cubicBezTo>
                      <a:cubicBezTo>
                        <a:pt x="1491327" y="243805"/>
                        <a:pt x="1486181" y="241879"/>
                        <a:pt x="1481678" y="237386"/>
                      </a:cubicBezTo>
                      <a:cubicBezTo>
                        <a:pt x="1477818" y="232894"/>
                        <a:pt x="1478461" y="231610"/>
                        <a:pt x="1477818" y="229043"/>
                      </a:cubicBezTo>
                      <a:cubicBezTo>
                        <a:pt x="1477175" y="226475"/>
                        <a:pt x="1477818" y="223266"/>
                        <a:pt x="1472029" y="227759"/>
                      </a:cubicBezTo>
                      <a:cubicBezTo>
                        <a:pt x="1466239" y="232252"/>
                        <a:pt x="1462380" y="234177"/>
                        <a:pt x="1459807" y="236103"/>
                      </a:cubicBezTo>
                      <a:cubicBezTo>
                        <a:pt x="1456590" y="238028"/>
                        <a:pt x="1455304" y="236103"/>
                        <a:pt x="1452087" y="232894"/>
                      </a:cubicBezTo>
                      <a:cubicBezTo>
                        <a:pt x="1448871" y="229685"/>
                        <a:pt x="1441795" y="229043"/>
                        <a:pt x="1436006" y="229685"/>
                      </a:cubicBezTo>
                      <a:cubicBezTo>
                        <a:pt x="1429573" y="230326"/>
                        <a:pt x="1427643" y="229685"/>
                        <a:pt x="1424427" y="227117"/>
                      </a:cubicBezTo>
                      <a:cubicBezTo>
                        <a:pt x="1420567" y="224550"/>
                        <a:pt x="1417351" y="222624"/>
                        <a:pt x="1413491" y="222624"/>
                      </a:cubicBezTo>
                      <a:cubicBezTo>
                        <a:pt x="1412848" y="222624"/>
                        <a:pt x="1405772" y="222624"/>
                        <a:pt x="1401912" y="222624"/>
                      </a:cubicBezTo>
                      <a:cubicBezTo>
                        <a:pt x="1398053" y="222624"/>
                        <a:pt x="1397409" y="227759"/>
                        <a:pt x="1394193" y="232252"/>
                      </a:cubicBezTo>
                      <a:cubicBezTo>
                        <a:pt x="1390977" y="236103"/>
                        <a:pt x="1387760" y="234819"/>
                        <a:pt x="1389047" y="239312"/>
                      </a:cubicBezTo>
                      <a:cubicBezTo>
                        <a:pt x="1390333" y="243805"/>
                        <a:pt x="1385830" y="248298"/>
                        <a:pt x="1380041" y="252148"/>
                      </a:cubicBezTo>
                      <a:cubicBezTo>
                        <a:pt x="1374251" y="255999"/>
                        <a:pt x="1372322" y="257283"/>
                        <a:pt x="1369105" y="252790"/>
                      </a:cubicBezTo>
                      <a:cubicBezTo>
                        <a:pt x="1366532" y="248298"/>
                        <a:pt x="1359456" y="243163"/>
                        <a:pt x="1358170" y="239312"/>
                      </a:cubicBezTo>
                      <a:cubicBezTo>
                        <a:pt x="1356883" y="235461"/>
                        <a:pt x="1354953" y="232252"/>
                        <a:pt x="1354953" y="240596"/>
                      </a:cubicBezTo>
                      <a:cubicBezTo>
                        <a:pt x="1354953" y="248939"/>
                        <a:pt x="1357526" y="257925"/>
                        <a:pt x="1358170" y="262418"/>
                      </a:cubicBezTo>
                      <a:cubicBezTo>
                        <a:pt x="1358813" y="267552"/>
                        <a:pt x="1354953" y="268836"/>
                        <a:pt x="1352380" y="270761"/>
                      </a:cubicBezTo>
                      <a:cubicBezTo>
                        <a:pt x="1349807" y="273329"/>
                        <a:pt x="1348521" y="277180"/>
                        <a:pt x="1347877" y="278463"/>
                      </a:cubicBezTo>
                      <a:cubicBezTo>
                        <a:pt x="1347234" y="280389"/>
                        <a:pt x="1342731" y="283598"/>
                        <a:pt x="1339515" y="280389"/>
                      </a:cubicBezTo>
                      <a:cubicBezTo>
                        <a:pt x="1336298" y="277180"/>
                        <a:pt x="1336942" y="272045"/>
                        <a:pt x="1331796" y="268836"/>
                      </a:cubicBezTo>
                      <a:cubicBezTo>
                        <a:pt x="1327293" y="265627"/>
                        <a:pt x="1323433" y="259209"/>
                        <a:pt x="1318930" y="261776"/>
                      </a:cubicBezTo>
                      <a:cubicBezTo>
                        <a:pt x="1314427" y="264343"/>
                        <a:pt x="1313141" y="266910"/>
                        <a:pt x="1316357" y="272045"/>
                      </a:cubicBezTo>
                      <a:cubicBezTo>
                        <a:pt x="1319573" y="276538"/>
                        <a:pt x="1327293" y="282314"/>
                        <a:pt x="1329866" y="284240"/>
                      </a:cubicBezTo>
                      <a:cubicBezTo>
                        <a:pt x="1332439" y="286807"/>
                        <a:pt x="1331796" y="293867"/>
                        <a:pt x="1331152" y="296434"/>
                      </a:cubicBezTo>
                      <a:cubicBezTo>
                        <a:pt x="1330509" y="299644"/>
                        <a:pt x="1326649" y="301569"/>
                        <a:pt x="1320217" y="299644"/>
                      </a:cubicBezTo>
                      <a:cubicBezTo>
                        <a:pt x="1313784" y="297718"/>
                        <a:pt x="1309924" y="295151"/>
                        <a:pt x="1307994" y="296434"/>
                      </a:cubicBezTo>
                      <a:cubicBezTo>
                        <a:pt x="1306065" y="297718"/>
                        <a:pt x="1302205" y="303495"/>
                        <a:pt x="1307351" y="306062"/>
                      </a:cubicBezTo>
                      <a:cubicBezTo>
                        <a:pt x="1312497" y="308629"/>
                        <a:pt x="1316357" y="312480"/>
                        <a:pt x="1317644" y="315689"/>
                      </a:cubicBezTo>
                      <a:cubicBezTo>
                        <a:pt x="1318287" y="318898"/>
                        <a:pt x="1320860" y="320182"/>
                        <a:pt x="1318287" y="324033"/>
                      </a:cubicBezTo>
                      <a:cubicBezTo>
                        <a:pt x="1315714" y="327884"/>
                        <a:pt x="1310568" y="336228"/>
                        <a:pt x="1312497" y="340079"/>
                      </a:cubicBezTo>
                      <a:cubicBezTo>
                        <a:pt x="1314427" y="344571"/>
                        <a:pt x="1317000" y="345855"/>
                        <a:pt x="1317644" y="347139"/>
                      </a:cubicBezTo>
                      <a:cubicBezTo>
                        <a:pt x="1318287" y="348422"/>
                        <a:pt x="1322147" y="354199"/>
                        <a:pt x="1318287" y="358692"/>
                      </a:cubicBezTo>
                      <a:cubicBezTo>
                        <a:pt x="1314427" y="362543"/>
                        <a:pt x="1309281" y="365752"/>
                        <a:pt x="1305421" y="368319"/>
                      </a:cubicBezTo>
                      <a:cubicBezTo>
                        <a:pt x="1302848" y="369603"/>
                        <a:pt x="1300275" y="372170"/>
                        <a:pt x="1300275" y="374095"/>
                      </a:cubicBezTo>
                      <a:cubicBezTo>
                        <a:pt x="1299632" y="374095"/>
                        <a:pt x="1299632" y="374095"/>
                        <a:pt x="1298989" y="374737"/>
                      </a:cubicBezTo>
                      <a:cubicBezTo>
                        <a:pt x="1291269" y="377946"/>
                        <a:pt x="1286123" y="377305"/>
                        <a:pt x="1279691" y="379872"/>
                      </a:cubicBezTo>
                      <a:cubicBezTo>
                        <a:pt x="1276474" y="381156"/>
                        <a:pt x="1275831" y="382439"/>
                        <a:pt x="1274544" y="384365"/>
                      </a:cubicBezTo>
                      <a:cubicBezTo>
                        <a:pt x="1273258" y="377305"/>
                        <a:pt x="1269398" y="377946"/>
                        <a:pt x="1266825" y="377305"/>
                      </a:cubicBezTo>
                      <a:cubicBezTo>
                        <a:pt x="1264252" y="377305"/>
                        <a:pt x="1261036" y="375379"/>
                        <a:pt x="1261036" y="375379"/>
                      </a:cubicBezTo>
                      <a:cubicBezTo>
                        <a:pt x="1261036" y="375379"/>
                        <a:pt x="1257176" y="374095"/>
                        <a:pt x="1254603" y="375379"/>
                      </a:cubicBezTo>
                      <a:cubicBezTo>
                        <a:pt x="1252673" y="376663"/>
                        <a:pt x="1254603" y="376663"/>
                        <a:pt x="1250743" y="378588"/>
                      </a:cubicBezTo>
                      <a:cubicBezTo>
                        <a:pt x="1246240" y="380514"/>
                        <a:pt x="1243667" y="384365"/>
                        <a:pt x="1243667" y="393350"/>
                      </a:cubicBezTo>
                      <a:cubicBezTo>
                        <a:pt x="1243667" y="402336"/>
                        <a:pt x="1250743" y="404903"/>
                        <a:pt x="1252673" y="405545"/>
                      </a:cubicBezTo>
                      <a:cubicBezTo>
                        <a:pt x="1252673" y="405545"/>
                        <a:pt x="1253316" y="405545"/>
                        <a:pt x="1253316" y="406187"/>
                      </a:cubicBezTo>
                      <a:cubicBezTo>
                        <a:pt x="1251387" y="408112"/>
                        <a:pt x="1250100" y="410038"/>
                        <a:pt x="1248814" y="412605"/>
                      </a:cubicBezTo>
                      <a:cubicBezTo>
                        <a:pt x="1245597" y="419023"/>
                        <a:pt x="1247527" y="420949"/>
                        <a:pt x="1239808" y="428009"/>
                      </a:cubicBezTo>
                      <a:cubicBezTo>
                        <a:pt x="1231445" y="435711"/>
                        <a:pt x="1230802" y="441487"/>
                        <a:pt x="1229515" y="450473"/>
                      </a:cubicBezTo>
                      <a:cubicBezTo>
                        <a:pt x="1228229" y="459458"/>
                        <a:pt x="1232089" y="461384"/>
                        <a:pt x="1234018" y="467160"/>
                      </a:cubicBezTo>
                      <a:cubicBezTo>
                        <a:pt x="1236591" y="472937"/>
                        <a:pt x="1237235" y="496042"/>
                        <a:pt x="1246884" y="501819"/>
                      </a:cubicBezTo>
                      <a:cubicBezTo>
                        <a:pt x="1256533" y="507595"/>
                        <a:pt x="1266825" y="512730"/>
                        <a:pt x="1270685" y="516581"/>
                      </a:cubicBezTo>
                      <a:cubicBezTo>
                        <a:pt x="1274544" y="519790"/>
                        <a:pt x="1282264" y="524925"/>
                        <a:pt x="1285480" y="532626"/>
                      </a:cubicBezTo>
                      <a:cubicBezTo>
                        <a:pt x="1286123" y="533268"/>
                        <a:pt x="1286123" y="534552"/>
                        <a:pt x="1286767" y="535194"/>
                      </a:cubicBezTo>
                      <a:cubicBezTo>
                        <a:pt x="1271971" y="526850"/>
                        <a:pt x="1255890" y="523641"/>
                        <a:pt x="1240451" y="525566"/>
                      </a:cubicBezTo>
                      <a:cubicBezTo>
                        <a:pt x="1226299" y="509521"/>
                        <a:pt x="1205714" y="499252"/>
                        <a:pt x="1183843" y="497968"/>
                      </a:cubicBezTo>
                      <a:cubicBezTo>
                        <a:pt x="1187703" y="495401"/>
                        <a:pt x="1188989" y="489624"/>
                        <a:pt x="1187703" y="485131"/>
                      </a:cubicBezTo>
                      <a:cubicBezTo>
                        <a:pt x="1186416" y="482564"/>
                        <a:pt x="1183843" y="481280"/>
                        <a:pt x="1181270" y="480639"/>
                      </a:cubicBezTo>
                      <a:cubicBezTo>
                        <a:pt x="1182557" y="479355"/>
                        <a:pt x="1183843" y="478071"/>
                        <a:pt x="1184486" y="477429"/>
                      </a:cubicBezTo>
                      <a:cubicBezTo>
                        <a:pt x="1184486" y="479355"/>
                        <a:pt x="1185773" y="480639"/>
                        <a:pt x="1187703" y="481922"/>
                      </a:cubicBezTo>
                      <a:cubicBezTo>
                        <a:pt x="1192206" y="483848"/>
                        <a:pt x="1199925" y="479355"/>
                        <a:pt x="1199925" y="473578"/>
                      </a:cubicBezTo>
                      <a:cubicBezTo>
                        <a:pt x="1200568" y="467802"/>
                        <a:pt x="1196065" y="467160"/>
                        <a:pt x="1192849" y="465877"/>
                      </a:cubicBezTo>
                      <a:cubicBezTo>
                        <a:pt x="1191562" y="465235"/>
                        <a:pt x="1190276" y="464593"/>
                        <a:pt x="1188989" y="463309"/>
                      </a:cubicBezTo>
                      <a:cubicBezTo>
                        <a:pt x="1188346" y="457533"/>
                        <a:pt x="1187059" y="448547"/>
                        <a:pt x="1184486" y="441487"/>
                      </a:cubicBezTo>
                      <a:cubicBezTo>
                        <a:pt x="1179983" y="430576"/>
                        <a:pt x="1176124" y="429292"/>
                        <a:pt x="1174837" y="424800"/>
                      </a:cubicBezTo>
                      <a:cubicBezTo>
                        <a:pt x="1173551" y="420307"/>
                        <a:pt x="1181913" y="415814"/>
                        <a:pt x="1181913" y="411321"/>
                      </a:cubicBezTo>
                      <a:cubicBezTo>
                        <a:pt x="1181913" y="407470"/>
                        <a:pt x="1182557" y="399768"/>
                        <a:pt x="1182557" y="393350"/>
                      </a:cubicBezTo>
                      <a:cubicBezTo>
                        <a:pt x="1183200" y="392067"/>
                        <a:pt x="1183843" y="390783"/>
                        <a:pt x="1184486" y="390141"/>
                      </a:cubicBezTo>
                      <a:cubicBezTo>
                        <a:pt x="1187703" y="384365"/>
                        <a:pt x="1185773" y="383723"/>
                        <a:pt x="1185773" y="381156"/>
                      </a:cubicBezTo>
                      <a:cubicBezTo>
                        <a:pt x="1185773" y="378588"/>
                        <a:pt x="1188346" y="379230"/>
                        <a:pt x="1190276" y="377305"/>
                      </a:cubicBezTo>
                      <a:cubicBezTo>
                        <a:pt x="1192849" y="375379"/>
                        <a:pt x="1193492" y="374095"/>
                        <a:pt x="1194779" y="374737"/>
                      </a:cubicBezTo>
                      <a:cubicBezTo>
                        <a:pt x="1196065" y="375379"/>
                        <a:pt x="1194779" y="377305"/>
                        <a:pt x="1195422" y="377946"/>
                      </a:cubicBezTo>
                      <a:cubicBezTo>
                        <a:pt x="1196709" y="378588"/>
                        <a:pt x="1201211" y="378588"/>
                        <a:pt x="1202498" y="380514"/>
                      </a:cubicBezTo>
                      <a:cubicBezTo>
                        <a:pt x="1203784" y="382439"/>
                        <a:pt x="1203141" y="386290"/>
                        <a:pt x="1208287" y="386932"/>
                      </a:cubicBezTo>
                      <a:cubicBezTo>
                        <a:pt x="1212790" y="388216"/>
                        <a:pt x="1214720" y="393350"/>
                        <a:pt x="1217293" y="395276"/>
                      </a:cubicBezTo>
                      <a:cubicBezTo>
                        <a:pt x="1219866" y="397201"/>
                        <a:pt x="1220510" y="399768"/>
                        <a:pt x="1221153" y="401694"/>
                      </a:cubicBezTo>
                      <a:cubicBezTo>
                        <a:pt x="1221153" y="404261"/>
                        <a:pt x="1227586" y="410680"/>
                        <a:pt x="1232089" y="411321"/>
                      </a:cubicBezTo>
                      <a:cubicBezTo>
                        <a:pt x="1236591" y="411963"/>
                        <a:pt x="1237235" y="406187"/>
                        <a:pt x="1234018" y="403619"/>
                      </a:cubicBezTo>
                      <a:cubicBezTo>
                        <a:pt x="1230802" y="401052"/>
                        <a:pt x="1222439" y="393350"/>
                        <a:pt x="1217293" y="389499"/>
                      </a:cubicBezTo>
                      <a:cubicBezTo>
                        <a:pt x="1212790" y="385006"/>
                        <a:pt x="1211504" y="381156"/>
                        <a:pt x="1209574" y="375379"/>
                      </a:cubicBezTo>
                      <a:cubicBezTo>
                        <a:pt x="1208287" y="369603"/>
                        <a:pt x="1211504" y="367035"/>
                        <a:pt x="1213434" y="363826"/>
                      </a:cubicBezTo>
                      <a:cubicBezTo>
                        <a:pt x="1216007" y="360617"/>
                        <a:pt x="1214077" y="359333"/>
                        <a:pt x="1217293" y="358050"/>
                      </a:cubicBezTo>
                      <a:cubicBezTo>
                        <a:pt x="1219866" y="356124"/>
                        <a:pt x="1219866" y="356124"/>
                        <a:pt x="1220510" y="352915"/>
                      </a:cubicBezTo>
                      <a:cubicBezTo>
                        <a:pt x="1221153" y="349706"/>
                        <a:pt x="1221153" y="347781"/>
                        <a:pt x="1221796" y="346497"/>
                      </a:cubicBezTo>
                      <a:cubicBezTo>
                        <a:pt x="1223083" y="345213"/>
                        <a:pt x="1223726" y="347781"/>
                        <a:pt x="1224369" y="349706"/>
                      </a:cubicBezTo>
                      <a:cubicBezTo>
                        <a:pt x="1225012" y="351632"/>
                        <a:pt x="1230159" y="352273"/>
                        <a:pt x="1234018" y="352273"/>
                      </a:cubicBezTo>
                      <a:cubicBezTo>
                        <a:pt x="1237878" y="352273"/>
                        <a:pt x="1237878" y="351632"/>
                        <a:pt x="1242381" y="351632"/>
                      </a:cubicBezTo>
                      <a:cubicBezTo>
                        <a:pt x="1246884" y="351632"/>
                        <a:pt x="1246240" y="351632"/>
                        <a:pt x="1249457" y="351632"/>
                      </a:cubicBezTo>
                      <a:cubicBezTo>
                        <a:pt x="1252673" y="351632"/>
                        <a:pt x="1255890" y="352915"/>
                        <a:pt x="1255890" y="350348"/>
                      </a:cubicBezTo>
                      <a:cubicBezTo>
                        <a:pt x="1256533" y="347781"/>
                        <a:pt x="1253960" y="346497"/>
                        <a:pt x="1251387" y="343930"/>
                      </a:cubicBezTo>
                      <a:cubicBezTo>
                        <a:pt x="1248170" y="341362"/>
                        <a:pt x="1239808" y="340079"/>
                        <a:pt x="1235305" y="338795"/>
                      </a:cubicBezTo>
                      <a:cubicBezTo>
                        <a:pt x="1230802" y="337511"/>
                        <a:pt x="1229515" y="331735"/>
                        <a:pt x="1232732" y="329168"/>
                      </a:cubicBezTo>
                      <a:cubicBezTo>
                        <a:pt x="1235948" y="326600"/>
                        <a:pt x="1235948" y="322108"/>
                        <a:pt x="1238521" y="318898"/>
                      </a:cubicBezTo>
                      <a:cubicBezTo>
                        <a:pt x="1241094" y="315689"/>
                        <a:pt x="1243024" y="315689"/>
                        <a:pt x="1248814" y="314406"/>
                      </a:cubicBezTo>
                      <a:cubicBezTo>
                        <a:pt x="1254603" y="313122"/>
                        <a:pt x="1255890" y="309913"/>
                        <a:pt x="1254603" y="305420"/>
                      </a:cubicBezTo>
                      <a:cubicBezTo>
                        <a:pt x="1253316" y="300927"/>
                        <a:pt x="1248814" y="294509"/>
                        <a:pt x="1248170" y="287449"/>
                      </a:cubicBezTo>
                      <a:cubicBezTo>
                        <a:pt x="1247527" y="280389"/>
                        <a:pt x="1261679" y="275254"/>
                        <a:pt x="1266182" y="273971"/>
                      </a:cubicBezTo>
                      <a:cubicBezTo>
                        <a:pt x="1270041" y="272687"/>
                        <a:pt x="1271971" y="273971"/>
                        <a:pt x="1277118" y="274612"/>
                      </a:cubicBezTo>
                      <a:cubicBezTo>
                        <a:pt x="1282264" y="275254"/>
                        <a:pt x="1288053" y="272045"/>
                        <a:pt x="1288696" y="270120"/>
                      </a:cubicBezTo>
                      <a:cubicBezTo>
                        <a:pt x="1289340" y="268194"/>
                        <a:pt x="1286123" y="266910"/>
                        <a:pt x="1281620" y="264985"/>
                      </a:cubicBezTo>
                      <a:cubicBezTo>
                        <a:pt x="1277761" y="263060"/>
                        <a:pt x="1269398" y="268836"/>
                        <a:pt x="1259106" y="271403"/>
                      </a:cubicBezTo>
                      <a:cubicBezTo>
                        <a:pt x="1259106" y="271403"/>
                        <a:pt x="1258463" y="271403"/>
                        <a:pt x="1258463" y="271403"/>
                      </a:cubicBezTo>
                      <a:cubicBezTo>
                        <a:pt x="1260392" y="269478"/>
                        <a:pt x="1262322" y="267552"/>
                        <a:pt x="1262965" y="265627"/>
                      </a:cubicBezTo>
                      <a:cubicBezTo>
                        <a:pt x="1264252" y="261776"/>
                        <a:pt x="1264895" y="247656"/>
                        <a:pt x="1262965" y="244447"/>
                      </a:cubicBezTo>
                      <a:cubicBezTo>
                        <a:pt x="1262965" y="244447"/>
                        <a:pt x="1262965" y="243805"/>
                        <a:pt x="1262322" y="243805"/>
                      </a:cubicBezTo>
                      <a:cubicBezTo>
                        <a:pt x="1264252" y="243805"/>
                        <a:pt x="1265539" y="243163"/>
                        <a:pt x="1266825" y="243163"/>
                      </a:cubicBezTo>
                      <a:cubicBezTo>
                        <a:pt x="1271328" y="241879"/>
                        <a:pt x="1275831" y="236103"/>
                        <a:pt x="1273258" y="232894"/>
                      </a:cubicBezTo>
                      <a:cubicBezTo>
                        <a:pt x="1270685" y="229685"/>
                        <a:pt x="1264252" y="232252"/>
                        <a:pt x="1261679" y="232252"/>
                      </a:cubicBezTo>
                      <a:cubicBezTo>
                        <a:pt x="1259106" y="232252"/>
                        <a:pt x="1256533" y="232252"/>
                        <a:pt x="1253960" y="234819"/>
                      </a:cubicBezTo>
                      <a:cubicBezTo>
                        <a:pt x="1253316" y="235461"/>
                        <a:pt x="1253316" y="235461"/>
                        <a:pt x="1253316" y="235461"/>
                      </a:cubicBezTo>
                      <a:cubicBezTo>
                        <a:pt x="1252673" y="235461"/>
                        <a:pt x="1252030" y="234819"/>
                        <a:pt x="1251387" y="234819"/>
                      </a:cubicBezTo>
                      <a:cubicBezTo>
                        <a:pt x="1247527" y="234177"/>
                        <a:pt x="1243667" y="234819"/>
                        <a:pt x="1243024" y="231610"/>
                      </a:cubicBezTo>
                      <a:cubicBezTo>
                        <a:pt x="1242381" y="228401"/>
                        <a:pt x="1242381" y="224550"/>
                        <a:pt x="1242381" y="224550"/>
                      </a:cubicBezTo>
                      <a:cubicBezTo>
                        <a:pt x="1242381" y="224550"/>
                        <a:pt x="1241738" y="220057"/>
                        <a:pt x="1239164" y="221341"/>
                      </a:cubicBezTo>
                      <a:cubicBezTo>
                        <a:pt x="1236591" y="222624"/>
                        <a:pt x="1232089" y="228401"/>
                        <a:pt x="1234018" y="229685"/>
                      </a:cubicBezTo>
                      <a:cubicBezTo>
                        <a:pt x="1235948" y="231610"/>
                        <a:pt x="1238521" y="233536"/>
                        <a:pt x="1238521" y="235461"/>
                      </a:cubicBezTo>
                      <a:cubicBezTo>
                        <a:pt x="1238521" y="237386"/>
                        <a:pt x="1234662" y="239312"/>
                        <a:pt x="1232732" y="239312"/>
                      </a:cubicBezTo>
                      <a:cubicBezTo>
                        <a:pt x="1230802" y="239312"/>
                        <a:pt x="1230802" y="236745"/>
                        <a:pt x="1229515" y="234177"/>
                      </a:cubicBezTo>
                      <a:cubicBezTo>
                        <a:pt x="1228229" y="232252"/>
                        <a:pt x="1227586" y="227759"/>
                        <a:pt x="1223083" y="229685"/>
                      </a:cubicBezTo>
                      <a:cubicBezTo>
                        <a:pt x="1219866" y="230968"/>
                        <a:pt x="1217293" y="232252"/>
                        <a:pt x="1216650" y="234177"/>
                      </a:cubicBezTo>
                      <a:cubicBezTo>
                        <a:pt x="1215363" y="232252"/>
                        <a:pt x="1215363" y="230326"/>
                        <a:pt x="1216007" y="228401"/>
                      </a:cubicBezTo>
                      <a:cubicBezTo>
                        <a:pt x="1216650" y="224550"/>
                        <a:pt x="1217936" y="220057"/>
                        <a:pt x="1219866" y="215564"/>
                      </a:cubicBezTo>
                      <a:cubicBezTo>
                        <a:pt x="1221153" y="211713"/>
                        <a:pt x="1219866" y="209788"/>
                        <a:pt x="1221153" y="206579"/>
                      </a:cubicBezTo>
                      <a:cubicBezTo>
                        <a:pt x="1222439" y="203370"/>
                        <a:pt x="1221153" y="200161"/>
                        <a:pt x="1222439" y="195668"/>
                      </a:cubicBezTo>
                      <a:cubicBezTo>
                        <a:pt x="1223726" y="191175"/>
                        <a:pt x="1230159" y="193100"/>
                        <a:pt x="1233375" y="190533"/>
                      </a:cubicBezTo>
                      <a:cubicBezTo>
                        <a:pt x="1236591" y="187966"/>
                        <a:pt x="1241094" y="180906"/>
                        <a:pt x="1243024" y="178338"/>
                      </a:cubicBezTo>
                      <a:cubicBezTo>
                        <a:pt x="1244954" y="175771"/>
                        <a:pt x="1246240" y="178980"/>
                        <a:pt x="1250100" y="174488"/>
                      </a:cubicBezTo>
                      <a:cubicBezTo>
                        <a:pt x="1253960" y="169995"/>
                        <a:pt x="1253960" y="162935"/>
                        <a:pt x="1250743" y="162293"/>
                      </a:cubicBezTo>
                      <a:cubicBezTo>
                        <a:pt x="1247527" y="161651"/>
                        <a:pt x="1240451" y="166144"/>
                        <a:pt x="1235948" y="171920"/>
                      </a:cubicBezTo>
                      <a:cubicBezTo>
                        <a:pt x="1231445" y="178338"/>
                        <a:pt x="1229515" y="178338"/>
                        <a:pt x="1226299" y="178980"/>
                      </a:cubicBezTo>
                      <a:cubicBezTo>
                        <a:pt x="1223083" y="179622"/>
                        <a:pt x="1222439" y="177055"/>
                        <a:pt x="1221153" y="176413"/>
                      </a:cubicBezTo>
                      <a:cubicBezTo>
                        <a:pt x="1219866" y="175771"/>
                        <a:pt x="1217293" y="169353"/>
                        <a:pt x="1217293" y="166144"/>
                      </a:cubicBezTo>
                      <a:cubicBezTo>
                        <a:pt x="1217293" y="162935"/>
                        <a:pt x="1216007" y="162293"/>
                        <a:pt x="1214077" y="163576"/>
                      </a:cubicBezTo>
                      <a:cubicBezTo>
                        <a:pt x="1211504" y="164860"/>
                        <a:pt x="1206358" y="165502"/>
                        <a:pt x="1201855" y="169995"/>
                      </a:cubicBezTo>
                      <a:cubicBezTo>
                        <a:pt x="1197352" y="174488"/>
                        <a:pt x="1199282" y="172562"/>
                        <a:pt x="1197352" y="171920"/>
                      </a:cubicBezTo>
                      <a:cubicBezTo>
                        <a:pt x="1195422" y="171920"/>
                        <a:pt x="1186416" y="170637"/>
                        <a:pt x="1182557" y="171920"/>
                      </a:cubicBezTo>
                      <a:cubicBezTo>
                        <a:pt x="1178697" y="173204"/>
                        <a:pt x="1176124" y="168711"/>
                        <a:pt x="1174837" y="166144"/>
                      </a:cubicBezTo>
                      <a:cubicBezTo>
                        <a:pt x="1173551" y="163576"/>
                        <a:pt x="1177410" y="157158"/>
                        <a:pt x="1177410" y="155233"/>
                      </a:cubicBezTo>
                      <a:cubicBezTo>
                        <a:pt x="1177410" y="153307"/>
                        <a:pt x="1180627" y="151382"/>
                        <a:pt x="1181270" y="147531"/>
                      </a:cubicBezTo>
                      <a:cubicBezTo>
                        <a:pt x="1181270" y="143680"/>
                        <a:pt x="1183200" y="143038"/>
                        <a:pt x="1187059" y="139187"/>
                      </a:cubicBezTo>
                      <a:cubicBezTo>
                        <a:pt x="1190919" y="135336"/>
                        <a:pt x="1190919" y="132769"/>
                        <a:pt x="1194135" y="126992"/>
                      </a:cubicBezTo>
                      <a:cubicBezTo>
                        <a:pt x="1197352" y="121216"/>
                        <a:pt x="1206358" y="120574"/>
                        <a:pt x="1210861" y="121216"/>
                      </a:cubicBezTo>
                      <a:cubicBezTo>
                        <a:pt x="1215363" y="121858"/>
                        <a:pt x="1222439" y="121216"/>
                        <a:pt x="1226299" y="115440"/>
                      </a:cubicBezTo>
                      <a:cubicBezTo>
                        <a:pt x="1230159" y="109663"/>
                        <a:pt x="1236591" y="109663"/>
                        <a:pt x="1239808" y="109663"/>
                      </a:cubicBezTo>
                      <a:cubicBezTo>
                        <a:pt x="1243024" y="109663"/>
                        <a:pt x="1245597" y="103245"/>
                        <a:pt x="1246240" y="98110"/>
                      </a:cubicBezTo>
                      <a:cubicBezTo>
                        <a:pt x="1246884" y="92976"/>
                        <a:pt x="1246884" y="82065"/>
                        <a:pt x="1246884" y="79497"/>
                      </a:cubicBezTo>
                      <a:cubicBezTo>
                        <a:pt x="1246884" y="76930"/>
                        <a:pt x="1246884" y="76930"/>
                        <a:pt x="1247527" y="69870"/>
                      </a:cubicBezTo>
                      <a:cubicBezTo>
                        <a:pt x="1248814" y="62810"/>
                        <a:pt x="1246240" y="53824"/>
                        <a:pt x="1246884" y="51257"/>
                      </a:cubicBezTo>
                      <a:cubicBezTo>
                        <a:pt x="1247527" y="48690"/>
                        <a:pt x="1250100" y="44197"/>
                        <a:pt x="1247527" y="41630"/>
                      </a:cubicBezTo>
                      <a:cubicBezTo>
                        <a:pt x="1244954" y="39062"/>
                        <a:pt x="1236591" y="42271"/>
                        <a:pt x="1230802" y="40346"/>
                      </a:cubicBezTo>
                      <a:cubicBezTo>
                        <a:pt x="1225012" y="38420"/>
                        <a:pt x="1226299" y="32002"/>
                        <a:pt x="1220510" y="28793"/>
                      </a:cubicBezTo>
                      <a:cubicBezTo>
                        <a:pt x="1214720" y="24942"/>
                        <a:pt x="1208287" y="29435"/>
                        <a:pt x="1203784" y="29435"/>
                      </a:cubicBezTo>
                      <a:cubicBezTo>
                        <a:pt x="1199282" y="29435"/>
                        <a:pt x="1199282" y="25584"/>
                        <a:pt x="1192849" y="25584"/>
                      </a:cubicBezTo>
                      <a:cubicBezTo>
                        <a:pt x="1185773" y="25584"/>
                        <a:pt x="1185130" y="28793"/>
                        <a:pt x="1179983" y="30718"/>
                      </a:cubicBezTo>
                      <a:cubicBezTo>
                        <a:pt x="1174837" y="32644"/>
                        <a:pt x="1171621" y="30718"/>
                        <a:pt x="1167761" y="31360"/>
                      </a:cubicBezTo>
                      <a:cubicBezTo>
                        <a:pt x="1163902" y="32002"/>
                        <a:pt x="1163258" y="39704"/>
                        <a:pt x="1163902" y="44197"/>
                      </a:cubicBezTo>
                      <a:cubicBezTo>
                        <a:pt x="1163902" y="48048"/>
                        <a:pt x="1163902" y="49331"/>
                        <a:pt x="1160685" y="49973"/>
                      </a:cubicBezTo>
                      <a:cubicBezTo>
                        <a:pt x="1157469" y="50615"/>
                        <a:pt x="1152966" y="56392"/>
                        <a:pt x="1152323" y="58317"/>
                      </a:cubicBezTo>
                      <a:cubicBezTo>
                        <a:pt x="1151680" y="59601"/>
                        <a:pt x="1151036" y="61526"/>
                        <a:pt x="1149106" y="64735"/>
                      </a:cubicBezTo>
                      <a:cubicBezTo>
                        <a:pt x="1147177" y="67303"/>
                        <a:pt x="1147820" y="73721"/>
                        <a:pt x="1149750" y="79497"/>
                      </a:cubicBezTo>
                      <a:cubicBezTo>
                        <a:pt x="1151680" y="85274"/>
                        <a:pt x="1153609" y="94901"/>
                        <a:pt x="1153609" y="98752"/>
                      </a:cubicBezTo>
                      <a:cubicBezTo>
                        <a:pt x="1154253" y="103245"/>
                        <a:pt x="1148463" y="104528"/>
                        <a:pt x="1152323" y="108379"/>
                      </a:cubicBezTo>
                      <a:cubicBezTo>
                        <a:pt x="1156182" y="112230"/>
                        <a:pt x="1161329" y="112872"/>
                        <a:pt x="1161329" y="112872"/>
                      </a:cubicBezTo>
                      <a:cubicBezTo>
                        <a:pt x="1161329" y="112872"/>
                        <a:pt x="1161972" y="118649"/>
                        <a:pt x="1156826" y="123783"/>
                      </a:cubicBezTo>
                      <a:cubicBezTo>
                        <a:pt x="1151036" y="128918"/>
                        <a:pt x="1151680" y="128918"/>
                        <a:pt x="1147820" y="135336"/>
                      </a:cubicBezTo>
                      <a:cubicBezTo>
                        <a:pt x="1143317" y="141754"/>
                        <a:pt x="1139457" y="142396"/>
                        <a:pt x="1134954" y="145605"/>
                      </a:cubicBezTo>
                      <a:cubicBezTo>
                        <a:pt x="1129808" y="148173"/>
                        <a:pt x="1126592" y="144322"/>
                        <a:pt x="1120802" y="144964"/>
                      </a:cubicBezTo>
                      <a:cubicBezTo>
                        <a:pt x="1114370" y="145605"/>
                        <a:pt x="1112440" y="148173"/>
                        <a:pt x="1105364" y="151382"/>
                      </a:cubicBezTo>
                      <a:cubicBezTo>
                        <a:pt x="1098288" y="154591"/>
                        <a:pt x="1089925" y="152665"/>
                        <a:pt x="1087352" y="148814"/>
                      </a:cubicBezTo>
                      <a:cubicBezTo>
                        <a:pt x="1086066" y="146247"/>
                        <a:pt x="1084136" y="143680"/>
                        <a:pt x="1082849" y="140471"/>
                      </a:cubicBezTo>
                      <a:cubicBezTo>
                        <a:pt x="1083493" y="137903"/>
                        <a:pt x="1084136" y="134694"/>
                        <a:pt x="1084779" y="131485"/>
                      </a:cubicBezTo>
                      <a:cubicBezTo>
                        <a:pt x="1086066" y="121858"/>
                        <a:pt x="1087352" y="126351"/>
                        <a:pt x="1088639" y="116081"/>
                      </a:cubicBezTo>
                      <a:cubicBezTo>
                        <a:pt x="1089925" y="105812"/>
                        <a:pt x="1087352" y="109021"/>
                        <a:pt x="1086066" y="105170"/>
                      </a:cubicBezTo>
                      <a:cubicBezTo>
                        <a:pt x="1085423" y="100678"/>
                        <a:pt x="1087352" y="97468"/>
                        <a:pt x="1083493" y="94259"/>
                      </a:cubicBezTo>
                      <a:cubicBezTo>
                        <a:pt x="1080276" y="91050"/>
                        <a:pt x="1073200" y="80139"/>
                        <a:pt x="1073200" y="80139"/>
                      </a:cubicBezTo>
                      <a:cubicBezTo>
                        <a:pt x="1073200" y="80139"/>
                        <a:pt x="1065481" y="70512"/>
                        <a:pt x="1061621" y="66661"/>
                      </a:cubicBezTo>
                      <a:cubicBezTo>
                        <a:pt x="1058405" y="62810"/>
                        <a:pt x="1051329" y="59601"/>
                        <a:pt x="1040393" y="58317"/>
                      </a:cubicBezTo>
                      <a:cubicBezTo>
                        <a:pt x="1030744" y="57033"/>
                        <a:pt x="1024312" y="58959"/>
                        <a:pt x="1022382" y="66019"/>
                      </a:cubicBezTo>
                      <a:cubicBezTo>
                        <a:pt x="1021095" y="66019"/>
                        <a:pt x="1019165" y="66661"/>
                        <a:pt x="1017236" y="67303"/>
                      </a:cubicBezTo>
                      <a:cubicBezTo>
                        <a:pt x="1010803" y="69870"/>
                        <a:pt x="981856" y="77572"/>
                        <a:pt x="982499" y="80781"/>
                      </a:cubicBezTo>
                      <a:cubicBezTo>
                        <a:pt x="982499" y="80781"/>
                        <a:pt x="982499" y="84632"/>
                        <a:pt x="991505" y="83348"/>
                      </a:cubicBezTo>
                      <a:cubicBezTo>
                        <a:pt x="997294" y="82065"/>
                        <a:pt x="1010160" y="79497"/>
                        <a:pt x="1017879" y="78214"/>
                      </a:cubicBezTo>
                      <a:cubicBezTo>
                        <a:pt x="1014019" y="85274"/>
                        <a:pt x="1008230" y="92976"/>
                        <a:pt x="1004370" y="100036"/>
                      </a:cubicBezTo>
                      <a:cubicBezTo>
                        <a:pt x="1003727" y="101319"/>
                        <a:pt x="1003084" y="101961"/>
                        <a:pt x="1003084" y="103245"/>
                      </a:cubicBezTo>
                      <a:cubicBezTo>
                        <a:pt x="1003084" y="103245"/>
                        <a:pt x="1003084" y="103245"/>
                        <a:pt x="1003084" y="103245"/>
                      </a:cubicBezTo>
                      <a:cubicBezTo>
                        <a:pt x="1001797" y="102603"/>
                        <a:pt x="996651" y="101961"/>
                        <a:pt x="995364" y="101319"/>
                      </a:cubicBezTo>
                      <a:cubicBezTo>
                        <a:pt x="994078" y="100678"/>
                        <a:pt x="991505" y="98752"/>
                        <a:pt x="988932" y="99394"/>
                      </a:cubicBezTo>
                      <a:cubicBezTo>
                        <a:pt x="987002" y="100036"/>
                        <a:pt x="983786" y="100678"/>
                        <a:pt x="981856" y="98752"/>
                      </a:cubicBezTo>
                      <a:cubicBezTo>
                        <a:pt x="979926" y="97468"/>
                        <a:pt x="979283" y="96827"/>
                        <a:pt x="977353" y="96827"/>
                      </a:cubicBezTo>
                      <a:cubicBezTo>
                        <a:pt x="974780" y="96185"/>
                        <a:pt x="970920" y="99394"/>
                        <a:pt x="969634" y="101319"/>
                      </a:cubicBezTo>
                      <a:cubicBezTo>
                        <a:pt x="968347" y="103245"/>
                        <a:pt x="965131" y="108379"/>
                        <a:pt x="962558" y="110947"/>
                      </a:cubicBezTo>
                      <a:cubicBezTo>
                        <a:pt x="959985" y="113514"/>
                        <a:pt x="960628" y="121216"/>
                        <a:pt x="960628" y="124425"/>
                      </a:cubicBezTo>
                      <a:cubicBezTo>
                        <a:pt x="960628" y="127634"/>
                        <a:pt x="963201" y="126992"/>
                        <a:pt x="963844" y="129560"/>
                      </a:cubicBezTo>
                      <a:cubicBezTo>
                        <a:pt x="964487" y="132127"/>
                        <a:pt x="966417" y="134052"/>
                        <a:pt x="967704" y="134052"/>
                      </a:cubicBezTo>
                      <a:cubicBezTo>
                        <a:pt x="968990" y="134052"/>
                        <a:pt x="968990" y="135978"/>
                        <a:pt x="971563" y="137262"/>
                      </a:cubicBezTo>
                      <a:cubicBezTo>
                        <a:pt x="974136" y="138545"/>
                        <a:pt x="976066" y="139829"/>
                        <a:pt x="978639" y="139187"/>
                      </a:cubicBezTo>
                      <a:cubicBezTo>
                        <a:pt x="981213" y="138545"/>
                        <a:pt x="982499" y="139187"/>
                        <a:pt x="983786" y="140471"/>
                      </a:cubicBezTo>
                      <a:cubicBezTo>
                        <a:pt x="985072" y="141754"/>
                        <a:pt x="988288" y="141754"/>
                        <a:pt x="990862" y="142396"/>
                      </a:cubicBezTo>
                      <a:cubicBezTo>
                        <a:pt x="993435" y="142396"/>
                        <a:pt x="994078" y="142396"/>
                        <a:pt x="994078" y="141113"/>
                      </a:cubicBezTo>
                      <a:cubicBezTo>
                        <a:pt x="994078" y="140471"/>
                        <a:pt x="994721" y="139829"/>
                        <a:pt x="995364" y="138545"/>
                      </a:cubicBezTo>
                      <a:cubicBezTo>
                        <a:pt x="995364" y="148814"/>
                        <a:pt x="999867" y="152024"/>
                        <a:pt x="1003727" y="155233"/>
                      </a:cubicBezTo>
                      <a:cubicBezTo>
                        <a:pt x="1008230" y="159084"/>
                        <a:pt x="1010160" y="163576"/>
                        <a:pt x="1013376" y="166144"/>
                      </a:cubicBezTo>
                      <a:cubicBezTo>
                        <a:pt x="1016592" y="168711"/>
                        <a:pt x="1023025" y="166786"/>
                        <a:pt x="1030101" y="167427"/>
                      </a:cubicBezTo>
                      <a:cubicBezTo>
                        <a:pt x="1034604" y="168069"/>
                        <a:pt x="1036534" y="168711"/>
                        <a:pt x="1037820" y="168711"/>
                      </a:cubicBezTo>
                      <a:cubicBezTo>
                        <a:pt x="1039750" y="174488"/>
                        <a:pt x="1033961" y="178338"/>
                        <a:pt x="1032031" y="184757"/>
                      </a:cubicBezTo>
                      <a:cubicBezTo>
                        <a:pt x="1029458" y="191817"/>
                        <a:pt x="1030101" y="196310"/>
                        <a:pt x="1026242" y="207221"/>
                      </a:cubicBezTo>
                      <a:cubicBezTo>
                        <a:pt x="1023668" y="214923"/>
                        <a:pt x="1017879" y="216848"/>
                        <a:pt x="1013376" y="215564"/>
                      </a:cubicBezTo>
                      <a:cubicBezTo>
                        <a:pt x="1013376" y="207862"/>
                        <a:pt x="1012733" y="200802"/>
                        <a:pt x="1008230" y="194384"/>
                      </a:cubicBezTo>
                      <a:cubicBezTo>
                        <a:pt x="1003084" y="186682"/>
                        <a:pt x="1005657" y="183473"/>
                        <a:pt x="1001797" y="180264"/>
                      </a:cubicBezTo>
                      <a:cubicBezTo>
                        <a:pt x="997294" y="176413"/>
                        <a:pt x="997294" y="176413"/>
                        <a:pt x="994721" y="175129"/>
                      </a:cubicBezTo>
                      <a:cubicBezTo>
                        <a:pt x="992791" y="173846"/>
                        <a:pt x="992148" y="173204"/>
                        <a:pt x="990862" y="171278"/>
                      </a:cubicBezTo>
                      <a:cubicBezTo>
                        <a:pt x="989575" y="169995"/>
                        <a:pt x="987645" y="168069"/>
                        <a:pt x="986359" y="168711"/>
                      </a:cubicBezTo>
                      <a:cubicBezTo>
                        <a:pt x="984429" y="169995"/>
                        <a:pt x="980569" y="167427"/>
                        <a:pt x="977353" y="169995"/>
                      </a:cubicBezTo>
                      <a:cubicBezTo>
                        <a:pt x="974136" y="171920"/>
                        <a:pt x="969634" y="175771"/>
                        <a:pt x="967060" y="176413"/>
                      </a:cubicBezTo>
                      <a:cubicBezTo>
                        <a:pt x="964487" y="177055"/>
                        <a:pt x="962558" y="178338"/>
                        <a:pt x="958698" y="181548"/>
                      </a:cubicBezTo>
                      <a:cubicBezTo>
                        <a:pt x="958055" y="180906"/>
                        <a:pt x="956768" y="180264"/>
                        <a:pt x="956125" y="179622"/>
                      </a:cubicBezTo>
                      <a:cubicBezTo>
                        <a:pt x="952908" y="177697"/>
                        <a:pt x="951622" y="176413"/>
                        <a:pt x="950979" y="175771"/>
                      </a:cubicBezTo>
                      <a:cubicBezTo>
                        <a:pt x="950335" y="174488"/>
                        <a:pt x="944546" y="169995"/>
                        <a:pt x="942616" y="169995"/>
                      </a:cubicBezTo>
                      <a:cubicBezTo>
                        <a:pt x="940043" y="169995"/>
                        <a:pt x="943903" y="172562"/>
                        <a:pt x="945833" y="174488"/>
                      </a:cubicBezTo>
                      <a:cubicBezTo>
                        <a:pt x="947762" y="176413"/>
                        <a:pt x="949049" y="178338"/>
                        <a:pt x="951622" y="178980"/>
                      </a:cubicBezTo>
                      <a:cubicBezTo>
                        <a:pt x="952908" y="179622"/>
                        <a:pt x="955482" y="181548"/>
                        <a:pt x="958055" y="183473"/>
                      </a:cubicBezTo>
                      <a:cubicBezTo>
                        <a:pt x="954195" y="186682"/>
                        <a:pt x="951622" y="188608"/>
                        <a:pt x="948406" y="192459"/>
                      </a:cubicBezTo>
                      <a:cubicBezTo>
                        <a:pt x="945189" y="196951"/>
                        <a:pt x="940043" y="204653"/>
                        <a:pt x="938113" y="209146"/>
                      </a:cubicBezTo>
                      <a:cubicBezTo>
                        <a:pt x="935540" y="212997"/>
                        <a:pt x="936183" y="211713"/>
                        <a:pt x="935540" y="216206"/>
                      </a:cubicBezTo>
                      <a:cubicBezTo>
                        <a:pt x="934897" y="219415"/>
                        <a:pt x="935540" y="221341"/>
                        <a:pt x="934897" y="223266"/>
                      </a:cubicBezTo>
                      <a:cubicBezTo>
                        <a:pt x="934254" y="221341"/>
                        <a:pt x="932967" y="220057"/>
                        <a:pt x="931681" y="217490"/>
                      </a:cubicBezTo>
                      <a:cubicBezTo>
                        <a:pt x="924605" y="207221"/>
                        <a:pt x="914312" y="205295"/>
                        <a:pt x="907879" y="205295"/>
                      </a:cubicBezTo>
                      <a:cubicBezTo>
                        <a:pt x="907879" y="205295"/>
                        <a:pt x="898230" y="200802"/>
                        <a:pt x="894371" y="198877"/>
                      </a:cubicBezTo>
                      <a:cubicBezTo>
                        <a:pt x="893084" y="198235"/>
                        <a:pt x="890511" y="196951"/>
                        <a:pt x="887295" y="195668"/>
                      </a:cubicBezTo>
                      <a:cubicBezTo>
                        <a:pt x="886651" y="193742"/>
                        <a:pt x="886651" y="191817"/>
                        <a:pt x="886008" y="190533"/>
                      </a:cubicBezTo>
                      <a:cubicBezTo>
                        <a:pt x="884722" y="184757"/>
                        <a:pt x="881505" y="172562"/>
                        <a:pt x="886008" y="169353"/>
                      </a:cubicBezTo>
                      <a:cubicBezTo>
                        <a:pt x="890511" y="166144"/>
                        <a:pt x="904020" y="165502"/>
                        <a:pt x="902733" y="158442"/>
                      </a:cubicBezTo>
                      <a:cubicBezTo>
                        <a:pt x="901447" y="150740"/>
                        <a:pt x="896944" y="152024"/>
                        <a:pt x="889868" y="152024"/>
                      </a:cubicBezTo>
                      <a:cubicBezTo>
                        <a:pt x="883435" y="152024"/>
                        <a:pt x="877646" y="148814"/>
                        <a:pt x="878289" y="141754"/>
                      </a:cubicBezTo>
                      <a:cubicBezTo>
                        <a:pt x="878932" y="134694"/>
                        <a:pt x="887295" y="130843"/>
                        <a:pt x="893084" y="128276"/>
                      </a:cubicBezTo>
                      <a:cubicBezTo>
                        <a:pt x="898874" y="125709"/>
                        <a:pt x="914312" y="120574"/>
                        <a:pt x="909809" y="113514"/>
                      </a:cubicBezTo>
                      <a:cubicBezTo>
                        <a:pt x="905306" y="106454"/>
                        <a:pt x="896944" y="114156"/>
                        <a:pt x="891798" y="117365"/>
                      </a:cubicBezTo>
                      <a:cubicBezTo>
                        <a:pt x="886651" y="119932"/>
                        <a:pt x="866067" y="126351"/>
                        <a:pt x="866067" y="126351"/>
                      </a:cubicBezTo>
                      <a:cubicBezTo>
                        <a:pt x="866067" y="126351"/>
                        <a:pt x="848055" y="130843"/>
                        <a:pt x="840979" y="130843"/>
                      </a:cubicBezTo>
                      <a:cubicBezTo>
                        <a:pt x="833903" y="130843"/>
                        <a:pt x="824254" y="136620"/>
                        <a:pt x="817821" y="139187"/>
                      </a:cubicBezTo>
                      <a:cubicBezTo>
                        <a:pt x="810746" y="141754"/>
                        <a:pt x="801096" y="145605"/>
                        <a:pt x="806886" y="136620"/>
                      </a:cubicBezTo>
                      <a:cubicBezTo>
                        <a:pt x="813319" y="127634"/>
                        <a:pt x="823611" y="114156"/>
                        <a:pt x="828114" y="106454"/>
                      </a:cubicBezTo>
                      <a:cubicBezTo>
                        <a:pt x="832617" y="98752"/>
                        <a:pt x="837763" y="99394"/>
                        <a:pt x="837763" y="92334"/>
                      </a:cubicBezTo>
                      <a:cubicBezTo>
                        <a:pt x="837763" y="85916"/>
                        <a:pt x="840336" y="80781"/>
                        <a:pt x="846125" y="75646"/>
                      </a:cubicBezTo>
                      <a:cubicBezTo>
                        <a:pt x="851915" y="70512"/>
                        <a:pt x="855775" y="60242"/>
                        <a:pt x="851915" y="58959"/>
                      </a:cubicBezTo>
                      <a:cubicBezTo>
                        <a:pt x="848055" y="57033"/>
                        <a:pt x="840979" y="62168"/>
                        <a:pt x="834547" y="66019"/>
                      </a:cubicBezTo>
                      <a:cubicBezTo>
                        <a:pt x="828757" y="69228"/>
                        <a:pt x="821038" y="69870"/>
                        <a:pt x="816535" y="67944"/>
                      </a:cubicBezTo>
                      <a:cubicBezTo>
                        <a:pt x="816535" y="66019"/>
                        <a:pt x="815248" y="63452"/>
                        <a:pt x="812675" y="62168"/>
                      </a:cubicBezTo>
                      <a:cubicBezTo>
                        <a:pt x="812675" y="59601"/>
                        <a:pt x="813319" y="57033"/>
                        <a:pt x="815892" y="55108"/>
                      </a:cubicBezTo>
                      <a:cubicBezTo>
                        <a:pt x="820395" y="51899"/>
                        <a:pt x="822968" y="44197"/>
                        <a:pt x="820395" y="44839"/>
                      </a:cubicBezTo>
                      <a:cubicBezTo>
                        <a:pt x="817821" y="45480"/>
                        <a:pt x="812032" y="53824"/>
                        <a:pt x="808816" y="60242"/>
                      </a:cubicBezTo>
                      <a:cubicBezTo>
                        <a:pt x="807529" y="59601"/>
                        <a:pt x="805599" y="58959"/>
                        <a:pt x="804313" y="58959"/>
                      </a:cubicBezTo>
                      <a:cubicBezTo>
                        <a:pt x="797880" y="58959"/>
                        <a:pt x="799167" y="69228"/>
                        <a:pt x="799167" y="69228"/>
                      </a:cubicBezTo>
                      <a:cubicBezTo>
                        <a:pt x="799167" y="70512"/>
                        <a:pt x="799167" y="72437"/>
                        <a:pt x="799810" y="73721"/>
                      </a:cubicBezTo>
                      <a:cubicBezTo>
                        <a:pt x="795950" y="77572"/>
                        <a:pt x="792734" y="80781"/>
                        <a:pt x="789518" y="80139"/>
                      </a:cubicBezTo>
                      <a:cubicBezTo>
                        <a:pt x="783728" y="79497"/>
                        <a:pt x="773436" y="69870"/>
                        <a:pt x="765716" y="66661"/>
                      </a:cubicBezTo>
                      <a:cubicBezTo>
                        <a:pt x="764430" y="66019"/>
                        <a:pt x="763143" y="65377"/>
                        <a:pt x="762500" y="64735"/>
                      </a:cubicBezTo>
                      <a:cubicBezTo>
                        <a:pt x="763143" y="63452"/>
                        <a:pt x="764430" y="62810"/>
                        <a:pt x="765073" y="61526"/>
                      </a:cubicBezTo>
                      <a:cubicBezTo>
                        <a:pt x="771506" y="51257"/>
                        <a:pt x="777295" y="39704"/>
                        <a:pt x="770863" y="28151"/>
                      </a:cubicBezTo>
                      <a:cubicBezTo>
                        <a:pt x="764430" y="16598"/>
                        <a:pt x="752851" y="15315"/>
                        <a:pt x="752851" y="15315"/>
                      </a:cubicBezTo>
                      <a:cubicBezTo>
                        <a:pt x="748348" y="14673"/>
                        <a:pt x="744488" y="14673"/>
                        <a:pt x="740629" y="14673"/>
                      </a:cubicBezTo>
                      <a:cubicBezTo>
                        <a:pt x="739342" y="12747"/>
                        <a:pt x="739986" y="10822"/>
                        <a:pt x="739342" y="10822"/>
                      </a:cubicBezTo>
                      <a:cubicBezTo>
                        <a:pt x="738699" y="10822"/>
                        <a:pt x="738056" y="12106"/>
                        <a:pt x="738056" y="15315"/>
                      </a:cubicBezTo>
                      <a:cubicBezTo>
                        <a:pt x="721974" y="17240"/>
                        <a:pt x="718758" y="26226"/>
                        <a:pt x="714898" y="31360"/>
                      </a:cubicBezTo>
                      <a:cubicBezTo>
                        <a:pt x="712325" y="33928"/>
                        <a:pt x="711682" y="37779"/>
                        <a:pt x="711038" y="41630"/>
                      </a:cubicBezTo>
                      <a:cubicBezTo>
                        <a:pt x="707822" y="39704"/>
                        <a:pt x="705249" y="37137"/>
                        <a:pt x="703319" y="33286"/>
                      </a:cubicBezTo>
                      <a:cubicBezTo>
                        <a:pt x="699459" y="25584"/>
                        <a:pt x="702033" y="17240"/>
                        <a:pt x="698816" y="9538"/>
                      </a:cubicBezTo>
                      <a:cubicBezTo>
                        <a:pt x="695600" y="1836"/>
                        <a:pt x="690454" y="-3298"/>
                        <a:pt x="687881" y="2478"/>
                      </a:cubicBezTo>
                      <a:cubicBezTo>
                        <a:pt x="685308" y="8255"/>
                        <a:pt x="692383" y="22375"/>
                        <a:pt x="694313" y="30718"/>
                      </a:cubicBezTo>
                      <a:cubicBezTo>
                        <a:pt x="695600" y="38420"/>
                        <a:pt x="698173" y="52541"/>
                        <a:pt x="700746" y="58317"/>
                      </a:cubicBezTo>
                      <a:cubicBezTo>
                        <a:pt x="702676" y="64093"/>
                        <a:pt x="707822" y="70512"/>
                        <a:pt x="707822" y="75646"/>
                      </a:cubicBezTo>
                      <a:cubicBezTo>
                        <a:pt x="707822" y="80139"/>
                        <a:pt x="703962" y="87841"/>
                        <a:pt x="703962" y="92334"/>
                      </a:cubicBezTo>
                      <a:cubicBezTo>
                        <a:pt x="703962" y="96827"/>
                        <a:pt x="700103" y="100678"/>
                        <a:pt x="696243" y="102603"/>
                      </a:cubicBezTo>
                      <a:cubicBezTo>
                        <a:pt x="692383" y="103887"/>
                        <a:pt x="687881" y="106454"/>
                        <a:pt x="681448" y="102603"/>
                      </a:cubicBezTo>
                      <a:cubicBezTo>
                        <a:pt x="675658" y="98752"/>
                        <a:pt x="666653" y="89766"/>
                        <a:pt x="658933" y="83990"/>
                      </a:cubicBezTo>
                      <a:cubicBezTo>
                        <a:pt x="660863" y="81423"/>
                        <a:pt x="662150" y="77572"/>
                        <a:pt x="662793" y="73721"/>
                      </a:cubicBezTo>
                      <a:cubicBezTo>
                        <a:pt x="664723" y="65377"/>
                        <a:pt x="665366" y="58317"/>
                        <a:pt x="657004" y="49331"/>
                      </a:cubicBezTo>
                      <a:cubicBezTo>
                        <a:pt x="648641" y="40346"/>
                        <a:pt x="638992" y="42913"/>
                        <a:pt x="638992" y="42913"/>
                      </a:cubicBezTo>
                      <a:cubicBezTo>
                        <a:pt x="638992" y="42913"/>
                        <a:pt x="627413" y="44197"/>
                        <a:pt x="616477" y="49331"/>
                      </a:cubicBezTo>
                      <a:cubicBezTo>
                        <a:pt x="615834" y="49331"/>
                        <a:pt x="615834" y="49973"/>
                        <a:pt x="615191" y="49973"/>
                      </a:cubicBezTo>
                      <a:cubicBezTo>
                        <a:pt x="611974" y="46122"/>
                        <a:pt x="609401" y="42271"/>
                        <a:pt x="608115" y="40346"/>
                      </a:cubicBezTo>
                      <a:cubicBezTo>
                        <a:pt x="606828" y="35853"/>
                        <a:pt x="604255" y="30077"/>
                        <a:pt x="598466" y="30077"/>
                      </a:cubicBezTo>
                      <a:cubicBezTo>
                        <a:pt x="592676" y="30077"/>
                        <a:pt x="589460" y="37779"/>
                        <a:pt x="592676" y="43555"/>
                      </a:cubicBezTo>
                      <a:cubicBezTo>
                        <a:pt x="595893" y="48048"/>
                        <a:pt x="603612" y="55108"/>
                        <a:pt x="611331" y="62168"/>
                      </a:cubicBezTo>
                      <a:cubicBezTo>
                        <a:pt x="612618" y="68586"/>
                        <a:pt x="617121" y="75004"/>
                        <a:pt x="620337" y="80139"/>
                      </a:cubicBezTo>
                      <a:cubicBezTo>
                        <a:pt x="622910" y="83990"/>
                        <a:pt x="627413" y="87199"/>
                        <a:pt x="631916" y="88483"/>
                      </a:cubicBezTo>
                      <a:cubicBezTo>
                        <a:pt x="631916" y="88483"/>
                        <a:pt x="631916" y="88483"/>
                        <a:pt x="631916" y="88483"/>
                      </a:cubicBezTo>
                      <a:cubicBezTo>
                        <a:pt x="635132" y="92334"/>
                        <a:pt x="637705" y="100678"/>
                        <a:pt x="633202" y="100678"/>
                      </a:cubicBezTo>
                      <a:cubicBezTo>
                        <a:pt x="628700" y="100678"/>
                        <a:pt x="617121" y="92334"/>
                        <a:pt x="613904" y="93617"/>
                      </a:cubicBezTo>
                      <a:cubicBezTo>
                        <a:pt x="610688" y="94901"/>
                        <a:pt x="607472" y="98752"/>
                        <a:pt x="609401" y="102603"/>
                      </a:cubicBezTo>
                      <a:cubicBezTo>
                        <a:pt x="607472" y="106454"/>
                        <a:pt x="605542" y="111589"/>
                        <a:pt x="604255" y="115440"/>
                      </a:cubicBezTo>
                      <a:cubicBezTo>
                        <a:pt x="601682" y="121858"/>
                        <a:pt x="592676" y="136620"/>
                        <a:pt x="590103" y="143680"/>
                      </a:cubicBezTo>
                      <a:cubicBezTo>
                        <a:pt x="589460" y="143680"/>
                        <a:pt x="588817" y="143680"/>
                        <a:pt x="588173" y="143038"/>
                      </a:cubicBezTo>
                      <a:cubicBezTo>
                        <a:pt x="581741" y="140471"/>
                        <a:pt x="568875" y="128918"/>
                        <a:pt x="563086" y="134694"/>
                      </a:cubicBezTo>
                      <a:cubicBezTo>
                        <a:pt x="562443" y="132127"/>
                        <a:pt x="562443" y="130202"/>
                        <a:pt x="562443" y="130202"/>
                      </a:cubicBezTo>
                      <a:cubicBezTo>
                        <a:pt x="561799" y="126992"/>
                        <a:pt x="561799" y="123783"/>
                        <a:pt x="557296" y="124425"/>
                      </a:cubicBezTo>
                      <a:cubicBezTo>
                        <a:pt x="553437" y="125067"/>
                        <a:pt x="550864" y="130202"/>
                        <a:pt x="550864" y="135978"/>
                      </a:cubicBezTo>
                      <a:cubicBezTo>
                        <a:pt x="550864" y="141754"/>
                        <a:pt x="554723" y="152665"/>
                        <a:pt x="560513" y="152665"/>
                      </a:cubicBezTo>
                      <a:cubicBezTo>
                        <a:pt x="565659" y="152665"/>
                        <a:pt x="565016" y="145605"/>
                        <a:pt x="564372" y="140471"/>
                      </a:cubicBezTo>
                      <a:cubicBezTo>
                        <a:pt x="566302" y="141754"/>
                        <a:pt x="569519" y="142396"/>
                        <a:pt x="570805" y="143038"/>
                      </a:cubicBezTo>
                      <a:cubicBezTo>
                        <a:pt x="570805" y="143038"/>
                        <a:pt x="577881" y="146889"/>
                        <a:pt x="580454" y="149456"/>
                      </a:cubicBezTo>
                      <a:cubicBezTo>
                        <a:pt x="581741" y="150740"/>
                        <a:pt x="582384" y="151382"/>
                        <a:pt x="583027" y="152665"/>
                      </a:cubicBezTo>
                      <a:cubicBezTo>
                        <a:pt x="581097" y="152024"/>
                        <a:pt x="579168" y="152024"/>
                        <a:pt x="577238" y="153949"/>
                      </a:cubicBezTo>
                      <a:cubicBezTo>
                        <a:pt x="575951" y="154591"/>
                        <a:pt x="575951" y="155875"/>
                        <a:pt x="575308" y="157158"/>
                      </a:cubicBezTo>
                      <a:cubicBezTo>
                        <a:pt x="575308" y="157158"/>
                        <a:pt x="575308" y="157158"/>
                        <a:pt x="575308" y="157158"/>
                      </a:cubicBezTo>
                      <a:cubicBezTo>
                        <a:pt x="571448" y="159084"/>
                        <a:pt x="568875" y="164860"/>
                        <a:pt x="570805" y="167427"/>
                      </a:cubicBezTo>
                      <a:cubicBezTo>
                        <a:pt x="572735" y="169995"/>
                        <a:pt x="571448" y="174488"/>
                        <a:pt x="571448" y="178338"/>
                      </a:cubicBezTo>
                      <a:cubicBezTo>
                        <a:pt x="567589" y="178338"/>
                        <a:pt x="560513" y="177055"/>
                        <a:pt x="558583" y="182831"/>
                      </a:cubicBezTo>
                      <a:cubicBezTo>
                        <a:pt x="557296" y="181548"/>
                        <a:pt x="556653" y="181548"/>
                        <a:pt x="554723" y="182831"/>
                      </a:cubicBezTo>
                      <a:cubicBezTo>
                        <a:pt x="552150" y="185399"/>
                        <a:pt x="552794" y="186682"/>
                        <a:pt x="549577" y="189250"/>
                      </a:cubicBezTo>
                      <a:cubicBezTo>
                        <a:pt x="547004" y="191175"/>
                        <a:pt x="545074" y="191817"/>
                        <a:pt x="542501" y="190533"/>
                      </a:cubicBezTo>
                      <a:cubicBezTo>
                        <a:pt x="541858" y="187966"/>
                        <a:pt x="541215" y="185399"/>
                        <a:pt x="539928" y="184757"/>
                      </a:cubicBezTo>
                      <a:cubicBezTo>
                        <a:pt x="539928" y="184757"/>
                        <a:pt x="539285" y="184757"/>
                        <a:pt x="539285" y="184757"/>
                      </a:cubicBezTo>
                      <a:cubicBezTo>
                        <a:pt x="539285" y="183473"/>
                        <a:pt x="538642" y="182189"/>
                        <a:pt x="538642" y="180906"/>
                      </a:cubicBezTo>
                      <a:cubicBezTo>
                        <a:pt x="538642" y="177697"/>
                        <a:pt x="537355" y="176413"/>
                        <a:pt x="535425" y="176413"/>
                      </a:cubicBezTo>
                      <a:cubicBezTo>
                        <a:pt x="533495" y="176413"/>
                        <a:pt x="532852" y="178980"/>
                        <a:pt x="531566" y="179622"/>
                      </a:cubicBezTo>
                      <a:cubicBezTo>
                        <a:pt x="531566" y="179622"/>
                        <a:pt x="528992" y="181548"/>
                        <a:pt x="528349" y="177055"/>
                      </a:cubicBezTo>
                      <a:cubicBezTo>
                        <a:pt x="527706" y="172562"/>
                        <a:pt x="525776" y="164860"/>
                        <a:pt x="525776" y="161009"/>
                      </a:cubicBezTo>
                      <a:cubicBezTo>
                        <a:pt x="525776" y="156516"/>
                        <a:pt x="526419" y="148814"/>
                        <a:pt x="523846" y="146889"/>
                      </a:cubicBezTo>
                      <a:cubicBezTo>
                        <a:pt x="521273" y="144964"/>
                        <a:pt x="519343" y="148814"/>
                        <a:pt x="520630" y="155875"/>
                      </a:cubicBezTo>
                      <a:cubicBezTo>
                        <a:pt x="521916" y="162935"/>
                        <a:pt x="522560" y="168711"/>
                        <a:pt x="523203" y="173204"/>
                      </a:cubicBezTo>
                      <a:cubicBezTo>
                        <a:pt x="523846" y="177697"/>
                        <a:pt x="519987" y="178980"/>
                        <a:pt x="518700" y="176413"/>
                      </a:cubicBezTo>
                      <a:cubicBezTo>
                        <a:pt x="517414" y="174488"/>
                        <a:pt x="516127" y="168711"/>
                        <a:pt x="514197" y="171920"/>
                      </a:cubicBezTo>
                      <a:cubicBezTo>
                        <a:pt x="512267" y="175129"/>
                        <a:pt x="509051" y="181548"/>
                        <a:pt x="508408" y="184115"/>
                      </a:cubicBezTo>
                      <a:cubicBezTo>
                        <a:pt x="507764" y="187324"/>
                        <a:pt x="500045" y="188608"/>
                        <a:pt x="498759" y="187966"/>
                      </a:cubicBezTo>
                      <a:cubicBezTo>
                        <a:pt x="497472" y="187324"/>
                        <a:pt x="495542" y="179622"/>
                        <a:pt x="495542" y="171920"/>
                      </a:cubicBezTo>
                      <a:cubicBezTo>
                        <a:pt x="495542" y="163576"/>
                        <a:pt x="493613" y="158442"/>
                        <a:pt x="493613" y="153949"/>
                      </a:cubicBezTo>
                      <a:cubicBezTo>
                        <a:pt x="493613" y="148814"/>
                        <a:pt x="493613" y="143680"/>
                        <a:pt x="491683" y="140471"/>
                      </a:cubicBezTo>
                      <a:cubicBezTo>
                        <a:pt x="489753" y="137262"/>
                        <a:pt x="484607" y="137903"/>
                        <a:pt x="487823" y="143680"/>
                      </a:cubicBezTo>
                      <a:cubicBezTo>
                        <a:pt x="491039" y="149456"/>
                        <a:pt x="490396" y="152024"/>
                        <a:pt x="490396" y="156516"/>
                      </a:cubicBezTo>
                      <a:cubicBezTo>
                        <a:pt x="490396" y="161009"/>
                        <a:pt x="491039" y="164218"/>
                        <a:pt x="491039" y="169995"/>
                      </a:cubicBezTo>
                      <a:cubicBezTo>
                        <a:pt x="491039" y="175771"/>
                        <a:pt x="491039" y="178338"/>
                        <a:pt x="491683" y="182831"/>
                      </a:cubicBezTo>
                      <a:cubicBezTo>
                        <a:pt x="492326" y="187324"/>
                        <a:pt x="492969" y="195026"/>
                        <a:pt x="488466" y="193100"/>
                      </a:cubicBezTo>
                      <a:cubicBezTo>
                        <a:pt x="483963" y="191175"/>
                        <a:pt x="482034" y="187966"/>
                        <a:pt x="479461" y="184757"/>
                      </a:cubicBezTo>
                      <a:cubicBezTo>
                        <a:pt x="476887" y="181548"/>
                        <a:pt x="474958" y="182831"/>
                        <a:pt x="473671" y="179622"/>
                      </a:cubicBezTo>
                      <a:cubicBezTo>
                        <a:pt x="472385" y="175771"/>
                        <a:pt x="473028" y="171278"/>
                        <a:pt x="470455" y="175129"/>
                      </a:cubicBezTo>
                      <a:cubicBezTo>
                        <a:pt x="468525" y="178980"/>
                        <a:pt x="468525" y="186682"/>
                        <a:pt x="466595" y="187966"/>
                      </a:cubicBezTo>
                      <a:cubicBezTo>
                        <a:pt x="464665" y="189250"/>
                        <a:pt x="463379" y="187324"/>
                        <a:pt x="464022" y="191175"/>
                      </a:cubicBezTo>
                      <a:cubicBezTo>
                        <a:pt x="464665" y="195026"/>
                        <a:pt x="465309" y="195668"/>
                        <a:pt x="465309" y="198877"/>
                      </a:cubicBezTo>
                      <a:cubicBezTo>
                        <a:pt x="464665" y="202086"/>
                        <a:pt x="461449" y="206579"/>
                        <a:pt x="457589" y="208504"/>
                      </a:cubicBezTo>
                      <a:cubicBezTo>
                        <a:pt x="454373" y="210430"/>
                        <a:pt x="451157" y="211713"/>
                        <a:pt x="449870" y="208504"/>
                      </a:cubicBezTo>
                      <a:cubicBezTo>
                        <a:pt x="448583" y="205295"/>
                        <a:pt x="448583" y="203370"/>
                        <a:pt x="448583" y="199519"/>
                      </a:cubicBezTo>
                      <a:cubicBezTo>
                        <a:pt x="449227" y="195668"/>
                        <a:pt x="449870" y="195026"/>
                        <a:pt x="448583" y="190533"/>
                      </a:cubicBezTo>
                      <a:cubicBezTo>
                        <a:pt x="447297" y="186682"/>
                        <a:pt x="443437" y="182831"/>
                        <a:pt x="445367" y="188608"/>
                      </a:cubicBezTo>
                      <a:cubicBezTo>
                        <a:pt x="446654" y="194384"/>
                        <a:pt x="445367" y="201444"/>
                        <a:pt x="445367" y="204012"/>
                      </a:cubicBezTo>
                      <a:cubicBezTo>
                        <a:pt x="445367" y="206579"/>
                        <a:pt x="445367" y="207862"/>
                        <a:pt x="446654" y="211713"/>
                      </a:cubicBezTo>
                      <a:cubicBezTo>
                        <a:pt x="447940" y="215564"/>
                        <a:pt x="448583" y="216848"/>
                        <a:pt x="444081" y="220057"/>
                      </a:cubicBezTo>
                      <a:cubicBezTo>
                        <a:pt x="443437" y="220699"/>
                        <a:pt x="443437" y="220699"/>
                        <a:pt x="442794" y="220699"/>
                      </a:cubicBezTo>
                      <a:cubicBezTo>
                        <a:pt x="440221" y="216206"/>
                        <a:pt x="437005" y="212355"/>
                        <a:pt x="435075" y="211713"/>
                      </a:cubicBezTo>
                      <a:cubicBezTo>
                        <a:pt x="432502" y="210430"/>
                        <a:pt x="424782" y="211072"/>
                        <a:pt x="418350" y="206579"/>
                      </a:cubicBezTo>
                      <a:cubicBezTo>
                        <a:pt x="411917" y="202728"/>
                        <a:pt x="404841" y="201444"/>
                        <a:pt x="404841" y="194384"/>
                      </a:cubicBezTo>
                      <a:cubicBezTo>
                        <a:pt x="404841" y="186682"/>
                        <a:pt x="404841" y="181548"/>
                        <a:pt x="399052" y="185399"/>
                      </a:cubicBezTo>
                      <a:cubicBezTo>
                        <a:pt x="393262" y="189250"/>
                        <a:pt x="386186" y="193742"/>
                        <a:pt x="379753" y="194384"/>
                      </a:cubicBezTo>
                      <a:cubicBezTo>
                        <a:pt x="373321" y="194384"/>
                        <a:pt x="368175" y="195026"/>
                        <a:pt x="361099" y="192459"/>
                      </a:cubicBezTo>
                      <a:cubicBezTo>
                        <a:pt x="354023" y="189891"/>
                        <a:pt x="351449" y="186682"/>
                        <a:pt x="345017" y="189250"/>
                      </a:cubicBezTo>
                      <a:cubicBezTo>
                        <a:pt x="338584" y="191817"/>
                        <a:pt x="334724" y="197593"/>
                        <a:pt x="327648" y="195668"/>
                      </a:cubicBezTo>
                      <a:cubicBezTo>
                        <a:pt x="320572" y="194384"/>
                        <a:pt x="318643" y="190533"/>
                        <a:pt x="308350" y="197593"/>
                      </a:cubicBezTo>
                      <a:cubicBezTo>
                        <a:pt x="298058" y="204653"/>
                        <a:pt x="296771" y="209788"/>
                        <a:pt x="298701" y="213639"/>
                      </a:cubicBezTo>
                      <a:cubicBezTo>
                        <a:pt x="300631" y="217490"/>
                        <a:pt x="301274" y="222624"/>
                        <a:pt x="296128" y="225192"/>
                      </a:cubicBezTo>
                      <a:cubicBezTo>
                        <a:pt x="290982" y="227759"/>
                        <a:pt x="281333" y="227759"/>
                        <a:pt x="278116" y="232894"/>
                      </a:cubicBezTo>
                      <a:cubicBezTo>
                        <a:pt x="278116" y="232894"/>
                        <a:pt x="274900" y="243163"/>
                        <a:pt x="265894" y="246372"/>
                      </a:cubicBezTo>
                      <a:cubicBezTo>
                        <a:pt x="256889" y="248939"/>
                        <a:pt x="251099" y="245730"/>
                        <a:pt x="244023" y="249581"/>
                      </a:cubicBezTo>
                      <a:cubicBezTo>
                        <a:pt x="237590" y="253432"/>
                        <a:pt x="236304" y="259850"/>
                        <a:pt x="229871" y="260492"/>
                      </a:cubicBezTo>
                      <a:cubicBezTo>
                        <a:pt x="223438" y="261134"/>
                        <a:pt x="215719" y="260492"/>
                        <a:pt x="211216" y="261134"/>
                      </a:cubicBezTo>
                      <a:cubicBezTo>
                        <a:pt x="206713" y="261776"/>
                        <a:pt x="191275" y="274612"/>
                        <a:pt x="194491" y="284240"/>
                      </a:cubicBezTo>
                      <a:cubicBezTo>
                        <a:pt x="197708" y="293867"/>
                        <a:pt x="198994" y="295793"/>
                        <a:pt x="203497" y="300927"/>
                      </a:cubicBezTo>
                      <a:cubicBezTo>
                        <a:pt x="208000" y="306062"/>
                        <a:pt x="214433" y="307346"/>
                        <a:pt x="223438" y="301569"/>
                      </a:cubicBezTo>
                      <a:cubicBezTo>
                        <a:pt x="232444" y="296434"/>
                        <a:pt x="237590" y="297076"/>
                        <a:pt x="238234" y="304136"/>
                      </a:cubicBezTo>
                      <a:cubicBezTo>
                        <a:pt x="238877" y="311196"/>
                        <a:pt x="231158" y="313764"/>
                        <a:pt x="227941" y="322749"/>
                      </a:cubicBezTo>
                      <a:cubicBezTo>
                        <a:pt x="224725" y="331735"/>
                        <a:pt x="221509" y="339437"/>
                        <a:pt x="229228" y="355482"/>
                      </a:cubicBezTo>
                      <a:cubicBezTo>
                        <a:pt x="236947" y="371528"/>
                        <a:pt x="233731" y="374737"/>
                        <a:pt x="233731" y="390783"/>
                      </a:cubicBezTo>
                      <a:cubicBezTo>
                        <a:pt x="233731" y="406829"/>
                        <a:pt x="242737" y="413889"/>
                        <a:pt x="247239" y="406829"/>
                      </a:cubicBezTo>
                      <a:cubicBezTo>
                        <a:pt x="251099" y="399768"/>
                        <a:pt x="251099" y="388857"/>
                        <a:pt x="260105" y="386932"/>
                      </a:cubicBezTo>
                      <a:cubicBezTo>
                        <a:pt x="269111" y="385006"/>
                        <a:pt x="271684" y="393350"/>
                        <a:pt x="279403" y="398485"/>
                      </a:cubicBezTo>
                      <a:cubicBezTo>
                        <a:pt x="287122" y="403619"/>
                        <a:pt x="296771" y="408754"/>
                        <a:pt x="288409" y="416456"/>
                      </a:cubicBezTo>
                      <a:cubicBezTo>
                        <a:pt x="280046" y="424800"/>
                        <a:pt x="269754" y="440845"/>
                        <a:pt x="262035" y="453682"/>
                      </a:cubicBezTo>
                      <a:cubicBezTo>
                        <a:pt x="254315" y="466518"/>
                        <a:pt x="253672" y="465235"/>
                        <a:pt x="247239" y="472937"/>
                      </a:cubicBezTo>
                      <a:cubicBezTo>
                        <a:pt x="247239" y="473578"/>
                        <a:pt x="246596" y="473578"/>
                        <a:pt x="246596" y="474220"/>
                      </a:cubicBezTo>
                      <a:cubicBezTo>
                        <a:pt x="245310" y="472937"/>
                        <a:pt x="244023" y="472295"/>
                        <a:pt x="242737" y="471011"/>
                      </a:cubicBezTo>
                      <a:cubicBezTo>
                        <a:pt x="226655" y="455607"/>
                        <a:pt x="208000" y="451115"/>
                        <a:pt x="197064" y="453040"/>
                      </a:cubicBezTo>
                      <a:cubicBezTo>
                        <a:pt x="185485" y="454966"/>
                        <a:pt x="184199" y="455607"/>
                        <a:pt x="176480" y="457533"/>
                      </a:cubicBezTo>
                      <a:cubicBezTo>
                        <a:pt x="168760" y="460100"/>
                        <a:pt x="162971" y="463309"/>
                        <a:pt x="158468" y="466518"/>
                      </a:cubicBezTo>
                      <a:cubicBezTo>
                        <a:pt x="153965" y="469728"/>
                        <a:pt x="152035" y="472295"/>
                        <a:pt x="150749" y="478713"/>
                      </a:cubicBezTo>
                      <a:cubicBezTo>
                        <a:pt x="149462" y="485131"/>
                        <a:pt x="146246" y="486415"/>
                        <a:pt x="143673" y="492833"/>
                      </a:cubicBezTo>
                      <a:cubicBezTo>
                        <a:pt x="141100" y="499252"/>
                        <a:pt x="143673" y="498610"/>
                        <a:pt x="141100" y="506312"/>
                      </a:cubicBezTo>
                      <a:cubicBezTo>
                        <a:pt x="138526" y="514013"/>
                        <a:pt x="134667" y="515939"/>
                        <a:pt x="134667" y="519148"/>
                      </a:cubicBezTo>
                      <a:cubicBezTo>
                        <a:pt x="134667" y="522357"/>
                        <a:pt x="140456" y="528134"/>
                        <a:pt x="141100" y="531343"/>
                      </a:cubicBezTo>
                      <a:cubicBezTo>
                        <a:pt x="141743" y="534552"/>
                        <a:pt x="147532" y="544179"/>
                        <a:pt x="150105" y="548030"/>
                      </a:cubicBezTo>
                      <a:cubicBezTo>
                        <a:pt x="150105" y="548030"/>
                        <a:pt x="162328" y="562150"/>
                        <a:pt x="171977" y="567927"/>
                      </a:cubicBezTo>
                      <a:cubicBezTo>
                        <a:pt x="181626" y="573703"/>
                        <a:pt x="190631" y="574987"/>
                        <a:pt x="190631" y="577554"/>
                      </a:cubicBezTo>
                      <a:cubicBezTo>
                        <a:pt x="190631" y="580122"/>
                        <a:pt x="188702" y="583973"/>
                        <a:pt x="193205" y="587182"/>
                      </a:cubicBezTo>
                      <a:cubicBezTo>
                        <a:pt x="197708" y="590391"/>
                        <a:pt x="195778" y="594242"/>
                        <a:pt x="189345" y="600660"/>
                      </a:cubicBezTo>
                      <a:cubicBezTo>
                        <a:pt x="182912" y="607078"/>
                        <a:pt x="175193" y="607078"/>
                        <a:pt x="170047" y="603227"/>
                      </a:cubicBezTo>
                      <a:cubicBezTo>
                        <a:pt x="164901" y="599376"/>
                        <a:pt x="161041" y="592316"/>
                        <a:pt x="155252" y="592316"/>
                      </a:cubicBezTo>
                      <a:cubicBezTo>
                        <a:pt x="149462" y="592316"/>
                        <a:pt x="139813" y="596167"/>
                        <a:pt x="143673" y="603869"/>
                      </a:cubicBezTo>
                      <a:cubicBezTo>
                        <a:pt x="147532" y="611571"/>
                        <a:pt x="159754" y="621198"/>
                        <a:pt x="153322" y="628900"/>
                      </a:cubicBezTo>
                      <a:cubicBezTo>
                        <a:pt x="146889" y="636602"/>
                        <a:pt x="128877" y="650722"/>
                        <a:pt x="122445" y="653932"/>
                      </a:cubicBezTo>
                      <a:cubicBezTo>
                        <a:pt x="116012" y="657783"/>
                        <a:pt x="114725" y="657141"/>
                        <a:pt x="108293" y="652648"/>
                      </a:cubicBezTo>
                      <a:cubicBezTo>
                        <a:pt x="101860" y="648155"/>
                        <a:pt x="101217" y="648155"/>
                        <a:pt x="93497" y="648155"/>
                      </a:cubicBezTo>
                      <a:cubicBezTo>
                        <a:pt x="85135" y="648797"/>
                        <a:pt x="81275" y="649439"/>
                        <a:pt x="78702" y="654573"/>
                      </a:cubicBezTo>
                      <a:cubicBezTo>
                        <a:pt x="76129" y="659708"/>
                        <a:pt x="80632" y="669977"/>
                        <a:pt x="76129" y="669977"/>
                      </a:cubicBezTo>
                      <a:cubicBezTo>
                        <a:pt x="71626" y="669977"/>
                        <a:pt x="69053" y="671903"/>
                        <a:pt x="72913" y="677037"/>
                      </a:cubicBezTo>
                      <a:cubicBezTo>
                        <a:pt x="76772" y="682172"/>
                        <a:pt x="89638" y="684739"/>
                        <a:pt x="88995" y="694367"/>
                      </a:cubicBezTo>
                      <a:cubicBezTo>
                        <a:pt x="88351" y="703994"/>
                        <a:pt x="81919" y="718114"/>
                        <a:pt x="75486" y="720040"/>
                      </a:cubicBezTo>
                      <a:cubicBezTo>
                        <a:pt x="68410" y="722607"/>
                        <a:pt x="69696" y="722607"/>
                        <a:pt x="57474" y="721965"/>
                      </a:cubicBezTo>
                      <a:cubicBezTo>
                        <a:pt x="45252" y="721323"/>
                        <a:pt x="38819" y="719398"/>
                        <a:pt x="36246" y="727100"/>
                      </a:cubicBezTo>
                      <a:cubicBezTo>
                        <a:pt x="33673" y="734802"/>
                        <a:pt x="39463" y="738011"/>
                        <a:pt x="45252" y="737369"/>
                      </a:cubicBezTo>
                      <a:cubicBezTo>
                        <a:pt x="51042" y="736727"/>
                        <a:pt x="61334" y="745713"/>
                        <a:pt x="58761" y="751489"/>
                      </a:cubicBezTo>
                      <a:cubicBezTo>
                        <a:pt x="56188" y="757266"/>
                        <a:pt x="51042" y="760475"/>
                        <a:pt x="49755" y="764326"/>
                      </a:cubicBezTo>
                      <a:cubicBezTo>
                        <a:pt x="48468" y="768177"/>
                        <a:pt x="46539" y="768177"/>
                        <a:pt x="40749" y="767535"/>
                      </a:cubicBezTo>
                      <a:cubicBezTo>
                        <a:pt x="34960" y="766893"/>
                        <a:pt x="29170" y="763684"/>
                        <a:pt x="24667" y="763042"/>
                      </a:cubicBezTo>
                      <a:cubicBezTo>
                        <a:pt x="20165" y="762400"/>
                        <a:pt x="11159" y="762400"/>
                        <a:pt x="9229" y="763684"/>
                      </a:cubicBezTo>
                      <a:cubicBezTo>
                        <a:pt x="7299" y="764968"/>
                        <a:pt x="866" y="772669"/>
                        <a:pt x="6013" y="778446"/>
                      </a:cubicBezTo>
                      <a:cubicBezTo>
                        <a:pt x="11159" y="784222"/>
                        <a:pt x="17591" y="779088"/>
                        <a:pt x="22738" y="779088"/>
                      </a:cubicBezTo>
                      <a:cubicBezTo>
                        <a:pt x="27884" y="778446"/>
                        <a:pt x="34316" y="780371"/>
                        <a:pt x="36890" y="777804"/>
                      </a:cubicBezTo>
                      <a:cubicBezTo>
                        <a:pt x="39463" y="775237"/>
                        <a:pt x="42679" y="773311"/>
                        <a:pt x="44609" y="776520"/>
                      </a:cubicBezTo>
                      <a:cubicBezTo>
                        <a:pt x="46539" y="779730"/>
                        <a:pt x="54901" y="786148"/>
                        <a:pt x="54258" y="795133"/>
                      </a:cubicBezTo>
                      <a:cubicBezTo>
                        <a:pt x="53615" y="804761"/>
                        <a:pt x="51685" y="807328"/>
                        <a:pt x="47825" y="810537"/>
                      </a:cubicBezTo>
                      <a:cubicBezTo>
                        <a:pt x="43966" y="814388"/>
                        <a:pt x="42679" y="815672"/>
                        <a:pt x="33030" y="814388"/>
                      </a:cubicBezTo>
                      <a:cubicBezTo>
                        <a:pt x="23381" y="812463"/>
                        <a:pt x="24667" y="811821"/>
                        <a:pt x="15662" y="812463"/>
                      </a:cubicBezTo>
                      <a:cubicBezTo>
                        <a:pt x="6656" y="813104"/>
                        <a:pt x="-6853" y="829150"/>
                        <a:pt x="4083" y="829792"/>
                      </a:cubicBezTo>
                      <a:cubicBezTo>
                        <a:pt x="15018" y="830434"/>
                        <a:pt x="20165" y="824657"/>
                        <a:pt x="25954" y="824657"/>
                      </a:cubicBezTo>
                      <a:cubicBezTo>
                        <a:pt x="31743" y="824657"/>
                        <a:pt x="47182" y="827225"/>
                        <a:pt x="50398" y="831717"/>
                      </a:cubicBezTo>
                      <a:cubicBezTo>
                        <a:pt x="52971" y="836210"/>
                        <a:pt x="49755" y="847121"/>
                        <a:pt x="51042" y="852898"/>
                      </a:cubicBezTo>
                      <a:cubicBezTo>
                        <a:pt x="52328" y="858032"/>
                        <a:pt x="59404" y="863809"/>
                        <a:pt x="51042" y="868943"/>
                      </a:cubicBezTo>
                      <a:cubicBezTo>
                        <a:pt x="42679" y="874078"/>
                        <a:pt x="36890" y="874720"/>
                        <a:pt x="28527" y="878571"/>
                      </a:cubicBezTo>
                      <a:cubicBezTo>
                        <a:pt x="20165" y="882422"/>
                        <a:pt x="16948" y="886914"/>
                        <a:pt x="21451" y="892691"/>
                      </a:cubicBezTo>
                      <a:cubicBezTo>
                        <a:pt x="25954" y="898467"/>
                        <a:pt x="34960" y="894616"/>
                        <a:pt x="42036" y="888198"/>
                      </a:cubicBezTo>
                      <a:cubicBezTo>
                        <a:pt x="49112" y="881780"/>
                        <a:pt x="54258" y="881138"/>
                        <a:pt x="58761" y="887556"/>
                      </a:cubicBezTo>
                      <a:cubicBezTo>
                        <a:pt x="63264" y="893975"/>
                        <a:pt x="60691" y="901035"/>
                        <a:pt x="65837" y="901035"/>
                      </a:cubicBezTo>
                      <a:cubicBezTo>
                        <a:pt x="70983" y="901035"/>
                        <a:pt x="71626" y="904244"/>
                        <a:pt x="63907" y="905527"/>
                      </a:cubicBezTo>
                      <a:cubicBezTo>
                        <a:pt x="58761" y="906811"/>
                        <a:pt x="50398" y="908095"/>
                        <a:pt x="42036" y="910662"/>
                      </a:cubicBezTo>
                      <a:cubicBezTo>
                        <a:pt x="42036" y="909378"/>
                        <a:pt x="40749" y="908095"/>
                        <a:pt x="38176" y="908095"/>
                      </a:cubicBezTo>
                      <a:cubicBezTo>
                        <a:pt x="32387" y="908095"/>
                        <a:pt x="28527" y="913871"/>
                        <a:pt x="27884" y="915797"/>
                      </a:cubicBezTo>
                      <a:cubicBezTo>
                        <a:pt x="18235" y="920289"/>
                        <a:pt x="8586" y="927991"/>
                        <a:pt x="9872" y="932484"/>
                      </a:cubicBezTo>
                      <a:cubicBezTo>
                        <a:pt x="11159" y="938261"/>
                        <a:pt x="24667" y="935693"/>
                        <a:pt x="35603" y="931200"/>
                      </a:cubicBezTo>
                      <a:cubicBezTo>
                        <a:pt x="46539" y="926708"/>
                        <a:pt x="54258" y="922857"/>
                        <a:pt x="63907" y="913871"/>
                      </a:cubicBezTo>
                      <a:cubicBezTo>
                        <a:pt x="73556" y="904886"/>
                        <a:pt x="75486" y="907453"/>
                        <a:pt x="78702" y="913229"/>
                      </a:cubicBezTo>
                      <a:cubicBezTo>
                        <a:pt x="81919" y="918364"/>
                        <a:pt x="80632" y="929275"/>
                        <a:pt x="85135" y="930559"/>
                      </a:cubicBezTo>
                      <a:cubicBezTo>
                        <a:pt x="89638" y="932484"/>
                        <a:pt x="94141" y="932484"/>
                        <a:pt x="96071" y="936335"/>
                      </a:cubicBezTo>
                      <a:cubicBezTo>
                        <a:pt x="98000" y="939544"/>
                        <a:pt x="95427" y="938902"/>
                        <a:pt x="101217" y="947246"/>
                      </a:cubicBezTo>
                      <a:cubicBezTo>
                        <a:pt x="107006" y="955590"/>
                        <a:pt x="107649" y="960083"/>
                        <a:pt x="107649" y="965217"/>
                      </a:cubicBezTo>
                      <a:cubicBezTo>
                        <a:pt x="107649" y="970994"/>
                        <a:pt x="112152" y="985114"/>
                        <a:pt x="117942" y="985756"/>
                      </a:cubicBezTo>
                      <a:cubicBezTo>
                        <a:pt x="124375" y="986398"/>
                        <a:pt x="126948" y="986398"/>
                        <a:pt x="134024" y="986398"/>
                      </a:cubicBezTo>
                      <a:cubicBezTo>
                        <a:pt x="141100" y="986398"/>
                        <a:pt x="138526" y="988965"/>
                        <a:pt x="147532" y="987681"/>
                      </a:cubicBezTo>
                      <a:cubicBezTo>
                        <a:pt x="157181" y="987039"/>
                        <a:pt x="159111" y="987039"/>
                        <a:pt x="171977" y="988323"/>
                      </a:cubicBezTo>
                      <a:cubicBezTo>
                        <a:pt x="184199" y="989607"/>
                        <a:pt x="180982" y="992174"/>
                        <a:pt x="184199" y="994741"/>
                      </a:cubicBezTo>
                      <a:cubicBezTo>
                        <a:pt x="186772" y="997309"/>
                        <a:pt x="202210" y="1005010"/>
                        <a:pt x="204140" y="1015921"/>
                      </a:cubicBezTo>
                      <a:cubicBezTo>
                        <a:pt x="206070" y="1026833"/>
                        <a:pt x="208000" y="1037102"/>
                        <a:pt x="211859" y="1044804"/>
                      </a:cubicBezTo>
                      <a:cubicBezTo>
                        <a:pt x="215719" y="1052506"/>
                        <a:pt x="218292" y="1062133"/>
                        <a:pt x="227298" y="1062133"/>
                      </a:cubicBezTo>
                      <a:cubicBezTo>
                        <a:pt x="236304" y="1062133"/>
                        <a:pt x="242093" y="1057640"/>
                        <a:pt x="246596" y="1050580"/>
                      </a:cubicBezTo>
                      <a:cubicBezTo>
                        <a:pt x="249813" y="1046087"/>
                        <a:pt x="254959" y="1040311"/>
                        <a:pt x="259462" y="1036460"/>
                      </a:cubicBezTo>
                      <a:cubicBezTo>
                        <a:pt x="258175" y="1042878"/>
                        <a:pt x="253672" y="1051864"/>
                        <a:pt x="253029" y="1055073"/>
                      </a:cubicBezTo>
                      <a:cubicBezTo>
                        <a:pt x="253029" y="1055073"/>
                        <a:pt x="253029" y="1055715"/>
                        <a:pt x="253029" y="1055715"/>
                      </a:cubicBezTo>
                      <a:cubicBezTo>
                        <a:pt x="244666" y="1056357"/>
                        <a:pt x="235661" y="1061491"/>
                        <a:pt x="231158" y="1065984"/>
                      </a:cubicBezTo>
                      <a:cubicBezTo>
                        <a:pt x="225368" y="1071760"/>
                        <a:pt x="221509" y="1076895"/>
                        <a:pt x="218935" y="1083955"/>
                      </a:cubicBezTo>
                      <a:cubicBezTo>
                        <a:pt x="216362" y="1091015"/>
                        <a:pt x="183556" y="1107703"/>
                        <a:pt x="177766" y="1114763"/>
                      </a:cubicBezTo>
                      <a:cubicBezTo>
                        <a:pt x="171977" y="1121823"/>
                        <a:pt x="164257" y="1141719"/>
                        <a:pt x="164257" y="1145570"/>
                      </a:cubicBezTo>
                      <a:cubicBezTo>
                        <a:pt x="164257" y="1148780"/>
                        <a:pt x="164901" y="1161616"/>
                        <a:pt x="157825" y="1171243"/>
                      </a:cubicBezTo>
                      <a:cubicBezTo>
                        <a:pt x="151392" y="1180871"/>
                        <a:pt x="147532" y="1186005"/>
                        <a:pt x="143673" y="1196275"/>
                      </a:cubicBezTo>
                      <a:cubicBezTo>
                        <a:pt x="139813" y="1206544"/>
                        <a:pt x="158468" y="1214888"/>
                        <a:pt x="166830" y="1212320"/>
                      </a:cubicBezTo>
                      <a:cubicBezTo>
                        <a:pt x="175193" y="1209753"/>
                        <a:pt x="181626" y="1186647"/>
                        <a:pt x="181626" y="1179587"/>
                      </a:cubicBezTo>
                      <a:cubicBezTo>
                        <a:pt x="181626" y="1172527"/>
                        <a:pt x="182269" y="1173169"/>
                        <a:pt x="187415" y="1169318"/>
                      </a:cubicBezTo>
                      <a:cubicBezTo>
                        <a:pt x="192561" y="1164825"/>
                        <a:pt x="200281" y="1157765"/>
                        <a:pt x="204784" y="1148138"/>
                      </a:cubicBezTo>
                      <a:cubicBezTo>
                        <a:pt x="209286" y="1138510"/>
                        <a:pt x="212503" y="1125674"/>
                        <a:pt x="220222" y="1116688"/>
                      </a:cubicBezTo>
                      <a:cubicBezTo>
                        <a:pt x="224725" y="1111554"/>
                        <a:pt x="231158" y="1108345"/>
                        <a:pt x="235661" y="1106419"/>
                      </a:cubicBezTo>
                      <a:cubicBezTo>
                        <a:pt x="235017" y="1108986"/>
                        <a:pt x="234374" y="1111554"/>
                        <a:pt x="234374" y="1113479"/>
                      </a:cubicBezTo>
                      <a:cubicBezTo>
                        <a:pt x="234374" y="1119256"/>
                        <a:pt x="236947" y="1125032"/>
                        <a:pt x="231158" y="1128241"/>
                      </a:cubicBezTo>
                      <a:cubicBezTo>
                        <a:pt x="225368" y="1131450"/>
                        <a:pt x="220222" y="1130808"/>
                        <a:pt x="217649" y="1140436"/>
                      </a:cubicBezTo>
                      <a:cubicBezTo>
                        <a:pt x="215076" y="1149421"/>
                        <a:pt x="207357" y="1160974"/>
                        <a:pt x="204140" y="1165467"/>
                      </a:cubicBezTo>
                      <a:cubicBezTo>
                        <a:pt x="200924" y="1169318"/>
                        <a:pt x="197708" y="1175736"/>
                        <a:pt x="196421" y="1180229"/>
                      </a:cubicBezTo>
                      <a:cubicBezTo>
                        <a:pt x="195134" y="1184722"/>
                        <a:pt x="191275" y="1182155"/>
                        <a:pt x="188702" y="1189215"/>
                      </a:cubicBezTo>
                      <a:cubicBezTo>
                        <a:pt x="186129" y="1196275"/>
                        <a:pt x="187415" y="1200126"/>
                        <a:pt x="188058" y="1207828"/>
                      </a:cubicBezTo>
                      <a:cubicBezTo>
                        <a:pt x="188702" y="1214888"/>
                        <a:pt x="196421" y="1217455"/>
                        <a:pt x="195778" y="1227082"/>
                      </a:cubicBezTo>
                      <a:cubicBezTo>
                        <a:pt x="195134" y="1237351"/>
                        <a:pt x="193205" y="1248904"/>
                        <a:pt x="198994" y="1254681"/>
                      </a:cubicBezTo>
                      <a:cubicBezTo>
                        <a:pt x="204784" y="1260457"/>
                        <a:pt x="207357" y="1263666"/>
                        <a:pt x="208000" y="1266876"/>
                      </a:cubicBezTo>
                      <a:cubicBezTo>
                        <a:pt x="208643" y="1270085"/>
                        <a:pt x="208643" y="1271368"/>
                        <a:pt x="212503" y="1273294"/>
                      </a:cubicBezTo>
                      <a:cubicBezTo>
                        <a:pt x="216362" y="1275219"/>
                        <a:pt x="219579" y="1271368"/>
                        <a:pt x="220222" y="1280996"/>
                      </a:cubicBezTo>
                      <a:cubicBezTo>
                        <a:pt x="220865" y="1290623"/>
                        <a:pt x="222152" y="1295116"/>
                        <a:pt x="227941" y="1303460"/>
                      </a:cubicBezTo>
                      <a:cubicBezTo>
                        <a:pt x="233731" y="1311803"/>
                        <a:pt x="233087" y="1307952"/>
                        <a:pt x="238877" y="1317580"/>
                      </a:cubicBezTo>
                      <a:cubicBezTo>
                        <a:pt x="244666" y="1327207"/>
                        <a:pt x="245310" y="1329133"/>
                        <a:pt x="247883" y="1338118"/>
                      </a:cubicBezTo>
                      <a:cubicBezTo>
                        <a:pt x="250456" y="1347104"/>
                        <a:pt x="257532" y="1351597"/>
                        <a:pt x="263321" y="1352880"/>
                      </a:cubicBezTo>
                      <a:cubicBezTo>
                        <a:pt x="269111" y="1354164"/>
                        <a:pt x="277473" y="1354164"/>
                        <a:pt x="283263" y="1350313"/>
                      </a:cubicBezTo>
                      <a:cubicBezTo>
                        <a:pt x="289052" y="1346462"/>
                        <a:pt x="292268" y="1344537"/>
                        <a:pt x="294842" y="1349671"/>
                      </a:cubicBezTo>
                      <a:cubicBezTo>
                        <a:pt x="297415" y="1354806"/>
                        <a:pt x="298058" y="1359298"/>
                        <a:pt x="305777" y="1357373"/>
                      </a:cubicBezTo>
                      <a:cubicBezTo>
                        <a:pt x="312853" y="1356089"/>
                        <a:pt x="315426" y="1352880"/>
                        <a:pt x="320572" y="1356089"/>
                      </a:cubicBezTo>
                      <a:cubicBezTo>
                        <a:pt x="325719" y="1359298"/>
                        <a:pt x="325075" y="1363791"/>
                        <a:pt x="332795" y="1363791"/>
                      </a:cubicBezTo>
                      <a:cubicBezTo>
                        <a:pt x="340514" y="1363791"/>
                        <a:pt x="350163" y="1363149"/>
                        <a:pt x="352736" y="1365075"/>
                      </a:cubicBezTo>
                      <a:cubicBezTo>
                        <a:pt x="355309" y="1367000"/>
                        <a:pt x="353379" y="1372135"/>
                        <a:pt x="363672" y="1372135"/>
                      </a:cubicBezTo>
                      <a:cubicBezTo>
                        <a:pt x="374607" y="1372135"/>
                        <a:pt x="374607" y="1361224"/>
                        <a:pt x="373321" y="1355448"/>
                      </a:cubicBezTo>
                      <a:cubicBezTo>
                        <a:pt x="372034" y="1349671"/>
                        <a:pt x="368175" y="1341969"/>
                        <a:pt x="372677" y="1337476"/>
                      </a:cubicBezTo>
                      <a:cubicBezTo>
                        <a:pt x="376537" y="1333625"/>
                        <a:pt x="377824" y="1334909"/>
                        <a:pt x="382970" y="1329133"/>
                      </a:cubicBezTo>
                      <a:cubicBezTo>
                        <a:pt x="384900" y="1330416"/>
                        <a:pt x="387473" y="1331700"/>
                        <a:pt x="388116" y="1332984"/>
                      </a:cubicBezTo>
                      <a:cubicBezTo>
                        <a:pt x="389402" y="1335551"/>
                        <a:pt x="391332" y="1340044"/>
                        <a:pt x="391976" y="1343895"/>
                      </a:cubicBezTo>
                      <a:cubicBezTo>
                        <a:pt x="392619" y="1347746"/>
                        <a:pt x="392619" y="1347746"/>
                        <a:pt x="395835" y="1347746"/>
                      </a:cubicBezTo>
                      <a:cubicBezTo>
                        <a:pt x="399052" y="1347746"/>
                        <a:pt x="405484" y="1346462"/>
                        <a:pt x="408701" y="1349671"/>
                      </a:cubicBezTo>
                      <a:cubicBezTo>
                        <a:pt x="411917" y="1353522"/>
                        <a:pt x="414490" y="1354164"/>
                        <a:pt x="416420" y="1356089"/>
                      </a:cubicBezTo>
                      <a:cubicBezTo>
                        <a:pt x="418993" y="1358015"/>
                        <a:pt x="420923" y="1355448"/>
                        <a:pt x="422209" y="1359940"/>
                      </a:cubicBezTo>
                      <a:cubicBezTo>
                        <a:pt x="423496" y="1364433"/>
                        <a:pt x="424139" y="1368926"/>
                        <a:pt x="418350" y="1374702"/>
                      </a:cubicBezTo>
                      <a:cubicBezTo>
                        <a:pt x="412560" y="1379837"/>
                        <a:pt x="412560" y="1386255"/>
                        <a:pt x="416420" y="1388181"/>
                      </a:cubicBezTo>
                      <a:cubicBezTo>
                        <a:pt x="420923" y="1390106"/>
                        <a:pt x="426069" y="1383046"/>
                        <a:pt x="427356" y="1377270"/>
                      </a:cubicBezTo>
                      <a:cubicBezTo>
                        <a:pt x="428642" y="1371493"/>
                        <a:pt x="429929" y="1365717"/>
                        <a:pt x="433145" y="1365717"/>
                      </a:cubicBezTo>
                      <a:cubicBezTo>
                        <a:pt x="436361" y="1365717"/>
                        <a:pt x="440221" y="1370210"/>
                        <a:pt x="443437" y="1374060"/>
                      </a:cubicBezTo>
                      <a:cubicBezTo>
                        <a:pt x="446654" y="1377911"/>
                        <a:pt x="447297" y="1378553"/>
                        <a:pt x="448583" y="1380479"/>
                      </a:cubicBezTo>
                      <a:cubicBezTo>
                        <a:pt x="449870" y="1382404"/>
                        <a:pt x="451157" y="1384330"/>
                        <a:pt x="450513" y="1386897"/>
                      </a:cubicBezTo>
                      <a:cubicBezTo>
                        <a:pt x="449227" y="1390106"/>
                        <a:pt x="447297" y="1393315"/>
                        <a:pt x="447940" y="1397166"/>
                      </a:cubicBezTo>
                      <a:cubicBezTo>
                        <a:pt x="448583" y="1400375"/>
                        <a:pt x="451157" y="1399734"/>
                        <a:pt x="454373" y="1397166"/>
                      </a:cubicBezTo>
                      <a:cubicBezTo>
                        <a:pt x="456946" y="1394599"/>
                        <a:pt x="464665" y="1383046"/>
                        <a:pt x="469168" y="1384971"/>
                      </a:cubicBezTo>
                      <a:cubicBezTo>
                        <a:pt x="474314" y="1386897"/>
                        <a:pt x="480747" y="1390106"/>
                        <a:pt x="479461" y="1394599"/>
                      </a:cubicBezTo>
                      <a:cubicBezTo>
                        <a:pt x="478817" y="1399092"/>
                        <a:pt x="473671" y="1415137"/>
                        <a:pt x="480104" y="1417705"/>
                      </a:cubicBezTo>
                      <a:cubicBezTo>
                        <a:pt x="486536" y="1419630"/>
                        <a:pt x="487823" y="1407435"/>
                        <a:pt x="491683" y="1399092"/>
                      </a:cubicBezTo>
                      <a:cubicBezTo>
                        <a:pt x="495542" y="1390748"/>
                        <a:pt x="493613" y="1387539"/>
                        <a:pt x="499402" y="1387539"/>
                      </a:cubicBezTo>
                      <a:cubicBezTo>
                        <a:pt x="505191" y="1387539"/>
                        <a:pt x="507121" y="1386255"/>
                        <a:pt x="508408" y="1387539"/>
                      </a:cubicBezTo>
                      <a:cubicBezTo>
                        <a:pt x="509694" y="1388181"/>
                        <a:pt x="510338" y="1388181"/>
                        <a:pt x="514840" y="1388181"/>
                      </a:cubicBezTo>
                      <a:cubicBezTo>
                        <a:pt x="519343" y="1388181"/>
                        <a:pt x="519343" y="1386897"/>
                        <a:pt x="520630" y="1390106"/>
                      </a:cubicBezTo>
                      <a:cubicBezTo>
                        <a:pt x="521273" y="1393315"/>
                        <a:pt x="521273" y="1402943"/>
                        <a:pt x="528992" y="1394599"/>
                      </a:cubicBezTo>
                      <a:cubicBezTo>
                        <a:pt x="536712" y="1386255"/>
                        <a:pt x="532209" y="1385613"/>
                        <a:pt x="539285" y="1384971"/>
                      </a:cubicBezTo>
                      <a:cubicBezTo>
                        <a:pt x="546361" y="1384330"/>
                        <a:pt x="546361" y="1383688"/>
                        <a:pt x="549577" y="1385613"/>
                      </a:cubicBezTo>
                      <a:cubicBezTo>
                        <a:pt x="552794" y="1387539"/>
                        <a:pt x="553437" y="1388822"/>
                        <a:pt x="555367" y="1388181"/>
                      </a:cubicBezTo>
                      <a:cubicBezTo>
                        <a:pt x="557296" y="1387539"/>
                        <a:pt x="565016" y="1385613"/>
                        <a:pt x="566302" y="1388822"/>
                      </a:cubicBezTo>
                      <a:cubicBezTo>
                        <a:pt x="567589" y="1392032"/>
                        <a:pt x="566945" y="1396524"/>
                        <a:pt x="570805" y="1400375"/>
                      </a:cubicBezTo>
                      <a:cubicBezTo>
                        <a:pt x="574665" y="1404226"/>
                        <a:pt x="574021" y="1406794"/>
                        <a:pt x="571448" y="1409361"/>
                      </a:cubicBezTo>
                      <a:cubicBezTo>
                        <a:pt x="568875" y="1411928"/>
                        <a:pt x="566945" y="1410645"/>
                        <a:pt x="563086" y="1409361"/>
                      </a:cubicBezTo>
                      <a:cubicBezTo>
                        <a:pt x="559226" y="1408077"/>
                        <a:pt x="558583" y="1404226"/>
                        <a:pt x="554723" y="1406794"/>
                      </a:cubicBezTo>
                      <a:cubicBezTo>
                        <a:pt x="550864" y="1409361"/>
                        <a:pt x="550220" y="1408719"/>
                        <a:pt x="547647" y="1412570"/>
                      </a:cubicBezTo>
                      <a:cubicBezTo>
                        <a:pt x="545074" y="1415779"/>
                        <a:pt x="545718" y="1416421"/>
                        <a:pt x="543788" y="1420914"/>
                      </a:cubicBezTo>
                      <a:cubicBezTo>
                        <a:pt x="542501" y="1425407"/>
                        <a:pt x="540571" y="1424765"/>
                        <a:pt x="541215" y="1428616"/>
                      </a:cubicBezTo>
                      <a:cubicBezTo>
                        <a:pt x="541858" y="1432467"/>
                        <a:pt x="550864" y="1435034"/>
                        <a:pt x="548934" y="1438885"/>
                      </a:cubicBezTo>
                      <a:cubicBezTo>
                        <a:pt x="547004" y="1442736"/>
                        <a:pt x="541858" y="1445945"/>
                        <a:pt x="539928" y="1448512"/>
                      </a:cubicBezTo>
                      <a:cubicBezTo>
                        <a:pt x="537998" y="1451080"/>
                        <a:pt x="535425" y="1453647"/>
                        <a:pt x="534782" y="1458140"/>
                      </a:cubicBezTo>
                      <a:cubicBezTo>
                        <a:pt x="534782" y="1462632"/>
                        <a:pt x="536712" y="1462632"/>
                        <a:pt x="536712" y="1465842"/>
                      </a:cubicBezTo>
                      <a:cubicBezTo>
                        <a:pt x="536712" y="1469051"/>
                        <a:pt x="538642" y="1470334"/>
                        <a:pt x="540571" y="1470334"/>
                      </a:cubicBezTo>
                      <a:cubicBezTo>
                        <a:pt x="542501" y="1470334"/>
                        <a:pt x="545074" y="1470976"/>
                        <a:pt x="545718" y="1472902"/>
                      </a:cubicBezTo>
                      <a:cubicBezTo>
                        <a:pt x="546361" y="1474827"/>
                        <a:pt x="550220" y="1474185"/>
                        <a:pt x="552150" y="1476111"/>
                      </a:cubicBezTo>
                      <a:cubicBezTo>
                        <a:pt x="554080" y="1478036"/>
                        <a:pt x="555367" y="1479320"/>
                        <a:pt x="557940" y="1478036"/>
                      </a:cubicBezTo>
                      <a:cubicBezTo>
                        <a:pt x="560513" y="1476111"/>
                        <a:pt x="563086" y="1475469"/>
                        <a:pt x="566945" y="1476753"/>
                      </a:cubicBezTo>
                      <a:cubicBezTo>
                        <a:pt x="570805" y="1478036"/>
                        <a:pt x="572735" y="1483813"/>
                        <a:pt x="578524" y="1478678"/>
                      </a:cubicBezTo>
                      <a:cubicBezTo>
                        <a:pt x="584314" y="1473544"/>
                        <a:pt x="583027" y="1472260"/>
                        <a:pt x="587530" y="1467125"/>
                      </a:cubicBezTo>
                      <a:cubicBezTo>
                        <a:pt x="592033" y="1461991"/>
                        <a:pt x="595893" y="1462632"/>
                        <a:pt x="597823" y="1464558"/>
                      </a:cubicBezTo>
                      <a:cubicBezTo>
                        <a:pt x="599752" y="1466483"/>
                        <a:pt x="603612" y="1465200"/>
                        <a:pt x="604899" y="1466483"/>
                      </a:cubicBezTo>
                      <a:cubicBezTo>
                        <a:pt x="606828" y="1468409"/>
                        <a:pt x="606828" y="1469693"/>
                        <a:pt x="608758" y="1467125"/>
                      </a:cubicBezTo>
                      <a:cubicBezTo>
                        <a:pt x="610688" y="1464558"/>
                        <a:pt x="609401" y="1464558"/>
                        <a:pt x="613261" y="1461991"/>
                      </a:cubicBezTo>
                      <a:cubicBezTo>
                        <a:pt x="617121" y="1459423"/>
                        <a:pt x="617121" y="1456214"/>
                        <a:pt x="616477" y="1451721"/>
                      </a:cubicBezTo>
                      <a:cubicBezTo>
                        <a:pt x="615834" y="1447229"/>
                        <a:pt x="617764" y="1438243"/>
                        <a:pt x="620980" y="1434392"/>
                      </a:cubicBezTo>
                      <a:cubicBezTo>
                        <a:pt x="623553" y="1429899"/>
                        <a:pt x="624840" y="1426048"/>
                        <a:pt x="628056" y="1424765"/>
                      </a:cubicBezTo>
                      <a:cubicBezTo>
                        <a:pt x="630629" y="1423481"/>
                        <a:pt x="631916" y="1422197"/>
                        <a:pt x="637062" y="1422839"/>
                      </a:cubicBezTo>
                      <a:cubicBezTo>
                        <a:pt x="642208" y="1423481"/>
                        <a:pt x="649284" y="1423481"/>
                        <a:pt x="651857" y="1420914"/>
                      </a:cubicBezTo>
                      <a:cubicBezTo>
                        <a:pt x="655074" y="1418347"/>
                        <a:pt x="660220" y="1415137"/>
                        <a:pt x="659577" y="1411286"/>
                      </a:cubicBezTo>
                      <a:cubicBezTo>
                        <a:pt x="658290" y="1408077"/>
                        <a:pt x="658290" y="1403585"/>
                        <a:pt x="661506" y="1398450"/>
                      </a:cubicBezTo>
                      <a:cubicBezTo>
                        <a:pt x="664723" y="1393315"/>
                        <a:pt x="666009" y="1392673"/>
                        <a:pt x="666009" y="1388822"/>
                      </a:cubicBezTo>
                      <a:cubicBezTo>
                        <a:pt x="666009" y="1384971"/>
                        <a:pt x="667939" y="1381762"/>
                        <a:pt x="670512" y="1379837"/>
                      </a:cubicBezTo>
                      <a:cubicBezTo>
                        <a:pt x="673085" y="1377911"/>
                        <a:pt x="682734" y="1370210"/>
                        <a:pt x="684664" y="1364433"/>
                      </a:cubicBezTo>
                      <a:cubicBezTo>
                        <a:pt x="686594" y="1358657"/>
                        <a:pt x="691740" y="1352880"/>
                        <a:pt x="689167" y="1342611"/>
                      </a:cubicBezTo>
                      <a:cubicBezTo>
                        <a:pt x="687237" y="1332342"/>
                        <a:pt x="682091" y="1327207"/>
                        <a:pt x="678875" y="1325282"/>
                      </a:cubicBezTo>
                      <a:cubicBezTo>
                        <a:pt x="675658" y="1323356"/>
                        <a:pt x="672442" y="1320147"/>
                        <a:pt x="671155" y="1321431"/>
                      </a:cubicBezTo>
                      <a:cubicBezTo>
                        <a:pt x="669226" y="1322714"/>
                        <a:pt x="666653" y="1327207"/>
                        <a:pt x="664723" y="1328491"/>
                      </a:cubicBezTo>
                      <a:cubicBezTo>
                        <a:pt x="663436" y="1329775"/>
                        <a:pt x="662150" y="1331058"/>
                        <a:pt x="658933" y="1334909"/>
                      </a:cubicBezTo>
                      <a:cubicBezTo>
                        <a:pt x="655717" y="1338760"/>
                        <a:pt x="655074" y="1339402"/>
                        <a:pt x="651857" y="1338118"/>
                      </a:cubicBezTo>
                      <a:cubicBezTo>
                        <a:pt x="648641" y="1336193"/>
                        <a:pt x="647998" y="1338118"/>
                        <a:pt x="646711" y="1331700"/>
                      </a:cubicBezTo>
                      <a:cubicBezTo>
                        <a:pt x="644781" y="1325924"/>
                        <a:pt x="647998" y="1324640"/>
                        <a:pt x="651857" y="1320789"/>
                      </a:cubicBezTo>
                      <a:cubicBezTo>
                        <a:pt x="655717" y="1317580"/>
                        <a:pt x="658290" y="1316296"/>
                        <a:pt x="658290" y="1313729"/>
                      </a:cubicBezTo>
                      <a:cubicBezTo>
                        <a:pt x="658933" y="1311161"/>
                        <a:pt x="657647" y="1305385"/>
                        <a:pt x="656360" y="1305385"/>
                      </a:cubicBezTo>
                      <a:cubicBezTo>
                        <a:pt x="655074" y="1305385"/>
                        <a:pt x="655074" y="1307952"/>
                        <a:pt x="652501" y="1304743"/>
                      </a:cubicBezTo>
                      <a:cubicBezTo>
                        <a:pt x="649928" y="1301534"/>
                        <a:pt x="647998" y="1300892"/>
                        <a:pt x="653787" y="1295758"/>
                      </a:cubicBezTo>
                      <a:cubicBezTo>
                        <a:pt x="660220" y="1290623"/>
                        <a:pt x="660220" y="1286130"/>
                        <a:pt x="657647" y="1288056"/>
                      </a:cubicBezTo>
                      <a:cubicBezTo>
                        <a:pt x="655074" y="1289981"/>
                        <a:pt x="651857" y="1293190"/>
                        <a:pt x="649928" y="1297041"/>
                      </a:cubicBezTo>
                      <a:cubicBezTo>
                        <a:pt x="647354" y="1300892"/>
                        <a:pt x="646711" y="1300250"/>
                        <a:pt x="644138" y="1303460"/>
                      </a:cubicBezTo>
                      <a:cubicBezTo>
                        <a:pt x="641565" y="1306669"/>
                        <a:pt x="640279" y="1307311"/>
                        <a:pt x="637705" y="1311161"/>
                      </a:cubicBezTo>
                      <a:cubicBezTo>
                        <a:pt x="635776" y="1315012"/>
                        <a:pt x="633846" y="1317580"/>
                        <a:pt x="633846" y="1320789"/>
                      </a:cubicBezTo>
                      <a:cubicBezTo>
                        <a:pt x="633202" y="1323998"/>
                        <a:pt x="628700" y="1327207"/>
                        <a:pt x="628056" y="1324640"/>
                      </a:cubicBezTo>
                      <a:cubicBezTo>
                        <a:pt x="627413" y="1321431"/>
                        <a:pt x="630629" y="1320789"/>
                        <a:pt x="630629" y="1318222"/>
                      </a:cubicBezTo>
                      <a:cubicBezTo>
                        <a:pt x="631273" y="1315012"/>
                        <a:pt x="629343" y="1311161"/>
                        <a:pt x="628056" y="1309878"/>
                      </a:cubicBezTo>
                      <a:cubicBezTo>
                        <a:pt x="626770" y="1308594"/>
                        <a:pt x="623553" y="1309236"/>
                        <a:pt x="622910" y="1305385"/>
                      </a:cubicBezTo>
                      <a:cubicBezTo>
                        <a:pt x="622267" y="1301534"/>
                        <a:pt x="622267" y="1298967"/>
                        <a:pt x="624840" y="1296400"/>
                      </a:cubicBezTo>
                      <a:cubicBezTo>
                        <a:pt x="627413" y="1293832"/>
                        <a:pt x="629343" y="1295116"/>
                        <a:pt x="631916" y="1288056"/>
                      </a:cubicBezTo>
                      <a:cubicBezTo>
                        <a:pt x="634489" y="1280996"/>
                        <a:pt x="636419" y="1275861"/>
                        <a:pt x="640279" y="1275219"/>
                      </a:cubicBezTo>
                      <a:cubicBezTo>
                        <a:pt x="644781" y="1274577"/>
                        <a:pt x="652501" y="1275219"/>
                        <a:pt x="650571" y="1270727"/>
                      </a:cubicBezTo>
                      <a:cubicBezTo>
                        <a:pt x="648641" y="1266234"/>
                        <a:pt x="645425" y="1266234"/>
                        <a:pt x="644138" y="1262383"/>
                      </a:cubicBezTo>
                      <a:cubicBezTo>
                        <a:pt x="643495" y="1259174"/>
                        <a:pt x="643495" y="1257248"/>
                        <a:pt x="641565" y="1254681"/>
                      </a:cubicBezTo>
                      <a:cubicBezTo>
                        <a:pt x="640279" y="1252114"/>
                        <a:pt x="642208" y="1248263"/>
                        <a:pt x="642852" y="1246337"/>
                      </a:cubicBezTo>
                      <a:cubicBezTo>
                        <a:pt x="644138" y="1243770"/>
                        <a:pt x="647998" y="1239277"/>
                        <a:pt x="650571" y="1236710"/>
                      </a:cubicBezTo>
                      <a:cubicBezTo>
                        <a:pt x="653144" y="1234142"/>
                        <a:pt x="654430" y="1229650"/>
                        <a:pt x="652501" y="1230291"/>
                      </a:cubicBezTo>
                      <a:cubicBezTo>
                        <a:pt x="650571" y="1230933"/>
                        <a:pt x="648641" y="1237351"/>
                        <a:pt x="646711" y="1236068"/>
                      </a:cubicBezTo>
                      <a:cubicBezTo>
                        <a:pt x="644781" y="1234784"/>
                        <a:pt x="643495" y="1232859"/>
                        <a:pt x="645425" y="1229650"/>
                      </a:cubicBezTo>
                      <a:cubicBezTo>
                        <a:pt x="647354" y="1227082"/>
                        <a:pt x="651857" y="1225157"/>
                        <a:pt x="650571" y="1223231"/>
                      </a:cubicBezTo>
                      <a:cubicBezTo>
                        <a:pt x="648641" y="1221306"/>
                        <a:pt x="647354" y="1224515"/>
                        <a:pt x="644781" y="1227082"/>
                      </a:cubicBezTo>
                      <a:cubicBezTo>
                        <a:pt x="642208" y="1229650"/>
                        <a:pt x="640279" y="1228366"/>
                        <a:pt x="638992" y="1225157"/>
                      </a:cubicBezTo>
                      <a:cubicBezTo>
                        <a:pt x="637705" y="1221948"/>
                        <a:pt x="638349" y="1220664"/>
                        <a:pt x="636419" y="1218739"/>
                      </a:cubicBezTo>
                      <a:cubicBezTo>
                        <a:pt x="634489" y="1216813"/>
                        <a:pt x="635132" y="1215529"/>
                        <a:pt x="635132" y="1211037"/>
                      </a:cubicBezTo>
                      <a:cubicBezTo>
                        <a:pt x="635132" y="1206544"/>
                        <a:pt x="634489" y="1203977"/>
                        <a:pt x="632559" y="1200126"/>
                      </a:cubicBezTo>
                      <a:cubicBezTo>
                        <a:pt x="630629" y="1196275"/>
                        <a:pt x="631273" y="1196275"/>
                        <a:pt x="635776" y="1192424"/>
                      </a:cubicBezTo>
                      <a:cubicBezTo>
                        <a:pt x="640279" y="1188573"/>
                        <a:pt x="642208" y="1187289"/>
                        <a:pt x="641565" y="1184722"/>
                      </a:cubicBezTo>
                      <a:cubicBezTo>
                        <a:pt x="641565" y="1183438"/>
                        <a:pt x="640922" y="1182155"/>
                        <a:pt x="640279" y="1180871"/>
                      </a:cubicBezTo>
                      <a:cubicBezTo>
                        <a:pt x="640922" y="1180871"/>
                        <a:pt x="641565" y="1180229"/>
                        <a:pt x="641565" y="1180229"/>
                      </a:cubicBezTo>
                      <a:cubicBezTo>
                        <a:pt x="643495" y="1181513"/>
                        <a:pt x="644781" y="1185364"/>
                        <a:pt x="645425" y="1187931"/>
                      </a:cubicBezTo>
                      <a:cubicBezTo>
                        <a:pt x="646711" y="1191140"/>
                        <a:pt x="651857" y="1200767"/>
                        <a:pt x="654430" y="1193066"/>
                      </a:cubicBezTo>
                      <a:cubicBezTo>
                        <a:pt x="657004" y="1185364"/>
                        <a:pt x="659577" y="1181513"/>
                        <a:pt x="654430" y="1177020"/>
                      </a:cubicBezTo>
                      <a:cubicBezTo>
                        <a:pt x="653787" y="1176378"/>
                        <a:pt x="653144" y="1176378"/>
                        <a:pt x="652501" y="1175736"/>
                      </a:cubicBezTo>
                      <a:cubicBezTo>
                        <a:pt x="659577" y="1171885"/>
                        <a:pt x="666653" y="1168034"/>
                        <a:pt x="673729" y="1162900"/>
                      </a:cubicBezTo>
                      <a:cubicBezTo>
                        <a:pt x="694957" y="1146212"/>
                        <a:pt x="717471" y="1123748"/>
                        <a:pt x="741915" y="1110270"/>
                      </a:cubicBezTo>
                      <a:cubicBezTo>
                        <a:pt x="741915" y="1112837"/>
                        <a:pt x="741915" y="1115405"/>
                        <a:pt x="741915" y="1117330"/>
                      </a:cubicBezTo>
                      <a:cubicBezTo>
                        <a:pt x="741915" y="1119256"/>
                        <a:pt x="741272" y="1123748"/>
                        <a:pt x="743845" y="1125674"/>
                      </a:cubicBezTo>
                      <a:cubicBezTo>
                        <a:pt x="745775" y="1127599"/>
                        <a:pt x="746418" y="1131450"/>
                        <a:pt x="748348" y="1130808"/>
                      </a:cubicBezTo>
                      <a:cubicBezTo>
                        <a:pt x="750921" y="1130808"/>
                        <a:pt x="759284" y="1130167"/>
                        <a:pt x="758640" y="1134018"/>
                      </a:cubicBezTo>
                      <a:cubicBezTo>
                        <a:pt x="757997" y="1137868"/>
                        <a:pt x="753494" y="1142361"/>
                        <a:pt x="751564" y="1144287"/>
                      </a:cubicBezTo>
                      <a:cubicBezTo>
                        <a:pt x="749635" y="1146212"/>
                        <a:pt x="747705" y="1146212"/>
                        <a:pt x="747062" y="1149421"/>
                      </a:cubicBezTo>
                      <a:cubicBezTo>
                        <a:pt x="747062" y="1152630"/>
                        <a:pt x="747062" y="1154556"/>
                        <a:pt x="743202" y="1158407"/>
                      </a:cubicBezTo>
                      <a:cubicBezTo>
                        <a:pt x="739342" y="1162900"/>
                        <a:pt x="740629" y="1164825"/>
                        <a:pt x="738056" y="1168676"/>
                      </a:cubicBezTo>
                      <a:cubicBezTo>
                        <a:pt x="735483" y="1173169"/>
                        <a:pt x="735483" y="1173811"/>
                        <a:pt x="732910" y="1180229"/>
                      </a:cubicBezTo>
                      <a:cubicBezTo>
                        <a:pt x="730337" y="1186647"/>
                        <a:pt x="729693" y="1188573"/>
                        <a:pt x="729693" y="1189856"/>
                      </a:cubicBezTo>
                      <a:cubicBezTo>
                        <a:pt x="729050" y="1191782"/>
                        <a:pt x="728407" y="1190498"/>
                        <a:pt x="730980" y="1194349"/>
                      </a:cubicBezTo>
                      <a:cubicBezTo>
                        <a:pt x="733553" y="1198842"/>
                        <a:pt x="733553" y="1200767"/>
                        <a:pt x="730980" y="1202693"/>
                      </a:cubicBezTo>
                      <a:cubicBezTo>
                        <a:pt x="728407" y="1203977"/>
                        <a:pt x="727763" y="1203977"/>
                        <a:pt x="726477" y="1206544"/>
                      </a:cubicBezTo>
                      <a:cubicBezTo>
                        <a:pt x="725190" y="1209111"/>
                        <a:pt x="723261" y="1211037"/>
                        <a:pt x="721331" y="1214246"/>
                      </a:cubicBezTo>
                      <a:cubicBezTo>
                        <a:pt x="720044" y="1218097"/>
                        <a:pt x="719401" y="1220022"/>
                        <a:pt x="717471" y="1223231"/>
                      </a:cubicBezTo>
                      <a:cubicBezTo>
                        <a:pt x="715541" y="1225799"/>
                        <a:pt x="714255" y="1224515"/>
                        <a:pt x="712968" y="1225799"/>
                      </a:cubicBezTo>
                      <a:cubicBezTo>
                        <a:pt x="711682" y="1227082"/>
                        <a:pt x="711682" y="1229008"/>
                        <a:pt x="710395" y="1231575"/>
                      </a:cubicBezTo>
                      <a:cubicBezTo>
                        <a:pt x="709109" y="1234142"/>
                        <a:pt x="705892" y="1237993"/>
                        <a:pt x="704606" y="1234142"/>
                      </a:cubicBezTo>
                      <a:cubicBezTo>
                        <a:pt x="703319" y="1230291"/>
                        <a:pt x="703962" y="1229008"/>
                        <a:pt x="701389" y="1226440"/>
                      </a:cubicBezTo>
                      <a:cubicBezTo>
                        <a:pt x="698816" y="1223873"/>
                        <a:pt x="693670" y="1222590"/>
                        <a:pt x="693027" y="1228366"/>
                      </a:cubicBezTo>
                      <a:cubicBezTo>
                        <a:pt x="692383" y="1234142"/>
                        <a:pt x="695600" y="1237993"/>
                        <a:pt x="694313" y="1240561"/>
                      </a:cubicBezTo>
                      <a:cubicBezTo>
                        <a:pt x="693027" y="1243128"/>
                        <a:pt x="689810" y="1249546"/>
                        <a:pt x="687237" y="1251472"/>
                      </a:cubicBezTo>
                      <a:cubicBezTo>
                        <a:pt x="684664" y="1253397"/>
                        <a:pt x="683378" y="1255965"/>
                        <a:pt x="681448" y="1259174"/>
                      </a:cubicBezTo>
                      <a:cubicBezTo>
                        <a:pt x="679518" y="1262383"/>
                        <a:pt x="678231" y="1262383"/>
                        <a:pt x="676945" y="1266234"/>
                      </a:cubicBezTo>
                      <a:cubicBezTo>
                        <a:pt x="676302" y="1270085"/>
                        <a:pt x="677588" y="1275861"/>
                        <a:pt x="680805" y="1277145"/>
                      </a:cubicBezTo>
                      <a:cubicBezTo>
                        <a:pt x="684021" y="1278428"/>
                        <a:pt x="685951" y="1284847"/>
                        <a:pt x="685951" y="1291265"/>
                      </a:cubicBezTo>
                      <a:cubicBezTo>
                        <a:pt x="685951" y="1297683"/>
                        <a:pt x="686594" y="1298325"/>
                        <a:pt x="687237" y="1302818"/>
                      </a:cubicBezTo>
                      <a:cubicBezTo>
                        <a:pt x="687881" y="1307311"/>
                        <a:pt x="687881" y="1304101"/>
                        <a:pt x="689167" y="1309878"/>
                      </a:cubicBezTo>
                      <a:cubicBezTo>
                        <a:pt x="690454" y="1315654"/>
                        <a:pt x="693027" y="1318222"/>
                        <a:pt x="695600" y="1314371"/>
                      </a:cubicBezTo>
                      <a:cubicBezTo>
                        <a:pt x="698173" y="1310520"/>
                        <a:pt x="700103" y="1302818"/>
                        <a:pt x="703319" y="1302818"/>
                      </a:cubicBezTo>
                      <a:cubicBezTo>
                        <a:pt x="706535" y="1302818"/>
                        <a:pt x="710395" y="1302176"/>
                        <a:pt x="712968" y="1298967"/>
                      </a:cubicBezTo>
                      <a:cubicBezTo>
                        <a:pt x="715541" y="1295116"/>
                        <a:pt x="718758" y="1292549"/>
                        <a:pt x="719401" y="1290623"/>
                      </a:cubicBezTo>
                      <a:cubicBezTo>
                        <a:pt x="720044" y="1288698"/>
                        <a:pt x="721974" y="1282921"/>
                        <a:pt x="723261" y="1282279"/>
                      </a:cubicBezTo>
                      <a:cubicBezTo>
                        <a:pt x="724547" y="1280996"/>
                        <a:pt x="727763" y="1277145"/>
                        <a:pt x="729693" y="1277787"/>
                      </a:cubicBezTo>
                      <a:cubicBezTo>
                        <a:pt x="731623" y="1278428"/>
                        <a:pt x="737412" y="1276503"/>
                        <a:pt x="738699" y="1274577"/>
                      </a:cubicBezTo>
                      <a:cubicBezTo>
                        <a:pt x="739986" y="1272652"/>
                        <a:pt x="744488" y="1269443"/>
                        <a:pt x="747062" y="1268159"/>
                      </a:cubicBezTo>
                      <a:cubicBezTo>
                        <a:pt x="749635" y="1266876"/>
                        <a:pt x="751564" y="1264950"/>
                        <a:pt x="755424" y="1261099"/>
                      </a:cubicBezTo>
                      <a:cubicBezTo>
                        <a:pt x="759284" y="1257248"/>
                        <a:pt x="758640" y="1254681"/>
                        <a:pt x="761214" y="1254039"/>
                      </a:cubicBezTo>
                      <a:cubicBezTo>
                        <a:pt x="763787" y="1253397"/>
                        <a:pt x="765716" y="1249546"/>
                        <a:pt x="765716" y="1248904"/>
                      </a:cubicBezTo>
                      <a:cubicBezTo>
                        <a:pt x="765716" y="1248263"/>
                        <a:pt x="762500" y="1242486"/>
                        <a:pt x="763143" y="1239277"/>
                      </a:cubicBezTo>
                      <a:cubicBezTo>
                        <a:pt x="763143" y="1236710"/>
                        <a:pt x="763787" y="1235426"/>
                        <a:pt x="761214" y="1234784"/>
                      </a:cubicBezTo>
                      <a:cubicBezTo>
                        <a:pt x="758640" y="1234142"/>
                        <a:pt x="754781" y="1234142"/>
                        <a:pt x="750921" y="1232859"/>
                      </a:cubicBezTo>
                      <a:cubicBezTo>
                        <a:pt x="747062" y="1231575"/>
                        <a:pt x="748348" y="1234142"/>
                        <a:pt x="745132" y="1234142"/>
                      </a:cubicBezTo>
                      <a:cubicBezTo>
                        <a:pt x="741272" y="1234142"/>
                        <a:pt x="742559" y="1227724"/>
                        <a:pt x="745132" y="1226440"/>
                      </a:cubicBezTo>
                      <a:cubicBezTo>
                        <a:pt x="747705" y="1225799"/>
                        <a:pt x="752208" y="1223873"/>
                        <a:pt x="754138" y="1218739"/>
                      </a:cubicBezTo>
                      <a:cubicBezTo>
                        <a:pt x="756067" y="1213604"/>
                        <a:pt x="752851" y="1214246"/>
                        <a:pt x="758640" y="1211678"/>
                      </a:cubicBezTo>
                      <a:cubicBezTo>
                        <a:pt x="763787" y="1209111"/>
                        <a:pt x="767003" y="1205260"/>
                        <a:pt x="767003" y="1203977"/>
                      </a:cubicBezTo>
                      <a:cubicBezTo>
                        <a:pt x="767003" y="1202693"/>
                        <a:pt x="768933" y="1199484"/>
                        <a:pt x="768933" y="1197558"/>
                      </a:cubicBezTo>
                      <a:cubicBezTo>
                        <a:pt x="768933" y="1195633"/>
                        <a:pt x="768933" y="1189856"/>
                        <a:pt x="770863" y="1184080"/>
                      </a:cubicBezTo>
                      <a:cubicBezTo>
                        <a:pt x="772792" y="1177662"/>
                        <a:pt x="777295" y="1174453"/>
                        <a:pt x="779225" y="1174453"/>
                      </a:cubicBezTo>
                      <a:cubicBezTo>
                        <a:pt x="781155" y="1174453"/>
                        <a:pt x="783085" y="1177662"/>
                        <a:pt x="782441" y="1173169"/>
                      </a:cubicBezTo>
                      <a:cubicBezTo>
                        <a:pt x="781798" y="1168034"/>
                        <a:pt x="781798" y="1164825"/>
                        <a:pt x="783085" y="1162900"/>
                      </a:cubicBezTo>
                      <a:cubicBezTo>
                        <a:pt x="784371" y="1160974"/>
                        <a:pt x="787588" y="1158407"/>
                        <a:pt x="788874" y="1157123"/>
                      </a:cubicBezTo>
                      <a:cubicBezTo>
                        <a:pt x="790161" y="1155840"/>
                        <a:pt x="794664" y="1152630"/>
                        <a:pt x="794664" y="1150063"/>
                      </a:cubicBezTo>
                      <a:cubicBezTo>
                        <a:pt x="794664" y="1147496"/>
                        <a:pt x="795307" y="1144287"/>
                        <a:pt x="797237" y="1143645"/>
                      </a:cubicBezTo>
                      <a:cubicBezTo>
                        <a:pt x="799167" y="1143003"/>
                        <a:pt x="797237" y="1147496"/>
                        <a:pt x="799810" y="1144929"/>
                      </a:cubicBezTo>
                      <a:cubicBezTo>
                        <a:pt x="802383" y="1142361"/>
                        <a:pt x="801740" y="1142361"/>
                        <a:pt x="803026" y="1139794"/>
                      </a:cubicBezTo>
                      <a:cubicBezTo>
                        <a:pt x="804313" y="1137227"/>
                        <a:pt x="805599" y="1135943"/>
                        <a:pt x="807529" y="1134659"/>
                      </a:cubicBezTo>
                      <a:cubicBezTo>
                        <a:pt x="809459" y="1133376"/>
                        <a:pt x="811389" y="1130808"/>
                        <a:pt x="813319" y="1129525"/>
                      </a:cubicBezTo>
                      <a:cubicBezTo>
                        <a:pt x="813962" y="1131450"/>
                        <a:pt x="815248" y="1133376"/>
                        <a:pt x="815892" y="1135301"/>
                      </a:cubicBezTo>
                      <a:cubicBezTo>
                        <a:pt x="819108" y="1141719"/>
                        <a:pt x="822324" y="1149421"/>
                        <a:pt x="825541" y="1156481"/>
                      </a:cubicBezTo>
                      <a:cubicBezTo>
                        <a:pt x="824254" y="1159049"/>
                        <a:pt x="823611" y="1160332"/>
                        <a:pt x="822324" y="1163542"/>
                      </a:cubicBezTo>
                      <a:cubicBezTo>
                        <a:pt x="821038" y="1167392"/>
                        <a:pt x="820395" y="1166751"/>
                        <a:pt x="817821" y="1169318"/>
                      </a:cubicBezTo>
                      <a:cubicBezTo>
                        <a:pt x="815248" y="1171885"/>
                        <a:pt x="814605" y="1170602"/>
                        <a:pt x="813319" y="1172527"/>
                      </a:cubicBezTo>
                      <a:cubicBezTo>
                        <a:pt x="812032" y="1174453"/>
                        <a:pt x="811389" y="1182155"/>
                        <a:pt x="810746" y="1184080"/>
                      </a:cubicBezTo>
                      <a:cubicBezTo>
                        <a:pt x="810102" y="1186005"/>
                        <a:pt x="808172" y="1189215"/>
                        <a:pt x="806886" y="1189856"/>
                      </a:cubicBezTo>
                      <a:cubicBezTo>
                        <a:pt x="805599" y="1190498"/>
                        <a:pt x="806243" y="1188573"/>
                        <a:pt x="803026" y="1187931"/>
                      </a:cubicBezTo>
                      <a:cubicBezTo>
                        <a:pt x="800453" y="1187289"/>
                        <a:pt x="798523" y="1187931"/>
                        <a:pt x="797880" y="1184722"/>
                      </a:cubicBezTo>
                      <a:cubicBezTo>
                        <a:pt x="797237" y="1180871"/>
                        <a:pt x="792734" y="1179587"/>
                        <a:pt x="790161" y="1181513"/>
                      </a:cubicBezTo>
                      <a:cubicBezTo>
                        <a:pt x="787588" y="1183438"/>
                        <a:pt x="789518" y="1186005"/>
                        <a:pt x="787588" y="1191140"/>
                      </a:cubicBezTo>
                      <a:cubicBezTo>
                        <a:pt x="785015" y="1196275"/>
                        <a:pt x="778582" y="1201409"/>
                        <a:pt x="778582" y="1206544"/>
                      </a:cubicBezTo>
                      <a:cubicBezTo>
                        <a:pt x="778582" y="1211678"/>
                        <a:pt x="777939" y="1212962"/>
                        <a:pt x="777939" y="1218097"/>
                      </a:cubicBezTo>
                      <a:cubicBezTo>
                        <a:pt x="777295" y="1223231"/>
                        <a:pt x="778582" y="1224515"/>
                        <a:pt x="776009" y="1227082"/>
                      </a:cubicBezTo>
                      <a:cubicBezTo>
                        <a:pt x="773436" y="1229650"/>
                        <a:pt x="773436" y="1233501"/>
                        <a:pt x="775366" y="1236068"/>
                      </a:cubicBezTo>
                      <a:cubicBezTo>
                        <a:pt x="777295" y="1238635"/>
                        <a:pt x="783728" y="1237993"/>
                        <a:pt x="784371" y="1234784"/>
                      </a:cubicBezTo>
                      <a:cubicBezTo>
                        <a:pt x="785658" y="1231575"/>
                        <a:pt x="783728" y="1229008"/>
                        <a:pt x="789518" y="1227082"/>
                      </a:cubicBezTo>
                      <a:cubicBezTo>
                        <a:pt x="794664" y="1225157"/>
                        <a:pt x="797237" y="1225157"/>
                        <a:pt x="799810" y="1221948"/>
                      </a:cubicBezTo>
                      <a:cubicBezTo>
                        <a:pt x="802383" y="1218739"/>
                        <a:pt x="804956" y="1213604"/>
                        <a:pt x="806886" y="1209753"/>
                      </a:cubicBezTo>
                      <a:cubicBezTo>
                        <a:pt x="808172" y="1205902"/>
                        <a:pt x="808816" y="1202051"/>
                        <a:pt x="808816" y="1198842"/>
                      </a:cubicBezTo>
                      <a:cubicBezTo>
                        <a:pt x="808816" y="1195633"/>
                        <a:pt x="809459" y="1194349"/>
                        <a:pt x="812032" y="1191140"/>
                      </a:cubicBezTo>
                      <a:cubicBezTo>
                        <a:pt x="814605" y="1188573"/>
                        <a:pt x="812032" y="1186647"/>
                        <a:pt x="817178" y="1183438"/>
                      </a:cubicBezTo>
                      <a:cubicBezTo>
                        <a:pt x="822324" y="1180229"/>
                        <a:pt x="823611" y="1180229"/>
                        <a:pt x="824897" y="1177662"/>
                      </a:cubicBezTo>
                      <a:cubicBezTo>
                        <a:pt x="826184" y="1175094"/>
                        <a:pt x="829400" y="1175736"/>
                        <a:pt x="831330" y="1171885"/>
                      </a:cubicBezTo>
                      <a:cubicBezTo>
                        <a:pt x="831330" y="1171243"/>
                        <a:pt x="831973" y="1170602"/>
                        <a:pt x="832617" y="1170602"/>
                      </a:cubicBezTo>
                      <a:cubicBezTo>
                        <a:pt x="833260" y="1171885"/>
                        <a:pt x="833903" y="1173169"/>
                        <a:pt x="835190" y="1174453"/>
                      </a:cubicBezTo>
                      <a:cubicBezTo>
                        <a:pt x="840979" y="1187289"/>
                        <a:pt x="846125" y="1197558"/>
                        <a:pt x="846769" y="1200126"/>
                      </a:cubicBezTo>
                      <a:cubicBezTo>
                        <a:pt x="847412" y="1202051"/>
                        <a:pt x="848698" y="1203335"/>
                        <a:pt x="849985" y="1205260"/>
                      </a:cubicBezTo>
                      <a:cubicBezTo>
                        <a:pt x="849985" y="1205902"/>
                        <a:pt x="849342" y="1206544"/>
                        <a:pt x="849342" y="1207186"/>
                      </a:cubicBezTo>
                      <a:cubicBezTo>
                        <a:pt x="847412" y="1211037"/>
                        <a:pt x="845482" y="1211037"/>
                        <a:pt x="846125" y="1215529"/>
                      </a:cubicBezTo>
                      <a:cubicBezTo>
                        <a:pt x="846769" y="1220022"/>
                        <a:pt x="849342" y="1227082"/>
                        <a:pt x="856418" y="1224515"/>
                      </a:cubicBezTo>
                      <a:cubicBezTo>
                        <a:pt x="858348" y="1223873"/>
                        <a:pt x="859634" y="1223231"/>
                        <a:pt x="860277" y="1222590"/>
                      </a:cubicBezTo>
                      <a:cubicBezTo>
                        <a:pt x="860277" y="1223873"/>
                        <a:pt x="860277" y="1225157"/>
                        <a:pt x="860277" y="1227724"/>
                      </a:cubicBezTo>
                      <a:cubicBezTo>
                        <a:pt x="860921" y="1237993"/>
                        <a:pt x="863494" y="1241202"/>
                        <a:pt x="869926" y="1250188"/>
                      </a:cubicBezTo>
                      <a:cubicBezTo>
                        <a:pt x="874429" y="1256606"/>
                        <a:pt x="878289" y="1259174"/>
                        <a:pt x="880862" y="1263666"/>
                      </a:cubicBezTo>
                      <a:cubicBezTo>
                        <a:pt x="880862" y="1265592"/>
                        <a:pt x="880219" y="1266876"/>
                        <a:pt x="880219" y="1267517"/>
                      </a:cubicBezTo>
                      <a:cubicBezTo>
                        <a:pt x="879576" y="1270085"/>
                        <a:pt x="877646" y="1273936"/>
                        <a:pt x="876359" y="1278428"/>
                      </a:cubicBezTo>
                      <a:cubicBezTo>
                        <a:pt x="875073" y="1282921"/>
                        <a:pt x="876359" y="1284205"/>
                        <a:pt x="871856" y="1288698"/>
                      </a:cubicBezTo>
                      <a:cubicBezTo>
                        <a:pt x="867997" y="1293832"/>
                        <a:pt x="869283" y="1296400"/>
                        <a:pt x="866710" y="1300250"/>
                      </a:cubicBezTo>
                      <a:cubicBezTo>
                        <a:pt x="864137" y="1303460"/>
                        <a:pt x="862850" y="1301534"/>
                        <a:pt x="862207" y="1305385"/>
                      </a:cubicBezTo>
                      <a:cubicBezTo>
                        <a:pt x="861564" y="1309236"/>
                        <a:pt x="860921" y="1315012"/>
                        <a:pt x="859634" y="1317580"/>
                      </a:cubicBezTo>
                      <a:cubicBezTo>
                        <a:pt x="858348" y="1320147"/>
                        <a:pt x="854488" y="1322073"/>
                        <a:pt x="852558" y="1323998"/>
                      </a:cubicBezTo>
                      <a:cubicBezTo>
                        <a:pt x="849985" y="1325924"/>
                        <a:pt x="848055" y="1326565"/>
                        <a:pt x="846125" y="1329133"/>
                      </a:cubicBezTo>
                      <a:cubicBezTo>
                        <a:pt x="844196" y="1332342"/>
                        <a:pt x="842909" y="1332984"/>
                        <a:pt x="839693" y="1334267"/>
                      </a:cubicBezTo>
                      <a:cubicBezTo>
                        <a:pt x="836476" y="1335551"/>
                        <a:pt x="832617" y="1335551"/>
                        <a:pt x="831330" y="1333625"/>
                      </a:cubicBezTo>
                      <a:cubicBezTo>
                        <a:pt x="830044" y="1331700"/>
                        <a:pt x="826827" y="1329133"/>
                        <a:pt x="826827" y="1323998"/>
                      </a:cubicBezTo>
                      <a:cubicBezTo>
                        <a:pt x="826827" y="1318863"/>
                        <a:pt x="828757" y="1316938"/>
                        <a:pt x="829400" y="1313087"/>
                      </a:cubicBezTo>
                      <a:cubicBezTo>
                        <a:pt x="830044" y="1309236"/>
                        <a:pt x="831973" y="1306027"/>
                        <a:pt x="831973" y="1300892"/>
                      </a:cubicBezTo>
                      <a:cubicBezTo>
                        <a:pt x="831973" y="1296400"/>
                        <a:pt x="833260" y="1297683"/>
                        <a:pt x="835190" y="1290623"/>
                      </a:cubicBezTo>
                      <a:cubicBezTo>
                        <a:pt x="837120" y="1284205"/>
                        <a:pt x="836476" y="1277787"/>
                        <a:pt x="829400" y="1277787"/>
                      </a:cubicBezTo>
                      <a:cubicBezTo>
                        <a:pt x="822324" y="1277787"/>
                        <a:pt x="819108" y="1282921"/>
                        <a:pt x="819108" y="1286130"/>
                      </a:cubicBezTo>
                      <a:cubicBezTo>
                        <a:pt x="819108" y="1289981"/>
                        <a:pt x="817178" y="1295116"/>
                        <a:pt x="815892" y="1297041"/>
                      </a:cubicBezTo>
                      <a:cubicBezTo>
                        <a:pt x="814605" y="1298967"/>
                        <a:pt x="813319" y="1304101"/>
                        <a:pt x="812032" y="1307311"/>
                      </a:cubicBezTo>
                      <a:cubicBezTo>
                        <a:pt x="810746" y="1310520"/>
                        <a:pt x="811389" y="1315012"/>
                        <a:pt x="812675" y="1316938"/>
                      </a:cubicBezTo>
                      <a:cubicBezTo>
                        <a:pt x="814605" y="1318222"/>
                        <a:pt x="812032" y="1322073"/>
                        <a:pt x="812032" y="1324640"/>
                      </a:cubicBezTo>
                      <a:cubicBezTo>
                        <a:pt x="812032" y="1327207"/>
                        <a:pt x="813319" y="1329775"/>
                        <a:pt x="808816" y="1331700"/>
                      </a:cubicBezTo>
                      <a:cubicBezTo>
                        <a:pt x="804313" y="1334267"/>
                        <a:pt x="801096" y="1336835"/>
                        <a:pt x="800453" y="1338760"/>
                      </a:cubicBezTo>
                      <a:cubicBezTo>
                        <a:pt x="799810" y="1340686"/>
                        <a:pt x="801096" y="1342611"/>
                        <a:pt x="803026" y="1345178"/>
                      </a:cubicBezTo>
                      <a:cubicBezTo>
                        <a:pt x="804313" y="1347746"/>
                        <a:pt x="802383" y="1348387"/>
                        <a:pt x="805599" y="1350955"/>
                      </a:cubicBezTo>
                      <a:cubicBezTo>
                        <a:pt x="808172" y="1353522"/>
                        <a:pt x="808172" y="1353522"/>
                        <a:pt x="810746" y="1355448"/>
                      </a:cubicBezTo>
                      <a:cubicBezTo>
                        <a:pt x="813319" y="1357373"/>
                        <a:pt x="814605" y="1356731"/>
                        <a:pt x="815892" y="1359940"/>
                      </a:cubicBezTo>
                      <a:cubicBezTo>
                        <a:pt x="816535" y="1363149"/>
                        <a:pt x="819751" y="1368284"/>
                        <a:pt x="820395" y="1370851"/>
                      </a:cubicBezTo>
                      <a:cubicBezTo>
                        <a:pt x="821038" y="1373419"/>
                        <a:pt x="819751" y="1374702"/>
                        <a:pt x="821038" y="1377270"/>
                      </a:cubicBezTo>
                      <a:cubicBezTo>
                        <a:pt x="822968" y="1379195"/>
                        <a:pt x="823611" y="1380479"/>
                        <a:pt x="822968" y="1383046"/>
                      </a:cubicBezTo>
                      <a:cubicBezTo>
                        <a:pt x="822324" y="1385613"/>
                        <a:pt x="823611" y="1387539"/>
                        <a:pt x="819108" y="1390748"/>
                      </a:cubicBezTo>
                      <a:cubicBezTo>
                        <a:pt x="815248" y="1393957"/>
                        <a:pt x="815248" y="1394599"/>
                        <a:pt x="813319" y="1396524"/>
                      </a:cubicBezTo>
                      <a:cubicBezTo>
                        <a:pt x="811389" y="1398450"/>
                        <a:pt x="807529" y="1398450"/>
                        <a:pt x="804956" y="1404868"/>
                      </a:cubicBezTo>
                      <a:cubicBezTo>
                        <a:pt x="802383" y="1411286"/>
                        <a:pt x="803026" y="1415779"/>
                        <a:pt x="804313" y="1418988"/>
                      </a:cubicBezTo>
                      <a:cubicBezTo>
                        <a:pt x="805599" y="1422197"/>
                        <a:pt x="809459" y="1425407"/>
                        <a:pt x="815892" y="1421556"/>
                      </a:cubicBezTo>
                      <a:cubicBezTo>
                        <a:pt x="822324" y="1417705"/>
                        <a:pt x="824897" y="1407435"/>
                        <a:pt x="828114" y="1402301"/>
                      </a:cubicBezTo>
                      <a:cubicBezTo>
                        <a:pt x="830687" y="1397166"/>
                        <a:pt x="832617" y="1390748"/>
                        <a:pt x="835833" y="1384330"/>
                      </a:cubicBezTo>
                      <a:cubicBezTo>
                        <a:pt x="839049" y="1377911"/>
                        <a:pt x="840336" y="1374702"/>
                        <a:pt x="842909" y="1370210"/>
                      </a:cubicBezTo>
                      <a:cubicBezTo>
                        <a:pt x="845482" y="1365717"/>
                        <a:pt x="844196" y="1366359"/>
                        <a:pt x="849342" y="1363791"/>
                      </a:cubicBezTo>
                      <a:cubicBezTo>
                        <a:pt x="853845" y="1361866"/>
                        <a:pt x="857061" y="1360582"/>
                        <a:pt x="858991" y="1358657"/>
                      </a:cubicBezTo>
                      <a:cubicBezTo>
                        <a:pt x="860921" y="1356731"/>
                        <a:pt x="874429" y="1347746"/>
                        <a:pt x="875073" y="1347746"/>
                      </a:cubicBezTo>
                      <a:cubicBezTo>
                        <a:pt x="875716" y="1347746"/>
                        <a:pt x="876359" y="1349029"/>
                        <a:pt x="878932" y="1349029"/>
                      </a:cubicBezTo>
                      <a:cubicBezTo>
                        <a:pt x="881505" y="1349029"/>
                        <a:pt x="886008" y="1346462"/>
                        <a:pt x="886651" y="1346462"/>
                      </a:cubicBezTo>
                      <a:cubicBezTo>
                        <a:pt x="887295" y="1346462"/>
                        <a:pt x="889225" y="1348387"/>
                        <a:pt x="890511" y="1350313"/>
                      </a:cubicBezTo>
                      <a:cubicBezTo>
                        <a:pt x="891798" y="1352238"/>
                        <a:pt x="895014" y="1352238"/>
                        <a:pt x="896944" y="1352238"/>
                      </a:cubicBezTo>
                      <a:cubicBezTo>
                        <a:pt x="898874" y="1352238"/>
                        <a:pt x="900804" y="1354164"/>
                        <a:pt x="901447" y="1356731"/>
                      </a:cubicBezTo>
                      <a:cubicBezTo>
                        <a:pt x="901447" y="1359298"/>
                        <a:pt x="902733" y="1359940"/>
                        <a:pt x="904020" y="1362508"/>
                      </a:cubicBezTo>
                      <a:cubicBezTo>
                        <a:pt x="905306" y="1365075"/>
                        <a:pt x="908523" y="1372777"/>
                        <a:pt x="904020" y="1376628"/>
                      </a:cubicBezTo>
                      <a:cubicBezTo>
                        <a:pt x="900160" y="1380479"/>
                        <a:pt x="896944" y="1379837"/>
                        <a:pt x="895014" y="1381762"/>
                      </a:cubicBezTo>
                      <a:cubicBezTo>
                        <a:pt x="892441" y="1383688"/>
                        <a:pt x="892441" y="1389464"/>
                        <a:pt x="892441" y="1391390"/>
                      </a:cubicBezTo>
                      <a:cubicBezTo>
                        <a:pt x="892441" y="1393315"/>
                        <a:pt x="896301" y="1397166"/>
                        <a:pt x="897587" y="1400375"/>
                      </a:cubicBezTo>
                      <a:cubicBezTo>
                        <a:pt x="898874" y="1403585"/>
                        <a:pt x="899517" y="1404226"/>
                        <a:pt x="899517" y="1408077"/>
                      </a:cubicBezTo>
                      <a:cubicBezTo>
                        <a:pt x="899517" y="1411928"/>
                        <a:pt x="899517" y="1411928"/>
                        <a:pt x="898874" y="1416421"/>
                      </a:cubicBezTo>
                      <a:cubicBezTo>
                        <a:pt x="898874" y="1420914"/>
                        <a:pt x="898874" y="1421556"/>
                        <a:pt x="896944" y="1426048"/>
                      </a:cubicBezTo>
                      <a:cubicBezTo>
                        <a:pt x="894371" y="1430541"/>
                        <a:pt x="892441" y="1435034"/>
                        <a:pt x="890511" y="1440810"/>
                      </a:cubicBezTo>
                      <a:cubicBezTo>
                        <a:pt x="888581" y="1447229"/>
                        <a:pt x="890511" y="1449154"/>
                        <a:pt x="888581" y="1453647"/>
                      </a:cubicBezTo>
                      <a:cubicBezTo>
                        <a:pt x="886651" y="1458140"/>
                        <a:pt x="886008" y="1458781"/>
                        <a:pt x="886008" y="1464558"/>
                      </a:cubicBezTo>
                      <a:cubicBezTo>
                        <a:pt x="886008" y="1470334"/>
                        <a:pt x="889868" y="1473544"/>
                        <a:pt x="889868" y="1478036"/>
                      </a:cubicBezTo>
                      <a:cubicBezTo>
                        <a:pt x="889868" y="1482529"/>
                        <a:pt x="891154" y="1491515"/>
                        <a:pt x="894371" y="1492798"/>
                      </a:cubicBezTo>
                      <a:cubicBezTo>
                        <a:pt x="897587" y="1494082"/>
                        <a:pt x="898874" y="1497291"/>
                        <a:pt x="893728" y="1503067"/>
                      </a:cubicBezTo>
                      <a:cubicBezTo>
                        <a:pt x="889225" y="1508844"/>
                        <a:pt x="885365" y="1509486"/>
                        <a:pt x="881505" y="1516546"/>
                      </a:cubicBezTo>
                      <a:cubicBezTo>
                        <a:pt x="877646" y="1523606"/>
                        <a:pt x="878289" y="1523606"/>
                        <a:pt x="872500" y="1528740"/>
                      </a:cubicBezTo>
                      <a:cubicBezTo>
                        <a:pt x="866710" y="1534517"/>
                        <a:pt x="867997" y="1535801"/>
                        <a:pt x="865424" y="1540293"/>
                      </a:cubicBezTo>
                      <a:cubicBezTo>
                        <a:pt x="862850" y="1544144"/>
                        <a:pt x="864137" y="1546712"/>
                        <a:pt x="860277" y="1546070"/>
                      </a:cubicBezTo>
                      <a:cubicBezTo>
                        <a:pt x="856418" y="1545428"/>
                        <a:pt x="853845" y="1542219"/>
                        <a:pt x="851272" y="1543503"/>
                      </a:cubicBezTo>
                      <a:cubicBezTo>
                        <a:pt x="848698" y="1544786"/>
                        <a:pt x="848055" y="1549921"/>
                        <a:pt x="848055" y="1554414"/>
                      </a:cubicBezTo>
                      <a:cubicBezTo>
                        <a:pt x="848055" y="1558906"/>
                        <a:pt x="842266" y="1562757"/>
                        <a:pt x="840979" y="1563399"/>
                      </a:cubicBezTo>
                      <a:cubicBezTo>
                        <a:pt x="839693" y="1564041"/>
                        <a:pt x="837120" y="1566608"/>
                        <a:pt x="837763" y="1572385"/>
                      </a:cubicBezTo>
                      <a:cubicBezTo>
                        <a:pt x="838406" y="1578161"/>
                        <a:pt x="840336" y="1578803"/>
                        <a:pt x="843552" y="1576877"/>
                      </a:cubicBezTo>
                      <a:cubicBezTo>
                        <a:pt x="846769" y="1574952"/>
                        <a:pt x="847412" y="1575594"/>
                        <a:pt x="849342" y="1576236"/>
                      </a:cubicBezTo>
                      <a:cubicBezTo>
                        <a:pt x="851272" y="1576877"/>
                        <a:pt x="851272" y="1580087"/>
                        <a:pt x="855775" y="1577519"/>
                      </a:cubicBezTo>
                      <a:cubicBezTo>
                        <a:pt x="860277" y="1574952"/>
                        <a:pt x="859634" y="1571743"/>
                        <a:pt x="863494" y="1571101"/>
                      </a:cubicBezTo>
                      <a:cubicBezTo>
                        <a:pt x="867353" y="1570459"/>
                        <a:pt x="865424" y="1573027"/>
                        <a:pt x="867997" y="1573668"/>
                      </a:cubicBezTo>
                      <a:cubicBezTo>
                        <a:pt x="869926" y="1574310"/>
                        <a:pt x="875073" y="1569176"/>
                        <a:pt x="876359" y="1564041"/>
                      </a:cubicBezTo>
                      <a:cubicBezTo>
                        <a:pt x="877646" y="1558906"/>
                        <a:pt x="882149" y="1555055"/>
                        <a:pt x="884078" y="1551846"/>
                      </a:cubicBezTo>
                      <a:cubicBezTo>
                        <a:pt x="885365" y="1548637"/>
                        <a:pt x="889225" y="1546712"/>
                        <a:pt x="891154" y="1539010"/>
                      </a:cubicBezTo>
                      <a:cubicBezTo>
                        <a:pt x="893084" y="1531308"/>
                        <a:pt x="898230" y="1528099"/>
                        <a:pt x="900160" y="1525531"/>
                      </a:cubicBezTo>
                      <a:cubicBezTo>
                        <a:pt x="902090" y="1522964"/>
                        <a:pt x="903377" y="1522322"/>
                        <a:pt x="905306" y="1524890"/>
                      </a:cubicBezTo>
                      <a:cubicBezTo>
                        <a:pt x="907236" y="1527457"/>
                        <a:pt x="909809" y="1527457"/>
                        <a:pt x="913026" y="1530024"/>
                      </a:cubicBezTo>
                      <a:cubicBezTo>
                        <a:pt x="916242" y="1532591"/>
                        <a:pt x="917529" y="1531950"/>
                        <a:pt x="920745" y="1535801"/>
                      </a:cubicBezTo>
                      <a:cubicBezTo>
                        <a:pt x="923961" y="1539652"/>
                        <a:pt x="925891" y="1543503"/>
                        <a:pt x="929107" y="1543503"/>
                      </a:cubicBezTo>
                      <a:cubicBezTo>
                        <a:pt x="931681" y="1543503"/>
                        <a:pt x="937470" y="1539010"/>
                        <a:pt x="935540" y="1537084"/>
                      </a:cubicBezTo>
                      <a:cubicBezTo>
                        <a:pt x="934254" y="1534517"/>
                        <a:pt x="930394" y="1530024"/>
                        <a:pt x="927821" y="1528099"/>
                      </a:cubicBezTo>
                      <a:cubicBezTo>
                        <a:pt x="925248" y="1526173"/>
                        <a:pt x="923961" y="1526815"/>
                        <a:pt x="920102" y="1524248"/>
                      </a:cubicBezTo>
                      <a:cubicBezTo>
                        <a:pt x="916242" y="1521681"/>
                        <a:pt x="914955" y="1522964"/>
                        <a:pt x="912382" y="1517830"/>
                      </a:cubicBezTo>
                      <a:cubicBezTo>
                        <a:pt x="909809" y="1513337"/>
                        <a:pt x="910453" y="1514620"/>
                        <a:pt x="912382" y="1511411"/>
                      </a:cubicBezTo>
                      <a:cubicBezTo>
                        <a:pt x="914312" y="1508202"/>
                        <a:pt x="917529" y="1503709"/>
                        <a:pt x="918172" y="1501142"/>
                      </a:cubicBezTo>
                      <a:cubicBezTo>
                        <a:pt x="918172" y="1498575"/>
                        <a:pt x="919458" y="1494724"/>
                        <a:pt x="921388" y="1492798"/>
                      </a:cubicBezTo>
                      <a:cubicBezTo>
                        <a:pt x="923961" y="1490873"/>
                        <a:pt x="929107" y="1488947"/>
                        <a:pt x="931681" y="1485738"/>
                      </a:cubicBezTo>
                      <a:cubicBezTo>
                        <a:pt x="934254" y="1482529"/>
                        <a:pt x="939400" y="1476753"/>
                        <a:pt x="940043" y="1472902"/>
                      </a:cubicBezTo>
                      <a:cubicBezTo>
                        <a:pt x="940686" y="1469051"/>
                        <a:pt x="940686" y="1467767"/>
                        <a:pt x="946476" y="1465200"/>
                      </a:cubicBezTo>
                      <a:cubicBezTo>
                        <a:pt x="952265" y="1462632"/>
                        <a:pt x="957411" y="1459423"/>
                        <a:pt x="959341" y="1458140"/>
                      </a:cubicBezTo>
                      <a:cubicBezTo>
                        <a:pt x="961271" y="1456856"/>
                        <a:pt x="967704" y="1456214"/>
                        <a:pt x="971563" y="1454289"/>
                      </a:cubicBezTo>
                      <a:cubicBezTo>
                        <a:pt x="975423" y="1452363"/>
                        <a:pt x="976710" y="1451721"/>
                        <a:pt x="979926" y="1453647"/>
                      </a:cubicBezTo>
                      <a:cubicBezTo>
                        <a:pt x="983142" y="1455572"/>
                        <a:pt x="991505" y="1457498"/>
                        <a:pt x="991505" y="1461349"/>
                      </a:cubicBezTo>
                      <a:cubicBezTo>
                        <a:pt x="992148" y="1465200"/>
                        <a:pt x="988932" y="1467767"/>
                        <a:pt x="988288" y="1470334"/>
                      </a:cubicBezTo>
                      <a:cubicBezTo>
                        <a:pt x="987002" y="1472902"/>
                        <a:pt x="987645" y="1474827"/>
                        <a:pt x="983142" y="1478678"/>
                      </a:cubicBezTo>
                      <a:cubicBezTo>
                        <a:pt x="979283" y="1482529"/>
                        <a:pt x="977353" y="1482529"/>
                        <a:pt x="975423" y="1485738"/>
                      </a:cubicBezTo>
                      <a:cubicBezTo>
                        <a:pt x="973493" y="1488947"/>
                        <a:pt x="975423" y="1490873"/>
                        <a:pt x="972207" y="1494082"/>
                      </a:cubicBezTo>
                      <a:cubicBezTo>
                        <a:pt x="968990" y="1497291"/>
                        <a:pt x="971563" y="1497933"/>
                        <a:pt x="970277" y="1507560"/>
                      </a:cubicBezTo>
                      <a:cubicBezTo>
                        <a:pt x="968990" y="1517188"/>
                        <a:pt x="973493" y="1521681"/>
                        <a:pt x="973493" y="1526173"/>
                      </a:cubicBezTo>
                      <a:cubicBezTo>
                        <a:pt x="973493" y="1530666"/>
                        <a:pt x="975423" y="1530666"/>
                        <a:pt x="977996" y="1535159"/>
                      </a:cubicBezTo>
                      <a:cubicBezTo>
                        <a:pt x="981213" y="1539652"/>
                        <a:pt x="980569" y="1539010"/>
                        <a:pt x="981213" y="1542861"/>
                      </a:cubicBezTo>
                      <a:cubicBezTo>
                        <a:pt x="981856" y="1545428"/>
                        <a:pt x="984429" y="1551204"/>
                        <a:pt x="987645" y="1555697"/>
                      </a:cubicBezTo>
                      <a:cubicBezTo>
                        <a:pt x="985715" y="1560832"/>
                        <a:pt x="984429" y="1566608"/>
                        <a:pt x="987002" y="1573668"/>
                      </a:cubicBezTo>
                      <a:cubicBezTo>
                        <a:pt x="990862" y="1583296"/>
                        <a:pt x="989575" y="1592281"/>
                        <a:pt x="997294" y="1595491"/>
                      </a:cubicBezTo>
                      <a:cubicBezTo>
                        <a:pt x="995364" y="1596774"/>
                        <a:pt x="992148" y="1601909"/>
                        <a:pt x="991505" y="1605118"/>
                      </a:cubicBezTo>
                      <a:cubicBezTo>
                        <a:pt x="990862" y="1609611"/>
                        <a:pt x="989575" y="1612820"/>
                        <a:pt x="989575" y="1618596"/>
                      </a:cubicBezTo>
                      <a:cubicBezTo>
                        <a:pt x="989575" y="1624373"/>
                        <a:pt x="988932" y="1623089"/>
                        <a:pt x="989575" y="1629507"/>
                      </a:cubicBezTo>
                      <a:cubicBezTo>
                        <a:pt x="990218" y="1636567"/>
                        <a:pt x="990218" y="1639135"/>
                        <a:pt x="993435" y="1637209"/>
                      </a:cubicBezTo>
                      <a:cubicBezTo>
                        <a:pt x="996651" y="1635926"/>
                        <a:pt x="1001797" y="1610252"/>
                        <a:pt x="1000511" y="1603192"/>
                      </a:cubicBezTo>
                      <a:cubicBezTo>
                        <a:pt x="1000511" y="1603192"/>
                        <a:pt x="1000511" y="1597416"/>
                        <a:pt x="999224" y="1595491"/>
                      </a:cubicBezTo>
                      <a:cubicBezTo>
                        <a:pt x="1008230" y="1598058"/>
                        <a:pt x="1016592" y="1592281"/>
                        <a:pt x="1016592" y="1583938"/>
                      </a:cubicBezTo>
                      <a:cubicBezTo>
                        <a:pt x="1016592" y="1582012"/>
                        <a:pt x="1016592" y="1579445"/>
                        <a:pt x="1016592" y="1576236"/>
                      </a:cubicBezTo>
                      <a:cubicBezTo>
                        <a:pt x="1017236" y="1576236"/>
                        <a:pt x="1017879" y="1576236"/>
                        <a:pt x="1018522" y="1576236"/>
                      </a:cubicBezTo>
                      <a:cubicBezTo>
                        <a:pt x="1024312" y="1575594"/>
                        <a:pt x="1024955" y="1572385"/>
                        <a:pt x="1026242" y="1568534"/>
                      </a:cubicBezTo>
                      <a:cubicBezTo>
                        <a:pt x="1027528" y="1564683"/>
                        <a:pt x="1024312" y="1565325"/>
                        <a:pt x="1025598" y="1563399"/>
                      </a:cubicBezTo>
                      <a:cubicBezTo>
                        <a:pt x="1026885" y="1561474"/>
                        <a:pt x="1029458" y="1562757"/>
                        <a:pt x="1031388" y="1558906"/>
                      </a:cubicBezTo>
                      <a:cubicBezTo>
                        <a:pt x="1033317" y="1555697"/>
                        <a:pt x="1033961" y="1553130"/>
                        <a:pt x="1035891" y="1549921"/>
                      </a:cubicBezTo>
                      <a:cubicBezTo>
                        <a:pt x="1037820" y="1546712"/>
                        <a:pt x="1037177" y="1535801"/>
                        <a:pt x="1037177" y="1531308"/>
                      </a:cubicBezTo>
                      <a:cubicBezTo>
                        <a:pt x="1037177" y="1526815"/>
                        <a:pt x="1036534" y="1522322"/>
                        <a:pt x="1036534" y="1515904"/>
                      </a:cubicBezTo>
                      <a:cubicBezTo>
                        <a:pt x="1036534" y="1509486"/>
                        <a:pt x="1034604" y="1501142"/>
                        <a:pt x="1033961" y="1496649"/>
                      </a:cubicBezTo>
                      <a:cubicBezTo>
                        <a:pt x="1033317" y="1492157"/>
                        <a:pt x="1028171" y="1479962"/>
                        <a:pt x="1024955" y="1476753"/>
                      </a:cubicBezTo>
                      <a:cubicBezTo>
                        <a:pt x="1021739" y="1474185"/>
                        <a:pt x="1017236" y="1469693"/>
                        <a:pt x="1014019" y="1467767"/>
                      </a:cubicBezTo>
                      <a:cubicBezTo>
                        <a:pt x="1010803" y="1465842"/>
                        <a:pt x="1007587" y="1465200"/>
                        <a:pt x="1006300" y="1461991"/>
                      </a:cubicBezTo>
                      <a:cubicBezTo>
                        <a:pt x="1005014" y="1458140"/>
                        <a:pt x="1011446" y="1449154"/>
                        <a:pt x="1007587" y="1442736"/>
                      </a:cubicBezTo>
                      <a:cubicBezTo>
                        <a:pt x="1006300" y="1440169"/>
                        <a:pt x="1005014" y="1438885"/>
                        <a:pt x="1003727" y="1438243"/>
                      </a:cubicBezTo>
                      <a:cubicBezTo>
                        <a:pt x="1004370" y="1431825"/>
                        <a:pt x="1005657" y="1426048"/>
                        <a:pt x="1005657" y="1410003"/>
                      </a:cubicBezTo>
                      <a:cubicBezTo>
                        <a:pt x="1005657" y="1384971"/>
                        <a:pt x="1000511" y="1383046"/>
                        <a:pt x="1005014" y="1370851"/>
                      </a:cubicBezTo>
                      <a:cubicBezTo>
                        <a:pt x="1009516" y="1358657"/>
                        <a:pt x="1011446" y="1345178"/>
                        <a:pt x="1010803" y="1338118"/>
                      </a:cubicBezTo>
                      <a:cubicBezTo>
                        <a:pt x="1010160" y="1331058"/>
                        <a:pt x="1019165" y="1327849"/>
                        <a:pt x="1020452" y="1316296"/>
                      </a:cubicBezTo>
                      <a:cubicBezTo>
                        <a:pt x="1021739" y="1304743"/>
                        <a:pt x="1022382" y="1298967"/>
                        <a:pt x="1024312" y="1293832"/>
                      </a:cubicBezTo>
                      <a:cubicBezTo>
                        <a:pt x="1026242" y="1288698"/>
                        <a:pt x="1026885" y="1274577"/>
                        <a:pt x="1030101" y="1270727"/>
                      </a:cubicBezTo>
                      <a:cubicBezTo>
                        <a:pt x="1033317" y="1266876"/>
                        <a:pt x="1035891" y="1273294"/>
                        <a:pt x="1036534" y="1263666"/>
                      </a:cubicBezTo>
                      <a:cubicBezTo>
                        <a:pt x="1037177" y="1254039"/>
                        <a:pt x="1042323" y="1239277"/>
                        <a:pt x="1042323" y="1235426"/>
                      </a:cubicBezTo>
                      <a:cubicBezTo>
                        <a:pt x="1042323" y="1232217"/>
                        <a:pt x="1043610" y="1221306"/>
                        <a:pt x="1043610" y="1207186"/>
                      </a:cubicBezTo>
                      <a:cubicBezTo>
                        <a:pt x="1044253" y="1207186"/>
                        <a:pt x="1044896" y="1207828"/>
                        <a:pt x="1046183" y="1209111"/>
                      </a:cubicBezTo>
                      <a:cubicBezTo>
                        <a:pt x="1049399" y="1212962"/>
                        <a:pt x="1054545" y="1217455"/>
                        <a:pt x="1056475" y="1218739"/>
                      </a:cubicBezTo>
                      <a:cubicBezTo>
                        <a:pt x="1057762" y="1220022"/>
                        <a:pt x="1062265" y="1219380"/>
                        <a:pt x="1062265" y="1223231"/>
                      </a:cubicBezTo>
                      <a:cubicBezTo>
                        <a:pt x="1062265" y="1227082"/>
                        <a:pt x="1058405" y="1230291"/>
                        <a:pt x="1057762" y="1234784"/>
                      </a:cubicBezTo>
                      <a:cubicBezTo>
                        <a:pt x="1057119" y="1239277"/>
                        <a:pt x="1057119" y="1237993"/>
                        <a:pt x="1059048" y="1242486"/>
                      </a:cubicBezTo>
                      <a:cubicBezTo>
                        <a:pt x="1060335" y="1246979"/>
                        <a:pt x="1062265" y="1247621"/>
                        <a:pt x="1064195" y="1252114"/>
                      </a:cubicBezTo>
                      <a:cubicBezTo>
                        <a:pt x="1065481" y="1255965"/>
                        <a:pt x="1064838" y="1260457"/>
                        <a:pt x="1062908" y="1263666"/>
                      </a:cubicBezTo>
                      <a:cubicBezTo>
                        <a:pt x="1060335" y="1266876"/>
                        <a:pt x="1057762" y="1268801"/>
                        <a:pt x="1057762" y="1275861"/>
                      </a:cubicBezTo>
                      <a:cubicBezTo>
                        <a:pt x="1057762" y="1282279"/>
                        <a:pt x="1060335" y="1290623"/>
                        <a:pt x="1072557" y="1291265"/>
                      </a:cubicBezTo>
                      <a:cubicBezTo>
                        <a:pt x="1084779" y="1291907"/>
                        <a:pt x="1087352" y="1285488"/>
                        <a:pt x="1087352" y="1277145"/>
                      </a:cubicBezTo>
                      <a:cubicBezTo>
                        <a:pt x="1087352" y="1268801"/>
                        <a:pt x="1084136" y="1265592"/>
                        <a:pt x="1085423" y="1262383"/>
                      </a:cubicBezTo>
                      <a:cubicBezTo>
                        <a:pt x="1086066" y="1259174"/>
                        <a:pt x="1087996" y="1258532"/>
                        <a:pt x="1089282" y="1258532"/>
                      </a:cubicBezTo>
                      <a:cubicBezTo>
                        <a:pt x="1090569" y="1258532"/>
                        <a:pt x="1094428" y="1256606"/>
                        <a:pt x="1093142" y="1254681"/>
                      </a:cubicBezTo>
                      <a:cubicBezTo>
                        <a:pt x="1092498" y="1252755"/>
                        <a:pt x="1091855" y="1249546"/>
                        <a:pt x="1091855" y="1246337"/>
                      </a:cubicBezTo>
                      <a:cubicBezTo>
                        <a:pt x="1091855" y="1243128"/>
                        <a:pt x="1092498" y="1232217"/>
                        <a:pt x="1091212" y="1229650"/>
                      </a:cubicBezTo>
                      <a:cubicBezTo>
                        <a:pt x="1089282" y="1227082"/>
                        <a:pt x="1089925" y="1226440"/>
                        <a:pt x="1086066" y="1223231"/>
                      </a:cubicBezTo>
                      <a:cubicBezTo>
                        <a:pt x="1082206" y="1220022"/>
                        <a:pt x="1079633" y="1216813"/>
                        <a:pt x="1081563" y="1214888"/>
                      </a:cubicBezTo>
                      <a:cubicBezTo>
                        <a:pt x="1082849" y="1212962"/>
                        <a:pt x="1087996" y="1207828"/>
                        <a:pt x="1087996" y="1205260"/>
                      </a:cubicBezTo>
                      <a:cubicBezTo>
                        <a:pt x="1087352" y="1202693"/>
                        <a:pt x="1087352" y="1196275"/>
                        <a:pt x="1088639" y="1193066"/>
                      </a:cubicBezTo>
                      <a:cubicBezTo>
                        <a:pt x="1089925" y="1189856"/>
                        <a:pt x="1096358" y="1191140"/>
                        <a:pt x="1097645" y="1192424"/>
                      </a:cubicBezTo>
                      <a:cubicBezTo>
                        <a:pt x="1098931" y="1193707"/>
                        <a:pt x="1108580" y="1195633"/>
                        <a:pt x="1110510" y="1197558"/>
                      </a:cubicBezTo>
                      <a:cubicBezTo>
                        <a:pt x="1113083" y="1199484"/>
                        <a:pt x="1115013" y="1200126"/>
                        <a:pt x="1114370" y="1203335"/>
                      </a:cubicBezTo>
                      <a:cubicBezTo>
                        <a:pt x="1114370" y="1206544"/>
                        <a:pt x="1113083" y="1207186"/>
                        <a:pt x="1115013" y="1211678"/>
                      </a:cubicBezTo>
                      <a:cubicBezTo>
                        <a:pt x="1116943" y="1216171"/>
                        <a:pt x="1120159" y="1219380"/>
                        <a:pt x="1127878" y="1227082"/>
                      </a:cubicBezTo>
                      <a:cubicBezTo>
                        <a:pt x="1135598" y="1234142"/>
                        <a:pt x="1137527" y="1237993"/>
                        <a:pt x="1142030" y="1239919"/>
                      </a:cubicBezTo>
                      <a:cubicBezTo>
                        <a:pt x="1146533" y="1241844"/>
                        <a:pt x="1154896" y="1246337"/>
                        <a:pt x="1154896" y="1252114"/>
                      </a:cubicBezTo>
                      <a:cubicBezTo>
                        <a:pt x="1155539" y="1257890"/>
                        <a:pt x="1151680" y="1262383"/>
                        <a:pt x="1149750" y="1263666"/>
                      </a:cubicBezTo>
                      <a:cubicBezTo>
                        <a:pt x="1147820" y="1265592"/>
                        <a:pt x="1146533" y="1264308"/>
                        <a:pt x="1147820" y="1268159"/>
                      </a:cubicBezTo>
                      <a:cubicBezTo>
                        <a:pt x="1149106" y="1272010"/>
                        <a:pt x="1149106" y="1275861"/>
                        <a:pt x="1149750" y="1279712"/>
                      </a:cubicBezTo>
                      <a:cubicBezTo>
                        <a:pt x="1150393" y="1283563"/>
                        <a:pt x="1151036" y="1285488"/>
                        <a:pt x="1156182" y="1286130"/>
                      </a:cubicBezTo>
                      <a:cubicBezTo>
                        <a:pt x="1161329" y="1286772"/>
                        <a:pt x="1167761" y="1285488"/>
                        <a:pt x="1171621" y="1286772"/>
                      </a:cubicBezTo>
                      <a:cubicBezTo>
                        <a:pt x="1176124" y="1287414"/>
                        <a:pt x="1176124" y="1288698"/>
                        <a:pt x="1176124" y="1291265"/>
                      </a:cubicBezTo>
                      <a:cubicBezTo>
                        <a:pt x="1176124" y="1293832"/>
                        <a:pt x="1175481" y="1296400"/>
                        <a:pt x="1177410" y="1298325"/>
                      </a:cubicBezTo>
                      <a:cubicBezTo>
                        <a:pt x="1179340" y="1300250"/>
                        <a:pt x="1181270" y="1298967"/>
                        <a:pt x="1183200" y="1300250"/>
                      </a:cubicBezTo>
                      <a:cubicBezTo>
                        <a:pt x="1185130" y="1302176"/>
                        <a:pt x="1186416" y="1300892"/>
                        <a:pt x="1186416" y="1307311"/>
                      </a:cubicBezTo>
                      <a:cubicBezTo>
                        <a:pt x="1186416" y="1313087"/>
                        <a:pt x="1188346" y="1316938"/>
                        <a:pt x="1188346" y="1320147"/>
                      </a:cubicBezTo>
                      <a:cubicBezTo>
                        <a:pt x="1188346" y="1323356"/>
                        <a:pt x="1188989" y="1326565"/>
                        <a:pt x="1185130" y="1327849"/>
                      </a:cubicBezTo>
                      <a:cubicBezTo>
                        <a:pt x="1181270" y="1329133"/>
                        <a:pt x="1178697" y="1327207"/>
                        <a:pt x="1176767" y="1331058"/>
                      </a:cubicBezTo>
                      <a:cubicBezTo>
                        <a:pt x="1174837" y="1334909"/>
                        <a:pt x="1175481" y="1340686"/>
                        <a:pt x="1171621" y="1340686"/>
                      </a:cubicBezTo>
                      <a:cubicBezTo>
                        <a:pt x="1167761" y="1340686"/>
                        <a:pt x="1165831" y="1338118"/>
                        <a:pt x="1163258" y="1337476"/>
                      </a:cubicBezTo>
                      <a:cubicBezTo>
                        <a:pt x="1160685" y="1336193"/>
                        <a:pt x="1159399" y="1332984"/>
                        <a:pt x="1157469" y="1334909"/>
                      </a:cubicBezTo>
                      <a:cubicBezTo>
                        <a:pt x="1155539" y="1336835"/>
                        <a:pt x="1155539" y="1337476"/>
                        <a:pt x="1151680" y="1338118"/>
                      </a:cubicBezTo>
                      <a:cubicBezTo>
                        <a:pt x="1147820" y="1338760"/>
                        <a:pt x="1145890" y="1340044"/>
                        <a:pt x="1143317" y="1341969"/>
                      </a:cubicBezTo>
                      <a:cubicBezTo>
                        <a:pt x="1140744" y="1343895"/>
                        <a:pt x="1136884" y="1347104"/>
                        <a:pt x="1136884" y="1354806"/>
                      </a:cubicBezTo>
                      <a:cubicBezTo>
                        <a:pt x="1136884" y="1363149"/>
                        <a:pt x="1136884" y="1365717"/>
                        <a:pt x="1136884" y="1370210"/>
                      </a:cubicBezTo>
                      <a:cubicBezTo>
                        <a:pt x="1136884" y="1374702"/>
                        <a:pt x="1136884" y="1383046"/>
                        <a:pt x="1138171" y="1384330"/>
                      </a:cubicBezTo>
                      <a:cubicBezTo>
                        <a:pt x="1139457" y="1385613"/>
                        <a:pt x="1142030" y="1383688"/>
                        <a:pt x="1143960" y="1383688"/>
                      </a:cubicBezTo>
                      <a:cubicBezTo>
                        <a:pt x="1146533" y="1383046"/>
                        <a:pt x="1148463" y="1381762"/>
                        <a:pt x="1150393" y="1384971"/>
                      </a:cubicBezTo>
                      <a:cubicBezTo>
                        <a:pt x="1152323" y="1388181"/>
                        <a:pt x="1157469" y="1390748"/>
                        <a:pt x="1160042" y="1396524"/>
                      </a:cubicBezTo>
                      <a:cubicBezTo>
                        <a:pt x="1163258" y="1402301"/>
                        <a:pt x="1166475" y="1404868"/>
                        <a:pt x="1168405" y="1408077"/>
                      </a:cubicBezTo>
                      <a:cubicBezTo>
                        <a:pt x="1170334" y="1410645"/>
                        <a:pt x="1170978" y="1414496"/>
                        <a:pt x="1173551" y="1417063"/>
                      </a:cubicBezTo>
                      <a:cubicBezTo>
                        <a:pt x="1176124" y="1419630"/>
                        <a:pt x="1174837" y="1418988"/>
                        <a:pt x="1180627" y="1420914"/>
                      </a:cubicBezTo>
                      <a:cubicBezTo>
                        <a:pt x="1186416" y="1422839"/>
                        <a:pt x="1187059" y="1424123"/>
                        <a:pt x="1189633" y="1428616"/>
                      </a:cubicBezTo>
                      <a:cubicBezTo>
                        <a:pt x="1192206" y="1433108"/>
                        <a:pt x="1197995" y="1437601"/>
                        <a:pt x="1201211" y="1434392"/>
                      </a:cubicBezTo>
                      <a:cubicBezTo>
                        <a:pt x="1204428" y="1430541"/>
                        <a:pt x="1205714" y="1430541"/>
                        <a:pt x="1204428" y="1424765"/>
                      </a:cubicBezTo>
                      <a:cubicBezTo>
                        <a:pt x="1202498" y="1418988"/>
                        <a:pt x="1201211" y="1417063"/>
                        <a:pt x="1203784" y="1410003"/>
                      </a:cubicBezTo>
                      <a:cubicBezTo>
                        <a:pt x="1206358" y="1403585"/>
                        <a:pt x="1210217" y="1402943"/>
                        <a:pt x="1215363" y="1404226"/>
                      </a:cubicBezTo>
                      <a:cubicBezTo>
                        <a:pt x="1220510" y="1405510"/>
                        <a:pt x="1221153" y="1408719"/>
                        <a:pt x="1221796" y="1406152"/>
                      </a:cubicBezTo>
                      <a:cubicBezTo>
                        <a:pt x="1223083" y="1403585"/>
                        <a:pt x="1223726" y="1400375"/>
                        <a:pt x="1225656" y="1397166"/>
                      </a:cubicBezTo>
                      <a:cubicBezTo>
                        <a:pt x="1227586" y="1393957"/>
                        <a:pt x="1228229" y="1392032"/>
                        <a:pt x="1233375" y="1390748"/>
                      </a:cubicBezTo>
                      <a:cubicBezTo>
                        <a:pt x="1238521" y="1389464"/>
                        <a:pt x="1241738" y="1391390"/>
                        <a:pt x="1242381" y="1386255"/>
                      </a:cubicBezTo>
                      <a:cubicBezTo>
                        <a:pt x="1243667" y="1381121"/>
                        <a:pt x="1243024" y="1376628"/>
                        <a:pt x="1243024" y="1370851"/>
                      </a:cubicBezTo>
                      <a:cubicBezTo>
                        <a:pt x="1243024" y="1365075"/>
                        <a:pt x="1243024" y="1363149"/>
                        <a:pt x="1244311" y="1359940"/>
                      </a:cubicBezTo>
                      <a:cubicBezTo>
                        <a:pt x="1245597" y="1356731"/>
                        <a:pt x="1246240" y="1354806"/>
                        <a:pt x="1245597" y="1350955"/>
                      </a:cubicBezTo>
                      <a:cubicBezTo>
                        <a:pt x="1244954" y="1347104"/>
                        <a:pt x="1244954" y="1334909"/>
                        <a:pt x="1247527" y="1332342"/>
                      </a:cubicBezTo>
                      <a:cubicBezTo>
                        <a:pt x="1250100" y="1329775"/>
                        <a:pt x="1250743" y="1329775"/>
                        <a:pt x="1252030" y="1332342"/>
                      </a:cubicBezTo>
                      <a:cubicBezTo>
                        <a:pt x="1253316" y="1334909"/>
                        <a:pt x="1252673" y="1341327"/>
                        <a:pt x="1255246" y="1340686"/>
                      </a:cubicBezTo>
                      <a:cubicBezTo>
                        <a:pt x="1257819" y="1340044"/>
                        <a:pt x="1255890" y="1335551"/>
                        <a:pt x="1254603" y="1332984"/>
                      </a:cubicBezTo>
                      <a:cubicBezTo>
                        <a:pt x="1253316" y="1330416"/>
                        <a:pt x="1252673" y="1328491"/>
                        <a:pt x="1252673" y="1324640"/>
                      </a:cubicBezTo>
                      <a:cubicBezTo>
                        <a:pt x="1252673" y="1320789"/>
                        <a:pt x="1254603" y="1320789"/>
                        <a:pt x="1256533" y="1317580"/>
                      </a:cubicBezTo>
                      <a:cubicBezTo>
                        <a:pt x="1258463" y="1314371"/>
                        <a:pt x="1260392" y="1306027"/>
                        <a:pt x="1258463" y="1304101"/>
                      </a:cubicBezTo>
                      <a:cubicBezTo>
                        <a:pt x="1256533" y="1302176"/>
                        <a:pt x="1254603" y="1302176"/>
                        <a:pt x="1252030" y="1300250"/>
                      </a:cubicBezTo>
                      <a:cubicBezTo>
                        <a:pt x="1249457" y="1298325"/>
                        <a:pt x="1250100" y="1295758"/>
                        <a:pt x="1247527" y="1293190"/>
                      </a:cubicBezTo>
                      <a:cubicBezTo>
                        <a:pt x="1245597" y="1289981"/>
                        <a:pt x="1246884" y="1289339"/>
                        <a:pt x="1242381" y="1286772"/>
                      </a:cubicBezTo>
                      <a:cubicBezTo>
                        <a:pt x="1237878" y="1284205"/>
                        <a:pt x="1237878" y="1277145"/>
                        <a:pt x="1238521" y="1272652"/>
                      </a:cubicBezTo>
                      <a:cubicBezTo>
                        <a:pt x="1239164" y="1268159"/>
                        <a:pt x="1240451" y="1264308"/>
                        <a:pt x="1243024" y="1268159"/>
                      </a:cubicBezTo>
                      <a:cubicBezTo>
                        <a:pt x="1245597" y="1272010"/>
                        <a:pt x="1246240" y="1273936"/>
                        <a:pt x="1248170" y="1275219"/>
                      </a:cubicBezTo>
                      <a:cubicBezTo>
                        <a:pt x="1250100" y="1275861"/>
                        <a:pt x="1250743" y="1274577"/>
                        <a:pt x="1250743" y="1272010"/>
                      </a:cubicBezTo>
                      <a:cubicBezTo>
                        <a:pt x="1250743" y="1269443"/>
                        <a:pt x="1251387" y="1268159"/>
                        <a:pt x="1254603" y="1269443"/>
                      </a:cubicBezTo>
                      <a:cubicBezTo>
                        <a:pt x="1257819" y="1270727"/>
                        <a:pt x="1257819" y="1272652"/>
                        <a:pt x="1257176" y="1275861"/>
                      </a:cubicBezTo>
                      <a:cubicBezTo>
                        <a:pt x="1256533" y="1279070"/>
                        <a:pt x="1255890" y="1286772"/>
                        <a:pt x="1259749" y="1284205"/>
                      </a:cubicBezTo>
                      <a:cubicBezTo>
                        <a:pt x="1263609" y="1281638"/>
                        <a:pt x="1261679" y="1277787"/>
                        <a:pt x="1260392" y="1273294"/>
                      </a:cubicBezTo>
                      <a:cubicBezTo>
                        <a:pt x="1259749" y="1268801"/>
                        <a:pt x="1262322" y="1263666"/>
                        <a:pt x="1261036" y="1259815"/>
                      </a:cubicBezTo>
                      <a:cubicBezTo>
                        <a:pt x="1259749" y="1256606"/>
                        <a:pt x="1259749" y="1248904"/>
                        <a:pt x="1264895" y="1250188"/>
                      </a:cubicBezTo>
                      <a:cubicBezTo>
                        <a:pt x="1270041" y="1251472"/>
                        <a:pt x="1269398" y="1254039"/>
                        <a:pt x="1270685" y="1255965"/>
                      </a:cubicBezTo>
                      <a:cubicBezTo>
                        <a:pt x="1272615" y="1257890"/>
                        <a:pt x="1275188" y="1254039"/>
                        <a:pt x="1275831" y="1253397"/>
                      </a:cubicBezTo>
                      <a:cubicBezTo>
                        <a:pt x="1276474" y="1253397"/>
                        <a:pt x="1276474" y="1248904"/>
                        <a:pt x="1276474" y="1247621"/>
                      </a:cubicBezTo>
                      <a:cubicBezTo>
                        <a:pt x="1276474" y="1246337"/>
                        <a:pt x="1275831" y="1246337"/>
                        <a:pt x="1277761" y="1241844"/>
                      </a:cubicBezTo>
                      <a:cubicBezTo>
                        <a:pt x="1279691" y="1237993"/>
                        <a:pt x="1281620" y="1236068"/>
                        <a:pt x="1280334" y="1234784"/>
                      </a:cubicBezTo>
                      <a:cubicBezTo>
                        <a:pt x="1279047" y="1233501"/>
                        <a:pt x="1278404" y="1232859"/>
                        <a:pt x="1276474" y="1230933"/>
                      </a:cubicBezTo>
                      <a:cubicBezTo>
                        <a:pt x="1274544" y="1229008"/>
                        <a:pt x="1273258" y="1229008"/>
                        <a:pt x="1273258" y="1225799"/>
                      </a:cubicBezTo>
                      <a:cubicBezTo>
                        <a:pt x="1273258" y="1222590"/>
                        <a:pt x="1273901" y="1222590"/>
                        <a:pt x="1273901" y="1218739"/>
                      </a:cubicBezTo>
                      <a:cubicBezTo>
                        <a:pt x="1274544" y="1214888"/>
                        <a:pt x="1271328" y="1213604"/>
                        <a:pt x="1275188" y="1211678"/>
                      </a:cubicBezTo>
                      <a:cubicBezTo>
                        <a:pt x="1279047" y="1209753"/>
                        <a:pt x="1279047" y="1211678"/>
                        <a:pt x="1280977" y="1209753"/>
                      </a:cubicBezTo>
                      <a:cubicBezTo>
                        <a:pt x="1282907" y="1207828"/>
                        <a:pt x="1283550" y="1210395"/>
                        <a:pt x="1285480" y="1208469"/>
                      </a:cubicBezTo>
                      <a:cubicBezTo>
                        <a:pt x="1288053" y="1206544"/>
                        <a:pt x="1288053" y="1203335"/>
                        <a:pt x="1289340" y="1201409"/>
                      </a:cubicBezTo>
                      <a:cubicBezTo>
                        <a:pt x="1290626" y="1199484"/>
                        <a:pt x="1293843" y="1193066"/>
                        <a:pt x="1297702" y="1193066"/>
                      </a:cubicBezTo>
                      <a:cubicBezTo>
                        <a:pt x="1301562" y="1193066"/>
                        <a:pt x="1301562" y="1196917"/>
                        <a:pt x="1303492" y="1193066"/>
                      </a:cubicBezTo>
                      <a:cubicBezTo>
                        <a:pt x="1305421" y="1189215"/>
                        <a:pt x="1307351" y="1186005"/>
                        <a:pt x="1307351" y="1183438"/>
                      </a:cubicBezTo>
                      <a:cubicBezTo>
                        <a:pt x="1307351" y="1180229"/>
                        <a:pt x="1307994" y="1177662"/>
                        <a:pt x="1306708" y="1173811"/>
                      </a:cubicBezTo>
                      <a:cubicBezTo>
                        <a:pt x="1305421" y="1169960"/>
                        <a:pt x="1304778" y="1164825"/>
                        <a:pt x="1303492" y="1162900"/>
                      </a:cubicBezTo>
                      <a:cubicBezTo>
                        <a:pt x="1302205" y="1160974"/>
                        <a:pt x="1300275" y="1156481"/>
                        <a:pt x="1300919" y="1154556"/>
                      </a:cubicBezTo>
                      <a:cubicBezTo>
                        <a:pt x="1301562" y="1152630"/>
                        <a:pt x="1305421" y="1151989"/>
                        <a:pt x="1306065" y="1153272"/>
                      </a:cubicBezTo>
                      <a:cubicBezTo>
                        <a:pt x="1306708" y="1154556"/>
                        <a:pt x="1307351" y="1157765"/>
                        <a:pt x="1309924" y="1155840"/>
                      </a:cubicBezTo>
                      <a:cubicBezTo>
                        <a:pt x="1309924" y="1155840"/>
                        <a:pt x="1313784" y="1150063"/>
                        <a:pt x="1312497" y="1143645"/>
                      </a:cubicBezTo>
                      <a:cubicBezTo>
                        <a:pt x="1311854" y="1137227"/>
                        <a:pt x="1309924" y="1135943"/>
                        <a:pt x="1307994" y="1132734"/>
                      </a:cubicBezTo>
                      <a:cubicBezTo>
                        <a:pt x="1306065" y="1129525"/>
                        <a:pt x="1306708" y="1126957"/>
                        <a:pt x="1305421" y="1124390"/>
                      </a:cubicBezTo>
                      <a:cubicBezTo>
                        <a:pt x="1304135" y="1121181"/>
                        <a:pt x="1303492" y="1121181"/>
                        <a:pt x="1301562" y="1119897"/>
                      </a:cubicBezTo>
                      <a:cubicBezTo>
                        <a:pt x="1299632" y="1118614"/>
                        <a:pt x="1298345" y="1113479"/>
                        <a:pt x="1297702" y="1109628"/>
                      </a:cubicBezTo>
                      <a:cubicBezTo>
                        <a:pt x="1297059" y="1106419"/>
                        <a:pt x="1296416" y="1105135"/>
                        <a:pt x="1294486" y="1104494"/>
                      </a:cubicBezTo>
                      <a:cubicBezTo>
                        <a:pt x="1292556" y="1103210"/>
                        <a:pt x="1289983" y="1101926"/>
                        <a:pt x="1288053" y="1098075"/>
                      </a:cubicBezTo>
                      <a:cubicBezTo>
                        <a:pt x="1286123" y="1094224"/>
                        <a:pt x="1283550" y="1090373"/>
                        <a:pt x="1281620" y="1087164"/>
                      </a:cubicBezTo>
                      <a:cubicBezTo>
                        <a:pt x="1280334" y="1083955"/>
                        <a:pt x="1277118" y="1081388"/>
                        <a:pt x="1275831" y="1078179"/>
                      </a:cubicBezTo>
                      <a:cubicBezTo>
                        <a:pt x="1274544" y="1074970"/>
                        <a:pt x="1271971" y="1074970"/>
                        <a:pt x="1273901" y="1069835"/>
                      </a:cubicBezTo>
                      <a:cubicBezTo>
                        <a:pt x="1275831" y="1064058"/>
                        <a:pt x="1274544" y="1062133"/>
                        <a:pt x="1275188" y="1059566"/>
                      </a:cubicBezTo>
                      <a:cubicBezTo>
                        <a:pt x="1275188" y="1056998"/>
                        <a:pt x="1272615" y="1055715"/>
                        <a:pt x="1271971" y="1053147"/>
                      </a:cubicBezTo>
                      <a:cubicBezTo>
                        <a:pt x="1271328" y="1050580"/>
                        <a:pt x="1270685" y="1047371"/>
                        <a:pt x="1271328" y="1041595"/>
                      </a:cubicBezTo>
                      <a:cubicBezTo>
                        <a:pt x="1271971" y="1035818"/>
                        <a:pt x="1283550" y="1042878"/>
                        <a:pt x="1279047" y="1035176"/>
                      </a:cubicBezTo>
                      <a:cubicBezTo>
                        <a:pt x="1274544" y="1027474"/>
                        <a:pt x="1270685" y="1024907"/>
                        <a:pt x="1273901" y="1021698"/>
                      </a:cubicBezTo>
                      <a:cubicBezTo>
                        <a:pt x="1277118" y="1019131"/>
                        <a:pt x="1290626" y="1006294"/>
                        <a:pt x="1292556" y="1002443"/>
                      </a:cubicBezTo>
                      <a:cubicBezTo>
                        <a:pt x="1294486" y="998592"/>
                        <a:pt x="1302205" y="990248"/>
                        <a:pt x="1303492" y="988323"/>
                      </a:cubicBezTo>
                      <a:cubicBezTo>
                        <a:pt x="1304778" y="986398"/>
                        <a:pt x="1309281" y="981905"/>
                        <a:pt x="1313141" y="975487"/>
                      </a:cubicBezTo>
                      <a:cubicBezTo>
                        <a:pt x="1317000" y="969068"/>
                        <a:pt x="1318930" y="964575"/>
                        <a:pt x="1320860" y="953023"/>
                      </a:cubicBezTo>
                      <a:cubicBezTo>
                        <a:pt x="1323433" y="941470"/>
                        <a:pt x="1323433" y="931200"/>
                        <a:pt x="1318930" y="925424"/>
                      </a:cubicBezTo>
                      <a:cubicBezTo>
                        <a:pt x="1314427" y="920289"/>
                        <a:pt x="1314427" y="918364"/>
                        <a:pt x="1311211" y="920931"/>
                      </a:cubicBezTo>
                      <a:cubicBezTo>
                        <a:pt x="1307994" y="923499"/>
                        <a:pt x="1302205" y="926066"/>
                        <a:pt x="1298345" y="928633"/>
                      </a:cubicBezTo>
                      <a:cubicBezTo>
                        <a:pt x="1294486" y="930559"/>
                        <a:pt x="1291913" y="931842"/>
                        <a:pt x="1288696" y="935051"/>
                      </a:cubicBezTo>
                      <a:cubicBezTo>
                        <a:pt x="1285480" y="938261"/>
                        <a:pt x="1283550" y="940186"/>
                        <a:pt x="1281620" y="941470"/>
                      </a:cubicBezTo>
                      <a:cubicBezTo>
                        <a:pt x="1279691" y="942753"/>
                        <a:pt x="1279691" y="943395"/>
                        <a:pt x="1278404" y="946604"/>
                      </a:cubicBezTo>
                      <a:cubicBezTo>
                        <a:pt x="1277118" y="949813"/>
                        <a:pt x="1276474" y="953023"/>
                        <a:pt x="1275188" y="954948"/>
                      </a:cubicBezTo>
                      <a:cubicBezTo>
                        <a:pt x="1273901" y="956873"/>
                        <a:pt x="1270685" y="958157"/>
                        <a:pt x="1270041" y="960083"/>
                      </a:cubicBezTo>
                      <a:cubicBezTo>
                        <a:pt x="1269398" y="962008"/>
                        <a:pt x="1270685" y="965217"/>
                        <a:pt x="1268112" y="969068"/>
                      </a:cubicBezTo>
                      <a:cubicBezTo>
                        <a:pt x="1265539" y="973561"/>
                        <a:pt x="1266182" y="976128"/>
                        <a:pt x="1265539" y="978054"/>
                      </a:cubicBezTo>
                      <a:cubicBezTo>
                        <a:pt x="1264895" y="979979"/>
                        <a:pt x="1259749" y="980621"/>
                        <a:pt x="1259106" y="975487"/>
                      </a:cubicBezTo>
                      <a:cubicBezTo>
                        <a:pt x="1258463" y="970352"/>
                        <a:pt x="1259749" y="967143"/>
                        <a:pt x="1261679" y="964575"/>
                      </a:cubicBezTo>
                      <a:cubicBezTo>
                        <a:pt x="1263609" y="962008"/>
                        <a:pt x="1267468" y="960083"/>
                        <a:pt x="1267468" y="956873"/>
                      </a:cubicBezTo>
                      <a:cubicBezTo>
                        <a:pt x="1267468" y="953023"/>
                        <a:pt x="1264252" y="948530"/>
                        <a:pt x="1264895" y="945962"/>
                      </a:cubicBezTo>
                      <a:cubicBezTo>
                        <a:pt x="1265539" y="943395"/>
                        <a:pt x="1273258" y="941470"/>
                        <a:pt x="1275188" y="940828"/>
                      </a:cubicBezTo>
                      <a:cubicBezTo>
                        <a:pt x="1277118" y="940186"/>
                        <a:pt x="1275831" y="935693"/>
                        <a:pt x="1275188" y="929917"/>
                      </a:cubicBezTo>
                      <a:cubicBezTo>
                        <a:pt x="1273901" y="923499"/>
                        <a:pt x="1271971" y="921573"/>
                        <a:pt x="1275188" y="920931"/>
                      </a:cubicBezTo>
                      <a:cubicBezTo>
                        <a:pt x="1278404" y="920289"/>
                        <a:pt x="1279691" y="918364"/>
                        <a:pt x="1279691" y="916438"/>
                      </a:cubicBezTo>
                      <a:cubicBezTo>
                        <a:pt x="1279691" y="914513"/>
                        <a:pt x="1276474" y="913871"/>
                        <a:pt x="1278404" y="910662"/>
                      </a:cubicBezTo>
                      <a:cubicBezTo>
                        <a:pt x="1280334" y="908095"/>
                        <a:pt x="1285480" y="904244"/>
                        <a:pt x="1285480" y="902960"/>
                      </a:cubicBezTo>
                      <a:cubicBezTo>
                        <a:pt x="1285480" y="901677"/>
                        <a:pt x="1284837" y="901035"/>
                        <a:pt x="1280977" y="901035"/>
                      </a:cubicBezTo>
                      <a:cubicBezTo>
                        <a:pt x="1276474" y="900393"/>
                        <a:pt x="1273901" y="900393"/>
                        <a:pt x="1273901" y="895900"/>
                      </a:cubicBezTo>
                      <a:cubicBezTo>
                        <a:pt x="1273901" y="891407"/>
                        <a:pt x="1275831" y="887556"/>
                        <a:pt x="1277118" y="886273"/>
                      </a:cubicBezTo>
                      <a:cubicBezTo>
                        <a:pt x="1278404" y="884989"/>
                        <a:pt x="1281620" y="881780"/>
                        <a:pt x="1278404" y="881780"/>
                      </a:cubicBezTo>
                      <a:cubicBezTo>
                        <a:pt x="1275188" y="881780"/>
                        <a:pt x="1273258" y="882422"/>
                        <a:pt x="1271971" y="881780"/>
                      </a:cubicBezTo>
                      <a:cubicBezTo>
                        <a:pt x="1270685" y="881138"/>
                        <a:pt x="1272615" y="877287"/>
                        <a:pt x="1275831" y="876003"/>
                      </a:cubicBezTo>
                      <a:cubicBezTo>
                        <a:pt x="1279691" y="874720"/>
                        <a:pt x="1277118" y="870227"/>
                        <a:pt x="1275188" y="870869"/>
                      </a:cubicBezTo>
                      <a:cubicBezTo>
                        <a:pt x="1272615" y="871511"/>
                        <a:pt x="1271328" y="873436"/>
                        <a:pt x="1268755" y="871511"/>
                      </a:cubicBezTo>
                      <a:cubicBezTo>
                        <a:pt x="1265539" y="869585"/>
                        <a:pt x="1261036" y="867660"/>
                        <a:pt x="1263609" y="865092"/>
                      </a:cubicBezTo>
                      <a:cubicBezTo>
                        <a:pt x="1265539" y="862525"/>
                        <a:pt x="1268112" y="858032"/>
                        <a:pt x="1270041" y="856107"/>
                      </a:cubicBezTo>
                      <a:cubicBezTo>
                        <a:pt x="1271971" y="853540"/>
                        <a:pt x="1271971" y="856749"/>
                        <a:pt x="1274544" y="857390"/>
                      </a:cubicBezTo>
                      <a:cubicBezTo>
                        <a:pt x="1276474" y="858032"/>
                        <a:pt x="1277118" y="857390"/>
                        <a:pt x="1280977" y="857390"/>
                      </a:cubicBezTo>
                      <a:cubicBezTo>
                        <a:pt x="1286123" y="869585"/>
                        <a:pt x="1292556" y="883705"/>
                        <a:pt x="1298989" y="888840"/>
                      </a:cubicBezTo>
                      <a:cubicBezTo>
                        <a:pt x="1301562" y="891407"/>
                        <a:pt x="1304778" y="894616"/>
                        <a:pt x="1307994" y="897826"/>
                      </a:cubicBezTo>
                      <a:cubicBezTo>
                        <a:pt x="1307351" y="898467"/>
                        <a:pt x="1307351" y="899751"/>
                        <a:pt x="1307351" y="899751"/>
                      </a:cubicBezTo>
                      <a:cubicBezTo>
                        <a:pt x="1307351" y="901035"/>
                        <a:pt x="1308638" y="903602"/>
                        <a:pt x="1309924" y="904886"/>
                      </a:cubicBezTo>
                      <a:cubicBezTo>
                        <a:pt x="1310568" y="906169"/>
                        <a:pt x="1313784" y="907453"/>
                        <a:pt x="1316357" y="907453"/>
                      </a:cubicBezTo>
                      <a:cubicBezTo>
                        <a:pt x="1318930" y="910662"/>
                        <a:pt x="1321503" y="913871"/>
                        <a:pt x="1322790" y="916438"/>
                      </a:cubicBezTo>
                      <a:cubicBezTo>
                        <a:pt x="1326649" y="922857"/>
                        <a:pt x="1338872" y="933768"/>
                        <a:pt x="1340158" y="939544"/>
                      </a:cubicBezTo>
                      <a:cubicBezTo>
                        <a:pt x="1340801" y="945321"/>
                        <a:pt x="1340158" y="963934"/>
                        <a:pt x="1348521" y="968426"/>
                      </a:cubicBezTo>
                      <a:cubicBezTo>
                        <a:pt x="1356883" y="972919"/>
                        <a:pt x="1374895" y="972277"/>
                        <a:pt x="1376181" y="957515"/>
                      </a:cubicBezTo>
                      <a:cubicBezTo>
                        <a:pt x="1377468" y="942753"/>
                        <a:pt x="1370392" y="932484"/>
                        <a:pt x="1365246" y="917722"/>
                      </a:cubicBezTo>
                      <a:cubicBezTo>
                        <a:pt x="1359456" y="902960"/>
                        <a:pt x="1353024" y="884347"/>
                        <a:pt x="1348521" y="872152"/>
                      </a:cubicBezTo>
                      <a:cubicBezTo>
                        <a:pt x="1344018" y="860600"/>
                        <a:pt x="1338228" y="854823"/>
                        <a:pt x="1333725" y="846479"/>
                      </a:cubicBezTo>
                      <a:cubicBezTo>
                        <a:pt x="1329866" y="838778"/>
                        <a:pt x="1326006" y="833643"/>
                        <a:pt x="1319573" y="827867"/>
                      </a:cubicBezTo>
                      <a:cubicBezTo>
                        <a:pt x="1322790" y="824657"/>
                        <a:pt x="1325363" y="821448"/>
                        <a:pt x="1322790" y="818239"/>
                      </a:cubicBezTo>
                      <a:cubicBezTo>
                        <a:pt x="1318930" y="813104"/>
                        <a:pt x="1317644" y="810537"/>
                        <a:pt x="1313141" y="809895"/>
                      </a:cubicBezTo>
                      <a:cubicBezTo>
                        <a:pt x="1313141" y="806044"/>
                        <a:pt x="1313141" y="801552"/>
                        <a:pt x="1311854" y="796417"/>
                      </a:cubicBezTo>
                      <a:cubicBezTo>
                        <a:pt x="1309924" y="788073"/>
                        <a:pt x="1307994" y="779088"/>
                        <a:pt x="1306708" y="772669"/>
                      </a:cubicBezTo>
                      <a:cubicBezTo>
                        <a:pt x="1307994" y="771386"/>
                        <a:pt x="1308638" y="769460"/>
                        <a:pt x="1307994" y="767535"/>
                      </a:cubicBezTo>
                      <a:cubicBezTo>
                        <a:pt x="1306065" y="762400"/>
                        <a:pt x="1300919" y="750847"/>
                        <a:pt x="1294486" y="743145"/>
                      </a:cubicBezTo>
                      <a:cubicBezTo>
                        <a:pt x="1288053" y="735444"/>
                        <a:pt x="1279691" y="718756"/>
                        <a:pt x="1273901" y="716831"/>
                      </a:cubicBezTo>
                      <a:cubicBezTo>
                        <a:pt x="1268112" y="714905"/>
                        <a:pt x="1259749" y="709770"/>
                        <a:pt x="1251387" y="706561"/>
                      </a:cubicBezTo>
                      <a:cubicBezTo>
                        <a:pt x="1249457" y="705920"/>
                        <a:pt x="1247527" y="705278"/>
                        <a:pt x="1245597" y="703994"/>
                      </a:cubicBezTo>
                      <a:cubicBezTo>
                        <a:pt x="1253960" y="699501"/>
                        <a:pt x="1262322" y="694367"/>
                        <a:pt x="1270041" y="688590"/>
                      </a:cubicBezTo>
                      <a:cubicBezTo>
                        <a:pt x="1270041" y="689232"/>
                        <a:pt x="1270041" y="689232"/>
                        <a:pt x="1270041" y="689874"/>
                      </a:cubicBezTo>
                      <a:cubicBezTo>
                        <a:pt x="1270685" y="696934"/>
                        <a:pt x="1270685" y="704636"/>
                        <a:pt x="1276474" y="707203"/>
                      </a:cubicBezTo>
                      <a:cubicBezTo>
                        <a:pt x="1282907" y="709770"/>
                        <a:pt x="1286123" y="711696"/>
                        <a:pt x="1291913" y="716189"/>
                      </a:cubicBezTo>
                      <a:cubicBezTo>
                        <a:pt x="1297702" y="720681"/>
                        <a:pt x="1295772" y="729667"/>
                        <a:pt x="1303492" y="730309"/>
                      </a:cubicBezTo>
                      <a:cubicBezTo>
                        <a:pt x="1311211" y="731593"/>
                        <a:pt x="1313141" y="721965"/>
                        <a:pt x="1309281" y="718114"/>
                      </a:cubicBezTo>
                      <a:cubicBezTo>
                        <a:pt x="1305421" y="714263"/>
                        <a:pt x="1300275" y="705278"/>
                        <a:pt x="1292556" y="702069"/>
                      </a:cubicBezTo>
                      <a:cubicBezTo>
                        <a:pt x="1284837" y="698859"/>
                        <a:pt x="1280977" y="694367"/>
                        <a:pt x="1280977" y="694367"/>
                      </a:cubicBezTo>
                      <a:cubicBezTo>
                        <a:pt x="1279047" y="691158"/>
                        <a:pt x="1275831" y="687307"/>
                        <a:pt x="1273258" y="686665"/>
                      </a:cubicBezTo>
                      <a:cubicBezTo>
                        <a:pt x="1275831" y="684739"/>
                        <a:pt x="1279047" y="682814"/>
                        <a:pt x="1281620" y="680247"/>
                      </a:cubicBezTo>
                      <a:cubicBezTo>
                        <a:pt x="1282264" y="680888"/>
                        <a:pt x="1282907" y="681530"/>
                        <a:pt x="1283550" y="682172"/>
                      </a:cubicBezTo>
                      <a:cubicBezTo>
                        <a:pt x="1284837" y="683456"/>
                        <a:pt x="1286767" y="684739"/>
                        <a:pt x="1288053" y="686023"/>
                      </a:cubicBezTo>
                      <a:cubicBezTo>
                        <a:pt x="1288696" y="687948"/>
                        <a:pt x="1289983" y="689232"/>
                        <a:pt x="1292556" y="689874"/>
                      </a:cubicBezTo>
                      <a:cubicBezTo>
                        <a:pt x="1300275" y="695650"/>
                        <a:pt x="1307994" y="700143"/>
                        <a:pt x="1313141" y="700143"/>
                      </a:cubicBezTo>
                      <a:cubicBezTo>
                        <a:pt x="1320217" y="700143"/>
                        <a:pt x="1326649" y="700143"/>
                        <a:pt x="1331796" y="695008"/>
                      </a:cubicBezTo>
                      <a:cubicBezTo>
                        <a:pt x="1336942" y="689874"/>
                        <a:pt x="1336298" y="687948"/>
                        <a:pt x="1340158" y="689232"/>
                      </a:cubicBezTo>
                      <a:cubicBezTo>
                        <a:pt x="1344661" y="689874"/>
                        <a:pt x="1341445" y="696292"/>
                        <a:pt x="1346591" y="698859"/>
                      </a:cubicBezTo>
                      <a:cubicBezTo>
                        <a:pt x="1351737" y="701427"/>
                        <a:pt x="1352380" y="703352"/>
                        <a:pt x="1354310" y="707845"/>
                      </a:cubicBezTo>
                      <a:cubicBezTo>
                        <a:pt x="1356240" y="712338"/>
                        <a:pt x="1354953" y="714905"/>
                        <a:pt x="1362029" y="725174"/>
                      </a:cubicBezTo>
                      <a:cubicBezTo>
                        <a:pt x="1369105" y="735444"/>
                        <a:pt x="1379398" y="728383"/>
                        <a:pt x="1378754" y="721965"/>
                      </a:cubicBezTo>
                      <a:cubicBezTo>
                        <a:pt x="1378111" y="715547"/>
                        <a:pt x="1371035" y="709129"/>
                        <a:pt x="1367176" y="703352"/>
                      </a:cubicBezTo>
                      <a:cubicBezTo>
                        <a:pt x="1362673" y="697576"/>
                        <a:pt x="1365246" y="695008"/>
                        <a:pt x="1361386" y="693083"/>
                      </a:cubicBezTo>
                      <a:cubicBezTo>
                        <a:pt x="1357526" y="691158"/>
                        <a:pt x="1353024" y="679605"/>
                        <a:pt x="1351094" y="675112"/>
                      </a:cubicBezTo>
                      <a:cubicBezTo>
                        <a:pt x="1348521" y="670619"/>
                        <a:pt x="1347877" y="659708"/>
                        <a:pt x="1347877" y="659708"/>
                      </a:cubicBezTo>
                      <a:cubicBezTo>
                        <a:pt x="1346591" y="655215"/>
                        <a:pt x="1343374" y="651364"/>
                        <a:pt x="1335655" y="650722"/>
                      </a:cubicBezTo>
                      <a:cubicBezTo>
                        <a:pt x="1330509" y="650081"/>
                        <a:pt x="1329222" y="649439"/>
                        <a:pt x="1327293" y="647513"/>
                      </a:cubicBezTo>
                      <a:cubicBezTo>
                        <a:pt x="1331152" y="646230"/>
                        <a:pt x="1334369" y="642379"/>
                        <a:pt x="1336942" y="635960"/>
                      </a:cubicBezTo>
                      <a:cubicBezTo>
                        <a:pt x="1336942" y="635960"/>
                        <a:pt x="1340158" y="632751"/>
                        <a:pt x="1336942" y="628259"/>
                      </a:cubicBezTo>
                      <a:cubicBezTo>
                        <a:pt x="1333725" y="623766"/>
                        <a:pt x="1326649" y="625691"/>
                        <a:pt x="1322790" y="628900"/>
                      </a:cubicBezTo>
                      <a:cubicBezTo>
                        <a:pt x="1322147" y="629542"/>
                        <a:pt x="1322147" y="629542"/>
                        <a:pt x="1321503" y="630184"/>
                      </a:cubicBezTo>
                      <a:cubicBezTo>
                        <a:pt x="1327936" y="603227"/>
                        <a:pt x="1318930" y="571136"/>
                        <a:pt x="1300275" y="552523"/>
                      </a:cubicBezTo>
                      <a:cubicBezTo>
                        <a:pt x="1297059" y="549314"/>
                        <a:pt x="1293199" y="546105"/>
                        <a:pt x="1289340" y="543538"/>
                      </a:cubicBezTo>
                      <a:cubicBezTo>
                        <a:pt x="1292556" y="544179"/>
                        <a:pt x="1297059" y="544179"/>
                        <a:pt x="1304135" y="545463"/>
                      </a:cubicBezTo>
                      <a:cubicBezTo>
                        <a:pt x="1318930" y="548672"/>
                        <a:pt x="1329222" y="546747"/>
                        <a:pt x="1333082" y="548672"/>
                      </a:cubicBezTo>
                      <a:cubicBezTo>
                        <a:pt x="1336942" y="549956"/>
                        <a:pt x="1345948" y="549956"/>
                        <a:pt x="1348521" y="537761"/>
                      </a:cubicBezTo>
                      <a:cubicBezTo>
                        <a:pt x="1351094" y="526208"/>
                        <a:pt x="1348521" y="520432"/>
                        <a:pt x="1356240" y="513372"/>
                      </a:cubicBezTo>
                      <a:cubicBezTo>
                        <a:pt x="1363959" y="506312"/>
                        <a:pt x="1371035" y="508879"/>
                        <a:pt x="1373608" y="498610"/>
                      </a:cubicBezTo>
                      <a:cubicBezTo>
                        <a:pt x="1376181" y="488340"/>
                        <a:pt x="1374895" y="476146"/>
                        <a:pt x="1372322" y="469086"/>
                      </a:cubicBezTo>
                      <a:cubicBezTo>
                        <a:pt x="1372322" y="467802"/>
                        <a:pt x="1371678" y="467160"/>
                        <a:pt x="1371678" y="466518"/>
                      </a:cubicBezTo>
                      <a:cubicBezTo>
                        <a:pt x="1372322" y="467160"/>
                        <a:pt x="1372965" y="467802"/>
                        <a:pt x="1373608" y="467802"/>
                      </a:cubicBezTo>
                      <a:cubicBezTo>
                        <a:pt x="1376181" y="470369"/>
                        <a:pt x="1374251" y="476146"/>
                        <a:pt x="1381328" y="474220"/>
                      </a:cubicBezTo>
                      <a:cubicBezTo>
                        <a:pt x="1388403" y="472295"/>
                        <a:pt x="1394836" y="467160"/>
                        <a:pt x="1399982" y="469086"/>
                      </a:cubicBezTo>
                      <a:cubicBezTo>
                        <a:pt x="1405129" y="471653"/>
                        <a:pt x="1412205" y="476788"/>
                        <a:pt x="1414134" y="477429"/>
                      </a:cubicBezTo>
                      <a:cubicBezTo>
                        <a:pt x="1416707" y="478071"/>
                        <a:pt x="1420567" y="478713"/>
                        <a:pt x="1424427" y="477429"/>
                      </a:cubicBezTo>
                      <a:cubicBezTo>
                        <a:pt x="1428286" y="475504"/>
                        <a:pt x="1432146" y="478713"/>
                        <a:pt x="1434076" y="481922"/>
                      </a:cubicBezTo>
                      <a:cubicBezTo>
                        <a:pt x="1436006" y="485131"/>
                        <a:pt x="1439222" y="489624"/>
                        <a:pt x="1441152" y="483848"/>
                      </a:cubicBezTo>
                      <a:cubicBezTo>
                        <a:pt x="1443082" y="477429"/>
                        <a:pt x="1442438" y="471653"/>
                        <a:pt x="1449514" y="471653"/>
                      </a:cubicBezTo>
                      <a:cubicBezTo>
                        <a:pt x="1456590" y="471653"/>
                        <a:pt x="1459163" y="471011"/>
                        <a:pt x="1462380" y="474862"/>
                      </a:cubicBezTo>
                      <a:cubicBezTo>
                        <a:pt x="1465596" y="479355"/>
                        <a:pt x="1471385" y="477429"/>
                        <a:pt x="1474602" y="475504"/>
                      </a:cubicBezTo>
                      <a:cubicBezTo>
                        <a:pt x="1478461" y="473578"/>
                        <a:pt x="1486824" y="469728"/>
                        <a:pt x="1486181" y="461384"/>
                      </a:cubicBezTo>
                      <a:cubicBezTo>
                        <a:pt x="1485538" y="453040"/>
                        <a:pt x="1490684" y="451115"/>
                        <a:pt x="1496473" y="445980"/>
                      </a:cubicBezTo>
                      <a:cubicBezTo>
                        <a:pt x="1502263" y="440845"/>
                        <a:pt x="1500976" y="440845"/>
                        <a:pt x="1507409" y="440203"/>
                      </a:cubicBezTo>
                      <a:cubicBezTo>
                        <a:pt x="1513841" y="438920"/>
                        <a:pt x="1520917" y="437636"/>
                        <a:pt x="1521561" y="433785"/>
                      </a:cubicBezTo>
                      <a:cubicBezTo>
                        <a:pt x="1521561" y="430576"/>
                        <a:pt x="1522847" y="427367"/>
                        <a:pt x="1525420" y="422232"/>
                      </a:cubicBezTo>
                      <a:cubicBezTo>
                        <a:pt x="1527993" y="417098"/>
                        <a:pt x="1531853" y="417740"/>
                        <a:pt x="1535070" y="417740"/>
                      </a:cubicBezTo>
                      <a:cubicBezTo>
                        <a:pt x="1538286" y="417740"/>
                        <a:pt x="1543432" y="417740"/>
                        <a:pt x="1542145" y="415172"/>
                      </a:cubicBezTo>
                      <a:cubicBezTo>
                        <a:pt x="1540859" y="412605"/>
                        <a:pt x="1537643" y="410680"/>
                        <a:pt x="1538929" y="406187"/>
                      </a:cubicBezTo>
                      <a:cubicBezTo>
                        <a:pt x="1540216" y="401052"/>
                        <a:pt x="1545362" y="401052"/>
                        <a:pt x="1547935" y="399768"/>
                      </a:cubicBezTo>
                      <a:cubicBezTo>
                        <a:pt x="1550508" y="398485"/>
                        <a:pt x="1562087" y="395276"/>
                        <a:pt x="1552438" y="389499"/>
                      </a:cubicBezTo>
                      <a:cubicBezTo>
                        <a:pt x="1542789" y="383723"/>
                        <a:pt x="1536999" y="379230"/>
                        <a:pt x="1534426" y="373454"/>
                      </a:cubicBezTo>
                      <a:cubicBezTo>
                        <a:pt x="1531853" y="367677"/>
                        <a:pt x="1530567" y="363826"/>
                        <a:pt x="1533783" y="359975"/>
                      </a:cubicBezTo>
                      <a:cubicBezTo>
                        <a:pt x="1536999" y="356124"/>
                        <a:pt x="1538286" y="353557"/>
                        <a:pt x="1542145" y="350990"/>
                      </a:cubicBezTo>
                      <a:cubicBezTo>
                        <a:pt x="1546005" y="348422"/>
                        <a:pt x="1544719" y="353557"/>
                        <a:pt x="1547292" y="348422"/>
                      </a:cubicBezTo>
                      <a:cubicBezTo>
                        <a:pt x="1549865" y="343288"/>
                        <a:pt x="1547292" y="343288"/>
                        <a:pt x="1550508" y="341362"/>
                      </a:cubicBezTo>
                      <a:cubicBezTo>
                        <a:pt x="1552438" y="339437"/>
                        <a:pt x="1553724" y="338153"/>
                        <a:pt x="1555654" y="337511"/>
                      </a:cubicBezTo>
                      <a:cubicBezTo>
                        <a:pt x="1556297" y="337511"/>
                        <a:pt x="1556297" y="337511"/>
                        <a:pt x="1556941" y="337511"/>
                      </a:cubicBezTo>
                      <a:cubicBezTo>
                        <a:pt x="1565946" y="336870"/>
                        <a:pt x="1579455" y="336870"/>
                        <a:pt x="1579455" y="336870"/>
                      </a:cubicBezTo>
                      <a:cubicBezTo>
                        <a:pt x="1583315" y="336870"/>
                        <a:pt x="1587818" y="333660"/>
                        <a:pt x="1592321" y="329809"/>
                      </a:cubicBezTo>
                      <a:cubicBezTo>
                        <a:pt x="1592964" y="331093"/>
                        <a:pt x="1594250" y="331735"/>
                        <a:pt x="1594894" y="332377"/>
                      </a:cubicBezTo>
                      <a:cubicBezTo>
                        <a:pt x="1598110" y="334302"/>
                        <a:pt x="1603256" y="334944"/>
                        <a:pt x="1603899" y="331735"/>
                      </a:cubicBezTo>
                      <a:cubicBezTo>
                        <a:pt x="1604543" y="328526"/>
                        <a:pt x="1607759" y="327242"/>
                        <a:pt x="1609046" y="322749"/>
                      </a:cubicBezTo>
                      <a:cubicBezTo>
                        <a:pt x="1612905" y="315689"/>
                        <a:pt x="1607759" y="311196"/>
                        <a:pt x="1603899" y="310555"/>
                      </a:cubicBezTo>
                      <a:close/>
                      <a:moveTo>
                        <a:pt x="488466" y="689874"/>
                      </a:moveTo>
                      <a:cubicBezTo>
                        <a:pt x="490396" y="689874"/>
                        <a:pt x="491683" y="689232"/>
                        <a:pt x="493613" y="689232"/>
                      </a:cubicBezTo>
                      <a:cubicBezTo>
                        <a:pt x="491683" y="691799"/>
                        <a:pt x="490396" y="691799"/>
                        <a:pt x="488466" y="692441"/>
                      </a:cubicBezTo>
                      <a:cubicBezTo>
                        <a:pt x="487823" y="692441"/>
                        <a:pt x="486536" y="693083"/>
                        <a:pt x="485893" y="693725"/>
                      </a:cubicBezTo>
                      <a:cubicBezTo>
                        <a:pt x="486536" y="692441"/>
                        <a:pt x="487180" y="691158"/>
                        <a:pt x="488466" y="689874"/>
                      </a:cubicBezTo>
                      <a:close/>
                      <a:moveTo>
                        <a:pt x="256889" y="469728"/>
                      </a:moveTo>
                      <a:cubicBezTo>
                        <a:pt x="262035" y="463951"/>
                        <a:pt x="264608" y="457533"/>
                        <a:pt x="267824" y="451756"/>
                      </a:cubicBezTo>
                      <a:cubicBezTo>
                        <a:pt x="271040" y="445980"/>
                        <a:pt x="280046" y="425442"/>
                        <a:pt x="283263" y="424158"/>
                      </a:cubicBezTo>
                      <a:cubicBezTo>
                        <a:pt x="286479" y="422874"/>
                        <a:pt x="288409" y="420949"/>
                        <a:pt x="292912" y="424158"/>
                      </a:cubicBezTo>
                      <a:cubicBezTo>
                        <a:pt x="297415" y="426725"/>
                        <a:pt x="297415" y="425442"/>
                        <a:pt x="302561" y="425442"/>
                      </a:cubicBezTo>
                      <a:cubicBezTo>
                        <a:pt x="305777" y="425442"/>
                        <a:pt x="281976" y="461384"/>
                        <a:pt x="267181" y="486415"/>
                      </a:cubicBezTo>
                      <a:cubicBezTo>
                        <a:pt x="263964" y="485131"/>
                        <a:pt x="259462" y="481922"/>
                        <a:pt x="253672" y="476788"/>
                      </a:cubicBezTo>
                      <a:cubicBezTo>
                        <a:pt x="254315" y="474220"/>
                        <a:pt x="254959" y="471653"/>
                        <a:pt x="256889" y="469728"/>
                      </a:cubicBezTo>
                      <a:close/>
                      <a:moveTo>
                        <a:pt x="244666" y="573062"/>
                      </a:moveTo>
                      <a:cubicBezTo>
                        <a:pt x="242093" y="564076"/>
                        <a:pt x="245310" y="558941"/>
                        <a:pt x="249813" y="558941"/>
                      </a:cubicBezTo>
                      <a:cubicBezTo>
                        <a:pt x="254315" y="558941"/>
                        <a:pt x="262035" y="559583"/>
                        <a:pt x="260748" y="553807"/>
                      </a:cubicBezTo>
                      <a:cubicBezTo>
                        <a:pt x="259462" y="548030"/>
                        <a:pt x="256889" y="539687"/>
                        <a:pt x="259462" y="535836"/>
                      </a:cubicBezTo>
                      <a:cubicBezTo>
                        <a:pt x="262035" y="531985"/>
                        <a:pt x="274257" y="533910"/>
                        <a:pt x="274900" y="528776"/>
                      </a:cubicBezTo>
                      <a:cubicBezTo>
                        <a:pt x="274900" y="523641"/>
                        <a:pt x="271040" y="523641"/>
                        <a:pt x="267181" y="516581"/>
                      </a:cubicBezTo>
                      <a:cubicBezTo>
                        <a:pt x="265251" y="512088"/>
                        <a:pt x="263964" y="507595"/>
                        <a:pt x="263964" y="503744"/>
                      </a:cubicBezTo>
                      <a:cubicBezTo>
                        <a:pt x="281976" y="487699"/>
                        <a:pt x="325719" y="439562"/>
                        <a:pt x="325075" y="445980"/>
                      </a:cubicBezTo>
                      <a:cubicBezTo>
                        <a:pt x="324432" y="453682"/>
                        <a:pt x="328935" y="460742"/>
                        <a:pt x="328292" y="465235"/>
                      </a:cubicBezTo>
                      <a:cubicBezTo>
                        <a:pt x="327648" y="470369"/>
                        <a:pt x="333438" y="472937"/>
                        <a:pt x="335368" y="468444"/>
                      </a:cubicBezTo>
                      <a:cubicBezTo>
                        <a:pt x="336011" y="467160"/>
                        <a:pt x="336654" y="466518"/>
                        <a:pt x="337941" y="465235"/>
                      </a:cubicBezTo>
                      <a:cubicBezTo>
                        <a:pt x="338584" y="467160"/>
                        <a:pt x="338584" y="469086"/>
                        <a:pt x="339227" y="471011"/>
                      </a:cubicBezTo>
                      <a:cubicBezTo>
                        <a:pt x="339871" y="472937"/>
                        <a:pt x="340514" y="475504"/>
                        <a:pt x="341157" y="477429"/>
                      </a:cubicBezTo>
                      <a:cubicBezTo>
                        <a:pt x="339871" y="478071"/>
                        <a:pt x="338584" y="479355"/>
                        <a:pt x="336654" y="479997"/>
                      </a:cubicBezTo>
                      <a:cubicBezTo>
                        <a:pt x="331508" y="482564"/>
                        <a:pt x="325719" y="477429"/>
                        <a:pt x="319286" y="474862"/>
                      </a:cubicBezTo>
                      <a:cubicBezTo>
                        <a:pt x="312853" y="472295"/>
                        <a:pt x="310280" y="478071"/>
                        <a:pt x="315426" y="482564"/>
                      </a:cubicBezTo>
                      <a:cubicBezTo>
                        <a:pt x="319929" y="487699"/>
                        <a:pt x="321859" y="491550"/>
                        <a:pt x="321859" y="494117"/>
                      </a:cubicBezTo>
                      <a:cubicBezTo>
                        <a:pt x="321216" y="496684"/>
                        <a:pt x="319929" y="498610"/>
                        <a:pt x="317999" y="501819"/>
                      </a:cubicBezTo>
                      <a:cubicBezTo>
                        <a:pt x="316069" y="505028"/>
                        <a:pt x="314140" y="503744"/>
                        <a:pt x="306420" y="506312"/>
                      </a:cubicBezTo>
                      <a:cubicBezTo>
                        <a:pt x="298701" y="508879"/>
                        <a:pt x="300631" y="513372"/>
                        <a:pt x="303847" y="514655"/>
                      </a:cubicBezTo>
                      <a:cubicBezTo>
                        <a:pt x="307064" y="515939"/>
                        <a:pt x="312210" y="517223"/>
                        <a:pt x="311567" y="524925"/>
                      </a:cubicBezTo>
                      <a:cubicBezTo>
                        <a:pt x="310923" y="532626"/>
                        <a:pt x="305134" y="533268"/>
                        <a:pt x="301918" y="531985"/>
                      </a:cubicBezTo>
                      <a:cubicBezTo>
                        <a:pt x="298058" y="530701"/>
                        <a:pt x="293555" y="527492"/>
                        <a:pt x="289695" y="530701"/>
                      </a:cubicBezTo>
                      <a:cubicBezTo>
                        <a:pt x="286479" y="533910"/>
                        <a:pt x="288409" y="536477"/>
                        <a:pt x="295485" y="537761"/>
                      </a:cubicBezTo>
                      <a:cubicBezTo>
                        <a:pt x="302561" y="539045"/>
                        <a:pt x="303204" y="535836"/>
                        <a:pt x="305777" y="537761"/>
                      </a:cubicBezTo>
                      <a:cubicBezTo>
                        <a:pt x="308350" y="539687"/>
                        <a:pt x="308350" y="546747"/>
                        <a:pt x="307064" y="552523"/>
                      </a:cubicBezTo>
                      <a:cubicBezTo>
                        <a:pt x="306420" y="556374"/>
                        <a:pt x="304491" y="557658"/>
                        <a:pt x="303204" y="558300"/>
                      </a:cubicBezTo>
                      <a:cubicBezTo>
                        <a:pt x="301918" y="558941"/>
                        <a:pt x="300631" y="558941"/>
                        <a:pt x="296128" y="559583"/>
                      </a:cubicBezTo>
                      <a:cubicBezTo>
                        <a:pt x="296128" y="559583"/>
                        <a:pt x="296128" y="559583"/>
                        <a:pt x="296128" y="559583"/>
                      </a:cubicBezTo>
                      <a:cubicBezTo>
                        <a:pt x="295485" y="555732"/>
                        <a:pt x="294842" y="551881"/>
                        <a:pt x="294198" y="548672"/>
                      </a:cubicBezTo>
                      <a:cubicBezTo>
                        <a:pt x="293555" y="543538"/>
                        <a:pt x="287122" y="531343"/>
                        <a:pt x="283906" y="545463"/>
                      </a:cubicBezTo>
                      <a:cubicBezTo>
                        <a:pt x="280690" y="559583"/>
                        <a:pt x="280046" y="560867"/>
                        <a:pt x="279403" y="566643"/>
                      </a:cubicBezTo>
                      <a:cubicBezTo>
                        <a:pt x="278116" y="572420"/>
                        <a:pt x="281333" y="574987"/>
                        <a:pt x="278760" y="578196"/>
                      </a:cubicBezTo>
                      <a:cubicBezTo>
                        <a:pt x="276187" y="581405"/>
                        <a:pt x="274257" y="582689"/>
                        <a:pt x="267181" y="580763"/>
                      </a:cubicBezTo>
                      <a:cubicBezTo>
                        <a:pt x="259462" y="579480"/>
                        <a:pt x="247239" y="582047"/>
                        <a:pt x="244666" y="573062"/>
                      </a:cubicBezTo>
                      <a:close/>
                      <a:moveTo>
                        <a:pt x="307064" y="575629"/>
                      </a:moveTo>
                      <a:cubicBezTo>
                        <a:pt x="301918" y="573062"/>
                        <a:pt x="299988" y="571778"/>
                        <a:pt x="298701" y="569852"/>
                      </a:cubicBezTo>
                      <a:cubicBezTo>
                        <a:pt x="300631" y="569852"/>
                        <a:pt x="302561" y="569211"/>
                        <a:pt x="304491" y="569852"/>
                      </a:cubicBezTo>
                      <a:cubicBezTo>
                        <a:pt x="308350" y="571136"/>
                        <a:pt x="308350" y="573062"/>
                        <a:pt x="307064" y="575629"/>
                      </a:cubicBezTo>
                      <a:close/>
                      <a:moveTo>
                        <a:pt x="527706" y="951097"/>
                      </a:moveTo>
                      <a:cubicBezTo>
                        <a:pt x="527063" y="953023"/>
                        <a:pt x="526419" y="956873"/>
                        <a:pt x="526419" y="960083"/>
                      </a:cubicBezTo>
                      <a:cubicBezTo>
                        <a:pt x="521916" y="962008"/>
                        <a:pt x="518700" y="963292"/>
                        <a:pt x="516770" y="967785"/>
                      </a:cubicBezTo>
                      <a:cubicBezTo>
                        <a:pt x="514197" y="973561"/>
                        <a:pt x="511624" y="975487"/>
                        <a:pt x="510981" y="979337"/>
                      </a:cubicBezTo>
                      <a:cubicBezTo>
                        <a:pt x="510338" y="983188"/>
                        <a:pt x="513554" y="990248"/>
                        <a:pt x="515484" y="994099"/>
                      </a:cubicBezTo>
                      <a:cubicBezTo>
                        <a:pt x="516127" y="996025"/>
                        <a:pt x="518700" y="1003727"/>
                        <a:pt x="519987" y="1012071"/>
                      </a:cubicBezTo>
                      <a:cubicBezTo>
                        <a:pt x="517414" y="1015921"/>
                        <a:pt x="515484" y="1018489"/>
                        <a:pt x="516770" y="1022340"/>
                      </a:cubicBezTo>
                      <a:cubicBezTo>
                        <a:pt x="518057" y="1027474"/>
                        <a:pt x="519343" y="1030042"/>
                        <a:pt x="520630" y="1032609"/>
                      </a:cubicBezTo>
                      <a:cubicBezTo>
                        <a:pt x="521273" y="1033893"/>
                        <a:pt x="521273" y="1033893"/>
                        <a:pt x="521916" y="1033893"/>
                      </a:cubicBezTo>
                      <a:cubicBezTo>
                        <a:pt x="521916" y="1035176"/>
                        <a:pt x="521916" y="1035818"/>
                        <a:pt x="521273" y="1036460"/>
                      </a:cubicBezTo>
                      <a:cubicBezTo>
                        <a:pt x="518700" y="1049297"/>
                        <a:pt x="512267" y="1055715"/>
                        <a:pt x="507764" y="1060208"/>
                      </a:cubicBezTo>
                      <a:cubicBezTo>
                        <a:pt x="503262" y="1064700"/>
                        <a:pt x="505835" y="1068551"/>
                        <a:pt x="500688" y="1069835"/>
                      </a:cubicBezTo>
                      <a:cubicBezTo>
                        <a:pt x="494899" y="1071119"/>
                        <a:pt x="492326" y="1068551"/>
                        <a:pt x="485250" y="1069835"/>
                      </a:cubicBezTo>
                      <a:cubicBezTo>
                        <a:pt x="478174" y="1071119"/>
                        <a:pt x="479461" y="1071760"/>
                        <a:pt x="476887" y="1076895"/>
                      </a:cubicBezTo>
                      <a:cubicBezTo>
                        <a:pt x="474314" y="1082030"/>
                        <a:pt x="471741" y="1082671"/>
                        <a:pt x="464665" y="1083955"/>
                      </a:cubicBezTo>
                      <a:cubicBezTo>
                        <a:pt x="457589" y="1085239"/>
                        <a:pt x="456946" y="1088448"/>
                        <a:pt x="451157" y="1092941"/>
                      </a:cubicBezTo>
                      <a:cubicBezTo>
                        <a:pt x="445367" y="1097433"/>
                        <a:pt x="446010" y="1092941"/>
                        <a:pt x="441507" y="1101284"/>
                      </a:cubicBezTo>
                      <a:cubicBezTo>
                        <a:pt x="440864" y="1102568"/>
                        <a:pt x="439578" y="1103852"/>
                        <a:pt x="438934" y="1105135"/>
                      </a:cubicBezTo>
                      <a:cubicBezTo>
                        <a:pt x="438291" y="1104494"/>
                        <a:pt x="437648" y="1104494"/>
                        <a:pt x="436361" y="1105135"/>
                      </a:cubicBezTo>
                      <a:cubicBezTo>
                        <a:pt x="435075" y="1105777"/>
                        <a:pt x="433788" y="1108345"/>
                        <a:pt x="433145" y="1110912"/>
                      </a:cubicBezTo>
                      <a:cubicBezTo>
                        <a:pt x="429929" y="1114121"/>
                        <a:pt x="426712" y="1117330"/>
                        <a:pt x="425426" y="1122465"/>
                      </a:cubicBezTo>
                      <a:cubicBezTo>
                        <a:pt x="424139" y="1129525"/>
                        <a:pt x="422209" y="1132734"/>
                        <a:pt x="421566" y="1136585"/>
                      </a:cubicBezTo>
                      <a:cubicBezTo>
                        <a:pt x="419636" y="1137227"/>
                        <a:pt x="417063" y="1137868"/>
                        <a:pt x="415133" y="1137868"/>
                      </a:cubicBezTo>
                      <a:cubicBezTo>
                        <a:pt x="411274" y="1138510"/>
                        <a:pt x="409987" y="1136585"/>
                        <a:pt x="406128" y="1141078"/>
                      </a:cubicBezTo>
                      <a:cubicBezTo>
                        <a:pt x="402268" y="1145570"/>
                        <a:pt x="406128" y="1151347"/>
                        <a:pt x="403554" y="1154556"/>
                      </a:cubicBezTo>
                      <a:cubicBezTo>
                        <a:pt x="400981" y="1157765"/>
                        <a:pt x="399695" y="1159049"/>
                        <a:pt x="396478" y="1158407"/>
                      </a:cubicBezTo>
                      <a:cubicBezTo>
                        <a:pt x="393262" y="1157765"/>
                        <a:pt x="387473" y="1153914"/>
                        <a:pt x="384256" y="1153272"/>
                      </a:cubicBezTo>
                      <a:cubicBezTo>
                        <a:pt x="384256" y="1153272"/>
                        <a:pt x="384256" y="1153272"/>
                        <a:pt x="383613" y="1153272"/>
                      </a:cubicBezTo>
                      <a:cubicBezTo>
                        <a:pt x="381683" y="1151989"/>
                        <a:pt x="379753" y="1151347"/>
                        <a:pt x="377180" y="1148780"/>
                      </a:cubicBezTo>
                      <a:cubicBezTo>
                        <a:pt x="372034" y="1143645"/>
                        <a:pt x="375251" y="1143645"/>
                        <a:pt x="366245" y="1137868"/>
                      </a:cubicBezTo>
                      <a:cubicBezTo>
                        <a:pt x="357239" y="1132092"/>
                        <a:pt x="358525" y="1131450"/>
                        <a:pt x="350806" y="1126957"/>
                      </a:cubicBezTo>
                      <a:cubicBezTo>
                        <a:pt x="343087" y="1122465"/>
                        <a:pt x="332151" y="1116688"/>
                        <a:pt x="325075" y="1114121"/>
                      </a:cubicBezTo>
                      <a:cubicBezTo>
                        <a:pt x="317356" y="1111554"/>
                        <a:pt x="312853" y="1108986"/>
                        <a:pt x="312210" y="1106419"/>
                      </a:cubicBezTo>
                      <a:cubicBezTo>
                        <a:pt x="310923" y="1103852"/>
                        <a:pt x="310923" y="1099359"/>
                        <a:pt x="307064" y="1103210"/>
                      </a:cubicBezTo>
                      <a:cubicBezTo>
                        <a:pt x="303204" y="1106419"/>
                        <a:pt x="303847" y="1110270"/>
                        <a:pt x="297415" y="1110270"/>
                      </a:cubicBezTo>
                      <a:cubicBezTo>
                        <a:pt x="290982" y="1109628"/>
                        <a:pt x="290982" y="1108986"/>
                        <a:pt x="283263" y="1106419"/>
                      </a:cubicBezTo>
                      <a:cubicBezTo>
                        <a:pt x="275543" y="1104494"/>
                        <a:pt x="269754" y="1103852"/>
                        <a:pt x="270397" y="1097433"/>
                      </a:cubicBezTo>
                      <a:cubicBezTo>
                        <a:pt x="271040" y="1091015"/>
                        <a:pt x="280046" y="1091657"/>
                        <a:pt x="282619" y="1085881"/>
                      </a:cubicBezTo>
                      <a:cubicBezTo>
                        <a:pt x="285192" y="1080104"/>
                        <a:pt x="293555" y="1074328"/>
                        <a:pt x="294842" y="1067909"/>
                      </a:cubicBezTo>
                      <a:cubicBezTo>
                        <a:pt x="296128" y="1061491"/>
                        <a:pt x="294842" y="1050580"/>
                        <a:pt x="297415" y="1047371"/>
                      </a:cubicBezTo>
                      <a:cubicBezTo>
                        <a:pt x="299344" y="1045446"/>
                        <a:pt x="301918" y="1040311"/>
                        <a:pt x="304491" y="1036460"/>
                      </a:cubicBezTo>
                      <a:cubicBezTo>
                        <a:pt x="305134" y="1036460"/>
                        <a:pt x="305777" y="1037102"/>
                        <a:pt x="306420" y="1037102"/>
                      </a:cubicBezTo>
                      <a:cubicBezTo>
                        <a:pt x="314783" y="1039669"/>
                        <a:pt x="327648" y="1044804"/>
                        <a:pt x="335368" y="1045446"/>
                      </a:cubicBezTo>
                      <a:cubicBezTo>
                        <a:pt x="342444" y="1046087"/>
                        <a:pt x="347590" y="1043520"/>
                        <a:pt x="354023" y="1034534"/>
                      </a:cubicBezTo>
                      <a:cubicBezTo>
                        <a:pt x="360455" y="1025549"/>
                        <a:pt x="361099" y="1015921"/>
                        <a:pt x="372677" y="1010145"/>
                      </a:cubicBezTo>
                      <a:cubicBezTo>
                        <a:pt x="384256" y="1004369"/>
                        <a:pt x="391976" y="1008861"/>
                        <a:pt x="395835" y="1010787"/>
                      </a:cubicBezTo>
                      <a:cubicBezTo>
                        <a:pt x="399695" y="1012712"/>
                        <a:pt x="411917" y="1015280"/>
                        <a:pt x="419636" y="1008220"/>
                      </a:cubicBezTo>
                      <a:cubicBezTo>
                        <a:pt x="427999" y="1000518"/>
                        <a:pt x="426069" y="1001801"/>
                        <a:pt x="430572" y="994099"/>
                      </a:cubicBezTo>
                      <a:cubicBezTo>
                        <a:pt x="435718" y="985756"/>
                        <a:pt x="435075" y="979337"/>
                        <a:pt x="443437" y="977412"/>
                      </a:cubicBezTo>
                      <a:cubicBezTo>
                        <a:pt x="451800" y="974845"/>
                        <a:pt x="447940" y="974203"/>
                        <a:pt x="458876" y="973561"/>
                      </a:cubicBezTo>
                      <a:cubicBezTo>
                        <a:pt x="470455" y="972919"/>
                        <a:pt x="479461" y="974203"/>
                        <a:pt x="484607" y="969710"/>
                      </a:cubicBezTo>
                      <a:cubicBezTo>
                        <a:pt x="489753" y="965217"/>
                        <a:pt x="493613" y="959441"/>
                        <a:pt x="494256" y="953023"/>
                      </a:cubicBezTo>
                      <a:cubicBezTo>
                        <a:pt x="494899" y="946604"/>
                        <a:pt x="493613" y="945962"/>
                        <a:pt x="498759" y="938261"/>
                      </a:cubicBezTo>
                      <a:cubicBezTo>
                        <a:pt x="503905" y="930559"/>
                        <a:pt x="507121" y="923499"/>
                        <a:pt x="503262" y="917722"/>
                      </a:cubicBezTo>
                      <a:cubicBezTo>
                        <a:pt x="503262" y="917080"/>
                        <a:pt x="502618" y="917080"/>
                        <a:pt x="502618" y="917080"/>
                      </a:cubicBezTo>
                      <a:cubicBezTo>
                        <a:pt x="505191" y="916438"/>
                        <a:pt x="507121" y="916438"/>
                        <a:pt x="507764" y="917722"/>
                      </a:cubicBezTo>
                      <a:cubicBezTo>
                        <a:pt x="509051" y="920931"/>
                        <a:pt x="503905" y="919006"/>
                        <a:pt x="508408" y="927350"/>
                      </a:cubicBezTo>
                      <a:cubicBezTo>
                        <a:pt x="512267" y="935051"/>
                        <a:pt x="514840" y="942753"/>
                        <a:pt x="524490" y="944037"/>
                      </a:cubicBezTo>
                      <a:cubicBezTo>
                        <a:pt x="526419" y="944037"/>
                        <a:pt x="528349" y="944679"/>
                        <a:pt x="530279" y="945321"/>
                      </a:cubicBezTo>
                      <a:cubicBezTo>
                        <a:pt x="528992" y="946604"/>
                        <a:pt x="528992" y="947888"/>
                        <a:pt x="527706" y="951097"/>
                      </a:cubicBezTo>
                      <a:close/>
                      <a:moveTo>
                        <a:pt x="610688" y="104528"/>
                      </a:moveTo>
                      <a:cubicBezTo>
                        <a:pt x="610688" y="104528"/>
                        <a:pt x="610688" y="103887"/>
                        <a:pt x="611331" y="103887"/>
                      </a:cubicBezTo>
                      <a:cubicBezTo>
                        <a:pt x="615191" y="107096"/>
                        <a:pt x="619051" y="111589"/>
                        <a:pt x="613261" y="117365"/>
                      </a:cubicBezTo>
                      <a:cubicBezTo>
                        <a:pt x="606185" y="124425"/>
                        <a:pt x="608115" y="128276"/>
                        <a:pt x="604255" y="134052"/>
                      </a:cubicBezTo>
                      <a:cubicBezTo>
                        <a:pt x="601682" y="138545"/>
                        <a:pt x="597179" y="141113"/>
                        <a:pt x="592676" y="141754"/>
                      </a:cubicBezTo>
                      <a:cubicBezTo>
                        <a:pt x="598466" y="130843"/>
                        <a:pt x="610688" y="104528"/>
                        <a:pt x="610688" y="104528"/>
                      </a:cubicBezTo>
                      <a:close/>
                      <a:moveTo>
                        <a:pt x="620337" y="1333625"/>
                      </a:moveTo>
                      <a:cubicBezTo>
                        <a:pt x="624840" y="1335551"/>
                        <a:pt x="626126" y="1337476"/>
                        <a:pt x="629986" y="1338118"/>
                      </a:cubicBezTo>
                      <a:cubicBezTo>
                        <a:pt x="633846" y="1338760"/>
                        <a:pt x="637705" y="1338760"/>
                        <a:pt x="640922" y="1340686"/>
                      </a:cubicBezTo>
                      <a:cubicBezTo>
                        <a:pt x="644138" y="1342611"/>
                        <a:pt x="644138" y="1350313"/>
                        <a:pt x="644138" y="1350313"/>
                      </a:cubicBezTo>
                      <a:cubicBezTo>
                        <a:pt x="644138" y="1353522"/>
                        <a:pt x="638992" y="1356089"/>
                        <a:pt x="638992" y="1359940"/>
                      </a:cubicBezTo>
                      <a:cubicBezTo>
                        <a:pt x="639635" y="1363791"/>
                        <a:pt x="637705" y="1369568"/>
                        <a:pt x="633846" y="1372777"/>
                      </a:cubicBezTo>
                      <a:cubicBezTo>
                        <a:pt x="629343" y="1375986"/>
                        <a:pt x="629343" y="1375344"/>
                        <a:pt x="626126" y="1378553"/>
                      </a:cubicBezTo>
                      <a:cubicBezTo>
                        <a:pt x="623553" y="1381762"/>
                        <a:pt x="613904" y="1391390"/>
                        <a:pt x="613261" y="1394599"/>
                      </a:cubicBezTo>
                      <a:cubicBezTo>
                        <a:pt x="612618" y="1397808"/>
                        <a:pt x="609401" y="1405510"/>
                        <a:pt x="610045" y="1413854"/>
                      </a:cubicBezTo>
                      <a:cubicBezTo>
                        <a:pt x="610688" y="1422197"/>
                        <a:pt x="612618" y="1426048"/>
                        <a:pt x="608758" y="1426690"/>
                      </a:cubicBezTo>
                      <a:cubicBezTo>
                        <a:pt x="604899" y="1426690"/>
                        <a:pt x="605542" y="1422197"/>
                        <a:pt x="603612" y="1420914"/>
                      </a:cubicBezTo>
                      <a:cubicBezTo>
                        <a:pt x="601682" y="1419630"/>
                        <a:pt x="599109" y="1419630"/>
                        <a:pt x="596536" y="1420914"/>
                      </a:cubicBezTo>
                      <a:cubicBezTo>
                        <a:pt x="593963" y="1422197"/>
                        <a:pt x="593320" y="1426048"/>
                        <a:pt x="592033" y="1425407"/>
                      </a:cubicBezTo>
                      <a:cubicBezTo>
                        <a:pt x="590747" y="1424765"/>
                        <a:pt x="591390" y="1420272"/>
                        <a:pt x="590103" y="1413854"/>
                      </a:cubicBezTo>
                      <a:cubicBezTo>
                        <a:pt x="588817" y="1407435"/>
                        <a:pt x="586244" y="1405510"/>
                        <a:pt x="586244" y="1401659"/>
                      </a:cubicBezTo>
                      <a:cubicBezTo>
                        <a:pt x="586244" y="1398450"/>
                        <a:pt x="585600" y="1396524"/>
                        <a:pt x="583027" y="1393957"/>
                      </a:cubicBezTo>
                      <a:cubicBezTo>
                        <a:pt x="580454" y="1391390"/>
                        <a:pt x="579811" y="1381121"/>
                        <a:pt x="580454" y="1376628"/>
                      </a:cubicBezTo>
                      <a:cubicBezTo>
                        <a:pt x="580454" y="1372135"/>
                        <a:pt x="581097" y="1372777"/>
                        <a:pt x="583671" y="1369568"/>
                      </a:cubicBezTo>
                      <a:cubicBezTo>
                        <a:pt x="586244" y="1366359"/>
                        <a:pt x="580454" y="1363791"/>
                        <a:pt x="580454" y="1361224"/>
                      </a:cubicBezTo>
                      <a:cubicBezTo>
                        <a:pt x="580454" y="1358657"/>
                        <a:pt x="580454" y="1355448"/>
                        <a:pt x="585600" y="1352880"/>
                      </a:cubicBezTo>
                      <a:cubicBezTo>
                        <a:pt x="590103" y="1350313"/>
                        <a:pt x="588817" y="1352238"/>
                        <a:pt x="594606" y="1351597"/>
                      </a:cubicBezTo>
                      <a:cubicBezTo>
                        <a:pt x="599752" y="1350955"/>
                        <a:pt x="599752" y="1349671"/>
                        <a:pt x="601682" y="1346462"/>
                      </a:cubicBezTo>
                      <a:cubicBezTo>
                        <a:pt x="604255" y="1343253"/>
                        <a:pt x="607472" y="1339402"/>
                        <a:pt x="610045" y="1335551"/>
                      </a:cubicBezTo>
                      <a:cubicBezTo>
                        <a:pt x="611974" y="1331700"/>
                        <a:pt x="615834" y="1331700"/>
                        <a:pt x="620337" y="1333625"/>
                      </a:cubicBezTo>
                      <a:close/>
                      <a:moveTo>
                        <a:pt x="902090" y="1224515"/>
                      </a:moveTo>
                      <a:cubicBezTo>
                        <a:pt x="898230" y="1230933"/>
                        <a:pt x="895014" y="1235426"/>
                        <a:pt x="893084" y="1236068"/>
                      </a:cubicBezTo>
                      <a:cubicBezTo>
                        <a:pt x="891154" y="1236710"/>
                        <a:pt x="892441" y="1230291"/>
                        <a:pt x="889225" y="1232217"/>
                      </a:cubicBezTo>
                      <a:cubicBezTo>
                        <a:pt x="887295" y="1233501"/>
                        <a:pt x="884722" y="1234784"/>
                        <a:pt x="883435" y="1236710"/>
                      </a:cubicBezTo>
                      <a:cubicBezTo>
                        <a:pt x="876359" y="1223873"/>
                        <a:pt x="871213" y="1213604"/>
                        <a:pt x="866067" y="1203335"/>
                      </a:cubicBezTo>
                      <a:cubicBezTo>
                        <a:pt x="866710" y="1202693"/>
                        <a:pt x="866710" y="1202051"/>
                        <a:pt x="867353" y="1200767"/>
                      </a:cubicBezTo>
                      <a:cubicBezTo>
                        <a:pt x="877002" y="1204618"/>
                        <a:pt x="887295" y="1207186"/>
                        <a:pt x="900160" y="1207186"/>
                      </a:cubicBezTo>
                      <a:cubicBezTo>
                        <a:pt x="902090" y="1207186"/>
                        <a:pt x="904020" y="1207186"/>
                        <a:pt x="906593" y="1207186"/>
                      </a:cubicBezTo>
                      <a:cubicBezTo>
                        <a:pt x="906593" y="1208469"/>
                        <a:pt x="906593" y="1209753"/>
                        <a:pt x="906593" y="1210395"/>
                      </a:cubicBezTo>
                      <a:cubicBezTo>
                        <a:pt x="905950" y="1214246"/>
                        <a:pt x="905950" y="1218097"/>
                        <a:pt x="902090" y="1224515"/>
                      </a:cubicBezTo>
                      <a:close/>
                      <a:moveTo>
                        <a:pt x="987002" y="1376628"/>
                      </a:moveTo>
                      <a:cubicBezTo>
                        <a:pt x="986359" y="1378553"/>
                        <a:pt x="984429" y="1380479"/>
                        <a:pt x="983142" y="1377911"/>
                      </a:cubicBezTo>
                      <a:cubicBezTo>
                        <a:pt x="981213" y="1375986"/>
                        <a:pt x="981213" y="1370210"/>
                        <a:pt x="978639" y="1368926"/>
                      </a:cubicBezTo>
                      <a:cubicBezTo>
                        <a:pt x="976710" y="1367642"/>
                        <a:pt x="974136" y="1368284"/>
                        <a:pt x="973493" y="1365075"/>
                      </a:cubicBezTo>
                      <a:cubicBezTo>
                        <a:pt x="972850" y="1361866"/>
                        <a:pt x="974136" y="1359298"/>
                        <a:pt x="974136" y="1356089"/>
                      </a:cubicBezTo>
                      <a:cubicBezTo>
                        <a:pt x="974136" y="1352880"/>
                        <a:pt x="973493" y="1351597"/>
                        <a:pt x="976066" y="1349671"/>
                      </a:cubicBezTo>
                      <a:cubicBezTo>
                        <a:pt x="977353" y="1349029"/>
                        <a:pt x="978639" y="1347746"/>
                        <a:pt x="979283" y="1347104"/>
                      </a:cubicBezTo>
                      <a:cubicBezTo>
                        <a:pt x="979926" y="1347746"/>
                        <a:pt x="980569" y="1349029"/>
                        <a:pt x="980569" y="1349671"/>
                      </a:cubicBezTo>
                      <a:cubicBezTo>
                        <a:pt x="983786" y="1354806"/>
                        <a:pt x="986359" y="1362508"/>
                        <a:pt x="988288" y="1370210"/>
                      </a:cubicBezTo>
                      <a:cubicBezTo>
                        <a:pt x="987645" y="1372777"/>
                        <a:pt x="987002" y="1375344"/>
                        <a:pt x="987002" y="1376628"/>
                      </a:cubicBezTo>
                      <a:close/>
                      <a:moveTo>
                        <a:pt x="1047469" y="1155840"/>
                      </a:moveTo>
                      <a:cubicBezTo>
                        <a:pt x="1046826" y="1158407"/>
                        <a:pt x="1041680" y="1163542"/>
                        <a:pt x="1040393" y="1166109"/>
                      </a:cubicBezTo>
                      <a:cubicBezTo>
                        <a:pt x="1038464" y="1159049"/>
                        <a:pt x="1036534" y="1151989"/>
                        <a:pt x="1033961" y="1144929"/>
                      </a:cubicBezTo>
                      <a:cubicBezTo>
                        <a:pt x="1035247" y="1144929"/>
                        <a:pt x="1035891" y="1144929"/>
                        <a:pt x="1036534" y="1145570"/>
                      </a:cubicBezTo>
                      <a:cubicBezTo>
                        <a:pt x="1038464" y="1147496"/>
                        <a:pt x="1039750" y="1150063"/>
                        <a:pt x="1042967" y="1151347"/>
                      </a:cubicBezTo>
                      <a:cubicBezTo>
                        <a:pt x="1046183" y="1152630"/>
                        <a:pt x="1048113" y="1152630"/>
                        <a:pt x="1047469" y="1155840"/>
                      </a:cubicBezTo>
                      <a:close/>
                      <a:moveTo>
                        <a:pt x="1134954" y="1178304"/>
                      </a:moveTo>
                      <a:cubicBezTo>
                        <a:pt x="1134954" y="1178304"/>
                        <a:pt x="1133668" y="1188573"/>
                        <a:pt x="1133668" y="1192424"/>
                      </a:cubicBezTo>
                      <a:cubicBezTo>
                        <a:pt x="1133668" y="1196275"/>
                        <a:pt x="1129808" y="1198200"/>
                        <a:pt x="1127878" y="1196275"/>
                      </a:cubicBezTo>
                      <a:cubicBezTo>
                        <a:pt x="1125949" y="1194349"/>
                        <a:pt x="1124019" y="1194349"/>
                        <a:pt x="1123376" y="1191782"/>
                      </a:cubicBezTo>
                      <a:cubicBezTo>
                        <a:pt x="1122732" y="1190498"/>
                        <a:pt x="1122732" y="1189215"/>
                        <a:pt x="1122732" y="1187931"/>
                      </a:cubicBezTo>
                      <a:cubicBezTo>
                        <a:pt x="1127878" y="1186005"/>
                        <a:pt x="1127235" y="1178304"/>
                        <a:pt x="1129808" y="1173811"/>
                      </a:cubicBezTo>
                      <a:cubicBezTo>
                        <a:pt x="1130452" y="1173169"/>
                        <a:pt x="1131095" y="1172527"/>
                        <a:pt x="1131095" y="1171885"/>
                      </a:cubicBezTo>
                      <a:cubicBezTo>
                        <a:pt x="1131095" y="1171885"/>
                        <a:pt x="1131738" y="1171885"/>
                        <a:pt x="1131738" y="1172527"/>
                      </a:cubicBezTo>
                      <a:cubicBezTo>
                        <a:pt x="1135598" y="1173811"/>
                        <a:pt x="1134954" y="1178304"/>
                        <a:pt x="1134954" y="1178304"/>
                      </a:cubicBezTo>
                      <a:close/>
                      <a:moveTo>
                        <a:pt x="1132381" y="1116688"/>
                      </a:moveTo>
                      <a:cubicBezTo>
                        <a:pt x="1131095" y="1116688"/>
                        <a:pt x="1129808" y="1116688"/>
                        <a:pt x="1128522" y="1116046"/>
                      </a:cubicBezTo>
                      <a:cubicBezTo>
                        <a:pt x="1127878" y="1114121"/>
                        <a:pt x="1127878" y="1110270"/>
                        <a:pt x="1129165" y="1108986"/>
                      </a:cubicBezTo>
                      <a:cubicBezTo>
                        <a:pt x="1132381" y="1110912"/>
                        <a:pt x="1135598" y="1112195"/>
                        <a:pt x="1138814" y="1113479"/>
                      </a:cubicBezTo>
                      <a:cubicBezTo>
                        <a:pt x="1136884" y="1116046"/>
                        <a:pt x="1134954" y="1116688"/>
                        <a:pt x="1132381" y="1116688"/>
                      </a:cubicBezTo>
                      <a:close/>
                      <a:moveTo>
                        <a:pt x="1154253" y="142396"/>
                      </a:moveTo>
                      <a:cubicBezTo>
                        <a:pt x="1156182" y="137903"/>
                        <a:pt x="1156182" y="132769"/>
                        <a:pt x="1156182" y="131485"/>
                      </a:cubicBezTo>
                      <a:cubicBezTo>
                        <a:pt x="1156182" y="130202"/>
                        <a:pt x="1159399" y="127634"/>
                        <a:pt x="1160685" y="124425"/>
                      </a:cubicBezTo>
                      <a:cubicBezTo>
                        <a:pt x="1161972" y="121216"/>
                        <a:pt x="1163902" y="119932"/>
                        <a:pt x="1163902" y="116081"/>
                      </a:cubicBezTo>
                      <a:cubicBezTo>
                        <a:pt x="1163902" y="112230"/>
                        <a:pt x="1165188" y="110947"/>
                        <a:pt x="1165188" y="110947"/>
                      </a:cubicBezTo>
                      <a:cubicBezTo>
                        <a:pt x="1167761" y="107738"/>
                        <a:pt x="1169691" y="110305"/>
                        <a:pt x="1172264" y="112230"/>
                      </a:cubicBezTo>
                      <a:cubicBezTo>
                        <a:pt x="1174837" y="114156"/>
                        <a:pt x="1176124" y="118007"/>
                        <a:pt x="1179340" y="119290"/>
                      </a:cubicBezTo>
                      <a:cubicBezTo>
                        <a:pt x="1182557" y="120574"/>
                        <a:pt x="1183200" y="125067"/>
                        <a:pt x="1182557" y="127634"/>
                      </a:cubicBezTo>
                      <a:cubicBezTo>
                        <a:pt x="1181913" y="130202"/>
                        <a:pt x="1180627" y="134694"/>
                        <a:pt x="1175481" y="141113"/>
                      </a:cubicBezTo>
                      <a:cubicBezTo>
                        <a:pt x="1170978" y="146889"/>
                        <a:pt x="1161972" y="156516"/>
                        <a:pt x="1157469" y="155875"/>
                      </a:cubicBezTo>
                      <a:cubicBezTo>
                        <a:pt x="1152323" y="154591"/>
                        <a:pt x="1152323" y="146889"/>
                        <a:pt x="1154253" y="142396"/>
                      </a:cubicBezTo>
                      <a:close/>
                      <a:moveTo>
                        <a:pt x="1162615" y="494759"/>
                      </a:moveTo>
                      <a:cubicBezTo>
                        <a:pt x="1164545" y="493475"/>
                        <a:pt x="1167118" y="492191"/>
                        <a:pt x="1169691" y="490908"/>
                      </a:cubicBezTo>
                      <a:cubicBezTo>
                        <a:pt x="1169048" y="492833"/>
                        <a:pt x="1169048" y="495401"/>
                        <a:pt x="1169048" y="496042"/>
                      </a:cubicBezTo>
                      <a:cubicBezTo>
                        <a:pt x="1169048" y="497968"/>
                        <a:pt x="1170334" y="499252"/>
                        <a:pt x="1172264" y="499893"/>
                      </a:cubicBezTo>
                      <a:cubicBezTo>
                        <a:pt x="1170334" y="499893"/>
                        <a:pt x="1168405" y="500535"/>
                        <a:pt x="1166475" y="500535"/>
                      </a:cubicBezTo>
                      <a:cubicBezTo>
                        <a:pt x="1166475" y="500535"/>
                        <a:pt x="1166475" y="500535"/>
                        <a:pt x="1166475" y="500535"/>
                      </a:cubicBezTo>
                      <a:cubicBezTo>
                        <a:pt x="1165831" y="498610"/>
                        <a:pt x="1163902" y="496042"/>
                        <a:pt x="1162615" y="494759"/>
                      </a:cubicBezTo>
                      <a:close/>
                      <a:moveTo>
                        <a:pt x="1181913" y="1189856"/>
                      </a:moveTo>
                      <a:cubicBezTo>
                        <a:pt x="1181913" y="1189856"/>
                        <a:pt x="1181913" y="1190498"/>
                        <a:pt x="1181913" y="1189856"/>
                      </a:cubicBezTo>
                      <a:lnTo>
                        <a:pt x="1181913" y="1189856"/>
                      </a:lnTo>
                      <a:cubicBezTo>
                        <a:pt x="1181913" y="1190498"/>
                        <a:pt x="1179340" y="1202051"/>
                        <a:pt x="1179340" y="1207828"/>
                      </a:cubicBezTo>
                      <a:cubicBezTo>
                        <a:pt x="1178697" y="1213604"/>
                        <a:pt x="1178697" y="1218739"/>
                        <a:pt x="1178697" y="1223231"/>
                      </a:cubicBezTo>
                      <a:cubicBezTo>
                        <a:pt x="1178697" y="1227724"/>
                        <a:pt x="1178054" y="1234784"/>
                        <a:pt x="1178054" y="1239277"/>
                      </a:cubicBezTo>
                      <a:cubicBezTo>
                        <a:pt x="1178054" y="1243770"/>
                        <a:pt x="1172264" y="1239277"/>
                        <a:pt x="1170334" y="1238635"/>
                      </a:cubicBezTo>
                      <a:cubicBezTo>
                        <a:pt x="1168405" y="1237993"/>
                        <a:pt x="1163902" y="1239919"/>
                        <a:pt x="1162615" y="1239277"/>
                      </a:cubicBezTo>
                      <a:cubicBezTo>
                        <a:pt x="1161329" y="1238635"/>
                        <a:pt x="1161972" y="1235426"/>
                        <a:pt x="1160685" y="1233501"/>
                      </a:cubicBezTo>
                      <a:cubicBezTo>
                        <a:pt x="1159399" y="1231575"/>
                        <a:pt x="1160042" y="1232217"/>
                        <a:pt x="1159399" y="1227724"/>
                      </a:cubicBezTo>
                      <a:cubicBezTo>
                        <a:pt x="1158755" y="1223231"/>
                        <a:pt x="1156182" y="1225157"/>
                        <a:pt x="1155539" y="1221948"/>
                      </a:cubicBezTo>
                      <a:cubicBezTo>
                        <a:pt x="1154896" y="1218739"/>
                        <a:pt x="1156182" y="1216171"/>
                        <a:pt x="1158112" y="1215529"/>
                      </a:cubicBezTo>
                      <a:cubicBezTo>
                        <a:pt x="1160042" y="1214888"/>
                        <a:pt x="1160685" y="1216171"/>
                        <a:pt x="1165831" y="1217455"/>
                      </a:cubicBezTo>
                      <a:cubicBezTo>
                        <a:pt x="1170334" y="1218097"/>
                        <a:pt x="1170978" y="1211037"/>
                        <a:pt x="1171621" y="1210395"/>
                      </a:cubicBezTo>
                      <a:cubicBezTo>
                        <a:pt x="1172264" y="1209753"/>
                        <a:pt x="1170334" y="1202693"/>
                        <a:pt x="1168405" y="1200126"/>
                      </a:cubicBezTo>
                      <a:cubicBezTo>
                        <a:pt x="1166475" y="1197558"/>
                        <a:pt x="1163258" y="1191782"/>
                        <a:pt x="1163258" y="1189215"/>
                      </a:cubicBezTo>
                      <a:cubicBezTo>
                        <a:pt x="1163258" y="1186647"/>
                        <a:pt x="1163902" y="1187931"/>
                        <a:pt x="1167118" y="1186647"/>
                      </a:cubicBezTo>
                      <a:cubicBezTo>
                        <a:pt x="1169691" y="1186005"/>
                        <a:pt x="1169691" y="1183438"/>
                        <a:pt x="1170334" y="1181513"/>
                      </a:cubicBezTo>
                      <a:cubicBezTo>
                        <a:pt x="1174837" y="1182796"/>
                        <a:pt x="1178697" y="1183438"/>
                        <a:pt x="1181913" y="1184722"/>
                      </a:cubicBezTo>
                      <a:cubicBezTo>
                        <a:pt x="1181913" y="1186647"/>
                        <a:pt x="1181913" y="1188573"/>
                        <a:pt x="1181913" y="1189856"/>
                      </a:cubicBezTo>
                      <a:close/>
                      <a:moveTo>
                        <a:pt x="1279691" y="843270"/>
                      </a:moveTo>
                      <a:cubicBezTo>
                        <a:pt x="1279691" y="843270"/>
                        <a:pt x="1280334" y="843270"/>
                        <a:pt x="1279691" y="843270"/>
                      </a:cubicBezTo>
                      <a:cubicBezTo>
                        <a:pt x="1280334" y="843270"/>
                        <a:pt x="1280334" y="843270"/>
                        <a:pt x="1279691" y="843270"/>
                      </a:cubicBezTo>
                      <a:cubicBezTo>
                        <a:pt x="1281620" y="845838"/>
                        <a:pt x="1282907" y="849047"/>
                        <a:pt x="1284193" y="852256"/>
                      </a:cubicBezTo>
                      <a:cubicBezTo>
                        <a:pt x="1280334" y="852256"/>
                        <a:pt x="1277118" y="852898"/>
                        <a:pt x="1277761" y="849689"/>
                      </a:cubicBezTo>
                      <a:cubicBezTo>
                        <a:pt x="1277761" y="847121"/>
                        <a:pt x="1277761" y="846479"/>
                        <a:pt x="1279691" y="843270"/>
                      </a:cubicBezTo>
                      <a:close/>
                    </a:path>
                  </a:pathLst>
                </a:custGeom>
                <a:solidFill>
                  <a:schemeClr val="accent1"/>
                </a:solidFill>
                <a:ln w="6424" cap="flat">
                  <a:noFill/>
                  <a:prstDash val="solid"/>
                  <a:miter/>
                </a:ln>
              </p:spPr>
              <p:txBody>
                <a:bodyPr rtlCol="0" anchor="ctr"/>
                <a:lstStyle/>
                <a:p>
                  <a:endParaRPr lang="pt-BR" dirty="0"/>
                </a:p>
              </p:txBody>
            </p:sp>
            <p:sp>
              <p:nvSpPr>
                <p:cNvPr id="85" name="Freeform: Shape 84">
                  <a:extLst>
                    <a:ext uri="{FF2B5EF4-FFF2-40B4-BE49-F238E27FC236}">
                      <a16:creationId xmlns:a16="http://schemas.microsoft.com/office/drawing/2014/main" id="{808893A5-0AF0-B4C6-EB37-105D99C6512F}"/>
                    </a:ext>
                  </a:extLst>
                </p:cNvPr>
                <p:cNvSpPr/>
                <p:nvPr/>
              </p:nvSpPr>
              <p:spPr>
                <a:xfrm>
                  <a:off x="6291521" y="1525689"/>
                  <a:ext cx="3396" cy="13100"/>
                </a:xfrm>
                <a:custGeom>
                  <a:avLst/>
                  <a:gdLst>
                    <a:gd name="connsiteX0" fmla="*/ 0 w 3396"/>
                    <a:gd name="connsiteY0" fmla="*/ 9286 h 13100"/>
                    <a:gd name="connsiteX1" fmla="*/ 3216 w 3396"/>
                    <a:gd name="connsiteY1" fmla="*/ 10570 h 13100"/>
                    <a:gd name="connsiteX2" fmla="*/ 2573 w 3396"/>
                    <a:gd name="connsiteY2" fmla="*/ 943 h 13100"/>
                    <a:gd name="connsiteX3" fmla="*/ 0 w 3396"/>
                    <a:gd name="connsiteY3" fmla="*/ 9286 h 13100"/>
                  </a:gdLst>
                  <a:ahLst/>
                  <a:cxnLst>
                    <a:cxn ang="0">
                      <a:pos x="connsiteX0" y="connsiteY0"/>
                    </a:cxn>
                    <a:cxn ang="0">
                      <a:pos x="connsiteX1" y="connsiteY1"/>
                    </a:cxn>
                    <a:cxn ang="0">
                      <a:pos x="connsiteX2" y="connsiteY2"/>
                    </a:cxn>
                    <a:cxn ang="0">
                      <a:pos x="connsiteX3" y="connsiteY3"/>
                    </a:cxn>
                  </a:cxnLst>
                  <a:rect l="l" t="t" r="r" b="b"/>
                  <a:pathLst>
                    <a:path w="3396" h="13100">
                      <a:moveTo>
                        <a:pt x="0" y="9286"/>
                      </a:moveTo>
                      <a:cubicBezTo>
                        <a:pt x="0" y="11854"/>
                        <a:pt x="2573" y="15705"/>
                        <a:pt x="3216" y="10570"/>
                      </a:cubicBezTo>
                      <a:cubicBezTo>
                        <a:pt x="3860" y="5435"/>
                        <a:pt x="2573" y="943"/>
                        <a:pt x="2573" y="943"/>
                      </a:cubicBezTo>
                      <a:cubicBezTo>
                        <a:pt x="1287" y="-2908"/>
                        <a:pt x="0" y="6077"/>
                        <a:pt x="0" y="9286"/>
                      </a:cubicBezTo>
                      <a:close/>
                    </a:path>
                  </a:pathLst>
                </a:custGeom>
                <a:solidFill>
                  <a:srgbClr val="9D70F2"/>
                </a:solidFill>
                <a:ln w="6424" cap="flat">
                  <a:noFill/>
                  <a:prstDash val="solid"/>
                  <a:miter/>
                </a:ln>
              </p:spPr>
              <p:txBody>
                <a:bodyPr rtlCol="0" anchor="ctr"/>
                <a:lstStyle/>
                <a:p>
                  <a:endParaRPr lang="pt-BR" dirty="0"/>
                </a:p>
              </p:txBody>
            </p:sp>
            <p:sp>
              <p:nvSpPr>
                <p:cNvPr id="86" name="Freeform: Shape 85">
                  <a:extLst>
                    <a:ext uri="{FF2B5EF4-FFF2-40B4-BE49-F238E27FC236}">
                      <a16:creationId xmlns:a16="http://schemas.microsoft.com/office/drawing/2014/main" id="{2165DEA0-D7D6-5D77-E138-F8D18C253061}"/>
                    </a:ext>
                  </a:extLst>
                </p:cNvPr>
                <p:cNvSpPr/>
                <p:nvPr/>
              </p:nvSpPr>
              <p:spPr>
                <a:xfrm>
                  <a:off x="5911991" y="2134650"/>
                  <a:ext cx="6432" cy="2456"/>
                </a:xfrm>
                <a:custGeom>
                  <a:avLst/>
                  <a:gdLst>
                    <a:gd name="connsiteX0" fmla="*/ 0 w 6432"/>
                    <a:gd name="connsiteY0" fmla="*/ 1715 h 2456"/>
                    <a:gd name="connsiteX1" fmla="*/ 3216 w 6432"/>
                    <a:gd name="connsiteY1" fmla="*/ 1715 h 2456"/>
                    <a:gd name="connsiteX2" fmla="*/ 6433 w 6432"/>
                    <a:gd name="connsiteY2" fmla="*/ 432 h 2456"/>
                    <a:gd name="connsiteX3" fmla="*/ 0 w 6432"/>
                    <a:gd name="connsiteY3" fmla="*/ 1715 h 2456"/>
                  </a:gdLst>
                  <a:ahLst/>
                  <a:cxnLst>
                    <a:cxn ang="0">
                      <a:pos x="connsiteX0" y="connsiteY0"/>
                    </a:cxn>
                    <a:cxn ang="0">
                      <a:pos x="connsiteX1" y="connsiteY1"/>
                    </a:cxn>
                    <a:cxn ang="0">
                      <a:pos x="connsiteX2" y="connsiteY2"/>
                    </a:cxn>
                    <a:cxn ang="0">
                      <a:pos x="connsiteX3" y="connsiteY3"/>
                    </a:cxn>
                  </a:cxnLst>
                  <a:rect l="l" t="t" r="r" b="b"/>
                  <a:pathLst>
                    <a:path w="6432" h="2456">
                      <a:moveTo>
                        <a:pt x="0" y="1715"/>
                      </a:moveTo>
                      <a:cubicBezTo>
                        <a:pt x="0" y="2357"/>
                        <a:pt x="0" y="2999"/>
                        <a:pt x="3216" y="1715"/>
                      </a:cubicBezTo>
                      <a:cubicBezTo>
                        <a:pt x="6433" y="1074"/>
                        <a:pt x="6433" y="432"/>
                        <a:pt x="6433" y="432"/>
                      </a:cubicBezTo>
                      <a:cubicBezTo>
                        <a:pt x="5789" y="-852"/>
                        <a:pt x="0" y="1074"/>
                        <a:pt x="0" y="1715"/>
                      </a:cubicBezTo>
                      <a:close/>
                    </a:path>
                  </a:pathLst>
                </a:custGeom>
                <a:solidFill>
                  <a:srgbClr val="9D70F2"/>
                </a:solidFill>
                <a:ln w="6424" cap="flat">
                  <a:noFill/>
                  <a:prstDash val="solid"/>
                  <a:miter/>
                </a:ln>
              </p:spPr>
              <p:txBody>
                <a:bodyPr rtlCol="0" anchor="ctr"/>
                <a:lstStyle/>
                <a:p>
                  <a:endParaRPr lang="pt-BR"/>
                </a:p>
              </p:txBody>
            </p:sp>
            <p:sp>
              <p:nvSpPr>
                <p:cNvPr id="87" name="Freeform: Shape 86">
                  <a:extLst>
                    <a:ext uri="{FF2B5EF4-FFF2-40B4-BE49-F238E27FC236}">
                      <a16:creationId xmlns:a16="http://schemas.microsoft.com/office/drawing/2014/main" id="{36A46625-ECB1-3FFF-9BC2-AC3A251660BA}"/>
                    </a:ext>
                  </a:extLst>
                </p:cNvPr>
                <p:cNvSpPr/>
                <p:nvPr/>
              </p:nvSpPr>
              <p:spPr>
                <a:xfrm>
                  <a:off x="5967885" y="2033340"/>
                  <a:ext cx="8948" cy="9077"/>
                </a:xfrm>
                <a:custGeom>
                  <a:avLst/>
                  <a:gdLst>
                    <a:gd name="connsiteX0" fmla="*/ 7790 w 8948"/>
                    <a:gd name="connsiteY0" fmla="*/ 6752 h 9077"/>
                    <a:gd name="connsiteX1" fmla="*/ 6504 w 8948"/>
                    <a:gd name="connsiteY1" fmla="*/ 334 h 9077"/>
                    <a:gd name="connsiteX2" fmla="*/ 71 w 8948"/>
                    <a:gd name="connsiteY2" fmla="*/ 5469 h 9077"/>
                    <a:gd name="connsiteX3" fmla="*/ 7790 w 8948"/>
                    <a:gd name="connsiteY3" fmla="*/ 6752 h 9077"/>
                  </a:gdLst>
                  <a:ahLst/>
                  <a:cxnLst>
                    <a:cxn ang="0">
                      <a:pos x="connsiteX0" y="connsiteY0"/>
                    </a:cxn>
                    <a:cxn ang="0">
                      <a:pos x="connsiteX1" y="connsiteY1"/>
                    </a:cxn>
                    <a:cxn ang="0">
                      <a:pos x="connsiteX2" y="connsiteY2"/>
                    </a:cxn>
                    <a:cxn ang="0">
                      <a:pos x="connsiteX3" y="connsiteY3"/>
                    </a:cxn>
                  </a:cxnLst>
                  <a:rect l="l" t="t" r="r" b="b"/>
                  <a:pathLst>
                    <a:path w="8948" h="9077">
                      <a:moveTo>
                        <a:pt x="7790" y="6752"/>
                      </a:moveTo>
                      <a:cubicBezTo>
                        <a:pt x="11007" y="2901"/>
                        <a:pt x="6504" y="334"/>
                        <a:pt x="6504" y="334"/>
                      </a:cubicBezTo>
                      <a:cubicBezTo>
                        <a:pt x="3287" y="-950"/>
                        <a:pt x="-572" y="1618"/>
                        <a:pt x="71" y="5469"/>
                      </a:cubicBezTo>
                      <a:cubicBezTo>
                        <a:pt x="71" y="9319"/>
                        <a:pt x="4574" y="10603"/>
                        <a:pt x="7790" y="6752"/>
                      </a:cubicBezTo>
                      <a:close/>
                    </a:path>
                  </a:pathLst>
                </a:custGeom>
                <a:solidFill>
                  <a:srgbClr val="9D70F2"/>
                </a:solidFill>
                <a:ln w="6424" cap="flat">
                  <a:noFill/>
                  <a:prstDash val="solid"/>
                  <a:miter/>
                </a:ln>
              </p:spPr>
              <p:txBody>
                <a:bodyPr rtlCol="0" anchor="ctr"/>
                <a:lstStyle/>
                <a:p>
                  <a:endParaRPr lang="pt-BR"/>
                </a:p>
              </p:txBody>
            </p:sp>
            <p:sp>
              <p:nvSpPr>
                <p:cNvPr id="88" name="Freeform: Shape 87">
                  <a:extLst>
                    <a:ext uri="{FF2B5EF4-FFF2-40B4-BE49-F238E27FC236}">
                      <a16:creationId xmlns:a16="http://schemas.microsoft.com/office/drawing/2014/main" id="{A5EAD6B4-C28F-9B58-41DB-1F588FB5055B}"/>
                    </a:ext>
                  </a:extLst>
                </p:cNvPr>
                <p:cNvSpPr/>
                <p:nvPr/>
              </p:nvSpPr>
              <p:spPr>
                <a:xfrm>
                  <a:off x="6740394" y="1664454"/>
                  <a:ext cx="25897" cy="24407"/>
                </a:xfrm>
                <a:custGeom>
                  <a:avLst/>
                  <a:gdLst>
                    <a:gd name="connsiteX0" fmla="*/ 14927 w 25897"/>
                    <a:gd name="connsiteY0" fmla="*/ 812 h 24407"/>
                    <a:gd name="connsiteX1" fmla="*/ 3991 w 25897"/>
                    <a:gd name="connsiteY1" fmla="*/ 5946 h 24407"/>
                    <a:gd name="connsiteX2" fmla="*/ 1418 w 25897"/>
                    <a:gd name="connsiteY2" fmla="*/ 18783 h 24407"/>
                    <a:gd name="connsiteX3" fmla="*/ 17500 w 25897"/>
                    <a:gd name="connsiteY3" fmla="*/ 23276 h 24407"/>
                    <a:gd name="connsiteX4" fmla="*/ 25862 w 25897"/>
                    <a:gd name="connsiteY4" fmla="*/ 9797 h 24407"/>
                    <a:gd name="connsiteX5" fmla="*/ 14927 w 25897"/>
                    <a:gd name="connsiteY5" fmla="*/ 812 h 2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97" h="24407">
                      <a:moveTo>
                        <a:pt x="14927" y="812"/>
                      </a:moveTo>
                      <a:cubicBezTo>
                        <a:pt x="11710" y="2095"/>
                        <a:pt x="9137" y="3379"/>
                        <a:pt x="3991" y="5946"/>
                      </a:cubicBezTo>
                      <a:cubicBezTo>
                        <a:pt x="-1155" y="8514"/>
                        <a:pt x="-512" y="13648"/>
                        <a:pt x="1418" y="18783"/>
                      </a:cubicBezTo>
                      <a:cubicBezTo>
                        <a:pt x="3348" y="23918"/>
                        <a:pt x="9780" y="25843"/>
                        <a:pt x="17500" y="23276"/>
                      </a:cubicBezTo>
                      <a:cubicBezTo>
                        <a:pt x="23289" y="21350"/>
                        <a:pt x="25862" y="16858"/>
                        <a:pt x="25862" y="9797"/>
                      </a:cubicBezTo>
                      <a:cubicBezTo>
                        <a:pt x="26505" y="-1755"/>
                        <a:pt x="18143" y="-472"/>
                        <a:pt x="14927" y="812"/>
                      </a:cubicBezTo>
                      <a:close/>
                    </a:path>
                  </a:pathLst>
                </a:custGeom>
                <a:solidFill>
                  <a:schemeClr val="accent1"/>
                </a:solidFill>
                <a:ln w="6424" cap="flat">
                  <a:noFill/>
                  <a:prstDash val="solid"/>
                  <a:miter/>
                </a:ln>
              </p:spPr>
              <p:txBody>
                <a:bodyPr rtlCol="0" anchor="ctr"/>
                <a:lstStyle/>
                <a:p>
                  <a:endParaRPr lang="pt-BR"/>
                </a:p>
              </p:txBody>
            </p:sp>
            <p:sp>
              <p:nvSpPr>
                <p:cNvPr id="89" name="Freeform: Shape 88">
                  <a:extLst>
                    <a:ext uri="{FF2B5EF4-FFF2-40B4-BE49-F238E27FC236}">
                      <a16:creationId xmlns:a16="http://schemas.microsoft.com/office/drawing/2014/main" id="{3A0B4BA4-EB2E-08FD-5B06-67185D76560B}"/>
                    </a:ext>
                  </a:extLst>
                </p:cNvPr>
                <p:cNvSpPr/>
                <p:nvPr/>
              </p:nvSpPr>
              <p:spPr>
                <a:xfrm>
                  <a:off x="6862417" y="1574974"/>
                  <a:ext cx="12551" cy="11988"/>
                </a:xfrm>
                <a:custGeom>
                  <a:avLst/>
                  <a:gdLst>
                    <a:gd name="connsiteX0" fmla="*/ 12552 w 12551"/>
                    <a:gd name="connsiteY0" fmla="*/ 5570 h 11988"/>
                    <a:gd name="connsiteX1" fmla="*/ 973 w 12551"/>
                    <a:gd name="connsiteY1" fmla="*/ 1719 h 11988"/>
                    <a:gd name="connsiteX2" fmla="*/ 3546 w 12551"/>
                    <a:gd name="connsiteY2" fmla="*/ 11988 h 11988"/>
                    <a:gd name="connsiteX3" fmla="*/ 12552 w 12551"/>
                    <a:gd name="connsiteY3" fmla="*/ 5570 h 11988"/>
                  </a:gdLst>
                  <a:ahLst/>
                  <a:cxnLst>
                    <a:cxn ang="0">
                      <a:pos x="connsiteX0" y="connsiteY0"/>
                    </a:cxn>
                    <a:cxn ang="0">
                      <a:pos x="connsiteX1" y="connsiteY1"/>
                    </a:cxn>
                    <a:cxn ang="0">
                      <a:pos x="connsiteX2" y="connsiteY2"/>
                    </a:cxn>
                    <a:cxn ang="0">
                      <a:pos x="connsiteX3" y="connsiteY3"/>
                    </a:cxn>
                  </a:cxnLst>
                  <a:rect l="l" t="t" r="r" b="b"/>
                  <a:pathLst>
                    <a:path w="12551" h="11988">
                      <a:moveTo>
                        <a:pt x="12552" y="5570"/>
                      </a:moveTo>
                      <a:cubicBezTo>
                        <a:pt x="12552" y="-206"/>
                        <a:pt x="4189" y="-1490"/>
                        <a:pt x="973" y="1719"/>
                      </a:cubicBezTo>
                      <a:cubicBezTo>
                        <a:pt x="-2244" y="4928"/>
                        <a:pt x="3546" y="11988"/>
                        <a:pt x="3546" y="11988"/>
                      </a:cubicBezTo>
                      <a:cubicBezTo>
                        <a:pt x="3546" y="11988"/>
                        <a:pt x="12552" y="11347"/>
                        <a:pt x="12552" y="5570"/>
                      </a:cubicBezTo>
                      <a:close/>
                    </a:path>
                  </a:pathLst>
                </a:custGeom>
                <a:solidFill>
                  <a:schemeClr val="accent1"/>
                </a:solidFill>
                <a:ln w="6424" cap="flat">
                  <a:noFill/>
                  <a:prstDash val="solid"/>
                  <a:miter/>
                </a:ln>
              </p:spPr>
              <p:txBody>
                <a:bodyPr rtlCol="0" anchor="ctr"/>
                <a:lstStyle/>
                <a:p>
                  <a:endParaRPr lang="pt-BR"/>
                </a:p>
              </p:txBody>
            </p:sp>
            <p:sp>
              <p:nvSpPr>
                <p:cNvPr id="90" name="Freeform: Shape 89">
                  <a:extLst>
                    <a:ext uri="{FF2B5EF4-FFF2-40B4-BE49-F238E27FC236}">
                      <a16:creationId xmlns:a16="http://schemas.microsoft.com/office/drawing/2014/main" id="{1608144E-A068-8FB5-AFF3-2F525478D5A5}"/>
                    </a:ext>
                  </a:extLst>
                </p:cNvPr>
                <p:cNvSpPr/>
                <p:nvPr/>
              </p:nvSpPr>
              <p:spPr>
                <a:xfrm>
                  <a:off x="5755430" y="2194130"/>
                  <a:ext cx="19946" cy="17639"/>
                </a:xfrm>
                <a:custGeom>
                  <a:avLst/>
                  <a:gdLst>
                    <a:gd name="connsiteX0" fmla="*/ 11181 w 19946"/>
                    <a:gd name="connsiteY0" fmla="*/ 0 h 17639"/>
                    <a:gd name="connsiteX1" fmla="*/ 2819 w 19946"/>
                    <a:gd name="connsiteY1" fmla="*/ 5135 h 17639"/>
                    <a:gd name="connsiteX2" fmla="*/ 3462 w 19946"/>
                    <a:gd name="connsiteY2" fmla="*/ 16687 h 17639"/>
                    <a:gd name="connsiteX3" fmla="*/ 15684 w 19946"/>
                    <a:gd name="connsiteY3" fmla="*/ 15404 h 17639"/>
                    <a:gd name="connsiteX4" fmla="*/ 19544 w 19946"/>
                    <a:gd name="connsiteY4" fmla="*/ 4493 h 17639"/>
                    <a:gd name="connsiteX5" fmla="*/ 11181 w 19946"/>
                    <a:gd name="connsiteY5" fmla="*/ 0 h 1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46" h="17639">
                      <a:moveTo>
                        <a:pt x="11181" y="0"/>
                      </a:moveTo>
                      <a:cubicBezTo>
                        <a:pt x="4105" y="0"/>
                        <a:pt x="6679" y="1925"/>
                        <a:pt x="2819" y="5135"/>
                      </a:cubicBezTo>
                      <a:cubicBezTo>
                        <a:pt x="-397" y="8344"/>
                        <a:pt x="-1684" y="14762"/>
                        <a:pt x="3462" y="16687"/>
                      </a:cubicBezTo>
                      <a:cubicBezTo>
                        <a:pt x="8608" y="18613"/>
                        <a:pt x="13111" y="17329"/>
                        <a:pt x="15684" y="15404"/>
                      </a:cubicBezTo>
                      <a:cubicBezTo>
                        <a:pt x="18901" y="13478"/>
                        <a:pt x="20831" y="7702"/>
                        <a:pt x="19544" y="4493"/>
                      </a:cubicBezTo>
                      <a:cubicBezTo>
                        <a:pt x="18257" y="1925"/>
                        <a:pt x="11181" y="0"/>
                        <a:pt x="11181" y="0"/>
                      </a:cubicBezTo>
                      <a:close/>
                    </a:path>
                  </a:pathLst>
                </a:custGeom>
                <a:solidFill>
                  <a:schemeClr val="accent1"/>
                </a:solidFill>
                <a:ln w="6424" cap="flat">
                  <a:noFill/>
                  <a:prstDash val="solid"/>
                  <a:miter/>
                </a:ln>
              </p:spPr>
              <p:txBody>
                <a:bodyPr rtlCol="0" anchor="ctr"/>
                <a:lstStyle/>
                <a:p>
                  <a:endParaRPr lang="pt-BR"/>
                </a:p>
              </p:txBody>
            </p:sp>
            <p:sp>
              <p:nvSpPr>
                <p:cNvPr id="91" name="Freeform: Shape 90">
                  <a:extLst>
                    <a:ext uri="{FF2B5EF4-FFF2-40B4-BE49-F238E27FC236}">
                      <a16:creationId xmlns:a16="http://schemas.microsoft.com/office/drawing/2014/main" id="{5DADEBB0-739F-F9C2-4B25-7B984AC82B6D}"/>
                    </a:ext>
                  </a:extLst>
                </p:cNvPr>
                <p:cNvSpPr/>
                <p:nvPr/>
              </p:nvSpPr>
              <p:spPr>
                <a:xfrm>
                  <a:off x="5752001" y="2153501"/>
                  <a:ext cx="24119" cy="22659"/>
                </a:xfrm>
                <a:custGeom>
                  <a:avLst/>
                  <a:gdLst>
                    <a:gd name="connsiteX0" fmla="*/ 19113 w 24119"/>
                    <a:gd name="connsiteY0" fmla="*/ 836 h 22659"/>
                    <a:gd name="connsiteX1" fmla="*/ 2388 w 24119"/>
                    <a:gd name="connsiteY1" fmla="*/ 4687 h 22659"/>
                    <a:gd name="connsiteX2" fmla="*/ 5605 w 24119"/>
                    <a:gd name="connsiteY2" fmla="*/ 21375 h 22659"/>
                    <a:gd name="connsiteX3" fmla="*/ 21686 w 24119"/>
                    <a:gd name="connsiteY3" fmla="*/ 16240 h 22659"/>
                    <a:gd name="connsiteX4" fmla="*/ 19113 w 24119"/>
                    <a:gd name="connsiteY4" fmla="*/ 836 h 22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19" h="22659">
                      <a:moveTo>
                        <a:pt x="19113" y="836"/>
                      </a:moveTo>
                      <a:cubicBezTo>
                        <a:pt x="13324" y="-2373"/>
                        <a:pt x="2388" y="4687"/>
                        <a:pt x="2388" y="4687"/>
                      </a:cubicBezTo>
                      <a:cubicBezTo>
                        <a:pt x="-1471" y="9180"/>
                        <a:pt x="-828" y="18166"/>
                        <a:pt x="5605" y="21375"/>
                      </a:cubicBezTo>
                      <a:cubicBezTo>
                        <a:pt x="12037" y="24584"/>
                        <a:pt x="18470" y="21375"/>
                        <a:pt x="21686" y="16240"/>
                      </a:cubicBezTo>
                      <a:cubicBezTo>
                        <a:pt x="25546" y="11747"/>
                        <a:pt x="24903" y="4046"/>
                        <a:pt x="19113" y="836"/>
                      </a:cubicBezTo>
                      <a:close/>
                    </a:path>
                  </a:pathLst>
                </a:custGeom>
                <a:solidFill>
                  <a:schemeClr val="accent1"/>
                </a:solidFill>
                <a:ln w="6424" cap="flat">
                  <a:noFill/>
                  <a:prstDash val="solid"/>
                  <a:miter/>
                </a:ln>
              </p:spPr>
              <p:txBody>
                <a:bodyPr rtlCol="0" anchor="ctr"/>
                <a:lstStyle/>
                <a:p>
                  <a:endParaRPr lang="pt-BR"/>
                </a:p>
              </p:txBody>
            </p:sp>
            <p:sp>
              <p:nvSpPr>
                <p:cNvPr id="92" name="Freeform: Shape 91">
                  <a:extLst>
                    <a:ext uri="{FF2B5EF4-FFF2-40B4-BE49-F238E27FC236}">
                      <a16:creationId xmlns:a16="http://schemas.microsoft.com/office/drawing/2014/main" id="{26961E7A-A214-E10F-825A-B32995BB4B10}"/>
                    </a:ext>
                  </a:extLst>
                </p:cNvPr>
                <p:cNvSpPr/>
                <p:nvPr/>
              </p:nvSpPr>
              <p:spPr>
                <a:xfrm>
                  <a:off x="5742525" y="2127498"/>
                  <a:ext cx="23848" cy="19939"/>
                </a:xfrm>
                <a:custGeom>
                  <a:avLst/>
                  <a:gdLst>
                    <a:gd name="connsiteX0" fmla="*/ 17011 w 23848"/>
                    <a:gd name="connsiteY0" fmla="*/ 524 h 19939"/>
                    <a:gd name="connsiteX1" fmla="*/ 2859 w 23848"/>
                    <a:gd name="connsiteY1" fmla="*/ 5659 h 19939"/>
                    <a:gd name="connsiteX2" fmla="*/ 2859 w 23848"/>
                    <a:gd name="connsiteY2" fmla="*/ 16570 h 19939"/>
                    <a:gd name="connsiteX3" fmla="*/ 19584 w 23848"/>
                    <a:gd name="connsiteY3" fmla="*/ 16570 h 19939"/>
                    <a:gd name="connsiteX4" fmla="*/ 17011 w 23848"/>
                    <a:gd name="connsiteY4" fmla="*/ 524 h 199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48" h="19939">
                      <a:moveTo>
                        <a:pt x="17011" y="524"/>
                      </a:moveTo>
                      <a:cubicBezTo>
                        <a:pt x="7362" y="-2043"/>
                        <a:pt x="2859" y="5659"/>
                        <a:pt x="2859" y="5659"/>
                      </a:cubicBezTo>
                      <a:cubicBezTo>
                        <a:pt x="2859" y="5659"/>
                        <a:pt x="-3574" y="12077"/>
                        <a:pt x="2859" y="16570"/>
                      </a:cubicBezTo>
                      <a:cubicBezTo>
                        <a:pt x="9292" y="21062"/>
                        <a:pt x="14438" y="21062"/>
                        <a:pt x="19584" y="16570"/>
                      </a:cubicBezTo>
                      <a:cubicBezTo>
                        <a:pt x="24730" y="12077"/>
                        <a:pt x="26660" y="3091"/>
                        <a:pt x="17011" y="524"/>
                      </a:cubicBezTo>
                      <a:close/>
                    </a:path>
                  </a:pathLst>
                </a:custGeom>
                <a:solidFill>
                  <a:schemeClr val="accent1"/>
                </a:solidFill>
                <a:ln w="6424" cap="flat">
                  <a:noFill/>
                  <a:prstDash val="solid"/>
                  <a:miter/>
                </a:ln>
              </p:spPr>
              <p:txBody>
                <a:bodyPr rtlCol="0" anchor="ctr"/>
                <a:lstStyle/>
                <a:p>
                  <a:endParaRPr lang="pt-BR"/>
                </a:p>
              </p:txBody>
            </p:sp>
            <p:sp>
              <p:nvSpPr>
                <p:cNvPr id="93" name="Freeform: Shape 92">
                  <a:extLst>
                    <a:ext uri="{FF2B5EF4-FFF2-40B4-BE49-F238E27FC236}">
                      <a16:creationId xmlns:a16="http://schemas.microsoft.com/office/drawing/2014/main" id="{F5A7AD04-4CF3-E77E-EA5A-03AC21F900B6}"/>
                    </a:ext>
                  </a:extLst>
                </p:cNvPr>
                <p:cNvSpPr/>
                <p:nvPr/>
              </p:nvSpPr>
              <p:spPr>
                <a:xfrm>
                  <a:off x="5682254" y="2498263"/>
                  <a:ext cx="37613" cy="52946"/>
                </a:xfrm>
                <a:custGeom>
                  <a:avLst/>
                  <a:gdLst>
                    <a:gd name="connsiteX0" fmla="*/ 1375 w 37613"/>
                    <a:gd name="connsiteY0" fmla="*/ 42453 h 52946"/>
                    <a:gd name="connsiteX1" fmla="*/ 2019 w 37613"/>
                    <a:gd name="connsiteY1" fmla="*/ 52722 h 52946"/>
                    <a:gd name="connsiteX2" fmla="*/ 11668 w 37613"/>
                    <a:gd name="connsiteY2" fmla="*/ 49513 h 52946"/>
                    <a:gd name="connsiteX3" fmla="*/ 19387 w 37613"/>
                    <a:gd name="connsiteY3" fmla="*/ 45021 h 52946"/>
                    <a:gd name="connsiteX4" fmla="*/ 36755 w 37613"/>
                    <a:gd name="connsiteY4" fmla="*/ 30900 h 52946"/>
                    <a:gd name="connsiteX5" fmla="*/ 36755 w 37613"/>
                    <a:gd name="connsiteY5" fmla="*/ 19989 h 52946"/>
                    <a:gd name="connsiteX6" fmla="*/ 34182 w 37613"/>
                    <a:gd name="connsiteY6" fmla="*/ 15497 h 52946"/>
                    <a:gd name="connsiteX7" fmla="*/ 30966 w 37613"/>
                    <a:gd name="connsiteY7" fmla="*/ 735 h 52946"/>
                    <a:gd name="connsiteX8" fmla="*/ 14241 w 37613"/>
                    <a:gd name="connsiteY8" fmla="*/ 9078 h 52946"/>
                    <a:gd name="connsiteX9" fmla="*/ 5878 w 37613"/>
                    <a:gd name="connsiteY9" fmla="*/ 25766 h 52946"/>
                    <a:gd name="connsiteX10" fmla="*/ 5878 w 37613"/>
                    <a:gd name="connsiteY10" fmla="*/ 37319 h 52946"/>
                    <a:gd name="connsiteX11" fmla="*/ 1375 w 37613"/>
                    <a:gd name="connsiteY11" fmla="*/ 42453 h 52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613" h="52946">
                      <a:moveTo>
                        <a:pt x="1375" y="42453"/>
                      </a:moveTo>
                      <a:cubicBezTo>
                        <a:pt x="89" y="46304"/>
                        <a:pt x="-1198" y="52081"/>
                        <a:pt x="2019" y="52722"/>
                      </a:cubicBezTo>
                      <a:cubicBezTo>
                        <a:pt x="5235" y="53364"/>
                        <a:pt x="11024" y="52722"/>
                        <a:pt x="11668" y="49513"/>
                      </a:cubicBezTo>
                      <a:cubicBezTo>
                        <a:pt x="12311" y="46304"/>
                        <a:pt x="15527" y="46304"/>
                        <a:pt x="19387" y="45021"/>
                      </a:cubicBezTo>
                      <a:cubicBezTo>
                        <a:pt x="23247" y="43737"/>
                        <a:pt x="35469" y="38602"/>
                        <a:pt x="36755" y="30900"/>
                      </a:cubicBezTo>
                      <a:cubicBezTo>
                        <a:pt x="36755" y="30900"/>
                        <a:pt x="38685" y="21915"/>
                        <a:pt x="36755" y="19989"/>
                      </a:cubicBezTo>
                      <a:cubicBezTo>
                        <a:pt x="34826" y="18064"/>
                        <a:pt x="34182" y="19348"/>
                        <a:pt x="34182" y="15497"/>
                      </a:cubicBezTo>
                      <a:cubicBezTo>
                        <a:pt x="34182" y="11646"/>
                        <a:pt x="35469" y="3302"/>
                        <a:pt x="30966" y="735"/>
                      </a:cubicBezTo>
                      <a:cubicBezTo>
                        <a:pt x="26463" y="-1833"/>
                        <a:pt x="21317" y="2660"/>
                        <a:pt x="14241" y="9078"/>
                      </a:cubicBezTo>
                      <a:cubicBezTo>
                        <a:pt x="7165" y="15497"/>
                        <a:pt x="5235" y="22557"/>
                        <a:pt x="5878" y="25766"/>
                      </a:cubicBezTo>
                      <a:cubicBezTo>
                        <a:pt x="6522" y="28975"/>
                        <a:pt x="8451" y="35393"/>
                        <a:pt x="5878" y="37319"/>
                      </a:cubicBezTo>
                      <a:cubicBezTo>
                        <a:pt x="4592" y="39244"/>
                        <a:pt x="2662" y="39244"/>
                        <a:pt x="1375" y="42453"/>
                      </a:cubicBezTo>
                      <a:close/>
                    </a:path>
                  </a:pathLst>
                </a:custGeom>
                <a:solidFill>
                  <a:schemeClr val="accent1"/>
                </a:solidFill>
                <a:ln w="6424" cap="flat">
                  <a:noFill/>
                  <a:prstDash val="solid"/>
                  <a:miter/>
                </a:ln>
              </p:spPr>
              <p:txBody>
                <a:bodyPr rtlCol="0" anchor="ctr"/>
                <a:lstStyle/>
                <a:p>
                  <a:endParaRPr lang="pt-BR"/>
                </a:p>
              </p:txBody>
            </p:sp>
            <p:sp>
              <p:nvSpPr>
                <p:cNvPr id="94" name="Freeform: Shape 93">
                  <a:extLst>
                    <a:ext uri="{FF2B5EF4-FFF2-40B4-BE49-F238E27FC236}">
                      <a16:creationId xmlns:a16="http://schemas.microsoft.com/office/drawing/2014/main" id="{51BE02CF-8ACE-9A3D-6C4B-65C24BCBE50E}"/>
                    </a:ext>
                  </a:extLst>
                </p:cNvPr>
                <p:cNvSpPr/>
                <p:nvPr/>
              </p:nvSpPr>
              <p:spPr>
                <a:xfrm>
                  <a:off x="5624900" y="2470115"/>
                  <a:ext cx="32666" cy="26908"/>
                </a:xfrm>
                <a:custGeom>
                  <a:avLst/>
                  <a:gdLst>
                    <a:gd name="connsiteX0" fmla="*/ 23349 w 32666"/>
                    <a:gd name="connsiteY0" fmla="*/ 0 h 26908"/>
                    <a:gd name="connsiteX1" fmla="*/ 12414 w 32666"/>
                    <a:gd name="connsiteY1" fmla="*/ 6418 h 26908"/>
                    <a:gd name="connsiteX2" fmla="*/ 4051 w 32666"/>
                    <a:gd name="connsiteY2" fmla="*/ 17329 h 26908"/>
                    <a:gd name="connsiteX3" fmla="*/ 1478 w 32666"/>
                    <a:gd name="connsiteY3" fmla="*/ 26315 h 26908"/>
                    <a:gd name="connsiteX4" fmla="*/ 11770 w 32666"/>
                    <a:gd name="connsiteY4" fmla="*/ 23106 h 26908"/>
                    <a:gd name="connsiteX5" fmla="*/ 18846 w 32666"/>
                    <a:gd name="connsiteY5" fmla="*/ 22464 h 26908"/>
                    <a:gd name="connsiteX6" fmla="*/ 31712 w 32666"/>
                    <a:gd name="connsiteY6" fmla="*/ 11553 h 26908"/>
                    <a:gd name="connsiteX7" fmla="*/ 23349 w 32666"/>
                    <a:gd name="connsiteY7" fmla="*/ 0 h 2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66" h="26908">
                      <a:moveTo>
                        <a:pt x="23349" y="0"/>
                      </a:moveTo>
                      <a:cubicBezTo>
                        <a:pt x="14344" y="0"/>
                        <a:pt x="12414" y="6418"/>
                        <a:pt x="12414" y="6418"/>
                      </a:cubicBezTo>
                      <a:cubicBezTo>
                        <a:pt x="6624" y="11553"/>
                        <a:pt x="7268" y="15404"/>
                        <a:pt x="4051" y="17329"/>
                      </a:cubicBezTo>
                      <a:cubicBezTo>
                        <a:pt x="835" y="19255"/>
                        <a:pt x="-1738" y="24389"/>
                        <a:pt x="1478" y="26315"/>
                      </a:cubicBezTo>
                      <a:cubicBezTo>
                        <a:pt x="4694" y="28240"/>
                        <a:pt x="8554" y="25031"/>
                        <a:pt x="11770" y="23106"/>
                      </a:cubicBezTo>
                      <a:cubicBezTo>
                        <a:pt x="14344" y="21822"/>
                        <a:pt x="14987" y="21822"/>
                        <a:pt x="18846" y="22464"/>
                      </a:cubicBezTo>
                      <a:cubicBezTo>
                        <a:pt x="22706" y="22464"/>
                        <a:pt x="28495" y="17971"/>
                        <a:pt x="31712" y="11553"/>
                      </a:cubicBezTo>
                      <a:cubicBezTo>
                        <a:pt x="34285" y="5135"/>
                        <a:pt x="31712" y="0"/>
                        <a:pt x="23349" y="0"/>
                      </a:cubicBezTo>
                      <a:close/>
                    </a:path>
                  </a:pathLst>
                </a:custGeom>
                <a:solidFill>
                  <a:schemeClr val="accent1"/>
                </a:solidFill>
                <a:ln w="6424" cap="flat">
                  <a:noFill/>
                  <a:prstDash val="solid"/>
                  <a:miter/>
                </a:ln>
              </p:spPr>
              <p:txBody>
                <a:bodyPr rtlCol="0" anchor="ctr"/>
                <a:lstStyle/>
                <a:p>
                  <a:endParaRPr lang="pt-BR"/>
                </a:p>
              </p:txBody>
            </p:sp>
            <p:sp>
              <p:nvSpPr>
                <p:cNvPr id="95" name="Freeform: Shape 94">
                  <a:extLst>
                    <a:ext uri="{FF2B5EF4-FFF2-40B4-BE49-F238E27FC236}">
                      <a16:creationId xmlns:a16="http://schemas.microsoft.com/office/drawing/2014/main" id="{6863E07D-2511-5054-E5CC-9E3F739D9396}"/>
                    </a:ext>
                  </a:extLst>
                </p:cNvPr>
                <p:cNvSpPr/>
                <p:nvPr/>
              </p:nvSpPr>
              <p:spPr>
                <a:xfrm>
                  <a:off x="5609960" y="2415582"/>
                  <a:ext cx="33597" cy="31427"/>
                </a:xfrm>
                <a:custGeom>
                  <a:avLst/>
                  <a:gdLst>
                    <a:gd name="connsiteX0" fmla="*/ 29283 w 33597"/>
                    <a:gd name="connsiteY0" fmla="*/ 17949 h 31427"/>
                    <a:gd name="connsiteX1" fmla="*/ 26067 w 33597"/>
                    <a:gd name="connsiteY1" fmla="*/ 620 h 31427"/>
                    <a:gd name="connsiteX2" fmla="*/ 11272 w 33597"/>
                    <a:gd name="connsiteY2" fmla="*/ 3187 h 31427"/>
                    <a:gd name="connsiteX3" fmla="*/ 2266 w 33597"/>
                    <a:gd name="connsiteY3" fmla="*/ 16665 h 31427"/>
                    <a:gd name="connsiteX4" fmla="*/ 6769 w 33597"/>
                    <a:gd name="connsiteY4" fmla="*/ 31427 h 31427"/>
                    <a:gd name="connsiteX5" fmla="*/ 29283 w 33597"/>
                    <a:gd name="connsiteY5" fmla="*/ 17949 h 31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597" h="31427">
                      <a:moveTo>
                        <a:pt x="29283" y="17949"/>
                      </a:moveTo>
                      <a:cubicBezTo>
                        <a:pt x="38932" y="5113"/>
                        <a:pt x="29927" y="1904"/>
                        <a:pt x="26067" y="620"/>
                      </a:cubicBezTo>
                      <a:cubicBezTo>
                        <a:pt x="22851" y="-664"/>
                        <a:pt x="18991" y="-22"/>
                        <a:pt x="11272" y="3187"/>
                      </a:cubicBezTo>
                      <a:cubicBezTo>
                        <a:pt x="4196" y="5754"/>
                        <a:pt x="2266" y="16665"/>
                        <a:pt x="2266" y="16665"/>
                      </a:cubicBezTo>
                      <a:cubicBezTo>
                        <a:pt x="-2237" y="25651"/>
                        <a:pt x="336" y="31427"/>
                        <a:pt x="6769" y="31427"/>
                      </a:cubicBezTo>
                      <a:cubicBezTo>
                        <a:pt x="13202" y="30786"/>
                        <a:pt x="19634" y="30786"/>
                        <a:pt x="29283" y="17949"/>
                      </a:cubicBezTo>
                      <a:close/>
                    </a:path>
                  </a:pathLst>
                </a:custGeom>
                <a:solidFill>
                  <a:schemeClr val="accent1"/>
                </a:solidFill>
                <a:ln w="6424" cap="flat">
                  <a:noFill/>
                  <a:prstDash val="solid"/>
                  <a:miter/>
                </a:ln>
              </p:spPr>
              <p:txBody>
                <a:bodyPr rtlCol="0" anchor="ctr"/>
                <a:lstStyle/>
                <a:p>
                  <a:endParaRPr lang="pt-BR"/>
                </a:p>
              </p:txBody>
            </p:sp>
            <p:sp>
              <p:nvSpPr>
                <p:cNvPr id="96" name="Freeform: Shape 95">
                  <a:extLst>
                    <a:ext uri="{FF2B5EF4-FFF2-40B4-BE49-F238E27FC236}">
                      <a16:creationId xmlns:a16="http://schemas.microsoft.com/office/drawing/2014/main" id="{155611E2-0779-AACA-4185-E6F8118214EB}"/>
                    </a:ext>
                  </a:extLst>
                </p:cNvPr>
                <p:cNvSpPr/>
                <p:nvPr/>
              </p:nvSpPr>
              <p:spPr>
                <a:xfrm>
                  <a:off x="5629189" y="2391750"/>
                  <a:ext cx="16200" cy="11685"/>
                </a:xfrm>
                <a:custGeom>
                  <a:avLst/>
                  <a:gdLst>
                    <a:gd name="connsiteX0" fmla="*/ 13915 w 16200"/>
                    <a:gd name="connsiteY0" fmla="*/ 63 h 11685"/>
                    <a:gd name="connsiteX1" fmla="*/ 3622 w 16200"/>
                    <a:gd name="connsiteY1" fmla="*/ 3914 h 11685"/>
                    <a:gd name="connsiteX2" fmla="*/ 3622 w 16200"/>
                    <a:gd name="connsiteY2" fmla="*/ 11616 h 11685"/>
                    <a:gd name="connsiteX3" fmla="*/ 11985 w 16200"/>
                    <a:gd name="connsiteY3" fmla="*/ 9690 h 11685"/>
                    <a:gd name="connsiteX4" fmla="*/ 13915 w 16200"/>
                    <a:gd name="connsiteY4" fmla="*/ 63 h 1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0" h="11685">
                      <a:moveTo>
                        <a:pt x="13915" y="63"/>
                      </a:moveTo>
                      <a:cubicBezTo>
                        <a:pt x="10698" y="-579"/>
                        <a:pt x="3622" y="3914"/>
                        <a:pt x="3622" y="3914"/>
                      </a:cubicBezTo>
                      <a:cubicBezTo>
                        <a:pt x="-880" y="8406"/>
                        <a:pt x="-1524" y="12257"/>
                        <a:pt x="3622" y="11616"/>
                      </a:cubicBezTo>
                      <a:cubicBezTo>
                        <a:pt x="8125" y="10974"/>
                        <a:pt x="7482" y="12899"/>
                        <a:pt x="11985" y="9690"/>
                      </a:cubicBezTo>
                      <a:cubicBezTo>
                        <a:pt x="16488" y="7123"/>
                        <a:pt x="17774" y="1346"/>
                        <a:pt x="13915" y="63"/>
                      </a:cubicBezTo>
                      <a:close/>
                    </a:path>
                  </a:pathLst>
                </a:custGeom>
                <a:solidFill>
                  <a:schemeClr val="accent1"/>
                </a:solidFill>
                <a:ln w="6424" cap="flat">
                  <a:noFill/>
                  <a:prstDash val="solid"/>
                  <a:miter/>
                </a:ln>
              </p:spPr>
              <p:txBody>
                <a:bodyPr rtlCol="0" anchor="ctr"/>
                <a:lstStyle/>
                <a:p>
                  <a:endParaRPr lang="pt-BR"/>
                </a:p>
              </p:txBody>
            </p:sp>
            <p:sp>
              <p:nvSpPr>
                <p:cNvPr id="97" name="Freeform: Shape 96">
                  <a:extLst>
                    <a:ext uri="{FF2B5EF4-FFF2-40B4-BE49-F238E27FC236}">
                      <a16:creationId xmlns:a16="http://schemas.microsoft.com/office/drawing/2014/main" id="{3F642F4E-2673-C01A-CE14-EB0A611D0333}"/>
                    </a:ext>
                  </a:extLst>
                </p:cNvPr>
                <p:cNvSpPr/>
                <p:nvPr/>
              </p:nvSpPr>
              <p:spPr>
                <a:xfrm>
                  <a:off x="5630841" y="2149684"/>
                  <a:ext cx="28611" cy="20197"/>
                </a:xfrm>
                <a:custGeom>
                  <a:avLst/>
                  <a:gdLst>
                    <a:gd name="connsiteX0" fmla="*/ 27058 w 28611"/>
                    <a:gd name="connsiteY0" fmla="*/ 4653 h 20197"/>
                    <a:gd name="connsiteX1" fmla="*/ 12906 w 28611"/>
                    <a:gd name="connsiteY1" fmla="*/ 160 h 20197"/>
                    <a:gd name="connsiteX2" fmla="*/ 9046 w 28611"/>
                    <a:gd name="connsiteY2" fmla="*/ 802 h 20197"/>
                    <a:gd name="connsiteX3" fmla="*/ 683 w 28611"/>
                    <a:gd name="connsiteY3" fmla="*/ 7221 h 20197"/>
                    <a:gd name="connsiteX4" fmla="*/ 3257 w 28611"/>
                    <a:gd name="connsiteY4" fmla="*/ 14922 h 20197"/>
                    <a:gd name="connsiteX5" fmla="*/ 11619 w 28611"/>
                    <a:gd name="connsiteY5" fmla="*/ 19415 h 20197"/>
                    <a:gd name="connsiteX6" fmla="*/ 21268 w 28611"/>
                    <a:gd name="connsiteY6" fmla="*/ 16848 h 20197"/>
                    <a:gd name="connsiteX7" fmla="*/ 27058 w 28611"/>
                    <a:gd name="connsiteY7" fmla="*/ 4653 h 2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611" h="20197">
                      <a:moveTo>
                        <a:pt x="27058" y="4653"/>
                      </a:moveTo>
                      <a:cubicBezTo>
                        <a:pt x="23198" y="-1123"/>
                        <a:pt x="12906" y="160"/>
                        <a:pt x="12906" y="160"/>
                      </a:cubicBezTo>
                      <a:cubicBezTo>
                        <a:pt x="12906" y="160"/>
                        <a:pt x="10976" y="-481"/>
                        <a:pt x="9046" y="802"/>
                      </a:cubicBezTo>
                      <a:cubicBezTo>
                        <a:pt x="7116" y="1444"/>
                        <a:pt x="2613" y="3370"/>
                        <a:pt x="683" y="7221"/>
                      </a:cubicBezTo>
                      <a:cubicBezTo>
                        <a:pt x="-1246" y="11071"/>
                        <a:pt x="1327" y="14281"/>
                        <a:pt x="3257" y="14922"/>
                      </a:cubicBezTo>
                      <a:cubicBezTo>
                        <a:pt x="5186" y="15564"/>
                        <a:pt x="6473" y="17490"/>
                        <a:pt x="11619" y="19415"/>
                      </a:cubicBezTo>
                      <a:cubicBezTo>
                        <a:pt x="16765" y="21341"/>
                        <a:pt x="14835" y="19415"/>
                        <a:pt x="21268" y="16848"/>
                      </a:cubicBezTo>
                      <a:cubicBezTo>
                        <a:pt x="27058" y="14922"/>
                        <a:pt x="30917" y="10430"/>
                        <a:pt x="27058" y="4653"/>
                      </a:cubicBezTo>
                      <a:close/>
                    </a:path>
                  </a:pathLst>
                </a:custGeom>
                <a:solidFill>
                  <a:schemeClr val="accent1"/>
                </a:solidFill>
                <a:ln w="6424" cap="flat">
                  <a:noFill/>
                  <a:prstDash val="solid"/>
                  <a:miter/>
                </a:ln>
              </p:spPr>
              <p:txBody>
                <a:bodyPr rtlCol="0" anchor="ctr"/>
                <a:lstStyle/>
                <a:p>
                  <a:endParaRPr lang="pt-BR"/>
                </a:p>
              </p:txBody>
            </p:sp>
            <p:sp>
              <p:nvSpPr>
                <p:cNvPr id="100" name="Freeform: Shape 99">
                  <a:extLst>
                    <a:ext uri="{FF2B5EF4-FFF2-40B4-BE49-F238E27FC236}">
                      <a16:creationId xmlns:a16="http://schemas.microsoft.com/office/drawing/2014/main" id="{24A300A4-3760-CA4B-DCBE-76297C516605}"/>
                    </a:ext>
                  </a:extLst>
                </p:cNvPr>
                <p:cNvSpPr/>
                <p:nvPr/>
              </p:nvSpPr>
              <p:spPr>
                <a:xfrm>
                  <a:off x="5601768" y="2240342"/>
                  <a:ext cx="23034" cy="17971"/>
                </a:xfrm>
                <a:custGeom>
                  <a:avLst/>
                  <a:gdLst>
                    <a:gd name="connsiteX0" fmla="*/ 14318 w 23034"/>
                    <a:gd name="connsiteY0" fmla="*/ 0 h 17971"/>
                    <a:gd name="connsiteX1" fmla="*/ 7242 w 23034"/>
                    <a:gd name="connsiteY1" fmla="*/ 1284 h 17971"/>
                    <a:gd name="connsiteX2" fmla="*/ 809 w 23034"/>
                    <a:gd name="connsiteY2" fmla="*/ 11553 h 17971"/>
                    <a:gd name="connsiteX3" fmla="*/ 12388 w 23034"/>
                    <a:gd name="connsiteY3" fmla="*/ 17971 h 17971"/>
                    <a:gd name="connsiteX4" fmla="*/ 22037 w 23034"/>
                    <a:gd name="connsiteY4" fmla="*/ 10911 h 17971"/>
                    <a:gd name="connsiteX5" fmla="*/ 14318 w 23034"/>
                    <a:gd name="connsiteY5" fmla="*/ 0 h 1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34" h="17971">
                      <a:moveTo>
                        <a:pt x="14318" y="0"/>
                      </a:moveTo>
                      <a:cubicBezTo>
                        <a:pt x="11101" y="0"/>
                        <a:pt x="7242" y="1284"/>
                        <a:pt x="7242" y="1284"/>
                      </a:cubicBezTo>
                      <a:cubicBezTo>
                        <a:pt x="166" y="3851"/>
                        <a:pt x="-1121" y="7702"/>
                        <a:pt x="809" y="11553"/>
                      </a:cubicBezTo>
                      <a:cubicBezTo>
                        <a:pt x="2739" y="14762"/>
                        <a:pt x="7242" y="17971"/>
                        <a:pt x="12388" y="17971"/>
                      </a:cubicBezTo>
                      <a:cubicBezTo>
                        <a:pt x="17534" y="17971"/>
                        <a:pt x="18177" y="16688"/>
                        <a:pt x="22037" y="10911"/>
                      </a:cubicBezTo>
                      <a:cubicBezTo>
                        <a:pt x="25897" y="5135"/>
                        <a:pt x="17534" y="0"/>
                        <a:pt x="14318" y="0"/>
                      </a:cubicBezTo>
                      <a:close/>
                    </a:path>
                  </a:pathLst>
                </a:custGeom>
                <a:solidFill>
                  <a:schemeClr val="accent1"/>
                </a:solidFill>
                <a:ln w="6424" cap="flat">
                  <a:noFill/>
                  <a:prstDash val="solid"/>
                  <a:miter/>
                </a:ln>
              </p:spPr>
              <p:txBody>
                <a:bodyPr rtlCol="0" anchor="ctr"/>
                <a:lstStyle/>
                <a:p>
                  <a:endParaRPr lang="pt-BR"/>
                </a:p>
              </p:txBody>
            </p:sp>
            <p:sp>
              <p:nvSpPr>
                <p:cNvPr id="101" name="Freeform: Shape 100">
                  <a:extLst>
                    <a:ext uri="{FF2B5EF4-FFF2-40B4-BE49-F238E27FC236}">
                      <a16:creationId xmlns:a16="http://schemas.microsoft.com/office/drawing/2014/main" id="{E48689D6-5F94-0BB5-0D2D-FB363BCB95F5}"/>
                    </a:ext>
                  </a:extLst>
                </p:cNvPr>
                <p:cNvSpPr/>
                <p:nvPr/>
              </p:nvSpPr>
              <p:spPr>
                <a:xfrm>
                  <a:off x="7181386" y="2278470"/>
                  <a:ext cx="270726" cy="271942"/>
                </a:xfrm>
                <a:custGeom>
                  <a:avLst/>
                  <a:gdLst>
                    <a:gd name="connsiteX0" fmla="*/ 262235 w 270726"/>
                    <a:gd name="connsiteY0" fmla="*/ 92162 h 271942"/>
                    <a:gd name="connsiteX1" fmla="*/ 248727 w 270726"/>
                    <a:gd name="connsiteY1" fmla="*/ 92804 h 271942"/>
                    <a:gd name="connsiteX2" fmla="*/ 238434 w 270726"/>
                    <a:gd name="connsiteY2" fmla="*/ 80609 h 271942"/>
                    <a:gd name="connsiteX3" fmla="*/ 236504 w 270726"/>
                    <a:gd name="connsiteY3" fmla="*/ 68414 h 271942"/>
                    <a:gd name="connsiteX4" fmla="*/ 241651 w 270726"/>
                    <a:gd name="connsiteY4" fmla="*/ 54936 h 271942"/>
                    <a:gd name="connsiteX5" fmla="*/ 231358 w 270726"/>
                    <a:gd name="connsiteY5" fmla="*/ 51085 h 271942"/>
                    <a:gd name="connsiteX6" fmla="*/ 222996 w 270726"/>
                    <a:gd name="connsiteY6" fmla="*/ 55578 h 271942"/>
                    <a:gd name="connsiteX7" fmla="*/ 215276 w 270726"/>
                    <a:gd name="connsiteY7" fmla="*/ 51727 h 271942"/>
                    <a:gd name="connsiteX8" fmla="*/ 210773 w 270726"/>
                    <a:gd name="connsiteY8" fmla="*/ 44025 h 271942"/>
                    <a:gd name="connsiteX9" fmla="*/ 212703 w 270726"/>
                    <a:gd name="connsiteY9" fmla="*/ 35681 h 271942"/>
                    <a:gd name="connsiteX10" fmla="*/ 208200 w 270726"/>
                    <a:gd name="connsiteY10" fmla="*/ 30547 h 271942"/>
                    <a:gd name="connsiteX11" fmla="*/ 197265 w 270726"/>
                    <a:gd name="connsiteY11" fmla="*/ 18994 h 271942"/>
                    <a:gd name="connsiteX12" fmla="*/ 188259 w 270726"/>
                    <a:gd name="connsiteY12" fmla="*/ 18352 h 271942"/>
                    <a:gd name="connsiteX13" fmla="*/ 179253 w 270726"/>
                    <a:gd name="connsiteY13" fmla="*/ 29263 h 271942"/>
                    <a:gd name="connsiteX14" fmla="*/ 170891 w 270726"/>
                    <a:gd name="connsiteY14" fmla="*/ 31189 h 271942"/>
                    <a:gd name="connsiteX15" fmla="*/ 161885 w 270726"/>
                    <a:gd name="connsiteY15" fmla="*/ 22845 h 271942"/>
                    <a:gd name="connsiteX16" fmla="*/ 154809 w 270726"/>
                    <a:gd name="connsiteY16" fmla="*/ 12575 h 271942"/>
                    <a:gd name="connsiteX17" fmla="*/ 150306 w 270726"/>
                    <a:gd name="connsiteY17" fmla="*/ 5515 h 271942"/>
                    <a:gd name="connsiteX18" fmla="*/ 141300 w 270726"/>
                    <a:gd name="connsiteY18" fmla="*/ 10008 h 271942"/>
                    <a:gd name="connsiteX19" fmla="*/ 127791 w 270726"/>
                    <a:gd name="connsiteY19" fmla="*/ 11292 h 271942"/>
                    <a:gd name="connsiteX20" fmla="*/ 117499 w 270726"/>
                    <a:gd name="connsiteY20" fmla="*/ 6157 h 271942"/>
                    <a:gd name="connsiteX21" fmla="*/ 113640 w 270726"/>
                    <a:gd name="connsiteY21" fmla="*/ 8725 h 271942"/>
                    <a:gd name="connsiteX22" fmla="*/ 103991 w 270726"/>
                    <a:gd name="connsiteY22" fmla="*/ 19636 h 271942"/>
                    <a:gd name="connsiteX23" fmla="*/ 94341 w 270726"/>
                    <a:gd name="connsiteY23" fmla="*/ 14501 h 271942"/>
                    <a:gd name="connsiteX24" fmla="*/ 89195 w 270726"/>
                    <a:gd name="connsiteY24" fmla="*/ 381 h 271942"/>
                    <a:gd name="connsiteX25" fmla="*/ 84692 w 270726"/>
                    <a:gd name="connsiteY25" fmla="*/ 8725 h 271942"/>
                    <a:gd name="connsiteX26" fmla="*/ 85336 w 270726"/>
                    <a:gd name="connsiteY26" fmla="*/ 30547 h 271942"/>
                    <a:gd name="connsiteX27" fmla="*/ 74400 w 270726"/>
                    <a:gd name="connsiteY27" fmla="*/ 40174 h 271942"/>
                    <a:gd name="connsiteX28" fmla="*/ 66681 w 270726"/>
                    <a:gd name="connsiteY28" fmla="*/ 40174 h 271942"/>
                    <a:gd name="connsiteX29" fmla="*/ 62821 w 270726"/>
                    <a:gd name="connsiteY29" fmla="*/ 31189 h 271942"/>
                    <a:gd name="connsiteX30" fmla="*/ 55102 w 270726"/>
                    <a:gd name="connsiteY30" fmla="*/ 26054 h 271942"/>
                    <a:gd name="connsiteX31" fmla="*/ 55745 w 270726"/>
                    <a:gd name="connsiteY31" fmla="*/ 36965 h 271942"/>
                    <a:gd name="connsiteX32" fmla="*/ 61535 w 270726"/>
                    <a:gd name="connsiteY32" fmla="*/ 45309 h 271942"/>
                    <a:gd name="connsiteX33" fmla="*/ 64751 w 270726"/>
                    <a:gd name="connsiteY33" fmla="*/ 50443 h 271942"/>
                    <a:gd name="connsiteX34" fmla="*/ 65394 w 270726"/>
                    <a:gd name="connsiteY34" fmla="*/ 59429 h 271942"/>
                    <a:gd name="connsiteX35" fmla="*/ 57675 w 270726"/>
                    <a:gd name="connsiteY35" fmla="*/ 63280 h 271942"/>
                    <a:gd name="connsiteX36" fmla="*/ 52529 w 270726"/>
                    <a:gd name="connsiteY36" fmla="*/ 68414 h 271942"/>
                    <a:gd name="connsiteX37" fmla="*/ 45453 w 270726"/>
                    <a:gd name="connsiteY37" fmla="*/ 71624 h 271942"/>
                    <a:gd name="connsiteX38" fmla="*/ 30657 w 270726"/>
                    <a:gd name="connsiteY38" fmla="*/ 63922 h 271942"/>
                    <a:gd name="connsiteX39" fmla="*/ 20365 w 270726"/>
                    <a:gd name="connsiteY39" fmla="*/ 63280 h 271942"/>
                    <a:gd name="connsiteX40" fmla="*/ 29371 w 270726"/>
                    <a:gd name="connsiteY40" fmla="*/ 74191 h 271942"/>
                    <a:gd name="connsiteX41" fmla="*/ 35804 w 270726"/>
                    <a:gd name="connsiteY41" fmla="*/ 76116 h 271942"/>
                    <a:gd name="connsiteX42" fmla="*/ 43523 w 270726"/>
                    <a:gd name="connsiteY42" fmla="*/ 81251 h 271942"/>
                    <a:gd name="connsiteX43" fmla="*/ 40950 w 270726"/>
                    <a:gd name="connsiteY43" fmla="*/ 92162 h 271942"/>
                    <a:gd name="connsiteX44" fmla="*/ 34517 w 270726"/>
                    <a:gd name="connsiteY44" fmla="*/ 93446 h 271942"/>
                    <a:gd name="connsiteX45" fmla="*/ 25511 w 270726"/>
                    <a:gd name="connsiteY45" fmla="*/ 92162 h 271942"/>
                    <a:gd name="connsiteX46" fmla="*/ 17149 w 270726"/>
                    <a:gd name="connsiteY46" fmla="*/ 81251 h 271942"/>
                    <a:gd name="connsiteX47" fmla="*/ 7500 w 270726"/>
                    <a:gd name="connsiteY47" fmla="*/ 86385 h 271942"/>
                    <a:gd name="connsiteX48" fmla="*/ 12003 w 270726"/>
                    <a:gd name="connsiteY48" fmla="*/ 96013 h 271942"/>
                    <a:gd name="connsiteX49" fmla="*/ 22295 w 270726"/>
                    <a:gd name="connsiteY49" fmla="*/ 98580 h 271942"/>
                    <a:gd name="connsiteX50" fmla="*/ 28084 w 270726"/>
                    <a:gd name="connsiteY50" fmla="*/ 104357 h 271942"/>
                    <a:gd name="connsiteX51" fmla="*/ 30657 w 270726"/>
                    <a:gd name="connsiteY51" fmla="*/ 110775 h 271942"/>
                    <a:gd name="connsiteX52" fmla="*/ 33874 w 270726"/>
                    <a:gd name="connsiteY52" fmla="*/ 116551 h 271942"/>
                    <a:gd name="connsiteX53" fmla="*/ 31944 w 270726"/>
                    <a:gd name="connsiteY53" fmla="*/ 128104 h 271942"/>
                    <a:gd name="connsiteX54" fmla="*/ 33874 w 270726"/>
                    <a:gd name="connsiteY54" fmla="*/ 136448 h 271942"/>
                    <a:gd name="connsiteX55" fmla="*/ 30657 w 270726"/>
                    <a:gd name="connsiteY55" fmla="*/ 142224 h 271942"/>
                    <a:gd name="connsiteX56" fmla="*/ 31944 w 270726"/>
                    <a:gd name="connsiteY56" fmla="*/ 158270 h 271942"/>
                    <a:gd name="connsiteX57" fmla="*/ 30014 w 270726"/>
                    <a:gd name="connsiteY57" fmla="*/ 170465 h 271942"/>
                    <a:gd name="connsiteX58" fmla="*/ 21652 w 270726"/>
                    <a:gd name="connsiteY58" fmla="*/ 176883 h 271942"/>
                    <a:gd name="connsiteX59" fmla="*/ 9430 w 270726"/>
                    <a:gd name="connsiteY59" fmla="*/ 181376 h 271942"/>
                    <a:gd name="connsiteX60" fmla="*/ 1710 w 270726"/>
                    <a:gd name="connsiteY60" fmla="*/ 185227 h 271942"/>
                    <a:gd name="connsiteX61" fmla="*/ 6856 w 270726"/>
                    <a:gd name="connsiteY61" fmla="*/ 194854 h 271942"/>
                    <a:gd name="connsiteX62" fmla="*/ 22938 w 270726"/>
                    <a:gd name="connsiteY62" fmla="*/ 185227 h 271942"/>
                    <a:gd name="connsiteX63" fmla="*/ 33874 w 270726"/>
                    <a:gd name="connsiteY63" fmla="*/ 180734 h 271942"/>
                    <a:gd name="connsiteX64" fmla="*/ 38377 w 270726"/>
                    <a:gd name="connsiteY64" fmla="*/ 194212 h 271942"/>
                    <a:gd name="connsiteX65" fmla="*/ 38377 w 270726"/>
                    <a:gd name="connsiteY65" fmla="*/ 207691 h 271942"/>
                    <a:gd name="connsiteX66" fmla="*/ 44809 w 270726"/>
                    <a:gd name="connsiteY66" fmla="*/ 210258 h 271942"/>
                    <a:gd name="connsiteX67" fmla="*/ 50599 w 270726"/>
                    <a:gd name="connsiteY67" fmla="*/ 216676 h 271942"/>
                    <a:gd name="connsiteX68" fmla="*/ 57032 w 270726"/>
                    <a:gd name="connsiteY68" fmla="*/ 223094 h 271942"/>
                    <a:gd name="connsiteX69" fmla="*/ 60891 w 270726"/>
                    <a:gd name="connsiteY69" fmla="*/ 233364 h 271942"/>
                    <a:gd name="connsiteX70" fmla="*/ 69254 w 270726"/>
                    <a:gd name="connsiteY70" fmla="*/ 240424 h 271942"/>
                    <a:gd name="connsiteX71" fmla="*/ 82762 w 270726"/>
                    <a:gd name="connsiteY71" fmla="*/ 244917 h 271942"/>
                    <a:gd name="connsiteX72" fmla="*/ 92412 w 270726"/>
                    <a:gd name="connsiteY72" fmla="*/ 253902 h 271942"/>
                    <a:gd name="connsiteX73" fmla="*/ 102704 w 270726"/>
                    <a:gd name="connsiteY73" fmla="*/ 262246 h 271942"/>
                    <a:gd name="connsiteX74" fmla="*/ 110423 w 270726"/>
                    <a:gd name="connsiteY74" fmla="*/ 260320 h 271942"/>
                    <a:gd name="connsiteX75" fmla="*/ 125862 w 270726"/>
                    <a:gd name="connsiteY75" fmla="*/ 257111 h 271942"/>
                    <a:gd name="connsiteX76" fmla="*/ 136154 w 270726"/>
                    <a:gd name="connsiteY76" fmla="*/ 261604 h 271942"/>
                    <a:gd name="connsiteX77" fmla="*/ 149020 w 270726"/>
                    <a:gd name="connsiteY77" fmla="*/ 270590 h 271942"/>
                    <a:gd name="connsiteX78" fmla="*/ 154166 w 270726"/>
                    <a:gd name="connsiteY78" fmla="*/ 259679 h 271942"/>
                    <a:gd name="connsiteX79" fmla="*/ 165101 w 270726"/>
                    <a:gd name="connsiteY79" fmla="*/ 251977 h 271942"/>
                    <a:gd name="connsiteX80" fmla="*/ 174750 w 270726"/>
                    <a:gd name="connsiteY80" fmla="*/ 253902 h 271942"/>
                    <a:gd name="connsiteX81" fmla="*/ 185686 w 270726"/>
                    <a:gd name="connsiteY81" fmla="*/ 262888 h 271942"/>
                    <a:gd name="connsiteX82" fmla="*/ 188902 w 270726"/>
                    <a:gd name="connsiteY82" fmla="*/ 244917 h 271942"/>
                    <a:gd name="connsiteX83" fmla="*/ 194692 w 270726"/>
                    <a:gd name="connsiteY83" fmla="*/ 234647 h 271942"/>
                    <a:gd name="connsiteX84" fmla="*/ 204984 w 270726"/>
                    <a:gd name="connsiteY84" fmla="*/ 228871 h 271942"/>
                    <a:gd name="connsiteX85" fmla="*/ 212060 w 270726"/>
                    <a:gd name="connsiteY85" fmla="*/ 231438 h 271942"/>
                    <a:gd name="connsiteX86" fmla="*/ 215276 w 270726"/>
                    <a:gd name="connsiteY86" fmla="*/ 223736 h 271942"/>
                    <a:gd name="connsiteX87" fmla="*/ 217850 w 270726"/>
                    <a:gd name="connsiteY87" fmla="*/ 217318 h 271942"/>
                    <a:gd name="connsiteX88" fmla="*/ 231358 w 270726"/>
                    <a:gd name="connsiteY88" fmla="*/ 221811 h 271942"/>
                    <a:gd name="connsiteX89" fmla="*/ 237791 w 270726"/>
                    <a:gd name="connsiteY89" fmla="*/ 219885 h 271942"/>
                    <a:gd name="connsiteX90" fmla="*/ 233931 w 270726"/>
                    <a:gd name="connsiteY90" fmla="*/ 213467 h 271942"/>
                    <a:gd name="connsiteX91" fmla="*/ 230072 w 270726"/>
                    <a:gd name="connsiteY91" fmla="*/ 205123 h 271942"/>
                    <a:gd name="connsiteX92" fmla="*/ 232002 w 270726"/>
                    <a:gd name="connsiteY92" fmla="*/ 195496 h 271942"/>
                    <a:gd name="connsiteX93" fmla="*/ 241651 w 270726"/>
                    <a:gd name="connsiteY93" fmla="*/ 194212 h 271942"/>
                    <a:gd name="connsiteX94" fmla="*/ 250656 w 270726"/>
                    <a:gd name="connsiteY94" fmla="*/ 199347 h 271942"/>
                    <a:gd name="connsiteX95" fmla="*/ 262235 w 270726"/>
                    <a:gd name="connsiteY95" fmla="*/ 198705 h 271942"/>
                    <a:gd name="connsiteX96" fmla="*/ 253229 w 270726"/>
                    <a:gd name="connsiteY96" fmla="*/ 189720 h 271942"/>
                    <a:gd name="connsiteX97" fmla="*/ 244867 w 270726"/>
                    <a:gd name="connsiteY97" fmla="*/ 183943 h 271942"/>
                    <a:gd name="connsiteX98" fmla="*/ 240364 w 270726"/>
                    <a:gd name="connsiteY98" fmla="*/ 177525 h 271942"/>
                    <a:gd name="connsiteX99" fmla="*/ 242937 w 270726"/>
                    <a:gd name="connsiteY99" fmla="*/ 172390 h 271942"/>
                    <a:gd name="connsiteX100" fmla="*/ 244224 w 270726"/>
                    <a:gd name="connsiteY100" fmla="*/ 164688 h 271942"/>
                    <a:gd name="connsiteX101" fmla="*/ 244867 w 270726"/>
                    <a:gd name="connsiteY101" fmla="*/ 156986 h 271942"/>
                    <a:gd name="connsiteX102" fmla="*/ 255159 w 270726"/>
                    <a:gd name="connsiteY102" fmla="*/ 149284 h 271942"/>
                    <a:gd name="connsiteX103" fmla="*/ 246797 w 270726"/>
                    <a:gd name="connsiteY103" fmla="*/ 144150 h 271942"/>
                    <a:gd name="connsiteX104" fmla="*/ 241007 w 270726"/>
                    <a:gd name="connsiteY104" fmla="*/ 132597 h 271942"/>
                    <a:gd name="connsiteX105" fmla="*/ 245510 w 270726"/>
                    <a:gd name="connsiteY105" fmla="*/ 118477 h 271942"/>
                    <a:gd name="connsiteX106" fmla="*/ 250656 w 270726"/>
                    <a:gd name="connsiteY106" fmla="*/ 106924 h 271942"/>
                    <a:gd name="connsiteX107" fmla="*/ 268668 w 270726"/>
                    <a:gd name="connsiteY107" fmla="*/ 102431 h 271942"/>
                    <a:gd name="connsiteX108" fmla="*/ 262235 w 270726"/>
                    <a:gd name="connsiteY108" fmla="*/ 92162 h 271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270726" h="271942">
                      <a:moveTo>
                        <a:pt x="262235" y="92162"/>
                      </a:moveTo>
                      <a:cubicBezTo>
                        <a:pt x="254516" y="93446"/>
                        <a:pt x="253873" y="93446"/>
                        <a:pt x="248727" y="92804"/>
                      </a:cubicBezTo>
                      <a:cubicBezTo>
                        <a:pt x="243580" y="92804"/>
                        <a:pt x="239078" y="83818"/>
                        <a:pt x="238434" y="80609"/>
                      </a:cubicBezTo>
                      <a:cubicBezTo>
                        <a:pt x="237791" y="77400"/>
                        <a:pt x="235861" y="72907"/>
                        <a:pt x="236504" y="68414"/>
                      </a:cubicBezTo>
                      <a:cubicBezTo>
                        <a:pt x="237791" y="63922"/>
                        <a:pt x="244224" y="59429"/>
                        <a:pt x="241651" y="54936"/>
                      </a:cubicBezTo>
                      <a:cubicBezTo>
                        <a:pt x="239078" y="50443"/>
                        <a:pt x="235861" y="47876"/>
                        <a:pt x="231358" y="51085"/>
                      </a:cubicBezTo>
                      <a:cubicBezTo>
                        <a:pt x="226855" y="54936"/>
                        <a:pt x="226212" y="56220"/>
                        <a:pt x="222996" y="55578"/>
                      </a:cubicBezTo>
                      <a:cubicBezTo>
                        <a:pt x="219779" y="54936"/>
                        <a:pt x="218493" y="53652"/>
                        <a:pt x="215276" y="51727"/>
                      </a:cubicBezTo>
                      <a:cubicBezTo>
                        <a:pt x="212060" y="49801"/>
                        <a:pt x="210773" y="48518"/>
                        <a:pt x="210773" y="44025"/>
                      </a:cubicBezTo>
                      <a:cubicBezTo>
                        <a:pt x="210773" y="39532"/>
                        <a:pt x="212703" y="38890"/>
                        <a:pt x="212703" y="35681"/>
                      </a:cubicBezTo>
                      <a:cubicBezTo>
                        <a:pt x="212703" y="32472"/>
                        <a:pt x="212060" y="31830"/>
                        <a:pt x="208200" y="30547"/>
                      </a:cubicBezTo>
                      <a:cubicBezTo>
                        <a:pt x="204341" y="29263"/>
                        <a:pt x="199838" y="20919"/>
                        <a:pt x="197265" y="18994"/>
                      </a:cubicBezTo>
                      <a:cubicBezTo>
                        <a:pt x="194692" y="16426"/>
                        <a:pt x="190832" y="15785"/>
                        <a:pt x="188259" y="18352"/>
                      </a:cubicBezTo>
                      <a:cubicBezTo>
                        <a:pt x="185686" y="20919"/>
                        <a:pt x="181826" y="26696"/>
                        <a:pt x="179253" y="29263"/>
                      </a:cubicBezTo>
                      <a:cubicBezTo>
                        <a:pt x="176680" y="31830"/>
                        <a:pt x="175394" y="33114"/>
                        <a:pt x="170891" y="31189"/>
                      </a:cubicBezTo>
                      <a:cubicBezTo>
                        <a:pt x="167031" y="29263"/>
                        <a:pt x="167674" y="25412"/>
                        <a:pt x="161885" y="22845"/>
                      </a:cubicBezTo>
                      <a:cubicBezTo>
                        <a:pt x="156095" y="20919"/>
                        <a:pt x="155452" y="18352"/>
                        <a:pt x="154809" y="12575"/>
                      </a:cubicBezTo>
                      <a:cubicBezTo>
                        <a:pt x="154166" y="6799"/>
                        <a:pt x="154166" y="4874"/>
                        <a:pt x="150306" y="5515"/>
                      </a:cubicBezTo>
                      <a:cubicBezTo>
                        <a:pt x="146446" y="6157"/>
                        <a:pt x="145160" y="7441"/>
                        <a:pt x="141300" y="10008"/>
                      </a:cubicBezTo>
                      <a:cubicBezTo>
                        <a:pt x="137441" y="12575"/>
                        <a:pt x="134224" y="11292"/>
                        <a:pt x="127791" y="11292"/>
                      </a:cubicBezTo>
                      <a:cubicBezTo>
                        <a:pt x="121359" y="11292"/>
                        <a:pt x="120072" y="8083"/>
                        <a:pt x="117499" y="6157"/>
                      </a:cubicBezTo>
                      <a:cubicBezTo>
                        <a:pt x="114283" y="4232"/>
                        <a:pt x="114283" y="5515"/>
                        <a:pt x="113640" y="8725"/>
                      </a:cubicBezTo>
                      <a:cubicBezTo>
                        <a:pt x="112996" y="11934"/>
                        <a:pt x="108493" y="18994"/>
                        <a:pt x="103991" y="19636"/>
                      </a:cubicBezTo>
                      <a:cubicBezTo>
                        <a:pt x="98844" y="20277"/>
                        <a:pt x="96271" y="17710"/>
                        <a:pt x="94341" y="14501"/>
                      </a:cubicBezTo>
                      <a:cubicBezTo>
                        <a:pt x="92412" y="11292"/>
                        <a:pt x="94985" y="2306"/>
                        <a:pt x="89195" y="381"/>
                      </a:cubicBezTo>
                      <a:cubicBezTo>
                        <a:pt x="83406" y="-1545"/>
                        <a:pt x="83406" y="4232"/>
                        <a:pt x="84692" y="8725"/>
                      </a:cubicBezTo>
                      <a:cubicBezTo>
                        <a:pt x="85979" y="13217"/>
                        <a:pt x="88552" y="26696"/>
                        <a:pt x="85336" y="30547"/>
                      </a:cubicBezTo>
                      <a:cubicBezTo>
                        <a:pt x="82119" y="35039"/>
                        <a:pt x="78260" y="38890"/>
                        <a:pt x="74400" y="40174"/>
                      </a:cubicBezTo>
                      <a:cubicBezTo>
                        <a:pt x="71184" y="41458"/>
                        <a:pt x="68611" y="42100"/>
                        <a:pt x="66681" y="40174"/>
                      </a:cubicBezTo>
                      <a:cubicBezTo>
                        <a:pt x="64751" y="38249"/>
                        <a:pt x="62821" y="33756"/>
                        <a:pt x="62821" y="31189"/>
                      </a:cubicBezTo>
                      <a:cubicBezTo>
                        <a:pt x="62821" y="28621"/>
                        <a:pt x="58962" y="24770"/>
                        <a:pt x="55102" y="26054"/>
                      </a:cubicBezTo>
                      <a:cubicBezTo>
                        <a:pt x="51242" y="27338"/>
                        <a:pt x="52529" y="33756"/>
                        <a:pt x="55745" y="36965"/>
                      </a:cubicBezTo>
                      <a:cubicBezTo>
                        <a:pt x="58962" y="40174"/>
                        <a:pt x="60891" y="42741"/>
                        <a:pt x="61535" y="45309"/>
                      </a:cubicBezTo>
                      <a:cubicBezTo>
                        <a:pt x="62178" y="47876"/>
                        <a:pt x="62821" y="49160"/>
                        <a:pt x="64751" y="50443"/>
                      </a:cubicBezTo>
                      <a:cubicBezTo>
                        <a:pt x="66681" y="52369"/>
                        <a:pt x="69254" y="56220"/>
                        <a:pt x="65394" y="59429"/>
                      </a:cubicBezTo>
                      <a:cubicBezTo>
                        <a:pt x="60891" y="62638"/>
                        <a:pt x="60248" y="62638"/>
                        <a:pt x="57675" y="63280"/>
                      </a:cubicBezTo>
                      <a:cubicBezTo>
                        <a:pt x="55102" y="63922"/>
                        <a:pt x="54459" y="66489"/>
                        <a:pt x="52529" y="68414"/>
                      </a:cubicBezTo>
                      <a:cubicBezTo>
                        <a:pt x="50599" y="70340"/>
                        <a:pt x="48669" y="73549"/>
                        <a:pt x="45453" y="71624"/>
                      </a:cubicBezTo>
                      <a:cubicBezTo>
                        <a:pt x="42880" y="69698"/>
                        <a:pt x="32587" y="64563"/>
                        <a:pt x="30657" y="63922"/>
                      </a:cubicBezTo>
                      <a:cubicBezTo>
                        <a:pt x="29371" y="63280"/>
                        <a:pt x="21652" y="60071"/>
                        <a:pt x="20365" y="63280"/>
                      </a:cubicBezTo>
                      <a:cubicBezTo>
                        <a:pt x="19079" y="66489"/>
                        <a:pt x="26155" y="72265"/>
                        <a:pt x="29371" y="74191"/>
                      </a:cubicBezTo>
                      <a:cubicBezTo>
                        <a:pt x="32587" y="76116"/>
                        <a:pt x="31301" y="74833"/>
                        <a:pt x="35804" y="76116"/>
                      </a:cubicBezTo>
                      <a:cubicBezTo>
                        <a:pt x="40306" y="77400"/>
                        <a:pt x="42880" y="78684"/>
                        <a:pt x="43523" y="81251"/>
                      </a:cubicBezTo>
                      <a:cubicBezTo>
                        <a:pt x="43523" y="83818"/>
                        <a:pt x="42880" y="88311"/>
                        <a:pt x="40950" y="92162"/>
                      </a:cubicBezTo>
                      <a:cubicBezTo>
                        <a:pt x="38377" y="96013"/>
                        <a:pt x="38377" y="94087"/>
                        <a:pt x="34517" y="93446"/>
                      </a:cubicBezTo>
                      <a:cubicBezTo>
                        <a:pt x="30657" y="92804"/>
                        <a:pt x="27441" y="94087"/>
                        <a:pt x="25511" y="92162"/>
                      </a:cubicBezTo>
                      <a:cubicBezTo>
                        <a:pt x="23582" y="90236"/>
                        <a:pt x="21652" y="83176"/>
                        <a:pt x="17149" y="81251"/>
                      </a:cubicBezTo>
                      <a:cubicBezTo>
                        <a:pt x="13289" y="79967"/>
                        <a:pt x="6856" y="79967"/>
                        <a:pt x="7500" y="86385"/>
                      </a:cubicBezTo>
                      <a:cubicBezTo>
                        <a:pt x="8143" y="92162"/>
                        <a:pt x="6856" y="94729"/>
                        <a:pt x="12003" y="96013"/>
                      </a:cubicBezTo>
                      <a:cubicBezTo>
                        <a:pt x="17149" y="97297"/>
                        <a:pt x="20365" y="97297"/>
                        <a:pt x="22295" y="98580"/>
                      </a:cubicBezTo>
                      <a:cubicBezTo>
                        <a:pt x="24868" y="99864"/>
                        <a:pt x="28084" y="102431"/>
                        <a:pt x="28084" y="104357"/>
                      </a:cubicBezTo>
                      <a:cubicBezTo>
                        <a:pt x="28728" y="106282"/>
                        <a:pt x="28728" y="109491"/>
                        <a:pt x="30657" y="110775"/>
                      </a:cubicBezTo>
                      <a:cubicBezTo>
                        <a:pt x="33231" y="112059"/>
                        <a:pt x="33874" y="113984"/>
                        <a:pt x="33874" y="116551"/>
                      </a:cubicBezTo>
                      <a:cubicBezTo>
                        <a:pt x="33874" y="119119"/>
                        <a:pt x="31301" y="124895"/>
                        <a:pt x="31944" y="128104"/>
                      </a:cubicBezTo>
                      <a:cubicBezTo>
                        <a:pt x="33231" y="131955"/>
                        <a:pt x="34517" y="135164"/>
                        <a:pt x="33874" y="136448"/>
                      </a:cubicBezTo>
                      <a:cubicBezTo>
                        <a:pt x="33874" y="137732"/>
                        <a:pt x="30657" y="140299"/>
                        <a:pt x="30657" y="142224"/>
                      </a:cubicBezTo>
                      <a:cubicBezTo>
                        <a:pt x="30657" y="143508"/>
                        <a:pt x="31944" y="153777"/>
                        <a:pt x="31944" y="158270"/>
                      </a:cubicBezTo>
                      <a:cubicBezTo>
                        <a:pt x="31944" y="162763"/>
                        <a:pt x="33231" y="165972"/>
                        <a:pt x="30014" y="170465"/>
                      </a:cubicBezTo>
                      <a:cubicBezTo>
                        <a:pt x="26798" y="174958"/>
                        <a:pt x="26798" y="175599"/>
                        <a:pt x="21652" y="176883"/>
                      </a:cubicBezTo>
                      <a:cubicBezTo>
                        <a:pt x="17149" y="178167"/>
                        <a:pt x="13289" y="178809"/>
                        <a:pt x="9430" y="181376"/>
                      </a:cubicBezTo>
                      <a:cubicBezTo>
                        <a:pt x="5570" y="183943"/>
                        <a:pt x="4283" y="182018"/>
                        <a:pt x="1710" y="185227"/>
                      </a:cubicBezTo>
                      <a:cubicBezTo>
                        <a:pt x="-863" y="189078"/>
                        <a:pt x="-1506" y="196780"/>
                        <a:pt x="6856" y="194854"/>
                      </a:cubicBezTo>
                      <a:cubicBezTo>
                        <a:pt x="14576" y="192929"/>
                        <a:pt x="20365" y="187152"/>
                        <a:pt x="22938" y="185227"/>
                      </a:cubicBezTo>
                      <a:cubicBezTo>
                        <a:pt x="25511" y="182659"/>
                        <a:pt x="30657" y="178167"/>
                        <a:pt x="33874" y="180734"/>
                      </a:cubicBezTo>
                      <a:cubicBezTo>
                        <a:pt x="37090" y="182659"/>
                        <a:pt x="37733" y="189078"/>
                        <a:pt x="38377" y="194212"/>
                      </a:cubicBezTo>
                      <a:cubicBezTo>
                        <a:pt x="39020" y="199989"/>
                        <a:pt x="36447" y="205123"/>
                        <a:pt x="38377" y="207691"/>
                      </a:cubicBezTo>
                      <a:cubicBezTo>
                        <a:pt x="40306" y="210258"/>
                        <a:pt x="41593" y="208332"/>
                        <a:pt x="44809" y="210258"/>
                      </a:cubicBezTo>
                      <a:cubicBezTo>
                        <a:pt x="48669" y="212183"/>
                        <a:pt x="49312" y="214109"/>
                        <a:pt x="50599" y="216676"/>
                      </a:cubicBezTo>
                      <a:cubicBezTo>
                        <a:pt x="51885" y="219244"/>
                        <a:pt x="55102" y="221169"/>
                        <a:pt x="57032" y="223094"/>
                      </a:cubicBezTo>
                      <a:cubicBezTo>
                        <a:pt x="58962" y="225020"/>
                        <a:pt x="59605" y="230796"/>
                        <a:pt x="60891" y="233364"/>
                      </a:cubicBezTo>
                      <a:cubicBezTo>
                        <a:pt x="61535" y="235931"/>
                        <a:pt x="62821" y="241066"/>
                        <a:pt x="69254" y="240424"/>
                      </a:cubicBezTo>
                      <a:cubicBezTo>
                        <a:pt x="75043" y="240424"/>
                        <a:pt x="81476" y="242349"/>
                        <a:pt x="82762" y="244917"/>
                      </a:cubicBezTo>
                      <a:cubicBezTo>
                        <a:pt x="84049" y="247484"/>
                        <a:pt x="87265" y="251335"/>
                        <a:pt x="92412" y="253902"/>
                      </a:cubicBezTo>
                      <a:cubicBezTo>
                        <a:pt x="98201" y="256469"/>
                        <a:pt x="99488" y="261604"/>
                        <a:pt x="102704" y="262246"/>
                      </a:cubicBezTo>
                      <a:cubicBezTo>
                        <a:pt x="105277" y="263530"/>
                        <a:pt x="108493" y="261604"/>
                        <a:pt x="110423" y="260320"/>
                      </a:cubicBezTo>
                      <a:cubicBezTo>
                        <a:pt x="112353" y="259037"/>
                        <a:pt x="122002" y="256469"/>
                        <a:pt x="125862" y="257111"/>
                      </a:cubicBezTo>
                      <a:cubicBezTo>
                        <a:pt x="129721" y="257753"/>
                        <a:pt x="133581" y="258395"/>
                        <a:pt x="136154" y="261604"/>
                      </a:cubicBezTo>
                      <a:cubicBezTo>
                        <a:pt x="138727" y="264813"/>
                        <a:pt x="145803" y="275724"/>
                        <a:pt x="149020" y="270590"/>
                      </a:cubicBezTo>
                      <a:cubicBezTo>
                        <a:pt x="152236" y="265455"/>
                        <a:pt x="152236" y="261604"/>
                        <a:pt x="154166" y="259679"/>
                      </a:cubicBezTo>
                      <a:cubicBezTo>
                        <a:pt x="156095" y="257111"/>
                        <a:pt x="161242" y="251335"/>
                        <a:pt x="165101" y="251977"/>
                      </a:cubicBezTo>
                      <a:cubicBezTo>
                        <a:pt x="168961" y="252619"/>
                        <a:pt x="172821" y="251335"/>
                        <a:pt x="174750" y="253902"/>
                      </a:cubicBezTo>
                      <a:cubicBezTo>
                        <a:pt x="176680" y="256469"/>
                        <a:pt x="182470" y="267381"/>
                        <a:pt x="185686" y="262888"/>
                      </a:cubicBezTo>
                      <a:cubicBezTo>
                        <a:pt x="188902" y="258395"/>
                        <a:pt x="186973" y="248768"/>
                        <a:pt x="188902" y="244917"/>
                      </a:cubicBezTo>
                      <a:cubicBezTo>
                        <a:pt x="190832" y="241066"/>
                        <a:pt x="192762" y="237215"/>
                        <a:pt x="194692" y="234647"/>
                      </a:cubicBezTo>
                      <a:cubicBezTo>
                        <a:pt x="196622" y="232080"/>
                        <a:pt x="203054" y="228871"/>
                        <a:pt x="204984" y="228871"/>
                      </a:cubicBezTo>
                      <a:cubicBezTo>
                        <a:pt x="206914" y="228871"/>
                        <a:pt x="209487" y="232080"/>
                        <a:pt x="212060" y="231438"/>
                      </a:cubicBezTo>
                      <a:cubicBezTo>
                        <a:pt x="214633" y="230155"/>
                        <a:pt x="215920" y="226304"/>
                        <a:pt x="215276" y="223736"/>
                      </a:cubicBezTo>
                      <a:cubicBezTo>
                        <a:pt x="214633" y="221169"/>
                        <a:pt x="213990" y="217960"/>
                        <a:pt x="217850" y="217318"/>
                      </a:cubicBezTo>
                      <a:cubicBezTo>
                        <a:pt x="222353" y="216676"/>
                        <a:pt x="228785" y="220527"/>
                        <a:pt x="231358" y="221811"/>
                      </a:cubicBezTo>
                      <a:cubicBezTo>
                        <a:pt x="233931" y="223094"/>
                        <a:pt x="237791" y="223094"/>
                        <a:pt x="237791" y="219885"/>
                      </a:cubicBezTo>
                      <a:cubicBezTo>
                        <a:pt x="237791" y="217318"/>
                        <a:pt x="235218" y="214751"/>
                        <a:pt x="233931" y="213467"/>
                      </a:cubicBezTo>
                      <a:cubicBezTo>
                        <a:pt x="232645" y="212183"/>
                        <a:pt x="230072" y="209616"/>
                        <a:pt x="230072" y="205123"/>
                      </a:cubicBezTo>
                      <a:cubicBezTo>
                        <a:pt x="230072" y="200631"/>
                        <a:pt x="229429" y="196138"/>
                        <a:pt x="232002" y="195496"/>
                      </a:cubicBezTo>
                      <a:cubicBezTo>
                        <a:pt x="234575" y="194212"/>
                        <a:pt x="239721" y="193571"/>
                        <a:pt x="241651" y="194212"/>
                      </a:cubicBezTo>
                      <a:cubicBezTo>
                        <a:pt x="243580" y="194854"/>
                        <a:pt x="248727" y="198063"/>
                        <a:pt x="250656" y="199347"/>
                      </a:cubicBezTo>
                      <a:cubicBezTo>
                        <a:pt x="252586" y="200631"/>
                        <a:pt x="261592" y="206407"/>
                        <a:pt x="262235" y="198705"/>
                      </a:cubicBezTo>
                      <a:cubicBezTo>
                        <a:pt x="262235" y="191003"/>
                        <a:pt x="258376" y="189720"/>
                        <a:pt x="253229" y="189720"/>
                      </a:cubicBezTo>
                      <a:cubicBezTo>
                        <a:pt x="248083" y="189720"/>
                        <a:pt x="247440" y="185227"/>
                        <a:pt x="244867" y="183943"/>
                      </a:cubicBezTo>
                      <a:cubicBezTo>
                        <a:pt x="242294" y="182659"/>
                        <a:pt x="239721" y="179450"/>
                        <a:pt x="240364" y="177525"/>
                      </a:cubicBezTo>
                      <a:cubicBezTo>
                        <a:pt x="241007" y="175599"/>
                        <a:pt x="241007" y="176241"/>
                        <a:pt x="242937" y="172390"/>
                      </a:cubicBezTo>
                      <a:cubicBezTo>
                        <a:pt x="244224" y="168539"/>
                        <a:pt x="245510" y="166614"/>
                        <a:pt x="244224" y="164688"/>
                      </a:cubicBezTo>
                      <a:cubicBezTo>
                        <a:pt x="243580" y="162763"/>
                        <a:pt x="241007" y="158912"/>
                        <a:pt x="244867" y="156986"/>
                      </a:cubicBezTo>
                      <a:cubicBezTo>
                        <a:pt x="248727" y="155061"/>
                        <a:pt x="259019" y="153135"/>
                        <a:pt x="255159" y="149284"/>
                      </a:cubicBezTo>
                      <a:cubicBezTo>
                        <a:pt x="251943" y="145434"/>
                        <a:pt x="250013" y="145434"/>
                        <a:pt x="246797" y="144150"/>
                      </a:cubicBezTo>
                      <a:cubicBezTo>
                        <a:pt x="244224" y="142866"/>
                        <a:pt x="242294" y="136448"/>
                        <a:pt x="241007" y="132597"/>
                      </a:cubicBezTo>
                      <a:cubicBezTo>
                        <a:pt x="239721" y="128746"/>
                        <a:pt x="244224" y="122970"/>
                        <a:pt x="245510" y="118477"/>
                      </a:cubicBezTo>
                      <a:cubicBezTo>
                        <a:pt x="246797" y="114626"/>
                        <a:pt x="246153" y="105640"/>
                        <a:pt x="250656" y="106924"/>
                      </a:cubicBezTo>
                      <a:cubicBezTo>
                        <a:pt x="255803" y="108208"/>
                        <a:pt x="266095" y="107566"/>
                        <a:pt x="268668" y="102431"/>
                      </a:cubicBezTo>
                      <a:cubicBezTo>
                        <a:pt x="273171" y="96013"/>
                        <a:pt x="269955" y="91520"/>
                        <a:pt x="262235" y="92162"/>
                      </a:cubicBezTo>
                      <a:close/>
                    </a:path>
                  </a:pathLst>
                </a:custGeom>
                <a:solidFill>
                  <a:schemeClr val="accent1"/>
                </a:solidFill>
                <a:ln w="6424" cap="flat">
                  <a:noFill/>
                  <a:prstDash val="solid"/>
                  <a:miter/>
                </a:ln>
              </p:spPr>
              <p:txBody>
                <a:bodyPr rtlCol="0" anchor="ctr"/>
                <a:lstStyle/>
                <a:p>
                  <a:endParaRPr lang="pt-BR"/>
                </a:p>
              </p:txBody>
            </p:sp>
            <p:sp>
              <p:nvSpPr>
                <p:cNvPr id="102" name="Freeform: Shape 101">
                  <a:extLst>
                    <a:ext uri="{FF2B5EF4-FFF2-40B4-BE49-F238E27FC236}">
                      <a16:creationId xmlns:a16="http://schemas.microsoft.com/office/drawing/2014/main" id="{F84BBC32-B055-2DBD-B20A-0913B8D63C3E}"/>
                    </a:ext>
                  </a:extLst>
                </p:cNvPr>
                <p:cNvSpPr/>
                <p:nvPr/>
              </p:nvSpPr>
              <p:spPr>
                <a:xfrm>
                  <a:off x="6985106" y="2172618"/>
                  <a:ext cx="21317" cy="18100"/>
                </a:xfrm>
                <a:custGeom>
                  <a:avLst/>
                  <a:gdLst>
                    <a:gd name="connsiteX0" fmla="*/ 1148 w 21317"/>
                    <a:gd name="connsiteY0" fmla="*/ 6108 h 18100"/>
                    <a:gd name="connsiteX1" fmla="*/ 3721 w 21317"/>
                    <a:gd name="connsiteY1" fmla="*/ 16377 h 18100"/>
                    <a:gd name="connsiteX2" fmla="*/ 19803 w 21317"/>
                    <a:gd name="connsiteY2" fmla="*/ 10601 h 18100"/>
                    <a:gd name="connsiteX3" fmla="*/ 12084 w 21317"/>
                    <a:gd name="connsiteY3" fmla="*/ 332 h 18100"/>
                    <a:gd name="connsiteX4" fmla="*/ 1148 w 21317"/>
                    <a:gd name="connsiteY4" fmla="*/ 6108 h 1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7" h="18100">
                      <a:moveTo>
                        <a:pt x="1148" y="6108"/>
                      </a:moveTo>
                      <a:cubicBezTo>
                        <a:pt x="1148" y="7392"/>
                        <a:pt x="-2711" y="12526"/>
                        <a:pt x="3721" y="16377"/>
                      </a:cubicBezTo>
                      <a:cubicBezTo>
                        <a:pt x="10154" y="20870"/>
                        <a:pt x="15944" y="15735"/>
                        <a:pt x="19803" y="10601"/>
                      </a:cubicBezTo>
                      <a:cubicBezTo>
                        <a:pt x="23663" y="5466"/>
                        <a:pt x="19803" y="1615"/>
                        <a:pt x="12084" y="332"/>
                      </a:cubicBezTo>
                      <a:cubicBezTo>
                        <a:pt x="5008" y="-1594"/>
                        <a:pt x="1148" y="5466"/>
                        <a:pt x="1148" y="6108"/>
                      </a:cubicBezTo>
                      <a:close/>
                    </a:path>
                  </a:pathLst>
                </a:custGeom>
                <a:solidFill>
                  <a:schemeClr val="accent1"/>
                </a:solidFill>
                <a:ln w="6424" cap="flat">
                  <a:noFill/>
                  <a:prstDash val="solid"/>
                  <a:miter/>
                </a:ln>
              </p:spPr>
              <p:txBody>
                <a:bodyPr rtlCol="0" anchor="ctr"/>
                <a:lstStyle/>
                <a:p>
                  <a:endParaRPr lang="pt-BR"/>
                </a:p>
              </p:txBody>
            </p:sp>
            <p:sp>
              <p:nvSpPr>
                <p:cNvPr id="103" name="Freeform: Shape 102">
                  <a:extLst>
                    <a:ext uri="{FF2B5EF4-FFF2-40B4-BE49-F238E27FC236}">
                      <a16:creationId xmlns:a16="http://schemas.microsoft.com/office/drawing/2014/main" id="{7CF46A8E-7355-8571-6712-7433DCB4CF4F}"/>
                    </a:ext>
                  </a:extLst>
                </p:cNvPr>
                <p:cNvSpPr/>
                <p:nvPr/>
              </p:nvSpPr>
              <p:spPr>
                <a:xfrm>
                  <a:off x="7026106" y="2131352"/>
                  <a:ext cx="14232" cy="17905"/>
                </a:xfrm>
                <a:custGeom>
                  <a:avLst/>
                  <a:gdLst>
                    <a:gd name="connsiteX0" fmla="*/ 14184 w 14232"/>
                    <a:gd name="connsiteY0" fmla="*/ 7582 h 17905"/>
                    <a:gd name="connsiteX1" fmla="*/ 5821 w 14232"/>
                    <a:gd name="connsiteY1" fmla="*/ 1163 h 17905"/>
                    <a:gd name="connsiteX2" fmla="*/ 32 w 14232"/>
                    <a:gd name="connsiteY2" fmla="*/ 10791 h 17905"/>
                    <a:gd name="connsiteX3" fmla="*/ 3891 w 14232"/>
                    <a:gd name="connsiteY3" fmla="*/ 17851 h 17905"/>
                    <a:gd name="connsiteX4" fmla="*/ 14184 w 14232"/>
                    <a:gd name="connsiteY4" fmla="*/ 7582 h 17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2" h="17905">
                      <a:moveTo>
                        <a:pt x="14184" y="7582"/>
                      </a:moveTo>
                      <a:cubicBezTo>
                        <a:pt x="13541" y="1805"/>
                        <a:pt x="10324" y="-2046"/>
                        <a:pt x="5821" y="1163"/>
                      </a:cubicBezTo>
                      <a:cubicBezTo>
                        <a:pt x="675" y="4372"/>
                        <a:pt x="32" y="10791"/>
                        <a:pt x="32" y="10791"/>
                      </a:cubicBezTo>
                      <a:cubicBezTo>
                        <a:pt x="32" y="10791"/>
                        <a:pt x="-611" y="17209"/>
                        <a:pt x="3891" y="17851"/>
                      </a:cubicBezTo>
                      <a:cubicBezTo>
                        <a:pt x="9038" y="18493"/>
                        <a:pt x="14827" y="13358"/>
                        <a:pt x="14184" y="7582"/>
                      </a:cubicBezTo>
                      <a:close/>
                    </a:path>
                  </a:pathLst>
                </a:custGeom>
                <a:solidFill>
                  <a:schemeClr val="accent1"/>
                </a:solidFill>
                <a:ln w="6424" cap="flat">
                  <a:noFill/>
                  <a:prstDash val="solid"/>
                  <a:miter/>
                </a:ln>
              </p:spPr>
              <p:txBody>
                <a:bodyPr rtlCol="0" anchor="ctr"/>
                <a:lstStyle/>
                <a:p>
                  <a:endParaRPr lang="pt-BR"/>
                </a:p>
              </p:txBody>
            </p:sp>
            <p:sp>
              <p:nvSpPr>
                <p:cNvPr id="104" name="Freeform: Shape 103">
                  <a:extLst>
                    <a:ext uri="{FF2B5EF4-FFF2-40B4-BE49-F238E27FC236}">
                      <a16:creationId xmlns:a16="http://schemas.microsoft.com/office/drawing/2014/main" id="{9E21AACD-EDEE-679D-ED2C-2276D1D8A585}"/>
                    </a:ext>
                  </a:extLst>
                </p:cNvPr>
                <p:cNvSpPr/>
                <p:nvPr/>
              </p:nvSpPr>
              <p:spPr>
                <a:xfrm>
                  <a:off x="6996136" y="2121747"/>
                  <a:ext cx="15219" cy="16791"/>
                </a:xfrm>
                <a:custGeom>
                  <a:avLst/>
                  <a:gdLst>
                    <a:gd name="connsiteX0" fmla="*/ 14563 w 15219"/>
                    <a:gd name="connsiteY0" fmla="*/ 2424 h 16791"/>
                    <a:gd name="connsiteX1" fmla="*/ 2984 w 15219"/>
                    <a:gd name="connsiteY1" fmla="*/ 4350 h 16791"/>
                    <a:gd name="connsiteX2" fmla="*/ 411 w 15219"/>
                    <a:gd name="connsiteY2" fmla="*/ 14619 h 16791"/>
                    <a:gd name="connsiteX3" fmla="*/ 10060 w 15219"/>
                    <a:gd name="connsiteY3" fmla="*/ 14619 h 16791"/>
                    <a:gd name="connsiteX4" fmla="*/ 14563 w 15219"/>
                    <a:gd name="connsiteY4" fmla="*/ 2424 h 16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19" h="16791">
                      <a:moveTo>
                        <a:pt x="14563" y="2424"/>
                      </a:moveTo>
                      <a:cubicBezTo>
                        <a:pt x="11990" y="-785"/>
                        <a:pt x="8130" y="-1427"/>
                        <a:pt x="2984" y="4350"/>
                      </a:cubicBezTo>
                      <a:cubicBezTo>
                        <a:pt x="-1519" y="10126"/>
                        <a:pt x="411" y="14619"/>
                        <a:pt x="411" y="14619"/>
                      </a:cubicBezTo>
                      <a:cubicBezTo>
                        <a:pt x="1698" y="17186"/>
                        <a:pt x="6844" y="17828"/>
                        <a:pt x="10060" y="14619"/>
                      </a:cubicBezTo>
                      <a:cubicBezTo>
                        <a:pt x="13920" y="11410"/>
                        <a:pt x="16493" y="5633"/>
                        <a:pt x="14563" y="2424"/>
                      </a:cubicBezTo>
                      <a:close/>
                    </a:path>
                  </a:pathLst>
                </a:custGeom>
                <a:solidFill>
                  <a:schemeClr val="accent1"/>
                </a:solidFill>
                <a:ln w="6424" cap="flat">
                  <a:noFill/>
                  <a:prstDash val="solid"/>
                  <a:miter/>
                </a:ln>
              </p:spPr>
              <p:txBody>
                <a:bodyPr rtlCol="0" anchor="ctr"/>
                <a:lstStyle/>
                <a:p>
                  <a:endParaRPr lang="pt-BR"/>
                </a:p>
              </p:txBody>
            </p:sp>
            <p:sp>
              <p:nvSpPr>
                <p:cNvPr id="105" name="Freeform: Shape 104">
                  <a:extLst>
                    <a:ext uri="{FF2B5EF4-FFF2-40B4-BE49-F238E27FC236}">
                      <a16:creationId xmlns:a16="http://schemas.microsoft.com/office/drawing/2014/main" id="{B07D97E5-DC5A-D264-E16C-0E756B6674A5}"/>
                    </a:ext>
                  </a:extLst>
                </p:cNvPr>
                <p:cNvSpPr/>
                <p:nvPr/>
              </p:nvSpPr>
              <p:spPr>
                <a:xfrm>
                  <a:off x="7002948" y="2139883"/>
                  <a:ext cx="7968" cy="8855"/>
                </a:xfrm>
                <a:custGeom>
                  <a:avLst/>
                  <a:gdLst>
                    <a:gd name="connsiteX0" fmla="*/ 3891 w 7968"/>
                    <a:gd name="connsiteY0" fmla="*/ 334 h 8855"/>
                    <a:gd name="connsiteX1" fmla="*/ 32 w 7968"/>
                    <a:gd name="connsiteY1" fmla="*/ 5469 h 8855"/>
                    <a:gd name="connsiteX2" fmla="*/ 7751 w 7968"/>
                    <a:gd name="connsiteY2" fmla="*/ 5469 h 8855"/>
                    <a:gd name="connsiteX3" fmla="*/ 3891 w 7968"/>
                    <a:gd name="connsiteY3" fmla="*/ 334 h 8855"/>
                  </a:gdLst>
                  <a:ahLst/>
                  <a:cxnLst>
                    <a:cxn ang="0">
                      <a:pos x="connsiteX0" y="connsiteY0"/>
                    </a:cxn>
                    <a:cxn ang="0">
                      <a:pos x="connsiteX1" y="connsiteY1"/>
                    </a:cxn>
                    <a:cxn ang="0">
                      <a:pos x="connsiteX2" y="connsiteY2"/>
                    </a:cxn>
                    <a:cxn ang="0">
                      <a:pos x="connsiteX3" y="connsiteY3"/>
                    </a:cxn>
                  </a:cxnLst>
                  <a:rect l="l" t="t" r="r" b="b"/>
                  <a:pathLst>
                    <a:path w="7968" h="8855">
                      <a:moveTo>
                        <a:pt x="3891" y="334"/>
                      </a:moveTo>
                      <a:cubicBezTo>
                        <a:pt x="-612" y="1618"/>
                        <a:pt x="32" y="5469"/>
                        <a:pt x="32" y="5469"/>
                      </a:cubicBezTo>
                      <a:cubicBezTo>
                        <a:pt x="675" y="10603"/>
                        <a:pt x="6464" y="9320"/>
                        <a:pt x="7751" y="5469"/>
                      </a:cubicBezTo>
                      <a:cubicBezTo>
                        <a:pt x="8394" y="1618"/>
                        <a:pt x="7751" y="-950"/>
                        <a:pt x="3891" y="334"/>
                      </a:cubicBezTo>
                      <a:close/>
                    </a:path>
                  </a:pathLst>
                </a:custGeom>
                <a:solidFill>
                  <a:schemeClr val="accent1"/>
                </a:solidFill>
                <a:ln w="6424" cap="flat">
                  <a:noFill/>
                  <a:prstDash val="solid"/>
                  <a:miter/>
                </a:ln>
              </p:spPr>
              <p:txBody>
                <a:bodyPr rtlCol="0" anchor="ctr"/>
                <a:lstStyle/>
                <a:p>
                  <a:endParaRPr lang="pt-BR" dirty="0"/>
                </a:p>
              </p:txBody>
            </p:sp>
            <p:sp>
              <p:nvSpPr>
                <p:cNvPr id="106" name="Freeform: Shape 105">
                  <a:extLst>
                    <a:ext uri="{FF2B5EF4-FFF2-40B4-BE49-F238E27FC236}">
                      <a16:creationId xmlns:a16="http://schemas.microsoft.com/office/drawing/2014/main" id="{DBC583A8-E300-D14C-1D32-816F9C5A8411}"/>
                    </a:ext>
                  </a:extLst>
                </p:cNvPr>
                <p:cNvSpPr/>
                <p:nvPr/>
              </p:nvSpPr>
              <p:spPr>
                <a:xfrm>
                  <a:off x="7027010" y="2320454"/>
                  <a:ext cx="19167" cy="21061"/>
                </a:xfrm>
                <a:custGeom>
                  <a:avLst/>
                  <a:gdLst>
                    <a:gd name="connsiteX0" fmla="*/ 13923 w 19167"/>
                    <a:gd name="connsiteY0" fmla="*/ 116 h 21061"/>
                    <a:gd name="connsiteX1" fmla="*/ 1058 w 19167"/>
                    <a:gd name="connsiteY1" fmla="*/ 8460 h 21061"/>
                    <a:gd name="connsiteX2" fmla="*/ 2987 w 19167"/>
                    <a:gd name="connsiteY2" fmla="*/ 19371 h 21061"/>
                    <a:gd name="connsiteX3" fmla="*/ 17139 w 19167"/>
                    <a:gd name="connsiteY3" fmla="*/ 14878 h 21061"/>
                    <a:gd name="connsiteX4" fmla="*/ 13923 w 19167"/>
                    <a:gd name="connsiteY4" fmla="*/ 116 h 21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67" h="21061">
                      <a:moveTo>
                        <a:pt x="13923" y="116"/>
                      </a:moveTo>
                      <a:cubicBezTo>
                        <a:pt x="10063" y="-526"/>
                        <a:pt x="4274" y="1399"/>
                        <a:pt x="1058" y="8460"/>
                      </a:cubicBezTo>
                      <a:cubicBezTo>
                        <a:pt x="-2159" y="15520"/>
                        <a:pt x="2987" y="19371"/>
                        <a:pt x="2987" y="19371"/>
                      </a:cubicBezTo>
                      <a:cubicBezTo>
                        <a:pt x="8134" y="22580"/>
                        <a:pt x="12636" y="21296"/>
                        <a:pt x="17139" y="14878"/>
                      </a:cubicBezTo>
                      <a:cubicBezTo>
                        <a:pt x="21642" y="8460"/>
                        <a:pt x="17783" y="758"/>
                        <a:pt x="13923" y="116"/>
                      </a:cubicBezTo>
                      <a:close/>
                    </a:path>
                  </a:pathLst>
                </a:custGeom>
                <a:solidFill>
                  <a:schemeClr val="accent1"/>
                </a:solidFill>
                <a:ln w="6424" cap="flat">
                  <a:noFill/>
                  <a:prstDash val="solid"/>
                  <a:miter/>
                </a:ln>
              </p:spPr>
              <p:txBody>
                <a:bodyPr rtlCol="0" anchor="ctr"/>
                <a:lstStyle/>
                <a:p>
                  <a:endParaRPr lang="pt-BR"/>
                </a:p>
              </p:txBody>
            </p:sp>
            <p:sp>
              <p:nvSpPr>
                <p:cNvPr id="107" name="Freeform: Shape 106">
                  <a:extLst>
                    <a:ext uri="{FF2B5EF4-FFF2-40B4-BE49-F238E27FC236}">
                      <a16:creationId xmlns:a16="http://schemas.microsoft.com/office/drawing/2014/main" id="{75E16EC0-3988-8DD2-BA63-34B9CF8762C1}"/>
                    </a:ext>
                  </a:extLst>
                </p:cNvPr>
                <p:cNvSpPr/>
                <p:nvPr/>
              </p:nvSpPr>
              <p:spPr>
                <a:xfrm>
                  <a:off x="7017739" y="2379404"/>
                  <a:ext cx="24663" cy="16429"/>
                </a:xfrm>
                <a:custGeom>
                  <a:avLst/>
                  <a:gdLst>
                    <a:gd name="connsiteX0" fmla="*/ 16761 w 24663"/>
                    <a:gd name="connsiteY0" fmla="*/ 3423 h 16429"/>
                    <a:gd name="connsiteX1" fmla="*/ 4539 w 24663"/>
                    <a:gd name="connsiteY1" fmla="*/ 1498 h 16429"/>
                    <a:gd name="connsiteX2" fmla="*/ 1966 w 24663"/>
                    <a:gd name="connsiteY2" fmla="*/ 11125 h 16429"/>
                    <a:gd name="connsiteX3" fmla="*/ 12902 w 24663"/>
                    <a:gd name="connsiteY3" fmla="*/ 16260 h 16429"/>
                    <a:gd name="connsiteX4" fmla="*/ 24480 w 24663"/>
                    <a:gd name="connsiteY4" fmla="*/ 13050 h 16429"/>
                    <a:gd name="connsiteX5" fmla="*/ 16761 w 24663"/>
                    <a:gd name="connsiteY5" fmla="*/ 3423 h 1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63" h="16429">
                      <a:moveTo>
                        <a:pt x="16761" y="3423"/>
                      </a:moveTo>
                      <a:cubicBezTo>
                        <a:pt x="13545" y="856"/>
                        <a:pt x="9685" y="-1712"/>
                        <a:pt x="4539" y="1498"/>
                      </a:cubicBezTo>
                      <a:cubicBezTo>
                        <a:pt x="-607" y="4707"/>
                        <a:pt x="-1250" y="7274"/>
                        <a:pt x="1966" y="11125"/>
                      </a:cubicBezTo>
                      <a:cubicBezTo>
                        <a:pt x="4539" y="14976"/>
                        <a:pt x="12258" y="16260"/>
                        <a:pt x="12902" y="16260"/>
                      </a:cubicBezTo>
                      <a:cubicBezTo>
                        <a:pt x="12902" y="16260"/>
                        <a:pt x="22551" y="17543"/>
                        <a:pt x="24480" y="13050"/>
                      </a:cubicBezTo>
                      <a:cubicBezTo>
                        <a:pt x="25767" y="8558"/>
                        <a:pt x="19978" y="5990"/>
                        <a:pt x="16761" y="3423"/>
                      </a:cubicBezTo>
                      <a:close/>
                    </a:path>
                  </a:pathLst>
                </a:custGeom>
                <a:solidFill>
                  <a:schemeClr val="accent1"/>
                </a:solidFill>
                <a:ln w="6424" cap="flat">
                  <a:noFill/>
                  <a:prstDash val="solid"/>
                  <a:miter/>
                </a:ln>
              </p:spPr>
              <p:txBody>
                <a:bodyPr rtlCol="0" anchor="ctr"/>
                <a:lstStyle/>
                <a:p>
                  <a:endParaRPr lang="pt-BR"/>
                </a:p>
              </p:txBody>
            </p:sp>
            <p:sp>
              <p:nvSpPr>
                <p:cNvPr id="108" name="Freeform: Shape 107">
                  <a:extLst>
                    <a:ext uri="{FF2B5EF4-FFF2-40B4-BE49-F238E27FC236}">
                      <a16:creationId xmlns:a16="http://schemas.microsoft.com/office/drawing/2014/main" id="{1E888244-EA32-4B34-6BA0-9B5E0751FB59}"/>
                    </a:ext>
                  </a:extLst>
                </p:cNvPr>
                <p:cNvSpPr/>
                <p:nvPr/>
              </p:nvSpPr>
              <p:spPr>
                <a:xfrm>
                  <a:off x="6146574" y="1690297"/>
                  <a:ext cx="15771" cy="20569"/>
                </a:xfrm>
                <a:custGeom>
                  <a:avLst/>
                  <a:gdLst>
                    <a:gd name="connsiteX0" fmla="*/ 11147 w 15771"/>
                    <a:gd name="connsiteY0" fmla="*/ 20538 h 20569"/>
                    <a:gd name="connsiteX1" fmla="*/ 15650 w 15771"/>
                    <a:gd name="connsiteY1" fmla="*/ 12837 h 20569"/>
                    <a:gd name="connsiteX2" fmla="*/ 11790 w 15771"/>
                    <a:gd name="connsiteY2" fmla="*/ 4493 h 20569"/>
                    <a:gd name="connsiteX3" fmla="*/ 11790 w 15771"/>
                    <a:gd name="connsiteY3" fmla="*/ 4493 h 20569"/>
                    <a:gd name="connsiteX4" fmla="*/ 4714 w 15771"/>
                    <a:gd name="connsiteY4" fmla="*/ 0 h 20569"/>
                    <a:gd name="connsiteX5" fmla="*/ 211 w 15771"/>
                    <a:gd name="connsiteY5" fmla="*/ 8344 h 20569"/>
                    <a:gd name="connsiteX6" fmla="*/ 11147 w 15771"/>
                    <a:gd name="connsiteY6" fmla="*/ 20538 h 20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71" h="20569">
                      <a:moveTo>
                        <a:pt x="11147" y="20538"/>
                      </a:moveTo>
                      <a:cubicBezTo>
                        <a:pt x="16936" y="19897"/>
                        <a:pt x="15650" y="16046"/>
                        <a:pt x="15650" y="12837"/>
                      </a:cubicBezTo>
                      <a:cubicBezTo>
                        <a:pt x="15650" y="10269"/>
                        <a:pt x="12433" y="5776"/>
                        <a:pt x="11790" y="4493"/>
                      </a:cubicBezTo>
                      <a:cubicBezTo>
                        <a:pt x="11790" y="4493"/>
                        <a:pt x="11790" y="4493"/>
                        <a:pt x="11790" y="4493"/>
                      </a:cubicBezTo>
                      <a:cubicBezTo>
                        <a:pt x="11790" y="4493"/>
                        <a:pt x="9860" y="0"/>
                        <a:pt x="4714" y="0"/>
                      </a:cubicBezTo>
                      <a:cubicBezTo>
                        <a:pt x="211" y="0"/>
                        <a:pt x="-432" y="5135"/>
                        <a:pt x="211" y="8344"/>
                      </a:cubicBezTo>
                      <a:cubicBezTo>
                        <a:pt x="1498" y="11553"/>
                        <a:pt x="5357" y="21180"/>
                        <a:pt x="11147" y="20538"/>
                      </a:cubicBezTo>
                      <a:close/>
                    </a:path>
                  </a:pathLst>
                </a:custGeom>
                <a:solidFill>
                  <a:schemeClr val="accent1"/>
                </a:solidFill>
                <a:ln w="6424" cap="flat">
                  <a:noFill/>
                  <a:prstDash val="solid"/>
                  <a:miter/>
                </a:ln>
              </p:spPr>
              <p:txBody>
                <a:bodyPr rtlCol="0" anchor="ctr"/>
                <a:lstStyle/>
                <a:p>
                  <a:endParaRPr lang="pt-BR"/>
                </a:p>
              </p:txBody>
            </p:sp>
            <p:sp>
              <p:nvSpPr>
                <p:cNvPr id="109" name="Freeform: Shape 108">
                  <a:extLst>
                    <a:ext uri="{FF2B5EF4-FFF2-40B4-BE49-F238E27FC236}">
                      <a16:creationId xmlns:a16="http://schemas.microsoft.com/office/drawing/2014/main" id="{6EEBC6FE-C24B-2F5E-B098-CB5F30F7C0FE}"/>
                    </a:ext>
                  </a:extLst>
                </p:cNvPr>
                <p:cNvSpPr/>
                <p:nvPr/>
              </p:nvSpPr>
              <p:spPr>
                <a:xfrm>
                  <a:off x="6754497" y="2860197"/>
                  <a:ext cx="50367" cy="66372"/>
                </a:xfrm>
                <a:custGeom>
                  <a:avLst/>
                  <a:gdLst>
                    <a:gd name="connsiteX0" fmla="*/ 47782 w 50367"/>
                    <a:gd name="connsiteY0" fmla="*/ 47644 h 66372"/>
                    <a:gd name="connsiteX1" fmla="*/ 43923 w 50367"/>
                    <a:gd name="connsiteY1" fmla="*/ 43793 h 66372"/>
                    <a:gd name="connsiteX2" fmla="*/ 45852 w 50367"/>
                    <a:gd name="connsiteY2" fmla="*/ 34807 h 66372"/>
                    <a:gd name="connsiteX3" fmla="*/ 45852 w 50367"/>
                    <a:gd name="connsiteY3" fmla="*/ 21329 h 66372"/>
                    <a:gd name="connsiteX4" fmla="*/ 45209 w 50367"/>
                    <a:gd name="connsiteY4" fmla="*/ 2716 h 66372"/>
                    <a:gd name="connsiteX5" fmla="*/ 36203 w 50367"/>
                    <a:gd name="connsiteY5" fmla="*/ 1432 h 66372"/>
                    <a:gd name="connsiteX6" fmla="*/ 27197 w 50367"/>
                    <a:gd name="connsiteY6" fmla="*/ 12343 h 66372"/>
                    <a:gd name="connsiteX7" fmla="*/ 20122 w 50367"/>
                    <a:gd name="connsiteY7" fmla="*/ 13627 h 66372"/>
                    <a:gd name="connsiteX8" fmla="*/ 9829 w 50367"/>
                    <a:gd name="connsiteY8" fmla="*/ 17478 h 66372"/>
                    <a:gd name="connsiteX9" fmla="*/ 3396 w 50367"/>
                    <a:gd name="connsiteY9" fmla="*/ 24538 h 66372"/>
                    <a:gd name="connsiteX10" fmla="*/ 180 w 50367"/>
                    <a:gd name="connsiteY10" fmla="*/ 39300 h 66372"/>
                    <a:gd name="connsiteX11" fmla="*/ 823 w 50367"/>
                    <a:gd name="connsiteY11" fmla="*/ 47644 h 66372"/>
                    <a:gd name="connsiteX12" fmla="*/ 1467 w 50367"/>
                    <a:gd name="connsiteY12" fmla="*/ 55987 h 66372"/>
                    <a:gd name="connsiteX13" fmla="*/ 5326 w 50367"/>
                    <a:gd name="connsiteY13" fmla="*/ 59197 h 66372"/>
                    <a:gd name="connsiteX14" fmla="*/ 13689 w 50367"/>
                    <a:gd name="connsiteY14" fmla="*/ 63689 h 66372"/>
                    <a:gd name="connsiteX15" fmla="*/ 22695 w 50367"/>
                    <a:gd name="connsiteY15" fmla="*/ 64973 h 66372"/>
                    <a:gd name="connsiteX16" fmla="*/ 28484 w 50367"/>
                    <a:gd name="connsiteY16" fmla="*/ 60480 h 66372"/>
                    <a:gd name="connsiteX17" fmla="*/ 35560 w 50367"/>
                    <a:gd name="connsiteY17" fmla="*/ 60480 h 66372"/>
                    <a:gd name="connsiteX18" fmla="*/ 42636 w 50367"/>
                    <a:gd name="connsiteY18" fmla="*/ 54062 h 66372"/>
                    <a:gd name="connsiteX19" fmla="*/ 47782 w 50367"/>
                    <a:gd name="connsiteY19" fmla="*/ 47644 h 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0367" h="66372">
                      <a:moveTo>
                        <a:pt x="47782" y="47644"/>
                      </a:moveTo>
                      <a:cubicBezTo>
                        <a:pt x="45209" y="45076"/>
                        <a:pt x="43923" y="47644"/>
                        <a:pt x="43923" y="43793"/>
                      </a:cubicBezTo>
                      <a:cubicBezTo>
                        <a:pt x="43279" y="39300"/>
                        <a:pt x="46496" y="38016"/>
                        <a:pt x="45852" y="34807"/>
                      </a:cubicBezTo>
                      <a:cubicBezTo>
                        <a:pt x="44566" y="32240"/>
                        <a:pt x="40706" y="30314"/>
                        <a:pt x="45852" y="21329"/>
                      </a:cubicBezTo>
                      <a:cubicBezTo>
                        <a:pt x="50999" y="12343"/>
                        <a:pt x="52928" y="10418"/>
                        <a:pt x="45209" y="2716"/>
                      </a:cubicBezTo>
                      <a:cubicBezTo>
                        <a:pt x="45209" y="2716"/>
                        <a:pt x="42636" y="-2419"/>
                        <a:pt x="36203" y="1432"/>
                      </a:cubicBezTo>
                      <a:cubicBezTo>
                        <a:pt x="29771" y="5283"/>
                        <a:pt x="29127" y="9776"/>
                        <a:pt x="27197" y="12343"/>
                      </a:cubicBezTo>
                      <a:cubicBezTo>
                        <a:pt x="25268" y="14910"/>
                        <a:pt x="23338" y="12985"/>
                        <a:pt x="20122" y="13627"/>
                      </a:cubicBezTo>
                      <a:cubicBezTo>
                        <a:pt x="16905" y="14269"/>
                        <a:pt x="13689" y="15552"/>
                        <a:pt x="9829" y="17478"/>
                      </a:cubicBezTo>
                      <a:cubicBezTo>
                        <a:pt x="5970" y="19403"/>
                        <a:pt x="4683" y="20687"/>
                        <a:pt x="3396" y="24538"/>
                      </a:cubicBezTo>
                      <a:cubicBezTo>
                        <a:pt x="2110" y="28389"/>
                        <a:pt x="823" y="38016"/>
                        <a:pt x="180" y="39300"/>
                      </a:cubicBezTo>
                      <a:cubicBezTo>
                        <a:pt x="-463" y="40584"/>
                        <a:pt x="823" y="45076"/>
                        <a:pt x="823" y="47644"/>
                      </a:cubicBezTo>
                      <a:cubicBezTo>
                        <a:pt x="823" y="50211"/>
                        <a:pt x="1467" y="53420"/>
                        <a:pt x="1467" y="55987"/>
                      </a:cubicBezTo>
                      <a:cubicBezTo>
                        <a:pt x="2110" y="59197"/>
                        <a:pt x="2753" y="58555"/>
                        <a:pt x="5326" y="59197"/>
                      </a:cubicBezTo>
                      <a:cubicBezTo>
                        <a:pt x="7256" y="59838"/>
                        <a:pt x="10472" y="61122"/>
                        <a:pt x="13689" y="63689"/>
                      </a:cubicBezTo>
                      <a:cubicBezTo>
                        <a:pt x="16905" y="66257"/>
                        <a:pt x="19478" y="67540"/>
                        <a:pt x="22695" y="64973"/>
                      </a:cubicBezTo>
                      <a:cubicBezTo>
                        <a:pt x="25268" y="62406"/>
                        <a:pt x="23338" y="59838"/>
                        <a:pt x="28484" y="60480"/>
                      </a:cubicBezTo>
                      <a:cubicBezTo>
                        <a:pt x="33630" y="61122"/>
                        <a:pt x="34917" y="61764"/>
                        <a:pt x="35560" y="60480"/>
                      </a:cubicBezTo>
                      <a:cubicBezTo>
                        <a:pt x="35560" y="58555"/>
                        <a:pt x="37490" y="54062"/>
                        <a:pt x="42636" y="54062"/>
                      </a:cubicBezTo>
                      <a:cubicBezTo>
                        <a:pt x="46496" y="54062"/>
                        <a:pt x="50355" y="49569"/>
                        <a:pt x="47782" y="47644"/>
                      </a:cubicBezTo>
                      <a:close/>
                    </a:path>
                  </a:pathLst>
                </a:custGeom>
                <a:solidFill>
                  <a:srgbClr val="9D70F2"/>
                </a:solidFill>
                <a:ln w="6424" cap="flat">
                  <a:noFill/>
                  <a:prstDash val="solid"/>
                  <a:miter/>
                </a:ln>
              </p:spPr>
              <p:txBody>
                <a:bodyPr rtlCol="0" anchor="ctr"/>
                <a:lstStyle/>
                <a:p>
                  <a:endParaRPr lang="pt-BR"/>
                </a:p>
              </p:txBody>
            </p:sp>
            <p:sp>
              <p:nvSpPr>
                <p:cNvPr id="110" name="Freeform: Shape 109">
                  <a:extLst>
                    <a:ext uri="{FF2B5EF4-FFF2-40B4-BE49-F238E27FC236}">
                      <a16:creationId xmlns:a16="http://schemas.microsoft.com/office/drawing/2014/main" id="{A1F372AD-D190-AF06-1630-574EAA93CF28}"/>
                    </a:ext>
                  </a:extLst>
                </p:cNvPr>
                <p:cNvSpPr/>
                <p:nvPr/>
              </p:nvSpPr>
              <p:spPr>
                <a:xfrm>
                  <a:off x="6684261" y="2903927"/>
                  <a:ext cx="17896" cy="16435"/>
                </a:xfrm>
                <a:custGeom>
                  <a:avLst/>
                  <a:gdLst>
                    <a:gd name="connsiteX0" fmla="*/ 12521 w 17896"/>
                    <a:gd name="connsiteY0" fmla="*/ 3914 h 16435"/>
                    <a:gd name="connsiteX1" fmla="*/ 6732 w 17896"/>
                    <a:gd name="connsiteY1" fmla="*/ 63 h 16435"/>
                    <a:gd name="connsiteX2" fmla="*/ 942 w 17896"/>
                    <a:gd name="connsiteY2" fmla="*/ 9048 h 16435"/>
                    <a:gd name="connsiteX3" fmla="*/ 9948 w 17896"/>
                    <a:gd name="connsiteY3" fmla="*/ 16108 h 16435"/>
                    <a:gd name="connsiteX4" fmla="*/ 17024 w 17896"/>
                    <a:gd name="connsiteY4" fmla="*/ 9690 h 16435"/>
                    <a:gd name="connsiteX5" fmla="*/ 12521 w 17896"/>
                    <a:gd name="connsiteY5" fmla="*/ 3914 h 1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96" h="16435">
                      <a:moveTo>
                        <a:pt x="12521" y="3914"/>
                      </a:moveTo>
                      <a:cubicBezTo>
                        <a:pt x="12521" y="3914"/>
                        <a:pt x="9948" y="-579"/>
                        <a:pt x="6732" y="63"/>
                      </a:cubicBezTo>
                      <a:cubicBezTo>
                        <a:pt x="3516" y="63"/>
                        <a:pt x="-2274" y="5197"/>
                        <a:pt x="942" y="9048"/>
                      </a:cubicBezTo>
                      <a:cubicBezTo>
                        <a:pt x="3516" y="12899"/>
                        <a:pt x="6089" y="14825"/>
                        <a:pt x="9948" y="16108"/>
                      </a:cubicBezTo>
                      <a:cubicBezTo>
                        <a:pt x="13808" y="17392"/>
                        <a:pt x="20241" y="14825"/>
                        <a:pt x="17024" y="9690"/>
                      </a:cubicBezTo>
                      <a:cubicBezTo>
                        <a:pt x="13165" y="4556"/>
                        <a:pt x="12521" y="3914"/>
                        <a:pt x="12521" y="3914"/>
                      </a:cubicBezTo>
                      <a:close/>
                    </a:path>
                  </a:pathLst>
                </a:custGeom>
                <a:solidFill>
                  <a:schemeClr val="accent1"/>
                </a:solidFill>
                <a:ln w="6424" cap="flat">
                  <a:noFill/>
                  <a:prstDash val="solid"/>
                  <a:miter/>
                </a:ln>
              </p:spPr>
              <p:txBody>
                <a:bodyPr rtlCol="0" anchor="ctr"/>
                <a:lstStyle/>
                <a:p>
                  <a:endParaRPr lang="pt-BR"/>
                </a:p>
              </p:txBody>
            </p:sp>
            <p:sp>
              <p:nvSpPr>
                <p:cNvPr id="111" name="Freeform: Shape 110">
                  <a:extLst>
                    <a:ext uri="{FF2B5EF4-FFF2-40B4-BE49-F238E27FC236}">
                      <a16:creationId xmlns:a16="http://schemas.microsoft.com/office/drawing/2014/main" id="{DF9B9601-ED98-1F22-81FB-56ED03E87415}"/>
                    </a:ext>
                  </a:extLst>
                </p:cNvPr>
                <p:cNvSpPr/>
                <p:nvPr/>
              </p:nvSpPr>
              <p:spPr>
                <a:xfrm>
                  <a:off x="6854226" y="3037304"/>
                  <a:ext cx="13917" cy="22720"/>
                </a:xfrm>
                <a:custGeom>
                  <a:avLst/>
                  <a:gdLst>
                    <a:gd name="connsiteX0" fmla="*/ 6591 w 13917"/>
                    <a:gd name="connsiteY0" fmla="*/ 186 h 22720"/>
                    <a:gd name="connsiteX1" fmla="*/ 158 w 13917"/>
                    <a:gd name="connsiteY1" fmla="*/ 4679 h 22720"/>
                    <a:gd name="connsiteX2" fmla="*/ 4661 w 13917"/>
                    <a:gd name="connsiteY2" fmla="*/ 22008 h 22720"/>
                    <a:gd name="connsiteX3" fmla="*/ 13667 w 13917"/>
                    <a:gd name="connsiteY3" fmla="*/ 15590 h 22720"/>
                    <a:gd name="connsiteX4" fmla="*/ 6591 w 13917"/>
                    <a:gd name="connsiteY4" fmla="*/ 186 h 22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17" h="22720">
                      <a:moveTo>
                        <a:pt x="6591" y="186"/>
                      </a:moveTo>
                      <a:cubicBezTo>
                        <a:pt x="1444" y="-1098"/>
                        <a:pt x="158" y="4679"/>
                        <a:pt x="158" y="4679"/>
                      </a:cubicBezTo>
                      <a:cubicBezTo>
                        <a:pt x="-485" y="9172"/>
                        <a:pt x="801" y="19441"/>
                        <a:pt x="4661" y="22008"/>
                      </a:cubicBezTo>
                      <a:cubicBezTo>
                        <a:pt x="8520" y="23934"/>
                        <a:pt x="12380" y="22008"/>
                        <a:pt x="13667" y="15590"/>
                      </a:cubicBezTo>
                      <a:cubicBezTo>
                        <a:pt x="14953" y="7888"/>
                        <a:pt x="11094" y="828"/>
                        <a:pt x="6591" y="186"/>
                      </a:cubicBezTo>
                      <a:close/>
                    </a:path>
                  </a:pathLst>
                </a:custGeom>
                <a:solidFill>
                  <a:srgbClr val="9D70F2"/>
                </a:solidFill>
                <a:ln w="6424" cap="flat">
                  <a:noFill/>
                  <a:prstDash val="solid"/>
                  <a:miter/>
                </a:ln>
              </p:spPr>
              <p:txBody>
                <a:bodyPr rtlCol="0" anchor="ctr"/>
                <a:lstStyle/>
                <a:p>
                  <a:endParaRPr lang="pt-BR"/>
                </a:p>
              </p:txBody>
            </p:sp>
            <p:sp>
              <p:nvSpPr>
                <p:cNvPr id="112" name="Freeform: Shape 111">
                  <a:extLst>
                    <a:ext uri="{FF2B5EF4-FFF2-40B4-BE49-F238E27FC236}">
                      <a16:creationId xmlns:a16="http://schemas.microsoft.com/office/drawing/2014/main" id="{69ACBFB7-259F-FD05-3882-90474E821319}"/>
                    </a:ext>
                  </a:extLst>
                </p:cNvPr>
                <p:cNvSpPr/>
                <p:nvPr/>
              </p:nvSpPr>
              <p:spPr>
                <a:xfrm>
                  <a:off x="6869441" y="3035868"/>
                  <a:ext cx="98332" cy="113970"/>
                </a:xfrm>
                <a:custGeom>
                  <a:avLst/>
                  <a:gdLst>
                    <a:gd name="connsiteX0" fmla="*/ 93656 w 98332"/>
                    <a:gd name="connsiteY0" fmla="*/ 62595 h 113970"/>
                    <a:gd name="connsiteX1" fmla="*/ 84007 w 98332"/>
                    <a:gd name="connsiteY1" fmla="*/ 43982 h 113970"/>
                    <a:gd name="connsiteX2" fmla="*/ 78861 w 98332"/>
                    <a:gd name="connsiteY2" fmla="*/ 39489 h 113970"/>
                    <a:gd name="connsiteX3" fmla="*/ 79504 w 98332"/>
                    <a:gd name="connsiteY3" fmla="*/ 27936 h 113970"/>
                    <a:gd name="connsiteX4" fmla="*/ 75644 w 98332"/>
                    <a:gd name="connsiteY4" fmla="*/ 22802 h 113970"/>
                    <a:gd name="connsiteX5" fmla="*/ 69212 w 98332"/>
                    <a:gd name="connsiteY5" fmla="*/ 15741 h 113970"/>
                    <a:gd name="connsiteX6" fmla="*/ 55060 w 98332"/>
                    <a:gd name="connsiteY6" fmla="*/ 4830 h 113970"/>
                    <a:gd name="connsiteX7" fmla="*/ 44124 w 98332"/>
                    <a:gd name="connsiteY7" fmla="*/ 338 h 113970"/>
                    <a:gd name="connsiteX8" fmla="*/ 26113 w 98332"/>
                    <a:gd name="connsiteY8" fmla="*/ 6756 h 113970"/>
                    <a:gd name="connsiteX9" fmla="*/ 19680 w 98332"/>
                    <a:gd name="connsiteY9" fmla="*/ 13816 h 113970"/>
                    <a:gd name="connsiteX10" fmla="*/ 11317 w 98332"/>
                    <a:gd name="connsiteY10" fmla="*/ 15741 h 113970"/>
                    <a:gd name="connsiteX11" fmla="*/ 382 w 98332"/>
                    <a:gd name="connsiteY11" fmla="*/ 29220 h 113970"/>
                    <a:gd name="connsiteX12" fmla="*/ 8744 w 98332"/>
                    <a:gd name="connsiteY12" fmla="*/ 48475 h 113970"/>
                    <a:gd name="connsiteX13" fmla="*/ 15820 w 98332"/>
                    <a:gd name="connsiteY13" fmla="*/ 59386 h 113970"/>
                    <a:gd name="connsiteX14" fmla="*/ 24183 w 98332"/>
                    <a:gd name="connsiteY14" fmla="*/ 76715 h 113970"/>
                    <a:gd name="connsiteX15" fmla="*/ 42838 w 98332"/>
                    <a:gd name="connsiteY15" fmla="*/ 94686 h 113970"/>
                    <a:gd name="connsiteX16" fmla="*/ 62779 w 98332"/>
                    <a:gd name="connsiteY16" fmla="*/ 105597 h 113970"/>
                    <a:gd name="connsiteX17" fmla="*/ 75001 w 98332"/>
                    <a:gd name="connsiteY17" fmla="*/ 112015 h 113970"/>
                    <a:gd name="connsiteX18" fmla="*/ 90440 w 98332"/>
                    <a:gd name="connsiteY18" fmla="*/ 112015 h 113970"/>
                    <a:gd name="connsiteX19" fmla="*/ 96229 w 98332"/>
                    <a:gd name="connsiteY19" fmla="*/ 105597 h 113970"/>
                    <a:gd name="connsiteX20" fmla="*/ 97516 w 98332"/>
                    <a:gd name="connsiteY20" fmla="*/ 94044 h 113970"/>
                    <a:gd name="connsiteX21" fmla="*/ 93656 w 98332"/>
                    <a:gd name="connsiteY21" fmla="*/ 62595 h 113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8332" h="113970">
                      <a:moveTo>
                        <a:pt x="93656" y="62595"/>
                      </a:moveTo>
                      <a:cubicBezTo>
                        <a:pt x="92369" y="55535"/>
                        <a:pt x="87223" y="44624"/>
                        <a:pt x="84007" y="43982"/>
                      </a:cubicBezTo>
                      <a:cubicBezTo>
                        <a:pt x="80791" y="43340"/>
                        <a:pt x="78861" y="43982"/>
                        <a:pt x="78861" y="39489"/>
                      </a:cubicBezTo>
                      <a:cubicBezTo>
                        <a:pt x="78861" y="34996"/>
                        <a:pt x="79504" y="31145"/>
                        <a:pt x="79504" y="27936"/>
                      </a:cubicBezTo>
                      <a:cubicBezTo>
                        <a:pt x="79504" y="24727"/>
                        <a:pt x="78861" y="26011"/>
                        <a:pt x="75644" y="22802"/>
                      </a:cubicBezTo>
                      <a:cubicBezTo>
                        <a:pt x="73071" y="19592"/>
                        <a:pt x="72428" y="18951"/>
                        <a:pt x="69212" y="15741"/>
                      </a:cubicBezTo>
                      <a:cubicBezTo>
                        <a:pt x="65995" y="12532"/>
                        <a:pt x="58276" y="8040"/>
                        <a:pt x="55060" y="4830"/>
                      </a:cubicBezTo>
                      <a:cubicBezTo>
                        <a:pt x="51843" y="1621"/>
                        <a:pt x="51200" y="-946"/>
                        <a:pt x="44124" y="338"/>
                      </a:cubicBezTo>
                      <a:cubicBezTo>
                        <a:pt x="37048" y="1621"/>
                        <a:pt x="29972" y="979"/>
                        <a:pt x="26113" y="6756"/>
                      </a:cubicBezTo>
                      <a:cubicBezTo>
                        <a:pt x="26113" y="6756"/>
                        <a:pt x="22896" y="11249"/>
                        <a:pt x="19680" y="13816"/>
                      </a:cubicBezTo>
                      <a:cubicBezTo>
                        <a:pt x="16463" y="16383"/>
                        <a:pt x="16463" y="14458"/>
                        <a:pt x="11317" y="15741"/>
                      </a:cubicBezTo>
                      <a:cubicBezTo>
                        <a:pt x="6171" y="17025"/>
                        <a:pt x="2311" y="18309"/>
                        <a:pt x="382" y="29220"/>
                      </a:cubicBezTo>
                      <a:cubicBezTo>
                        <a:pt x="-1548" y="40131"/>
                        <a:pt x="4241" y="43982"/>
                        <a:pt x="8744" y="48475"/>
                      </a:cubicBezTo>
                      <a:cubicBezTo>
                        <a:pt x="13247" y="52326"/>
                        <a:pt x="14534" y="56177"/>
                        <a:pt x="15820" y="59386"/>
                      </a:cubicBezTo>
                      <a:cubicBezTo>
                        <a:pt x="17107" y="63236"/>
                        <a:pt x="18393" y="69655"/>
                        <a:pt x="24183" y="76715"/>
                      </a:cubicBezTo>
                      <a:cubicBezTo>
                        <a:pt x="29972" y="83775"/>
                        <a:pt x="34475" y="90193"/>
                        <a:pt x="42838" y="94686"/>
                      </a:cubicBezTo>
                      <a:cubicBezTo>
                        <a:pt x="51200" y="99179"/>
                        <a:pt x="56990" y="103030"/>
                        <a:pt x="62779" y="105597"/>
                      </a:cubicBezTo>
                      <a:cubicBezTo>
                        <a:pt x="68568" y="108164"/>
                        <a:pt x="71142" y="110090"/>
                        <a:pt x="75001" y="112015"/>
                      </a:cubicBezTo>
                      <a:cubicBezTo>
                        <a:pt x="78861" y="113941"/>
                        <a:pt x="87223" y="115224"/>
                        <a:pt x="90440" y="112015"/>
                      </a:cubicBezTo>
                      <a:cubicBezTo>
                        <a:pt x="93656" y="108806"/>
                        <a:pt x="94943" y="109448"/>
                        <a:pt x="96229" y="105597"/>
                      </a:cubicBezTo>
                      <a:cubicBezTo>
                        <a:pt x="97516" y="101746"/>
                        <a:pt x="99446" y="99179"/>
                        <a:pt x="97516" y="94044"/>
                      </a:cubicBezTo>
                      <a:cubicBezTo>
                        <a:pt x="93656" y="89551"/>
                        <a:pt x="94299" y="69655"/>
                        <a:pt x="93656" y="62595"/>
                      </a:cubicBezTo>
                      <a:close/>
                    </a:path>
                  </a:pathLst>
                </a:custGeom>
                <a:solidFill>
                  <a:schemeClr val="accent1"/>
                </a:solidFill>
                <a:ln w="6424" cap="flat">
                  <a:noFill/>
                  <a:prstDash val="solid"/>
                  <a:miter/>
                </a:ln>
              </p:spPr>
              <p:txBody>
                <a:bodyPr rtlCol="0" anchor="ctr"/>
                <a:lstStyle/>
                <a:p>
                  <a:endParaRPr lang="pt-BR"/>
                </a:p>
              </p:txBody>
            </p:sp>
            <p:sp>
              <p:nvSpPr>
                <p:cNvPr id="113" name="Freeform: Shape 112">
                  <a:extLst>
                    <a:ext uri="{FF2B5EF4-FFF2-40B4-BE49-F238E27FC236}">
                      <a16:creationId xmlns:a16="http://schemas.microsoft.com/office/drawing/2014/main" id="{BBC6128E-67A5-C1A9-E77E-FCA89105BE43}"/>
                    </a:ext>
                  </a:extLst>
                </p:cNvPr>
                <p:cNvSpPr/>
                <p:nvPr/>
              </p:nvSpPr>
              <p:spPr>
                <a:xfrm>
                  <a:off x="6952626" y="2879600"/>
                  <a:ext cx="16099" cy="38820"/>
                </a:xfrm>
                <a:custGeom>
                  <a:avLst/>
                  <a:gdLst>
                    <a:gd name="connsiteX0" fmla="*/ 2751 w 16099"/>
                    <a:gd name="connsiteY0" fmla="*/ 0 h 38820"/>
                    <a:gd name="connsiteX1" fmla="*/ 4038 w 16099"/>
                    <a:gd name="connsiteY1" fmla="*/ 18613 h 38820"/>
                    <a:gd name="connsiteX2" fmla="*/ 14330 w 16099"/>
                    <a:gd name="connsiteY2" fmla="*/ 38510 h 38820"/>
                    <a:gd name="connsiteX3" fmla="*/ 11757 w 16099"/>
                    <a:gd name="connsiteY3" fmla="*/ 20538 h 38820"/>
                    <a:gd name="connsiteX4" fmla="*/ 2751 w 16099"/>
                    <a:gd name="connsiteY4" fmla="*/ 0 h 38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99" h="38820">
                      <a:moveTo>
                        <a:pt x="2751" y="0"/>
                      </a:moveTo>
                      <a:cubicBezTo>
                        <a:pt x="-1108" y="0"/>
                        <a:pt x="-1108" y="3209"/>
                        <a:pt x="4038" y="18613"/>
                      </a:cubicBezTo>
                      <a:cubicBezTo>
                        <a:pt x="9184" y="33375"/>
                        <a:pt x="9827" y="40435"/>
                        <a:pt x="14330" y="38510"/>
                      </a:cubicBezTo>
                      <a:cubicBezTo>
                        <a:pt x="19476" y="36584"/>
                        <a:pt x="11757" y="20538"/>
                        <a:pt x="11757" y="20538"/>
                      </a:cubicBezTo>
                      <a:cubicBezTo>
                        <a:pt x="11757" y="19897"/>
                        <a:pt x="6611" y="0"/>
                        <a:pt x="2751" y="0"/>
                      </a:cubicBezTo>
                      <a:close/>
                    </a:path>
                  </a:pathLst>
                </a:custGeom>
                <a:solidFill>
                  <a:schemeClr val="accent1"/>
                </a:solidFill>
                <a:ln w="6424" cap="flat">
                  <a:noFill/>
                  <a:prstDash val="solid"/>
                  <a:miter/>
                </a:ln>
              </p:spPr>
              <p:txBody>
                <a:bodyPr rtlCol="0" anchor="ctr"/>
                <a:lstStyle/>
                <a:p>
                  <a:endParaRPr lang="pt-BR"/>
                </a:p>
              </p:txBody>
            </p:sp>
            <p:sp>
              <p:nvSpPr>
                <p:cNvPr id="114" name="Freeform: Shape 113">
                  <a:extLst>
                    <a:ext uri="{FF2B5EF4-FFF2-40B4-BE49-F238E27FC236}">
                      <a16:creationId xmlns:a16="http://schemas.microsoft.com/office/drawing/2014/main" id="{6EF90E48-138E-3CE5-9E2A-8F6A9872080A}"/>
                    </a:ext>
                  </a:extLst>
                </p:cNvPr>
                <p:cNvSpPr/>
                <p:nvPr/>
              </p:nvSpPr>
              <p:spPr>
                <a:xfrm>
                  <a:off x="6966966" y="2950308"/>
                  <a:ext cx="48296" cy="76945"/>
                </a:xfrm>
                <a:custGeom>
                  <a:avLst/>
                  <a:gdLst>
                    <a:gd name="connsiteX0" fmla="*/ 42446 w 48296"/>
                    <a:gd name="connsiteY0" fmla="*/ 34552 h 76945"/>
                    <a:gd name="connsiteX1" fmla="*/ 37943 w 48296"/>
                    <a:gd name="connsiteY1" fmla="*/ 23641 h 76945"/>
                    <a:gd name="connsiteX2" fmla="*/ 34727 w 48296"/>
                    <a:gd name="connsiteY2" fmla="*/ 14655 h 76945"/>
                    <a:gd name="connsiteX3" fmla="*/ 23791 w 48296"/>
                    <a:gd name="connsiteY3" fmla="*/ 1819 h 76945"/>
                    <a:gd name="connsiteX4" fmla="*/ 7066 w 48296"/>
                    <a:gd name="connsiteY4" fmla="*/ 3744 h 76945"/>
                    <a:gd name="connsiteX5" fmla="*/ 634 w 48296"/>
                    <a:gd name="connsiteY5" fmla="*/ 26208 h 76945"/>
                    <a:gd name="connsiteX6" fmla="*/ 17359 w 48296"/>
                    <a:gd name="connsiteY6" fmla="*/ 53165 h 76945"/>
                    <a:gd name="connsiteX7" fmla="*/ 28294 w 48296"/>
                    <a:gd name="connsiteY7" fmla="*/ 63434 h 76945"/>
                    <a:gd name="connsiteX8" fmla="*/ 41160 w 48296"/>
                    <a:gd name="connsiteY8" fmla="*/ 76913 h 76945"/>
                    <a:gd name="connsiteX9" fmla="*/ 46306 w 48296"/>
                    <a:gd name="connsiteY9" fmla="*/ 61509 h 76945"/>
                    <a:gd name="connsiteX10" fmla="*/ 42446 w 48296"/>
                    <a:gd name="connsiteY10" fmla="*/ 34552 h 76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296" h="76945">
                      <a:moveTo>
                        <a:pt x="42446" y="34552"/>
                      </a:moveTo>
                      <a:cubicBezTo>
                        <a:pt x="41803" y="28134"/>
                        <a:pt x="41160" y="28776"/>
                        <a:pt x="37943" y="23641"/>
                      </a:cubicBezTo>
                      <a:cubicBezTo>
                        <a:pt x="35370" y="18506"/>
                        <a:pt x="34727" y="14655"/>
                        <a:pt x="34727" y="14655"/>
                      </a:cubicBezTo>
                      <a:cubicBezTo>
                        <a:pt x="34727" y="14014"/>
                        <a:pt x="30224" y="5028"/>
                        <a:pt x="23791" y="1819"/>
                      </a:cubicBezTo>
                      <a:cubicBezTo>
                        <a:pt x="17359" y="-1390"/>
                        <a:pt x="12856" y="-107"/>
                        <a:pt x="7066" y="3744"/>
                      </a:cubicBezTo>
                      <a:cubicBezTo>
                        <a:pt x="1277" y="8237"/>
                        <a:pt x="-1296" y="17864"/>
                        <a:pt x="634" y="26208"/>
                      </a:cubicBezTo>
                      <a:cubicBezTo>
                        <a:pt x="2563" y="34552"/>
                        <a:pt x="12856" y="49314"/>
                        <a:pt x="17359" y="53165"/>
                      </a:cubicBezTo>
                      <a:cubicBezTo>
                        <a:pt x="21862" y="57016"/>
                        <a:pt x="25078" y="57658"/>
                        <a:pt x="28294" y="63434"/>
                      </a:cubicBezTo>
                      <a:cubicBezTo>
                        <a:pt x="31511" y="68569"/>
                        <a:pt x="32797" y="77554"/>
                        <a:pt x="41160" y="76913"/>
                      </a:cubicBezTo>
                      <a:cubicBezTo>
                        <a:pt x="49522" y="76271"/>
                        <a:pt x="49522" y="68569"/>
                        <a:pt x="46306" y="61509"/>
                      </a:cubicBezTo>
                      <a:cubicBezTo>
                        <a:pt x="42446" y="54449"/>
                        <a:pt x="42446" y="40970"/>
                        <a:pt x="42446" y="34552"/>
                      </a:cubicBezTo>
                      <a:close/>
                    </a:path>
                  </a:pathLst>
                </a:custGeom>
                <a:solidFill>
                  <a:schemeClr val="accent1"/>
                </a:solidFill>
                <a:ln w="6424" cap="flat">
                  <a:noFill/>
                  <a:prstDash val="solid"/>
                  <a:miter/>
                </a:ln>
              </p:spPr>
              <p:txBody>
                <a:bodyPr rtlCol="0" anchor="ctr"/>
                <a:lstStyle/>
                <a:p>
                  <a:endParaRPr lang="pt-BR"/>
                </a:p>
              </p:txBody>
            </p:sp>
            <p:sp>
              <p:nvSpPr>
                <p:cNvPr id="115" name="Freeform: Shape 114">
                  <a:extLst>
                    <a:ext uri="{FF2B5EF4-FFF2-40B4-BE49-F238E27FC236}">
                      <a16:creationId xmlns:a16="http://schemas.microsoft.com/office/drawing/2014/main" id="{06472A75-811E-06A4-3B77-CA8AECC5A094}"/>
                    </a:ext>
                  </a:extLst>
                </p:cNvPr>
                <p:cNvSpPr/>
                <p:nvPr/>
              </p:nvSpPr>
              <p:spPr>
                <a:xfrm>
                  <a:off x="7067937" y="3034248"/>
                  <a:ext cx="41105" cy="53316"/>
                </a:xfrm>
                <a:custGeom>
                  <a:avLst/>
                  <a:gdLst>
                    <a:gd name="connsiteX0" fmla="*/ 37324 w 41105"/>
                    <a:gd name="connsiteY0" fmla="*/ 14152 h 53316"/>
                    <a:gd name="connsiteX1" fmla="*/ 18669 w 41105"/>
                    <a:gd name="connsiteY1" fmla="*/ 32 h 53316"/>
                    <a:gd name="connsiteX2" fmla="*/ 657 w 41105"/>
                    <a:gd name="connsiteY2" fmla="*/ 23138 h 53316"/>
                    <a:gd name="connsiteX3" fmla="*/ 18025 w 41105"/>
                    <a:gd name="connsiteY3" fmla="*/ 46885 h 53316"/>
                    <a:gd name="connsiteX4" fmla="*/ 33464 w 41105"/>
                    <a:gd name="connsiteY4" fmla="*/ 53304 h 53316"/>
                    <a:gd name="connsiteX5" fmla="*/ 39897 w 41105"/>
                    <a:gd name="connsiteY5" fmla="*/ 46244 h 53316"/>
                    <a:gd name="connsiteX6" fmla="*/ 37324 w 41105"/>
                    <a:gd name="connsiteY6" fmla="*/ 14152 h 53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05" h="53316">
                      <a:moveTo>
                        <a:pt x="37324" y="14152"/>
                      </a:moveTo>
                      <a:cubicBezTo>
                        <a:pt x="37324" y="14152"/>
                        <a:pt x="30891" y="1316"/>
                        <a:pt x="18669" y="32"/>
                      </a:cubicBezTo>
                      <a:cubicBezTo>
                        <a:pt x="6446" y="-610"/>
                        <a:pt x="-2559" y="8376"/>
                        <a:pt x="657" y="23138"/>
                      </a:cubicBezTo>
                      <a:cubicBezTo>
                        <a:pt x="3230" y="37258"/>
                        <a:pt x="13522" y="44318"/>
                        <a:pt x="18025" y="46885"/>
                      </a:cubicBezTo>
                      <a:cubicBezTo>
                        <a:pt x="22528" y="49453"/>
                        <a:pt x="28318" y="53304"/>
                        <a:pt x="33464" y="53304"/>
                      </a:cubicBezTo>
                      <a:cubicBezTo>
                        <a:pt x="38610" y="53304"/>
                        <a:pt x="39897" y="53946"/>
                        <a:pt x="39897" y="46244"/>
                      </a:cubicBezTo>
                      <a:cubicBezTo>
                        <a:pt x="39253" y="38542"/>
                        <a:pt x="44399" y="28914"/>
                        <a:pt x="37324" y="14152"/>
                      </a:cubicBezTo>
                      <a:close/>
                    </a:path>
                  </a:pathLst>
                </a:custGeom>
                <a:solidFill>
                  <a:schemeClr val="accent1"/>
                </a:solidFill>
                <a:ln w="6424" cap="flat">
                  <a:noFill/>
                  <a:prstDash val="solid"/>
                  <a:miter/>
                </a:ln>
              </p:spPr>
              <p:txBody>
                <a:bodyPr rtlCol="0" anchor="ctr"/>
                <a:lstStyle/>
                <a:p>
                  <a:endParaRPr lang="pt-BR"/>
                </a:p>
              </p:txBody>
            </p:sp>
            <p:sp>
              <p:nvSpPr>
                <p:cNvPr id="116" name="Freeform: Shape 115">
                  <a:extLst>
                    <a:ext uri="{FF2B5EF4-FFF2-40B4-BE49-F238E27FC236}">
                      <a16:creationId xmlns:a16="http://schemas.microsoft.com/office/drawing/2014/main" id="{72992F84-B11F-36F0-B3F4-0E161523620C}"/>
                    </a:ext>
                  </a:extLst>
                </p:cNvPr>
                <p:cNvSpPr/>
                <p:nvPr/>
              </p:nvSpPr>
              <p:spPr>
                <a:xfrm>
                  <a:off x="6837217" y="3113781"/>
                  <a:ext cx="50720" cy="87381"/>
                </a:xfrm>
                <a:custGeom>
                  <a:avLst/>
                  <a:gdLst>
                    <a:gd name="connsiteX0" fmla="*/ 42898 w 50720"/>
                    <a:gd name="connsiteY0" fmla="*/ 9071 h 87381"/>
                    <a:gd name="connsiteX1" fmla="*/ 32606 w 50720"/>
                    <a:gd name="connsiteY1" fmla="*/ 1369 h 87381"/>
                    <a:gd name="connsiteX2" fmla="*/ 12021 w 50720"/>
                    <a:gd name="connsiteY2" fmla="*/ 3937 h 87381"/>
                    <a:gd name="connsiteX3" fmla="*/ 3659 w 50720"/>
                    <a:gd name="connsiteY3" fmla="*/ 12281 h 87381"/>
                    <a:gd name="connsiteX4" fmla="*/ 1086 w 50720"/>
                    <a:gd name="connsiteY4" fmla="*/ 25759 h 87381"/>
                    <a:gd name="connsiteX5" fmla="*/ 442 w 50720"/>
                    <a:gd name="connsiteY5" fmla="*/ 36670 h 87381"/>
                    <a:gd name="connsiteX6" fmla="*/ 8162 w 50720"/>
                    <a:gd name="connsiteY6" fmla="*/ 55925 h 87381"/>
                    <a:gd name="connsiteX7" fmla="*/ 17811 w 50720"/>
                    <a:gd name="connsiteY7" fmla="*/ 71329 h 87381"/>
                    <a:gd name="connsiteX8" fmla="*/ 24887 w 50720"/>
                    <a:gd name="connsiteY8" fmla="*/ 80956 h 87381"/>
                    <a:gd name="connsiteX9" fmla="*/ 39039 w 50720"/>
                    <a:gd name="connsiteY9" fmla="*/ 81598 h 87381"/>
                    <a:gd name="connsiteX10" fmla="*/ 50617 w 50720"/>
                    <a:gd name="connsiteY10" fmla="*/ 52715 h 87381"/>
                    <a:gd name="connsiteX11" fmla="*/ 49331 w 50720"/>
                    <a:gd name="connsiteY11" fmla="*/ 23192 h 87381"/>
                    <a:gd name="connsiteX12" fmla="*/ 42898 w 50720"/>
                    <a:gd name="connsiteY12" fmla="*/ 9071 h 87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720" h="87381">
                      <a:moveTo>
                        <a:pt x="42898" y="9071"/>
                      </a:moveTo>
                      <a:cubicBezTo>
                        <a:pt x="38395" y="5862"/>
                        <a:pt x="37109" y="2011"/>
                        <a:pt x="32606" y="1369"/>
                      </a:cubicBezTo>
                      <a:cubicBezTo>
                        <a:pt x="28746" y="86"/>
                        <a:pt x="21027" y="-1840"/>
                        <a:pt x="12021" y="3937"/>
                      </a:cubicBezTo>
                      <a:cubicBezTo>
                        <a:pt x="3659" y="10355"/>
                        <a:pt x="7518" y="5862"/>
                        <a:pt x="3659" y="12281"/>
                      </a:cubicBezTo>
                      <a:cubicBezTo>
                        <a:pt x="442" y="18699"/>
                        <a:pt x="442" y="21908"/>
                        <a:pt x="1086" y="25759"/>
                      </a:cubicBezTo>
                      <a:cubicBezTo>
                        <a:pt x="1086" y="29610"/>
                        <a:pt x="-844" y="32177"/>
                        <a:pt x="442" y="36670"/>
                      </a:cubicBezTo>
                      <a:cubicBezTo>
                        <a:pt x="1729" y="41163"/>
                        <a:pt x="3659" y="50148"/>
                        <a:pt x="8162" y="55925"/>
                      </a:cubicBezTo>
                      <a:cubicBezTo>
                        <a:pt x="12664" y="61701"/>
                        <a:pt x="14594" y="68761"/>
                        <a:pt x="17811" y="71329"/>
                      </a:cubicBezTo>
                      <a:cubicBezTo>
                        <a:pt x="20384" y="73896"/>
                        <a:pt x="22957" y="76463"/>
                        <a:pt x="24887" y="80956"/>
                      </a:cubicBezTo>
                      <a:cubicBezTo>
                        <a:pt x="27460" y="85449"/>
                        <a:pt x="32606" y="92509"/>
                        <a:pt x="39039" y="81598"/>
                      </a:cubicBezTo>
                      <a:cubicBezTo>
                        <a:pt x="45471" y="71329"/>
                        <a:pt x="50617" y="59134"/>
                        <a:pt x="50617" y="52715"/>
                      </a:cubicBezTo>
                      <a:cubicBezTo>
                        <a:pt x="50617" y="46297"/>
                        <a:pt x="51261" y="28326"/>
                        <a:pt x="49331" y="23192"/>
                      </a:cubicBezTo>
                      <a:cubicBezTo>
                        <a:pt x="49331" y="22550"/>
                        <a:pt x="47401" y="12281"/>
                        <a:pt x="42898" y="9071"/>
                      </a:cubicBezTo>
                      <a:close/>
                    </a:path>
                  </a:pathLst>
                </a:custGeom>
                <a:solidFill>
                  <a:srgbClr val="9D70F2"/>
                </a:solidFill>
                <a:ln w="6424" cap="flat">
                  <a:noFill/>
                  <a:prstDash val="solid"/>
                  <a:miter/>
                </a:ln>
              </p:spPr>
              <p:txBody>
                <a:bodyPr rtlCol="0" anchor="ctr"/>
                <a:lstStyle/>
                <a:p>
                  <a:endParaRPr lang="pt-BR"/>
                </a:p>
              </p:txBody>
            </p:sp>
            <p:sp>
              <p:nvSpPr>
                <p:cNvPr id="117" name="Freeform: Shape 116">
                  <a:extLst>
                    <a:ext uri="{FF2B5EF4-FFF2-40B4-BE49-F238E27FC236}">
                      <a16:creationId xmlns:a16="http://schemas.microsoft.com/office/drawing/2014/main" id="{BFE0A88C-9A22-15C6-F61E-9121D069EC90}"/>
                    </a:ext>
                  </a:extLst>
                </p:cNvPr>
                <p:cNvSpPr/>
                <p:nvPr/>
              </p:nvSpPr>
              <p:spPr>
                <a:xfrm>
                  <a:off x="6383627" y="2968672"/>
                  <a:ext cx="72740" cy="91489"/>
                </a:xfrm>
                <a:custGeom>
                  <a:avLst/>
                  <a:gdLst>
                    <a:gd name="connsiteX0" fmla="*/ 63566 w 72740"/>
                    <a:gd name="connsiteY0" fmla="*/ 89356 h 91489"/>
                    <a:gd name="connsiteX1" fmla="*/ 68712 w 72740"/>
                    <a:gd name="connsiteY1" fmla="*/ 81013 h 91489"/>
                    <a:gd name="connsiteX2" fmla="*/ 50700 w 72740"/>
                    <a:gd name="connsiteY2" fmla="*/ 68176 h 91489"/>
                    <a:gd name="connsiteX3" fmla="*/ 39765 w 72740"/>
                    <a:gd name="connsiteY3" fmla="*/ 54056 h 91489"/>
                    <a:gd name="connsiteX4" fmla="*/ 41051 w 72740"/>
                    <a:gd name="connsiteY4" fmla="*/ 43145 h 91489"/>
                    <a:gd name="connsiteX5" fmla="*/ 45554 w 72740"/>
                    <a:gd name="connsiteY5" fmla="*/ 34801 h 91489"/>
                    <a:gd name="connsiteX6" fmla="*/ 46841 w 72740"/>
                    <a:gd name="connsiteY6" fmla="*/ 16830 h 91489"/>
                    <a:gd name="connsiteX7" fmla="*/ 30759 w 72740"/>
                    <a:gd name="connsiteY7" fmla="*/ 143 h 91489"/>
                    <a:gd name="connsiteX8" fmla="*/ 12104 w 72740"/>
                    <a:gd name="connsiteY8" fmla="*/ 10412 h 91489"/>
                    <a:gd name="connsiteX9" fmla="*/ 2455 w 72740"/>
                    <a:gd name="connsiteY9" fmla="*/ 25174 h 91489"/>
                    <a:gd name="connsiteX10" fmla="*/ 525 w 72740"/>
                    <a:gd name="connsiteY10" fmla="*/ 38652 h 91489"/>
                    <a:gd name="connsiteX11" fmla="*/ 5028 w 72740"/>
                    <a:gd name="connsiteY11" fmla="*/ 52772 h 91489"/>
                    <a:gd name="connsiteX12" fmla="*/ 14034 w 72740"/>
                    <a:gd name="connsiteY12" fmla="*/ 66251 h 91489"/>
                    <a:gd name="connsiteX13" fmla="*/ 26899 w 72740"/>
                    <a:gd name="connsiteY13" fmla="*/ 68176 h 91489"/>
                    <a:gd name="connsiteX14" fmla="*/ 35262 w 72740"/>
                    <a:gd name="connsiteY14" fmla="*/ 68176 h 91489"/>
                    <a:gd name="connsiteX15" fmla="*/ 45554 w 72740"/>
                    <a:gd name="connsiteY15" fmla="*/ 73953 h 91489"/>
                    <a:gd name="connsiteX16" fmla="*/ 63566 w 72740"/>
                    <a:gd name="connsiteY16" fmla="*/ 89356 h 9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740" h="91489">
                      <a:moveTo>
                        <a:pt x="63566" y="89356"/>
                      </a:moveTo>
                      <a:cubicBezTo>
                        <a:pt x="73215" y="95775"/>
                        <a:pt x="75788" y="86147"/>
                        <a:pt x="68712" y="81013"/>
                      </a:cubicBezTo>
                      <a:cubicBezTo>
                        <a:pt x="60993" y="75878"/>
                        <a:pt x="54560" y="70743"/>
                        <a:pt x="50700" y="68176"/>
                      </a:cubicBezTo>
                      <a:cubicBezTo>
                        <a:pt x="46841" y="66251"/>
                        <a:pt x="42338" y="59191"/>
                        <a:pt x="39765" y="54056"/>
                      </a:cubicBezTo>
                      <a:cubicBezTo>
                        <a:pt x="37192" y="48280"/>
                        <a:pt x="41051" y="43145"/>
                        <a:pt x="41051" y="43145"/>
                      </a:cubicBezTo>
                      <a:cubicBezTo>
                        <a:pt x="41051" y="43145"/>
                        <a:pt x="42338" y="40578"/>
                        <a:pt x="45554" y="34801"/>
                      </a:cubicBezTo>
                      <a:cubicBezTo>
                        <a:pt x="48127" y="28383"/>
                        <a:pt x="48127" y="25816"/>
                        <a:pt x="46841" y="16830"/>
                      </a:cubicBezTo>
                      <a:cubicBezTo>
                        <a:pt x="45554" y="7845"/>
                        <a:pt x="42338" y="2068"/>
                        <a:pt x="30759" y="143"/>
                      </a:cubicBezTo>
                      <a:cubicBezTo>
                        <a:pt x="19180" y="-1141"/>
                        <a:pt x="19180" y="6561"/>
                        <a:pt x="12104" y="10412"/>
                      </a:cubicBezTo>
                      <a:cubicBezTo>
                        <a:pt x="5028" y="14263"/>
                        <a:pt x="5671" y="18114"/>
                        <a:pt x="2455" y="25174"/>
                      </a:cubicBezTo>
                      <a:cubicBezTo>
                        <a:pt x="-761" y="32234"/>
                        <a:pt x="-118" y="32876"/>
                        <a:pt x="525" y="38652"/>
                      </a:cubicBezTo>
                      <a:cubicBezTo>
                        <a:pt x="1168" y="44429"/>
                        <a:pt x="3742" y="46354"/>
                        <a:pt x="5028" y="52772"/>
                      </a:cubicBezTo>
                      <a:cubicBezTo>
                        <a:pt x="6958" y="59191"/>
                        <a:pt x="12104" y="63041"/>
                        <a:pt x="14034" y="66251"/>
                      </a:cubicBezTo>
                      <a:cubicBezTo>
                        <a:pt x="15964" y="69460"/>
                        <a:pt x="21110" y="70743"/>
                        <a:pt x="26899" y="68176"/>
                      </a:cubicBezTo>
                      <a:cubicBezTo>
                        <a:pt x="32689" y="65609"/>
                        <a:pt x="33332" y="65609"/>
                        <a:pt x="35262" y="68176"/>
                      </a:cubicBezTo>
                      <a:cubicBezTo>
                        <a:pt x="37192" y="70743"/>
                        <a:pt x="39122" y="72027"/>
                        <a:pt x="45554" y="73953"/>
                      </a:cubicBezTo>
                      <a:cubicBezTo>
                        <a:pt x="51987" y="75878"/>
                        <a:pt x="53917" y="82938"/>
                        <a:pt x="63566" y="89356"/>
                      </a:cubicBezTo>
                      <a:close/>
                    </a:path>
                  </a:pathLst>
                </a:custGeom>
                <a:solidFill>
                  <a:schemeClr val="accent1"/>
                </a:solidFill>
                <a:ln w="6424" cap="flat">
                  <a:noFill/>
                  <a:prstDash val="solid"/>
                  <a:miter/>
                </a:ln>
              </p:spPr>
              <p:txBody>
                <a:bodyPr rtlCol="0" anchor="ctr"/>
                <a:lstStyle/>
                <a:p>
                  <a:endParaRPr lang="pt-BR"/>
                </a:p>
              </p:txBody>
            </p:sp>
            <p:sp>
              <p:nvSpPr>
                <p:cNvPr id="118" name="Freeform: Shape 117">
                  <a:extLst>
                    <a:ext uri="{FF2B5EF4-FFF2-40B4-BE49-F238E27FC236}">
                      <a16:creationId xmlns:a16="http://schemas.microsoft.com/office/drawing/2014/main" id="{AC2CE231-2978-AD06-243C-906F289C1054}"/>
                    </a:ext>
                  </a:extLst>
                </p:cNvPr>
                <p:cNvSpPr/>
                <p:nvPr/>
              </p:nvSpPr>
              <p:spPr>
                <a:xfrm>
                  <a:off x="6351989" y="2944425"/>
                  <a:ext cx="24505" cy="18613"/>
                </a:xfrm>
                <a:custGeom>
                  <a:avLst/>
                  <a:gdLst>
                    <a:gd name="connsiteX0" fmla="*/ 17368 w 24505"/>
                    <a:gd name="connsiteY0" fmla="*/ 0 h 18613"/>
                    <a:gd name="connsiteX1" fmla="*/ 5789 w 24505"/>
                    <a:gd name="connsiteY1" fmla="*/ 5135 h 18613"/>
                    <a:gd name="connsiteX2" fmla="*/ 0 w 24505"/>
                    <a:gd name="connsiteY2" fmla="*/ 14120 h 18613"/>
                    <a:gd name="connsiteX3" fmla="*/ 5146 w 24505"/>
                    <a:gd name="connsiteY3" fmla="*/ 18613 h 18613"/>
                    <a:gd name="connsiteX4" fmla="*/ 10936 w 24505"/>
                    <a:gd name="connsiteY4" fmla="*/ 15404 h 18613"/>
                    <a:gd name="connsiteX5" fmla="*/ 16725 w 24505"/>
                    <a:gd name="connsiteY5" fmla="*/ 13478 h 18613"/>
                    <a:gd name="connsiteX6" fmla="*/ 22515 w 24505"/>
                    <a:gd name="connsiteY6" fmla="*/ 6418 h 18613"/>
                    <a:gd name="connsiteX7" fmla="*/ 17368 w 24505"/>
                    <a:gd name="connsiteY7" fmla="*/ 0 h 1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505" h="18613">
                      <a:moveTo>
                        <a:pt x="17368" y="0"/>
                      </a:moveTo>
                      <a:cubicBezTo>
                        <a:pt x="8362" y="0"/>
                        <a:pt x="5789" y="5135"/>
                        <a:pt x="5789" y="5135"/>
                      </a:cubicBezTo>
                      <a:cubicBezTo>
                        <a:pt x="3860" y="6418"/>
                        <a:pt x="0" y="10911"/>
                        <a:pt x="0" y="14120"/>
                      </a:cubicBezTo>
                      <a:cubicBezTo>
                        <a:pt x="643" y="17329"/>
                        <a:pt x="3860" y="17971"/>
                        <a:pt x="5146" y="18613"/>
                      </a:cubicBezTo>
                      <a:cubicBezTo>
                        <a:pt x="6433" y="18613"/>
                        <a:pt x="6433" y="17971"/>
                        <a:pt x="10936" y="15404"/>
                      </a:cubicBezTo>
                      <a:cubicBezTo>
                        <a:pt x="14795" y="12837"/>
                        <a:pt x="13509" y="16046"/>
                        <a:pt x="16725" y="13478"/>
                      </a:cubicBezTo>
                      <a:cubicBezTo>
                        <a:pt x="19941" y="11553"/>
                        <a:pt x="18655" y="10911"/>
                        <a:pt x="22515" y="6418"/>
                      </a:cubicBezTo>
                      <a:cubicBezTo>
                        <a:pt x="25731" y="1284"/>
                        <a:pt x="25731" y="0"/>
                        <a:pt x="17368" y="0"/>
                      </a:cubicBezTo>
                      <a:close/>
                    </a:path>
                  </a:pathLst>
                </a:custGeom>
                <a:solidFill>
                  <a:schemeClr val="accent1"/>
                </a:solidFill>
                <a:ln w="6424" cap="flat">
                  <a:noFill/>
                  <a:prstDash val="solid"/>
                  <a:miter/>
                </a:ln>
              </p:spPr>
              <p:txBody>
                <a:bodyPr rtlCol="0" anchor="ctr"/>
                <a:lstStyle/>
                <a:p>
                  <a:endParaRPr lang="pt-BR"/>
                </a:p>
              </p:txBody>
            </p:sp>
            <p:sp>
              <p:nvSpPr>
                <p:cNvPr id="119" name="Freeform: Shape 118">
                  <a:extLst>
                    <a:ext uri="{FF2B5EF4-FFF2-40B4-BE49-F238E27FC236}">
                      <a16:creationId xmlns:a16="http://schemas.microsoft.com/office/drawing/2014/main" id="{A46F2C52-F6D0-7CC0-9938-95AE76AE6CA9}"/>
                    </a:ext>
                  </a:extLst>
                </p:cNvPr>
                <p:cNvSpPr/>
                <p:nvPr/>
              </p:nvSpPr>
              <p:spPr>
                <a:xfrm>
                  <a:off x="6381812" y="2912833"/>
                  <a:ext cx="12386" cy="22606"/>
                </a:xfrm>
                <a:custGeom>
                  <a:avLst/>
                  <a:gdLst>
                    <a:gd name="connsiteX0" fmla="*/ 7487 w 12386"/>
                    <a:gd name="connsiteY0" fmla="*/ 22606 h 22606"/>
                    <a:gd name="connsiteX1" fmla="*/ 11990 w 12386"/>
                    <a:gd name="connsiteY1" fmla="*/ 11053 h 22606"/>
                    <a:gd name="connsiteX2" fmla="*/ 2984 w 12386"/>
                    <a:gd name="connsiteY2" fmla="*/ 142 h 22606"/>
                    <a:gd name="connsiteX3" fmla="*/ 411 w 12386"/>
                    <a:gd name="connsiteY3" fmla="*/ 12337 h 22606"/>
                    <a:gd name="connsiteX4" fmla="*/ 7487 w 12386"/>
                    <a:gd name="connsiteY4" fmla="*/ 22606 h 22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6" h="22606">
                      <a:moveTo>
                        <a:pt x="7487" y="22606"/>
                      </a:moveTo>
                      <a:cubicBezTo>
                        <a:pt x="11347" y="22606"/>
                        <a:pt x="13277" y="14904"/>
                        <a:pt x="11990" y="11053"/>
                      </a:cubicBezTo>
                      <a:cubicBezTo>
                        <a:pt x="10703" y="6561"/>
                        <a:pt x="8130" y="-1141"/>
                        <a:pt x="2984" y="142"/>
                      </a:cubicBezTo>
                      <a:cubicBezTo>
                        <a:pt x="-1519" y="1426"/>
                        <a:pt x="411" y="12337"/>
                        <a:pt x="411" y="12337"/>
                      </a:cubicBezTo>
                      <a:cubicBezTo>
                        <a:pt x="411" y="12337"/>
                        <a:pt x="2341" y="22606"/>
                        <a:pt x="7487" y="22606"/>
                      </a:cubicBezTo>
                      <a:close/>
                    </a:path>
                  </a:pathLst>
                </a:custGeom>
                <a:solidFill>
                  <a:schemeClr val="accent1"/>
                </a:solidFill>
                <a:ln w="6424" cap="flat">
                  <a:noFill/>
                  <a:prstDash val="solid"/>
                  <a:miter/>
                </a:ln>
              </p:spPr>
              <p:txBody>
                <a:bodyPr rtlCol="0" anchor="ctr"/>
                <a:lstStyle/>
                <a:p>
                  <a:endParaRPr lang="pt-BR"/>
                </a:p>
              </p:txBody>
            </p:sp>
            <p:sp>
              <p:nvSpPr>
                <p:cNvPr id="120" name="Freeform: Shape 119">
                  <a:extLst>
                    <a:ext uri="{FF2B5EF4-FFF2-40B4-BE49-F238E27FC236}">
                      <a16:creationId xmlns:a16="http://schemas.microsoft.com/office/drawing/2014/main" id="{CD8F995C-F3B8-9E76-2D90-D1F825E193CA}"/>
                    </a:ext>
                  </a:extLst>
                </p:cNvPr>
                <p:cNvSpPr/>
                <p:nvPr/>
              </p:nvSpPr>
              <p:spPr>
                <a:xfrm>
                  <a:off x="6369206" y="2918150"/>
                  <a:ext cx="9908" cy="16647"/>
                </a:xfrm>
                <a:custGeom>
                  <a:avLst/>
                  <a:gdLst>
                    <a:gd name="connsiteX0" fmla="*/ 794 w 9908"/>
                    <a:gd name="connsiteY0" fmla="*/ 3170 h 16647"/>
                    <a:gd name="connsiteX1" fmla="*/ 2724 w 9908"/>
                    <a:gd name="connsiteY1" fmla="*/ 14081 h 16647"/>
                    <a:gd name="connsiteX2" fmla="*/ 7870 w 9908"/>
                    <a:gd name="connsiteY2" fmla="*/ 16648 h 16647"/>
                    <a:gd name="connsiteX3" fmla="*/ 7870 w 9908"/>
                    <a:gd name="connsiteY3" fmla="*/ 3170 h 16647"/>
                    <a:gd name="connsiteX4" fmla="*/ 794 w 9908"/>
                    <a:gd name="connsiteY4" fmla="*/ 3170 h 16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08" h="16647">
                      <a:moveTo>
                        <a:pt x="794" y="3170"/>
                      </a:moveTo>
                      <a:cubicBezTo>
                        <a:pt x="-1779" y="7662"/>
                        <a:pt x="2724" y="14081"/>
                        <a:pt x="2724" y="14081"/>
                      </a:cubicBezTo>
                      <a:cubicBezTo>
                        <a:pt x="2724" y="14081"/>
                        <a:pt x="4011" y="16648"/>
                        <a:pt x="7870" y="16648"/>
                      </a:cubicBezTo>
                      <a:cubicBezTo>
                        <a:pt x="11730" y="16648"/>
                        <a:pt x="9157" y="7020"/>
                        <a:pt x="7870" y="3170"/>
                      </a:cubicBezTo>
                      <a:cubicBezTo>
                        <a:pt x="6584" y="-40"/>
                        <a:pt x="3367" y="-1965"/>
                        <a:pt x="794" y="3170"/>
                      </a:cubicBezTo>
                      <a:close/>
                    </a:path>
                  </a:pathLst>
                </a:custGeom>
                <a:solidFill>
                  <a:schemeClr val="accent1"/>
                </a:solidFill>
                <a:ln w="6424" cap="flat">
                  <a:noFill/>
                  <a:prstDash val="solid"/>
                  <a:miter/>
                </a:ln>
              </p:spPr>
              <p:txBody>
                <a:bodyPr rtlCol="0" anchor="ctr"/>
                <a:lstStyle/>
                <a:p>
                  <a:endParaRPr lang="pt-BR"/>
                </a:p>
              </p:txBody>
            </p:sp>
            <p:sp>
              <p:nvSpPr>
                <p:cNvPr id="121" name="Freeform: Shape 120">
                  <a:extLst>
                    <a:ext uri="{FF2B5EF4-FFF2-40B4-BE49-F238E27FC236}">
                      <a16:creationId xmlns:a16="http://schemas.microsoft.com/office/drawing/2014/main" id="{EEEA9441-B30B-A161-E9E3-F510596FB3F2}"/>
                    </a:ext>
                  </a:extLst>
                </p:cNvPr>
                <p:cNvSpPr/>
                <p:nvPr/>
              </p:nvSpPr>
              <p:spPr>
                <a:xfrm>
                  <a:off x="6319182" y="2873154"/>
                  <a:ext cx="13790" cy="24499"/>
                </a:xfrm>
                <a:custGeom>
                  <a:avLst/>
                  <a:gdLst>
                    <a:gd name="connsiteX0" fmla="*/ 5789 w 13790"/>
                    <a:gd name="connsiteY0" fmla="*/ 29 h 24499"/>
                    <a:gd name="connsiteX1" fmla="*/ 0 w 13790"/>
                    <a:gd name="connsiteY1" fmla="*/ 13507 h 24499"/>
                    <a:gd name="connsiteX2" fmla="*/ 5789 w 13790"/>
                    <a:gd name="connsiteY2" fmla="*/ 24418 h 24499"/>
                    <a:gd name="connsiteX3" fmla="*/ 13509 w 13790"/>
                    <a:gd name="connsiteY3" fmla="*/ 16074 h 24499"/>
                    <a:gd name="connsiteX4" fmla="*/ 5789 w 13790"/>
                    <a:gd name="connsiteY4" fmla="*/ 29 h 24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90" h="24499">
                      <a:moveTo>
                        <a:pt x="5789" y="29"/>
                      </a:moveTo>
                      <a:cubicBezTo>
                        <a:pt x="0" y="1312"/>
                        <a:pt x="0" y="12865"/>
                        <a:pt x="0" y="13507"/>
                      </a:cubicBezTo>
                      <a:cubicBezTo>
                        <a:pt x="0" y="16716"/>
                        <a:pt x="1287" y="23776"/>
                        <a:pt x="5789" y="24418"/>
                      </a:cubicBezTo>
                      <a:cubicBezTo>
                        <a:pt x="9649" y="25060"/>
                        <a:pt x="12222" y="21851"/>
                        <a:pt x="13509" y="16074"/>
                      </a:cubicBezTo>
                      <a:cubicBezTo>
                        <a:pt x="14795" y="9656"/>
                        <a:pt x="11579" y="-613"/>
                        <a:pt x="5789" y="29"/>
                      </a:cubicBezTo>
                      <a:close/>
                    </a:path>
                  </a:pathLst>
                </a:custGeom>
                <a:solidFill>
                  <a:schemeClr val="accent1"/>
                </a:solidFill>
                <a:ln w="6424" cap="flat">
                  <a:noFill/>
                  <a:prstDash val="solid"/>
                  <a:miter/>
                </a:ln>
              </p:spPr>
              <p:txBody>
                <a:bodyPr rtlCol="0" anchor="ctr"/>
                <a:lstStyle/>
                <a:p>
                  <a:endParaRPr lang="pt-BR"/>
                </a:p>
              </p:txBody>
            </p:sp>
            <p:sp>
              <p:nvSpPr>
                <p:cNvPr id="122" name="Freeform: Shape 121">
                  <a:extLst>
                    <a:ext uri="{FF2B5EF4-FFF2-40B4-BE49-F238E27FC236}">
                      <a16:creationId xmlns:a16="http://schemas.microsoft.com/office/drawing/2014/main" id="{40841F31-9AC2-6DBA-4A5C-CAC8C3F034EC}"/>
                    </a:ext>
                  </a:extLst>
                </p:cNvPr>
                <p:cNvSpPr/>
                <p:nvPr/>
              </p:nvSpPr>
              <p:spPr>
                <a:xfrm>
                  <a:off x="6355165" y="2889228"/>
                  <a:ext cx="6873" cy="10318"/>
                </a:xfrm>
                <a:custGeom>
                  <a:avLst/>
                  <a:gdLst>
                    <a:gd name="connsiteX0" fmla="*/ 4543 w 6873"/>
                    <a:gd name="connsiteY0" fmla="*/ 10269 h 10318"/>
                    <a:gd name="connsiteX1" fmla="*/ 3257 w 6873"/>
                    <a:gd name="connsiteY1" fmla="*/ 0 h 10318"/>
                    <a:gd name="connsiteX2" fmla="*/ 40 w 6873"/>
                    <a:gd name="connsiteY2" fmla="*/ 5135 h 10318"/>
                    <a:gd name="connsiteX3" fmla="*/ 4543 w 6873"/>
                    <a:gd name="connsiteY3" fmla="*/ 10269 h 10318"/>
                  </a:gdLst>
                  <a:ahLst/>
                  <a:cxnLst>
                    <a:cxn ang="0">
                      <a:pos x="connsiteX0" y="connsiteY0"/>
                    </a:cxn>
                    <a:cxn ang="0">
                      <a:pos x="connsiteX1" y="connsiteY1"/>
                    </a:cxn>
                    <a:cxn ang="0">
                      <a:pos x="connsiteX2" y="connsiteY2"/>
                    </a:cxn>
                    <a:cxn ang="0">
                      <a:pos x="connsiteX3" y="connsiteY3"/>
                    </a:cxn>
                  </a:cxnLst>
                  <a:rect l="l" t="t" r="r" b="b"/>
                  <a:pathLst>
                    <a:path w="6873" h="10318">
                      <a:moveTo>
                        <a:pt x="4543" y="10269"/>
                      </a:moveTo>
                      <a:cubicBezTo>
                        <a:pt x="8403" y="9627"/>
                        <a:pt x="7116" y="0"/>
                        <a:pt x="3257" y="0"/>
                      </a:cubicBezTo>
                      <a:cubicBezTo>
                        <a:pt x="-603" y="0"/>
                        <a:pt x="40" y="5135"/>
                        <a:pt x="40" y="5135"/>
                      </a:cubicBezTo>
                      <a:cubicBezTo>
                        <a:pt x="40" y="5135"/>
                        <a:pt x="683" y="10911"/>
                        <a:pt x="4543" y="10269"/>
                      </a:cubicBezTo>
                      <a:close/>
                    </a:path>
                  </a:pathLst>
                </a:custGeom>
                <a:solidFill>
                  <a:schemeClr val="accent1"/>
                </a:solidFill>
                <a:ln w="6424" cap="flat">
                  <a:noFill/>
                  <a:prstDash val="solid"/>
                  <a:miter/>
                </a:ln>
              </p:spPr>
              <p:txBody>
                <a:bodyPr rtlCol="0" anchor="ctr"/>
                <a:lstStyle/>
                <a:p>
                  <a:endParaRPr lang="pt-BR"/>
                </a:p>
              </p:txBody>
            </p:sp>
            <p:sp>
              <p:nvSpPr>
                <p:cNvPr id="123" name="Freeform: Shape 122">
                  <a:extLst>
                    <a:ext uri="{FF2B5EF4-FFF2-40B4-BE49-F238E27FC236}">
                      <a16:creationId xmlns:a16="http://schemas.microsoft.com/office/drawing/2014/main" id="{568CB9C6-CED2-6D76-7E22-62C84D9A0473}"/>
                    </a:ext>
                  </a:extLst>
                </p:cNvPr>
                <p:cNvSpPr/>
                <p:nvPr/>
              </p:nvSpPr>
              <p:spPr>
                <a:xfrm>
                  <a:off x="6337194" y="2740262"/>
                  <a:ext cx="22038" cy="30996"/>
                </a:xfrm>
                <a:custGeom>
                  <a:avLst/>
                  <a:gdLst>
                    <a:gd name="connsiteX0" fmla="*/ 8363 w 22038"/>
                    <a:gd name="connsiteY0" fmla="*/ 30869 h 30996"/>
                    <a:gd name="connsiteX1" fmla="*/ 14152 w 22038"/>
                    <a:gd name="connsiteY1" fmla="*/ 27660 h 30996"/>
                    <a:gd name="connsiteX2" fmla="*/ 21871 w 22038"/>
                    <a:gd name="connsiteY2" fmla="*/ 18675 h 30996"/>
                    <a:gd name="connsiteX3" fmla="*/ 19298 w 22038"/>
                    <a:gd name="connsiteY3" fmla="*/ 7764 h 30996"/>
                    <a:gd name="connsiteX4" fmla="*/ 10936 w 22038"/>
                    <a:gd name="connsiteY4" fmla="*/ 62 h 30996"/>
                    <a:gd name="connsiteX5" fmla="*/ 1930 w 22038"/>
                    <a:gd name="connsiteY5" fmla="*/ 7122 h 30996"/>
                    <a:gd name="connsiteX6" fmla="*/ 0 w 22038"/>
                    <a:gd name="connsiteY6" fmla="*/ 14182 h 30996"/>
                    <a:gd name="connsiteX7" fmla="*/ 0 w 22038"/>
                    <a:gd name="connsiteY7" fmla="*/ 21242 h 30996"/>
                    <a:gd name="connsiteX8" fmla="*/ 2573 w 22038"/>
                    <a:gd name="connsiteY8" fmla="*/ 28302 h 30996"/>
                    <a:gd name="connsiteX9" fmla="*/ 8363 w 22038"/>
                    <a:gd name="connsiteY9" fmla="*/ 30869 h 30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038" h="30996">
                      <a:moveTo>
                        <a:pt x="8363" y="30869"/>
                      </a:moveTo>
                      <a:cubicBezTo>
                        <a:pt x="10936" y="30228"/>
                        <a:pt x="10936" y="28944"/>
                        <a:pt x="14152" y="27660"/>
                      </a:cubicBezTo>
                      <a:cubicBezTo>
                        <a:pt x="18012" y="25735"/>
                        <a:pt x="21228" y="21242"/>
                        <a:pt x="21871" y="18675"/>
                      </a:cubicBezTo>
                      <a:cubicBezTo>
                        <a:pt x="22515" y="16107"/>
                        <a:pt x="21228" y="11615"/>
                        <a:pt x="19298" y="7764"/>
                      </a:cubicBezTo>
                      <a:cubicBezTo>
                        <a:pt x="17368" y="3913"/>
                        <a:pt x="16725" y="704"/>
                        <a:pt x="10936" y="62"/>
                      </a:cubicBezTo>
                      <a:cubicBezTo>
                        <a:pt x="5146" y="-580"/>
                        <a:pt x="3216" y="3913"/>
                        <a:pt x="1930" y="7122"/>
                      </a:cubicBezTo>
                      <a:cubicBezTo>
                        <a:pt x="0" y="10331"/>
                        <a:pt x="0" y="13540"/>
                        <a:pt x="0" y="14182"/>
                      </a:cubicBezTo>
                      <a:cubicBezTo>
                        <a:pt x="0" y="14182"/>
                        <a:pt x="0" y="18675"/>
                        <a:pt x="0" y="21242"/>
                      </a:cubicBezTo>
                      <a:cubicBezTo>
                        <a:pt x="0" y="23809"/>
                        <a:pt x="0" y="26377"/>
                        <a:pt x="2573" y="28302"/>
                      </a:cubicBezTo>
                      <a:cubicBezTo>
                        <a:pt x="4503" y="29586"/>
                        <a:pt x="5789" y="31511"/>
                        <a:pt x="8363" y="30869"/>
                      </a:cubicBezTo>
                      <a:close/>
                    </a:path>
                  </a:pathLst>
                </a:custGeom>
                <a:solidFill>
                  <a:srgbClr val="9D70F2"/>
                </a:solidFill>
                <a:ln w="6424" cap="flat">
                  <a:noFill/>
                  <a:prstDash val="solid"/>
                  <a:miter/>
                </a:ln>
              </p:spPr>
              <p:txBody>
                <a:bodyPr rtlCol="0" anchor="ctr"/>
                <a:lstStyle/>
                <a:p>
                  <a:endParaRPr lang="pt-BR"/>
                </a:p>
              </p:txBody>
            </p:sp>
            <p:sp>
              <p:nvSpPr>
                <p:cNvPr id="124" name="Freeform: Shape 123">
                  <a:extLst>
                    <a:ext uri="{FF2B5EF4-FFF2-40B4-BE49-F238E27FC236}">
                      <a16:creationId xmlns:a16="http://schemas.microsoft.com/office/drawing/2014/main" id="{E1F5B2CD-9177-AB91-8263-C912FC75E4E1}"/>
                    </a:ext>
                  </a:extLst>
                </p:cNvPr>
                <p:cNvSpPr/>
                <p:nvPr/>
              </p:nvSpPr>
              <p:spPr>
                <a:xfrm>
                  <a:off x="6476729" y="2820963"/>
                  <a:ext cx="29384" cy="23981"/>
                </a:xfrm>
                <a:custGeom>
                  <a:avLst/>
                  <a:gdLst>
                    <a:gd name="connsiteX0" fmla="*/ 12277 w 29384"/>
                    <a:gd name="connsiteY0" fmla="*/ 22695 h 23981"/>
                    <a:gd name="connsiteX1" fmla="*/ 18067 w 29384"/>
                    <a:gd name="connsiteY1" fmla="*/ 16277 h 23981"/>
                    <a:gd name="connsiteX2" fmla="*/ 23856 w 29384"/>
                    <a:gd name="connsiteY2" fmla="*/ 12426 h 23981"/>
                    <a:gd name="connsiteX3" fmla="*/ 28359 w 29384"/>
                    <a:gd name="connsiteY3" fmla="*/ 6649 h 23981"/>
                    <a:gd name="connsiteX4" fmla="*/ 23856 w 29384"/>
                    <a:gd name="connsiteY4" fmla="*/ 2156 h 23981"/>
                    <a:gd name="connsiteX5" fmla="*/ 16137 w 29384"/>
                    <a:gd name="connsiteY5" fmla="*/ 2798 h 23981"/>
                    <a:gd name="connsiteX6" fmla="*/ 8417 w 29384"/>
                    <a:gd name="connsiteY6" fmla="*/ 873 h 23981"/>
                    <a:gd name="connsiteX7" fmla="*/ 55 w 29384"/>
                    <a:gd name="connsiteY7" fmla="*/ 18202 h 23981"/>
                    <a:gd name="connsiteX8" fmla="*/ 12277 w 29384"/>
                    <a:gd name="connsiteY8" fmla="*/ 22695 h 23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84" h="23981">
                      <a:moveTo>
                        <a:pt x="12277" y="22695"/>
                      </a:moveTo>
                      <a:cubicBezTo>
                        <a:pt x="16780" y="20769"/>
                        <a:pt x="17423" y="16918"/>
                        <a:pt x="18067" y="16277"/>
                      </a:cubicBezTo>
                      <a:cubicBezTo>
                        <a:pt x="18710" y="14993"/>
                        <a:pt x="21926" y="13067"/>
                        <a:pt x="23856" y="12426"/>
                      </a:cubicBezTo>
                      <a:cubicBezTo>
                        <a:pt x="25786" y="11784"/>
                        <a:pt x="28359" y="6649"/>
                        <a:pt x="28359" y="6649"/>
                      </a:cubicBezTo>
                      <a:cubicBezTo>
                        <a:pt x="31575" y="2798"/>
                        <a:pt x="26429" y="2156"/>
                        <a:pt x="23856" y="2156"/>
                      </a:cubicBezTo>
                      <a:cubicBezTo>
                        <a:pt x="21283" y="2156"/>
                        <a:pt x="18067" y="3440"/>
                        <a:pt x="16137" y="2798"/>
                      </a:cubicBezTo>
                      <a:cubicBezTo>
                        <a:pt x="14850" y="2156"/>
                        <a:pt x="12277" y="-1695"/>
                        <a:pt x="8417" y="873"/>
                      </a:cubicBezTo>
                      <a:cubicBezTo>
                        <a:pt x="4558" y="3440"/>
                        <a:pt x="-588" y="11142"/>
                        <a:pt x="55" y="18202"/>
                      </a:cubicBezTo>
                      <a:cubicBezTo>
                        <a:pt x="698" y="25262"/>
                        <a:pt x="7774" y="24620"/>
                        <a:pt x="12277" y="22695"/>
                      </a:cubicBezTo>
                      <a:close/>
                    </a:path>
                  </a:pathLst>
                </a:custGeom>
                <a:solidFill>
                  <a:schemeClr val="accent1"/>
                </a:solidFill>
                <a:ln w="6424" cap="flat">
                  <a:noFill/>
                  <a:prstDash val="solid"/>
                  <a:miter/>
                </a:ln>
              </p:spPr>
              <p:txBody>
                <a:bodyPr rtlCol="0" anchor="ctr"/>
                <a:lstStyle/>
                <a:p>
                  <a:endParaRPr lang="pt-BR"/>
                </a:p>
              </p:txBody>
            </p:sp>
            <p:sp>
              <p:nvSpPr>
                <p:cNvPr id="136" name="Freeform: Shape 135">
                  <a:extLst>
                    <a:ext uri="{FF2B5EF4-FFF2-40B4-BE49-F238E27FC236}">
                      <a16:creationId xmlns:a16="http://schemas.microsoft.com/office/drawing/2014/main" id="{891E7C5C-A968-46F0-B429-1F6974AAC36E}"/>
                    </a:ext>
                  </a:extLst>
                </p:cNvPr>
                <p:cNvSpPr/>
                <p:nvPr/>
              </p:nvSpPr>
              <p:spPr>
                <a:xfrm>
                  <a:off x="6510877" y="2833164"/>
                  <a:ext cx="14226" cy="24627"/>
                </a:xfrm>
                <a:custGeom>
                  <a:avLst/>
                  <a:gdLst>
                    <a:gd name="connsiteX0" fmla="*/ 8363 w 14226"/>
                    <a:gd name="connsiteY0" fmla="*/ 23972 h 24627"/>
                    <a:gd name="connsiteX1" fmla="*/ 12865 w 14226"/>
                    <a:gd name="connsiteY1" fmla="*/ 14345 h 24627"/>
                    <a:gd name="connsiteX2" fmla="*/ 13509 w 14226"/>
                    <a:gd name="connsiteY2" fmla="*/ 6643 h 24627"/>
                    <a:gd name="connsiteX3" fmla="*/ 5146 w 14226"/>
                    <a:gd name="connsiteY3" fmla="*/ 225 h 24627"/>
                    <a:gd name="connsiteX4" fmla="*/ 0 w 14226"/>
                    <a:gd name="connsiteY4" fmla="*/ 8569 h 24627"/>
                    <a:gd name="connsiteX5" fmla="*/ 1930 w 14226"/>
                    <a:gd name="connsiteY5" fmla="*/ 19480 h 24627"/>
                    <a:gd name="connsiteX6" fmla="*/ 8363 w 14226"/>
                    <a:gd name="connsiteY6" fmla="*/ 23972 h 24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26" h="24627">
                      <a:moveTo>
                        <a:pt x="8363" y="23972"/>
                      </a:moveTo>
                      <a:cubicBezTo>
                        <a:pt x="11579" y="22689"/>
                        <a:pt x="12865" y="16912"/>
                        <a:pt x="12865" y="14345"/>
                      </a:cubicBezTo>
                      <a:cubicBezTo>
                        <a:pt x="12865" y="11778"/>
                        <a:pt x="15438" y="9852"/>
                        <a:pt x="13509" y="6643"/>
                      </a:cubicBezTo>
                      <a:cubicBezTo>
                        <a:pt x="11579" y="3434"/>
                        <a:pt x="10292" y="-1059"/>
                        <a:pt x="5146" y="225"/>
                      </a:cubicBezTo>
                      <a:cubicBezTo>
                        <a:pt x="643" y="867"/>
                        <a:pt x="0" y="8569"/>
                        <a:pt x="0" y="8569"/>
                      </a:cubicBezTo>
                      <a:cubicBezTo>
                        <a:pt x="0" y="11778"/>
                        <a:pt x="643" y="16912"/>
                        <a:pt x="1930" y="19480"/>
                      </a:cubicBezTo>
                      <a:cubicBezTo>
                        <a:pt x="3216" y="23331"/>
                        <a:pt x="5146" y="25898"/>
                        <a:pt x="8363" y="23972"/>
                      </a:cubicBezTo>
                      <a:close/>
                    </a:path>
                  </a:pathLst>
                </a:custGeom>
                <a:solidFill>
                  <a:schemeClr val="accent1"/>
                </a:solidFill>
                <a:ln w="6424" cap="flat">
                  <a:noFill/>
                  <a:prstDash val="solid"/>
                  <a:miter/>
                </a:ln>
              </p:spPr>
              <p:txBody>
                <a:bodyPr rtlCol="0" anchor="ctr"/>
                <a:lstStyle/>
                <a:p>
                  <a:endParaRPr lang="pt-BR"/>
                </a:p>
              </p:txBody>
            </p:sp>
            <p:sp>
              <p:nvSpPr>
                <p:cNvPr id="137" name="Freeform: Shape 136">
                  <a:extLst>
                    <a:ext uri="{FF2B5EF4-FFF2-40B4-BE49-F238E27FC236}">
                      <a16:creationId xmlns:a16="http://schemas.microsoft.com/office/drawing/2014/main" id="{ABD25B5F-BC0D-5BBA-916B-73A9BDF3DB21}"/>
                    </a:ext>
                  </a:extLst>
                </p:cNvPr>
                <p:cNvSpPr/>
                <p:nvPr/>
              </p:nvSpPr>
              <p:spPr>
                <a:xfrm>
                  <a:off x="6494795" y="3235809"/>
                  <a:ext cx="30706" cy="118792"/>
                </a:xfrm>
                <a:custGeom>
                  <a:avLst/>
                  <a:gdLst>
                    <a:gd name="connsiteX0" fmla="*/ 25731 w 30706"/>
                    <a:gd name="connsiteY0" fmla="*/ 647 h 118792"/>
                    <a:gd name="connsiteX1" fmla="*/ 14795 w 30706"/>
                    <a:gd name="connsiteY1" fmla="*/ 5781 h 118792"/>
                    <a:gd name="connsiteX2" fmla="*/ 7719 w 30706"/>
                    <a:gd name="connsiteY2" fmla="*/ 22469 h 118792"/>
                    <a:gd name="connsiteX3" fmla="*/ 4503 w 30706"/>
                    <a:gd name="connsiteY3" fmla="*/ 37873 h 118792"/>
                    <a:gd name="connsiteX4" fmla="*/ 3860 w 30706"/>
                    <a:gd name="connsiteY4" fmla="*/ 55202 h 118792"/>
                    <a:gd name="connsiteX5" fmla="*/ 3216 w 30706"/>
                    <a:gd name="connsiteY5" fmla="*/ 71248 h 118792"/>
                    <a:gd name="connsiteX6" fmla="*/ 3860 w 30706"/>
                    <a:gd name="connsiteY6" fmla="*/ 79591 h 118792"/>
                    <a:gd name="connsiteX7" fmla="*/ 4503 w 30706"/>
                    <a:gd name="connsiteY7" fmla="*/ 89861 h 118792"/>
                    <a:gd name="connsiteX8" fmla="*/ 1930 w 30706"/>
                    <a:gd name="connsiteY8" fmla="*/ 98846 h 118792"/>
                    <a:gd name="connsiteX9" fmla="*/ 0 w 30706"/>
                    <a:gd name="connsiteY9" fmla="*/ 109115 h 118792"/>
                    <a:gd name="connsiteX10" fmla="*/ 7719 w 30706"/>
                    <a:gd name="connsiteY10" fmla="*/ 118743 h 118792"/>
                    <a:gd name="connsiteX11" fmla="*/ 14795 w 30706"/>
                    <a:gd name="connsiteY11" fmla="*/ 109757 h 118792"/>
                    <a:gd name="connsiteX12" fmla="*/ 15438 w 30706"/>
                    <a:gd name="connsiteY12" fmla="*/ 99488 h 118792"/>
                    <a:gd name="connsiteX13" fmla="*/ 15438 w 30706"/>
                    <a:gd name="connsiteY13" fmla="*/ 92428 h 118792"/>
                    <a:gd name="connsiteX14" fmla="*/ 15438 w 30706"/>
                    <a:gd name="connsiteY14" fmla="*/ 80233 h 118792"/>
                    <a:gd name="connsiteX15" fmla="*/ 20585 w 30706"/>
                    <a:gd name="connsiteY15" fmla="*/ 70606 h 118792"/>
                    <a:gd name="connsiteX16" fmla="*/ 22515 w 30706"/>
                    <a:gd name="connsiteY16" fmla="*/ 61620 h 118792"/>
                    <a:gd name="connsiteX17" fmla="*/ 26374 w 30706"/>
                    <a:gd name="connsiteY17" fmla="*/ 52635 h 118792"/>
                    <a:gd name="connsiteX18" fmla="*/ 25731 w 30706"/>
                    <a:gd name="connsiteY18" fmla="*/ 43007 h 118792"/>
                    <a:gd name="connsiteX19" fmla="*/ 27661 w 30706"/>
                    <a:gd name="connsiteY19" fmla="*/ 30813 h 118792"/>
                    <a:gd name="connsiteX20" fmla="*/ 30234 w 30706"/>
                    <a:gd name="connsiteY20" fmla="*/ 19902 h 118792"/>
                    <a:gd name="connsiteX21" fmla="*/ 25731 w 30706"/>
                    <a:gd name="connsiteY21" fmla="*/ 647 h 11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706" h="118792">
                      <a:moveTo>
                        <a:pt x="25731" y="647"/>
                      </a:moveTo>
                      <a:cubicBezTo>
                        <a:pt x="21228" y="-1279"/>
                        <a:pt x="19298" y="1289"/>
                        <a:pt x="14795" y="5781"/>
                      </a:cubicBezTo>
                      <a:cubicBezTo>
                        <a:pt x="10292" y="10274"/>
                        <a:pt x="9006" y="17334"/>
                        <a:pt x="7719" y="22469"/>
                      </a:cubicBezTo>
                      <a:cubicBezTo>
                        <a:pt x="6433" y="27603"/>
                        <a:pt x="5146" y="32738"/>
                        <a:pt x="4503" y="37873"/>
                      </a:cubicBezTo>
                      <a:cubicBezTo>
                        <a:pt x="4503" y="43007"/>
                        <a:pt x="3216" y="51351"/>
                        <a:pt x="3860" y="55202"/>
                      </a:cubicBezTo>
                      <a:cubicBezTo>
                        <a:pt x="4503" y="59053"/>
                        <a:pt x="3216" y="66113"/>
                        <a:pt x="3216" y="71248"/>
                      </a:cubicBezTo>
                      <a:cubicBezTo>
                        <a:pt x="3860" y="76382"/>
                        <a:pt x="3216" y="74457"/>
                        <a:pt x="3860" y="79591"/>
                      </a:cubicBezTo>
                      <a:cubicBezTo>
                        <a:pt x="4503" y="84726"/>
                        <a:pt x="4503" y="84726"/>
                        <a:pt x="4503" y="89861"/>
                      </a:cubicBezTo>
                      <a:cubicBezTo>
                        <a:pt x="5146" y="94353"/>
                        <a:pt x="2573" y="95637"/>
                        <a:pt x="1930" y="98846"/>
                      </a:cubicBezTo>
                      <a:cubicBezTo>
                        <a:pt x="1287" y="101413"/>
                        <a:pt x="0" y="106548"/>
                        <a:pt x="0" y="109115"/>
                      </a:cubicBezTo>
                      <a:cubicBezTo>
                        <a:pt x="0" y="111683"/>
                        <a:pt x="1287" y="118101"/>
                        <a:pt x="7719" y="118743"/>
                      </a:cubicBezTo>
                      <a:cubicBezTo>
                        <a:pt x="14152" y="119385"/>
                        <a:pt x="14152" y="113608"/>
                        <a:pt x="14795" y="109757"/>
                      </a:cubicBezTo>
                      <a:cubicBezTo>
                        <a:pt x="15438" y="106548"/>
                        <a:pt x="14795" y="103339"/>
                        <a:pt x="15438" y="99488"/>
                      </a:cubicBezTo>
                      <a:cubicBezTo>
                        <a:pt x="16082" y="95637"/>
                        <a:pt x="15438" y="95637"/>
                        <a:pt x="15438" y="92428"/>
                      </a:cubicBezTo>
                      <a:cubicBezTo>
                        <a:pt x="15438" y="89219"/>
                        <a:pt x="15438" y="84084"/>
                        <a:pt x="15438" y="80233"/>
                      </a:cubicBezTo>
                      <a:cubicBezTo>
                        <a:pt x="15438" y="75740"/>
                        <a:pt x="19941" y="71889"/>
                        <a:pt x="20585" y="70606"/>
                      </a:cubicBezTo>
                      <a:cubicBezTo>
                        <a:pt x="23801" y="68039"/>
                        <a:pt x="21871" y="64188"/>
                        <a:pt x="22515" y="61620"/>
                      </a:cubicBezTo>
                      <a:cubicBezTo>
                        <a:pt x="22515" y="58411"/>
                        <a:pt x="26374" y="57128"/>
                        <a:pt x="26374" y="52635"/>
                      </a:cubicBezTo>
                      <a:cubicBezTo>
                        <a:pt x="26374" y="48142"/>
                        <a:pt x="26374" y="48142"/>
                        <a:pt x="25731" y="43007"/>
                      </a:cubicBezTo>
                      <a:cubicBezTo>
                        <a:pt x="25088" y="37231"/>
                        <a:pt x="26374" y="36589"/>
                        <a:pt x="27661" y="30813"/>
                      </a:cubicBezTo>
                      <a:cubicBezTo>
                        <a:pt x="29590" y="25036"/>
                        <a:pt x="30234" y="23752"/>
                        <a:pt x="30234" y="19902"/>
                      </a:cubicBezTo>
                      <a:cubicBezTo>
                        <a:pt x="31520" y="14767"/>
                        <a:pt x="30234" y="3214"/>
                        <a:pt x="25731" y="647"/>
                      </a:cubicBezTo>
                      <a:close/>
                    </a:path>
                  </a:pathLst>
                </a:custGeom>
                <a:solidFill>
                  <a:schemeClr val="accent1"/>
                </a:solidFill>
                <a:ln w="6424" cap="flat">
                  <a:noFill/>
                  <a:prstDash val="solid"/>
                  <a:miter/>
                </a:ln>
              </p:spPr>
              <p:txBody>
                <a:bodyPr rtlCol="0" anchor="ctr"/>
                <a:lstStyle/>
                <a:p>
                  <a:endParaRPr lang="pt-BR"/>
                </a:p>
              </p:txBody>
            </p:sp>
            <p:sp>
              <p:nvSpPr>
                <p:cNvPr id="138" name="Freeform: Shape 137">
                  <a:extLst>
                    <a:ext uri="{FF2B5EF4-FFF2-40B4-BE49-F238E27FC236}">
                      <a16:creationId xmlns:a16="http://schemas.microsoft.com/office/drawing/2014/main" id="{E286988E-A82C-999F-525F-90283F352EF3}"/>
                    </a:ext>
                  </a:extLst>
                </p:cNvPr>
                <p:cNvSpPr/>
                <p:nvPr/>
              </p:nvSpPr>
              <p:spPr>
                <a:xfrm>
                  <a:off x="6562309" y="3152305"/>
                  <a:ext cx="42403" cy="37305"/>
                </a:xfrm>
                <a:custGeom>
                  <a:avLst/>
                  <a:gdLst>
                    <a:gd name="connsiteX0" fmla="*/ 36053 w 42403"/>
                    <a:gd name="connsiteY0" fmla="*/ 27028 h 37305"/>
                    <a:gd name="connsiteX1" fmla="*/ 28334 w 42403"/>
                    <a:gd name="connsiteY1" fmla="*/ 19968 h 37305"/>
                    <a:gd name="connsiteX2" fmla="*/ 14825 w 42403"/>
                    <a:gd name="connsiteY2" fmla="*/ 11624 h 37305"/>
                    <a:gd name="connsiteX3" fmla="*/ 10966 w 42403"/>
                    <a:gd name="connsiteY3" fmla="*/ 7132 h 37305"/>
                    <a:gd name="connsiteX4" fmla="*/ 1317 w 42403"/>
                    <a:gd name="connsiteY4" fmla="*/ 1355 h 37305"/>
                    <a:gd name="connsiteX5" fmla="*/ 5176 w 42403"/>
                    <a:gd name="connsiteY5" fmla="*/ 9699 h 37305"/>
                    <a:gd name="connsiteX6" fmla="*/ 18042 w 42403"/>
                    <a:gd name="connsiteY6" fmla="*/ 18684 h 37305"/>
                    <a:gd name="connsiteX7" fmla="*/ 25118 w 42403"/>
                    <a:gd name="connsiteY7" fmla="*/ 26386 h 37305"/>
                    <a:gd name="connsiteX8" fmla="*/ 33480 w 42403"/>
                    <a:gd name="connsiteY8" fmla="*/ 33446 h 37305"/>
                    <a:gd name="connsiteX9" fmla="*/ 41199 w 42403"/>
                    <a:gd name="connsiteY9" fmla="*/ 35372 h 37305"/>
                    <a:gd name="connsiteX10" fmla="*/ 36053 w 42403"/>
                    <a:gd name="connsiteY10" fmla="*/ 27028 h 3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403" h="37305">
                      <a:moveTo>
                        <a:pt x="36053" y="27028"/>
                      </a:moveTo>
                      <a:cubicBezTo>
                        <a:pt x="33480" y="25103"/>
                        <a:pt x="30264" y="21893"/>
                        <a:pt x="28334" y="19968"/>
                      </a:cubicBezTo>
                      <a:cubicBezTo>
                        <a:pt x="26404" y="18042"/>
                        <a:pt x="21258" y="14833"/>
                        <a:pt x="14825" y="11624"/>
                      </a:cubicBezTo>
                      <a:cubicBezTo>
                        <a:pt x="8393" y="8415"/>
                        <a:pt x="10966" y="7132"/>
                        <a:pt x="10966" y="7132"/>
                      </a:cubicBezTo>
                      <a:cubicBezTo>
                        <a:pt x="12252" y="-570"/>
                        <a:pt x="4533" y="-1212"/>
                        <a:pt x="1317" y="1355"/>
                      </a:cubicBezTo>
                      <a:cubicBezTo>
                        <a:pt x="-1900" y="3281"/>
                        <a:pt x="1317" y="6490"/>
                        <a:pt x="5176" y="9699"/>
                      </a:cubicBezTo>
                      <a:cubicBezTo>
                        <a:pt x="9036" y="12908"/>
                        <a:pt x="14825" y="16759"/>
                        <a:pt x="18042" y="18684"/>
                      </a:cubicBezTo>
                      <a:cubicBezTo>
                        <a:pt x="21258" y="20610"/>
                        <a:pt x="22545" y="24461"/>
                        <a:pt x="25118" y="26386"/>
                      </a:cubicBezTo>
                      <a:cubicBezTo>
                        <a:pt x="27691" y="28312"/>
                        <a:pt x="30907" y="30237"/>
                        <a:pt x="33480" y="33446"/>
                      </a:cubicBezTo>
                      <a:cubicBezTo>
                        <a:pt x="36053" y="36655"/>
                        <a:pt x="36697" y="39223"/>
                        <a:pt x="41199" y="35372"/>
                      </a:cubicBezTo>
                      <a:cubicBezTo>
                        <a:pt x="45059" y="32163"/>
                        <a:pt x="38626" y="29595"/>
                        <a:pt x="36053" y="27028"/>
                      </a:cubicBezTo>
                      <a:close/>
                    </a:path>
                  </a:pathLst>
                </a:custGeom>
                <a:solidFill>
                  <a:schemeClr val="accent1"/>
                </a:solidFill>
                <a:ln w="6424" cap="flat">
                  <a:noFill/>
                  <a:prstDash val="solid"/>
                  <a:miter/>
                </a:ln>
              </p:spPr>
              <p:txBody>
                <a:bodyPr rtlCol="0" anchor="ctr"/>
                <a:lstStyle/>
                <a:p>
                  <a:endParaRPr lang="pt-BR"/>
                </a:p>
              </p:txBody>
            </p:sp>
            <p:sp>
              <p:nvSpPr>
                <p:cNvPr id="139" name="Freeform: Shape 138">
                  <a:extLst>
                    <a:ext uri="{FF2B5EF4-FFF2-40B4-BE49-F238E27FC236}">
                      <a16:creationId xmlns:a16="http://schemas.microsoft.com/office/drawing/2014/main" id="{7D1AA886-E9E5-793F-A851-A71CB3C67CD4}"/>
                    </a:ext>
                  </a:extLst>
                </p:cNvPr>
                <p:cNvSpPr/>
                <p:nvPr/>
              </p:nvSpPr>
              <p:spPr>
                <a:xfrm>
                  <a:off x="6702217" y="3226067"/>
                  <a:ext cx="17294" cy="43191"/>
                </a:xfrm>
                <a:custGeom>
                  <a:avLst/>
                  <a:gdLst>
                    <a:gd name="connsiteX0" fmla="*/ 355 w 17294"/>
                    <a:gd name="connsiteY0" fmla="*/ 10388 h 43191"/>
                    <a:gd name="connsiteX1" fmla="*/ 2285 w 17294"/>
                    <a:gd name="connsiteY1" fmla="*/ 30285 h 43191"/>
                    <a:gd name="connsiteX2" fmla="*/ 8075 w 17294"/>
                    <a:gd name="connsiteY2" fmla="*/ 43121 h 43191"/>
                    <a:gd name="connsiteX3" fmla="*/ 14507 w 17294"/>
                    <a:gd name="connsiteY3" fmla="*/ 34136 h 43191"/>
                    <a:gd name="connsiteX4" fmla="*/ 17080 w 17294"/>
                    <a:gd name="connsiteY4" fmla="*/ 20016 h 43191"/>
                    <a:gd name="connsiteX5" fmla="*/ 11291 w 17294"/>
                    <a:gd name="connsiteY5" fmla="*/ 3328 h 43191"/>
                    <a:gd name="connsiteX6" fmla="*/ 355 w 17294"/>
                    <a:gd name="connsiteY6" fmla="*/ 10388 h 4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94" h="43191">
                      <a:moveTo>
                        <a:pt x="355" y="10388"/>
                      </a:moveTo>
                      <a:cubicBezTo>
                        <a:pt x="-931" y="18090"/>
                        <a:pt x="1642" y="23867"/>
                        <a:pt x="2285" y="30285"/>
                      </a:cubicBezTo>
                      <a:cubicBezTo>
                        <a:pt x="2928" y="36703"/>
                        <a:pt x="2928" y="42480"/>
                        <a:pt x="8075" y="43121"/>
                      </a:cubicBezTo>
                      <a:cubicBezTo>
                        <a:pt x="13221" y="43763"/>
                        <a:pt x="15794" y="39912"/>
                        <a:pt x="14507" y="34136"/>
                      </a:cubicBezTo>
                      <a:cubicBezTo>
                        <a:pt x="13221" y="29001"/>
                        <a:pt x="17080" y="23867"/>
                        <a:pt x="17080" y="20016"/>
                      </a:cubicBezTo>
                      <a:cubicBezTo>
                        <a:pt x="17080" y="18732"/>
                        <a:pt x="19010" y="11030"/>
                        <a:pt x="11291" y="3328"/>
                      </a:cubicBezTo>
                      <a:cubicBezTo>
                        <a:pt x="3572" y="-4374"/>
                        <a:pt x="1642" y="2686"/>
                        <a:pt x="355" y="10388"/>
                      </a:cubicBezTo>
                      <a:close/>
                    </a:path>
                  </a:pathLst>
                </a:custGeom>
                <a:solidFill>
                  <a:schemeClr val="accent1"/>
                </a:solidFill>
                <a:ln w="6424" cap="flat">
                  <a:noFill/>
                  <a:prstDash val="solid"/>
                  <a:miter/>
                </a:ln>
              </p:spPr>
              <p:txBody>
                <a:bodyPr rtlCol="0" anchor="ctr"/>
                <a:lstStyle/>
                <a:p>
                  <a:endParaRPr lang="pt-BR"/>
                </a:p>
              </p:txBody>
            </p:sp>
            <p:sp>
              <p:nvSpPr>
                <p:cNvPr id="140" name="Freeform: Shape 139">
                  <a:extLst>
                    <a:ext uri="{FF2B5EF4-FFF2-40B4-BE49-F238E27FC236}">
                      <a16:creationId xmlns:a16="http://schemas.microsoft.com/office/drawing/2014/main" id="{3EEFD6AA-3D8A-B155-6996-BBD58FF8E23F}"/>
                    </a:ext>
                  </a:extLst>
                </p:cNvPr>
                <p:cNvSpPr/>
                <p:nvPr/>
              </p:nvSpPr>
              <p:spPr>
                <a:xfrm>
                  <a:off x="6491217" y="3083021"/>
                  <a:ext cx="14721" cy="18009"/>
                </a:xfrm>
                <a:custGeom>
                  <a:avLst/>
                  <a:gdLst>
                    <a:gd name="connsiteX0" fmla="*/ 1005 w 14721"/>
                    <a:gd name="connsiteY0" fmla="*/ 7098 h 18009"/>
                    <a:gd name="connsiteX1" fmla="*/ 7437 w 14721"/>
                    <a:gd name="connsiteY1" fmla="*/ 18009 h 18009"/>
                    <a:gd name="connsiteX2" fmla="*/ 13870 w 14721"/>
                    <a:gd name="connsiteY2" fmla="*/ 10307 h 18009"/>
                    <a:gd name="connsiteX3" fmla="*/ 9367 w 14721"/>
                    <a:gd name="connsiteY3" fmla="*/ 38 h 18009"/>
                    <a:gd name="connsiteX4" fmla="*/ 1005 w 14721"/>
                    <a:gd name="connsiteY4" fmla="*/ 7098 h 18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1" h="18009">
                      <a:moveTo>
                        <a:pt x="1005" y="7098"/>
                      </a:moveTo>
                      <a:cubicBezTo>
                        <a:pt x="-2212" y="12874"/>
                        <a:pt x="2934" y="18009"/>
                        <a:pt x="7437" y="18009"/>
                      </a:cubicBezTo>
                      <a:cubicBezTo>
                        <a:pt x="11297" y="18009"/>
                        <a:pt x="12583" y="14158"/>
                        <a:pt x="13870" y="10307"/>
                      </a:cubicBezTo>
                      <a:cubicBezTo>
                        <a:pt x="15800" y="7098"/>
                        <a:pt x="14513" y="-604"/>
                        <a:pt x="9367" y="38"/>
                      </a:cubicBezTo>
                      <a:cubicBezTo>
                        <a:pt x="3578" y="1322"/>
                        <a:pt x="1005" y="7098"/>
                        <a:pt x="1005" y="7098"/>
                      </a:cubicBezTo>
                      <a:close/>
                    </a:path>
                  </a:pathLst>
                </a:custGeom>
                <a:solidFill>
                  <a:schemeClr val="accent1"/>
                </a:solidFill>
                <a:ln w="6424" cap="flat">
                  <a:noFill/>
                  <a:prstDash val="solid"/>
                  <a:miter/>
                </a:ln>
              </p:spPr>
              <p:txBody>
                <a:bodyPr rtlCol="0" anchor="ctr"/>
                <a:lstStyle/>
                <a:p>
                  <a:endParaRPr lang="pt-BR"/>
                </a:p>
              </p:txBody>
            </p:sp>
            <p:sp>
              <p:nvSpPr>
                <p:cNvPr id="141" name="Freeform: Shape 140">
                  <a:extLst>
                    <a:ext uri="{FF2B5EF4-FFF2-40B4-BE49-F238E27FC236}">
                      <a16:creationId xmlns:a16="http://schemas.microsoft.com/office/drawing/2014/main" id="{E5B228D6-4DDC-F0C5-8477-8B1F32B0BB63}"/>
                    </a:ext>
                  </a:extLst>
                </p:cNvPr>
                <p:cNvSpPr/>
                <p:nvPr/>
              </p:nvSpPr>
              <p:spPr>
                <a:xfrm>
                  <a:off x="6497871" y="3020732"/>
                  <a:ext cx="17733" cy="21212"/>
                </a:xfrm>
                <a:custGeom>
                  <a:avLst/>
                  <a:gdLst>
                    <a:gd name="connsiteX0" fmla="*/ 14293 w 17733"/>
                    <a:gd name="connsiteY0" fmla="*/ 17400 h 21212"/>
                    <a:gd name="connsiteX1" fmla="*/ 17509 w 17733"/>
                    <a:gd name="connsiteY1" fmla="*/ 6489 h 21212"/>
                    <a:gd name="connsiteX2" fmla="*/ 12363 w 17733"/>
                    <a:gd name="connsiteY2" fmla="*/ 71 h 21212"/>
                    <a:gd name="connsiteX3" fmla="*/ 784 w 17733"/>
                    <a:gd name="connsiteY3" fmla="*/ 7131 h 21212"/>
                    <a:gd name="connsiteX4" fmla="*/ 3357 w 17733"/>
                    <a:gd name="connsiteY4" fmla="*/ 18683 h 21212"/>
                    <a:gd name="connsiteX5" fmla="*/ 14293 w 17733"/>
                    <a:gd name="connsiteY5" fmla="*/ 17400 h 21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733" h="21212">
                      <a:moveTo>
                        <a:pt x="14293" y="17400"/>
                      </a:moveTo>
                      <a:cubicBezTo>
                        <a:pt x="17509" y="12907"/>
                        <a:pt x="18152" y="9056"/>
                        <a:pt x="17509" y="6489"/>
                      </a:cubicBezTo>
                      <a:cubicBezTo>
                        <a:pt x="17509" y="5847"/>
                        <a:pt x="15579" y="712"/>
                        <a:pt x="12363" y="71"/>
                      </a:cubicBezTo>
                      <a:cubicBezTo>
                        <a:pt x="9146" y="-571"/>
                        <a:pt x="2714" y="3280"/>
                        <a:pt x="784" y="7131"/>
                      </a:cubicBezTo>
                      <a:cubicBezTo>
                        <a:pt x="-1146" y="10981"/>
                        <a:pt x="784" y="14832"/>
                        <a:pt x="3357" y="18683"/>
                      </a:cubicBezTo>
                      <a:cubicBezTo>
                        <a:pt x="6573" y="22534"/>
                        <a:pt x="11076" y="21893"/>
                        <a:pt x="14293" y="17400"/>
                      </a:cubicBezTo>
                      <a:close/>
                    </a:path>
                  </a:pathLst>
                </a:custGeom>
                <a:solidFill>
                  <a:schemeClr val="accent1"/>
                </a:solidFill>
                <a:ln w="6424" cap="flat">
                  <a:noFill/>
                  <a:prstDash val="solid"/>
                  <a:miter/>
                </a:ln>
              </p:spPr>
              <p:txBody>
                <a:bodyPr rtlCol="0" anchor="ctr"/>
                <a:lstStyle/>
                <a:p>
                  <a:endParaRPr lang="pt-BR"/>
                </a:p>
              </p:txBody>
            </p:sp>
            <p:sp>
              <p:nvSpPr>
                <p:cNvPr id="142" name="Freeform: Shape 141">
                  <a:extLst>
                    <a:ext uri="{FF2B5EF4-FFF2-40B4-BE49-F238E27FC236}">
                      <a16:creationId xmlns:a16="http://schemas.microsoft.com/office/drawing/2014/main" id="{B0E582CE-E989-B3B1-B275-16A11F8E70BF}"/>
                    </a:ext>
                  </a:extLst>
                </p:cNvPr>
                <p:cNvSpPr/>
                <p:nvPr/>
              </p:nvSpPr>
              <p:spPr>
                <a:xfrm>
                  <a:off x="6950978" y="2625874"/>
                  <a:ext cx="18478" cy="18367"/>
                </a:xfrm>
                <a:custGeom>
                  <a:avLst/>
                  <a:gdLst>
                    <a:gd name="connsiteX0" fmla="*/ 17265 w 18478"/>
                    <a:gd name="connsiteY0" fmla="*/ 2131 h 18367"/>
                    <a:gd name="connsiteX1" fmla="*/ 8260 w 18478"/>
                    <a:gd name="connsiteY1" fmla="*/ 205 h 18367"/>
                    <a:gd name="connsiteX2" fmla="*/ 540 w 18478"/>
                    <a:gd name="connsiteY2" fmla="*/ 2773 h 18367"/>
                    <a:gd name="connsiteX3" fmla="*/ 2470 w 18478"/>
                    <a:gd name="connsiteY3" fmla="*/ 14326 h 18367"/>
                    <a:gd name="connsiteX4" fmla="*/ 15336 w 18478"/>
                    <a:gd name="connsiteY4" fmla="*/ 16893 h 18367"/>
                    <a:gd name="connsiteX5" fmla="*/ 17265 w 18478"/>
                    <a:gd name="connsiteY5" fmla="*/ 2131 h 18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78" h="18367">
                      <a:moveTo>
                        <a:pt x="17265" y="2131"/>
                      </a:moveTo>
                      <a:cubicBezTo>
                        <a:pt x="15979" y="-436"/>
                        <a:pt x="10189" y="205"/>
                        <a:pt x="8260" y="205"/>
                      </a:cubicBezTo>
                      <a:cubicBezTo>
                        <a:pt x="5687" y="205"/>
                        <a:pt x="1827" y="-1078"/>
                        <a:pt x="540" y="2773"/>
                      </a:cubicBezTo>
                      <a:cubicBezTo>
                        <a:pt x="-1389" y="6624"/>
                        <a:pt x="2470" y="14326"/>
                        <a:pt x="2470" y="14326"/>
                      </a:cubicBezTo>
                      <a:cubicBezTo>
                        <a:pt x="4400" y="17535"/>
                        <a:pt x="11476" y="20102"/>
                        <a:pt x="15336" y="16893"/>
                      </a:cubicBezTo>
                      <a:cubicBezTo>
                        <a:pt x="19839" y="13684"/>
                        <a:pt x="18552" y="4698"/>
                        <a:pt x="17265" y="2131"/>
                      </a:cubicBezTo>
                      <a:close/>
                    </a:path>
                  </a:pathLst>
                </a:custGeom>
                <a:solidFill>
                  <a:schemeClr val="accent1"/>
                </a:solidFill>
                <a:ln w="6424" cap="flat">
                  <a:noFill/>
                  <a:prstDash val="solid"/>
                  <a:miter/>
                </a:ln>
              </p:spPr>
              <p:txBody>
                <a:bodyPr rtlCol="0" anchor="ctr"/>
                <a:lstStyle/>
                <a:p>
                  <a:endParaRPr lang="pt-BR"/>
                </a:p>
              </p:txBody>
            </p:sp>
            <p:sp>
              <p:nvSpPr>
                <p:cNvPr id="143" name="Freeform: Shape 142">
                  <a:extLst>
                    <a:ext uri="{FF2B5EF4-FFF2-40B4-BE49-F238E27FC236}">
                      <a16:creationId xmlns:a16="http://schemas.microsoft.com/office/drawing/2014/main" id="{FF50ACD4-5DDE-C6BB-133E-55E588ABC51C}"/>
                    </a:ext>
                  </a:extLst>
                </p:cNvPr>
                <p:cNvSpPr/>
                <p:nvPr/>
              </p:nvSpPr>
              <p:spPr>
                <a:xfrm>
                  <a:off x="6959740" y="2668331"/>
                  <a:ext cx="13863" cy="22688"/>
                </a:xfrm>
                <a:custGeom>
                  <a:avLst/>
                  <a:gdLst>
                    <a:gd name="connsiteX0" fmla="*/ 13006 w 13863"/>
                    <a:gd name="connsiteY0" fmla="*/ 21289 h 22688"/>
                    <a:gd name="connsiteX1" fmla="*/ 9790 w 13863"/>
                    <a:gd name="connsiteY1" fmla="*/ 14229 h 22688"/>
                    <a:gd name="connsiteX2" fmla="*/ 9147 w 13863"/>
                    <a:gd name="connsiteY2" fmla="*/ 4601 h 22688"/>
                    <a:gd name="connsiteX3" fmla="*/ 784 w 13863"/>
                    <a:gd name="connsiteY3" fmla="*/ 4601 h 22688"/>
                    <a:gd name="connsiteX4" fmla="*/ 3357 w 13863"/>
                    <a:gd name="connsiteY4" fmla="*/ 20005 h 22688"/>
                    <a:gd name="connsiteX5" fmla="*/ 13006 w 13863"/>
                    <a:gd name="connsiteY5" fmla="*/ 21289 h 22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 h="22688">
                      <a:moveTo>
                        <a:pt x="13006" y="21289"/>
                      </a:moveTo>
                      <a:cubicBezTo>
                        <a:pt x="15579" y="18721"/>
                        <a:pt x="11720" y="16796"/>
                        <a:pt x="9790" y="14229"/>
                      </a:cubicBezTo>
                      <a:cubicBezTo>
                        <a:pt x="8503" y="11661"/>
                        <a:pt x="9147" y="7168"/>
                        <a:pt x="9147" y="4601"/>
                      </a:cubicBezTo>
                      <a:cubicBezTo>
                        <a:pt x="9147" y="-533"/>
                        <a:pt x="2714" y="-2459"/>
                        <a:pt x="784" y="4601"/>
                      </a:cubicBezTo>
                      <a:cubicBezTo>
                        <a:pt x="-1146" y="11019"/>
                        <a:pt x="784" y="17438"/>
                        <a:pt x="3357" y="20005"/>
                      </a:cubicBezTo>
                      <a:cubicBezTo>
                        <a:pt x="5930" y="22572"/>
                        <a:pt x="10433" y="23856"/>
                        <a:pt x="13006" y="21289"/>
                      </a:cubicBezTo>
                      <a:close/>
                    </a:path>
                  </a:pathLst>
                </a:custGeom>
                <a:solidFill>
                  <a:schemeClr val="accent1"/>
                </a:solidFill>
                <a:ln w="6424" cap="flat">
                  <a:noFill/>
                  <a:prstDash val="solid"/>
                  <a:miter/>
                </a:ln>
              </p:spPr>
              <p:txBody>
                <a:bodyPr rtlCol="0" anchor="ctr"/>
                <a:lstStyle/>
                <a:p>
                  <a:endParaRPr lang="pt-BR"/>
                </a:p>
              </p:txBody>
            </p:sp>
            <p:sp>
              <p:nvSpPr>
                <p:cNvPr id="144" name="Freeform: Shape 143">
                  <a:extLst>
                    <a:ext uri="{FF2B5EF4-FFF2-40B4-BE49-F238E27FC236}">
                      <a16:creationId xmlns:a16="http://schemas.microsoft.com/office/drawing/2014/main" id="{B7FEF678-794A-0980-93AF-9A7D4B654E55}"/>
                    </a:ext>
                  </a:extLst>
                </p:cNvPr>
                <p:cNvSpPr/>
                <p:nvPr/>
              </p:nvSpPr>
              <p:spPr>
                <a:xfrm>
                  <a:off x="6999278" y="2665175"/>
                  <a:ext cx="9873" cy="10964"/>
                </a:xfrm>
                <a:custGeom>
                  <a:avLst/>
                  <a:gdLst>
                    <a:gd name="connsiteX0" fmla="*/ 486 w 9873"/>
                    <a:gd name="connsiteY0" fmla="*/ 4548 h 10964"/>
                    <a:gd name="connsiteX1" fmla="*/ 8848 w 9873"/>
                    <a:gd name="connsiteY1" fmla="*/ 10325 h 10964"/>
                    <a:gd name="connsiteX2" fmla="*/ 4345 w 9873"/>
                    <a:gd name="connsiteY2" fmla="*/ 56 h 10964"/>
                    <a:gd name="connsiteX3" fmla="*/ 486 w 9873"/>
                    <a:gd name="connsiteY3" fmla="*/ 4548 h 10964"/>
                  </a:gdLst>
                  <a:ahLst/>
                  <a:cxnLst>
                    <a:cxn ang="0">
                      <a:pos x="connsiteX0" y="connsiteY0"/>
                    </a:cxn>
                    <a:cxn ang="0">
                      <a:pos x="connsiteX1" y="connsiteY1"/>
                    </a:cxn>
                    <a:cxn ang="0">
                      <a:pos x="connsiteX2" y="connsiteY2"/>
                    </a:cxn>
                    <a:cxn ang="0">
                      <a:pos x="connsiteX3" y="connsiteY3"/>
                    </a:cxn>
                  </a:cxnLst>
                  <a:rect l="l" t="t" r="r" b="b"/>
                  <a:pathLst>
                    <a:path w="9873" h="10964">
                      <a:moveTo>
                        <a:pt x="486" y="4548"/>
                      </a:moveTo>
                      <a:cubicBezTo>
                        <a:pt x="-2087" y="9683"/>
                        <a:pt x="6275" y="12250"/>
                        <a:pt x="8848" y="10325"/>
                      </a:cubicBezTo>
                      <a:cubicBezTo>
                        <a:pt x="12065" y="7757"/>
                        <a:pt x="6919" y="697"/>
                        <a:pt x="4345" y="56"/>
                      </a:cubicBezTo>
                      <a:cubicBezTo>
                        <a:pt x="2416" y="-586"/>
                        <a:pt x="486" y="4548"/>
                        <a:pt x="486" y="4548"/>
                      </a:cubicBezTo>
                      <a:close/>
                    </a:path>
                  </a:pathLst>
                </a:custGeom>
                <a:solidFill>
                  <a:schemeClr val="accent1"/>
                </a:solidFill>
                <a:ln w="6424" cap="flat">
                  <a:noFill/>
                  <a:prstDash val="solid"/>
                  <a:miter/>
                </a:ln>
              </p:spPr>
              <p:txBody>
                <a:bodyPr rtlCol="0" anchor="ctr"/>
                <a:lstStyle/>
                <a:p>
                  <a:endParaRPr lang="pt-BR"/>
                </a:p>
              </p:txBody>
            </p:sp>
            <p:sp>
              <p:nvSpPr>
                <p:cNvPr id="145" name="Freeform: Shape 144">
                  <a:extLst>
                    <a:ext uri="{FF2B5EF4-FFF2-40B4-BE49-F238E27FC236}">
                      <a16:creationId xmlns:a16="http://schemas.microsoft.com/office/drawing/2014/main" id="{95237E10-4DF2-FB85-97F8-F51AF6E184F6}"/>
                    </a:ext>
                  </a:extLst>
                </p:cNvPr>
                <p:cNvSpPr/>
                <p:nvPr/>
              </p:nvSpPr>
              <p:spPr>
                <a:xfrm>
                  <a:off x="6550116" y="1747863"/>
                  <a:ext cx="16824" cy="20737"/>
                </a:xfrm>
                <a:custGeom>
                  <a:avLst/>
                  <a:gdLst>
                    <a:gd name="connsiteX0" fmla="*/ 11579 w 16824"/>
                    <a:gd name="connsiteY0" fmla="*/ 1482 h 20737"/>
                    <a:gd name="connsiteX1" fmla="*/ 3860 w 16824"/>
                    <a:gd name="connsiteY1" fmla="*/ 1482 h 20737"/>
                    <a:gd name="connsiteX2" fmla="*/ 0 w 16824"/>
                    <a:gd name="connsiteY2" fmla="*/ 9184 h 20737"/>
                    <a:gd name="connsiteX3" fmla="*/ 11579 w 16824"/>
                    <a:gd name="connsiteY3" fmla="*/ 20737 h 20737"/>
                    <a:gd name="connsiteX4" fmla="*/ 16725 w 16824"/>
                    <a:gd name="connsiteY4" fmla="*/ 11110 h 20737"/>
                    <a:gd name="connsiteX5" fmla="*/ 11579 w 16824"/>
                    <a:gd name="connsiteY5" fmla="*/ 1482 h 20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24" h="20737">
                      <a:moveTo>
                        <a:pt x="11579" y="1482"/>
                      </a:moveTo>
                      <a:cubicBezTo>
                        <a:pt x="8363" y="199"/>
                        <a:pt x="8363" y="-1085"/>
                        <a:pt x="3860" y="1482"/>
                      </a:cubicBezTo>
                      <a:cubicBezTo>
                        <a:pt x="0" y="3408"/>
                        <a:pt x="0" y="9184"/>
                        <a:pt x="0" y="9184"/>
                      </a:cubicBezTo>
                      <a:cubicBezTo>
                        <a:pt x="0" y="17528"/>
                        <a:pt x="7076" y="20737"/>
                        <a:pt x="11579" y="20737"/>
                      </a:cubicBezTo>
                      <a:cubicBezTo>
                        <a:pt x="16082" y="20737"/>
                        <a:pt x="16082" y="15602"/>
                        <a:pt x="16725" y="11110"/>
                      </a:cubicBezTo>
                      <a:cubicBezTo>
                        <a:pt x="17368" y="5333"/>
                        <a:pt x="14795" y="2766"/>
                        <a:pt x="11579" y="1482"/>
                      </a:cubicBezTo>
                      <a:close/>
                    </a:path>
                  </a:pathLst>
                </a:custGeom>
                <a:solidFill>
                  <a:schemeClr val="accent1"/>
                </a:solidFill>
                <a:ln w="6424" cap="flat">
                  <a:noFill/>
                  <a:prstDash val="solid"/>
                  <a:miter/>
                </a:ln>
              </p:spPr>
              <p:txBody>
                <a:bodyPr rtlCol="0" anchor="ctr"/>
                <a:lstStyle/>
                <a:p>
                  <a:endParaRPr lang="pt-BR"/>
                </a:p>
              </p:txBody>
            </p:sp>
            <p:sp>
              <p:nvSpPr>
                <p:cNvPr id="146" name="Freeform: Shape 145">
                  <a:extLst>
                    <a:ext uri="{FF2B5EF4-FFF2-40B4-BE49-F238E27FC236}">
                      <a16:creationId xmlns:a16="http://schemas.microsoft.com/office/drawing/2014/main" id="{E61576CE-DC10-081F-B11C-53ECF65058C4}"/>
                    </a:ext>
                  </a:extLst>
                </p:cNvPr>
                <p:cNvSpPr/>
                <p:nvPr/>
              </p:nvSpPr>
              <p:spPr>
                <a:xfrm>
                  <a:off x="7022246" y="2629895"/>
                  <a:ext cx="11257" cy="11588"/>
                </a:xfrm>
                <a:custGeom>
                  <a:avLst/>
                  <a:gdLst>
                    <a:gd name="connsiteX0" fmla="*/ 3891 w 11257"/>
                    <a:gd name="connsiteY0" fmla="*/ 35 h 11588"/>
                    <a:gd name="connsiteX1" fmla="*/ 32 w 11257"/>
                    <a:gd name="connsiteY1" fmla="*/ 7737 h 11588"/>
                    <a:gd name="connsiteX2" fmla="*/ 5821 w 11257"/>
                    <a:gd name="connsiteY2" fmla="*/ 11588 h 11588"/>
                    <a:gd name="connsiteX3" fmla="*/ 10967 w 11257"/>
                    <a:gd name="connsiteY3" fmla="*/ 5170 h 11588"/>
                    <a:gd name="connsiteX4" fmla="*/ 3891 w 11257"/>
                    <a:gd name="connsiteY4" fmla="*/ 35 h 11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57" h="11588">
                      <a:moveTo>
                        <a:pt x="3891" y="35"/>
                      </a:moveTo>
                      <a:cubicBezTo>
                        <a:pt x="-612" y="-607"/>
                        <a:pt x="32" y="7737"/>
                        <a:pt x="32" y="7737"/>
                      </a:cubicBezTo>
                      <a:cubicBezTo>
                        <a:pt x="675" y="11588"/>
                        <a:pt x="2605" y="11588"/>
                        <a:pt x="5821" y="11588"/>
                      </a:cubicBezTo>
                      <a:cubicBezTo>
                        <a:pt x="9038" y="11588"/>
                        <a:pt x="12254" y="9663"/>
                        <a:pt x="10967" y="5170"/>
                      </a:cubicBezTo>
                      <a:cubicBezTo>
                        <a:pt x="9038" y="677"/>
                        <a:pt x="8394" y="677"/>
                        <a:pt x="3891" y="35"/>
                      </a:cubicBezTo>
                      <a:close/>
                    </a:path>
                  </a:pathLst>
                </a:custGeom>
                <a:solidFill>
                  <a:schemeClr val="accent1"/>
                </a:solidFill>
                <a:ln w="6424" cap="flat">
                  <a:noFill/>
                  <a:prstDash val="solid"/>
                  <a:miter/>
                </a:ln>
              </p:spPr>
              <p:txBody>
                <a:bodyPr rtlCol="0" anchor="ctr"/>
                <a:lstStyle/>
                <a:p>
                  <a:endParaRPr lang="pt-BR"/>
                </a:p>
              </p:txBody>
            </p:sp>
            <p:sp>
              <p:nvSpPr>
                <p:cNvPr id="147" name="Freeform: Shape 146">
                  <a:extLst>
                    <a:ext uri="{FF2B5EF4-FFF2-40B4-BE49-F238E27FC236}">
                      <a16:creationId xmlns:a16="http://schemas.microsoft.com/office/drawing/2014/main" id="{1E955245-D6FC-05D2-C891-569BA0E567F6}"/>
                    </a:ext>
                  </a:extLst>
                </p:cNvPr>
                <p:cNvSpPr/>
                <p:nvPr/>
              </p:nvSpPr>
              <p:spPr>
                <a:xfrm>
                  <a:off x="7132972" y="2361400"/>
                  <a:ext cx="18031" cy="13241"/>
                </a:xfrm>
                <a:custGeom>
                  <a:avLst/>
                  <a:gdLst>
                    <a:gd name="connsiteX0" fmla="*/ 17960 w 18031"/>
                    <a:gd name="connsiteY0" fmla="*/ 8591 h 13241"/>
                    <a:gd name="connsiteX1" fmla="*/ 11528 w 18031"/>
                    <a:gd name="connsiteY1" fmla="*/ 1531 h 13241"/>
                    <a:gd name="connsiteX2" fmla="*/ 1235 w 18031"/>
                    <a:gd name="connsiteY2" fmla="*/ 2815 h 13241"/>
                    <a:gd name="connsiteX3" fmla="*/ 3809 w 18031"/>
                    <a:gd name="connsiteY3" fmla="*/ 11800 h 13241"/>
                    <a:gd name="connsiteX4" fmla="*/ 12171 w 18031"/>
                    <a:gd name="connsiteY4" fmla="*/ 13084 h 13241"/>
                    <a:gd name="connsiteX5" fmla="*/ 17960 w 18031"/>
                    <a:gd name="connsiteY5" fmla="*/ 8591 h 13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31" h="13241">
                      <a:moveTo>
                        <a:pt x="17960" y="8591"/>
                      </a:moveTo>
                      <a:cubicBezTo>
                        <a:pt x="17317" y="4740"/>
                        <a:pt x="11528" y="1531"/>
                        <a:pt x="11528" y="1531"/>
                      </a:cubicBezTo>
                      <a:cubicBezTo>
                        <a:pt x="8955" y="247"/>
                        <a:pt x="4452" y="-1678"/>
                        <a:pt x="1235" y="2815"/>
                      </a:cubicBezTo>
                      <a:cubicBezTo>
                        <a:pt x="-1981" y="7307"/>
                        <a:pt x="1879" y="11800"/>
                        <a:pt x="3809" y="11800"/>
                      </a:cubicBezTo>
                      <a:cubicBezTo>
                        <a:pt x="5738" y="11800"/>
                        <a:pt x="8955" y="12442"/>
                        <a:pt x="12171" y="13084"/>
                      </a:cubicBezTo>
                      <a:cubicBezTo>
                        <a:pt x="14744" y="13726"/>
                        <a:pt x="18604" y="12442"/>
                        <a:pt x="17960" y="8591"/>
                      </a:cubicBezTo>
                      <a:close/>
                    </a:path>
                  </a:pathLst>
                </a:custGeom>
                <a:solidFill>
                  <a:schemeClr val="accent1"/>
                </a:solidFill>
                <a:ln w="6424" cap="flat">
                  <a:noFill/>
                  <a:prstDash val="solid"/>
                  <a:miter/>
                </a:ln>
              </p:spPr>
              <p:txBody>
                <a:bodyPr rtlCol="0" anchor="ctr"/>
                <a:lstStyle/>
                <a:p>
                  <a:endParaRPr lang="pt-BR"/>
                </a:p>
              </p:txBody>
            </p:sp>
            <p:sp>
              <p:nvSpPr>
                <p:cNvPr id="148" name="Freeform: Shape 147">
                  <a:extLst>
                    <a:ext uri="{FF2B5EF4-FFF2-40B4-BE49-F238E27FC236}">
                      <a16:creationId xmlns:a16="http://schemas.microsoft.com/office/drawing/2014/main" id="{90F005D5-61A6-75F1-B8E9-3214E00D2332}"/>
                    </a:ext>
                  </a:extLst>
                </p:cNvPr>
                <p:cNvSpPr/>
                <p:nvPr/>
              </p:nvSpPr>
              <p:spPr>
                <a:xfrm>
                  <a:off x="7106393" y="2368033"/>
                  <a:ext cx="15341" cy="9659"/>
                </a:xfrm>
                <a:custGeom>
                  <a:avLst/>
                  <a:gdLst>
                    <a:gd name="connsiteX0" fmla="*/ 10446 w 15341"/>
                    <a:gd name="connsiteY0" fmla="*/ 9659 h 9659"/>
                    <a:gd name="connsiteX1" fmla="*/ 14306 w 15341"/>
                    <a:gd name="connsiteY1" fmla="*/ 2599 h 9659"/>
                    <a:gd name="connsiteX2" fmla="*/ 5300 w 15341"/>
                    <a:gd name="connsiteY2" fmla="*/ 32 h 9659"/>
                    <a:gd name="connsiteX3" fmla="*/ 154 w 15341"/>
                    <a:gd name="connsiteY3" fmla="*/ 3883 h 9659"/>
                    <a:gd name="connsiteX4" fmla="*/ 10446 w 15341"/>
                    <a:gd name="connsiteY4" fmla="*/ 9659 h 9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41" h="9659">
                      <a:moveTo>
                        <a:pt x="10446" y="9659"/>
                      </a:moveTo>
                      <a:cubicBezTo>
                        <a:pt x="14306" y="9017"/>
                        <a:pt x="16879" y="5166"/>
                        <a:pt x="14306" y="2599"/>
                      </a:cubicBezTo>
                      <a:cubicBezTo>
                        <a:pt x="12376" y="32"/>
                        <a:pt x="5300" y="32"/>
                        <a:pt x="5300" y="32"/>
                      </a:cubicBezTo>
                      <a:cubicBezTo>
                        <a:pt x="5300" y="32"/>
                        <a:pt x="1440" y="-610"/>
                        <a:pt x="154" y="3883"/>
                      </a:cubicBezTo>
                      <a:cubicBezTo>
                        <a:pt x="-1133" y="8375"/>
                        <a:pt x="5943" y="9659"/>
                        <a:pt x="10446" y="9659"/>
                      </a:cubicBezTo>
                      <a:close/>
                    </a:path>
                  </a:pathLst>
                </a:custGeom>
                <a:solidFill>
                  <a:schemeClr val="accent1"/>
                </a:solidFill>
                <a:ln w="6424" cap="flat">
                  <a:noFill/>
                  <a:prstDash val="solid"/>
                  <a:miter/>
                </a:ln>
              </p:spPr>
              <p:txBody>
                <a:bodyPr rtlCol="0" anchor="ctr"/>
                <a:lstStyle/>
                <a:p>
                  <a:endParaRPr lang="pt-BR"/>
                </a:p>
              </p:txBody>
            </p:sp>
            <p:sp>
              <p:nvSpPr>
                <p:cNvPr id="149" name="Freeform: Shape 148">
                  <a:extLst>
                    <a:ext uri="{FF2B5EF4-FFF2-40B4-BE49-F238E27FC236}">
                      <a16:creationId xmlns:a16="http://schemas.microsoft.com/office/drawing/2014/main" id="{1D606C4B-28AF-DB42-4A02-0FC771D2DADB}"/>
                    </a:ext>
                  </a:extLst>
                </p:cNvPr>
                <p:cNvSpPr/>
                <p:nvPr/>
              </p:nvSpPr>
              <p:spPr>
                <a:xfrm>
                  <a:off x="7141234" y="2304462"/>
                  <a:ext cx="18157" cy="17432"/>
                </a:xfrm>
                <a:custGeom>
                  <a:avLst/>
                  <a:gdLst>
                    <a:gd name="connsiteX0" fmla="*/ 18061 w 18157"/>
                    <a:gd name="connsiteY0" fmla="*/ 8407 h 17432"/>
                    <a:gd name="connsiteX1" fmla="*/ 10342 w 18157"/>
                    <a:gd name="connsiteY1" fmla="*/ 63 h 17432"/>
                    <a:gd name="connsiteX2" fmla="*/ 1979 w 18157"/>
                    <a:gd name="connsiteY2" fmla="*/ 3914 h 17432"/>
                    <a:gd name="connsiteX3" fmla="*/ 9055 w 18157"/>
                    <a:gd name="connsiteY3" fmla="*/ 17392 h 17432"/>
                    <a:gd name="connsiteX4" fmla="*/ 18061 w 18157"/>
                    <a:gd name="connsiteY4" fmla="*/ 8407 h 1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57" h="17432">
                      <a:moveTo>
                        <a:pt x="18061" y="8407"/>
                      </a:moveTo>
                      <a:cubicBezTo>
                        <a:pt x="18705" y="4556"/>
                        <a:pt x="16131" y="705"/>
                        <a:pt x="10342" y="63"/>
                      </a:cubicBezTo>
                      <a:cubicBezTo>
                        <a:pt x="3909" y="-579"/>
                        <a:pt x="1979" y="3914"/>
                        <a:pt x="1979" y="3914"/>
                      </a:cubicBezTo>
                      <a:cubicBezTo>
                        <a:pt x="-3167" y="10974"/>
                        <a:pt x="2623" y="18034"/>
                        <a:pt x="9055" y="17392"/>
                      </a:cubicBezTo>
                      <a:cubicBezTo>
                        <a:pt x="14202" y="17392"/>
                        <a:pt x="17418" y="12257"/>
                        <a:pt x="18061" y="8407"/>
                      </a:cubicBezTo>
                      <a:close/>
                    </a:path>
                  </a:pathLst>
                </a:custGeom>
                <a:solidFill>
                  <a:schemeClr val="accent1"/>
                </a:solidFill>
                <a:ln w="6424" cap="flat">
                  <a:noFill/>
                  <a:prstDash val="solid"/>
                  <a:miter/>
                </a:ln>
              </p:spPr>
              <p:txBody>
                <a:bodyPr rtlCol="0" anchor="ctr"/>
                <a:lstStyle/>
                <a:p>
                  <a:endParaRPr lang="pt-BR"/>
                </a:p>
              </p:txBody>
            </p:sp>
            <p:sp>
              <p:nvSpPr>
                <p:cNvPr id="150" name="Freeform: Shape 149">
                  <a:extLst>
                    <a:ext uri="{FF2B5EF4-FFF2-40B4-BE49-F238E27FC236}">
                      <a16:creationId xmlns:a16="http://schemas.microsoft.com/office/drawing/2014/main" id="{6FEBEC28-3F08-F534-2169-724892A32EDB}"/>
                    </a:ext>
                  </a:extLst>
                </p:cNvPr>
                <p:cNvSpPr/>
                <p:nvPr/>
              </p:nvSpPr>
              <p:spPr>
                <a:xfrm>
                  <a:off x="7308735" y="2129021"/>
                  <a:ext cx="40573" cy="38844"/>
                </a:xfrm>
                <a:custGeom>
                  <a:avLst/>
                  <a:gdLst>
                    <a:gd name="connsiteX0" fmla="*/ 3015 w 40573"/>
                    <a:gd name="connsiteY0" fmla="*/ 31735 h 38844"/>
                    <a:gd name="connsiteX1" fmla="*/ 19740 w 40573"/>
                    <a:gd name="connsiteY1" fmla="*/ 38153 h 38844"/>
                    <a:gd name="connsiteX2" fmla="*/ 39682 w 40573"/>
                    <a:gd name="connsiteY2" fmla="*/ 25316 h 38844"/>
                    <a:gd name="connsiteX3" fmla="*/ 37109 w 40573"/>
                    <a:gd name="connsiteY3" fmla="*/ 6062 h 38844"/>
                    <a:gd name="connsiteX4" fmla="*/ 28746 w 40573"/>
                    <a:gd name="connsiteY4" fmla="*/ 285 h 38844"/>
                    <a:gd name="connsiteX5" fmla="*/ 19740 w 40573"/>
                    <a:gd name="connsiteY5" fmla="*/ 285 h 38844"/>
                    <a:gd name="connsiteX6" fmla="*/ 9448 w 40573"/>
                    <a:gd name="connsiteY6" fmla="*/ 6062 h 38844"/>
                    <a:gd name="connsiteX7" fmla="*/ 1086 w 40573"/>
                    <a:gd name="connsiteY7" fmla="*/ 17615 h 38844"/>
                    <a:gd name="connsiteX8" fmla="*/ 3015 w 40573"/>
                    <a:gd name="connsiteY8" fmla="*/ 31735 h 38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573" h="38844">
                      <a:moveTo>
                        <a:pt x="3015" y="31735"/>
                      </a:moveTo>
                      <a:cubicBezTo>
                        <a:pt x="6875" y="35586"/>
                        <a:pt x="12664" y="40720"/>
                        <a:pt x="19740" y="38153"/>
                      </a:cubicBezTo>
                      <a:cubicBezTo>
                        <a:pt x="26816" y="36228"/>
                        <a:pt x="38395" y="29809"/>
                        <a:pt x="39682" y="25316"/>
                      </a:cubicBezTo>
                      <a:cubicBezTo>
                        <a:pt x="40325" y="20824"/>
                        <a:pt x="42255" y="10555"/>
                        <a:pt x="37109" y="6062"/>
                      </a:cubicBezTo>
                      <a:cubicBezTo>
                        <a:pt x="37109" y="6062"/>
                        <a:pt x="32606" y="285"/>
                        <a:pt x="28746" y="285"/>
                      </a:cubicBezTo>
                      <a:cubicBezTo>
                        <a:pt x="24243" y="285"/>
                        <a:pt x="22957" y="-357"/>
                        <a:pt x="19740" y="285"/>
                      </a:cubicBezTo>
                      <a:cubicBezTo>
                        <a:pt x="16524" y="927"/>
                        <a:pt x="13951" y="2853"/>
                        <a:pt x="9448" y="6062"/>
                      </a:cubicBezTo>
                      <a:cubicBezTo>
                        <a:pt x="5588" y="9271"/>
                        <a:pt x="2372" y="14405"/>
                        <a:pt x="1086" y="17615"/>
                      </a:cubicBezTo>
                      <a:cubicBezTo>
                        <a:pt x="-844" y="20824"/>
                        <a:pt x="-201" y="27884"/>
                        <a:pt x="3015" y="31735"/>
                      </a:cubicBezTo>
                      <a:close/>
                    </a:path>
                  </a:pathLst>
                </a:custGeom>
                <a:solidFill>
                  <a:schemeClr val="accent1"/>
                </a:solidFill>
                <a:ln w="6424" cap="flat">
                  <a:noFill/>
                  <a:prstDash val="solid"/>
                  <a:miter/>
                </a:ln>
              </p:spPr>
              <p:txBody>
                <a:bodyPr rtlCol="0" anchor="ctr"/>
                <a:lstStyle/>
                <a:p>
                  <a:endParaRPr lang="pt-BR"/>
                </a:p>
              </p:txBody>
            </p:sp>
            <p:sp>
              <p:nvSpPr>
                <p:cNvPr id="151" name="Freeform: Shape 150">
                  <a:extLst>
                    <a:ext uri="{FF2B5EF4-FFF2-40B4-BE49-F238E27FC236}">
                      <a16:creationId xmlns:a16="http://schemas.microsoft.com/office/drawing/2014/main" id="{615740EB-00E6-63BD-785A-8CDDE555F1CF}"/>
                    </a:ext>
                  </a:extLst>
                </p:cNvPr>
                <p:cNvSpPr/>
                <p:nvPr/>
              </p:nvSpPr>
              <p:spPr>
                <a:xfrm>
                  <a:off x="7296231" y="2124101"/>
                  <a:ext cx="15518" cy="17202"/>
                </a:xfrm>
                <a:custGeom>
                  <a:avLst/>
                  <a:gdLst>
                    <a:gd name="connsiteX0" fmla="*/ 80 w 15518"/>
                    <a:gd name="connsiteY0" fmla="*/ 6488 h 17202"/>
                    <a:gd name="connsiteX1" fmla="*/ 9729 w 15518"/>
                    <a:gd name="connsiteY1" fmla="*/ 16758 h 17202"/>
                    <a:gd name="connsiteX2" fmla="*/ 15519 w 15518"/>
                    <a:gd name="connsiteY2" fmla="*/ 7772 h 17202"/>
                    <a:gd name="connsiteX3" fmla="*/ 6513 w 15518"/>
                    <a:gd name="connsiteY3" fmla="*/ 70 h 17202"/>
                    <a:gd name="connsiteX4" fmla="*/ 80 w 15518"/>
                    <a:gd name="connsiteY4" fmla="*/ 6488 h 17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 h="17202">
                      <a:moveTo>
                        <a:pt x="80" y="6488"/>
                      </a:moveTo>
                      <a:cubicBezTo>
                        <a:pt x="-563" y="14190"/>
                        <a:pt x="5227" y="18683"/>
                        <a:pt x="9729" y="16758"/>
                      </a:cubicBezTo>
                      <a:cubicBezTo>
                        <a:pt x="14232" y="14832"/>
                        <a:pt x="15519" y="12265"/>
                        <a:pt x="15519" y="7772"/>
                      </a:cubicBezTo>
                      <a:cubicBezTo>
                        <a:pt x="15519" y="3279"/>
                        <a:pt x="14232" y="-572"/>
                        <a:pt x="6513" y="70"/>
                      </a:cubicBezTo>
                      <a:cubicBezTo>
                        <a:pt x="-1206" y="712"/>
                        <a:pt x="80" y="6488"/>
                        <a:pt x="80" y="6488"/>
                      </a:cubicBezTo>
                      <a:close/>
                    </a:path>
                  </a:pathLst>
                </a:custGeom>
                <a:solidFill>
                  <a:schemeClr val="accent1"/>
                </a:solidFill>
                <a:ln w="6424" cap="flat">
                  <a:noFill/>
                  <a:prstDash val="solid"/>
                  <a:miter/>
                </a:ln>
              </p:spPr>
              <p:txBody>
                <a:bodyPr rtlCol="0" anchor="ctr"/>
                <a:lstStyle/>
                <a:p>
                  <a:endParaRPr lang="pt-BR"/>
                </a:p>
              </p:txBody>
            </p:sp>
            <p:sp>
              <p:nvSpPr>
                <p:cNvPr id="152" name="Freeform: Shape 151">
                  <a:extLst>
                    <a:ext uri="{FF2B5EF4-FFF2-40B4-BE49-F238E27FC236}">
                      <a16:creationId xmlns:a16="http://schemas.microsoft.com/office/drawing/2014/main" id="{6217A674-15AE-0A68-0D6E-B2BD703B92DD}"/>
                    </a:ext>
                  </a:extLst>
                </p:cNvPr>
                <p:cNvSpPr/>
                <p:nvPr/>
              </p:nvSpPr>
              <p:spPr>
                <a:xfrm>
                  <a:off x="7282758" y="2153232"/>
                  <a:ext cx="18328" cy="19293"/>
                </a:xfrm>
                <a:custGeom>
                  <a:avLst/>
                  <a:gdLst>
                    <a:gd name="connsiteX0" fmla="*/ 7121 w 18328"/>
                    <a:gd name="connsiteY0" fmla="*/ 463 h 19293"/>
                    <a:gd name="connsiteX1" fmla="*/ 45 w 18328"/>
                    <a:gd name="connsiteY1" fmla="*/ 8165 h 19293"/>
                    <a:gd name="connsiteX2" fmla="*/ 12267 w 18328"/>
                    <a:gd name="connsiteY2" fmla="*/ 19076 h 19293"/>
                    <a:gd name="connsiteX3" fmla="*/ 18056 w 18328"/>
                    <a:gd name="connsiteY3" fmla="*/ 5598 h 19293"/>
                    <a:gd name="connsiteX4" fmla="*/ 7121 w 18328"/>
                    <a:gd name="connsiteY4" fmla="*/ 463 h 19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28" h="19293">
                      <a:moveTo>
                        <a:pt x="7121" y="463"/>
                      </a:moveTo>
                      <a:cubicBezTo>
                        <a:pt x="45" y="1747"/>
                        <a:pt x="45" y="7523"/>
                        <a:pt x="45" y="8165"/>
                      </a:cubicBezTo>
                      <a:cubicBezTo>
                        <a:pt x="-599" y="15867"/>
                        <a:pt x="5834" y="20360"/>
                        <a:pt x="12267" y="19076"/>
                      </a:cubicBezTo>
                      <a:cubicBezTo>
                        <a:pt x="18700" y="17792"/>
                        <a:pt x="18700" y="10732"/>
                        <a:pt x="18056" y="5598"/>
                      </a:cubicBezTo>
                      <a:cubicBezTo>
                        <a:pt x="18056" y="463"/>
                        <a:pt x="14840" y="-821"/>
                        <a:pt x="7121" y="463"/>
                      </a:cubicBezTo>
                      <a:close/>
                    </a:path>
                  </a:pathLst>
                </a:custGeom>
                <a:solidFill>
                  <a:schemeClr val="accent1"/>
                </a:solidFill>
                <a:ln w="6424" cap="flat">
                  <a:noFill/>
                  <a:prstDash val="solid"/>
                  <a:miter/>
                </a:ln>
              </p:spPr>
              <p:txBody>
                <a:bodyPr rtlCol="0" anchor="ctr"/>
                <a:lstStyle/>
                <a:p>
                  <a:endParaRPr lang="pt-BR"/>
                </a:p>
              </p:txBody>
            </p:sp>
            <p:sp>
              <p:nvSpPr>
                <p:cNvPr id="153" name="Freeform: Shape 152">
                  <a:extLst>
                    <a:ext uri="{FF2B5EF4-FFF2-40B4-BE49-F238E27FC236}">
                      <a16:creationId xmlns:a16="http://schemas.microsoft.com/office/drawing/2014/main" id="{ABF2E57A-0CF9-55B2-A122-68C5FC657480}"/>
                    </a:ext>
                  </a:extLst>
                </p:cNvPr>
                <p:cNvSpPr/>
                <p:nvPr/>
              </p:nvSpPr>
              <p:spPr>
                <a:xfrm>
                  <a:off x="6928105" y="1559846"/>
                  <a:ext cx="154094" cy="130591"/>
                </a:xfrm>
                <a:custGeom>
                  <a:avLst/>
                  <a:gdLst>
                    <a:gd name="connsiteX0" fmla="*/ 8618 w 154094"/>
                    <a:gd name="connsiteY0" fmla="*/ 65627 h 130591"/>
                    <a:gd name="connsiteX1" fmla="*/ 5402 w 154094"/>
                    <a:gd name="connsiteY1" fmla="*/ 72045 h 130591"/>
                    <a:gd name="connsiteX2" fmla="*/ 256 w 154094"/>
                    <a:gd name="connsiteY2" fmla="*/ 88091 h 130591"/>
                    <a:gd name="connsiteX3" fmla="*/ 2829 w 154094"/>
                    <a:gd name="connsiteY3" fmla="*/ 98360 h 130591"/>
                    <a:gd name="connsiteX4" fmla="*/ 13121 w 154094"/>
                    <a:gd name="connsiteY4" fmla="*/ 113122 h 130591"/>
                    <a:gd name="connsiteX5" fmla="*/ 22770 w 154094"/>
                    <a:gd name="connsiteY5" fmla="*/ 118256 h 130591"/>
                    <a:gd name="connsiteX6" fmla="*/ 32419 w 154094"/>
                    <a:gd name="connsiteY6" fmla="*/ 119540 h 130591"/>
                    <a:gd name="connsiteX7" fmla="*/ 47858 w 154094"/>
                    <a:gd name="connsiteY7" fmla="*/ 117615 h 130591"/>
                    <a:gd name="connsiteX8" fmla="*/ 56220 w 154094"/>
                    <a:gd name="connsiteY8" fmla="*/ 106704 h 130591"/>
                    <a:gd name="connsiteX9" fmla="*/ 58793 w 154094"/>
                    <a:gd name="connsiteY9" fmla="*/ 105420 h 130591"/>
                    <a:gd name="connsiteX10" fmla="*/ 60080 w 154094"/>
                    <a:gd name="connsiteY10" fmla="*/ 116331 h 130591"/>
                    <a:gd name="connsiteX11" fmla="*/ 71015 w 154094"/>
                    <a:gd name="connsiteY11" fmla="*/ 121466 h 130591"/>
                    <a:gd name="connsiteX12" fmla="*/ 87097 w 154094"/>
                    <a:gd name="connsiteY12" fmla="*/ 127242 h 130591"/>
                    <a:gd name="connsiteX13" fmla="*/ 107039 w 154094"/>
                    <a:gd name="connsiteY13" fmla="*/ 129809 h 130591"/>
                    <a:gd name="connsiteX14" fmla="*/ 120547 w 154094"/>
                    <a:gd name="connsiteY14" fmla="*/ 127242 h 130591"/>
                    <a:gd name="connsiteX15" fmla="*/ 132126 w 154094"/>
                    <a:gd name="connsiteY15" fmla="*/ 119540 h 130591"/>
                    <a:gd name="connsiteX16" fmla="*/ 140489 w 154094"/>
                    <a:gd name="connsiteY16" fmla="*/ 114405 h 130591"/>
                    <a:gd name="connsiteX17" fmla="*/ 150138 w 154094"/>
                    <a:gd name="connsiteY17" fmla="*/ 100285 h 130591"/>
                    <a:gd name="connsiteX18" fmla="*/ 153354 w 154094"/>
                    <a:gd name="connsiteY18" fmla="*/ 80389 h 130591"/>
                    <a:gd name="connsiteX19" fmla="*/ 149495 w 154094"/>
                    <a:gd name="connsiteY19" fmla="*/ 61134 h 130591"/>
                    <a:gd name="connsiteX20" fmla="*/ 141132 w 154094"/>
                    <a:gd name="connsiteY20" fmla="*/ 39954 h 130591"/>
                    <a:gd name="connsiteX21" fmla="*/ 126980 w 154094"/>
                    <a:gd name="connsiteY21" fmla="*/ 32252 h 130591"/>
                    <a:gd name="connsiteX22" fmla="*/ 113471 w 154094"/>
                    <a:gd name="connsiteY22" fmla="*/ 38028 h 130591"/>
                    <a:gd name="connsiteX23" fmla="*/ 95460 w 154094"/>
                    <a:gd name="connsiteY23" fmla="*/ 44446 h 130591"/>
                    <a:gd name="connsiteX24" fmla="*/ 80021 w 154094"/>
                    <a:gd name="connsiteY24" fmla="*/ 47656 h 130591"/>
                    <a:gd name="connsiteX25" fmla="*/ 78735 w 154094"/>
                    <a:gd name="connsiteY25" fmla="*/ 38028 h 130591"/>
                    <a:gd name="connsiteX26" fmla="*/ 74232 w 154094"/>
                    <a:gd name="connsiteY26" fmla="*/ 21341 h 130591"/>
                    <a:gd name="connsiteX27" fmla="*/ 60080 w 154094"/>
                    <a:gd name="connsiteY27" fmla="*/ 4011 h 130591"/>
                    <a:gd name="connsiteX28" fmla="*/ 29203 w 154094"/>
                    <a:gd name="connsiteY28" fmla="*/ 160 h 130591"/>
                    <a:gd name="connsiteX29" fmla="*/ 6045 w 154094"/>
                    <a:gd name="connsiteY29" fmla="*/ 6579 h 130591"/>
                    <a:gd name="connsiteX30" fmla="*/ 2185 w 154094"/>
                    <a:gd name="connsiteY30" fmla="*/ 28401 h 130591"/>
                    <a:gd name="connsiteX31" fmla="*/ 5402 w 154094"/>
                    <a:gd name="connsiteY31" fmla="*/ 41879 h 130591"/>
                    <a:gd name="connsiteX32" fmla="*/ 14407 w 154094"/>
                    <a:gd name="connsiteY32" fmla="*/ 54716 h 130591"/>
                    <a:gd name="connsiteX33" fmla="*/ 19554 w 154094"/>
                    <a:gd name="connsiteY33" fmla="*/ 60492 h 130591"/>
                    <a:gd name="connsiteX34" fmla="*/ 15051 w 154094"/>
                    <a:gd name="connsiteY34" fmla="*/ 63701 h 130591"/>
                    <a:gd name="connsiteX35" fmla="*/ 8618 w 154094"/>
                    <a:gd name="connsiteY35" fmla="*/ 65627 h 130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4094" h="130591">
                      <a:moveTo>
                        <a:pt x="8618" y="65627"/>
                      </a:moveTo>
                      <a:cubicBezTo>
                        <a:pt x="6688" y="68836"/>
                        <a:pt x="7975" y="68194"/>
                        <a:pt x="5402" y="72045"/>
                      </a:cubicBezTo>
                      <a:cubicBezTo>
                        <a:pt x="2829" y="75254"/>
                        <a:pt x="-1031" y="81672"/>
                        <a:pt x="256" y="88091"/>
                      </a:cubicBezTo>
                      <a:cubicBezTo>
                        <a:pt x="1542" y="94509"/>
                        <a:pt x="2185" y="93225"/>
                        <a:pt x="2829" y="98360"/>
                      </a:cubicBezTo>
                      <a:cubicBezTo>
                        <a:pt x="4115" y="103494"/>
                        <a:pt x="8618" y="109913"/>
                        <a:pt x="13121" y="113122"/>
                      </a:cubicBezTo>
                      <a:cubicBezTo>
                        <a:pt x="17624" y="116331"/>
                        <a:pt x="19554" y="118256"/>
                        <a:pt x="22770" y="118256"/>
                      </a:cubicBezTo>
                      <a:cubicBezTo>
                        <a:pt x="25343" y="118256"/>
                        <a:pt x="29203" y="119540"/>
                        <a:pt x="32419" y="119540"/>
                      </a:cubicBezTo>
                      <a:cubicBezTo>
                        <a:pt x="35635" y="119540"/>
                        <a:pt x="45928" y="118256"/>
                        <a:pt x="47858" y="117615"/>
                      </a:cubicBezTo>
                      <a:cubicBezTo>
                        <a:pt x="49787" y="116973"/>
                        <a:pt x="52361" y="109271"/>
                        <a:pt x="56220" y="106704"/>
                      </a:cubicBezTo>
                      <a:cubicBezTo>
                        <a:pt x="56863" y="106062"/>
                        <a:pt x="57507" y="105420"/>
                        <a:pt x="58793" y="105420"/>
                      </a:cubicBezTo>
                      <a:cubicBezTo>
                        <a:pt x="60080" y="109913"/>
                        <a:pt x="56863" y="109913"/>
                        <a:pt x="60080" y="116331"/>
                      </a:cubicBezTo>
                      <a:cubicBezTo>
                        <a:pt x="63939" y="124675"/>
                        <a:pt x="65226" y="118898"/>
                        <a:pt x="71015" y="121466"/>
                      </a:cubicBezTo>
                      <a:cubicBezTo>
                        <a:pt x="76805" y="124033"/>
                        <a:pt x="81308" y="124033"/>
                        <a:pt x="87097" y="127242"/>
                      </a:cubicBezTo>
                      <a:cubicBezTo>
                        <a:pt x="92887" y="129809"/>
                        <a:pt x="100606" y="131735"/>
                        <a:pt x="107039" y="129809"/>
                      </a:cubicBezTo>
                      <a:cubicBezTo>
                        <a:pt x="113471" y="127884"/>
                        <a:pt x="114758" y="127884"/>
                        <a:pt x="120547" y="127242"/>
                      </a:cubicBezTo>
                      <a:cubicBezTo>
                        <a:pt x="126337" y="126600"/>
                        <a:pt x="125050" y="126600"/>
                        <a:pt x="132126" y="119540"/>
                      </a:cubicBezTo>
                      <a:cubicBezTo>
                        <a:pt x="138559" y="112480"/>
                        <a:pt x="136629" y="117615"/>
                        <a:pt x="140489" y="114405"/>
                      </a:cubicBezTo>
                      <a:cubicBezTo>
                        <a:pt x="144348" y="111196"/>
                        <a:pt x="145635" y="104778"/>
                        <a:pt x="150138" y="100285"/>
                      </a:cubicBezTo>
                      <a:cubicBezTo>
                        <a:pt x="154641" y="95793"/>
                        <a:pt x="154641" y="90016"/>
                        <a:pt x="153354" y="80389"/>
                      </a:cubicBezTo>
                      <a:cubicBezTo>
                        <a:pt x="152711" y="70761"/>
                        <a:pt x="152711" y="66910"/>
                        <a:pt x="149495" y="61134"/>
                      </a:cubicBezTo>
                      <a:cubicBezTo>
                        <a:pt x="146278" y="55357"/>
                        <a:pt x="148208" y="50865"/>
                        <a:pt x="141132" y="39954"/>
                      </a:cubicBezTo>
                      <a:cubicBezTo>
                        <a:pt x="134056" y="29043"/>
                        <a:pt x="131483" y="31610"/>
                        <a:pt x="126980" y="32252"/>
                      </a:cubicBezTo>
                      <a:cubicBezTo>
                        <a:pt x="122477" y="32894"/>
                        <a:pt x="119261" y="36103"/>
                        <a:pt x="113471" y="38028"/>
                      </a:cubicBezTo>
                      <a:cubicBezTo>
                        <a:pt x="107682" y="40595"/>
                        <a:pt x="101249" y="41879"/>
                        <a:pt x="95460" y="44446"/>
                      </a:cubicBezTo>
                      <a:cubicBezTo>
                        <a:pt x="89670" y="47014"/>
                        <a:pt x="85811" y="50865"/>
                        <a:pt x="80021" y="47656"/>
                      </a:cubicBezTo>
                      <a:cubicBezTo>
                        <a:pt x="74875" y="44446"/>
                        <a:pt x="76805" y="43163"/>
                        <a:pt x="78735" y="38028"/>
                      </a:cubicBezTo>
                      <a:cubicBezTo>
                        <a:pt x="80665" y="32252"/>
                        <a:pt x="74232" y="21341"/>
                        <a:pt x="74232" y="21341"/>
                      </a:cubicBezTo>
                      <a:cubicBezTo>
                        <a:pt x="71659" y="16848"/>
                        <a:pt x="63939" y="7862"/>
                        <a:pt x="60080" y="4011"/>
                      </a:cubicBezTo>
                      <a:cubicBezTo>
                        <a:pt x="55577" y="802"/>
                        <a:pt x="38209" y="-481"/>
                        <a:pt x="29203" y="160"/>
                      </a:cubicBezTo>
                      <a:cubicBezTo>
                        <a:pt x="20197" y="802"/>
                        <a:pt x="12478" y="802"/>
                        <a:pt x="6045" y="6579"/>
                      </a:cubicBezTo>
                      <a:cubicBezTo>
                        <a:pt x="-388" y="12355"/>
                        <a:pt x="4115" y="20057"/>
                        <a:pt x="2185" y="28401"/>
                      </a:cubicBezTo>
                      <a:cubicBezTo>
                        <a:pt x="256" y="36745"/>
                        <a:pt x="4115" y="36103"/>
                        <a:pt x="5402" y="41879"/>
                      </a:cubicBezTo>
                      <a:cubicBezTo>
                        <a:pt x="6688" y="47656"/>
                        <a:pt x="11191" y="51507"/>
                        <a:pt x="14407" y="54716"/>
                      </a:cubicBezTo>
                      <a:cubicBezTo>
                        <a:pt x="16337" y="55999"/>
                        <a:pt x="17624" y="58567"/>
                        <a:pt x="19554" y="60492"/>
                      </a:cubicBezTo>
                      <a:cubicBezTo>
                        <a:pt x="18267" y="61776"/>
                        <a:pt x="17624" y="62418"/>
                        <a:pt x="15051" y="63701"/>
                      </a:cubicBezTo>
                      <a:cubicBezTo>
                        <a:pt x="10548" y="63059"/>
                        <a:pt x="10548" y="62418"/>
                        <a:pt x="8618" y="65627"/>
                      </a:cubicBezTo>
                      <a:close/>
                    </a:path>
                  </a:pathLst>
                </a:custGeom>
                <a:solidFill>
                  <a:schemeClr val="accent1"/>
                </a:solidFill>
                <a:ln w="6424" cap="flat">
                  <a:noFill/>
                  <a:prstDash val="solid"/>
                  <a:miter/>
                </a:ln>
              </p:spPr>
              <p:txBody>
                <a:bodyPr rtlCol="0" anchor="ctr"/>
                <a:lstStyle/>
                <a:p>
                  <a:endParaRPr lang="pt-BR"/>
                </a:p>
              </p:txBody>
            </p:sp>
            <p:sp>
              <p:nvSpPr>
                <p:cNvPr id="154" name="Freeform: Shape 153">
                  <a:extLst>
                    <a:ext uri="{FF2B5EF4-FFF2-40B4-BE49-F238E27FC236}">
                      <a16:creationId xmlns:a16="http://schemas.microsoft.com/office/drawing/2014/main" id="{60C39ED1-08DE-69F4-E75E-58BC693E99A8}"/>
                    </a:ext>
                  </a:extLst>
                </p:cNvPr>
                <p:cNvSpPr/>
                <p:nvPr/>
              </p:nvSpPr>
              <p:spPr>
                <a:xfrm>
                  <a:off x="7229144" y="2801163"/>
                  <a:ext cx="26847" cy="29070"/>
                </a:xfrm>
                <a:custGeom>
                  <a:avLst/>
                  <a:gdLst>
                    <a:gd name="connsiteX0" fmla="*/ 18922 w 26847"/>
                    <a:gd name="connsiteY0" fmla="*/ 7195 h 29070"/>
                    <a:gd name="connsiteX1" fmla="*/ 267 w 26847"/>
                    <a:gd name="connsiteY1" fmla="*/ 5911 h 29070"/>
                    <a:gd name="connsiteX2" fmla="*/ 11846 w 26847"/>
                    <a:gd name="connsiteY2" fmla="*/ 22598 h 29070"/>
                    <a:gd name="connsiteX3" fmla="*/ 24068 w 26847"/>
                    <a:gd name="connsiteY3" fmla="*/ 28375 h 29070"/>
                    <a:gd name="connsiteX4" fmla="*/ 24068 w 26847"/>
                    <a:gd name="connsiteY4" fmla="*/ 16822 h 29070"/>
                    <a:gd name="connsiteX5" fmla="*/ 18922 w 26847"/>
                    <a:gd name="connsiteY5" fmla="*/ 7195 h 2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47" h="29070">
                      <a:moveTo>
                        <a:pt x="18922" y="7195"/>
                      </a:moveTo>
                      <a:cubicBezTo>
                        <a:pt x="13133" y="-4358"/>
                        <a:pt x="2197" y="135"/>
                        <a:pt x="267" y="5911"/>
                      </a:cubicBezTo>
                      <a:cubicBezTo>
                        <a:pt x="-1663" y="11687"/>
                        <a:pt x="7343" y="20031"/>
                        <a:pt x="11846" y="22598"/>
                      </a:cubicBezTo>
                      <a:cubicBezTo>
                        <a:pt x="16349" y="25808"/>
                        <a:pt x="18922" y="30942"/>
                        <a:pt x="24068" y="28375"/>
                      </a:cubicBezTo>
                      <a:cubicBezTo>
                        <a:pt x="29214" y="25808"/>
                        <a:pt x="25998" y="19389"/>
                        <a:pt x="24068" y="16822"/>
                      </a:cubicBezTo>
                      <a:cubicBezTo>
                        <a:pt x="22138" y="13613"/>
                        <a:pt x="18922" y="7195"/>
                        <a:pt x="18922" y="7195"/>
                      </a:cubicBezTo>
                      <a:close/>
                    </a:path>
                  </a:pathLst>
                </a:custGeom>
                <a:solidFill>
                  <a:schemeClr val="accent1"/>
                </a:solidFill>
                <a:ln w="6424" cap="flat">
                  <a:noFill/>
                  <a:prstDash val="solid"/>
                  <a:miter/>
                </a:ln>
              </p:spPr>
              <p:txBody>
                <a:bodyPr rtlCol="0" anchor="ctr"/>
                <a:lstStyle/>
                <a:p>
                  <a:endParaRPr lang="pt-BR"/>
                </a:p>
              </p:txBody>
            </p:sp>
            <p:sp>
              <p:nvSpPr>
                <p:cNvPr id="155" name="Freeform: Shape 154">
                  <a:extLst>
                    <a:ext uri="{FF2B5EF4-FFF2-40B4-BE49-F238E27FC236}">
                      <a16:creationId xmlns:a16="http://schemas.microsoft.com/office/drawing/2014/main" id="{13275B0D-5B72-409C-0A12-DBEC0F14B199}"/>
                    </a:ext>
                  </a:extLst>
                </p:cNvPr>
                <p:cNvSpPr/>
                <p:nvPr/>
              </p:nvSpPr>
              <p:spPr>
                <a:xfrm>
                  <a:off x="7099787" y="2772415"/>
                  <a:ext cx="35746" cy="39847"/>
                </a:xfrm>
                <a:custGeom>
                  <a:avLst/>
                  <a:gdLst>
                    <a:gd name="connsiteX0" fmla="*/ 18338 w 35746"/>
                    <a:gd name="connsiteY0" fmla="*/ 0 h 39847"/>
                    <a:gd name="connsiteX1" fmla="*/ 2900 w 35746"/>
                    <a:gd name="connsiteY1" fmla="*/ 8986 h 39847"/>
                    <a:gd name="connsiteX2" fmla="*/ 970 w 35746"/>
                    <a:gd name="connsiteY2" fmla="*/ 27599 h 39847"/>
                    <a:gd name="connsiteX3" fmla="*/ 17052 w 35746"/>
                    <a:gd name="connsiteY3" fmla="*/ 39793 h 39847"/>
                    <a:gd name="connsiteX4" fmla="*/ 32490 w 35746"/>
                    <a:gd name="connsiteY4" fmla="*/ 32091 h 39847"/>
                    <a:gd name="connsiteX5" fmla="*/ 35707 w 35746"/>
                    <a:gd name="connsiteY5" fmla="*/ 8986 h 39847"/>
                    <a:gd name="connsiteX6" fmla="*/ 18338 w 35746"/>
                    <a:gd name="connsiteY6" fmla="*/ 0 h 39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46" h="39847">
                      <a:moveTo>
                        <a:pt x="18338" y="0"/>
                      </a:moveTo>
                      <a:cubicBezTo>
                        <a:pt x="9976" y="0"/>
                        <a:pt x="2900" y="8986"/>
                        <a:pt x="2900" y="8986"/>
                      </a:cubicBezTo>
                      <a:cubicBezTo>
                        <a:pt x="1613" y="10269"/>
                        <a:pt x="-1603" y="20539"/>
                        <a:pt x="970" y="27599"/>
                      </a:cubicBezTo>
                      <a:cubicBezTo>
                        <a:pt x="3543" y="35300"/>
                        <a:pt x="12549" y="40435"/>
                        <a:pt x="17052" y="39793"/>
                      </a:cubicBezTo>
                      <a:cubicBezTo>
                        <a:pt x="20911" y="39151"/>
                        <a:pt x="28631" y="39151"/>
                        <a:pt x="32490" y="32091"/>
                      </a:cubicBezTo>
                      <a:cubicBezTo>
                        <a:pt x="36350" y="25031"/>
                        <a:pt x="35707" y="16688"/>
                        <a:pt x="35707" y="8986"/>
                      </a:cubicBezTo>
                      <a:cubicBezTo>
                        <a:pt x="35707" y="1925"/>
                        <a:pt x="26701" y="0"/>
                        <a:pt x="18338" y="0"/>
                      </a:cubicBezTo>
                      <a:close/>
                    </a:path>
                  </a:pathLst>
                </a:custGeom>
                <a:solidFill>
                  <a:schemeClr val="accent1"/>
                </a:solidFill>
                <a:ln w="6424" cap="flat">
                  <a:noFill/>
                  <a:prstDash val="solid"/>
                  <a:miter/>
                </a:ln>
              </p:spPr>
              <p:txBody>
                <a:bodyPr rtlCol="0" anchor="ctr"/>
                <a:lstStyle/>
                <a:p>
                  <a:endParaRPr lang="pt-BR"/>
                </a:p>
              </p:txBody>
            </p:sp>
            <p:sp>
              <p:nvSpPr>
                <p:cNvPr id="156" name="Freeform: Shape 155">
                  <a:extLst>
                    <a:ext uri="{FF2B5EF4-FFF2-40B4-BE49-F238E27FC236}">
                      <a16:creationId xmlns:a16="http://schemas.microsoft.com/office/drawing/2014/main" id="{E05346B3-DD1F-BED1-2689-071662120FB1}"/>
                    </a:ext>
                  </a:extLst>
                </p:cNvPr>
                <p:cNvSpPr/>
                <p:nvPr/>
              </p:nvSpPr>
              <p:spPr>
                <a:xfrm>
                  <a:off x="7007394" y="2730985"/>
                  <a:ext cx="15527" cy="16398"/>
                </a:xfrm>
                <a:custGeom>
                  <a:avLst/>
                  <a:gdLst>
                    <a:gd name="connsiteX0" fmla="*/ 2662 w 15527"/>
                    <a:gd name="connsiteY0" fmla="*/ 995 h 16398"/>
                    <a:gd name="connsiteX1" fmla="*/ 732 w 15527"/>
                    <a:gd name="connsiteY1" fmla="*/ 11906 h 16398"/>
                    <a:gd name="connsiteX2" fmla="*/ 11024 w 15527"/>
                    <a:gd name="connsiteY2" fmla="*/ 16399 h 16398"/>
                    <a:gd name="connsiteX3" fmla="*/ 15527 w 15527"/>
                    <a:gd name="connsiteY3" fmla="*/ 6772 h 16398"/>
                    <a:gd name="connsiteX4" fmla="*/ 2662 w 15527"/>
                    <a:gd name="connsiteY4" fmla="*/ 995 h 163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 h="16398">
                      <a:moveTo>
                        <a:pt x="2662" y="995"/>
                      </a:moveTo>
                      <a:cubicBezTo>
                        <a:pt x="-1841" y="3562"/>
                        <a:pt x="732" y="11906"/>
                        <a:pt x="732" y="11906"/>
                      </a:cubicBezTo>
                      <a:cubicBezTo>
                        <a:pt x="2662" y="15115"/>
                        <a:pt x="7808" y="16399"/>
                        <a:pt x="11024" y="16399"/>
                      </a:cubicBezTo>
                      <a:cubicBezTo>
                        <a:pt x="14241" y="16399"/>
                        <a:pt x="14884" y="13190"/>
                        <a:pt x="15527" y="6772"/>
                      </a:cubicBezTo>
                      <a:cubicBezTo>
                        <a:pt x="14884" y="995"/>
                        <a:pt x="7165" y="-1572"/>
                        <a:pt x="2662" y="995"/>
                      </a:cubicBezTo>
                      <a:close/>
                    </a:path>
                  </a:pathLst>
                </a:custGeom>
                <a:solidFill>
                  <a:schemeClr val="accent1"/>
                </a:solidFill>
                <a:ln w="6424" cap="flat">
                  <a:noFill/>
                  <a:prstDash val="solid"/>
                  <a:miter/>
                </a:ln>
              </p:spPr>
              <p:txBody>
                <a:bodyPr rtlCol="0" anchor="ctr"/>
                <a:lstStyle/>
                <a:p>
                  <a:endParaRPr lang="pt-BR"/>
                </a:p>
              </p:txBody>
            </p:sp>
            <p:sp>
              <p:nvSpPr>
                <p:cNvPr id="157" name="Freeform: Shape 156">
                  <a:extLst>
                    <a:ext uri="{FF2B5EF4-FFF2-40B4-BE49-F238E27FC236}">
                      <a16:creationId xmlns:a16="http://schemas.microsoft.com/office/drawing/2014/main" id="{37FB6686-F9AB-FBB7-6BFA-2B5CE4ADA85F}"/>
                    </a:ext>
                  </a:extLst>
                </p:cNvPr>
                <p:cNvSpPr/>
                <p:nvPr/>
              </p:nvSpPr>
              <p:spPr>
                <a:xfrm>
                  <a:off x="6971192" y="2756949"/>
                  <a:ext cx="13429" cy="11266"/>
                </a:xfrm>
                <a:custGeom>
                  <a:avLst/>
                  <a:gdLst>
                    <a:gd name="connsiteX0" fmla="*/ 11846 w 13429"/>
                    <a:gd name="connsiteY0" fmla="*/ 10332 h 11266"/>
                    <a:gd name="connsiteX1" fmla="*/ 7343 w 13429"/>
                    <a:gd name="connsiteY1" fmla="*/ 63 h 11266"/>
                    <a:gd name="connsiteX2" fmla="*/ 267 w 13429"/>
                    <a:gd name="connsiteY2" fmla="*/ 3914 h 11266"/>
                    <a:gd name="connsiteX3" fmla="*/ 11846 w 13429"/>
                    <a:gd name="connsiteY3" fmla="*/ 10332 h 11266"/>
                  </a:gdLst>
                  <a:ahLst/>
                  <a:cxnLst>
                    <a:cxn ang="0">
                      <a:pos x="connsiteX0" y="connsiteY0"/>
                    </a:cxn>
                    <a:cxn ang="0">
                      <a:pos x="connsiteX1" y="connsiteY1"/>
                    </a:cxn>
                    <a:cxn ang="0">
                      <a:pos x="connsiteX2" y="connsiteY2"/>
                    </a:cxn>
                    <a:cxn ang="0">
                      <a:pos x="connsiteX3" y="connsiteY3"/>
                    </a:cxn>
                  </a:cxnLst>
                  <a:rect l="l" t="t" r="r" b="b"/>
                  <a:pathLst>
                    <a:path w="13429" h="11266">
                      <a:moveTo>
                        <a:pt x="11846" y="10332"/>
                      </a:moveTo>
                      <a:cubicBezTo>
                        <a:pt x="15706" y="7123"/>
                        <a:pt x="11846" y="705"/>
                        <a:pt x="7343" y="63"/>
                      </a:cubicBezTo>
                      <a:cubicBezTo>
                        <a:pt x="2840" y="-579"/>
                        <a:pt x="267" y="3914"/>
                        <a:pt x="267" y="3914"/>
                      </a:cubicBezTo>
                      <a:cubicBezTo>
                        <a:pt x="-1663" y="7765"/>
                        <a:pt x="7343" y="13541"/>
                        <a:pt x="11846" y="10332"/>
                      </a:cubicBezTo>
                      <a:close/>
                    </a:path>
                  </a:pathLst>
                </a:custGeom>
                <a:solidFill>
                  <a:schemeClr val="accent1"/>
                </a:solidFill>
                <a:ln w="6424" cap="flat">
                  <a:noFill/>
                  <a:prstDash val="solid"/>
                  <a:miter/>
                </a:ln>
              </p:spPr>
              <p:txBody>
                <a:bodyPr rtlCol="0" anchor="ctr"/>
                <a:lstStyle/>
                <a:p>
                  <a:endParaRPr lang="pt-BR"/>
                </a:p>
              </p:txBody>
            </p:sp>
            <p:sp>
              <p:nvSpPr>
                <p:cNvPr id="158" name="Freeform: Shape 157">
                  <a:extLst>
                    <a:ext uri="{FF2B5EF4-FFF2-40B4-BE49-F238E27FC236}">
                      <a16:creationId xmlns:a16="http://schemas.microsoft.com/office/drawing/2014/main" id="{C496F817-C019-DCDC-6C05-FA3A98D6B776}"/>
                    </a:ext>
                  </a:extLst>
                </p:cNvPr>
                <p:cNvSpPr/>
                <p:nvPr/>
              </p:nvSpPr>
              <p:spPr>
                <a:xfrm>
                  <a:off x="7219467" y="2632777"/>
                  <a:ext cx="18168" cy="15823"/>
                </a:xfrm>
                <a:custGeom>
                  <a:avLst/>
                  <a:gdLst>
                    <a:gd name="connsiteX0" fmla="*/ 17664 w 18168"/>
                    <a:gd name="connsiteY0" fmla="*/ 8706 h 15823"/>
                    <a:gd name="connsiteX1" fmla="*/ 14448 w 18168"/>
                    <a:gd name="connsiteY1" fmla="*/ 2287 h 15823"/>
                    <a:gd name="connsiteX2" fmla="*/ 295 w 18168"/>
                    <a:gd name="connsiteY2" fmla="*/ 6138 h 15823"/>
                    <a:gd name="connsiteX3" fmla="*/ 4155 w 18168"/>
                    <a:gd name="connsiteY3" fmla="*/ 15124 h 15823"/>
                    <a:gd name="connsiteX4" fmla="*/ 15091 w 18168"/>
                    <a:gd name="connsiteY4" fmla="*/ 14482 h 15823"/>
                    <a:gd name="connsiteX5" fmla="*/ 17664 w 18168"/>
                    <a:gd name="connsiteY5" fmla="*/ 8706 h 15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68" h="15823">
                      <a:moveTo>
                        <a:pt x="17664" y="8706"/>
                      </a:moveTo>
                      <a:cubicBezTo>
                        <a:pt x="16377" y="6780"/>
                        <a:pt x="14448" y="2287"/>
                        <a:pt x="14448" y="2287"/>
                      </a:cubicBezTo>
                      <a:cubicBezTo>
                        <a:pt x="11231" y="-2847"/>
                        <a:pt x="939" y="1646"/>
                        <a:pt x="295" y="6138"/>
                      </a:cubicBezTo>
                      <a:cubicBezTo>
                        <a:pt x="-991" y="10631"/>
                        <a:pt x="2225" y="13840"/>
                        <a:pt x="4155" y="15124"/>
                      </a:cubicBezTo>
                      <a:cubicBezTo>
                        <a:pt x="6728" y="16408"/>
                        <a:pt x="12518" y="15766"/>
                        <a:pt x="15091" y="14482"/>
                      </a:cubicBezTo>
                      <a:cubicBezTo>
                        <a:pt x="17664" y="13198"/>
                        <a:pt x="18950" y="10631"/>
                        <a:pt x="17664" y="8706"/>
                      </a:cubicBezTo>
                      <a:close/>
                    </a:path>
                  </a:pathLst>
                </a:custGeom>
                <a:solidFill>
                  <a:schemeClr val="accent1"/>
                </a:solidFill>
                <a:ln w="6424" cap="flat">
                  <a:noFill/>
                  <a:prstDash val="solid"/>
                  <a:miter/>
                </a:ln>
              </p:spPr>
              <p:txBody>
                <a:bodyPr rtlCol="0" anchor="ctr"/>
                <a:lstStyle/>
                <a:p>
                  <a:endParaRPr lang="pt-BR"/>
                </a:p>
              </p:txBody>
            </p:sp>
            <p:sp>
              <p:nvSpPr>
                <p:cNvPr id="159" name="Freeform: Shape 158">
                  <a:extLst>
                    <a:ext uri="{FF2B5EF4-FFF2-40B4-BE49-F238E27FC236}">
                      <a16:creationId xmlns:a16="http://schemas.microsoft.com/office/drawing/2014/main" id="{87ED8ACF-DFF3-90B7-106C-FF70F5446FA2}"/>
                    </a:ext>
                  </a:extLst>
                </p:cNvPr>
                <p:cNvSpPr/>
                <p:nvPr/>
              </p:nvSpPr>
              <p:spPr>
                <a:xfrm>
                  <a:off x="7145921" y="2515546"/>
                  <a:ext cx="19771" cy="19448"/>
                </a:xfrm>
                <a:custGeom>
                  <a:avLst/>
                  <a:gdLst>
                    <a:gd name="connsiteX0" fmla="*/ 4368 w 19771"/>
                    <a:gd name="connsiteY0" fmla="*/ 2065 h 19448"/>
                    <a:gd name="connsiteX1" fmla="*/ 508 w 19771"/>
                    <a:gd name="connsiteY1" fmla="*/ 11050 h 19448"/>
                    <a:gd name="connsiteX2" fmla="*/ 12730 w 19771"/>
                    <a:gd name="connsiteY2" fmla="*/ 19394 h 19448"/>
                    <a:gd name="connsiteX3" fmla="*/ 17876 w 19771"/>
                    <a:gd name="connsiteY3" fmla="*/ 4632 h 19448"/>
                    <a:gd name="connsiteX4" fmla="*/ 4368 w 19771"/>
                    <a:gd name="connsiteY4" fmla="*/ 2065 h 19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71" h="19448">
                      <a:moveTo>
                        <a:pt x="4368" y="2065"/>
                      </a:moveTo>
                      <a:cubicBezTo>
                        <a:pt x="-2065" y="6558"/>
                        <a:pt x="508" y="11050"/>
                        <a:pt x="508" y="11050"/>
                      </a:cubicBezTo>
                      <a:cubicBezTo>
                        <a:pt x="1152" y="14901"/>
                        <a:pt x="3725" y="20036"/>
                        <a:pt x="12730" y="19394"/>
                      </a:cubicBezTo>
                      <a:cubicBezTo>
                        <a:pt x="21736" y="18752"/>
                        <a:pt x="20450" y="9125"/>
                        <a:pt x="17876" y="4632"/>
                      </a:cubicBezTo>
                      <a:cubicBezTo>
                        <a:pt x="15303" y="139"/>
                        <a:pt x="10801" y="-1786"/>
                        <a:pt x="4368" y="2065"/>
                      </a:cubicBezTo>
                      <a:close/>
                    </a:path>
                  </a:pathLst>
                </a:custGeom>
                <a:solidFill>
                  <a:schemeClr val="accent1"/>
                </a:solidFill>
                <a:ln w="6424" cap="flat">
                  <a:noFill/>
                  <a:prstDash val="solid"/>
                  <a:miter/>
                </a:ln>
              </p:spPr>
              <p:txBody>
                <a:bodyPr rtlCol="0" anchor="ctr"/>
                <a:lstStyle/>
                <a:p>
                  <a:endParaRPr lang="pt-BR"/>
                </a:p>
              </p:txBody>
            </p:sp>
            <p:sp>
              <p:nvSpPr>
                <p:cNvPr id="160" name="Freeform: Shape 159">
                  <a:extLst>
                    <a:ext uri="{FF2B5EF4-FFF2-40B4-BE49-F238E27FC236}">
                      <a16:creationId xmlns:a16="http://schemas.microsoft.com/office/drawing/2014/main" id="{39A866ED-4186-B89B-7B86-E91D6785C18B}"/>
                    </a:ext>
                  </a:extLst>
                </p:cNvPr>
                <p:cNvSpPr/>
                <p:nvPr/>
              </p:nvSpPr>
              <p:spPr>
                <a:xfrm>
                  <a:off x="5691152" y="1995113"/>
                  <a:ext cx="21700" cy="13649"/>
                </a:xfrm>
                <a:custGeom>
                  <a:avLst/>
                  <a:gdLst>
                    <a:gd name="connsiteX0" fmla="*/ 10489 w 21700"/>
                    <a:gd name="connsiteY0" fmla="*/ 2619 h 13649"/>
                    <a:gd name="connsiteX1" fmla="*/ 5343 w 21700"/>
                    <a:gd name="connsiteY1" fmla="*/ 693 h 13649"/>
                    <a:gd name="connsiteX2" fmla="*/ 197 w 21700"/>
                    <a:gd name="connsiteY2" fmla="*/ 1335 h 13649"/>
                    <a:gd name="connsiteX3" fmla="*/ 11776 w 21700"/>
                    <a:gd name="connsiteY3" fmla="*/ 11604 h 13649"/>
                    <a:gd name="connsiteX4" fmla="*/ 21425 w 21700"/>
                    <a:gd name="connsiteY4" fmla="*/ 9037 h 13649"/>
                    <a:gd name="connsiteX5" fmla="*/ 10489 w 21700"/>
                    <a:gd name="connsiteY5" fmla="*/ 2619 h 13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00" h="13649">
                      <a:moveTo>
                        <a:pt x="10489" y="2619"/>
                      </a:moveTo>
                      <a:cubicBezTo>
                        <a:pt x="7273" y="1977"/>
                        <a:pt x="5343" y="693"/>
                        <a:pt x="5343" y="693"/>
                      </a:cubicBezTo>
                      <a:cubicBezTo>
                        <a:pt x="5343" y="693"/>
                        <a:pt x="840" y="-1232"/>
                        <a:pt x="197" y="1335"/>
                      </a:cubicBezTo>
                      <a:cubicBezTo>
                        <a:pt x="-1090" y="6470"/>
                        <a:pt x="4057" y="7111"/>
                        <a:pt x="11776" y="11604"/>
                      </a:cubicBezTo>
                      <a:cubicBezTo>
                        <a:pt x="19495" y="16097"/>
                        <a:pt x="22712" y="12246"/>
                        <a:pt x="21425" y="9037"/>
                      </a:cubicBezTo>
                      <a:cubicBezTo>
                        <a:pt x="20138" y="5828"/>
                        <a:pt x="13706" y="3260"/>
                        <a:pt x="10489" y="2619"/>
                      </a:cubicBezTo>
                      <a:close/>
                    </a:path>
                  </a:pathLst>
                </a:custGeom>
                <a:solidFill>
                  <a:schemeClr val="accent1"/>
                </a:solidFill>
                <a:ln w="6424" cap="flat">
                  <a:noFill/>
                  <a:prstDash val="solid"/>
                  <a:miter/>
                </a:ln>
              </p:spPr>
              <p:txBody>
                <a:bodyPr rtlCol="0" anchor="ctr"/>
                <a:lstStyle/>
                <a:p>
                  <a:endParaRPr lang="pt-BR"/>
                </a:p>
              </p:txBody>
            </p:sp>
            <p:sp>
              <p:nvSpPr>
                <p:cNvPr id="161" name="Freeform: Shape 160">
                  <a:extLst>
                    <a:ext uri="{FF2B5EF4-FFF2-40B4-BE49-F238E27FC236}">
                      <a16:creationId xmlns:a16="http://schemas.microsoft.com/office/drawing/2014/main" id="{9A2B460D-DFAC-D8BD-1D1C-50457E000492}"/>
                    </a:ext>
                  </a:extLst>
                </p:cNvPr>
                <p:cNvSpPr/>
                <p:nvPr/>
              </p:nvSpPr>
              <p:spPr>
                <a:xfrm>
                  <a:off x="5904140" y="1528161"/>
                  <a:ext cx="70498" cy="72712"/>
                </a:xfrm>
                <a:custGeom>
                  <a:avLst/>
                  <a:gdLst>
                    <a:gd name="connsiteX0" fmla="*/ 2704 w 70498"/>
                    <a:gd name="connsiteY0" fmla="*/ 53026 h 72712"/>
                    <a:gd name="connsiteX1" fmla="*/ 5921 w 70498"/>
                    <a:gd name="connsiteY1" fmla="*/ 58802 h 72712"/>
                    <a:gd name="connsiteX2" fmla="*/ 9137 w 70498"/>
                    <a:gd name="connsiteY2" fmla="*/ 64579 h 72712"/>
                    <a:gd name="connsiteX3" fmla="*/ 16856 w 70498"/>
                    <a:gd name="connsiteY3" fmla="*/ 67788 h 72712"/>
                    <a:gd name="connsiteX4" fmla="*/ 22003 w 70498"/>
                    <a:gd name="connsiteY4" fmla="*/ 70997 h 72712"/>
                    <a:gd name="connsiteX5" fmla="*/ 31008 w 70498"/>
                    <a:gd name="connsiteY5" fmla="*/ 70997 h 72712"/>
                    <a:gd name="connsiteX6" fmla="*/ 41301 w 70498"/>
                    <a:gd name="connsiteY6" fmla="*/ 72281 h 72712"/>
                    <a:gd name="connsiteX7" fmla="*/ 49663 w 70498"/>
                    <a:gd name="connsiteY7" fmla="*/ 68430 h 72712"/>
                    <a:gd name="connsiteX8" fmla="*/ 63172 w 70498"/>
                    <a:gd name="connsiteY8" fmla="*/ 63295 h 72712"/>
                    <a:gd name="connsiteX9" fmla="*/ 70248 w 70498"/>
                    <a:gd name="connsiteY9" fmla="*/ 51100 h 72712"/>
                    <a:gd name="connsiteX10" fmla="*/ 67675 w 70498"/>
                    <a:gd name="connsiteY10" fmla="*/ 42757 h 72712"/>
                    <a:gd name="connsiteX11" fmla="*/ 69605 w 70498"/>
                    <a:gd name="connsiteY11" fmla="*/ 31846 h 72712"/>
                    <a:gd name="connsiteX12" fmla="*/ 65102 w 70498"/>
                    <a:gd name="connsiteY12" fmla="*/ 19009 h 72712"/>
                    <a:gd name="connsiteX13" fmla="*/ 59956 w 70498"/>
                    <a:gd name="connsiteY13" fmla="*/ 10665 h 72712"/>
                    <a:gd name="connsiteX14" fmla="*/ 50306 w 70498"/>
                    <a:gd name="connsiteY14" fmla="*/ 6172 h 72712"/>
                    <a:gd name="connsiteX15" fmla="*/ 36798 w 70498"/>
                    <a:gd name="connsiteY15" fmla="*/ 396 h 72712"/>
                    <a:gd name="connsiteX16" fmla="*/ 22646 w 70498"/>
                    <a:gd name="connsiteY16" fmla="*/ 4889 h 72712"/>
                    <a:gd name="connsiteX17" fmla="*/ 13640 w 70498"/>
                    <a:gd name="connsiteY17" fmla="*/ 8740 h 72712"/>
                    <a:gd name="connsiteX18" fmla="*/ 8494 w 70498"/>
                    <a:gd name="connsiteY18" fmla="*/ 14516 h 72712"/>
                    <a:gd name="connsiteX19" fmla="*/ 4634 w 70498"/>
                    <a:gd name="connsiteY19" fmla="*/ 19009 h 72712"/>
                    <a:gd name="connsiteX20" fmla="*/ 131 w 70498"/>
                    <a:gd name="connsiteY20" fmla="*/ 27995 h 72712"/>
                    <a:gd name="connsiteX21" fmla="*/ 1418 w 70498"/>
                    <a:gd name="connsiteY21" fmla="*/ 35696 h 72712"/>
                    <a:gd name="connsiteX22" fmla="*/ 2704 w 70498"/>
                    <a:gd name="connsiteY22" fmla="*/ 53026 h 7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0498" h="72712">
                      <a:moveTo>
                        <a:pt x="2704" y="53026"/>
                      </a:moveTo>
                      <a:cubicBezTo>
                        <a:pt x="4634" y="56877"/>
                        <a:pt x="5921" y="55593"/>
                        <a:pt x="5921" y="58802"/>
                      </a:cubicBezTo>
                      <a:cubicBezTo>
                        <a:pt x="5921" y="62011"/>
                        <a:pt x="7207" y="63295"/>
                        <a:pt x="9137" y="64579"/>
                      </a:cubicBezTo>
                      <a:cubicBezTo>
                        <a:pt x="11067" y="65862"/>
                        <a:pt x="14927" y="66504"/>
                        <a:pt x="16856" y="67788"/>
                      </a:cubicBezTo>
                      <a:cubicBezTo>
                        <a:pt x="18786" y="69071"/>
                        <a:pt x="17500" y="67146"/>
                        <a:pt x="22003" y="70997"/>
                      </a:cubicBezTo>
                      <a:cubicBezTo>
                        <a:pt x="26505" y="74848"/>
                        <a:pt x="29722" y="70355"/>
                        <a:pt x="31008" y="70997"/>
                      </a:cubicBezTo>
                      <a:cubicBezTo>
                        <a:pt x="32938" y="71639"/>
                        <a:pt x="40014" y="73564"/>
                        <a:pt x="41301" y="72281"/>
                      </a:cubicBezTo>
                      <a:cubicBezTo>
                        <a:pt x="42587" y="70997"/>
                        <a:pt x="45160" y="69071"/>
                        <a:pt x="49663" y="68430"/>
                      </a:cubicBezTo>
                      <a:cubicBezTo>
                        <a:pt x="54166" y="67788"/>
                        <a:pt x="58026" y="66504"/>
                        <a:pt x="63172" y="63295"/>
                      </a:cubicBezTo>
                      <a:cubicBezTo>
                        <a:pt x="67675" y="60086"/>
                        <a:pt x="71534" y="56235"/>
                        <a:pt x="70248" y="51100"/>
                      </a:cubicBezTo>
                      <a:cubicBezTo>
                        <a:pt x="68961" y="46608"/>
                        <a:pt x="67675" y="46608"/>
                        <a:pt x="67675" y="42757"/>
                      </a:cubicBezTo>
                      <a:cubicBezTo>
                        <a:pt x="67675" y="38906"/>
                        <a:pt x="70891" y="35696"/>
                        <a:pt x="69605" y="31846"/>
                      </a:cubicBezTo>
                      <a:cubicBezTo>
                        <a:pt x="68318" y="27995"/>
                        <a:pt x="67032" y="24785"/>
                        <a:pt x="65102" y="19009"/>
                      </a:cubicBezTo>
                      <a:cubicBezTo>
                        <a:pt x="63172" y="13233"/>
                        <a:pt x="61242" y="11949"/>
                        <a:pt x="59956" y="10665"/>
                      </a:cubicBezTo>
                      <a:cubicBezTo>
                        <a:pt x="59956" y="10665"/>
                        <a:pt x="59312" y="9382"/>
                        <a:pt x="50306" y="6172"/>
                      </a:cubicBezTo>
                      <a:cubicBezTo>
                        <a:pt x="41944" y="2963"/>
                        <a:pt x="39371" y="1680"/>
                        <a:pt x="36798" y="396"/>
                      </a:cubicBezTo>
                      <a:cubicBezTo>
                        <a:pt x="33581" y="-888"/>
                        <a:pt x="28435" y="1038"/>
                        <a:pt x="22646" y="4889"/>
                      </a:cubicBezTo>
                      <a:cubicBezTo>
                        <a:pt x="16856" y="8740"/>
                        <a:pt x="16856" y="8098"/>
                        <a:pt x="13640" y="8740"/>
                      </a:cubicBezTo>
                      <a:cubicBezTo>
                        <a:pt x="10424" y="9382"/>
                        <a:pt x="9780" y="13233"/>
                        <a:pt x="8494" y="14516"/>
                      </a:cubicBezTo>
                      <a:cubicBezTo>
                        <a:pt x="7207" y="15800"/>
                        <a:pt x="5277" y="15800"/>
                        <a:pt x="4634" y="19009"/>
                      </a:cubicBezTo>
                      <a:cubicBezTo>
                        <a:pt x="3991" y="22218"/>
                        <a:pt x="775" y="24785"/>
                        <a:pt x="131" y="27995"/>
                      </a:cubicBezTo>
                      <a:cubicBezTo>
                        <a:pt x="-512" y="31204"/>
                        <a:pt x="1418" y="33129"/>
                        <a:pt x="1418" y="35696"/>
                      </a:cubicBezTo>
                      <a:cubicBezTo>
                        <a:pt x="2704" y="39547"/>
                        <a:pt x="775" y="49817"/>
                        <a:pt x="2704" y="53026"/>
                      </a:cubicBezTo>
                      <a:close/>
                    </a:path>
                  </a:pathLst>
                </a:custGeom>
                <a:solidFill>
                  <a:schemeClr val="accent1"/>
                </a:solidFill>
                <a:ln w="6424" cap="flat">
                  <a:noFill/>
                  <a:prstDash val="solid"/>
                  <a:miter/>
                </a:ln>
              </p:spPr>
              <p:txBody>
                <a:bodyPr rtlCol="0" anchor="ctr"/>
                <a:lstStyle/>
                <a:p>
                  <a:endParaRPr lang="pt-BR"/>
                </a:p>
              </p:txBody>
            </p:sp>
            <p:sp>
              <p:nvSpPr>
                <p:cNvPr id="162" name="Freeform: Shape 161">
                  <a:extLst>
                    <a:ext uri="{FF2B5EF4-FFF2-40B4-BE49-F238E27FC236}">
                      <a16:creationId xmlns:a16="http://schemas.microsoft.com/office/drawing/2014/main" id="{A8A0E0DA-D65D-FF7C-05A2-68AA69D46392}"/>
                    </a:ext>
                  </a:extLst>
                </p:cNvPr>
                <p:cNvSpPr/>
                <p:nvPr/>
              </p:nvSpPr>
              <p:spPr>
                <a:xfrm>
                  <a:off x="5982429" y="1580175"/>
                  <a:ext cx="19298" cy="18731"/>
                </a:xfrm>
                <a:custGeom>
                  <a:avLst/>
                  <a:gdLst>
                    <a:gd name="connsiteX0" fmla="*/ 965 w 19298"/>
                    <a:gd name="connsiteY0" fmla="*/ 1654 h 18731"/>
                    <a:gd name="connsiteX1" fmla="*/ 965 w 19298"/>
                    <a:gd name="connsiteY1" fmla="*/ 11281 h 18731"/>
                    <a:gd name="connsiteX2" fmla="*/ 6111 w 19298"/>
                    <a:gd name="connsiteY2" fmla="*/ 18341 h 18731"/>
                    <a:gd name="connsiteX3" fmla="*/ 17690 w 19298"/>
                    <a:gd name="connsiteY3" fmla="*/ 13206 h 18731"/>
                    <a:gd name="connsiteX4" fmla="*/ 17047 w 19298"/>
                    <a:gd name="connsiteY4" fmla="*/ 6146 h 18731"/>
                    <a:gd name="connsiteX5" fmla="*/ 9971 w 19298"/>
                    <a:gd name="connsiteY5" fmla="*/ 370 h 18731"/>
                    <a:gd name="connsiteX6" fmla="*/ 965 w 19298"/>
                    <a:gd name="connsiteY6" fmla="*/ 1654 h 1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98" h="18731">
                      <a:moveTo>
                        <a:pt x="965" y="1654"/>
                      </a:moveTo>
                      <a:cubicBezTo>
                        <a:pt x="-322" y="4863"/>
                        <a:pt x="-322" y="6788"/>
                        <a:pt x="965" y="11281"/>
                      </a:cubicBezTo>
                      <a:cubicBezTo>
                        <a:pt x="2251" y="15774"/>
                        <a:pt x="2895" y="17057"/>
                        <a:pt x="6111" y="18341"/>
                      </a:cubicBezTo>
                      <a:cubicBezTo>
                        <a:pt x="9327" y="19625"/>
                        <a:pt x="15760" y="17699"/>
                        <a:pt x="17690" y="13206"/>
                      </a:cubicBezTo>
                      <a:cubicBezTo>
                        <a:pt x="19620" y="8714"/>
                        <a:pt x="20263" y="9355"/>
                        <a:pt x="17047" y="6146"/>
                      </a:cubicBezTo>
                      <a:cubicBezTo>
                        <a:pt x="13830" y="2937"/>
                        <a:pt x="15117" y="-272"/>
                        <a:pt x="9971" y="370"/>
                      </a:cubicBezTo>
                      <a:cubicBezTo>
                        <a:pt x="8684" y="1012"/>
                        <a:pt x="2251" y="-1556"/>
                        <a:pt x="965" y="1654"/>
                      </a:cubicBezTo>
                      <a:close/>
                    </a:path>
                  </a:pathLst>
                </a:custGeom>
                <a:solidFill>
                  <a:schemeClr val="accent1"/>
                </a:solidFill>
                <a:ln w="6424" cap="flat">
                  <a:noFill/>
                  <a:prstDash val="solid"/>
                  <a:miter/>
                </a:ln>
              </p:spPr>
              <p:txBody>
                <a:bodyPr rtlCol="0" anchor="ctr"/>
                <a:lstStyle/>
                <a:p>
                  <a:endParaRPr lang="pt-BR"/>
                </a:p>
              </p:txBody>
            </p:sp>
            <p:sp>
              <p:nvSpPr>
                <p:cNvPr id="163" name="Freeform: Shape 162">
                  <a:extLst>
                    <a:ext uri="{FF2B5EF4-FFF2-40B4-BE49-F238E27FC236}">
                      <a16:creationId xmlns:a16="http://schemas.microsoft.com/office/drawing/2014/main" id="{A6686D18-6EEE-8DFC-D78C-A6038E1B0C6D}"/>
                    </a:ext>
                  </a:extLst>
                </p:cNvPr>
                <p:cNvSpPr/>
                <p:nvPr/>
              </p:nvSpPr>
              <p:spPr>
                <a:xfrm>
                  <a:off x="5896397" y="1595613"/>
                  <a:ext cx="18219" cy="18969"/>
                </a:xfrm>
                <a:custGeom>
                  <a:avLst/>
                  <a:gdLst>
                    <a:gd name="connsiteX0" fmla="*/ 6588 w 18219"/>
                    <a:gd name="connsiteY0" fmla="*/ 18307 h 18969"/>
                    <a:gd name="connsiteX1" fmla="*/ 16880 w 18219"/>
                    <a:gd name="connsiteY1" fmla="*/ 14456 h 18969"/>
                    <a:gd name="connsiteX2" fmla="*/ 14307 w 18219"/>
                    <a:gd name="connsiteY2" fmla="*/ 5470 h 18969"/>
                    <a:gd name="connsiteX3" fmla="*/ 11734 w 18219"/>
                    <a:gd name="connsiteY3" fmla="*/ 2903 h 18969"/>
                    <a:gd name="connsiteX4" fmla="*/ 5301 w 18219"/>
                    <a:gd name="connsiteY4" fmla="*/ 335 h 18969"/>
                    <a:gd name="connsiteX5" fmla="*/ 155 w 18219"/>
                    <a:gd name="connsiteY5" fmla="*/ 8037 h 18969"/>
                    <a:gd name="connsiteX6" fmla="*/ 6588 w 18219"/>
                    <a:gd name="connsiteY6" fmla="*/ 18307 h 1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19" h="18969">
                      <a:moveTo>
                        <a:pt x="6588" y="18307"/>
                      </a:moveTo>
                      <a:cubicBezTo>
                        <a:pt x="9161" y="20232"/>
                        <a:pt x="14951" y="17665"/>
                        <a:pt x="16880" y="14456"/>
                      </a:cubicBezTo>
                      <a:cubicBezTo>
                        <a:pt x="19453" y="10605"/>
                        <a:pt x="18167" y="7395"/>
                        <a:pt x="14307" y="5470"/>
                      </a:cubicBezTo>
                      <a:cubicBezTo>
                        <a:pt x="10448" y="3545"/>
                        <a:pt x="11734" y="2903"/>
                        <a:pt x="11734" y="2903"/>
                      </a:cubicBezTo>
                      <a:cubicBezTo>
                        <a:pt x="14307" y="-306"/>
                        <a:pt x="9804" y="-306"/>
                        <a:pt x="5301" y="335"/>
                      </a:cubicBezTo>
                      <a:cubicBezTo>
                        <a:pt x="799" y="977"/>
                        <a:pt x="-488" y="3545"/>
                        <a:pt x="155" y="8037"/>
                      </a:cubicBezTo>
                      <a:cubicBezTo>
                        <a:pt x="1442" y="12530"/>
                        <a:pt x="4015" y="16381"/>
                        <a:pt x="6588" y="18307"/>
                      </a:cubicBezTo>
                      <a:close/>
                    </a:path>
                  </a:pathLst>
                </a:custGeom>
                <a:solidFill>
                  <a:schemeClr val="accent1"/>
                </a:solidFill>
                <a:ln w="6424" cap="flat">
                  <a:noFill/>
                  <a:prstDash val="solid"/>
                  <a:miter/>
                </a:ln>
              </p:spPr>
              <p:txBody>
                <a:bodyPr rtlCol="0" anchor="ctr"/>
                <a:lstStyle/>
                <a:p>
                  <a:endParaRPr lang="pt-BR"/>
                </a:p>
              </p:txBody>
            </p:sp>
            <p:sp>
              <p:nvSpPr>
                <p:cNvPr id="164" name="Freeform: Shape 163">
                  <a:extLst>
                    <a:ext uri="{FF2B5EF4-FFF2-40B4-BE49-F238E27FC236}">
                      <a16:creationId xmlns:a16="http://schemas.microsoft.com/office/drawing/2014/main" id="{D455E8C9-8719-5DD9-5668-3B5573F57745}"/>
                    </a:ext>
                  </a:extLst>
                </p:cNvPr>
                <p:cNvSpPr/>
                <p:nvPr/>
              </p:nvSpPr>
              <p:spPr>
                <a:xfrm>
                  <a:off x="7206238" y="1921092"/>
                  <a:ext cx="12344" cy="10947"/>
                </a:xfrm>
                <a:custGeom>
                  <a:avLst/>
                  <a:gdLst>
                    <a:gd name="connsiteX0" fmla="*/ 15 w 12344"/>
                    <a:gd name="connsiteY0" fmla="*/ 2829 h 10947"/>
                    <a:gd name="connsiteX1" fmla="*/ 8378 w 12344"/>
                    <a:gd name="connsiteY1" fmla="*/ 10531 h 10947"/>
                    <a:gd name="connsiteX2" fmla="*/ 6448 w 12344"/>
                    <a:gd name="connsiteY2" fmla="*/ 262 h 10947"/>
                    <a:gd name="connsiteX3" fmla="*/ 15 w 12344"/>
                    <a:gd name="connsiteY3" fmla="*/ 2829 h 10947"/>
                  </a:gdLst>
                  <a:ahLst/>
                  <a:cxnLst>
                    <a:cxn ang="0">
                      <a:pos x="connsiteX0" y="connsiteY0"/>
                    </a:cxn>
                    <a:cxn ang="0">
                      <a:pos x="connsiteX1" y="connsiteY1"/>
                    </a:cxn>
                    <a:cxn ang="0">
                      <a:pos x="connsiteX2" y="connsiteY2"/>
                    </a:cxn>
                    <a:cxn ang="0">
                      <a:pos x="connsiteX3" y="connsiteY3"/>
                    </a:cxn>
                  </a:cxnLst>
                  <a:rect l="l" t="t" r="r" b="b"/>
                  <a:pathLst>
                    <a:path w="12344" h="10947">
                      <a:moveTo>
                        <a:pt x="15" y="2829"/>
                      </a:moveTo>
                      <a:cubicBezTo>
                        <a:pt x="15" y="7322"/>
                        <a:pt x="1945" y="12457"/>
                        <a:pt x="8378" y="10531"/>
                      </a:cubicBezTo>
                      <a:cubicBezTo>
                        <a:pt x="14811" y="7964"/>
                        <a:pt x="12881" y="1546"/>
                        <a:pt x="6448" y="262"/>
                      </a:cubicBezTo>
                      <a:cubicBezTo>
                        <a:pt x="-628" y="-1022"/>
                        <a:pt x="15" y="2829"/>
                        <a:pt x="15" y="2829"/>
                      </a:cubicBezTo>
                      <a:close/>
                    </a:path>
                  </a:pathLst>
                </a:custGeom>
                <a:solidFill>
                  <a:schemeClr val="accent1"/>
                </a:solidFill>
                <a:ln w="6424" cap="flat">
                  <a:noFill/>
                  <a:prstDash val="solid"/>
                  <a:miter/>
                </a:ln>
              </p:spPr>
              <p:txBody>
                <a:bodyPr rtlCol="0" anchor="ctr"/>
                <a:lstStyle/>
                <a:p>
                  <a:endParaRPr lang="pt-BR"/>
                </a:p>
              </p:txBody>
            </p:sp>
            <p:sp>
              <p:nvSpPr>
                <p:cNvPr id="165" name="Freeform: Shape 164">
                  <a:extLst>
                    <a:ext uri="{FF2B5EF4-FFF2-40B4-BE49-F238E27FC236}">
                      <a16:creationId xmlns:a16="http://schemas.microsoft.com/office/drawing/2014/main" id="{AA441D60-595E-8A4B-B7D9-1C6BB6193D34}"/>
                    </a:ext>
                  </a:extLst>
                </p:cNvPr>
                <p:cNvSpPr/>
                <p:nvPr/>
              </p:nvSpPr>
              <p:spPr>
                <a:xfrm>
                  <a:off x="7103301" y="1756938"/>
                  <a:ext cx="36695" cy="35540"/>
                </a:xfrm>
                <a:custGeom>
                  <a:avLst/>
                  <a:gdLst>
                    <a:gd name="connsiteX0" fmla="*/ 18040 w 36695"/>
                    <a:gd name="connsiteY0" fmla="*/ 35409 h 35540"/>
                    <a:gd name="connsiteX1" fmla="*/ 36695 w 36695"/>
                    <a:gd name="connsiteY1" fmla="*/ 21931 h 35540"/>
                    <a:gd name="connsiteX2" fmla="*/ 16111 w 36695"/>
                    <a:gd name="connsiteY2" fmla="*/ 109 h 35540"/>
                    <a:gd name="connsiteX3" fmla="*/ 29 w 36695"/>
                    <a:gd name="connsiteY3" fmla="*/ 14229 h 35540"/>
                    <a:gd name="connsiteX4" fmla="*/ 18040 w 36695"/>
                    <a:gd name="connsiteY4" fmla="*/ 35409 h 35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95" h="35540">
                      <a:moveTo>
                        <a:pt x="18040" y="35409"/>
                      </a:moveTo>
                      <a:cubicBezTo>
                        <a:pt x="25760" y="36051"/>
                        <a:pt x="36695" y="34767"/>
                        <a:pt x="36695" y="21931"/>
                      </a:cubicBezTo>
                      <a:cubicBezTo>
                        <a:pt x="36695" y="9094"/>
                        <a:pt x="28976" y="-1175"/>
                        <a:pt x="16111" y="109"/>
                      </a:cubicBezTo>
                      <a:cubicBezTo>
                        <a:pt x="3245" y="1392"/>
                        <a:pt x="29" y="14229"/>
                        <a:pt x="29" y="14229"/>
                      </a:cubicBezTo>
                      <a:cubicBezTo>
                        <a:pt x="-615" y="27707"/>
                        <a:pt x="9678" y="34767"/>
                        <a:pt x="18040" y="35409"/>
                      </a:cubicBezTo>
                      <a:close/>
                    </a:path>
                  </a:pathLst>
                </a:custGeom>
                <a:solidFill>
                  <a:schemeClr val="accent1"/>
                </a:solidFill>
                <a:ln w="6424" cap="flat">
                  <a:noFill/>
                  <a:prstDash val="solid"/>
                  <a:miter/>
                </a:ln>
              </p:spPr>
              <p:txBody>
                <a:bodyPr rtlCol="0" anchor="ctr"/>
                <a:lstStyle/>
                <a:p>
                  <a:endParaRPr lang="pt-BR"/>
                </a:p>
              </p:txBody>
            </p:sp>
            <p:sp>
              <p:nvSpPr>
                <p:cNvPr id="166" name="Freeform: Shape 165">
                  <a:extLst>
                    <a:ext uri="{FF2B5EF4-FFF2-40B4-BE49-F238E27FC236}">
                      <a16:creationId xmlns:a16="http://schemas.microsoft.com/office/drawing/2014/main" id="{B0B8611A-3B7A-7282-6965-C14A56FC7463}"/>
                    </a:ext>
                  </a:extLst>
                </p:cNvPr>
                <p:cNvSpPr/>
                <p:nvPr/>
              </p:nvSpPr>
              <p:spPr>
                <a:xfrm>
                  <a:off x="5995616" y="1599523"/>
                  <a:ext cx="130418" cy="82695"/>
                </a:xfrm>
                <a:custGeom>
                  <a:avLst/>
                  <a:gdLst>
                    <a:gd name="connsiteX0" fmla="*/ 1287 w 130418"/>
                    <a:gd name="connsiteY0" fmla="*/ 18889 h 82695"/>
                    <a:gd name="connsiteX1" fmla="*/ 7076 w 130418"/>
                    <a:gd name="connsiteY1" fmla="*/ 30442 h 82695"/>
                    <a:gd name="connsiteX2" fmla="*/ 18012 w 130418"/>
                    <a:gd name="connsiteY2" fmla="*/ 40069 h 82695"/>
                    <a:gd name="connsiteX3" fmla="*/ 40526 w 130418"/>
                    <a:gd name="connsiteY3" fmla="*/ 43920 h 82695"/>
                    <a:gd name="connsiteX4" fmla="*/ 41813 w 130418"/>
                    <a:gd name="connsiteY4" fmla="*/ 41995 h 82695"/>
                    <a:gd name="connsiteX5" fmla="*/ 45029 w 130418"/>
                    <a:gd name="connsiteY5" fmla="*/ 56115 h 82695"/>
                    <a:gd name="connsiteX6" fmla="*/ 48889 w 130418"/>
                    <a:gd name="connsiteY6" fmla="*/ 63817 h 82695"/>
                    <a:gd name="connsiteX7" fmla="*/ 55321 w 130418"/>
                    <a:gd name="connsiteY7" fmla="*/ 70877 h 82695"/>
                    <a:gd name="connsiteX8" fmla="*/ 63041 w 130418"/>
                    <a:gd name="connsiteY8" fmla="*/ 76653 h 82695"/>
                    <a:gd name="connsiteX9" fmla="*/ 74620 w 130418"/>
                    <a:gd name="connsiteY9" fmla="*/ 79862 h 82695"/>
                    <a:gd name="connsiteX10" fmla="*/ 82982 w 130418"/>
                    <a:gd name="connsiteY10" fmla="*/ 80504 h 82695"/>
                    <a:gd name="connsiteX11" fmla="*/ 93274 w 130418"/>
                    <a:gd name="connsiteY11" fmla="*/ 81146 h 82695"/>
                    <a:gd name="connsiteX12" fmla="*/ 104210 w 130418"/>
                    <a:gd name="connsiteY12" fmla="*/ 77937 h 82695"/>
                    <a:gd name="connsiteX13" fmla="*/ 111286 w 130418"/>
                    <a:gd name="connsiteY13" fmla="*/ 72802 h 82695"/>
                    <a:gd name="connsiteX14" fmla="*/ 115146 w 130418"/>
                    <a:gd name="connsiteY14" fmla="*/ 51622 h 82695"/>
                    <a:gd name="connsiteX15" fmla="*/ 110643 w 130418"/>
                    <a:gd name="connsiteY15" fmla="*/ 41995 h 82695"/>
                    <a:gd name="connsiteX16" fmla="*/ 129941 w 130418"/>
                    <a:gd name="connsiteY16" fmla="*/ 22740 h 82695"/>
                    <a:gd name="connsiteX17" fmla="*/ 117719 w 130418"/>
                    <a:gd name="connsiteY17" fmla="*/ 16963 h 82695"/>
                    <a:gd name="connsiteX18" fmla="*/ 107426 w 130418"/>
                    <a:gd name="connsiteY18" fmla="*/ 9262 h 82695"/>
                    <a:gd name="connsiteX19" fmla="*/ 91345 w 130418"/>
                    <a:gd name="connsiteY19" fmla="*/ 276 h 82695"/>
                    <a:gd name="connsiteX20" fmla="*/ 72046 w 130418"/>
                    <a:gd name="connsiteY20" fmla="*/ 2201 h 82695"/>
                    <a:gd name="connsiteX21" fmla="*/ 63041 w 130418"/>
                    <a:gd name="connsiteY21" fmla="*/ 3485 h 82695"/>
                    <a:gd name="connsiteX22" fmla="*/ 52105 w 130418"/>
                    <a:gd name="connsiteY22" fmla="*/ 9903 h 82695"/>
                    <a:gd name="connsiteX23" fmla="*/ 42456 w 130418"/>
                    <a:gd name="connsiteY23" fmla="*/ 22740 h 82695"/>
                    <a:gd name="connsiteX24" fmla="*/ 41169 w 130418"/>
                    <a:gd name="connsiteY24" fmla="*/ 25307 h 82695"/>
                    <a:gd name="connsiteX25" fmla="*/ 40526 w 130418"/>
                    <a:gd name="connsiteY25" fmla="*/ 24024 h 82695"/>
                    <a:gd name="connsiteX26" fmla="*/ 30877 w 130418"/>
                    <a:gd name="connsiteY26" fmla="*/ 9903 h 82695"/>
                    <a:gd name="connsiteX27" fmla="*/ 18655 w 130418"/>
                    <a:gd name="connsiteY27" fmla="*/ 2201 h 82695"/>
                    <a:gd name="connsiteX28" fmla="*/ 643 w 130418"/>
                    <a:gd name="connsiteY28" fmla="*/ 1560 h 82695"/>
                    <a:gd name="connsiteX29" fmla="*/ 1287 w 130418"/>
                    <a:gd name="connsiteY29" fmla="*/ 18889 h 82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0418" h="82695">
                      <a:moveTo>
                        <a:pt x="1287" y="18889"/>
                      </a:moveTo>
                      <a:cubicBezTo>
                        <a:pt x="3216" y="23382"/>
                        <a:pt x="5146" y="27233"/>
                        <a:pt x="7076" y="30442"/>
                      </a:cubicBezTo>
                      <a:cubicBezTo>
                        <a:pt x="9006" y="34293"/>
                        <a:pt x="11579" y="34293"/>
                        <a:pt x="18012" y="40069"/>
                      </a:cubicBezTo>
                      <a:cubicBezTo>
                        <a:pt x="24444" y="46487"/>
                        <a:pt x="37310" y="45846"/>
                        <a:pt x="40526" y="43920"/>
                      </a:cubicBezTo>
                      <a:cubicBezTo>
                        <a:pt x="41169" y="43278"/>
                        <a:pt x="41813" y="42637"/>
                        <a:pt x="41813" y="41995"/>
                      </a:cubicBezTo>
                      <a:cubicBezTo>
                        <a:pt x="43099" y="47129"/>
                        <a:pt x="45672" y="53548"/>
                        <a:pt x="45029" y="56115"/>
                      </a:cubicBezTo>
                      <a:cubicBezTo>
                        <a:pt x="45029" y="60608"/>
                        <a:pt x="45029" y="62533"/>
                        <a:pt x="48889" y="63817"/>
                      </a:cubicBezTo>
                      <a:cubicBezTo>
                        <a:pt x="52748" y="64459"/>
                        <a:pt x="54678" y="68951"/>
                        <a:pt x="55321" y="70877"/>
                      </a:cubicBezTo>
                      <a:cubicBezTo>
                        <a:pt x="56608" y="73444"/>
                        <a:pt x="59181" y="76011"/>
                        <a:pt x="63041" y="76653"/>
                      </a:cubicBezTo>
                      <a:cubicBezTo>
                        <a:pt x="66900" y="77295"/>
                        <a:pt x="71403" y="79862"/>
                        <a:pt x="74620" y="79862"/>
                      </a:cubicBezTo>
                      <a:cubicBezTo>
                        <a:pt x="77193" y="79862"/>
                        <a:pt x="81696" y="79221"/>
                        <a:pt x="82982" y="80504"/>
                      </a:cubicBezTo>
                      <a:cubicBezTo>
                        <a:pt x="84912" y="81788"/>
                        <a:pt x="89415" y="84355"/>
                        <a:pt x="93274" y="81146"/>
                      </a:cubicBezTo>
                      <a:cubicBezTo>
                        <a:pt x="97777" y="77937"/>
                        <a:pt x="99707" y="77295"/>
                        <a:pt x="104210" y="77937"/>
                      </a:cubicBezTo>
                      <a:cubicBezTo>
                        <a:pt x="108713" y="78579"/>
                        <a:pt x="107426" y="78579"/>
                        <a:pt x="111286" y="72802"/>
                      </a:cubicBezTo>
                      <a:cubicBezTo>
                        <a:pt x="114502" y="67026"/>
                        <a:pt x="117075" y="55473"/>
                        <a:pt x="115146" y="51622"/>
                      </a:cubicBezTo>
                      <a:cubicBezTo>
                        <a:pt x="112573" y="47771"/>
                        <a:pt x="106783" y="45846"/>
                        <a:pt x="110643" y="41995"/>
                      </a:cubicBezTo>
                      <a:cubicBezTo>
                        <a:pt x="114502" y="38144"/>
                        <a:pt x="128011" y="28516"/>
                        <a:pt x="129941" y="22740"/>
                      </a:cubicBezTo>
                      <a:cubicBezTo>
                        <a:pt x="132514" y="16322"/>
                        <a:pt x="124151" y="16963"/>
                        <a:pt x="117719" y="16963"/>
                      </a:cubicBezTo>
                      <a:cubicBezTo>
                        <a:pt x="111929" y="16963"/>
                        <a:pt x="109356" y="14396"/>
                        <a:pt x="107426" y="9262"/>
                      </a:cubicBezTo>
                      <a:cubicBezTo>
                        <a:pt x="105497" y="4127"/>
                        <a:pt x="100350" y="-366"/>
                        <a:pt x="91345" y="276"/>
                      </a:cubicBezTo>
                      <a:cubicBezTo>
                        <a:pt x="82339" y="918"/>
                        <a:pt x="74620" y="2843"/>
                        <a:pt x="72046" y="2201"/>
                      </a:cubicBezTo>
                      <a:cubicBezTo>
                        <a:pt x="68830" y="1560"/>
                        <a:pt x="67544" y="276"/>
                        <a:pt x="63041" y="3485"/>
                      </a:cubicBezTo>
                      <a:cubicBezTo>
                        <a:pt x="58538" y="6694"/>
                        <a:pt x="55321" y="9262"/>
                        <a:pt x="52105" y="9903"/>
                      </a:cubicBezTo>
                      <a:cubicBezTo>
                        <a:pt x="48889" y="10545"/>
                        <a:pt x="45672" y="14396"/>
                        <a:pt x="42456" y="22740"/>
                      </a:cubicBezTo>
                      <a:cubicBezTo>
                        <a:pt x="41813" y="24024"/>
                        <a:pt x="41813" y="24665"/>
                        <a:pt x="41169" y="25307"/>
                      </a:cubicBezTo>
                      <a:cubicBezTo>
                        <a:pt x="41169" y="24665"/>
                        <a:pt x="40526" y="24024"/>
                        <a:pt x="40526" y="24024"/>
                      </a:cubicBezTo>
                      <a:cubicBezTo>
                        <a:pt x="36023" y="18889"/>
                        <a:pt x="36667" y="14396"/>
                        <a:pt x="30877" y="9903"/>
                      </a:cubicBezTo>
                      <a:cubicBezTo>
                        <a:pt x="25731" y="4769"/>
                        <a:pt x="18655" y="2201"/>
                        <a:pt x="18655" y="2201"/>
                      </a:cubicBezTo>
                      <a:cubicBezTo>
                        <a:pt x="18655" y="2201"/>
                        <a:pt x="3860" y="-2291"/>
                        <a:pt x="643" y="1560"/>
                      </a:cubicBezTo>
                      <a:cubicBezTo>
                        <a:pt x="0" y="4769"/>
                        <a:pt x="-643" y="14396"/>
                        <a:pt x="1287" y="18889"/>
                      </a:cubicBezTo>
                      <a:close/>
                    </a:path>
                  </a:pathLst>
                </a:custGeom>
                <a:solidFill>
                  <a:schemeClr val="accent1"/>
                </a:solidFill>
                <a:ln w="6424" cap="flat">
                  <a:noFill/>
                  <a:prstDash val="solid"/>
                  <a:miter/>
                </a:ln>
              </p:spPr>
              <p:txBody>
                <a:bodyPr rtlCol="0" anchor="ctr"/>
                <a:lstStyle/>
                <a:p>
                  <a:endParaRPr lang="pt-BR"/>
                </a:p>
              </p:txBody>
            </p:sp>
            <p:sp>
              <p:nvSpPr>
                <p:cNvPr id="167" name="Freeform: Shape 166">
                  <a:extLst>
                    <a:ext uri="{FF2B5EF4-FFF2-40B4-BE49-F238E27FC236}">
                      <a16:creationId xmlns:a16="http://schemas.microsoft.com/office/drawing/2014/main" id="{B086E955-5980-B950-37A6-2F753F89AB78}"/>
                    </a:ext>
                  </a:extLst>
                </p:cNvPr>
                <p:cNvSpPr/>
                <p:nvPr/>
              </p:nvSpPr>
              <p:spPr>
                <a:xfrm>
                  <a:off x="6183452" y="1670750"/>
                  <a:ext cx="27219" cy="24813"/>
                </a:xfrm>
                <a:custGeom>
                  <a:avLst/>
                  <a:gdLst>
                    <a:gd name="connsiteX0" fmla="*/ 19298 w 27219"/>
                    <a:gd name="connsiteY0" fmla="*/ 24682 h 24813"/>
                    <a:gd name="connsiteX1" fmla="*/ 25731 w 27219"/>
                    <a:gd name="connsiteY1" fmla="*/ 10561 h 24813"/>
                    <a:gd name="connsiteX2" fmla="*/ 3216 w 27219"/>
                    <a:gd name="connsiteY2" fmla="*/ 1576 h 24813"/>
                    <a:gd name="connsiteX3" fmla="*/ 643 w 27219"/>
                    <a:gd name="connsiteY3" fmla="*/ 11845 h 24813"/>
                    <a:gd name="connsiteX4" fmla="*/ 19298 w 27219"/>
                    <a:gd name="connsiteY4" fmla="*/ 24682 h 24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19" h="24813">
                      <a:moveTo>
                        <a:pt x="19298" y="24682"/>
                      </a:moveTo>
                      <a:cubicBezTo>
                        <a:pt x="27017" y="25965"/>
                        <a:pt x="28947" y="17621"/>
                        <a:pt x="25731" y="10561"/>
                      </a:cubicBezTo>
                      <a:cubicBezTo>
                        <a:pt x="21871" y="2859"/>
                        <a:pt x="8363" y="-2917"/>
                        <a:pt x="3216" y="1576"/>
                      </a:cubicBezTo>
                      <a:cubicBezTo>
                        <a:pt x="-1930" y="6069"/>
                        <a:pt x="643" y="11845"/>
                        <a:pt x="643" y="11845"/>
                      </a:cubicBezTo>
                      <a:cubicBezTo>
                        <a:pt x="643" y="11845"/>
                        <a:pt x="11579" y="24040"/>
                        <a:pt x="19298" y="24682"/>
                      </a:cubicBezTo>
                      <a:close/>
                    </a:path>
                  </a:pathLst>
                </a:custGeom>
                <a:solidFill>
                  <a:schemeClr val="accent1"/>
                </a:solidFill>
                <a:ln w="6424" cap="flat">
                  <a:noFill/>
                  <a:prstDash val="solid"/>
                  <a:miter/>
                </a:ln>
              </p:spPr>
              <p:txBody>
                <a:bodyPr rtlCol="0" anchor="ctr"/>
                <a:lstStyle/>
                <a:p>
                  <a:endParaRPr lang="pt-BR"/>
                </a:p>
              </p:txBody>
            </p:sp>
            <p:sp>
              <p:nvSpPr>
                <p:cNvPr id="168" name="Freeform: Shape 167">
                  <a:extLst>
                    <a:ext uri="{FF2B5EF4-FFF2-40B4-BE49-F238E27FC236}">
                      <a16:creationId xmlns:a16="http://schemas.microsoft.com/office/drawing/2014/main" id="{A2FC1B39-BFD4-0E32-B16A-EB41620FCA90}"/>
                    </a:ext>
                  </a:extLst>
                </p:cNvPr>
                <p:cNvSpPr/>
                <p:nvPr/>
              </p:nvSpPr>
              <p:spPr>
                <a:xfrm>
                  <a:off x="5737996" y="1937302"/>
                  <a:ext cx="57098" cy="55043"/>
                </a:xfrm>
                <a:custGeom>
                  <a:avLst/>
                  <a:gdLst>
                    <a:gd name="connsiteX0" fmla="*/ 56276 w 57098"/>
                    <a:gd name="connsiteY0" fmla="*/ 31547 h 55043"/>
                    <a:gd name="connsiteX1" fmla="*/ 46627 w 57098"/>
                    <a:gd name="connsiteY1" fmla="*/ 8441 h 55043"/>
                    <a:gd name="connsiteX2" fmla="*/ 21539 w 57098"/>
                    <a:gd name="connsiteY2" fmla="*/ 739 h 55043"/>
                    <a:gd name="connsiteX3" fmla="*/ 8031 w 57098"/>
                    <a:gd name="connsiteY3" fmla="*/ 14218 h 55043"/>
                    <a:gd name="connsiteX4" fmla="*/ 2241 w 57098"/>
                    <a:gd name="connsiteY4" fmla="*/ 22562 h 55043"/>
                    <a:gd name="connsiteX5" fmla="*/ 955 w 57098"/>
                    <a:gd name="connsiteY5" fmla="*/ 36682 h 55043"/>
                    <a:gd name="connsiteX6" fmla="*/ 6101 w 57098"/>
                    <a:gd name="connsiteY6" fmla="*/ 49518 h 55043"/>
                    <a:gd name="connsiteX7" fmla="*/ 33118 w 57098"/>
                    <a:gd name="connsiteY7" fmla="*/ 54653 h 55043"/>
                    <a:gd name="connsiteX8" fmla="*/ 50487 w 57098"/>
                    <a:gd name="connsiteY8" fmla="*/ 44384 h 55043"/>
                    <a:gd name="connsiteX9" fmla="*/ 56276 w 57098"/>
                    <a:gd name="connsiteY9" fmla="*/ 31547 h 5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098" h="55043">
                      <a:moveTo>
                        <a:pt x="56276" y="31547"/>
                      </a:moveTo>
                      <a:cubicBezTo>
                        <a:pt x="54346" y="23845"/>
                        <a:pt x="54346" y="14218"/>
                        <a:pt x="46627" y="8441"/>
                      </a:cubicBezTo>
                      <a:cubicBezTo>
                        <a:pt x="38908" y="2665"/>
                        <a:pt x="29259" y="-1828"/>
                        <a:pt x="21539" y="739"/>
                      </a:cubicBezTo>
                      <a:cubicBezTo>
                        <a:pt x="13820" y="3949"/>
                        <a:pt x="8031" y="14218"/>
                        <a:pt x="8031" y="14218"/>
                      </a:cubicBezTo>
                      <a:cubicBezTo>
                        <a:pt x="8031" y="14218"/>
                        <a:pt x="4814" y="18711"/>
                        <a:pt x="2241" y="22562"/>
                      </a:cubicBezTo>
                      <a:cubicBezTo>
                        <a:pt x="311" y="26413"/>
                        <a:pt x="-975" y="28338"/>
                        <a:pt x="955" y="36682"/>
                      </a:cubicBezTo>
                      <a:cubicBezTo>
                        <a:pt x="2884" y="45025"/>
                        <a:pt x="2241" y="45025"/>
                        <a:pt x="6101" y="49518"/>
                      </a:cubicBezTo>
                      <a:cubicBezTo>
                        <a:pt x="10604" y="54011"/>
                        <a:pt x="27972" y="55937"/>
                        <a:pt x="33118" y="54653"/>
                      </a:cubicBezTo>
                      <a:cubicBezTo>
                        <a:pt x="38264" y="53369"/>
                        <a:pt x="44697" y="50802"/>
                        <a:pt x="50487" y="44384"/>
                      </a:cubicBezTo>
                      <a:cubicBezTo>
                        <a:pt x="56919" y="37965"/>
                        <a:pt x="58206" y="38607"/>
                        <a:pt x="56276" y="31547"/>
                      </a:cubicBezTo>
                      <a:close/>
                    </a:path>
                  </a:pathLst>
                </a:custGeom>
                <a:solidFill>
                  <a:schemeClr val="accent1"/>
                </a:solidFill>
                <a:ln w="6424" cap="flat">
                  <a:noFill/>
                  <a:prstDash val="solid"/>
                  <a:miter/>
                </a:ln>
              </p:spPr>
              <p:txBody>
                <a:bodyPr rtlCol="0" anchor="ctr"/>
                <a:lstStyle/>
                <a:p>
                  <a:endParaRPr lang="pt-BR"/>
                </a:p>
              </p:txBody>
            </p:sp>
            <p:sp>
              <p:nvSpPr>
                <p:cNvPr id="169" name="Freeform: Shape 168">
                  <a:extLst>
                    <a:ext uri="{FF2B5EF4-FFF2-40B4-BE49-F238E27FC236}">
                      <a16:creationId xmlns:a16="http://schemas.microsoft.com/office/drawing/2014/main" id="{7D7AB25D-6A77-2DC9-72BF-50FFCF178168}"/>
                    </a:ext>
                  </a:extLst>
                </p:cNvPr>
                <p:cNvSpPr/>
                <p:nvPr/>
              </p:nvSpPr>
              <p:spPr>
                <a:xfrm>
                  <a:off x="5668834" y="1903875"/>
                  <a:ext cx="53493" cy="42472"/>
                </a:xfrm>
                <a:custGeom>
                  <a:avLst/>
                  <a:gdLst>
                    <a:gd name="connsiteX0" fmla="*/ 1287 w 53493"/>
                    <a:gd name="connsiteY0" fmla="*/ 25823 h 42472"/>
                    <a:gd name="connsiteX1" fmla="*/ 12222 w 53493"/>
                    <a:gd name="connsiteY1" fmla="*/ 39301 h 42472"/>
                    <a:gd name="connsiteX2" fmla="*/ 35380 w 53493"/>
                    <a:gd name="connsiteY2" fmla="*/ 41226 h 42472"/>
                    <a:gd name="connsiteX3" fmla="*/ 51462 w 53493"/>
                    <a:gd name="connsiteY3" fmla="*/ 30315 h 42472"/>
                    <a:gd name="connsiteX4" fmla="*/ 41813 w 53493"/>
                    <a:gd name="connsiteY4" fmla="*/ 2075 h 42472"/>
                    <a:gd name="connsiteX5" fmla="*/ 16082 w 53493"/>
                    <a:gd name="connsiteY5" fmla="*/ 1433 h 42472"/>
                    <a:gd name="connsiteX6" fmla="*/ 15439 w 53493"/>
                    <a:gd name="connsiteY6" fmla="*/ 1433 h 42472"/>
                    <a:gd name="connsiteX7" fmla="*/ 5146 w 53493"/>
                    <a:gd name="connsiteY7" fmla="*/ 7851 h 42472"/>
                    <a:gd name="connsiteX8" fmla="*/ 1287 w 53493"/>
                    <a:gd name="connsiteY8" fmla="*/ 25823 h 42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493" h="42472">
                      <a:moveTo>
                        <a:pt x="1287" y="25823"/>
                      </a:moveTo>
                      <a:cubicBezTo>
                        <a:pt x="3860" y="32241"/>
                        <a:pt x="7076" y="38017"/>
                        <a:pt x="12222" y="39301"/>
                      </a:cubicBezTo>
                      <a:cubicBezTo>
                        <a:pt x="17368" y="40585"/>
                        <a:pt x="29590" y="44436"/>
                        <a:pt x="35380" y="41226"/>
                      </a:cubicBezTo>
                      <a:cubicBezTo>
                        <a:pt x="41169" y="38017"/>
                        <a:pt x="46316" y="39301"/>
                        <a:pt x="51462" y="30315"/>
                      </a:cubicBezTo>
                      <a:cubicBezTo>
                        <a:pt x="56608" y="21972"/>
                        <a:pt x="51462" y="6568"/>
                        <a:pt x="41813" y="2075"/>
                      </a:cubicBezTo>
                      <a:cubicBezTo>
                        <a:pt x="32807" y="-1776"/>
                        <a:pt x="18655" y="791"/>
                        <a:pt x="16082" y="1433"/>
                      </a:cubicBezTo>
                      <a:cubicBezTo>
                        <a:pt x="15439" y="1433"/>
                        <a:pt x="15439" y="1433"/>
                        <a:pt x="15439" y="1433"/>
                      </a:cubicBezTo>
                      <a:cubicBezTo>
                        <a:pt x="14152" y="1433"/>
                        <a:pt x="10292" y="3359"/>
                        <a:pt x="5146" y="7851"/>
                      </a:cubicBezTo>
                      <a:cubicBezTo>
                        <a:pt x="0" y="12344"/>
                        <a:pt x="-1287" y="18763"/>
                        <a:pt x="1287" y="25823"/>
                      </a:cubicBezTo>
                      <a:close/>
                    </a:path>
                  </a:pathLst>
                </a:custGeom>
                <a:solidFill>
                  <a:schemeClr val="accent1"/>
                </a:solidFill>
                <a:ln w="6424" cap="flat">
                  <a:noFill/>
                  <a:prstDash val="solid"/>
                  <a:miter/>
                </a:ln>
              </p:spPr>
              <p:txBody>
                <a:bodyPr rtlCol="0" anchor="ctr"/>
                <a:lstStyle/>
                <a:p>
                  <a:endParaRPr lang="pt-BR" dirty="0"/>
                </a:p>
              </p:txBody>
            </p:sp>
            <p:sp>
              <p:nvSpPr>
                <p:cNvPr id="170" name="Freeform: Shape 169">
                  <a:extLst>
                    <a:ext uri="{FF2B5EF4-FFF2-40B4-BE49-F238E27FC236}">
                      <a16:creationId xmlns:a16="http://schemas.microsoft.com/office/drawing/2014/main" id="{D7D57703-5B1C-41E9-9B9B-441C4F55E541}"/>
                    </a:ext>
                  </a:extLst>
                </p:cNvPr>
                <p:cNvSpPr/>
                <p:nvPr/>
              </p:nvSpPr>
              <p:spPr>
                <a:xfrm>
                  <a:off x="5674236" y="1791564"/>
                  <a:ext cx="57496" cy="59825"/>
                </a:xfrm>
                <a:custGeom>
                  <a:avLst/>
                  <a:gdLst>
                    <a:gd name="connsiteX0" fmla="*/ 11966 w 57496"/>
                    <a:gd name="connsiteY0" fmla="*/ 52129 h 59825"/>
                    <a:gd name="connsiteX1" fmla="*/ 37054 w 57496"/>
                    <a:gd name="connsiteY1" fmla="*/ 59189 h 59825"/>
                    <a:gd name="connsiteX2" fmla="*/ 56995 w 57496"/>
                    <a:gd name="connsiteY2" fmla="*/ 31591 h 59825"/>
                    <a:gd name="connsiteX3" fmla="*/ 35767 w 57496"/>
                    <a:gd name="connsiteY3" fmla="*/ 1425 h 59825"/>
                    <a:gd name="connsiteX4" fmla="*/ 8750 w 57496"/>
                    <a:gd name="connsiteY4" fmla="*/ 8485 h 59825"/>
                    <a:gd name="connsiteX5" fmla="*/ 1031 w 57496"/>
                    <a:gd name="connsiteY5" fmla="*/ 21321 h 59825"/>
                    <a:gd name="connsiteX6" fmla="*/ 11966 w 57496"/>
                    <a:gd name="connsiteY6" fmla="*/ 52129 h 5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96" h="59825">
                      <a:moveTo>
                        <a:pt x="11966" y="52129"/>
                      </a:moveTo>
                      <a:cubicBezTo>
                        <a:pt x="19042" y="55980"/>
                        <a:pt x="28691" y="61756"/>
                        <a:pt x="37054" y="59189"/>
                      </a:cubicBezTo>
                      <a:cubicBezTo>
                        <a:pt x="45416" y="56622"/>
                        <a:pt x="53779" y="42502"/>
                        <a:pt x="56995" y="31591"/>
                      </a:cubicBezTo>
                      <a:cubicBezTo>
                        <a:pt x="60212" y="20680"/>
                        <a:pt x="47346" y="5276"/>
                        <a:pt x="35767" y="1425"/>
                      </a:cubicBezTo>
                      <a:cubicBezTo>
                        <a:pt x="24188" y="-2426"/>
                        <a:pt x="15826" y="2067"/>
                        <a:pt x="8750" y="8485"/>
                      </a:cubicBezTo>
                      <a:cubicBezTo>
                        <a:pt x="2317" y="14903"/>
                        <a:pt x="1031" y="21321"/>
                        <a:pt x="1031" y="21321"/>
                      </a:cubicBezTo>
                      <a:cubicBezTo>
                        <a:pt x="-2829" y="37367"/>
                        <a:pt x="4890" y="48278"/>
                        <a:pt x="11966" y="52129"/>
                      </a:cubicBezTo>
                      <a:close/>
                    </a:path>
                  </a:pathLst>
                </a:custGeom>
                <a:solidFill>
                  <a:schemeClr val="accent1"/>
                </a:solidFill>
                <a:ln w="6424" cap="flat">
                  <a:noFill/>
                  <a:prstDash val="solid"/>
                  <a:miter/>
                </a:ln>
              </p:spPr>
              <p:txBody>
                <a:bodyPr rtlCol="0" anchor="ctr"/>
                <a:lstStyle/>
                <a:p>
                  <a:endParaRPr lang="pt-BR"/>
                </a:p>
              </p:txBody>
            </p:sp>
            <p:sp>
              <p:nvSpPr>
                <p:cNvPr id="171" name="Freeform: Shape 170">
                  <a:extLst>
                    <a:ext uri="{FF2B5EF4-FFF2-40B4-BE49-F238E27FC236}">
                      <a16:creationId xmlns:a16="http://schemas.microsoft.com/office/drawing/2014/main" id="{D5D5B8B1-7306-E757-2A7C-20DFC9E50777}"/>
                    </a:ext>
                  </a:extLst>
                </p:cNvPr>
                <p:cNvSpPr/>
                <p:nvPr/>
              </p:nvSpPr>
              <p:spPr>
                <a:xfrm>
                  <a:off x="5767098" y="1830215"/>
                  <a:ext cx="55599" cy="49420"/>
                </a:xfrm>
                <a:custGeom>
                  <a:avLst/>
                  <a:gdLst>
                    <a:gd name="connsiteX0" fmla="*/ 800 w 55599"/>
                    <a:gd name="connsiteY0" fmla="*/ 35300 h 49420"/>
                    <a:gd name="connsiteX1" fmla="*/ 26531 w 55599"/>
                    <a:gd name="connsiteY1" fmla="*/ 49421 h 49420"/>
                    <a:gd name="connsiteX2" fmla="*/ 52905 w 55599"/>
                    <a:gd name="connsiteY2" fmla="*/ 30808 h 49420"/>
                    <a:gd name="connsiteX3" fmla="*/ 32963 w 55599"/>
                    <a:gd name="connsiteY3" fmla="*/ 0 h 49420"/>
                    <a:gd name="connsiteX4" fmla="*/ 32963 w 55599"/>
                    <a:gd name="connsiteY4" fmla="*/ 0 h 49420"/>
                    <a:gd name="connsiteX5" fmla="*/ 9806 w 55599"/>
                    <a:gd name="connsiteY5" fmla="*/ 6418 h 49420"/>
                    <a:gd name="connsiteX6" fmla="*/ 9162 w 55599"/>
                    <a:gd name="connsiteY6" fmla="*/ 6418 h 49420"/>
                    <a:gd name="connsiteX7" fmla="*/ 800 w 55599"/>
                    <a:gd name="connsiteY7" fmla="*/ 35300 h 4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599" h="49420">
                      <a:moveTo>
                        <a:pt x="800" y="35300"/>
                      </a:moveTo>
                      <a:cubicBezTo>
                        <a:pt x="3373" y="47495"/>
                        <a:pt x="14309" y="49421"/>
                        <a:pt x="26531" y="49421"/>
                      </a:cubicBezTo>
                      <a:cubicBezTo>
                        <a:pt x="38753" y="49421"/>
                        <a:pt x="63840" y="46212"/>
                        <a:pt x="52905" y="30808"/>
                      </a:cubicBezTo>
                      <a:cubicBezTo>
                        <a:pt x="43256" y="16687"/>
                        <a:pt x="36823" y="6418"/>
                        <a:pt x="32963" y="0"/>
                      </a:cubicBezTo>
                      <a:cubicBezTo>
                        <a:pt x="32963" y="0"/>
                        <a:pt x="32963" y="0"/>
                        <a:pt x="32963" y="0"/>
                      </a:cubicBezTo>
                      <a:cubicBezTo>
                        <a:pt x="33607" y="10911"/>
                        <a:pt x="11735" y="5135"/>
                        <a:pt x="9806" y="6418"/>
                      </a:cubicBezTo>
                      <a:cubicBezTo>
                        <a:pt x="9806" y="6418"/>
                        <a:pt x="9162" y="6418"/>
                        <a:pt x="9162" y="6418"/>
                      </a:cubicBezTo>
                      <a:cubicBezTo>
                        <a:pt x="2086" y="12195"/>
                        <a:pt x="-1773" y="23106"/>
                        <a:pt x="800" y="35300"/>
                      </a:cubicBezTo>
                      <a:close/>
                    </a:path>
                  </a:pathLst>
                </a:custGeom>
                <a:solidFill>
                  <a:schemeClr val="accent1"/>
                </a:solidFill>
                <a:ln w="6424" cap="flat">
                  <a:noFill/>
                  <a:prstDash val="solid"/>
                  <a:miter/>
                </a:ln>
              </p:spPr>
              <p:txBody>
                <a:bodyPr rtlCol="0" anchor="ctr"/>
                <a:lstStyle/>
                <a:p>
                  <a:endParaRPr lang="pt-BR"/>
                </a:p>
              </p:txBody>
            </p:sp>
            <p:sp>
              <p:nvSpPr>
                <p:cNvPr id="172" name="Freeform: Shape 171">
                  <a:extLst>
                    <a:ext uri="{FF2B5EF4-FFF2-40B4-BE49-F238E27FC236}">
                      <a16:creationId xmlns:a16="http://schemas.microsoft.com/office/drawing/2014/main" id="{B5BD76AA-A480-FC15-23F3-641DBB1D2CC7}"/>
                    </a:ext>
                  </a:extLst>
                </p:cNvPr>
                <p:cNvSpPr/>
                <p:nvPr/>
              </p:nvSpPr>
              <p:spPr>
                <a:xfrm>
                  <a:off x="5792843" y="1816995"/>
                  <a:ext cx="6575" cy="13220"/>
                </a:xfrm>
                <a:custGeom>
                  <a:avLst/>
                  <a:gdLst>
                    <a:gd name="connsiteX0" fmla="*/ 6576 w 6575"/>
                    <a:gd name="connsiteY0" fmla="*/ 13220 h 13220"/>
                    <a:gd name="connsiteX1" fmla="*/ 6576 w 6575"/>
                    <a:gd name="connsiteY1" fmla="*/ 13220 h 13220"/>
                    <a:gd name="connsiteX2" fmla="*/ 6576 w 6575"/>
                    <a:gd name="connsiteY2" fmla="*/ 13220 h 13220"/>
                  </a:gdLst>
                  <a:ahLst/>
                  <a:cxnLst>
                    <a:cxn ang="0">
                      <a:pos x="connsiteX0" y="connsiteY0"/>
                    </a:cxn>
                    <a:cxn ang="0">
                      <a:pos x="connsiteX1" y="connsiteY1"/>
                    </a:cxn>
                    <a:cxn ang="0">
                      <a:pos x="connsiteX2" y="connsiteY2"/>
                    </a:cxn>
                  </a:cxnLst>
                  <a:rect l="l" t="t" r="r" b="b"/>
                  <a:pathLst>
                    <a:path w="6575" h="13220">
                      <a:moveTo>
                        <a:pt x="6576" y="13220"/>
                      </a:moveTo>
                      <a:cubicBezTo>
                        <a:pt x="6576" y="4877"/>
                        <a:pt x="-8220" y="-11811"/>
                        <a:pt x="6576" y="13220"/>
                      </a:cubicBezTo>
                      <a:lnTo>
                        <a:pt x="6576" y="13220"/>
                      </a:lnTo>
                      <a:close/>
                    </a:path>
                  </a:pathLst>
                </a:custGeom>
                <a:solidFill>
                  <a:srgbClr val="9D70F2"/>
                </a:solidFill>
                <a:ln w="6424" cap="flat">
                  <a:noFill/>
                  <a:prstDash val="solid"/>
                  <a:miter/>
                </a:ln>
              </p:spPr>
              <p:txBody>
                <a:bodyPr rtlCol="0" anchor="ctr"/>
                <a:lstStyle/>
                <a:p>
                  <a:endParaRPr lang="pt-BR"/>
                </a:p>
              </p:txBody>
            </p:sp>
            <p:sp>
              <p:nvSpPr>
                <p:cNvPr id="173" name="Freeform: Shape 172">
                  <a:extLst>
                    <a:ext uri="{FF2B5EF4-FFF2-40B4-BE49-F238E27FC236}">
                      <a16:creationId xmlns:a16="http://schemas.microsoft.com/office/drawing/2014/main" id="{0E3A9331-407D-5E1D-326A-D52D9265BF29}"/>
                    </a:ext>
                  </a:extLst>
                </p:cNvPr>
                <p:cNvSpPr/>
                <p:nvPr/>
              </p:nvSpPr>
              <p:spPr>
                <a:xfrm>
                  <a:off x="6081682" y="1716468"/>
                  <a:ext cx="33284" cy="31261"/>
                </a:xfrm>
                <a:custGeom>
                  <a:avLst/>
                  <a:gdLst>
                    <a:gd name="connsiteX0" fmla="*/ 16857 w 33284"/>
                    <a:gd name="connsiteY0" fmla="*/ 786 h 31261"/>
                    <a:gd name="connsiteX1" fmla="*/ 132 w 33284"/>
                    <a:gd name="connsiteY1" fmla="*/ 8488 h 31261"/>
                    <a:gd name="connsiteX2" fmla="*/ 13641 w 33284"/>
                    <a:gd name="connsiteY2" fmla="*/ 29026 h 31261"/>
                    <a:gd name="connsiteX3" fmla="*/ 32296 w 33284"/>
                    <a:gd name="connsiteY3" fmla="*/ 23892 h 31261"/>
                    <a:gd name="connsiteX4" fmla="*/ 16857 w 33284"/>
                    <a:gd name="connsiteY4" fmla="*/ 786 h 3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84" h="31261">
                      <a:moveTo>
                        <a:pt x="16857" y="786"/>
                      </a:moveTo>
                      <a:cubicBezTo>
                        <a:pt x="2705" y="-3065"/>
                        <a:pt x="132" y="8488"/>
                        <a:pt x="132" y="8488"/>
                      </a:cubicBezTo>
                      <a:cubicBezTo>
                        <a:pt x="-1154" y="16832"/>
                        <a:pt x="7208" y="24533"/>
                        <a:pt x="13641" y="29026"/>
                      </a:cubicBezTo>
                      <a:cubicBezTo>
                        <a:pt x="20074" y="33519"/>
                        <a:pt x="28436" y="30952"/>
                        <a:pt x="32296" y="23892"/>
                      </a:cubicBezTo>
                      <a:cubicBezTo>
                        <a:pt x="35512" y="17473"/>
                        <a:pt x="31009" y="4637"/>
                        <a:pt x="16857" y="786"/>
                      </a:cubicBezTo>
                      <a:close/>
                    </a:path>
                  </a:pathLst>
                </a:custGeom>
                <a:solidFill>
                  <a:schemeClr val="accent1"/>
                </a:solidFill>
                <a:ln w="6424" cap="flat">
                  <a:noFill/>
                  <a:prstDash val="solid"/>
                  <a:miter/>
                </a:ln>
              </p:spPr>
              <p:txBody>
                <a:bodyPr rtlCol="0" anchor="ctr"/>
                <a:lstStyle/>
                <a:p>
                  <a:endParaRPr lang="pt-BR"/>
                </a:p>
              </p:txBody>
            </p:sp>
            <p:sp>
              <p:nvSpPr>
                <p:cNvPr id="174" name="Freeform: Shape 173">
                  <a:extLst>
                    <a:ext uri="{FF2B5EF4-FFF2-40B4-BE49-F238E27FC236}">
                      <a16:creationId xmlns:a16="http://schemas.microsoft.com/office/drawing/2014/main" id="{6D0C1095-2393-FD62-31AE-9CCAEE6FEAD8}"/>
                    </a:ext>
                  </a:extLst>
                </p:cNvPr>
                <p:cNvSpPr/>
                <p:nvPr/>
              </p:nvSpPr>
              <p:spPr>
                <a:xfrm>
                  <a:off x="6361208" y="1543088"/>
                  <a:ext cx="60182" cy="48950"/>
                </a:xfrm>
                <a:custGeom>
                  <a:avLst/>
                  <a:gdLst>
                    <a:gd name="connsiteX0" fmla="*/ 3646 w 60182"/>
                    <a:gd name="connsiteY0" fmla="*/ 27187 h 48950"/>
                    <a:gd name="connsiteX1" fmla="*/ 25517 w 60182"/>
                    <a:gd name="connsiteY1" fmla="*/ 33605 h 48950"/>
                    <a:gd name="connsiteX2" fmla="*/ 39669 w 60182"/>
                    <a:gd name="connsiteY2" fmla="*/ 36814 h 48950"/>
                    <a:gd name="connsiteX3" fmla="*/ 56394 w 60182"/>
                    <a:gd name="connsiteY3" fmla="*/ 48367 h 48950"/>
                    <a:gd name="connsiteX4" fmla="*/ 54464 w 60182"/>
                    <a:gd name="connsiteY4" fmla="*/ 32963 h 48950"/>
                    <a:gd name="connsiteX5" fmla="*/ 39026 w 60182"/>
                    <a:gd name="connsiteY5" fmla="*/ 21410 h 48950"/>
                    <a:gd name="connsiteX6" fmla="*/ 40956 w 60182"/>
                    <a:gd name="connsiteY6" fmla="*/ 12425 h 48950"/>
                    <a:gd name="connsiteX7" fmla="*/ 31307 w 60182"/>
                    <a:gd name="connsiteY7" fmla="*/ 2156 h 48950"/>
                    <a:gd name="connsiteX8" fmla="*/ 7505 w 60182"/>
                    <a:gd name="connsiteY8" fmla="*/ 4723 h 48950"/>
                    <a:gd name="connsiteX9" fmla="*/ 3646 w 60182"/>
                    <a:gd name="connsiteY9" fmla="*/ 27187 h 4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182" h="48950">
                      <a:moveTo>
                        <a:pt x="3646" y="27187"/>
                      </a:moveTo>
                      <a:cubicBezTo>
                        <a:pt x="10079" y="34889"/>
                        <a:pt x="17155" y="36172"/>
                        <a:pt x="25517" y="33605"/>
                      </a:cubicBezTo>
                      <a:cubicBezTo>
                        <a:pt x="33880" y="31038"/>
                        <a:pt x="36453" y="32963"/>
                        <a:pt x="39669" y="36814"/>
                      </a:cubicBezTo>
                      <a:cubicBezTo>
                        <a:pt x="42885" y="40665"/>
                        <a:pt x="48032" y="51576"/>
                        <a:pt x="56394" y="48367"/>
                      </a:cubicBezTo>
                      <a:cubicBezTo>
                        <a:pt x="64757" y="45158"/>
                        <a:pt x="57037" y="34889"/>
                        <a:pt x="54464" y="32963"/>
                      </a:cubicBezTo>
                      <a:cubicBezTo>
                        <a:pt x="51248" y="31038"/>
                        <a:pt x="40312" y="23978"/>
                        <a:pt x="39026" y="21410"/>
                      </a:cubicBezTo>
                      <a:cubicBezTo>
                        <a:pt x="38383" y="18843"/>
                        <a:pt x="42885" y="16276"/>
                        <a:pt x="40956" y="12425"/>
                      </a:cubicBezTo>
                      <a:cubicBezTo>
                        <a:pt x="40956" y="12425"/>
                        <a:pt x="38383" y="5365"/>
                        <a:pt x="31307" y="2156"/>
                      </a:cubicBezTo>
                      <a:cubicBezTo>
                        <a:pt x="24231" y="-1053"/>
                        <a:pt x="15225" y="-1053"/>
                        <a:pt x="7505" y="4723"/>
                      </a:cubicBezTo>
                      <a:cubicBezTo>
                        <a:pt x="-214" y="9216"/>
                        <a:pt x="-2787" y="18843"/>
                        <a:pt x="3646" y="27187"/>
                      </a:cubicBezTo>
                      <a:close/>
                    </a:path>
                  </a:pathLst>
                </a:custGeom>
                <a:solidFill>
                  <a:schemeClr val="accent1"/>
                </a:solidFill>
                <a:ln w="6424" cap="flat">
                  <a:noFill/>
                  <a:prstDash val="solid"/>
                  <a:miter/>
                </a:ln>
              </p:spPr>
              <p:txBody>
                <a:bodyPr rtlCol="0" anchor="ctr"/>
                <a:lstStyle/>
                <a:p>
                  <a:endParaRPr lang="pt-BR"/>
                </a:p>
              </p:txBody>
            </p:sp>
            <p:sp>
              <p:nvSpPr>
                <p:cNvPr id="175" name="Freeform: Shape 174">
                  <a:extLst>
                    <a:ext uri="{FF2B5EF4-FFF2-40B4-BE49-F238E27FC236}">
                      <a16:creationId xmlns:a16="http://schemas.microsoft.com/office/drawing/2014/main" id="{7DA0B788-A958-4F00-219C-363D85469AE2}"/>
                    </a:ext>
                  </a:extLst>
                </p:cNvPr>
                <p:cNvSpPr/>
                <p:nvPr/>
              </p:nvSpPr>
              <p:spPr>
                <a:xfrm>
                  <a:off x="6260014" y="1374555"/>
                  <a:ext cx="100771" cy="111788"/>
                </a:xfrm>
                <a:custGeom>
                  <a:avLst/>
                  <a:gdLst>
                    <a:gd name="connsiteX0" fmla="*/ 19286 w 100771"/>
                    <a:gd name="connsiteY0" fmla="*/ 46816 h 111788"/>
                    <a:gd name="connsiteX1" fmla="*/ 27648 w 100771"/>
                    <a:gd name="connsiteY1" fmla="*/ 59011 h 111788"/>
                    <a:gd name="connsiteX2" fmla="*/ 36011 w 100771"/>
                    <a:gd name="connsiteY2" fmla="*/ 62220 h 111788"/>
                    <a:gd name="connsiteX3" fmla="*/ 49519 w 100771"/>
                    <a:gd name="connsiteY3" fmla="*/ 75056 h 111788"/>
                    <a:gd name="connsiteX4" fmla="*/ 61098 w 100771"/>
                    <a:gd name="connsiteY4" fmla="*/ 73773 h 111788"/>
                    <a:gd name="connsiteX5" fmla="*/ 64958 w 100771"/>
                    <a:gd name="connsiteY5" fmla="*/ 81475 h 111788"/>
                    <a:gd name="connsiteX6" fmla="*/ 87472 w 100771"/>
                    <a:gd name="connsiteY6" fmla="*/ 107790 h 111788"/>
                    <a:gd name="connsiteX7" fmla="*/ 99695 w 100771"/>
                    <a:gd name="connsiteY7" fmla="*/ 97520 h 111788"/>
                    <a:gd name="connsiteX8" fmla="*/ 86186 w 100771"/>
                    <a:gd name="connsiteY8" fmla="*/ 74415 h 111788"/>
                    <a:gd name="connsiteX9" fmla="*/ 75894 w 100771"/>
                    <a:gd name="connsiteY9" fmla="*/ 68638 h 111788"/>
                    <a:gd name="connsiteX10" fmla="*/ 73964 w 100771"/>
                    <a:gd name="connsiteY10" fmla="*/ 59653 h 111788"/>
                    <a:gd name="connsiteX11" fmla="*/ 68817 w 100771"/>
                    <a:gd name="connsiteY11" fmla="*/ 52593 h 111788"/>
                    <a:gd name="connsiteX12" fmla="*/ 68817 w 100771"/>
                    <a:gd name="connsiteY12" fmla="*/ 37831 h 111788"/>
                    <a:gd name="connsiteX13" fmla="*/ 60455 w 100771"/>
                    <a:gd name="connsiteY13" fmla="*/ 30129 h 111788"/>
                    <a:gd name="connsiteX14" fmla="*/ 55309 w 100771"/>
                    <a:gd name="connsiteY14" fmla="*/ 21785 h 111788"/>
                    <a:gd name="connsiteX15" fmla="*/ 47589 w 100771"/>
                    <a:gd name="connsiteY15" fmla="*/ 5097 h 111788"/>
                    <a:gd name="connsiteX16" fmla="*/ 27648 w 100771"/>
                    <a:gd name="connsiteY16" fmla="*/ 3172 h 111788"/>
                    <a:gd name="connsiteX17" fmla="*/ 18642 w 100771"/>
                    <a:gd name="connsiteY17" fmla="*/ 1246 h 111788"/>
                    <a:gd name="connsiteX18" fmla="*/ 1917 w 100771"/>
                    <a:gd name="connsiteY18" fmla="*/ 11516 h 111788"/>
                    <a:gd name="connsiteX19" fmla="*/ 4490 w 100771"/>
                    <a:gd name="connsiteY19" fmla="*/ 35263 h 111788"/>
                    <a:gd name="connsiteX20" fmla="*/ 19286 w 100771"/>
                    <a:gd name="connsiteY20" fmla="*/ 46816 h 11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0771" h="111788">
                      <a:moveTo>
                        <a:pt x="19286" y="46816"/>
                      </a:moveTo>
                      <a:cubicBezTo>
                        <a:pt x="23145" y="51309"/>
                        <a:pt x="21859" y="55160"/>
                        <a:pt x="27648" y="59011"/>
                      </a:cubicBezTo>
                      <a:cubicBezTo>
                        <a:pt x="32794" y="62862"/>
                        <a:pt x="32794" y="60294"/>
                        <a:pt x="36011" y="62220"/>
                      </a:cubicBezTo>
                      <a:cubicBezTo>
                        <a:pt x="39227" y="64145"/>
                        <a:pt x="43730" y="73131"/>
                        <a:pt x="49519" y="75056"/>
                      </a:cubicBezTo>
                      <a:cubicBezTo>
                        <a:pt x="55309" y="76982"/>
                        <a:pt x="58525" y="76340"/>
                        <a:pt x="61098" y="73773"/>
                      </a:cubicBezTo>
                      <a:cubicBezTo>
                        <a:pt x="63671" y="71206"/>
                        <a:pt x="64315" y="75056"/>
                        <a:pt x="64958" y="81475"/>
                      </a:cubicBezTo>
                      <a:cubicBezTo>
                        <a:pt x="65601" y="87251"/>
                        <a:pt x="73964" y="96879"/>
                        <a:pt x="87472" y="107790"/>
                      </a:cubicBezTo>
                      <a:cubicBezTo>
                        <a:pt x="100981" y="118701"/>
                        <a:pt x="102268" y="104580"/>
                        <a:pt x="99695" y="97520"/>
                      </a:cubicBezTo>
                      <a:cubicBezTo>
                        <a:pt x="97121" y="91102"/>
                        <a:pt x="88759" y="81475"/>
                        <a:pt x="86186" y="74415"/>
                      </a:cubicBezTo>
                      <a:cubicBezTo>
                        <a:pt x="83613" y="67355"/>
                        <a:pt x="80396" y="68638"/>
                        <a:pt x="75894" y="68638"/>
                      </a:cubicBezTo>
                      <a:cubicBezTo>
                        <a:pt x="71391" y="68638"/>
                        <a:pt x="74607" y="63504"/>
                        <a:pt x="73964" y="59653"/>
                      </a:cubicBezTo>
                      <a:cubicBezTo>
                        <a:pt x="73320" y="55160"/>
                        <a:pt x="71391" y="55802"/>
                        <a:pt x="68817" y="52593"/>
                      </a:cubicBezTo>
                      <a:cubicBezTo>
                        <a:pt x="66244" y="49383"/>
                        <a:pt x="68817" y="42323"/>
                        <a:pt x="68817" y="37831"/>
                      </a:cubicBezTo>
                      <a:cubicBezTo>
                        <a:pt x="68817" y="33338"/>
                        <a:pt x="66244" y="32054"/>
                        <a:pt x="60455" y="30129"/>
                      </a:cubicBezTo>
                      <a:cubicBezTo>
                        <a:pt x="54666" y="28845"/>
                        <a:pt x="55309" y="21785"/>
                        <a:pt x="55309" y="21785"/>
                      </a:cubicBezTo>
                      <a:cubicBezTo>
                        <a:pt x="54666" y="14083"/>
                        <a:pt x="54666" y="8307"/>
                        <a:pt x="47589" y="5097"/>
                      </a:cubicBezTo>
                      <a:cubicBezTo>
                        <a:pt x="41157" y="1888"/>
                        <a:pt x="32151" y="4456"/>
                        <a:pt x="27648" y="3172"/>
                      </a:cubicBezTo>
                      <a:cubicBezTo>
                        <a:pt x="23145" y="1888"/>
                        <a:pt x="23145" y="-1963"/>
                        <a:pt x="18642" y="1246"/>
                      </a:cubicBezTo>
                      <a:cubicBezTo>
                        <a:pt x="14139" y="3814"/>
                        <a:pt x="5777" y="4456"/>
                        <a:pt x="1917" y="11516"/>
                      </a:cubicBezTo>
                      <a:cubicBezTo>
                        <a:pt x="-2586" y="18576"/>
                        <a:pt x="1917" y="28203"/>
                        <a:pt x="4490" y="35263"/>
                      </a:cubicBezTo>
                      <a:cubicBezTo>
                        <a:pt x="9637" y="41682"/>
                        <a:pt x="15426" y="41682"/>
                        <a:pt x="19286" y="46816"/>
                      </a:cubicBezTo>
                      <a:close/>
                    </a:path>
                  </a:pathLst>
                </a:custGeom>
                <a:solidFill>
                  <a:schemeClr val="accent1"/>
                </a:solidFill>
                <a:ln w="6424" cap="flat">
                  <a:noFill/>
                  <a:prstDash val="solid"/>
                  <a:miter/>
                </a:ln>
              </p:spPr>
              <p:txBody>
                <a:bodyPr rtlCol="0" anchor="ctr"/>
                <a:lstStyle/>
                <a:p>
                  <a:endParaRPr lang="pt-BR"/>
                </a:p>
              </p:txBody>
            </p:sp>
            <p:sp>
              <p:nvSpPr>
                <p:cNvPr id="176" name="Freeform: Shape 175">
                  <a:extLst>
                    <a:ext uri="{FF2B5EF4-FFF2-40B4-BE49-F238E27FC236}">
                      <a16:creationId xmlns:a16="http://schemas.microsoft.com/office/drawing/2014/main" id="{F50C1E07-8334-6738-03F6-94EAA5730AE4}"/>
                    </a:ext>
                  </a:extLst>
                </p:cNvPr>
                <p:cNvSpPr/>
                <p:nvPr/>
              </p:nvSpPr>
              <p:spPr>
                <a:xfrm>
                  <a:off x="6264641" y="3349417"/>
                  <a:ext cx="69043" cy="68798"/>
                </a:xfrm>
                <a:custGeom>
                  <a:avLst/>
                  <a:gdLst>
                    <a:gd name="connsiteX0" fmla="*/ 51325 w 69043"/>
                    <a:gd name="connsiteY0" fmla="*/ 9627 h 68798"/>
                    <a:gd name="connsiteX1" fmla="*/ 24307 w 69043"/>
                    <a:gd name="connsiteY1" fmla="*/ 0 h 68798"/>
                    <a:gd name="connsiteX2" fmla="*/ 2436 w 69043"/>
                    <a:gd name="connsiteY2" fmla="*/ 14120 h 68798"/>
                    <a:gd name="connsiteX3" fmla="*/ 2436 w 69043"/>
                    <a:gd name="connsiteY3" fmla="*/ 34017 h 68798"/>
                    <a:gd name="connsiteX4" fmla="*/ 16588 w 69043"/>
                    <a:gd name="connsiteY4" fmla="*/ 51346 h 68798"/>
                    <a:gd name="connsiteX5" fmla="*/ 44249 w 69043"/>
                    <a:gd name="connsiteY5" fmla="*/ 68675 h 68798"/>
                    <a:gd name="connsiteX6" fmla="*/ 59687 w 69043"/>
                    <a:gd name="connsiteY6" fmla="*/ 57764 h 68798"/>
                    <a:gd name="connsiteX7" fmla="*/ 68050 w 69043"/>
                    <a:gd name="connsiteY7" fmla="*/ 34017 h 68798"/>
                    <a:gd name="connsiteX8" fmla="*/ 51325 w 69043"/>
                    <a:gd name="connsiteY8" fmla="*/ 9627 h 6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43" h="68798">
                      <a:moveTo>
                        <a:pt x="51325" y="9627"/>
                      </a:moveTo>
                      <a:cubicBezTo>
                        <a:pt x="40389" y="3209"/>
                        <a:pt x="32670" y="0"/>
                        <a:pt x="24307" y="0"/>
                      </a:cubicBezTo>
                      <a:cubicBezTo>
                        <a:pt x="15945" y="0"/>
                        <a:pt x="6296" y="5777"/>
                        <a:pt x="2436" y="14120"/>
                      </a:cubicBezTo>
                      <a:cubicBezTo>
                        <a:pt x="-1424" y="22464"/>
                        <a:pt x="-137" y="28882"/>
                        <a:pt x="2436" y="34017"/>
                      </a:cubicBezTo>
                      <a:cubicBezTo>
                        <a:pt x="2436" y="34017"/>
                        <a:pt x="10798" y="41719"/>
                        <a:pt x="16588" y="51346"/>
                      </a:cubicBezTo>
                      <a:cubicBezTo>
                        <a:pt x="23021" y="60973"/>
                        <a:pt x="32026" y="69959"/>
                        <a:pt x="44249" y="68675"/>
                      </a:cubicBezTo>
                      <a:cubicBezTo>
                        <a:pt x="56471" y="66750"/>
                        <a:pt x="55827" y="62257"/>
                        <a:pt x="59687" y="57764"/>
                      </a:cubicBezTo>
                      <a:cubicBezTo>
                        <a:pt x="63547" y="53272"/>
                        <a:pt x="71909" y="45570"/>
                        <a:pt x="68050" y="34017"/>
                      </a:cubicBezTo>
                      <a:cubicBezTo>
                        <a:pt x="64190" y="22464"/>
                        <a:pt x="62260" y="16046"/>
                        <a:pt x="51325" y="9627"/>
                      </a:cubicBezTo>
                      <a:close/>
                    </a:path>
                  </a:pathLst>
                </a:custGeom>
                <a:solidFill>
                  <a:schemeClr val="accent1"/>
                </a:solidFill>
                <a:ln w="6424" cap="flat">
                  <a:noFill/>
                  <a:prstDash val="solid"/>
                  <a:miter/>
                </a:ln>
              </p:spPr>
              <p:txBody>
                <a:bodyPr rtlCol="0" anchor="ctr"/>
                <a:lstStyle/>
                <a:p>
                  <a:endParaRPr lang="pt-BR"/>
                </a:p>
              </p:txBody>
            </p:sp>
            <p:sp>
              <p:nvSpPr>
                <p:cNvPr id="177" name="Freeform: Shape 176">
                  <a:extLst>
                    <a:ext uri="{FF2B5EF4-FFF2-40B4-BE49-F238E27FC236}">
                      <a16:creationId xmlns:a16="http://schemas.microsoft.com/office/drawing/2014/main" id="{4E62B01D-A120-8C3B-3718-AB66ABB38495}"/>
                    </a:ext>
                  </a:extLst>
                </p:cNvPr>
                <p:cNvSpPr/>
                <p:nvPr/>
              </p:nvSpPr>
              <p:spPr>
                <a:xfrm>
                  <a:off x="6736708" y="1429635"/>
                  <a:ext cx="69395" cy="74984"/>
                </a:xfrm>
                <a:custGeom>
                  <a:avLst/>
                  <a:gdLst>
                    <a:gd name="connsiteX0" fmla="*/ 15396 w 69395"/>
                    <a:gd name="connsiteY0" fmla="*/ 55277 h 74984"/>
                    <a:gd name="connsiteX1" fmla="*/ 32121 w 69395"/>
                    <a:gd name="connsiteY1" fmla="*/ 66830 h 74984"/>
                    <a:gd name="connsiteX2" fmla="*/ 42413 w 69395"/>
                    <a:gd name="connsiteY2" fmla="*/ 74532 h 74984"/>
                    <a:gd name="connsiteX3" fmla="*/ 52062 w 69395"/>
                    <a:gd name="connsiteY3" fmla="*/ 66189 h 74984"/>
                    <a:gd name="connsiteX4" fmla="*/ 68788 w 69395"/>
                    <a:gd name="connsiteY4" fmla="*/ 39874 h 74984"/>
                    <a:gd name="connsiteX5" fmla="*/ 64928 w 69395"/>
                    <a:gd name="connsiteY5" fmla="*/ 14201 h 74984"/>
                    <a:gd name="connsiteX6" fmla="*/ 49489 w 69395"/>
                    <a:gd name="connsiteY6" fmla="*/ 722 h 74984"/>
                    <a:gd name="connsiteX7" fmla="*/ 17326 w 69395"/>
                    <a:gd name="connsiteY7" fmla="*/ 8424 h 74984"/>
                    <a:gd name="connsiteX8" fmla="*/ 1244 w 69395"/>
                    <a:gd name="connsiteY8" fmla="*/ 35381 h 74984"/>
                    <a:gd name="connsiteX9" fmla="*/ 15396 w 69395"/>
                    <a:gd name="connsiteY9" fmla="*/ 55277 h 74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395" h="74984">
                      <a:moveTo>
                        <a:pt x="15396" y="55277"/>
                      </a:moveTo>
                      <a:cubicBezTo>
                        <a:pt x="19256" y="61696"/>
                        <a:pt x="25688" y="64905"/>
                        <a:pt x="32121" y="66830"/>
                      </a:cubicBezTo>
                      <a:cubicBezTo>
                        <a:pt x="38554" y="68756"/>
                        <a:pt x="38554" y="71965"/>
                        <a:pt x="42413" y="74532"/>
                      </a:cubicBezTo>
                      <a:cubicBezTo>
                        <a:pt x="46273" y="76458"/>
                        <a:pt x="48846" y="71965"/>
                        <a:pt x="52062" y="66189"/>
                      </a:cubicBezTo>
                      <a:cubicBezTo>
                        <a:pt x="55279" y="60412"/>
                        <a:pt x="66214" y="53994"/>
                        <a:pt x="68788" y="39874"/>
                      </a:cubicBezTo>
                      <a:cubicBezTo>
                        <a:pt x="71361" y="25753"/>
                        <a:pt x="64928" y="14201"/>
                        <a:pt x="64928" y="14201"/>
                      </a:cubicBezTo>
                      <a:cubicBezTo>
                        <a:pt x="62998" y="9708"/>
                        <a:pt x="58495" y="2006"/>
                        <a:pt x="49489" y="722"/>
                      </a:cubicBezTo>
                      <a:cubicBezTo>
                        <a:pt x="40484" y="-561"/>
                        <a:pt x="27618" y="-1203"/>
                        <a:pt x="17326" y="8424"/>
                      </a:cubicBezTo>
                      <a:cubicBezTo>
                        <a:pt x="7033" y="18052"/>
                        <a:pt x="6390" y="21903"/>
                        <a:pt x="1244" y="35381"/>
                      </a:cubicBezTo>
                      <a:cubicBezTo>
                        <a:pt x="-4545" y="48217"/>
                        <a:pt x="11536" y="48859"/>
                        <a:pt x="15396" y="55277"/>
                      </a:cubicBezTo>
                      <a:close/>
                    </a:path>
                  </a:pathLst>
                </a:custGeom>
                <a:solidFill>
                  <a:schemeClr val="accent1"/>
                </a:solidFill>
                <a:ln w="6424" cap="flat">
                  <a:noFill/>
                  <a:prstDash val="solid"/>
                  <a:miter/>
                </a:ln>
              </p:spPr>
              <p:txBody>
                <a:bodyPr rtlCol="0" anchor="ctr"/>
                <a:lstStyle/>
                <a:p>
                  <a:endParaRPr lang="pt-BR"/>
                </a:p>
              </p:txBody>
            </p:sp>
            <p:sp>
              <p:nvSpPr>
                <p:cNvPr id="178" name="Freeform: Shape 177">
                  <a:extLst>
                    <a:ext uri="{FF2B5EF4-FFF2-40B4-BE49-F238E27FC236}">
                      <a16:creationId xmlns:a16="http://schemas.microsoft.com/office/drawing/2014/main" id="{AAA9A598-5E34-93C9-44F6-C67586D0377D}"/>
                    </a:ext>
                  </a:extLst>
                </p:cNvPr>
                <p:cNvSpPr/>
                <p:nvPr/>
              </p:nvSpPr>
              <p:spPr>
                <a:xfrm>
                  <a:off x="5599281" y="1598044"/>
                  <a:ext cx="72524" cy="72864"/>
                </a:xfrm>
                <a:custGeom>
                  <a:avLst/>
                  <a:gdLst>
                    <a:gd name="connsiteX0" fmla="*/ 23238 w 72524"/>
                    <a:gd name="connsiteY0" fmla="*/ 67222 h 72864"/>
                    <a:gd name="connsiteX1" fmla="*/ 32887 w 72524"/>
                    <a:gd name="connsiteY1" fmla="*/ 71714 h 72864"/>
                    <a:gd name="connsiteX2" fmla="*/ 56045 w 72524"/>
                    <a:gd name="connsiteY2" fmla="*/ 67864 h 72864"/>
                    <a:gd name="connsiteX3" fmla="*/ 70840 w 72524"/>
                    <a:gd name="connsiteY3" fmla="*/ 39623 h 72864"/>
                    <a:gd name="connsiteX4" fmla="*/ 69554 w 72524"/>
                    <a:gd name="connsiteY4" fmla="*/ 18443 h 72864"/>
                    <a:gd name="connsiteX5" fmla="*/ 53472 w 72524"/>
                    <a:gd name="connsiteY5" fmla="*/ 4965 h 72864"/>
                    <a:gd name="connsiteX6" fmla="*/ 31601 w 72524"/>
                    <a:gd name="connsiteY6" fmla="*/ 472 h 72864"/>
                    <a:gd name="connsiteX7" fmla="*/ 7800 w 72524"/>
                    <a:gd name="connsiteY7" fmla="*/ 15234 h 72864"/>
                    <a:gd name="connsiteX8" fmla="*/ 1367 w 72524"/>
                    <a:gd name="connsiteY8" fmla="*/ 32563 h 72864"/>
                    <a:gd name="connsiteX9" fmla="*/ 3297 w 72524"/>
                    <a:gd name="connsiteY9" fmla="*/ 53102 h 72864"/>
                    <a:gd name="connsiteX10" fmla="*/ 23238 w 72524"/>
                    <a:gd name="connsiteY10" fmla="*/ 67222 h 7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524" h="72864">
                      <a:moveTo>
                        <a:pt x="23238" y="67222"/>
                      </a:moveTo>
                      <a:cubicBezTo>
                        <a:pt x="28384" y="66580"/>
                        <a:pt x="29027" y="69147"/>
                        <a:pt x="32887" y="71714"/>
                      </a:cubicBezTo>
                      <a:cubicBezTo>
                        <a:pt x="36747" y="74282"/>
                        <a:pt x="50255" y="72356"/>
                        <a:pt x="56045" y="67864"/>
                      </a:cubicBezTo>
                      <a:cubicBezTo>
                        <a:pt x="61834" y="63371"/>
                        <a:pt x="67624" y="51818"/>
                        <a:pt x="70840" y="39623"/>
                      </a:cubicBezTo>
                      <a:cubicBezTo>
                        <a:pt x="74056" y="27428"/>
                        <a:pt x="72127" y="23578"/>
                        <a:pt x="69554" y="18443"/>
                      </a:cubicBezTo>
                      <a:cubicBezTo>
                        <a:pt x="69554" y="18443"/>
                        <a:pt x="61191" y="9457"/>
                        <a:pt x="53472" y="4965"/>
                      </a:cubicBezTo>
                      <a:cubicBezTo>
                        <a:pt x="45753" y="472"/>
                        <a:pt x="43179" y="-812"/>
                        <a:pt x="31601" y="472"/>
                      </a:cubicBezTo>
                      <a:cubicBezTo>
                        <a:pt x="20022" y="1755"/>
                        <a:pt x="10373" y="6248"/>
                        <a:pt x="7800" y="15234"/>
                      </a:cubicBezTo>
                      <a:cubicBezTo>
                        <a:pt x="5226" y="24219"/>
                        <a:pt x="4583" y="26787"/>
                        <a:pt x="1367" y="32563"/>
                      </a:cubicBezTo>
                      <a:cubicBezTo>
                        <a:pt x="-1850" y="38340"/>
                        <a:pt x="1367" y="49892"/>
                        <a:pt x="3297" y="53102"/>
                      </a:cubicBezTo>
                      <a:cubicBezTo>
                        <a:pt x="5226" y="56311"/>
                        <a:pt x="18092" y="67864"/>
                        <a:pt x="23238" y="67222"/>
                      </a:cubicBezTo>
                      <a:close/>
                    </a:path>
                  </a:pathLst>
                </a:custGeom>
                <a:solidFill>
                  <a:schemeClr val="accent1"/>
                </a:solidFill>
                <a:ln w="6424" cap="flat">
                  <a:noFill/>
                  <a:prstDash val="solid"/>
                  <a:miter/>
                </a:ln>
              </p:spPr>
              <p:txBody>
                <a:bodyPr rtlCol="0" anchor="ctr"/>
                <a:lstStyle/>
                <a:p>
                  <a:endParaRPr lang="pt-BR"/>
                </a:p>
              </p:txBody>
            </p:sp>
            <p:sp>
              <p:nvSpPr>
                <p:cNvPr id="179" name="Freeform: Shape 178">
                  <a:extLst>
                    <a:ext uri="{FF2B5EF4-FFF2-40B4-BE49-F238E27FC236}">
                      <a16:creationId xmlns:a16="http://schemas.microsoft.com/office/drawing/2014/main" id="{3FF02268-8D48-33F1-3B8E-882F974FFDF3}"/>
                    </a:ext>
                  </a:extLst>
                </p:cNvPr>
                <p:cNvSpPr/>
                <p:nvPr/>
              </p:nvSpPr>
              <p:spPr>
                <a:xfrm>
                  <a:off x="5706820" y="1658045"/>
                  <a:ext cx="67780" cy="61133"/>
                </a:xfrm>
                <a:custGeom>
                  <a:avLst/>
                  <a:gdLst>
                    <a:gd name="connsiteX0" fmla="*/ 34061 w 67780"/>
                    <a:gd name="connsiteY0" fmla="*/ 61134 h 61133"/>
                    <a:gd name="connsiteX1" fmla="*/ 66224 w 67780"/>
                    <a:gd name="connsiteY1" fmla="*/ 32252 h 61133"/>
                    <a:gd name="connsiteX2" fmla="*/ 31488 w 67780"/>
                    <a:gd name="connsiteY2" fmla="*/ 160 h 61133"/>
                    <a:gd name="connsiteX3" fmla="*/ 12833 w 67780"/>
                    <a:gd name="connsiteY3" fmla="*/ 802 h 61133"/>
                    <a:gd name="connsiteX4" fmla="*/ 610 w 67780"/>
                    <a:gd name="connsiteY4" fmla="*/ 24550 h 61133"/>
                    <a:gd name="connsiteX5" fmla="*/ 34061 w 67780"/>
                    <a:gd name="connsiteY5" fmla="*/ 61134 h 6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780" h="61133">
                      <a:moveTo>
                        <a:pt x="34061" y="61134"/>
                      </a:moveTo>
                      <a:cubicBezTo>
                        <a:pt x="49499" y="60492"/>
                        <a:pt x="59148" y="49581"/>
                        <a:pt x="66224" y="32252"/>
                      </a:cubicBezTo>
                      <a:cubicBezTo>
                        <a:pt x="73300" y="14922"/>
                        <a:pt x="55289" y="2086"/>
                        <a:pt x="31488" y="160"/>
                      </a:cubicBezTo>
                      <a:cubicBezTo>
                        <a:pt x="31488" y="160"/>
                        <a:pt x="17979" y="-481"/>
                        <a:pt x="12833" y="802"/>
                      </a:cubicBezTo>
                      <a:cubicBezTo>
                        <a:pt x="7686" y="2086"/>
                        <a:pt x="-2606" y="10430"/>
                        <a:pt x="610" y="24550"/>
                      </a:cubicBezTo>
                      <a:cubicBezTo>
                        <a:pt x="3184" y="37386"/>
                        <a:pt x="19265" y="61134"/>
                        <a:pt x="34061" y="61134"/>
                      </a:cubicBezTo>
                      <a:close/>
                    </a:path>
                  </a:pathLst>
                </a:custGeom>
                <a:solidFill>
                  <a:schemeClr val="accent1"/>
                </a:solidFill>
                <a:ln w="6424" cap="flat">
                  <a:noFill/>
                  <a:prstDash val="solid"/>
                  <a:miter/>
                </a:ln>
              </p:spPr>
              <p:txBody>
                <a:bodyPr rtlCol="0" anchor="ctr"/>
                <a:lstStyle/>
                <a:p>
                  <a:endParaRPr lang="pt-BR"/>
                </a:p>
              </p:txBody>
            </p:sp>
            <p:sp>
              <p:nvSpPr>
                <p:cNvPr id="180" name="Freeform: Shape 179">
                  <a:extLst>
                    <a:ext uri="{FF2B5EF4-FFF2-40B4-BE49-F238E27FC236}">
                      <a16:creationId xmlns:a16="http://schemas.microsoft.com/office/drawing/2014/main" id="{B3428EB4-6B2A-BA32-5154-66A7D0C9BABC}"/>
                    </a:ext>
                  </a:extLst>
                </p:cNvPr>
                <p:cNvSpPr/>
                <p:nvPr/>
              </p:nvSpPr>
              <p:spPr>
                <a:xfrm>
                  <a:off x="7229018" y="2043340"/>
                  <a:ext cx="71153" cy="22655"/>
                </a:xfrm>
                <a:custGeom>
                  <a:avLst/>
                  <a:gdLst>
                    <a:gd name="connsiteX0" fmla="*/ 2324 w 71153"/>
                    <a:gd name="connsiteY0" fmla="*/ 603 h 22655"/>
                    <a:gd name="connsiteX1" fmla="*/ 9400 w 71153"/>
                    <a:gd name="connsiteY1" fmla="*/ 10231 h 22655"/>
                    <a:gd name="connsiteX2" fmla="*/ 46710 w 71153"/>
                    <a:gd name="connsiteY2" fmla="*/ 20500 h 22655"/>
                    <a:gd name="connsiteX3" fmla="*/ 71154 w 71153"/>
                    <a:gd name="connsiteY3" fmla="*/ 17933 h 22655"/>
                    <a:gd name="connsiteX4" fmla="*/ 61505 w 71153"/>
                    <a:gd name="connsiteY4" fmla="*/ 10872 h 22655"/>
                    <a:gd name="connsiteX5" fmla="*/ 35131 w 71153"/>
                    <a:gd name="connsiteY5" fmla="*/ 5096 h 22655"/>
                    <a:gd name="connsiteX6" fmla="*/ 2324 w 71153"/>
                    <a:gd name="connsiteY6" fmla="*/ 603 h 22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153" h="22655">
                      <a:moveTo>
                        <a:pt x="2324" y="603"/>
                      </a:moveTo>
                      <a:cubicBezTo>
                        <a:pt x="-2822" y="3171"/>
                        <a:pt x="1037" y="8947"/>
                        <a:pt x="9400" y="10231"/>
                      </a:cubicBezTo>
                      <a:cubicBezTo>
                        <a:pt x="17762" y="11514"/>
                        <a:pt x="33844" y="17291"/>
                        <a:pt x="46710" y="20500"/>
                      </a:cubicBezTo>
                      <a:cubicBezTo>
                        <a:pt x="59575" y="23709"/>
                        <a:pt x="71154" y="23709"/>
                        <a:pt x="71154" y="17933"/>
                      </a:cubicBezTo>
                      <a:cubicBezTo>
                        <a:pt x="71154" y="11514"/>
                        <a:pt x="61505" y="10872"/>
                        <a:pt x="61505" y="10872"/>
                      </a:cubicBezTo>
                      <a:cubicBezTo>
                        <a:pt x="61505" y="10872"/>
                        <a:pt x="45423" y="5096"/>
                        <a:pt x="35131" y="5096"/>
                      </a:cubicBezTo>
                      <a:cubicBezTo>
                        <a:pt x="24838" y="4454"/>
                        <a:pt x="8113" y="-1964"/>
                        <a:pt x="2324" y="603"/>
                      </a:cubicBezTo>
                      <a:close/>
                    </a:path>
                  </a:pathLst>
                </a:custGeom>
                <a:solidFill>
                  <a:schemeClr val="accent1"/>
                </a:solidFill>
                <a:ln w="6424" cap="flat">
                  <a:noFill/>
                  <a:prstDash val="solid"/>
                  <a:miter/>
                </a:ln>
              </p:spPr>
              <p:txBody>
                <a:bodyPr rtlCol="0" anchor="ctr"/>
                <a:lstStyle/>
                <a:p>
                  <a:endParaRPr lang="pt-BR"/>
                </a:p>
              </p:txBody>
            </p:sp>
            <p:sp>
              <p:nvSpPr>
                <p:cNvPr id="181" name="Freeform: Shape 180">
                  <a:extLst>
                    <a:ext uri="{FF2B5EF4-FFF2-40B4-BE49-F238E27FC236}">
                      <a16:creationId xmlns:a16="http://schemas.microsoft.com/office/drawing/2014/main" id="{0F4129AA-1BD1-ECED-893F-25E1CED14C1A}"/>
                    </a:ext>
                  </a:extLst>
                </p:cNvPr>
                <p:cNvSpPr/>
                <p:nvPr/>
              </p:nvSpPr>
              <p:spPr>
                <a:xfrm>
                  <a:off x="5950587" y="1491724"/>
                  <a:ext cx="41383" cy="38879"/>
                </a:xfrm>
                <a:custGeom>
                  <a:avLst/>
                  <a:gdLst>
                    <a:gd name="connsiteX0" fmla="*/ 7719 w 41383"/>
                    <a:gd name="connsiteY0" fmla="*/ 29772 h 38879"/>
                    <a:gd name="connsiteX1" fmla="*/ 32164 w 41383"/>
                    <a:gd name="connsiteY1" fmla="*/ 38116 h 38879"/>
                    <a:gd name="connsiteX2" fmla="*/ 37953 w 41383"/>
                    <a:gd name="connsiteY2" fmla="*/ 16936 h 38879"/>
                    <a:gd name="connsiteX3" fmla="*/ 22515 w 41383"/>
                    <a:gd name="connsiteY3" fmla="*/ 890 h 38879"/>
                    <a:gd name="connsiteX4" fmla="*/ 9006 w 41383"/>
                    <a:gd name="connsiteY4" fmla="*/ 248 h 38879"/>
                    <a:gd name="connsiteX5" fmla="*/ 8363 w 41383"/>
                    <a:gd name="connsiteY5" fmla="*/ 248 h 38879"/>
                    <a:gd name="connsiteX6" fmla="*/ 0 w 41383"/>
                    <a:gd name="connsiteY6" fmla="*/ 7950 h 38879"/>
                    <a:gd name="connsiteX7" fmla="*/ 7719 w 41383"/>
                    <a:gd name="connsiteY7" fmla="*/ 29772 h 3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383" h="38879">
                      <a:moveTo>
                        <a:pt x="7719" y="29772"/>
                      </a:moveTo>
                      <a:cubicBezTo>
                        <a:pt x="14795" y="33623"/>
                        <a:pt x="21871" y="41325"/>
                        <a:pt x="32164" y="38116"/>
                      </a:cubicBezTo>
                      <a:cubicBezTo>
                        <a:pt x="42456" y="35549"/>
                        <a:pt x="43742" y="25280"/>
                        <a:pt x="37953" y="16936"/>
                      </a:cubicBezTo>
                      <a:cubicBezTo>
                        <a:pt x="32164" y="8592"/>
                        <a:pt x="27661" y="1532"/>
                        <a:pt x="22515" y="890"/>
                      </a:cubicBezTo>
                      <a:cubicBezTo>
                        <a:pt x="18012" y="248"/>
                        <a:pt x="9006" y="248"/>
                        <a:pt x="9006" y="248"/>
                      </a:cubicBezTo>
                      <a:cubicBezTo>
                        <a:pt x="9006" y="248"/>
                        <a:pt x="9006" y="248"/>
                        <a:pt x="8363" y="248"/>
                      </a:cubicBezTo>
                      <a:cubicBezTo>
                        <a:pt x="6433" y="-393"/>
                        <a:pt x="0" y="-393"/>
                        <a:pt x="0" y="7950"/>
                      </a:cubicBezTo>
                      <a:cubicBezTo>
                        <a:pt x="643" y="18220"/>
                        <a:pt x="643" y="25922"/>
                        <a:pt x="7719" y="29772"/>
                      </a:cubicBezTo>
                      <a:close/>
                    </a:path>
                  </a:pathLst>
                </a:custGeom>
                <a:solidFill>
                  <a:schemeClr val="accent1"/>
                </a:solidFill>
                <a:ln w="6424" cap="flat">
                  <a:noFill/>
                  <a:prstDash val="solid"/>
                  <a:miter/>
                </a:ln>
              </p:spPr>
              <p:txBody>
                <a:bodyPr rtlCol="0" anchor="ctr"/>
                <a:lstStyle/>
                <a:p>
                  <a:endParaRPr lang="pt-BR"/>
                </a:p>
              </p:txBody>
            </p:sp>
            <p:sp>
              <p:nvSpPr>
                <p:cNvPr id="182" name="Freeform: Shape 181">
                  <a:extLst>
                    <a:ext uri="{FF2B5EF4-FFF2-40B4-BE49-F238E27FC236}">
                      <a16:creationId xmlns:a16="http://schemas.microsoft.com/office/drawing/2014/main" id="{345BBE60-4059-F632-4801-E87C6870528A}"/>
                    </a:ext>
                  </a:extLst>
                </p:cNvPr>
                <p:cNvSpPr/>
                <p:nvPr/>
              </p:nvSpPr>
              <p:spPr>
                <a:xfrm>
                  <a:off x="7283398" y="2692362"/>
                  <a:ext cx="56833" cy="56053"/>
                </a:xfrm>
                <a:custGeom>
                  <a:avLst/>
                  <a:gdLst>
                    <a:gd name="connsiteX0" fmla="*/ 4551 w 56833"/>
                    <a:gd name="connsiteY0" fmla="*/ 1109 h 56053"/>
                    <a:gd name="connsiteX1" fmla="*/ 12913 w 56833"/>
                    <a:gd name="connsiteY1" fmla="*/ 38335 h 56053"/>
                    <a:gd name="connsiteX2" fmla="*/ 51510 w 56833"/>
                    <a:gd name="connsiteY2" fmla="*/ 51813 h 56053"/>
                    <a:gd name="connsiteX3" fmla="*/ 55369 w 56833"/>
                    <a:gd name="connsiteY3" fmla="*/ 25498 h 56053"/>
                    <a:gd name="connsiteX4" fmla="*/ 4551 w 56833"/>
                    <a:gd name="connsiteY4" fmla="*/ 1109 h 560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33" h="56053">
                      <a:moveTo>
                        <a:pt x="4551" y="1109"/>
                      </a:moveTo>
                      <a:cubicBezTo>
                        <a:pt x="-5098" y="5601"/>
                        <a:pt x="1978" y="26140"/>
                        <a:pt x="12913" y="38335"/>
                      </a:cubicBezTo>
                      <a:cubicBezTo>
                        <a:pt x="23849" y="50529"/>
                        <a:pt x="42504" y="62724"/>
                        <a:pt x="51510" y="51813"/>
                      </a:cubicBezTo>
                      <a:cubicBezTo>
                        <a:pt x="60515" y="40902"/>
                        <a:pt x="55369" y="25498"/>
                        <a:pt x="55369" y="25498"/>
                      </a:cubicBezTo>
                      <a:cubicBezTo>
                        <a:pt x="48293" y="9452"/>
                        <a:pt x="14200" y="-4026"/>
                        <a:pt x="4551" y="1109"/>
                      </a:cubicBezTo>
                      <a:close/>
                    </a:path>
                  </a:pathLst>
                </a:custGeom>
                <a:solidFill>
                  <a:schemeClr val="accent1"/>
                </a:solidFill>
                <a:ln w="6424" cap="flat">
                  <a:noFill/>
                  <a:prstDash val="solid"/>
                  <a:miter/>
                </a:ln>
              </p:spPr>
              <p:txBody>
                <a:bodyPr rtlCol="0" anchor="ctr"/>
                <a:lstStyle/>
                <a:p>
                  <a:endParaRPr lang="pt-BR"/>
                </a:p>
              </p:txBody>
            </p:sp>
            <p:sp>
              <p:nvSpPr>
                <p:cNvPr id="183" name="Freeform: Shape 182">
                  <a:extLst>
                    <a:ext uri="{FF2B5EF4-FFF2-40B4-BE49-F238E27FC236}">
                      <a16:creationId xmlns:a16="http://schemas.microsoft.com/office/drawing/2014/main" id="{9D89AF1E-07C2-6AA0-2DF9-3D97B90BEE41}"/>
                    </a:ext>
                  </a:extLst>
                </p:cNvPr>
                <p:cNvSpPr/>
                <p:nvPr/>
              </p:nvSpPr>
              <p:spPr>
                <a:xfrm>
                  <a:off x="6425322" y="3202764"/>
                  <a:ext cx="43884" cy="51932"/>
                </a:xfrm>
                <a:custGeom>
                  <a:avLst/>
                  <a:gdLst>
                    <a:gd name="connsiteX0" fmla="*/ 12222 w 43884"/>
                    <a:gd name="connsiteY0" fmla="*/ 317 h 51932"/>
                    <a:gd name="connsiteX1" fmla="*/ 0 w 43884"/>
                    <a:gd name="connsiteY1" fmla="*/ 9944 h 51932"/>
                    <a:gd name="connsiteX2" fmla="*/ 3860 w 43884"/>
                    <a:gd name="connsiteY2" fmla="*/ 32408 h 51932"/>
                    <a:gd name="connsiteX3" fmla="*/ 33450 w 43884"/>
                    <a:gd name="connsiteY3" fmla="*/ 51021 h 51932"/>
                    <a:gd name="connsiteX4" fmla="*/ 40526 w 43884"/>
                    <a:gd name="connsiteY4" fmla="*/ 15721 h 51932"/>
                    <a:gd name="connsiteX5" fmla="*/ 12222 w 43884"/>
                    <a:gd name="connsiteY5" fmla="*/ 317 h 51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84" h="51932">
                      <a:moveTo>
                        <a:pt x="12222" y="317"/>
                      </a:moveTo>
                      <a:cubicBezTo>
                        <a:pt x="643" y="2242"/>
                        <a:pt x="0" y="9944"/>
                        <a:pt x="0" y="9944"/>
                      </a:cubicBezTo>
                      <a:cubicBezTo>
                        <a:pt x="1287" y="24706"/>
                        <a:pt x="643" y="26632"/>
                        <a:pt x="3860" y="32408"/>
                      </a:cubicBezTo>
                      <a:cubicBezTo>
                        <a:pt x="7076" y="38185"/>
                        <a:pt x="21228" y="56156"/>
                        <a:pt x="33450" y="51021"/>
                      </a:cubicBezTo>
                      <a:cubicBezTo>
                        <a:pt x="45029" y="46528"/>
                        <a:pt x="46316" y="26632"/>
                        <a:pt x="40526" y="15721"/>
                      </a:cubicBezTo>
                      <a:cubicBezTo>
                        <a:pt x="34737" y="5451"/>
                        <a:pt x="23801" y="-1608"/>
                        <a:pt x="12222" y="317"/>
                      </a:cubicBezTo>
                      <a:close/>
                    </a:path>
                  </a:pathLst>
                </a:custGeom>
                <a:solidFill>
                  <a:schemeClr val="accent1"/>
                </a:solidFill>
                <a:ln w="6424" cap="flat">
                  <a:noFill/>
                  <a:prstDash val="solid"/>
                  <a:miter/>
                </a:ln>
              </p:spPr>
              <p:txBody>
                <a:bodyPr rtlCol="0" anchor="ctr"/>
                <a:lstStyle/>
                <a:p>
                  <a:endParaRPr lang="pt-BR"/>
                </a:p>
              </p:txBody>
            </p:sp>
            <p:sp>
              <p:nvSpPr>
                <p:cNvPr id="184" name="Freeform: Shape 183">
                  <a:extLst>
                    <a:ext uri="{FF2B5EF4-FFF2-40B4-BE49-F238E27FC236}">
                      <a16:creationId xmlns:a16="http://schemas.microsoft.com/office/drawing/2014/main" id="{CF9DE72F-B5BD-3D28-0A30-0E019FB52525}"/>
                    </a:ext>
                  </a:extLst>
                </p:cNvPr>
                <p:cNvSpPr/>
                <p:nvPr/>
              </p:nvSpPr>
              <p:spPr>
                <a:xfrm>
                  <a:off x="5672261" y="2959738"/>
                  <a:ext cx="32523" cy="36933"/>
                </a:xfrm>
                <a:custGeom>
                  <a:avLst/>
                  <a:gdLst>
                    <a:gd name="connsiteX0" fmla="*/ 31954 w 32523"/>
                    <a:gd name="connsiteY0" fmla="*/ 9718 h 36933"/>
                    <a:gd name="connsiteX1" fmla="*/ 28737 w 32523"/>
                    <a:gd name="connsiteY1" fmla="*/ 732 h 36933"/>
                    <a:gd name="connsiteX2" fmla="*/ 12655 w 32523"/>
                    <a:gd name="connsiteY2" fmla="*/ 5867 h 36933"/>
                    <a:gd name="connsiteX3" fmla="*/ 1720 w 32523"/>
                    <a:gd name="connsiteY3" fmla="*/ 20629 h 36933"/>
                    <a:gd name="connsiteX4" fmla="*/ 10082 w 32523"/>
                    <a:gd name="connsiteY4" fmla="*/ 36675 h 36933"/>
                    <a:gd name="connsiteX5" fmla="*/ 31954 w 32523"/>
                    <a:gd name="connsiteY5" fmla="*/ 9718 h 36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523" h="36933">
                      <a:moveTo>
                        <a:pt x="31954" y="9718"/>
                      </a:moveTo>
                      <a:cubicBezTo>
                        <a:pt x="31954" y="9718"/>
                        <a:pt x="34527" y="2658"/>
                        <a:pt x="28737" y="732"/>
                      </a:cubicBezTo>
                      <a:cubicBezTo>
                        <a:pt x="22948" y="-1193"/>
                        <a:pt x="15872" y="732"/>
                        <a:pt x="12655" y="5867"/>
                      </a:cubicBezTo>
                      <a:cubicBezTo>
                        <a:pt x="8796" y="11002"/>
                        <a:pt x="5579" y="19345"/>
                        <a:pt x="1720" y="20629"/>
                      </a:cubicBezTo>
                      <a:cubicBezTo>
                        <a:pt x="-2140" y="21913"/>
                        <a:pt x="433" y="39242"/>
                        <a:pt x="10082" y="36675"/>
                      </a:cubicBezTo>
                      <a:cubicBezTo>
                        <a:pt x="18445" y="32824"/>
                        <a:pt x="31954" y="21913"/>
                        <a:pt x="31954" y="9718"/>
                      </a:cubicBezTo>
                      <a:close/>
                    </a:path>
                  </a:pathLst>
                </a:custGeom>
                <a:solidFill>
                  <a:schemeClr val="accent1"/>
                </a:solidFill>
                <a:ln w="6424" cap="flat">
                  <a:noFill/>
                  <a:prstDash val="solid"/>
                  <a:miter/>
                </a:ln>
              </p:spPr>
              <p:txBody>
                <a:bodyPr rtlCol="0" anchor="ctr"/>
                <a:lstStyle/>
                <a:p>
                  <a:endParaRPr lang="pt-BR"/>
                </a:p>
              </p:txBody>
            </p:sp>
            <p:sp>
              <p:nvSpPr>
                <p:cNvPr id="185" name="Freeform: Shape 184">
                  <a:extLst>
                    <a:ext uri="{FF2B5EF4-FFF2-40B4-BE49-F238E27FC236}">
                      <a16:creationId xmlns:a16="http://schemas.microsoft.com/office/drawing/2014/main" id="{170B859A-0246-36E8-075A-5D0B0F520B09}"/>
                    </a:ext>
                  </a:extLst>
                </p:cNvPr>
                <p:cNvSpPr/>
                <p:nvPr/>
              </p:nvSpPr>
              <p:spPr>
                <a:xfrm>
                  <a:off x="5691312" y="3041755"/>
                  <a:ext cx="46510" cy="88298"/>
                </a:xfrm>
                <a:custGeom>
                  <a:avLst/>
                  <a:gdLst>
                    <a:gd name="connsiteX0" fmla="*/ 38634 w 46510"/>
                    <a:gd name="connsiteY0" fmla="*/ 228 h 88298"/>
                    <a:gd name="connsiteX1" fmla="*/ 11616 w 46510"/>
                    <a:gd name="connsiteY1" fmla="*/ 38737 h 88298"/>
                    <a:gd name="connsiteX2" fmla="*/ 680 w 46510"/>
                    <a:gd name="connsiteY2" fmla="*/ 72112 h 88298"/>
                    <a:gd name="connsiteX3" fmla="*/ 9043 w 46510"/>
                    <a:gd name="connsiteY3" fmla="*/ 88158 h 88298"/>
                    <a:gd name="connsiteX4" fmla="*/ 21908 w 46510"/>
                    <a:gd name="connsiteY4" fmla="*/ 74038 h 88298"/>
                    <a:gd name="connsiteX5" fmla="*/ 32844 w 46510"/>
                    <a:gd name="connsiteY5" fmla="*/ 55425 h 88298"/>
                    <a:gd name="connsiteX6" fmla="*/ 45710 w 46510"/>
                    <a:gd name="connsiteY6" fmla="*/ 28468 h 88298"/>
                    <a:gd name="connsiteX7" fmla="*/ 46353 w 46510"/>
                    <a:gd name="connsiteY7" fmla="*/ 9213 h 88298"/>
                    <a:gd name="connsiteX8" fmla="*/ 38634 w 46510"/>
                    <a:gd name="connsiteY8" fmla="*/ 228 h 88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510" h="88298">
                      <a:moveTo>
                        <a:pt x="38634" y="228"/>
                      </a:moveTo>
                      <a:cubicBezTo>
                        <a:pt x="28984" y="1512"/>
                        <a:pt x="15476" y="22050"/>
                        <a:pt x="11616" y="38737"/>
                      </a:cubicBezTo>
                      <a:cubicBezTo>
                        <a:pt x="7113" y="55425"/>
                        <a:pt x="3254" y="62485"/>
                        <a:pt x="680" y="72112"/>
                      </a:cubicBezTo>
                      <a:cubicBezTo>
                        <a:pt x="-1893" y="81740"/>
                        <a:pt x="3254" y="89442"/>
                        <a:pt x="9043" y="88158"/>
                      </a:cubicBezTo>
                      <a:cubicBezTo>
                        <a:pt x="14832" y="86874"/>
                        <a:pt x="19979" y="82382"/>
                        <a:pt x="21908" y="74038"/>
                      </a:cubicBezTo>
                      <a:cubicBezTo>
                        <a:pt x="23195" y="65694"/>
                        <a:pt x="26411" y="62485"/>
                        <a:pt x="32844" y="55425"/>
                      </a:cubicBezTo>
                      <a:cubicBezTo>
                        <a:pt x="39277" y="49007"/>
                        <a:pt x="46353" y="41305"/>
                        <a:pt x="45710" y="28468"/>
                      </a:cubicBezTo>
                      <a:cubicBezTo>
                        <a:pt x="44423" y="16273"/>
                        <a:pt x="46353" y="9213"/>
                        <a:pt x="46353" y="9213"/>
                      </a:cubicBezTo>
                      <a:cubicBezTo>
                        <a:pt x="46353" y="9213"/>
                        <a:pt x="48283" y="-1698"/>
                        <a:pt x="38634" y="228"/>
                      </a:cubicBezTo>
                      <a:close/>
                    </a:path>
                  </a:pathLst>
                </a:custGeom>
                <a:solidFill>
                  <a:schemeClr val="accent1"/>
                </a:solidFill>
                <a:ln w="6424" cap="flat">
                  <a:noFill/>
                  <a:prstDash val="solid"/>
                  <a:miter/>
                </a:ln>
              </p:spPr>
              <p:txBody>
                <a:bodyPr rtlCol="0" anchor="ctr"/>
                <a:lstStyle/>
                <a:p>
                  <a:endParaRPr lang="pt-BR"/>
                </a:p>
              </p:txBody>
            </p:sp>
            <p:sp>
              <p:nvSpPr>
                <p:cNvPr id="186" name="Freeform: Shape 185">
                  <a:extLst>
                    <a:ext uri="{FF2B5EF4-FFF2-40B4-BE49-F238E27FC236}">
                      <a16:creationId xmlns:a16="http://schemas.microsoft.com/office/drawing/2014/main" id="{20DDF7AF-8245-4A5C-C92C-6F818DDDA300}"/>
                    </a:ext>
                  </a:extLst>
                </p:cNvPr>
                <p:cNvSpPr/>
                <p:nvPr/>
              </p:nvSpPr>
              <p:spPr>
                <a:xfrm>
                  <a:off x="5548056" y="2534940"/>
                  <a:ext cx="68390" cy="85362"/>
                </a:xfrm>
                <a:custGeom>
                  <a:avLst/>
                  <a:gdLst>
                    <a:gd name="connsiteX0" fmla="*/ 56451 w 68390"/>
                    <a:gd name="connsiteY0" fmla="*/ 10911 h 85362"/>
                    <a:gd name="connsiteX1" fmla="*/ 29434 w 68390"/>
                    <a:gd name="connsiteY1" fmla="*/ 41077 h 85362"/>
                    <a:gd name="connsiteX2" fmla="*/ 6919 w 68390"/>
                    <a:gd name="connsiteY2" fmla="*/ 68034 h 85362"/>
                    <a:gd name="connsiteX3" fmla="*/ 4346 w 68390"/>
                    <a:gd name="connsiteY3" fmla="*/ 85363 h 85362"/>
                    <a:gd name="connsiteX4" fmla="*/ 27504 w 68390"/>
                    <a:gd name="connsiteY4" fmla="*/ 59048 h 85362"/>
                    <a:gd name="connsiteX5" fmla="*/ 66743 w 68390"/>
                    <a:gd name="connsiteY5" fmla="*/ 7060 h 85362"/>
                    <a:gd name="connsiteX6" fmla="*/ 68030 w 68390"/>
                    <a:gd name="connsiteY6" fmla="*/ 0 h 85362"/>
                    <a:gd name="connsiteX7" fmla="*/ 56451 w 68390"/>
                    <a:gd name="connsiteY7" fmla="*/ 10911 h 85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390" h="85362">
                      <a:moveTo>
                        <a:pt x="56451" y="10911"/>
                      </a:moveTo>
                      <a:cubicBezTo>
                        <a:pt x="50018" y="16046"/>
                        <a:pt x="40369" y="24389"/>
                        <a:pt x="29434" y="41077"/>
                      </a:cubicBezTo>
                      <a:cubicBezTo>
                        <a:pt x="18498" y="58406"/>
                        <a:pt x="10779" y="65466"/>
                        <a:pt x="6919" y="68034"/>
                      </a:cubicBezTo>
                      <a:cubicBezTo>
                        <a:pt x="2416" y="70601"/>
                        <a:pt x="-4660" y="85363"/>
                        <a:pt x="4346" y="85363"/>
                      </a:cubicBezTo>
                      <a:cubicBezTo>
                        <a:pt x="13352" y="85363"/>
                        <a:pt x="19141" y="68034"/>
                        <a:pt x="27504" y="59048"/>
                      </a:cubicBezTo>
                      <a:cubicBezTo>
                        <a:pt x="35866" y="50062"/>
                        <a:pt x="64814" y="34017"/>
                        <a:pt x="66743" y="7060"/>
                      </a:cubicBezTo>
                      <a:cubicBezTo>
                        <a:pt x="66743" y="7060"/>
                        <a:pt x="69316" y="1284"/>
                        <a:pt x="68030" y="0"/>
                      </a:cubicBezTo>
                      <a:cubicBezTo>
                        <a:pt x="66743" y="0"/>
                        <a:pt x="62884" y="5776"/>
                        <a:pt x="56451" y="10911"/>
                      </a:cubicBezTo>
                      <a:close/>
                    </a:path>
                  </a:pathLst>
                </a:custGeom>
                <a:solidFill>
                  <a:schemeClr val="accent1"/>
                </a:solidFill>
                <a:ln w="6424" cap="flat">
                  <a:noFill/>
                  <a:prstDash val="solid"/>
                  <a:miter/>
                </a:ln>
              </p:spPr>
              <p:txBody>
                <a:bodyPr rtlCol="0" anchor="ctr"/>
                <a:lstStyle/>
                <a:p>
                  <a:endParaRPr lang="pt-BR"/>
                </a:p>
              </p:txBody>
            </p:sp>
            <p:sp>
              <p:nvSpPr>
                <p:cNvPr id="187" name="Freeform: Shape 186">
                  <a:extLst>
                    <a:ext uri="{FF2B5EF4-FFF2-40B4-BE49-F238E27FC236}">
                      <a16:creationId xmlns:a16="http://schemas.microsoft.com/office/drawing/2014/main" id="{A7E9F6A3-2482-DC93-1E62-ACE0376A6AE4}"/>
                    </a:ext>
                  </a:extLst>
                </p:cNvPr>
                <p:cNvSpPr/>
                <p:nvPr/>
              </p:nvSpPr>
              <p:spPr>
                <a:xfrm>
                  <a:off x="6012452" y="1695431"/>
                  <a:ext cx="52663" cy="58926"/>
                </a:xfrm>
                <a:custGeom>
                  <a:avLst/>
                  <a:gdLst>
                    <a:gd name="connsiteX0" fmla="*/ 51995 w 52663"/>
                    <a:gd name="connsiteY0" fmla="*/ 27599 h 58926"/>
                    <a:gd name="connsiteX1" fmla="*/ 48135 w 52663"/>
                    <a:gd name="connsiteY1" fmla="*/ 27599 h 58926"/>
                    <a:gd name="connsiteX2" fmla="*/ 48135 w 52663"/>
                    <a:gd name="connsiteY2" fmla="*/ 19897 h 58926"/>
                    <a:gd name="connsiteX3" fmla="*/ 46205 w 52663"/>
                    <a:gd name="connsiteY3" fmla="*/ 17329 h 58926"/>
                    <a:gd name="connsiteX4" fmla="*/ 45562 w 52663"/>
                    <a:gd name="connsiteY4" fmla="*/ 13478 h 58926"/>
                    <a:gd name="connsiteX5" fmla="*/ 43632 w 52663"/>
                    <a:gd name="connsiteY5" fmla="*/ 8344 h 58926"/>
                    <a:gd name="connsiteX6" fmla="*/ 39772 w 52663"/>
                    <a:gd name="connsiteY6" fmla="*/ 9627 h 58926"/>
                    <a:gd name="connsiteX7" fmla="*/ 34626 w 52663"/>
                    <a:gd name="connsiteY7" fmla="*/ 7060 h 58926"/>
                    <a:gd name="connsiteX8" fmla="*/ 30767 w 52663"/>
                    <a:gd name="connsiteY8" fmla="*/ 8344 h 58926"/>
                    <a:gd name="connsiteX9" fmla="*/ 26907 w 52663"/>
                    <a:gd name="connsiteY9" fmla="*/ 0 h 58926"/>
                    <a:gd name="connsiteX10" fmla="*/ 26264 w 52663"/>
                    <a:gd name="connsiteY10" fmla="*/ 5776 h 58926"/>
                    <a:gd name="connsiteX11" fmla="*/ 22404 w 52663"/>
                    <a:gd name="connsiteY11" fmla="*/ 5776 h 58926"/>
                    <a:gd name="connsiteX12" fmla="*/ 17258 w 52663"/>
                    <a:gd name="connsiteY12" fmla="*/ 1284 h 58926"/>
                    <a:gd name="connsiteX13" fmla="*/ 15328 w 52663"/>
                    <a:gd name="connsiteY13" fmla="*/ 3851 h 58926"/>
                    <a:gd name="connsiteX14" fmla="*/ 15971 w 52663"/>
                    <a:gd name="connsiteY14" fmla="*/ 10269 h 58926"/>
                    <a:gd name="connsiteX15" fmla="*/ 10182 w 52663"/>
                    <a:gd name="connsiteY15" fmla="*/ 10911 h 58926"/>
                    <a:gd name="connsiteX16" fmla="*/ 9539 w 52663"/>
                    <a:gd name="connsiteY16" fmla="*/ 17329 h 58926"/>
                    <a:gd name="connsiteX17" fmla="*/ 6322 w 52663"/>
                    <a:gd name="connsiteY17" fmla="*/ 17971 h 58926"/>
                    <a:gd name="connsiteX18" fmla="*/ 6966 w 52663"/>
                    <a:gd name="connsiteY18" fmla="*/ 25031 h 58926"/>
                    <a:gd name="connsiteX19" fmla="*/ 533 w 52663"/>
                    <a:gd name="connsiteY19" fmla="*/ 27599 h 58926"/>
                    <a:gd name="connsiteX20" fmla="*/ 1819 w 52663"/>
                    <a:gd name="connsiteY20" fmla="*/ 31449 h 58926"/>
                    <a:gd name="connsiteX21" fmla="*/ 3106 w 52663"/>
                    <a:gd name="connsiteY21" fmla="*/ 37226 h 58926"/>
                    <a:gd name="connsiteX22" fmla="*/ 4393 w 52663"/>
                    <a:gd name="connsiteY22" fmla="*/ 43002 h 58926"/>
                    <a:gd name="connsiteX23" fmla="*/ 3749 w 52663"/>
                    <a:gd name="connsiteY23" fmla="*/ 46211 h 58926"/>
                    <a:gd name="connsiteX24" fmla="*/ 6322 w 52663"/>
                    <a:gd name="connsiteY24" fmla="*/ 47495 h 58926"/>
                    <a:gd name="connsiteX25" fmla="*/ 10182 w 52663"/>
                    <a:gd name="connsiteY25" fmla="*/ 50062 h 58926"/>
                    <a:gd name="connsiteX26" fmla="*/ 11469 w 52663"/>
                    <a:gd name="connsiteY26" fmla="*/ 52630 h 58926"/>
                    <a:gd name="connsiteX27" fmla="*/ 14042 w 52663"/>
                    <a:gd name="connsiteY27" fmla="*/ 54555 h 58926"/>
                    <a:gd name="connsiteX28" fmla="*/ 17258 w 52663"/>
                    <a:gd name="connsiteY28" fmla="*/ 55197 h 58926"/>
                    <a:gd name="connsiteX29" fmla="*/ 18544 w 52663"/>
                    <a:gd name="connsiteY29" fmla="*/ 58406 h 58926"/>
                    <a:gd name="connsiteX30" fmla="*/ 20474 w 52663"/>
                    <a:gd name="connsiteY30" fmla="*/ 55197 h 58926"/>
                    <a:gd name="connsiteX31" fmla="*/ 24334 w 52663"/>
                    <a:gd name="connsiteY31" fmla="*/ 57764 h 58926"/>
                    <a:gd name="connsiteX32" fmla="*/ 27550 w 52663"/>
                    <a:gd name="connsiteY32" fmla="*/ 57123 h 58926"/>
                    <a:gd name="connsiteX33" fmla="*/ 28194 w 52663"/>
                    <a:gd name="connsiteY33" fmla="*/ 53272 h 58926"/>
                    <a:gd name="connsiteX34" fmla="*/ 32697 w 52663"/>
                    <a:gd name="connsiteY34" fmla="*/ 53913 h 58926"/>
                    <a:gd name="connsiteX35" fmla="*/ 38486 w 52663"/>
                    <a:gd name="connsiteY35" fmla="*/ 55839 h 58926"/>
                    <a:gd name="connsiteX36" fmla="*/ 40416 w 52663"/>
                    <a:gd name="connsiteY36" fmla="*/ 52630 h 58926"/>
                    <a:gd name="connsiteX37" fmla="*/ 43632 w 52663"/>
                    <a:gd name="connsiteY37" fmla="*/ 51988 h 58926"/>
                    <a:gd name="connsiteX38" fmla="*/ 43632 w 52663"/>
                    <a:gd name="connsiteY38" fmla="*/ 46853 h 58926"/>
                    <a:gd name="connsiteX39" fmla="*/ 48778 w 52663"/>
                    <a:gd name="connsiteY39" fmla="*/ 44928 h 58926"/>
                    <a:gd name="connsiteX40" fmla="*/ 49422 w 52663"/>
                    <a:gd name="connsiteY40" fmla="*/ 39793 h 58926"/>
                    <a:gd name="connsiteX41" fmla="*/ 50708 w 52663"/>
                    <a:gd name="connsiteY41" fmla="*/ 34017 h 58926"/>
                    <a:gd name="connsiteX42" fmla="*/ 51995 w 52663"/>
                    <a:gd name="connsiteY42" fmla="*/ 27599 h 58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2663" h="58926">
                      <a:moveTo>
                        <a:pt x="51995" y="27599"/>
                      </a:moveTo>
                      <a:cubicBezTo>
                        <a:pt x="50708" y="28240"/>
                        <a:pt x="48135" y="28882"/>
                        <a:pt x="48135" y="27599"/>
                      </a:cubicBezTo>
                      <a:cubicBezTo>
                        <a:pt x="48135" y="26315"/>
                        <a:pt x="48135" y="22464"/>
                        <a:pt x="48135" y="19897"/>
                      </a:cubicBezTo>
                      <a:cubicBezTo>
                        <a:pt x="48135" y="17329"/>
                        <a:pt x="46848" y="17329"/>
                        <a:pt x="46205" y="17329"/>
                      </a:cubicBezTo>
                      <a:cubicBezTo>
                        <a:pt x="45562" y="16687"/>
                        <a:pt x="46205" y="16687"/>
                        <a:pt x="45562" y="13478"/>
                      </a:cubicBezTo>
                      <a:cubicBezTo>
                        <a:pt x="44919" y="9627"/>
                        <a:pt x="45562" y="7060"/>
                        <a:pt x="43632" y="8344"/>
                      </a:cubicBezTo>
                      <a:cubicBezTo>
                        <a:pt x="41059" y="9627"/>
                        <a:pt x="40416" y="11553"/>
                        <a:pt x="39772" y="9627"/>
                      </a:cubicBezTo>
                      <a:cubicBezTo>
                        <a:pt x="39129" y="7702"/>
                        <a:pt x="37199" y="5776"/>
                        <a:pt x="34626" y="7060"/>
                      </a:cubicBezTo>
                      <a:cubicBezTo>
                        <a:pt x="34626" y="7060"/>
                        <a:pt x="32053" y="10911"/>
                        <a:pt x="30767" y="8344"/>
                      </a:cubicBezTo>
                      <a:cubicBezTo>
                        <a:pt x="28837" y="5776"/>
                        <a:pt x="28194" y="0"/>
                        <a:pt x="26907" y="0"/>
                      </a:cubicBezTo>
                      <a:cubicBezTo>
                        <a:pt x="25621" y="0"/>
                        <a:pt x="26264" y="4493"/>
                        <a:pt x="26264" y="5776"/>
                      </a:cubicBezTo>
                      <a:cubicBezTo>
                        <a:pt x="25621" y="6418"/>
                        <a:pt x="23691" y="5776"/>
                        <a:pt x="22404" y="5776"/>
                      </a:cubicBezTo>
                      <a:cubicBezTo>
                        <a:pt x="21118" y="5135"/>
                        <a:pt x="19188" y="1925"/>
                        <a:pt x="17258" y="1284"/>
                      </a:cubicBezTo>
                      <a:cubicBezTo>
                        <a:pt x="15328" y="642"/>
                        <a:pt x="14042" y="-642"/>
                        <a:pt x="15328" y="3851"/>
                      </a:cubicBezTo>
                      <a:cubicBezTo>
                        <a:pt x="17258" y="8344"/>
                        <a:pt x="18544" y="9627"/>
                        <a:pt x="15971" y="10269"/>
                      </a:cubicBezTo>
                      <a:cubicBezTo>
                        <a:pt x="13398" y="10269"/>
                        <a:pt x="9539" y="5776"/>
                        <a:pt x="10182" y="10911"/>
                      </a:cubicBezTo>
                      <a:cubicBezTo>
                        <a:pt x="10825" y="16046"/>
                        <a:pt x="10825" y="16687"/>
                        <a:pt x="9539" y="17329"/>
                      </a:cubicBezTo>
                      <a:cubicBezTo>
                        <a:pt x="8252" y="17971"/>
                        <a:pt x="5679" y="14762"/>
                        <a:pt x="6322" y="17971"/>
                      </a:cubicBezTo>
                      <a:cubicBezTo>
                        <a:pt x="6966" y="21822"/>
                        <a:pt x="8252" y="21822"/>
                        <a:pt x="6966" y="25031"/>
                      </a:cubicBezTo>
                      <a:cubicBezTo>
                        <a:pt x="5036" y="28882"/>
                        <a:pt x="1819" y="26315"/>
                        <a:pt x="533" y="27599"/>
                      </a:cubicBezTo>
                      <a:cubicBezTo>
                        <a:pt x="-754" y="28882"/>
                        <a:pt x="533" y="30166"/>
                        <a:pt x="1819" y="31449"/>
                      </a:cubicBezTo>
                      <a:cubicBezTo>
                        <a:pt x="3106" y="33375"/>
                        <a:pt x="3749" y="34017"/>
                        <a:pt x="3106" y="37226"/>
                      </a:cubicBezTo>
                      <a:cubicBezTo>
                        <a:pt x="2463" y="39793"/>
                        <a:pt x="3106" y="42361"/>
                        <a:pt x="4393" y="43002"/>
                      </a:cubicBezTo>
                      <a:cubicBezTo>
                        <a:pt x="5679" y="43644"/>
                        <a:pt x="3749" y="45570"/>
                        <a:pt x="3749" y="46211"/>
                      </a:cubicBezTo>
                      <a:cubicBezTo>
                        <a:pt x="3749" y="46853"/>
                        <a:pt x="5036" y="47495"/>
                        <a:pt x="6322" y="47495"/>
                      </a:cubicBezTo>
                      <a:cubicBezTo>
                        <a:pt x="7609" y="47495"/>
                        <a:pt x="10182" y="49421"/>
                        <a:pt x="10182" y="50062"/>
                      </a:cubicBezTo>
                      <a:cubicBezTo>
                        <a:pt x="10182" y="50704"/>
                        <a:pt x="10182" y="52630"/>
                        <a:pt x="11469" y="52630"/>
                      </a:cubicBezTo>
                      <a:cubicBezTo>
                        <a:pt x="12755" y="52630"/>
                        <a:pt x="12755" y="53272"/>
                        <a:pt x="14042" y="54555"/>
                      </a:cubicBezTo>
                      <a:cubicBezTo>
                        <a:pt x="15328" y="55197"/>
                        <a:pt x="16615" y="53913"/>
                        <a:pt x="17258" y="55197"/>
                      </a:cubicBezTo>
                      <a:cubicBezTo>
                        <a:pt x="17258" y="56481"/>
                        <a:pt x="17901" y="59048"/>
                        <a:pt x="18544" y="58406"/>
                      </a:cubicBezTo>
                      <a:cubicBezTo>
                        <a:pt x="19188" y="57764"/>
                        <a:pt x="18544" y="54555"/>
                        <a:pt x="20474" y="55197"/>
                      </a:cubicBezTo>
                      <a:cubicBezTo>
                        <a:pt x="22404" y="55839"/>
                        <a:pt x="22404" y="55839"/>
                        <a:pt x="24334" y="57764"/>
                      </a:cubicBezTo>
                      <a:cubicBezTo>
                        <a:pt x="26264" y="59690"/>
                        <a:pt x="28194" y="59048"/>
                        <a:pt x="27550" y="57123"/>
                      </a:cubicBezTo>
                      <a:cubicBezTo>
                        <a:pt x="26907" y="55197"/>
                        <a:pt x="27550" y="53272"/>
                        <a:pt x="28194" y="53272"/>
                      </a:cubicBezTo>
                      <a:cubicBezTo>
                        <a:pt x="29480" y="53272"/>
                        <a:pt x="30123" y="51988"/>
                        <a:pt x="32697" y="53913"/>
                      </a:cubicBezTo>
                      <a:cubicBezTo>
                        <a:pt x="35270" y="55839"/>
                        <a:pt x="37199" y="58406"/>
                        <a:pt x="38486" y="55839"/>
                      </a:cubicBezTo>
                      <a:cubicBezTo>
                        <a:pt x="39772" y="53272"/>
                        <a:pt x="38486" y="52630"/>
                        <a:pt x="40416" y="52630"/>
                      </a:cubicBezTo>
                      <a:cubicBezTo>
                        <a:pt x="42989" y="52630"/>
                        <a:pt x="44275" y="55197"/>
                        <a:pt x="43632" y="51988"/>
                      </a:cubicBezTo>
                      <a:cubicBezTo>
                        <a:pt x="42989" y="48779"/>
                        <a:pt x="42346" y="47495"/>
                        <a:pt x="43632" y="46853"/>
                      </a:cubicBezTo>
                      <a:cubicBezTo>
                        <a:pt x="44919" y="46211"/>
                        <a:pt x="47492" y="44928"/>
                        <a:pt x="48778" y="44928"/>
                      </a:cubicBezTo>
                      <a:cubicBezTo>
                        <a:pt x="49422" y="44928"/>
                        <a:pt x="51351" y="41719"/>
                        <a:pt x="49422" y="39793"/>
                      </a:cubicBezTo>
                      <a:cubicBezTo>
                        <a:pt x="48135" y="37868"/>
                        <a:pt x="49422" y="34659"/>
                        <a:pt x="50708" y="34017"/>
                      </a:cubicBezTo>
                      <a:cubicBezTo>
                        <a:pt x="52638" y="32091"/>
                        <a:pt x="53281" y="26957"/>
                        <a:pt x="51995" y="27599"/>
                      </a:cubicBezTo>
                      <a:close/>
                    </a:path>
                  </a:pathLst>
                </a:custGeom>
                <a:solidFill>
                  <a:schemeClr val="accent1"/>
                </a:solidFill>
                <a:ln w="6424" cap="flat">
                  <a:noFill/>
                  <a:prstDash val="solid"/>
                  <a:miter/>
                </a:ln>
              </p:spPr>
              <p:txBody>
                <a:bodyPr rtlCol="0" anchor="ctr"/>
                <a:lstStyle/>
                <a:p>
                  <a:endParaRPr lang="pt-BR"/>
                </a:p>
              </p:txBody>
            </p:sp>
          </p:grpSp>
          <p:grpSp>
            <p:nvGrpSpPr>
              <p:cNvPr id="30" name="Graphic 37">
                <a:extLst>
                  <a:ext uri="{FF2B5EF4-FFF2-40B4-BE49-F238E27FC236}">
                    <a16:creationId xmlns:a16="http://schemas.microsoft.com/office/drawing/2014/main" id="{6A3C6914-4E60-1B50-54BD-CD653AF7426C}"/>
                  </a:ext>
                </a:extLst>
              </p:cNvPr>
              <p:cNvGrpSpPr/>
              <p:nvPr/>
            </p:nvGrpSpPr>
            <p:grpSpPr>
              <a:xfrm>
                <a:off x="5908775" y="1774376"/>
                <a:ext cx="988065" cy="1072762"/>
                <a:chOff x="5908775" y="1774376"/>
                <a:chExt cx="988065" cy="1072762"/>
              </a:xfrm>
            </p:grpSpPr>
            <p:sp>
              <p:nvSpPr>
                <p:cNvPr id="72" name="Freeform: Shape 71">
                  <a:extLst>
                    <a:ext uri="{FF2B5EF4-FFF2-40B4-BE49-F238E27FC236}">
                      <a16:creationId xmlns:a16="http://schemas.microsoft.com/office/drawing/2014/main" id="{0E69195B-16DD-78EA-0851-43DDB8DAC306}"/>
                    </a:ext>
                  </a:extLst>
                </p:cNvPr>
                <p:cNvSpPr/>
                <p:nvPr/>
              </p:nvSpPr>
              <p:spPr>
                <a:xfrm rot="-2700000">
                  <a:off x="6348052" y="2750866"/>
                  <a:ext cx="96489" cy="96272"/>
                </a:xfrm>
                <a:custGeom>
                  <a:avLst/>
                  <a:gdLst>
                    <a:gd name="connsiteX0" fmla="*/ 96490 w 96489"/>
                    <a:gd name="connsiteY0" fmla="*/ 48137 h 96272"/>
                    <a:gd name="connsiteX1" fmla="*/ 48245 w 96489"/>
                    <a:gd name="connsiteY1" fmla="*/ 96273 h 96272"/>
                    <a:gd name="connsiteX2" fmla="*/ 0 w 96489"/>
                    <a:gd name="connsiteY2" fmla="*/ 48137 h 96272"/>
                    <a:gd name="connsiteX3" fmla="*/ 48245 w 96489"/>
                    <a:gd name="connsiteY3" fmla="*/ 0 h 96272"/>
                    <a:gd name="connsiteX4" fmla="*/ 96490 w 96489"/>
                    <a:gd name="connsiteY4" fmla="*/ 48137 h 96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489" h="96272">
                      <a:moveTo>
                        <a:pt x="96490" y="48137"/>
                      </a:moveTo>
                      <a:cubicBezTo>
                        <a:pt x="96490" y="74722"/>
                        <a:pt x="74890" y="96273"/>
                        <a:pt x="48245" y="96273"/>
                      </a:cubicBezTo>
                      <a:cubicBezTo>
                        <a:pt x="21600" y="96273"/>
                        <a:pt x="0" y="74722"/>
                        <a:pt x="0" y="48137"/>
                      </a:cubicBezTo>
                      <a:cubicBezTo>
                        <a:pt x="0" y="21551"/>
                        <a:pt x="21600" y="0"/>
                        <a:pt x="48245" y="0"/>
                      </a:cubicBezTo>
                      <a:cubicBezTo>
                        <a:pt x="74890" y="0"/>
                        <a:pt x="96490" y="21551"/>
                        <a:pt x="96490" y="48137"/>
                      </a:cubicBezTo>
                      <a:close/>
                    </a:path>
                  </a:pathLst>
                </a:custGeom>
                <a:solidFill>
                  <a:schemeClr val="tx2"/>
                </a:solidFill>
                <a:ln w="6424" cap="flat">
                  <a:noFill/>
                  <a:prstDash val="solid"/>
                  <a:miter/>
                </a:ln>
              </p:spPr>
              <p:txBody>
                <a:bodyPr rtlCol="0" anchor="ctr"/>
                <a:lstStyle/>
                <a:p>
                  <a:endParaRPr lang="pt-BR"/>
                </a:p>
              </p:txBody>
            </p:sp>
            <p:sp>
              <p:nvSpPr>
                <p:cNvPr id="73" name="Freeform: Shape 72">
                  <a:extLst>
                    <a:ext uri="{FF2B5EF4-FFF2-40B4-BE49-F238E27FC236}">
                      <a16:creationId xmlns:a16="http://schemas.microsoft.com/office/drawing/2014/main" id="{A3EB553B-480B-528C-33A3-9A25042AA92A}"/>
                    </a:ext>
                  </a:extLst>
                </p:cNvPr>
                <p:cNvSpPr/>
                <p:nvPr/>
              </p:nvSpPr>
              <p:spPr>
                <a:xfrm>
                  <a:off x="6168013" y="2006075"/>
                  <a:ext cx="467015" cy="644036"/>
                </a:xfrm>
                <a:custGeom>
                  <a:avLst/>
                  <a:gdLst>
                    <a:gd name="connsiteX0" fmla="*/ 0 w 467015"/>
                    <a:gd name="connsiteY0" fmla="*/ 209235 h 644036"/>
                    <a:gd name="connsiteX1" fmla="*/ 233508 w 467015"/>
                    <a:gd name="connsiteY1" fmla="*/ 0 h 644036"/>
                    <a:gd name="connsiteX2" fmla="*/ 467015 w 467015"/>
                    <a:gd name="connsiteY2" fmla="*/ 209235 h 644036"/>
                    <a:gd name="connsiteX3" fmla="*/ 385963 w 467015"/>
                    <a:gd name="connsiteY3" fmla="*/ 460189 h 644036"/>
                    <a:gd name="connsiteX4" fmla="*/ 350583 w 467015"/>
                    <a:gd name="connsiteY4" fmla="*/ 643752 h 644036"/>
                    <a:gd name="connsiteX5" fmla="*/ 117075 w 467015"/>
                    <a:gd name="connsiteY5" fmla="*/ 643752 h 644036"/>
                    <a:gd name="connsiteX6" fmla="*/ 77836 w 467015"/>
                    <a:gd name="connsiteY6" fmla="*/ 467891 h 644036"/>
                    <a:gd name="connsiteX7" fmla="*/ 0 w 467015"/>
                    <a:gd name="connsiteY7" fmla="*/ 209235 h 644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7015" h="644036">
                      <a:moveTo>
                        <a:pt x="0" y="209235"/>
                      </a:moveTo>
                      <a:cubicBezTo>
                        <a:pt x="0" y="93707"/>
                        <a:pt x="86842" y="0"/>
                        <a:pt x="233508" y="0"/>
                      </a:cubicBezTo>
                      <a:cubicBezTo>
                        <a:pt x="380174" y="0"/>
                        <a:pt x="467015" y="93707"/>
                        <a:pt x="467015" y="209235"/>
                      </a:cubicBezTo>
                      <a:cubicBezTo>
                        <a:pt x="467015" y="298449"/>
                        <a:pt x="411694" y="368408"/>
                        <a:pt x="385963" y="460189"/>
                      </a:cubicBezTo>
                      <a:cubicBezTo>
                        <a:pt x="354443" y="569942"/>
                        <a:pt x="350583" y="643752"/>
                        <a:pt x="350583" y="643752"/>
                      </a:cubicBezTo>
                      <a:cubicBezTo>
                        <a:pt x="349940" y="643752"/>
                        <a:pt x="116432" y="644393"/>
                        <a:pt x="117075" y="643752"/>
                      </a:cubicBezTo>
                      <a:cubicBezTo>
                        <a:pt x="117075" y="643752"/>
                        <a:pt x="110000" y="566091"/>
                        <a:pt x="77836" y="467891"/>
                      </a:cubicBezTo>
                      <a:cubicBezTo>
                        <a:pt x="51462" y="388947"/>
                        <a:pt x="0" y="298449"/>
                        <a:pt x="0" y="209235"/>
                      </a:cubicBezTo>
                      <a:close/>
                    </a:path>
                  </a:pathLst>
                </a:custGeom>
                <a:solidFill>
                  <a:schemeClr val="accent1">
                    <a:lumMod val="40000"/>
                    <a:lumOff val="60000"/>
                  </a:schemeClr>
                </a:solidFill>
                <a:ln w="6424" cap="flat">
                  <a:noFill/>
                  <a:prstDash val="solid"/>
                  <a:miter/>
                </a:ln>
              </p:spPr>
              <p:txBody>
                <a:bodyPr rtlCol="0" anchor="ctr"/>
                <a:lstStyle/>
                <a:p>
                  <a:endParaRPr lang="pt-BR"/>
                </a:p>
              </p:txBody>
            </p:sp>
            <p:sp>
              <p:nvSpPr>
                <p:cNvPr id="74" name="Freeform: Shape 73">
                  <a:extLst>
                    <a:ext uri="{FF2B5EF4-FFF2-40B4-BE49-F238E27FC236}">
                      <a16:creationId xmlns:a16="http://schemas.microsoft.com/office/drawing/2014/main" id="{5420128B-5C68-DD4F-0394-212E22061253}"/>
                    </a:ext>
                  </a:extLst>
                </p:cNvPr>
                <p:cNvSpPr/>
                <p:nvPr/>
              </p:nvSpPr>
              <p:spPr>
                <a:xfrm>
                  <a:off x="6291398" y="2239860"/>
                  <a:ext cx="197086" cy="421519"/>
                </a:xfrm>
                <a:custGeom>
                  <a:avLst/>
                  <a:gdLst>
                    <a:gd name="connsiteX0" fmla="*/ 78602 w 197086"/>
                    <a:gd name="connsiteY0" fmla="*/ 421519 h 421519"/>
                    <a:gd name="connsiteX1" fmla="*/ 68953 w 197086"/>
                    <a:gd name="connsiteY1" fmla="*/ 413817 h 421519"/>
                    <a:gd name="connsiteX2" fmla="*/ 123 w 197086"/>
                    <a:gd name="connsiteY2" fmla="*/ 65306 h 421519"/>
                    <a:gd name="connsiteX3" fmla="*/ 4626 w 197086"/>
                    <a:gd name="connsiteY3" fmla="*/ 55037 h 421519"/>
                    <a:gd name="connsiteX4" fmla="*/ 16205 w 197086"/>
                    <a:gd name="connsiteY4" fmla="*/ 56320 h 421519"/>
                    <a:gd name="connsiteX5" fmla="*/ 54801 w 197086"/>
                    <a:gd name="connsiteY5" fmla="*/ 71082 h 421519"/>
                    <a:gd name="connsiteX6" fmla="*/ 79889 w 197086"/>
                    <a:gd name="connsiteY6" fmla="*/ 58246 h 421519"/>
                    <a:gd name="connsiteX7" fmla="*/ 74743 w 197086"/>
                    <a:gd name="connsiteY7" fmla="*/ 37707 h 421519"/>
                    <a:gd name="connsiteX8" fmla="*/ 78602 w 197086"/>
                    <a:gd name="connsiteY8" fmla="*/ 4332 h 421519"/>
                    <a:gd name="connsiteX9" fmla="*/ 99830 w 197086"/>
                    <a:gd name="connsiteY9" fmla="*/ 4332 h 421519"/>
                    <a:gd name="connsiteX10" fmla="*/ 101760 w 197086"/>
                    <a:gd name="connsiteY10" fmla="*/ 62097 h 421519"/>
                    <a:gd name="connsiteX11" fmla="*/ 141000 w 197086"/>
                    <a:gd name="connsiteY11" fmla="*/ 114726 h 421519"/>
                    <a:gd name="connsiteX12" fmla="*/ 180239 w 197086"/>
                    <a:gd name="connsiteY12" fmla="*/ 103174 h 421519"/>
                    <a:gd name="connsiteX13" fmla="*/ 191818 w 197086"/>
                    <a:gd name="connsiteY13" fmla="*/ 101248 h 421519"/>
                    <a:gd name="connsiteX14" fmla="*/ 196964 w 197086"/>
                    <a:gd name="connsiteY14" fmla="*/ 111517 h 421519"/>
                    <a:gd name="connsiteX15" fmla="*/ 144216 w 197086"/>
                    <a:gd name="connsiteY15" fmla="*/ 411250 h 421519"/>
                    <a:gd name="connsiteX16" fmla="*/ 133280 w 197086"/>
                    <a:gd name="connsiteY16" fmla="*/ 418952 h 421519"/>
                    <a:gd name="connsiteX17" fmla="*/ 125561 w 197086"/>
                    <a:gd name="connsiteY17" fmla="*/ 408041 h 421519"/>
                    <a:gd name="connsiteX18" fmla="*/ 174450 w 197086"/>
                    <a:gd name="connsiteY18" fmla="*/ 131414 h 421519"/>
                    <a:gd name="connsiteX19" fmla="*/ 133280 w 197086"/>
                    <a:gd name="connsiteY19" fmla="*/ 132698 h 421519"/>
                    <a:gd name="connsiteX20" fmla="*/ 87608 w 197086"/>
                    <a:gd name="connsiteY20" fmla="*/ 77501 h 421519"/>
                    <a:gd name="connsiteX21" fmla="*/ 57374 w 197086"/>
                    <a:gd name="connsiteY21" fmla="*/ 90337 h 421519"/>
                    <a:gd name="connsiteX22" fmla="*/ 23924 w 197086"/>
                    <a:gd name="connsiteY22" fmla="*/ 83919 h 421519"/>
                    <a:gd name="connsiteX23" fmla="*/ 88251 w 197086"/>
                    <a:gd name="connsiteY23" fmla="*/ 409966 h 421519"/>
                    <a:gd name="connsiteX24" fmla="*/ 80532 w 197086"/>
                    <a:gd name="connsiteY24" fmla="*/ 421519 h 421519"/>
                    <a:gd name="connsiteX25" fmla="*/ 78602 w 197086"/>
                    <a:gd name="connsiteY25" fmla="*/ 421519 h 42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7086" h="421519">
                      <a:moveTo>
                        <a:pt x="78602" y="421519"/>
                      </a:moveTo>
                      <a:cubicBezTo>
                        <a:pt x="74099" y="421519"/>
                        <a:pt x="70240" y="418310"/>
                        <a:pt x="68953" y="413817"/>
                      </a:cubicBezTo>
                      <a:lnTo>
                        <a:pt x="123" y="65306"/>
                      </a:lnTo>
                      <a:cubicBezTo>
                        <a:pt x="-520" y="61455"/>
                        <a:pt x="1410" y="56962"/>
                        <a:pt x="4626" y="55037"/>
                      </a:cubicBezTo>
                      <a:cubicBezTo>
                        <a:pt x="8486" y="53111"/>
                        <a:pt x="12989" y="53753"/>
                        <a:pt x="16205" y="56320"/>
                      </a:cubicBezTo>
                      <a:cubicBezTo>
                        <a:pt x="16205" y="56320"/>
                        <a:pt x="34217" y="73008"/>
                        <a:pt x="54801" y="71082"/>
                      </a:cubicBezTo>
                      <a:cubicBezTo>
                        <a:pt x="63807" y="70440"/>
                        <a:pt x="72170" y="65948"/>
                        <a:pt x="79889" y="58246"/>
                      </a:cubicBezTo>
                      <a:cubicBezTo>
                        <a:pt x="77316" y="50544"/>
                        <a:pt x="76029" y="43484"/>
                        <a:pt x="74743" y="37707"/>
                      </a:cubicBezTo>
                      <a:cubicBezTo>
                        <a:pt x="70883" y="15243"/>
                        <a:pt x="74743" y="8183"/>
                        <a:pt x="78602" y="4332"/>
                      </a:cubicBezTo>
                      <a:cubicBezTo>
                        <a:pt x="84392" y="-1444"/>
                        <a:pt x="93398" y="-1444"/>
                        <a:pt x="99830" y="4332"/>
                      </a:cubicBezTo>
                      <a:cubicBezTo>
                        <a:pt x="111409" y="13960"/>
                        <a:pt x="117199" y="40916"/>
                        <a:pt x="101760" y="62097"/>
                      </a:cubicBezTo>
                      <a:cubicBezTo>
                        <a:pt x="110123" y="83919"/>
                        <a:pt x="122988" y="106383"/>
                        <a:pt x="141000" y="114726"/>
                      </a:cubicBezTo>
                      <a:cubicBezTo>
                        <a:pt x="160298" y="123712"/>
                        <a:pt x="180239" y="103174"/>
                        <a:pt x="180239" y="103174"/>
                      </a:cubicBezTo>
                      <a:cubicBezTo>
                        <a:pt x="183456" y="99964"/>
                        <a:pt x="187959" y="99323"/>
                        <a:pt x="191818" y="101248"/>
                      </a:cubicBezTo>
                      <a:cubicBezTo>
                        <a:pt x="195678" y="103174"/>
                        <a:pt x="197608" y="107025"/>
                        <a:pt x="196964" y="111517"/>
                      </a:cubicBezTo>
                      <a:lnTo>
                        <a:pt x="144216" y="411250"/>
                      </a:lnTo>
                      <a:cubicBezTo>
                        <a:pt x="143573" y="416385"/>
                        <a:pt x="138427" y="420236"/>
                        <a:pt x="133280" y="418952"/>
                      </a:cubicBezTo>
                      <a:cubicBezTo>
                        <a:pt x="128134" y="418310"/>
                        <a:pt x="124275" y="413176"/>
                        <a:pt x="125561" y="408041"/>
                      </a:cubicBezTo>
                      <a:lnTo>
                        <a:pt x="174450" y="131414"/>
                      </a:lnTo>
                      <a:cubicBezTo>
                        <a:pt x="163514" y="136548"/>
                        <a:pt x="148719" y="139758"/>
                        <a:pt x="133280" y="132698"/>
                      </a:cubicBezTo>
                      <a:cubicBezTo>
                        <a:pt x="112053" y="122428"/>
                        <a:pt x="97257" y="99964"/>
                        <a:pt x="87608" y="77501"/>
                      </a:cubicBezTo>
                      <a:cubicBezTo>
                        <a:pt x="78602" y="85202"/>
                        <a:pt x="68310" y="89053"/>
                        <a:pt x="57374" y="90337"/>
                      </a:cubicBezTo>
                      <a:cubicBezTo>
                        <a:pt x="44509" y="91621"/>
                        <a:pt x="33573" y="87770"/>
                        <a:pt x="23924" y="83919"/>
                      </a:cubicBezTo>
                      <a:lnTo>
                        <a:pt x="88251" y="409966"/>
                      </a:lnTo>
                      <a:cubicBezTo>
                        <a:pt x="89538" y="415101"/>
                        <a:pt x="85678" y="420236"/>
                        <a:pt x="80532" y="421519"/>
                      </a:cubicBezTo>
                      <a:cubicBezTo>
                        <a:pt x="79889" y="421519"/>
                        <a:pt x="79246" y="421519"/>
                        <a:pt x="78602" y="421519"/>
                      </a:cubicBezTo>
                      <a:close/>
                    </a:path>
                  </a:pathLst>
                </a:custGeom>
                <a:solidFill>
                  <a:schemeClr val="tx2"/>
                </a:solidFill>
                <a:ln w="6424" cap="flat">
                  <a:noFill/>
                  <a:prstDash val="solid"/>
                  <a:miter/>
                </a:ln>
              </p:spPr>
              <p:txBody>
                <a:bodyPr rtlCol="0" anchor="ctr"/>
                <a:lstStyle/>
                <a:p>
                  <a:endParaRPr lang="pt-BR"/>
                </a:p>
              </p:txBody>
            </p:sp>
            <p:sp>
              <p:nvSpPr>
                <p:cNvPr id="75" name="Freeform: Shape 74">
                  <a:extLst>
                    <a:ext uri="{FF2B5EF4-FFF2-40B4-BE49-F238E27FC236}">
                      <a16:creationId xmlns:a16="http://schemas.microsoft.com/office/drawing/2014/main" id="{E73067F7-E624-C354-8016-E6DBC57D7C97}"/>
                    </a:ext>
                  </a:extLst>
                </p:cNvPr>
                <p:cNvSpPr/>
                <p:nvPr/>
              </p:nvSpPr>
              <p:spPr>
                <a:xfrm>
                  <a:off x="6735379" y="2217878"/>
                  <a:ext cx="161461" cy="6418"/>
                </a:xfrm>
                <a:custGeom>
                  <a:avLst/>
                  <a:gdLst>
                    <a:gd name="connsiteX0" fmla="*/ 161461 w 161461"/>
                    <a:gd name="connsiteY0" fmla="*/ 0 h 6418"/>
                    <a:gd name="connsiteX1" fmla="*/ 0 w 161461"/>
                    <a:gd name="connsiteY1" fmla="*/ 0 h 6418"/>
                  </a:gdLst>
                  <a:ahLst/>
                  <a:cxnLst>
                    <a:cxn ang="0">
                      <a:pos x="connsiteX0" y="connsiteY0"/>
                    </a:cxn>
                    <a:cxn ang="0">
                      <a:pos x="connsiteX1" y="connsiteY1"/>
                    </a:cxn>
                  </a:cxnLst>
                  <a:rect l="l" t="t" r="r" b="b"/>
                  <a:pathLst>
                    <a:path w="161461" h="6418">
                      <a:moveTo>
                        <a:pt x="161461" y="0"/>
                      </a:moveTo>
                      <a:lnTo>
                        <a:pt x="0" y="0"/>
                      </a:lnTo>
                    </a:path>
                  </a:pathLst>
                </a:custGeom>
                <a:ln w="32119" cap="rnd">
                  <a:solidFill>
                    <a:schemeClr val="accent1">
                      <a:lumMod val="40000"/>
                      <a:lumOff val="60000"/>
                    </a:schemeClr>
                  </a:solidFill>
                  <a:prstDash val="solid"/>
                  <a:round/>
                </a:ln>
              </p:spPr>
              <p:txBody>
                <a:bodyPr rtlCol="0" anchor="ctr"/>
                <a:lstStyle/>
                <a:p>
                  <a:endParaRPr lang="pt-BR"/>
                </a:p>
              </p:txBody>
            </p:sp>
            <p:sp>
              <p:nvSpPr>
                <p:cNvPr id="76" name="Freeform: Shape 75">
                  <a:extLst>
                    <a:ext uri="{FF2B5EF4-FFF2-40B4-BE49-F238E27FC236}">
                      <a16:creationId xmlns:a16="http://schemas.microsoft.com/office/drawing/2014/main" id="{E4BD734F-6E8D-58E9-09D0-D3EE1B381EC4}"/>
                    </a:ext>
                  </a:extLst>
                </p:cNvPr>
                <p:cNvSpPr/>
                <p:nvPr/>
              </p:nvSpPr>
              <p:spPr>
                <a:xfrm>
                  <a:off x="5908775" y="2217878"/>
                  <a:ext cx="161461" cy="6418"/>
                </a:xfrm>
                <a:custGeom>
                  <a:avLst/>
                  <a:gdLst>
                    <a:gd name="connsiteX0" fmla="*/ 161461 w 161461"/>
                    <a:gd name="connsiteY0" fmla="*/ 0 h 6418"/>
                    <a:gd name="connsiteX1" fmla="*/ 0 w 161461"/>
                    <a:gd name="connsiteY1" fmla="*/ 0 h 6418"/>
                  </a:gdLst>
                  <a:ahLst/>
                  <a:cxnLst>
                    <a:cxn ang="0">
                      <a:pos x="connsiteX0" y="connsiteY0"/>
                    </a:cxn>
                    <a:cxn ang="0">
                      <a:pos x="connsiteX1" y="connsiteY1"/>
                    </a:cxn>
                  </a:cxnLst>
                  <a:rect l="l" t="t" r="r" b="b"/>
                  <a:pathLst>
                    <a:path w="161461" h="6418">
                      <a:moveTo>
                        <a:pt x="161461" y="0"/>
                      </a:moveTo>
                      <a:lnTo>
                        <a:pt x="0" y="0"/>
                      </a:lnTo>
                    </a:path>
                  </a:pathLst>
                </a:custGeom>
                <a:ln w="32119" cap="rnd">
                  <a:solidFill>
                    <a:schemeClr val="accent1">
                      <a:lumMod val="40000"/>
                      <a:lumOff val="60000"/>
                    </a:schemeClr>
                  </a:solidFill>
                  <a:prstDash val="solid"/>
                  <a:round/>
                </a:ln>
              </p:spPr>
              <p:txBody>
                <a:bodyPr rtlCol="0" anchor="ctr"/>
                <a:lstStyle/>
                <a:p>
                  <a:endParaRPr lang="pt-BR"/>
                </a:p>
              </p:txBody>
            </p:sp>
            <p:sp>
              <p:nvSpPr>
                <p:cNvPr id="77" name="Freeform: Shape 76">
                  <a:extLst>
                    <a:ext uri="{FF2B5EF4-FFF2-40B4-BE49-F238E27FC236}">
                      <a16:creationId xmlns:a16="http://schemas.microsoft.com/office/drawing/2014/main" id="{14CF5326-436E-8106-72EB-F75891881F0B}"/>
                    </a:ext>
                  </a:extLst>
                </p:cNvPr>
                <p:cNvSpPr/>
                <p:nvPr/>
              </p:nvSpPr>
              <p:spPr>
                <a:xfrm>
                  <a:off x="6638245" y="2452786"/>
                  <a:ext cx="113859" cy="113603"/>
                </a:xfrm>
                <a:custGeom>
                  <a:avLst/>
                  <a:gdLst>
                    <a:gd name="connsiteX0" fmla="*/ 113859 w 113859"/>
                    <a:gd name="connsiteY0" fmla="*/ 113603 h 113603"/>
                    <a:gd name="connsiteX1" fmla="*/ 0 w 113859"/>
                    <a:gd name="connsiteY1" fmla="*/ 0 h 113603"/>
                  </a:gdLst>
                  <a:ahLst/>
                  <a:cxnLst>
                    <a:cxn ang="0">
                      <a:pos x="connsiteX0" y="connsiteY0"/>
                    </a:cxn>
                    <a:cxn ang="0">
                      <a:pos x="connsiteX1" y="connsiteY1"/>
                    </a:cxn>
                  </a:cxnLst>
                  <a:rect l="l" t="t" r="r" b="b"/>
                  <a:pathLst>
                    <a:path w="113859" h="113603">
                      <a:moveTo>
                        <a:pt x="113859" y="113603"/>
                      </a:moveTo>
                      <a:lnTo>
                        <a:pt x="0" y="0"/>
                      </a:lnTo>
                    </a:path>
                  </a:pathLst>
                </a:custGeom>
                <a:ln w="32119" cap="rnd">
                  <a:solidFill>
                    <a:schemeClr val="accent1">
                      <a:lumMod val="40000"/>
                      <a:lumOff val="60000"/>
                    </a:schemeClr>
                  </a:solidFill>
                  <a:prstDash val="solid"/>
                  <a:round/>
                </a:ln>
              </p:spPr>
              <p:txBody>
                <a:bodyPr rtlCol="0" anchor="ctr"/>
                <a:lstStyle/>
                <a:p>
                  <a:endParaRPr lang="pt-BR"/>
                </a:p>
              </p:txBody>
            </p:sp>
            <p:sp>
              <p:nvSpPr>
                <p:cNvPr id="78" name="Freeform: Shape 77">
                  <a:extLst>
                    <a:ext uri="{FF2B5EF4-FFF2-40B4-BE49-F238E27FC236}">
                      <a16:creationId xmlns:a16="http://schemas.microsoft.com/office/drawing/2014/main" id="{29F4FA11-2A36-9A01-8C97-BCC69EEC3B3D}"/>
                    </a:ext>
                  </a:extLst>
                </p:cNvPr>
                <p:cNvSpPr/>
                <p:nvPr/>
              </p:nvSpPr>
              <p:spPr>
                <a:xfrm>
                  <a:off x="6053511" y="1870008"/>
                  <a:ext cx="113859" cy="113603"/>
                </a:xfrm>
                <a:custGeom>
                  <a:avLst/>
                  <a:gdLst>
                    <a:gd name="connsiteX0" fmla="*/ 113859 w 113859"/>
                    <a:gd name="connsiteY0" fmla="*/ 113603 h 113603"/>
                    <a:gd name="connsiteX1" fmla="*/ 0 w 113859"/>
                    <a:gd name="connsiteY1" fmla="*/ 0 h 113603"/>
                  </a:gdLst>
                  <a:ahLst/>
                  <a:cxnLst>
                    <a:cxn ang="0">
                      <a:pos x="connsiteX0" y="connsiteY0"/>
                    </a:cxn>
                    <a:cxn ang="0">
                      <a:pos x="connsiteX1" y="connsiteY1"/>
                    </a:cxn>
                  </a:cxnLst>
                  <a:rect l="l" t="t" r="r" b="b"/>
                  <a:pathLst>
                    <a:path w="113859" h="113603">
                      <a:moveTo>
                        <a:pt x="113859" y="113603"/>
                      </a:moveTo>
                      <a:lnTo>
                        <a:pt x="0" y="0"/>
                      </a:lnTo>
                    </a:path>
                  </a:pathLst>
                </a:custGeom>
                <a:ln w="32119" cap="rnd">
                  <a:solidFill>
                    <a:schemeClr val="accent1">
                      <a:lumMod val="40000"/>
                      <a:lumOff val="60000"/>
                    </a:schemeClr>
                  </a:solidFill>
                  <a:prstDash val="solid"/>
                  <a:round/>
                </a:ln>
              </p:spPr>
              <p:txBody>
                <a:bodyPr rtlCol="0" anchor="ctr"/>
                <a:lstStyle/>
                <a:p>
                  <a:endParaRPr lang="pt-BR"/>
                </a:p>
              </p:txBody>
            </p:sp>
            <p:sp>
              <p:nvSpPr>
                <p:cNvPr id="79" name="Freeform: Shape 78">
                  <a:extLst>
                    <a:ext uri="{FF2B5EF4-FFF2-40B4-BE49-F238E27FC236}">
                      <a16:creationId xmlns:a16="http://schemas.microsoft.com/office/drawing/2014/main" id="{9198BF71-6EEA-7AD4-EA58-39511A676634}"/>
                    </a:ext>
                  </a:extLst>
                </p:cNvPr>
                <p:cNvSpPr/>
                <p:nvPr/>
              </p:nvSpPr>
              <p:spPr>
                <a:xfrm>
                  <a:off x="6053511" y="2452786"/>
                  <a:ext cx="113859" cy="113603"/>
                </a:xfrm>
                <a:custGeom>
                  <a:avLst/>
                  <a:gdLst>
                    <a:gd name="connsiteX0" fmla="*/ 0 w 113859"/>
                    <a:gd name="connsiteY0" fmla="*/ 113603 h 113603"/>
                    <a:gd name="connsiteX1" fmla="*/ 113859 w 113859"/>
                    <a:gd name="connsiteY1" fmla="*/ 0 h 113603"/>
                  </a:gdLst>
                  <a:ahLst/>
                  <a:cxnLst>
                    <a:cxn ang="0">
                      <a:pos x="connsiteX0" y="connsiteY0"/>
                    </a:cxn>
                    <a:cxn ang="0">
                      <a:pos x="connsiteX1" y="connsiteY1"/>
                    </a:cxn>
                  </a:cxnLst>
                  <a:rect l="l" t="t" r="r" b="b"/>
                  <a:pathLst>
                    <a:path w="113859" h="113603">
                      <a:moveTo>
                        <a:pt x="0" y="113603"/>
                      </a:moveTo>
                      <a:lnTo>
                        <a:pt x="113859" y="0"/>
                      </a:lnTo>
                    </a:path>
                  </a:pathLst>
                </a:custGeom>
                <a:ln w="32119" cap="rnd">
                  <a:solidFill>
                    <a:schemeClr val="accent1">
                      <a:lumMod val="40000"/>
                      <a:lumOff val="60000"/>
                    </a:schemeClr>
                  </a:solidFill>
                  <a:prstDash val="solid"/>
                  <a:round/>
                </a:ln>
              </p:spPr>
              <p:txBody>
                <a:bodyPr rtlCol="0" anchor="ctr"/>
                <a:lstStyle/>
                <a:p>
                  <a:endParaRPr lang="pt-BR"/>
                </a:p>
              </p:txBody>
            </p:sp>
            <p:sp>
              <p:nvSpPr>
                <p:cNvPr id="80" name="Freeform: Shape 79">
                  <a:extLst>
                    <a:ext uri="{FF2B5EF4-FFF2-40B4-BE49-F238E27FC236}">
                      <a16:creationId xmlns:a16="http://schemas.microsoft.com/office/drawing/2014/main" id="{DB39125C-297D-E9D9-61E2-DE4CC0916793}"/>
                    </a:ext>
                  </a:extLst>
                </p:cNvPr>
                <p:cNvSpPr/>
                <p:nvPr/>
              </p:nvSpPr>
              <p:spPr>
                <a:xfrm>
                  <a:off x="6638245" y="1870008"/>
                  <a:ext cx="113859" cy="113603"/>
                </a:xfrm>
                <a:custGeom>
                  <a:avLst/>
                  <a:gdLst>
                    <a:gd name="connsiteX0" fmla="*/ 0 w 113859"/>
                    <a:gd name="connsiteY0" fmla="*/ 113603 h 113603"/>
                    <a:gd name="connsiteX1" fmla="*/ 113859 w 113859"/>
                    <a:gd name="connsiteY1" fmla="*/ 0 h 113603"/>
                  </a:gdLst>
                  <a:ahLst/>
                  <a:cxnLst>
                    <a:cxn ang="0">
                      <a:pos x="connsiteX0" y="connsiteY0"/>
                    </a:cxn>
                    <a:cxn ang="0">
                      <a:pos x="connsiteX1" y="connsiteY1"/>
                    </a:cxn>
                  </a:cxnLst>
                  <a:rect l="l" t="t" r="r" b="b"/>
                  <a:pathLst>
                    <a:path w="113859" h="113603">
                      <a:moveTo>
                        <a:pt x="0" y="113603"/>
                      </a:moveTo>
                      <a:lnTo>
                        <a:pt x="113859" y="0"/>
                      </a:lnTo>
                    </a:path>
                  </a:pathLst>
                </a:custGeom>
                <a:ln w="32119" cap="rnd">
                  <a:solidFill>
                    <a:schemeClr val="accent1">
                      <a:lumMod val="40000"/>
                      <a:lumOff val="60000"/>
                    </a:schemeClr>
                  </a:solidFill>
                  <a:prstDash val="solid"/>
                  <a:round/>
                </a:ln>
              </p:spPr>
              <p:txBody>
                <a:bodyPr rtlCol="0" anchor="ctr"/>
                <a:lstStyle/>
                <a:p>
                  <a:endParaRPr lang="pt-BR"/>
                </a:p>
              </p:txBody>
            </p:sp>
            <p:sp>
              <p:nvSpPr>
                <p:cNvPr id="81" name="Freeform: Shape 80">
                  <a:extLst>
                    <a:ext uri="{FF2B5EF4-FFF2-40B4-BE49-F238E27FC236}">
                      <a16:creationId xmlns:a16="http://schemas.microsoft.com/office/drawing/2014/main" id="{6B69A7C4-3BD5-B6D3-48D4-326CBAE1D070}"/>
                    </a:ext>
                  </a:extLst>
                </p:cNvPr>
                <p:cNvSpPr/>
                <p:nvPr/>
              </p:nvSpPr>
              <p:spPr>
                <a:xfrm>
                  <a:off x="6402807" y="1774376"/>
                  <a:ext cx="6432" cy="161098"/>
                </a:xfrm>
                <a:custGeom>
                  <a:avLst/>
                  <a:gdLst>
                    <a:gd name="connsiteX0" fmla="*/ 0 w 6432"/>
                    <a:gd name="connsiteY0" fmla="*/ 161098 h 161098"/>
                    <a:gd name="connsiteX1" fmla="*/ 0 w 6432"/>
                    <a:gd name="connsiteY1" fmla="*/ 0 h 161098"/>
                  </a:gdLst>
                  <a:ahLst/>
                  <a:cxnLst>
                    <a:cxn ang="0">
                      <a:pos x="connsiteX0" y="connsiteY0"/>
                    </a:cxn>
                    <a:cxn ang="0">
                      <a:pos x="connsiteX1" y="connsiteY1"/>
                    </a:cxn>
                  </a:cxnLst>
                  <a:rect l="l" t="t" r="r" b="b"/>
                  <a:pathLst>
                    <a:path w="6432" h="161098">
                      <a:moveTo>
                        <a:pt x="0" y="161098"/>
                      </a:moveTo>
                      <a:lnTo>
                        <a:pt x="0" y="0"/>
                      </a:lnTo>
                    </a:path>
                  </a:pathLst>
                </a:custGeom>
                <a:ln w="32119" cap="rnd">
                  <a:solidFill>
                    <a:schemeClr val="accent1">
                      <a:lumMod val="40000"/>
                      <a:lumOff val="60000"/>
                    </a:schemeClr>
                  </a:solidFill>
                  <a:prstDash val="solid"/>
                  <a:round/>
                </a:ln>
              </p:spPr>
              <p:txBody>
                <a:bodyPr rtlCol="0" anchor="ctr"/>
                <a:lstStyle/>
                <a:p>
                  <a:endParaRPr lang="pt-BR"/>
                </a:p>
              </p:txBody>
            </p:sp>
            <p:sp>
              <p:nvSpPr>
                <p:cNvPr id="82" name="Freeform: Shape 81">
                  <a:extLst>
                    <a:ext uri="{FF2B5EF4-FFF2-40B4-BE49-F238E27FC236}">
                      <a16:creationId xmlns:a16="http://schemas.microsoft.com/office/drawing/2014/main" id="{CF61330F-59FE-E309-2D78-8B89FB68E976}"/>
                    </a:ext>
                  </a:extLst>
                </p:cNvPr>
                <p:cNvSpPr/>
                <p:nvPr/>
              </p:nvSpPr>
              <p:spPr>
                <a:xfrm>
                  <a:off x="6370000" y="2291046"/>
                  <a:ext cx="36727" cy="371617"/>
                </a:xfrm>
                <a:custGeom>
                  <a:avLst/>
                  <a:gdLst>
                    <a:gd name="connsiteX0" fmla="*/ 27017 w 36727"/>
                    <a:gd name="connsiteY0" fmla="*/ 371617 h 371617"/>
                    <a:gd name="connsiteX1" fmla="*/ 17368 w 36727"/>
                    <a:gd name="connsiteY1" fmla="*/ 362632 h 371617"/>
                    <a:gd name="connsiteX2" fmla="*/ 0 w 36727"/>
                    <a:gd name="connsiteY2" fmla="*/ 10269 h 371617"/>
                    <a:gd name="connsiteX3" fmla="*/ 9006 w 36727"/>
                    <a:gd name="connsiteY3" fmla="*/ 0 h 371617"/>
                    <a:gd name="connsiteX4" fmla="*/ 19298 w 36727"/>
                    <a:gd name="connsiteY4" fmla="*/ 8986 h 371617"/>
                    <a:gd name="connsiteX5" fmla="*/ 36667 w 36727"/>
                    <a:gd name="connsiteY5" fmla="*/ 361348 h 371617"/>
                    <a:gd name="connsiteX6" fmla="*/ 27017 w 36727"/>
                    <a:gd name="connsiteY6" fmla="*/ 371617 h 371617"/>
                    <a:gd name="connsiteX7" fmla="*/ 27017 w 36727"/>
                    <a:gd name="connsiteY7" fmla="*/ 371617 h 371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727" h="371617">
                      <a:moveTo>
                        <a:pt x="27017" y="371617"/>
                      </a:moveTo>
                      <a:cubicBezTo>
                        <a:pt x="21871" y="371617"/>
                        <a:pt x="17368" y="367766"/>
                        <a:pt x="17368" y="362632"/>
                      </a:cubicBezTo>
                      <a:lnTo>
                        <a:pt x="0" y="10269"/>
                      </a:lnTo>
                      <a:cubicBezTo>
                        <a:pt x="0" y="5135"/>
                        <a:pt x="3860" y="642"/>
                        <a:pt x="9006" y="0"/>
                      </a:cubicBezTo>
                      <a:cubicBezTo>
                        <a:pt x="14152" y="0"/>
                        <a:pt x="18655" y="3851"/>
                        <a:pt x="19298" y="8986"/>
                      </a:cubicBezTo>
                      <a:lnTo>
                        <a:pt x="36667" y="361348"/>
                      </a:lnTo>
                      <a:cubicBezTo>
                        <a:pt x="37310" y="366483"/>
                        <a:pt x="32807" y="370976"/>
                        <a:pt x="27017" y="371617"/>
                      </a:cubicBezTo>
                      <a:cubicBezTo>
                        <a:pt x="27661" y="371617"/>
                        <a:pt x="27661" y="371617"/>
                        <a:pt x="27017" y="371617"/>
                      </a:cubicBezTo>
                      <a:close/>
                    </a:path>
                  </a:pathLst>
                </a:custGeom>
                <a:solidFill>
                  <a:schemeClr val="tx2"/>
                </a:solidFill>
                <a:ln w="6424" cap="flat">
                  <a:noFill/>
                  <a:prstDash val="solid"/>
                  <a:miter/>
                </a:ln>
              </p:spPr>
              <p:txBody>
                <a:bodyPr rtlCol="0" anchor="ctr"/>
                <a:lstStyle/>
                <a:p>
                  <a:endParaRPr lang="pt-BR"/>
                </a:p>
              </p:txBody>
            </p:sp>
            <p:sp>
              <p:nvSpPr>
                <p:cNvPr id="83" name="Freeform: Shape 82">
                  <a:extLst>
                    <a:ext uri="{FF2B5EF4-FFF2-40B4-BE49-F238E27FC236}">
                      <a16:creationId xmlns:a16="http://schemas.microsoft.com/office/drawing/2014/main" id="{B7A5B488-521E-4C6E-F33F-4A5BDD5E6E53}"/>
                    </a:ext>
                  </a:extLst>
                </p:cNvPr>
                <p:cNvSpPr/>
                <p:nvPr/>
              </p:nvSpPr>
              <p:spPr>
                <a:xfrm>
                  <a:off x="6285089" y="2650469"/>
                  <a:ext cx="232864" cy="164307"/>
                </a:xfrm>
                <a:custGeom>
                  <a:avLst/>
                  <a:gdLst>
                    <a:gd name="connsiteX0" fmla="*/ 88128 w 232864"/>
                    <a:gd name="connsiteY0" fmla="*/ 164308 h 164307"/>
                    <a:gd name="connsiteX1" fmla="*/ 140877 w 232864"/>
                    <a:gd name="connsiteY1" fmla="*/ 164308 h 164307"/>
                    <a:gd name="connsiteX2" fmla="*/ 221929 w 232864"/>
                    <a:gd name="connsiteY2" fmla="*/ 89214 h 164307"/>
                    <a:gd name="connsiteX3" fmla="*/ 232864 w 232864"/>
                    <a:gd name="connsiteY3" fmla="*/ 0 h 164307"/>
                    <a:gd name="connsiteX4" fmla="*/ 0 w 232864"/>
                    <a:gd name="connsiteY4" fmla="*/ 0 h 164307"/>
                    <a:gd name="connsiteX5" fmla="*/ 10936 w 232864"/>
                    <a:gd name="connsiteY5" fmla="*/ 92423 h 164307"/>
                    <a:gd name="connsiteX6" fmla="*/ 88128 w 232864"/>
                    <a:gd name="connsiteY6" fmla="*/ 164308 h 164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864" h="164307">
                      <a:moveTo>
                        <a:pt x="88128" y="164308"/>
                      </a:moveTo>
                      <a:lnTo>
                        <a:pt x="140877" y="164308"/>
                      </a:lnTo>
                      <a:cubicBezTo>
                        <a:pt x="183332" y="164308"/>
                        <a:pt x="218712" y="131574"/>
                        <a:pt x="221929" y="89214"/>
                      </a:cubicBezTo>
                      <a:lnTo>
                        <a:pt x="232864" y="0"/>
                      </a:lnTo>
                      <a:lnTo>
                        <a:pt x="0" y="0"/>
                      </a:lnTo>
                      <a:lnTo>
                        <a:pt x="10936" y="92423"/>
                      </a:lnTo>
                      <a:cubicBezTo>
                        <a:pt x="13509" y="132858"/>
                        <a:pt x="47602" y="164308"/>
                        <a:pt x="88128" y="164308"/>
                      </a:cubicBezTo>
                      <a:close/>
                    </a:path>
                  </a:pathLst>
                </a:custGeom>
                <a:solidFill>
                  <a:schemeClr val="tx2"/>
                </a:solidFill>
                <a:ln w="6424" cap="flat">
                  <a:noFill/>
                  <a:prstDash val="solid"/>
                  <a:miter/>
                </a:ln>
              </p:spPr>
              <p:txBody>
                <a:bodyPr rtlCol="0" anchor="ctr"/>
                <a:lstStyle/>
                <a:p>
                  <a:endParaRPr lang="pt-BR"/>
                </a:p>
              </p:txBody>
            </p:sp>
          </p:grpSp>
          <p:sp>
            <p:nvSpPr>
              <p:cNvPr id="31" name="Freeform: Shape 30">
                <a:extLst>
                  <a:ext uri="{FF2B5EF4-FFF2-40B4-BE49-F238E27FC236}">
                    <a16:creationId xmlns:a16="http://schemas.microsoft.com/office/drawing/2014/main" id="{DA3FDE49-0BF1-E19D-DEB2-4E47B5C42EE0}"/>
                  </a:ext>
                </a:extLst>
              </p:cNvPr>
              <p:cNvSpPr/>
              <p:nvPr/>
            </p:nvSpPr>
            <p:spPr>
              <a:xfrm>
                <a:off x="6706432" y="2547602"/>
                <a:ext cx="194911" cy="510425"/>
              </a:xfrm>
              <a:custGeom>
                <a:avLst/>
                <a:gdLst>
                  <a:gd name="connsiteX0" fmla="*/ 194911 w 194911"/>
                  <a:gd name="connsiteY0" fmla="*/ 486678 h 510425"/>
                  <a:gd name="connsiteX1" fmla="*/ 186549 w 194911"/>
                  <a:gd name="connsiteY1" fmla="*/ 96448 h 510425"/>
                  <a:gd name="connsiteX2" fmla="*/ 158245 w 194911"/>
                  <a:gd name="connsiteY2" fmla="*/ 174 h 510425"/>
                  <a:gd name="connsiteX3" fmla="*/ 109356 w 194911"/>
                  <a:gd name="connsiteY3" fmla="*/ 159989 h 510425"/>
                  <a:gd name="connsiteX4" fmla="*/ 0 w 194911"/>
                  <a:gd name="connsiteY4" fmla="*/ 316594 h 510425"/>
                  <a:gd name="connsiteX5" fmla="*/ 22515 w 194911"/>
                  <a:gd name="connsiteY5" fmla="*/ 510426 h 510425"/>
                  <a:gd name="connsiteX6" fmla="*/ 194911 w 194911"/>
                  <a:gd name="connsiteY6" fmla="*/ 486678 h 51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911" h="510425">
                    <a:moveTo>
                      <a:pt x="194911" y="486678"/>
                    </a:moveTo>
                    <a:cubicBezTo>
                      <a:pt x="194911" y="486678"/>
                      <a:pt x="186549" y="100299"/>
                      <a:pt x="186549" y="96448"/>
                    </a:cubicBezTo>
                    <a:cubicBezTo>
                      <a:pt x="185262" y="65640"/>
                      <a:pt x="186549" y="3383"/>
                      <a:pt x="158245" y="174"/>
                    </a:cubicBezTo>
                    <a:cubicBezTo>
                      <a:pt x="129941" y="-3677"/>
                      <a:pt x="129941" y="56655"/>
                      <a:pt x="109356" y="159989"/>
                    </a:cubicBezTo>
                    <a:lnTo>
                      <a:pt x="0" y="316594"/>
                    </a:lnTo>
                    <a:lnTo>
                      <a:pt x="22515" y="510426"/>
                    </a:lnTo>
                    <a:lnTo>
                      <a:pt x="194911" y="486678"/>
                    </a:lnTo>
                    <a:close/>
                  </a:path>
                </a:pathLst>
              </a:custGeom>
              <a:solidFill>
                <a:schemeClr val="bg1"/>
              </a:solidFill>
              <a:ln w="6424" cap="flat">
                <a:solidFill>
                  <a:schemeClr val="tx2"/>
                </a:solidFill>
                <a:prstDash val="solid"/>
                <a:miter/>
              </a:ln>
            </p:spPr>
            <p:txBody>
              <a:bodyPr rtlCol="0" anchor="ctr"/>
              <a:lstStyle/>
              <a:p>
                <a:endParaRPr lang="pt-BR"/>
              </a:p>
            </p:txBody>
          </p:sp>
          <p:sp>
            <p:nvSpPr>
              <p:cNvPr id="32" name="Freeform: Shape 31">
                <a:extLst>
                  <a:ext uri="{FF2B5EF4-FFF2-40B4-BE49-F238E27FC236}">
                    <a16:creationId xmlns:a16="http://schemas.microsoft.com/office/drawing/2014/main" id="{C554FF54-07C6-0274-71ED-380F675E0421}"/>
                  </a:ext>
                </a:extLst>
              </p:cNvPr>
              <p:cNvSpPr/>
              <p:nvPr/>
            </p:nvSpPr>
            <p:spPr>
              <a:xfrm>
                <a:off x="6706432" y="2547602"/>
                <a:ext cx="194911" cy="510425"/>
              </a:xfrm>
              <a:custGeom>
                <a:avLst/>
                <a:gdLst>
                  <a:gd name="connsiteX0" fmla="*/ 194911 w 194911"/>
                  <a:gd name="connsiteY0" fmla="*/ 486678 h 510425"/>
                  <a:gd name="connsiteX1" fmla="*/ 186549 w 194911"/>
                  <a:gd name="connsiteY1" fmla="*/ 96448 h 510425"/>
                  <a:gd name="connsiteX2" fmla="*/ 158245 w 194911"/>
                  <a:gd name="connsiteY2" fmla="*/ 174 h 510425"/>
                  <a:gd name="connsiteX3" fmla="*/ 109356 w 194911"/>
                  <a:gd name="connsiteY3" fmla="*/ 159989 h 510425"/>
                  <a:gd name="connsiteX4" fmla="*/ 0 w 194911"/>
                  <a:gd name="connsiteY4" fmla="*/ 316594 h 510425"/>
                  <a:gd name="connsiteX5" fmla="*/ 22515 w 194911"/>
                  <a:gd name="connsiteY5" fmla="*/ 510426 h 510425"/>
                  <a:gd name="connsiteX6" fmla="*/ 194911 w 194911"/>
                  <a:gd name="connsiteY6" fmla="*/ 486678 h 51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911" h="510425">
                    <a:moveTo>
                      <a:pt x="194911" y="486678"/>
                    </a:moveTo>
                    <a:cubicBezTo>
                      <a:pt x="194911" y="486678"/>
                      <a:pt x="186549" y="100299"/>
                      <a:pt x="186549" y="96448"/>
                    </a:cubicBezTo>
                    <a:cubicBezTo>
                      <a:pt x="185262" y="65640"/>
                      <a:pt x="186549" y="3383"/>
                      <a:pt x="158245" y="174"/>
                    </a:cubicBezTo>
                    <a:cubicBezTo>
                      <a:pt x="129941" y="-3677"/>
                      <a:pt x="129941" y="56655"/>
                      <a:pt x="109356" y="159989"/>
                    </a:cubicBezTo>
                    <a:lnTo>
                      <a:pt x="0" y="316594"/>
                    </a:lnTo>
                    <a:lnTo>
                      <a:pt x="22515" y="510426"/>
                    </a:lnTo>
                    <a:lnTo>
                      <a:pt x="194911" y="486678"/>
                    </a:lnTo>
                    <a:close/>
                  </a:path>
                </a:pathLst>
              </a:custGeom>
              <a:noFill/>
              <a:ln w="6424" cap="rnd">
                <a:solidFill>
                  <a:schemeClr val="tx2"/>
                </a:solidFill>
                <a:prstDash val="solid"/>
                <a:round/>
              </a:ln>
            </p:spPr>
            <p:txBody>
              <a:bodyPr rtlCol="0" anchor="ctr"/>
              <a:lstStyle/>
              <a:p>
                <a:endParaRPr lang="pt-BR"/>
              </a:p>
            </p:txBody>
          </p:sp>
          <p:sp>
            <p:nvSpPr>
              <p:cNvPr id="33" name="Freeform: Shape 32">
                <a:extLst>
                  <a:ext uri="{FF2B5EF4-FFF2-40B4-BE49-F238E27FC236}">
                    <a16:creationId xmlns:a16="http://schemas.microsoft.com/office/drawing/2014/main" id="{247EFB9A-A6F1-9AFF-75D7-726973C755DA}"/>
                  </a:ext>
                </a:extLst>
              </p:cNvPr>
              <p:cNvSpPr/>
              <p:nvPr/>
            </p:nvSpPr>
            <p:spPr>
              <a:xfrm>
                <a:off x="6666601" y="2681410"/>
                <a:ext cx="217716" cy="257855"/>
              </a:xfrm>
              <a:custGeom>
                <a:avLst/>
                <a:gdLst>
                  <a:gd name="connsiteX0" fmla="*/ 135678 w 217716"/>
                  <a:gd name="connsiteY0" fmla="*/ 220654 h 257855"/>
                  <a:gd name="connsiteX1" fmla="*/ 117667 w 217716"/>
                  <a:gd name="connsiteY1" fmla="*/ 255955 h 257855"/>
                  <a:gd name="connsiteX2" fmla="*/ 17316 w 217716"/>
                  <a:gd name="connsiteY2" fmla="*/ 191772 h 257855"/>
                  <a:gd name="connsiteX3" fmla="*/ 39187 w 217716"/>
                  <a:gd name="connsiteY3" fmla="*/ 123738 h 257855"/>
                  <a:gd name="connsiteX4" fmla="*/ 26322 w 217716"/>
                  <a:gd name="connsiteY4" fmla="*/ 77527 h 257855"/>
                  <a:gd name="connsiteX5" fmla="*/ 77784 w 217716"/>
                  <a:gd name="connsiteY5" fmla="*/ 59556 h 257855"/>
                  <a:gd name="connsiteX6" fmla="*/ 83573 w 217716"/>
                  <a:gd name="connsiteY6" fmla="*/ 12061 h 257855"/>
                  <a:gd name="connsiteX7" fmla="*/ 147257 w 217716"/>
                  <a:gd name="connsiteY7" fmla="*/ 19762 h 257855"/>
                  <a:gd name="connsiteX8" fmla="*/ 212227 w 217716"/>
                  <a:gd name="connsiteY8" fmla="*/ 170592 h 257855"/>
                  <a:gd name="connsiteX9" fmla="*/ 160122 w 217716"/>
                  <a:gd name="connsiteY9" fmla="*/ 168024 h 257855"/>
                  <a:gd name="connsiteX10" fmla="*/ 166555 w 217716"/>
                  <a:gd name="connsiteY10" fmla="*/ 220654 h 257855"/>
                  <a:gd name="connsiteX11" fmla="*/ 135035 w 217716"/>
                  <a:gd name="connsiteY11" fmla="*/ 216803 h 257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7716" h="257855">
                    <a:moveTo>
                      <a:pt x="135678" y="220654"/>
                    </a:moveTo>
                    <a:cubicBezTo>
                      <a:pt x="135678" y="220654"/>
                      <a:pt x="141468" y="243760"/>
                      <a:pt x="117667" y="255955"/>
                    </a:cubicBezTo>
                    <a:cubicBezTo>
                      <a:pt x="93865" y="268149"/>
                      <a:pt x="44333" y="218729"/>
                      <a:pt x="17316" y="191772"/>
                    </a:cubicBezTo>
                    <a:cubicBezTo>
                      <a:pt x="-12274" y="160964"/>
                      <a:pt x="-3269" y="121171"/>
                      <a:pt x="39187" y="123738"/>
                    </a:cubicBezTo>
                    <a:cubicBezTo>
                      <a:pt x="39187" y="123738"/>
                      <a:pt x="17959" y="99991"/>
                      <a:pt x="26322" y="77527"/>
                    </a:cubicBezTo>
                    <a:cubicBezTo>
                      <a:pt x="34041" y="55705"/>
                      <a:pt x="59772" y="48645"/>
                      <a:pt x="77784" y="59556"/>
                    </a:cubicBezTo>
                    <a:cubicBezTo>
                      <a:pt x="77784" y="59556"/>
                      <a:pt x="64275" y="30032"/>
                      <a:pt x="83573" y="12061"/>
                    </a:cubicBezTo>
                    <a:cubicBezTo>
                      <a:pt x="103515" y="-6552"/>
                      <a:pt x="128602" y="-3343"/>
                      <a:pt x="147257" y="19762"/>
                    </a:cubicBezTo>
                    <a:cubicBezTo>
                      <a:pt x="165912" y="42868"/>
                      <a:pt x="237958" y="144277"/>
                      <a:pt x="212227" y="170592"/>
                    </a:cubicBezTo>
                    <a:cubicBezTo>
                      <a:pt x="185853" y="196906"/>
                      <a:pt x="160122" y="168024"/>
                      <a:pt x="160122" y="168024"/>
                    </a:cubicBezTo>
                    <a:cubicBezTo>
                      <a:pt x="160122" y="168024"/>
                      <a:pt x="187783" y="205892"/>
                      <a:pt x="166555" y="220654"/>
                    </a:cubicBezTo>
                    <a:cubicBezTo>
                      <a:pt x="145970" y="236058"/>
                      <a:pt x="135035" y="216803"/>
                      <a:pt x="135035" y="216803"/>
                    </a:cubicBezTo>
                  </a:path>
                </a:pathLst>
              </a:custGeom>
              <a:solidFill>
                <a:schemeClr val="bg1"/>
              </a:solidFill>
              <a:ln w="6424" cap="flat">
                <a:noFill/>
                <a:prstDash val="solid"/>
                <a:miter/>
              </a:ln>
            </p:spPr>
            <p:txBody>
              <a:bodyPr rtlCol="0" anchor="ctr"/>
              <a:lstStyle/>
              <a:p>
                <a:endParaRPr lang="pt-BR"/>
              </a:p>
            </p:txBody>
          </p:sp>
          <p:sp>
            <p:nvSpPr>
              <p:cNvPr id="34" name="Freeform: Shape 33">
                <a:extLst>
                  <a:ext uri="{FF2B5EF4-FFF2-40B4-BE49-F238E27FC236}">
                    <a16:creationId xmlns:a16="http://schemas.microsoft.com/office/drawing/2014/main" id="{A3F0E706-0727-D9A7-3DE8-0475B71F61F3}"/>
                  </a:ext>
                </a:extLst>
              </p:cNvPr>
              <p:cNvSpPr/>
              <p:nvPr/>
            </p:nvSpPr>
            <p:spPr>
              <a:xfrm>
                <a:off x="6801636" y="2850076"/>
                <a:ext cx="39534" cy="58602"/>
              </a:xfrm>
              <a:custGeom>
                <a:avLst/>
                <a:gdLst>
                  <a:gd name="connsiteX0" fmla="*/ 34737 w 39534"/>
                  <a:gd name="connsiteY0" fmla="*/ 7702 h 58602"/>
                  <a:gd name="connsiteX1" fmla="*/ 25088 w 39534"/>
                  <a:gd name="connsiteY1" fmla="*/ 0 h 58602"/>
                  <a:gd name="connsiteX2" fmla="*/ 31520 w 39534"/>
                  <a:gd name="connsiteY2" fmla="*/ 52630 h 58602"/>
                  <a:gd name="connsiteX3" fmla="*/ 0 w 39534"/>
                  <a:gd name="connsiteY3" fmla="*/ 48779 h 58602"/>
                </a:gdLst>
                <a:ahLst/>
                <a:cxnLst>
                  <a:cxn ang="0">
                    <a:pos x="connsiteX0" y="connsiteY0"/>
                  </a:cxn>
                  <a:cxn ang="0">
                    <a:pos x="connsiteX1" y="connsiteY1"/>
                  </a:cxn>
                  <a:cxn ang="0">
                    <a:pos x="connsiteX2" y="connsiteY2"/>
                  </a:cxn>
                  <a:cxn ang="0">
                    <a:pos x="connsiteX3" y="connsiteY3"/>
                  </a:cxn>
                </a:cxnLst>
                <a:rect l="l" t="t" r="r" b="b"/>
                <a:pathLst>
                  <a:path w="39534" h="58602">
                    <a:moveTo>
                      <a:pt x="34737" y="7702"/>
                    </a:moveTo>
                    <a:cubicBezTo>
                      <a:pt x="28947" y="3851"/>
                      <a:pt x="25088" y="0"/>
                      <a:pt x="25088" y="0"/>
                    </a:cubicBezTo>
                    <a:cubicBezTo>
                      <a:pt x="25088" y="0"/>
                      <a:pt x="52748" y="37868"/>
                      <a:pt x="31520" y="52630"/>
                    </a:cubicBezTo>
                    <a:cubicBezTo>
                      <a:pt x="10936" y="68034"/>
                      <a:pt x="0" y="48779"/>
                      <a:pt x="0" y="48779"/>
                    </a:cubicBezTo>
                  </a:path>
                </a:pathLst>
              </a:custGeom>
              <a:noFill/>
              <a:ln w="6424" cap="rnd">
                <a:solidFill>
                  <a:schemeClr val="tx2"/>
                </a:solidFill>
                <a:prstDash val="solid"/>
                <a:round/>
              </a:ln>
            </p:spPr>
            <p:txBody>
              <a:bodyPr rtlCol="0" anchor="ctr"/>
              <a:lstStyle/>
              <a:p>
                <a:endParaRPr lang="pt-BR"/>
              </a:p>
            </p:txBody>
          </p:sp>
          <p:sp>
            <p:nvSpPr>
              <p:cNvPr id="35" name="Freeform: Shape 34">
                <a:extLst>
                  <a:ext uri="{FF2B5EF4-FFF2-40B4-BE49-F238E27FC236}">
                    <a16:creationId xmlns:a16="http://schemas.microsoft.com/office/drawing/2014/main" id="{E0904582-C96C-0E95-9E31-2B3AC6CDCB4A}"/>
                  </a:ext>
                </a:extLst>
              </p:cNvPr>
              <p:cNvSpPr/>
              <p:nvPr/>
            </p:nvSpPr>
            <p:spPr>
              <a:xfrm>
                <a:off x="6666601" y="2681410"/>
                <a:ext cx="178777" cy="257855"/>
              </a:xfrm>
              <a:custGeom>
                <a:avLst/>
                <a:gdLst>
                  <a:gd name="connsiteX0" fmla="*/ 135678 w 178777"/>
                  <a:gd name="connsiteY0" fmla="*/ 220654 h 257855"/>
                  <a:gd name="connsiteX1" fmla="*/ 117667 w 178777"/>
                  <a:gd name="connsiteY1" fmla="*/ 255955 h 257855"/>
                  <a:gd name="connsiteX2" fmla="*/ 17316 w 178777"/>
                  <a:gd name="connsiteY2" fmla="*/ 191772 h 257855"/>
                  <a:gd name="connsiteX3" fmla="*/ 39187 w 178777"/>
                  <a:gd name="connsiteY3" fmla="*/ 123738 h 257855"/>
                  <a:gd name="connsiteX4" fmla="*/ 26322 w 178777"/>
                  <a:gd name="connsiteY4" fmla="*/ 77527 h 257855"/>
                  <a:gd name="connsiteX5" fmla="*/ 77784 w 178777"/>
                  <a:gd name="connsiteY5" fmla="*/ 59556 h 257855"/>
                  <a:gd name="connsiteX6" fmla="*/ 83573 w 178777"/>
                  <a:gd name="connsiteY6" fmla="*/ 12061 h 257855"/>
                  <a:gd name="connsiteX7" fmla="*/ 147257 w 178777"/>
                  <a:gd name="connsiteY7" fmla="*/ 19762 h 257855"/>
                  <a:gd name="connsiteX8" fmla="*/ 178777 w 178777"/>
                  <a:gd name="connsiteY8" fmla="*/ 64690 h 257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777" h="257855">
                    <a:moveTo>
                      <a:pt x="135678" y="220654"/>
                    </a:moveTo>
                    <a:cubicBezTo>
                      <a:pt x="135678" y="220654"/>
                      <a:pt x="141468" y="243760"/>
                      <a:pt x="117667" y="255955"/>
                    </a:cubicBezTo>
                    <a:cubicBezTo>
                      <a:pt x="93865" y="268149"/>
                      <a:pt x="44333" y="218729"/>
                      <a:pt x="17316" y="191772"/>
                    </a:cubicBezTo>
                    <a:cubicBezTo>
                      <a:pt x="-12274" y="160964"/>
                      <a:pt x="-3269" y="121171"/>
                      <a:pt x="39187" y="123738"/>
                    </a:cubicBezTo>
                    <a:cubicBezTo>
                      <a:pt x="39187" y="123738"/>
                      <a:pt x="17959" y="99991"/>
                      <a:pt x="26322" y="77527"/>
                    </a:cubicBezTo>
                    <a:cubicBezTo>
                      <a:pt x="34041" y="55705"/>
                      <a:pt x="59772" y="48645"/>
                      <a:pt x="77784" y="59556"/>
                    </a:cubicBezTo>
                    <a:cubicBezTo>
                      <a:pt x="77784" y="59556"/>
                      <a:pt x="64275" y="30032"/>
                      <a:pt x="83573" y="12061"/>
                    </a:cubicBezTo>
                    <a:cubicBezTo>
                      <a:pt x="103515" y="-6552"/>
                      <a:pt x="128602" y="-3343"/>
                      <a:pt x="147257" y="19762"/>
                    </a:cubicBezTo>
                    <a:cubicBezTo>
                      <a:pt x="153690" y="27464"/>
                      <a:pt x="166555" y="44794"/>
                      <a:pt x="178777" y="64690"/>
                    </a:cubicBezTo>
                  </a:path>
                </a:pathLst>
              </a:custGeom>
              <a:noFill/>
              <a:ln w="6424" cap="rnd">
                <a:solidFill>
                  <a:schemeClr val="tx2"/>
                </a:solidFill>
                <a:prstDash val="solid"/>
                <a:round/>
              </a:ln>
            </p:spPr>
            <p:txBody>
              <a:bodyPr rtlCol="0" anchor="ctr"/>
              <a:lstStyle/>
              <a:p>
                <a:endParaRPr lang="pt-BR"/>
              </a:p>
            </p:txBody>
          </p:sp>
          <p:sp>
            <p:nvSpPr>
              <p:cNvPr id="36" name="Freeform: Shape 35">
                <a:extLst>
                  <a:ext uri="{FF2B5EF4-FFF2-40B4-BE49-F238E27FC236}">
                    <a16:creationId xmlns:a16="http://schemas.microsoft.com/office/drawing/2014/main" id="{CC4A2D9C-FE81-FDD4-F486-9C1185F4FDC1}"/>
                  </a:ext>
                </a:extLst>
              </p:cNvPr>
              <p:cNvSpPr/>
              <p:nvPr/>
            </p:nvSpPr>
            <p:spPr>
              <a:xfrm>
                <a:off x="6811574" y="2740631"/>
                <a:ext cx="73043" cy="160149"/>
              </a:xfrm>
              <a:custGeom>
                <a:avLst/>
                <a:gdLst>
                  <a:gd name="connsiteX0" fmla="*/ 43454 w 73043"/>
                  <a:gd name="connsiteY0" fmla="*/ 160150 h 160149"/>
                  <a:gd name="connsiteX1" fmla="*/ 7430 w 73043"/>
                  <a:gd name="connsiteY1" fmla="*/ 4186 h 160149"/>
                  <a:gd name="connsiteX2" fmla="*/ 73044 w 73043"/>
                  <a:gd name="connsiteY2" fmla="*/ 52965 h 160149"/>
                  <a:gd name="connsiteX3" fmla="*/ 43454 w 73043"/>
                  <a:gd name="connsiteY3" fmla="*/ 160150 h 160149"/>
                </a:gdLst>
                <a:ahLst/>
                <a:cxnLst>
                  <a:cxn ang="0">
                    <a:pos x="connsiteX0" y="connsiteY0"/>
                  </a:cxn>
                  <a:cxn ang="0">
                    <a:pos x="connsiteX1" y="connsiteY1"/>
                  </a:cxn>
                  <a:cxn ang="0">
                    <a:pos x="connsiteX2" y="connsiteY2"/>
                  </a:cxn>
                  <a:cxn ang="0">
                    <a:pos x="connsiteX3" y="connsiteY3"/>
                  </a:cxn>
                </a:cxnLst>
                <a:rect l="l" t="t" r="r" b="b"/>
                <a:pathLst>
                  <a:path w="73043" h="160149">
                    <a:moveTo>
                      <a:pt x="43454" y="160150"/>
                    </a:moveTo>
                    <a:cubicBezTo>
                      <a:pt x="43454" y="160150"/>
                      <a:pt x="-21517" y="27292"/>
                      <a:pt x="7430" y="4186"/>
                    </a:cubicBezTo>
                    <a:cubicBezTo>
                      <a:pt x="34448" y="-17636"/>
                      <a:pt x="73044" y="52965"/>
                      <a:pt x="73044" y="52965"/>
                    </a:cubicBezTo>
                    <a:lnTo>
                      <a:pt x="43454" y="160150"/>
                    </a:lnTo>
                    <a:close/>
                  </a:path>
                </a:pathLst>
              </a:custGeom>
              <a:solidFill>
                <a:schemeClr val="bg1"/>
              </a:solidFill>
              <a:ln w="6424" cap="flat">
                <a:noFill/>
                <a:prstDash val="solid"/>
                <a:miter/>
              </a:ln>
            </p:spPr>
            <p:txBody>
              <a:bodyPr rtlCol="0" anchor="ctr"/>
              <a:lstStyle/>
              <a:p>
                <a:endParaRPr lang="pt-BR"/>
              </a:p>
            </p:txBody>
          </p:sp>
          <p:sp>
            <p:nvSpPr>
              <p:cNvPr id="37" name="Freeform: Shape 36">
                <a:extLst>
                  <a:ext uri="{FF2B5EF4-FFF2-40B4-BE49-F238E27FC236}">
                    <a16:creationId xmlns:a16="http://schemas.microsoft.com/office/drawing/2014/main" id="{D9370654-468D-3B53-1C10-9A1E4757E502}"/>
                  </a:ext>
                </a:extLst>
              </p:cNvPr>
              <p:cNvSpPr/>
              <p:nvPr/>
            </p:nvSpPr>
            <p:spPr>
              <a:xfrm>
                <a:off x="6810931" y="2739347"/>
                <a:ext cx="73043" cy="160149"/>
              </a:xfrm>
              <a:custGeom>
                <a:avLst/>
                <a:gdLst>
                  <a:gd name="connsiteX0" fmla="*/ 73044 w 73043"/>
                  <a:gd name="connsiteY0" fmla="*/ 52965 h 160149"/>
                  <a:gd name="connsiteX1" fmla="*/ 7430 w 73043"/>
                  <a:gd name="connsiteY1" fmla="*/ 4186 h 160149"/>
                  <a:gd name="connsiteX2" fmla="*/ 43453 w 73043"/>
                  <a:gd name="connsiteY2" fmla="*/ 160150 h 160149"/>
                </a:gdLst>
                <a:ahLst/>
                <a:cxnLst>
                  <a:cxn ang="0">
                    <a:pos x="connsiteX0" y="connsiteY0"/>
                  </a:cxn>
                  <a:cxn ang="0">
                    <a:pos x="connsiteX1" y="connsiteY1"/>
                  </a:cxn>
                  <a:cxn ang="0">
                    <a:pos x="connsiteX2" y="connsiteY2"/>
                  </a:cxn>
                </a:cxnLst>
                <a:rect l="l" t="t" r="r" b="b"/>
                <a:pathLst>
                  <a:path w="73043" h="160149">
                    <a:moveTo>
                      <a:pt x="73044" y="52965"/>
                    </a:moveTo>
                    <a:cubicBezTo>
                      <a:pt x="73044" y="52965"/>
                      <a:pt x="34448" y="-17636"/>
                      <a:pt x="7430" y="4186"/>
                    </a:cubicBezTo>
                    <a:cubicBezTo>
                      <a:pt x="-21517" y="27934"/>
                      <a:pt x="43453" y="160150"/>
                      <a:pt x="43453" y="160150"/>
                    </a:cubicBezTo>
                  </a:path>
                </a:pathLst>
              </a:custGeom>
              <a:noFill/>
              <a:ln w="6424" cap="rnd">
                <a:solidFill>
                  <a:schemeClr val="tx2"/>
                </a:solidFill>
                <a:prstDash val="solid"/>
                <a:round/>
              </a:ln>
            </p:spPr>
            <p:txBody>
              <a:bodyPr rtlCol="0" anchor="ctr"/>
              <a:lstStyle/>
              <a:p>
                <a:endParaRPr lang="pt-BR"/>
              </a:p>
            </p:txBody>
          </p:sp>
          <p:sp>
            <p:nvSpPr>
              <p:cNvPr id="39" name="Freeform: Shape 38">
                <a:extLst>
                  <a:ext uri="{FF2B5EF4-FFF2-40B4-BE49-F238E27FC236}">
                    <a16:creationId xmlns:a16="http://schemas.microsoft.com/office/drawing/2014/main" id="{7088D9E2-2B1E-46BB-A3B8-F6F7C4A9DA74}"/>
                  </a:ext>
                </a:extLst>
              </p:cNvPr>
              <p:cNvSpPr/>
              <p:nvPr/>
            </p:nvSpPr>
            <p:spPr>
              <a:xfrm>
                <a:off x="6712864" y="3007966"/>
                <a:ext cx="933387" cy="1020770"/>
              </a:xfrm>
              <a:custGeom>
                <a:avLst/>
                <a:gdLst>
                  <a:gd name="connsiteX0" fmla="*/ 933387 w 933387"/>
                  <a:gd name="connsiteY0" fmla="*/ 115529 h 1020770"/>
                  <a:gd name="connsiteX1" fmla="*/ 669646 w 933387"/>
                  <a:gd name="connsiteY1" fmla="*/ 204101 h 1020770"/>
                  <a:gd name="connsiteX2" fmla="*/ 347367 w 933387"/>
                  <a:gd name="connsiteY2" fmla="*/ 580211 h 1020770"/>
                  <a:gd name="connsiteX3" fmla="*/ 209707 w 933387"/>
                  <a:gd name="connsiteY3" fmla="*/ 0 h 1020770"/>
                  <a:gd name="connsiteX4" fmla="*/ 0 w 933387"/>
                  <a:gd name="connsiteY4" fmla="*/ 34017 h 1020770"/>
                  <a:gd name="connsiteX5" fmla="*/ 80409 w 933387"/>
                  <a:gd name="connsiteY5" fmla="*/ 783028 h 1020770"/>
                  <a:gd name="connsiteX6" fmla="*/ 156315 w 933387"/>
                  <a:gd name="connsiteY6" fmla="*/ 953754 h 1020770"/>
                  <a:gd name="connsiteX7" fmla="*/ 485027 w 933387"/>
                  <a:gd name="connsiteY7" fmla="*/ 963381 h 1020770"/>
                  <a:gd name="connsiteX8" fmla="*/ 767423 w 933387"/>
                  <a:gd name="connsiteY8" fmla="*/ 631557 h 1020770"/>
                  <a:gd name="connsiteX9" fmla="*/ 933387 w 933387"/>
                  <a:gd name="connsiteY9" fmla="*/ 115529 h 102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3387" h="1020770">
                    <a:moveTo>
                      <a:pt x="933387" y="115529"/>
                    </a:moveTo>
                    <a:cubicBezTo>
                      <a:pt x="933387" y="115529"/>
                      <a:pt x="821458" y="8986"/>
                      <a:pt x="669646" y="204101"/>
                    </a:cubicBezTo>
                    <a:lnTo>
                      <a:pt x="347367" y="580211"/>
                    </a:lnTo>
                    <a:lnTo>
                      <a:pt x="209707" y="0"/>
                    </a:lnTo>
                    <a:lnTo>
                      <a:pt x="0" y="34017"/>
                    </a:lnTo>
                    <a:lnTo>
                      <a:pt x="80409" y="783028"/>
                    </a:lnTo>
                    <a:cubicBezTo>
                      <a:pt x="80409" y="783028"/>
                      <a:pt x="91345" y="885720"/>
                      <a:pt x="156315" y="953754"/>
                    </a:cubicBezTo>
                    <a:cubicBezTo>
                      <a:pt x="222572" y="1023071"/>
                      <a:pt x="344794" y="1057087"/>
                      <a:pt x="485027" y="963381"/>
                    </a:cubicBezTo>
                    <a:lnTo>
                      <a:pt x="767423" y="631557"/>
                    </a:lnTo>
                    <a:lnTo>
                      <a:pt x="933387" y="115529"/>
                    </a:lnTo>
                    <a:close/>
                  </a:path>
                </a:pathLst>
              </a:custGeom>
              <a:solidFill>
                <a:schemeClr val="accent1"/>
              </a:solidFill>
              <a:ln w="6424" cap="flat">
                <a:noFill/>
                <a:prstDash val="solid"/>
                <a:miter/>
              </a:ln>
            </p:spPr>
            <p:txBody>
              <a:bodyPr rtlCol="0" anchor="ctr"/>
              <a:lstStyle/>
              <a:p>
                <a:endParaRPr lang="pt-BR"/>
              </a:p>
            </p:txBody>
          </p:sp>
          <p:sp>
            <p:nvSpPr>
              <p:cNvPr id="40" name="Freeform: Shape 39">
                <a:extLst>
                  <a:ext uri="{FF2B5EF4-FFF2-40B4-BE49-F238E27FC236}">
                    <a16:creationId xmlns:a16="http://schemas.microsoft.com/office/drawing/2014/main" id="{A8CB47A5-9C8E-4A28-E374-B5A0758808A5}"/>
                  </a:ext>
                </a:extLst>
              </p:cNvPr>
              <p:cNvSpPr/>
              <p:nvPr/>
            </p:nvSpPr>
            <p:spPr>
              <a:xfrm>
                <a:off x="7733011" y="2463055"/>
                <a:ext cx="497331" cy="445619"/>
              </a:xfrm>
              <a:custGeom>
                <a:avLst/>
                <a:gdLst>
                  <a:gd name="connsiteX0" fmla="*/ 130024 w 497331"/>
                  <a:gd name="connsiteY0" fmla="*/ 0 h 445619"/>
                  <a:gd name="connsiteX1" fmla="*/ 31603 w 497331"/>
                  <a:gd name="connsiteY1" fmla="*/ 184846 h 445619"/>
                  <a:gd name="connsiteX2" fmla="*/ 45755 w 497331"/>
                  <a:gd name="connsiteY2" fmla="*/ 412694 h 445619"/>
                  <a:gd name="connsiteX3" fmla="*/ 288912 w 497331"/>
                  <a:gd name="connsiteY3" fmla="*/ 404350 h 445619"/>
                  <a:gd name="connsiteX4" fmla="*/ 348093 w 497331"/>
                  <a:gd name="connsiteY4" fmla="*/ 345302 h 445619"/>
                  <a:gd name="connsiteX5" fmla="*/ 497332 w 497331"/>
                  <a:gd name="connsiteY5" fmla="*/ 163666 h 445619"/>
                  <a:gd name="connsiteX6" fmla="*/ 370607 w 497331"/>
                  <a:gd name="connsiteY6" fmla="*/ 0 h 445619"/>
                  <a:gd name="connsiteX7" fmla="*/ 130024 w 497331"/>
                  <a:gd name="connsiteY7" fmla="*/ 0 h 44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7331" h="445619">
                    <a:moveTo>
                      <a:pt x="130024" y="0"/>
                    </a:moveTo>
                    <a:lnTo>
                      <a:pt x="31603" y="184846"/>
                    </a:lnTo>
                    <a:cubicBezTo>
                      <a:pt x="31603" y="184846"/>
                      <a:pt x="-48163" y="333750"/>
                      <a:pt x="45755" y="412694"/>
                    </a:cubicBezTo>
                    <a:cubicBezTo>
                      <a:pt x="116515" y="471742"/>
                      <a:pt x="227158" y="440293"/>
                      <a:pt x="288912" y="404350"/>
                    </a:cubicBezTo>
                    <a:cubicBezTo>
                      <a:pt x="339087" y="375468"/>
                      <a:pt x="348093" y="345302"/>
                      <a:pt x="348093" y="345302"/>
                    </a:cubicBezTo>
                    <a:lnTo>
                      <a:pt x="497332" y="163666"/>
                    </a:lnTo>
                    <a:lnTo>
                      <a:pt x="370607" y="0"/>
                    </a:lnTo>
                    <a:lnTo>
                      <a:pt x="130024" y="0"/>
                    </a:lnTo>
                    <a:close/>
                  </a:path>
                </a:pathLst>
              </a:custGeom>
              <a:solidFill>
                <a:schemeClr val="bg1"/>
              </a:solidFill>
              <a:ln w="6424" cap="flat">
                <a:noFill/>
                <a:prstDash val="solid"/>
                <a:miter/>
              </a:ln>
            </p:spPr>
            <p:txBody>
              <a:bodyPr rtlCol="0" anchor="ctr"/>
              <a:lstStyle/>
              <a:p>
                <a:endParaRPr lang="pt-BR"/>
              </a:p>
            </p:txBody>
          </p:sp>
          <p:sp>
            <p:nvSpPr>
              <p:cNvPr id="41" name="Freeform: Shape 40">
                <a:extLst>
                  <a:ext uri="{FF2B5EF4-FFF2-40B4-BE49-F238E27FC236}">
                    <a16:creationId xmlns:a16="http://schemas.microsoft.com/office/drawing/2014/main" id="{549A275B-3CEC-1C76-A006-21376F5C6560}"/>
                  </a:ext>
                </a:extLst>
              </p:cNvPr>
              <p:cNvSpPr/>
              <p:nvPr/>
            </p:nvSpPr>
            <p:spPr>
              <a:xfrm>
                <a:off x="7777479" y="2258955"/>
                <a:ext cx="631049" cy="601391"/>
              </a:xfrm>
              <a:custGeom>
                <a:avLst/>
                <a:gdLst>
                  <a:gd name="connsiteX0" fmla="*/ 631049 w 631049"/>
                  <a:gd name="connsiteY0" fmla="*/ 431949 h 601391"/>
                  <a:gd name="connsiteX1" fmla="*/ 586020 w 631049"/>
                  <a:gd name="connsiteY1" fmla="*/ 363915 h 601391"/>
                  <a:gd name="connsiteX2" fmla="*/ 614325 w 631049"/>
                  <a:gd name="connsiteY2" fmla="*/ 317704 h 601391"/>
                  <a:gd name="connsiteX3" fmla="*/ 562219 w 631049"/>
                  <a:gd name="connsiteY3" fmla="*/ 265074 h 601391"/>
                  <a:gd name="connsiteX4" fmla="*/ 574442 w 631049"/>
                  <a:gd name="connsiteY4" fmla="*/ 231699 h 601391"/>
                  <a:gd name="connsiteX5" fmla="*/ 521693 w 631049"/>
                  <a:gd name="connsiteY5" fmla="*/ 179070 h 601391"/>
                  <a:gd name="connsiteX6" fmla="*/ 520407 w 631049"/>
                  <a:gd name="connsiteY6" fmla="*/ 179070 h 601391"/>
                  <a:gd name="connsiteX7" fmla="*/ 521050 w 631049"/>
                  <a:gd name="connsiteY7" fmla="*/ 170084 h 601391"/>
                  <a:gd name="connsiteX8" fmla="*/ 435495 w 631049"/>
                  <a:gd name="connsiteY8" fmla="*/ 84721 h 601391"/>
                  <a:gd name="connsiteX9" fmla="*/ 391752 w 631049"/>
                  <a:gd name="connsiteY9" fmla="*/ 96916 h 601391"/>
                  <a:gd name="connsiteX10" fmla="*/ 394325 w 631049"/>
                  <a:gd name="connsiteY10" fmla="*/ 80228 h 601391"/>
                  <a:gd name="connsiteX11" fmla="*/ 341577 w 631049"/>
                  <a:gd name="connsiteY11" fmla="*/ 27599 h 601391"/>
                  <a:gd name="connsiteX12" fmla="*/ 306841 w 631049"/>
                  <a:gd name="connsiteY12" fmla="*/ 40435 h 601391"/>
                  <a:gd name="connsiteX13" fmla="*/ 256665 w 631049"/>
                  <a:gd name="connsiteY13" fmla="*/ 3209 h 601391"/>
                  <a:gd name="connsiteX14" fmla="*/ 211636 w 631049"/>
                  <a:gd name="connsiteY14" fmla="*/ 28240 h 601391"/>
                  <a:gd name="connsiteX15" fmla="*/ 161461 w 631049"/>
                  <a:gd name="connsiteY15" fmla="*/ 0 h 601391"/>
                  <a:gd name="connsiteX16" fmla="*/ 104210 w 631049"/>
                  <a:gd name="connsiteY16" fmla="*/ 48137 h 601391"/>
                  <a:gd name="connsiteX17" fmla="*/ 70117 w 631049"/>
                  <a:gd name="connsiteY17" fmla="*/ 39151 h 601391"/>
                  <a:gd name="connsiteX18" fmla="*/ 0 w 631049"/>
                  <a:gd name="connsiteY18" fmla="*/ 109110 h 601391"/>
                  <a:gd name="connsiteX19" fmla="*/ 54678 w 631049"/>
                  <a:gd name="connsiteY19" fmla="*/ 177144 h 601391"/>
                  <a:gd name="connsiteX20" fmla="*/ 52105 w 631049"/>
                  <a:gd name="connsiteY20" fmla="*/ 191264 h 601391"/>
                  <a:gd name="connsiteX21" fmla="*/ 90058 w 631049"/>
                  <a:gd name="connsiteY21" fmla="*/ 229132 h 601391"/>
                  <a:gd name="connsiteX22" fmla="*/ 100350 w 631049"/>
                  <a:gd name="connsiteY22" fmla="*/ 227848 h 601391"/>
                  <a:gd name="connsiteX23" fmla="*/ 100350 w 631049"/>
                  <a:gd name="connsiteY23" fmla="*/ 228490 h 601391"/>
                  <a:gd name="connsiteX24" fmla="*/ 150526 w 631049"/>
                  <a:gd name="connsiteY24" fmla="*/ 278553 h 601391"/>
                  <a:gd name="connsiteX25" fmla="*/ 182046 w 631049"/>
                  <a:gd name="connsiteY25" fmla="*/ 267642 h 601391"/>
                  <a:gd name="connsiteX26" fmla="*/ 182046 w 631049"/>
                  <a:gd name="connsiteY26" fmla="*/ 272134 h 601391"/>
                  <a:gd name="connsiteX27" fmla="*/ 241870 w 631049"/>
                  <a:gd name="connsiteY27" fmla="*/ 331824 h 601391"/>
                  <a:gd name="connsiteX28" fmla="*/ 268888 w 631049"/>
                  <a:gd name="connsiteY28" fmla="*/ 325406 h 601391"/>
                  <a:gd name="connsiteX29" fmla="*/ 267601 w 631049"/>
                  <a:gd name="connsiteY29" fmla="*/ 336317 h 601391"/>
                  <a:gd name="connsiteX30" fmla="*/ 314560 w 631049"/>
                  <a:gd name="connsiteY30" fmla="*/ 383170 h 601391"/>
                  <a:gd name="connsiteX31" fmla="*/ 320349 w 631049"/>
                  <a:gd name="connsiteY31" fmla="*/ 382528 h 601391"/>
                  <a:gd name="connsiteX32" fmla="*/ 314560 w 631049"/>
                  <a:gd name="connsiteY32" fmla="*/ 402425 h 601391"/>
                  <a:gd name="connsiteX33" fmla="*/ 352513 w 631049"/>
                  <a:gd name="connsiteY33" fmla="*/ 440293 h 601391"/>
                  <a:gd name="connsiteX34" fmla="*/ 355086 w 631049"/>
                  <a:gd name="connsiteY34" fmla="*/ 440293 h 601391"/>
                  <a:gd name="connsiteX35" fmla="*/ 363449 w 631049"/>
                  <a:gd name="connsiteY35" fmla="*/ 491639 h 601391"/>
                  <a:gd name="connsiteX36" fmla="*/ 344150 w 631049"/>
                  <a:gd name="connsiteY36" fmla="*/ 523730 h 601391"/>
                  <a:gd name="connsiteX37" fmla="*/ 333215 w 631049"/>
                  <a:gd name="connsiteY37" fmla="*/ 522446 h 601391"/>
                  <a:gd name="connsiteX38" fmla="*/ 295262 w 631049"/>
                  <a:gd name="connsiteY38" fmla="*/ 560314 h 601391"/>
                  <a:gd name="connsiteX39" fmla="*/ 333215 w 631049"/>
                  <a:gd name="connsiteY39" fmla="*/ 598182 h 601391"/>
                  <a:gd name="connsiteX40" fmla="*/ 362162 w 631049"/>
                  <a:gd name="connsiteY40" fmla="*/ 584704 h 601391"/>
                  <a:gd name="connsiteX41" fmla="*/ 404618 w 631049"/>
                  <a:gd name="connsiteY41" fmla="*/ 601391 h 601391"/>
                  <a:gd name="connsiteX42" fmla="*/ 449004 w 631049"/>
                  <a:gd name="connsiteY42" fmla="*/ 582136 h 601391"/>
                  <a:gd name="connsiteX43" fmla="*/ 485027 w 631049"/>
                  <a:gd name="connsiteY43" fmla="*/ 591764 h 601391"/>
                  <a:gd name="connsiteX44" fmla="*/ 559003 w 631049"/>
                  <a:gd name="connsiteY44" fmla="*/ 517954 h 601391"/>
                  <a:gd name="connsiteX45" fmla="*/ 558360 w 631049"/>
                  <a:gd name="connsiteY45" fmla="*/ 507043 h 601391"/>
                  <a:gd name="connsiteX46" fmla="*/ 631049 w 631049"/>
                  <a:gd name="connsiteY46" fmla="*/ 431949 h 601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631049" h="601391">
                    <a:moveTo>
                      <a:pt x="631049" y="431949"/>
                    </a:moveTo>
                    <a:cubicBezTo>
                      <a:pt x="631049" y="401141"/>
                      <a:pt x="612395" y="375468"/>
                      <a:pt x="586020" y="363915"/>
                    </a:cubicBezTo>
                    <a:cubicBezTo>
                      <a:pt x="602746" y="354930"/>
                      <a:pt x="614325" y="337601"/>
                      <a:pt x="614325" y="317704"/>
                    </a:cubicBezTo>
                    <a:cubicBezTo>
                      <a:pt x="614325" y="288822"/>
                      <a:pt x="591167" y="265716"/>
                      <a:pt x="562219" y="265074"/>
                    </a:cubicBezTo>
                    <a:cubicBezTo>
                      <a:pt x="569939" y="256089"/>
                      <a:pt x="574442" y="244536"/>
                      <a:pt x="574442" y="231699"/>
                    </a:cubicBezTo>
                    <a:cubicBezTo>
                      <a:pt x="574442" y="202817"/>
                      <a:pt x="550640" y="179070"/>
                      <a:pt x="521693" y="179070"/>
                    </a:cubicBezTo>
                    <a:cubicBezTo>
                      <a:pt x="521050" y="179070"/>
                      <a:pt x="521050" y="179070"/>
                      <a:pt x="520407" y="179070"/>
                    </a:cubicBezTo>
                    <a:cubicBezTo>
                      <a:pt x="520407" y="175860"/>
                      <a:pt x="521050" y="173293"/>
                      <a:pt x="521050" y="170084"/>
                    </a:cubicBezTo>
                    <a:cubicBezTo>
                      <a:pt x="521050" y="123231"/>
                      <a:pt x="483097" y="84721"/>
                      <a:pt x="435495" y="84721"/>
                    </a:cubicBezTo>
                    <a:cubicBezTo>
                      <a:pt x="419413" y="84721"/>
                      <a:pt x="404618" y="89214"/>
                      <a:pt x="391752" y="96916"/>
                    </a:cubicBezTo>
                    <a:cubicBezTo>
                      <a:pt x="393682" y="91781"/>
                      <a:pt x="394325" y="86005"/>
                      <a:pt x="394325" y="80228"/>
                    </a:cubicBezTo>
                    <a:cubicBezTo>
                      <a:pt x="394325" y="51346"/>
                      <a:pt x="370524" y="27599"/>
                      <a:pt x="341577" y="27599"/>
                    </a:cubicBezTo>
                    <a:cubicBezTo>
                      <a:pt x="328069" y="27599"/>
                      <a:pt x="316490" y="32733"/>
                      <a:pt x="306841" y="40435"/>
                    </a:cubicBezTo>
                    <a:cubicBezTo>
                      <a:pt x="300408" y="18613"/>
                      <a:pt x="280466" y="3209"/>
                      <a:pt x="256665" y="3209"/>
                    </a:cubicBezTo>
                    <a:cubicBezTo>
                      <a:pt x="237367" y="3209"/>
                      <a:pt x="221285" y="13478"/>
                      <a:pt x="211636" y="28240"/>
                    </a:cubicBezTo>
                    <a:cubicBezTo>
                      <a:pt x="201344" y="10911"/>
                      <a:pt x="182689" y="0"/>
                      <a:pt x="161461" y="0"/>
                    </a:cubicBezTo>
                    <a:cubicBezTo>
                      <a:pt x="132514" y="0"/>
                      <a:pt x="108713" y="20539"/>
                      <a:pt x="104210" y="48137"/>
                    </a:cubicBezTo>
                    <a:cubicBezTo>
                      <a:pt x="93918" y="42361"/>
                      <a:pt x="82339" y="39151"/>
                      <a:pt x="70117" y="39151"/>
                    </a:cubicBezTo>
                    <a:cubicBezTo>
                      <a:pt x="31520" y="39151"/>
                      <a:pt x="0" y="70601"/>
                      <a:pt x="0" y="109110"/>
                    </a:cubicBezTo>
                    <a:cubicBezTo>
                      <a:pt x="0" y="142485"/>
                      <a:pt x="23158" y="170084"/>
                      <a:pt x="54678" y="177144"/>
                    </a:cubicBezTo>
                    <a:cubicBezTo>
                      <a:pt x="52748" y="181637"/>
                      <a:pt x="52105" y="186130"/>
                      <a:pt x="52105" y="191264"/>
                    </a:cubicBezTo>
                    <a:cubicBezTo>
                      <a:pt x="52105" y="211803"/>
                      <a:pt x="68830" y="229132"/>
                      <a:pt x="90058" y="229132"/>
                    </a:cubicBezTo>
                    <a:cubicBezTo>
                      <a:pt x="93274" y="229132"/>
                      <a:pt x="97134" y="228490"/>
                      <a:pt x="100350" y="227848"/>
                    </a:cubicBezTo>
                    <a:cubicBezTo>
                      <a:pt x="100350" y="227848"/>
                      <a:pt x="100350" y="228490"/>
                      <a:pt x="100350" y="228490"/>
                    </a:cubicBezTo>
                    <a:cubicBezTo>
                      <a:pt x="100350" y="256089"/>
                      <a:pt x="122865" y="278553"/>
                      <a:pt x="150526" y="278553"/>
                    </a:cubicBezTo>
                    <a:cubicBezTo>
                      <a:pt x="162748" y="278553"/>
                      <a:pt x="173683" y="274702"/>
                      <a:pt x="182046" y="267642"/>
                    </a:cubicBezTo>
                    <a:cubicBezTo>
                      <a:pt x="182046" y="268925"/>
                      <a:pt x="182046" y="270209"/>
                      <a:pt x="182046" y="272134"/>
                    </a:cubicBezTo>
                    <a:cubicBezTo>
                      <a:pt x="182046" y="304867"/>
                      <a:pt x="209063" y="331824"/>
                      <a:pt x="241870" y="331824"/>
                    </a:cubicBezTo>
                    <a:cubicBezTo>
                      <a:pt x="251519" y="331824"/>
                      <a:pt x="261168" y="329257"/>
                      <a:pt x="268888" y="325406"/>
                    </a:cubicBezTo>
                    <a:cubicBezTo>
                      <a:pt x="268244" y="328615"/>
                      <a:pt x="267601" y="332466"/>
                      <a:pt x="267601" y="336317"/>
                    </a:cubicBezTo>
                    <a:cubicBezTo>
                      <a:pt x="267601" y="361990"/>
                      <a:pt x="288186" y="383170"/>
                      <a:pt x="314560" y="383170"/>
                    </a:cubicBezTo>
                    <a:cubicBezTo>
                      <a:pt x="316490" y="383170"/>
                      <a:pt x="318420" y="383170"/>
                      <a:pt x="320349" y="382528"/>
                    </a:cubicBezTo>
                    <a:cubicBezTo>
                      <a:pt x="316490" y="388305"/>
                      <a:pt x="314560" y="395365"/>
                      <a:pt x="314560" y="402425"/>
                    </a:cubicBezTo>
                    <a:cubicBezTo>
                      <a:pt x="314560" y="422963"/>
                      <a:pt x="331285" y="440293"/>
                      <a:pt x="352513" y="440293"/>
                    </a:cubicBezTo>
                    <a:cubicBezTo>
                      <a:pt x="353156" y="440293"/>
                      <a:pt x="354443" y="440293"/>
                      <a:pt x="355086" y="440293"/>
                    </a:cubicBezTo>
                    <a:lnTo>
                      <a:pt x="363449" y="491639"/>
                    </a:lnTo>
                    <a:cubicBezTo>
                      <a:pt x="353799" y="499983"/>
                      <a:pt x="347367" y="510894"/>
                      <a:pt x="344150" y="523730"/>
                    </a:cubicBezTo>
                    <a:cubicBezTo>
                      <a:pt x="340934" y="522446"/>
                      <a:pt x="337074" y="522446"/>
                      <a:pt x="333215" y="522446"/>
                    </a:cubicBezTo>
                    <a:cubicBezTo>
                      <a:pt x="312630" y="522446"/>
                      <a:pt x="295262" y="539134"/>
                      <a:pt x="295262" y="560314"/>
                    </a:cubicBezTo>
                    <a:cubicBezTo>
                      <a:pt x="295262" y="580853"/>
                      <a:pt x="311987" y="598182"/>
                      <a:pt x="333215" y="598182"/>
                    </a:cubicBezTo>
                    <a:cubicBezTo>
                      <a:pt x="344793" y="598182"/>
                      <a:pt x="355086" y="593047"/>
                      <a:pt x="362162" y="584704"/>
                    </a:cubicBezTo>
                    <a:cubicBezTo>
                      <a:pt x="373098" y="594973"/>
                      <a:pt x="387893" y="601391"/>
                      <a:pt x="404618" y="601391"/>
                    </a:cubicBezTo>
                    <a:cubicBezTo>
                      <a:pt x="421986" y="601391"/>
                      <a:pt x="438068" y="594331"/>
                      <a:pt x="449004" y="582136"/>
                    </a:cubicBezTo>
                    <a:cubicBezTo>
                      <a:pt x="459939" y="587913"/>
                      <a:pt x="472161" y="591764"/>
                      <a:pt x="485027" y="591764"/>
                    </a:cubicBezTo>
                    <a:cubicBezTo>
                      <a:pt x="525553" y="591764"/>
                      <a:pt x="559003" y="559031"/>
                      <a:pt x="559003" y="517954"/>
                    </a:cubicBezTo>
                    <a:cubicBezTo>
                      <a:pt x="559003" y="514103"/>
                      <a:pt x="558360" y="510252"/>
                      <a:pt x="558360" y="507043"/>
                    </a:cubicBezTo>
                    <a:cubicBezTo>
                      <a:pt x="598886" y="505117"/>
                      <a:pt x="631049" y="472384"/>
                      <a:pt x="631049" y="431949"/>
                    </a:cubicBezTo>
                    <a:close/>
                  </a:path>
                </a:pathLst>
              </a:custGeom>
              <a:solidFill>
                <a:schemeClr val="accent1"/>
              </a:solidFill>
              <a:ln w="6424" cap="flat">
                <a:noFill/>
                <a:prstDash val="solid"/>
                <a:miter/>
              </a:ln>
            </p:spPr>
            <p:txBody>
              <a:bodyPr rtlCol="0" anchor="ctr"/>
              <a:lstStyle/>
              <a:p>
                <a:endParaRPr lang="pt-BR"/>
              </a:p>
            </p:txBody>
          </p:sp>
          <p:sp>
            <p:nvSpPr>
              <p:cNvPr id="42" name="Freeform: Shape 41">
                <a:extLst>
                  <a:ext uri="{FF2B5EF4-FFF2-40B4-BE49-F238E27FC236}">
                    <a16:creationId xmlns:a16="http://schemas.microsoft.com/office/drawing/2014/main" id="{C6E034D9-0F9A-E06B-93E8-632104E51E45}"/>
                  </a:ext>
                </a:extLst>
              </p:cNvPr>
              <p:cNvSpPr/>
              <p:nvPr/>
            </p:nvSpPr>
            <p:spPr>
              <a:xfrm>
                <a:off x="8035431" y="2714575"/>
                <a:ext cx="159007" cy="122022"/>
              </a:xfrm>
              <a:custGeom>
                <a:avLst/>
                <a:gdLst>
                  <a:gd name="connsiteX0" fmla="*/ 80409 w 159007"/>
                  <a:gd name="connsiteY0" fmla="*/ 7778 h 122022"/>
                  <a:gd name="connsiteX1" fmla="*/ 156315 w 159007"/>
                  <a:gd name="connsiteY1" fmla="*/ 28958 h 122022"/>
                  <a:gd name="connsiteX2" fmla="*/ 0 w 159007"/>
                  <a:gd name="connsiteY2" fmla="*/ 100201 h 122022"/>
                  <a:gd name="connsiteX3" fmla="*/ 80409 w 159007"/>
                  <a:gd name="connsiteY3" fmla="*/ 7778 h 122022"/>
                </a:gdLst>
                <a:ahLst/>
                <a:cxnLst>
                  <a:cxn ang="0">
                    <a:pos x="connsiteX0" y="connsiteY0"/>
                  </a:cxn>
                  <a:cxn ang="0">
                    <a:pos x="connsiteX1" y="connsiteY1"/>
                  </a:cxn>
                  <a:cxn ang="0">
                    <a:pos x="connsiteX2" y="connsiteY2"/>
                  </a:cxn>
                  <a:cxn ang="0">
                    <a:pos x="connsiteX3" y="connsiteY3"/>
                  </a:cxn>
                </a:cxnLst>
                <a:rect l="l" t="t" r="r" b="b"/>
                <a:pathLst>
                  <a:path w="159007" h="122022">
                    <a:moveTo>
                      <a:pt x="80409" y="7778"/>
                    </a:moveTo>
                    <a:cubicBezTo>
                      <a:pt x="80409" y="7778"/>
                      <a:pt x="135730" y="-19821"/>
                      <a:pt x="156315" y="28958"/>
                    </a:cubicBezTo>
                    <a:cubicBezTo>
                      <a:pt x="174327" y="72602"/>
                      <a:pt x="99707" y="163741"/>
                      <a:pt x="0" y="100201"/>
                    </a:cubicBezTo>
                    <a:lnTo>
                      <a:pt x="80409" y="7778"/>
                    </a:lnTo>
                    <a:close/>
                  </a:path>
                </a:pathLst>
              </a:custGeom>
              <a:solidFill>
                <a:schemeClr val="bg1"/>
              </a:solidFill>
              <a:ln w="6424" cap="flat">
                <a:noFill/>
                <a:prstDash val="solid"/>
                <a:miter/>
              </a:ln>
            </p:spPr>
            <p:txBody>
              <a:bodyPr rtlCol="0" anchor="ctr"/>
              <a:lstStyle/>
              <a:p>
                <a:endParaRPr lang="pt-BR"/>
              </a:p>
            </p:txBody>
          </p:sp>
          <p:sp>
            <p:nvSpPr>
              <p:cNvPr id="43" name="Freeform: Shape 42">
                <a:extLst>
                  <a:ext uri="{FF2B5EF4-FFF2-40B4-BE49-F238E27FC236}">
                    <a16:creationId xmlns:a16="http://schemas.microsoft.com/office/drawing/2014/main" id="{695C56E5-F572-1B81-DE21-005EA78EBF15}"/>
                  </a:ext>
                </a:extLst>
              </p:cNvPr>
              <p:cNvSpPr/>
              <p:nvPr/>
            </p:nvSpPr>
            <p:spPr>
              <a:xfrm>
                <a:off x="7374791" y="3123494"/>
                <a:ext cx="957188" cy="1097522"/>
              </a:xfrm>
              <a:custGeom>
                <a:avLst/>
                <a:gdLst>
                  <a:gd name="connsiteX0" fmla="*/ 502395 w 957188"/>
                  <a:gd name="connsiteY0" fmla="*/ 91139 h 1097522"/>
                  <a:gd name="connsiteX1" fmla="*/ 712102 w 957188"/>
                  <a:gd name="connsiteY1" fmla="*/ 46853 h 1097522"/>
                  <a:gd name="connsiteX2" fmla="*/ 755201 w 957188"/>
                  <a:gd name="connsiteY2" fmla="*/ 26957 h 1097522"/>
                  <a:gd name="connsiteX3" fmla="*/ 875493 w 957188"/>
                  <a:gd name="connsiteY3" fmla="*/ 468533 h 1097522"/>
                  <a:gd name="connsiteX4" fmla="*/ 957188 w 957188"/>
                  <a:gd name="connsiteY4" fmla="*/ 1097523 h 1097522"/>
                  <a:gd name="connsiteX5" fmla="*/ 0 w 957188"/>
                  <a:gd name="connsiteY5" fmla="*/ 1097523 h 1097522"/>
                  <a:gd name="connsiteX6" fmla="*/ 86842 w 957188"/>
                  <a:gd name="connsiteY6" fmla="*/ 529507 h 1097522"/>
                  <a:gd name="connsiteX7" fmla="*/ 271461 w 957188"/>
                  <a:gd name="connsiteY7" fmla="*/ 0 h 1097522"/>
                  <a:gd name="connsiteX8" fmla="*/ 322922 w 957188"/>
                  <a:gd name="connsiteY8" fmla="*/ 40435 h 1097522"/>
                  <a:gd name="connsiteX9" fmla="*/ 502395 w 957188"/>
                  <a:gd name="connsiteY9" fmla="*/ 91139 h 10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7188" h="1097522">
                    <a:moveTo>
                      <a:pt x="502395" y="91139"/>
                    </a:moveTo>
                    <a:cubicBezTo>
                      <a:pt x="641342" y="98841"/>
                      <a:pt x="712102" y="46853"/>
                      <a:pt x="712102" y="46853"/>
                    </a:cubicBezTo>
                    <a:lnTo>
                      <a:pt x="755201" y="26957"/>
                    </a:lnTo>
                    <a:lnTo>
                      <a:pt x="875493" y="468533"/>
                    </a:lnTo>
                    <a:lnTo>
                      <a:pt x="957188" y="1097523"/>
                    </a:lnTo>
                    <a:lnTo>
                      <a:pt x="0" y="1097523"/>
                    </a:lnTo>
                    <a:lnTo>
                      <a:pt x="86842" y="529507"/>
                    </a:lnTo>
                    <a:lnTo>
                      <a:pt x="271461" y="0"/>
                    </a:lnTo>
                    <a:lnTo>
                      <a:pt x="322922" y="40435"/>
                    </a:lnTo>
                    <a:cubicBezTo>
                      <a:pt x="322922" y="39793"/>
                      <a:pt x="376957" y="84079"/>
                      <a:pt x="502395" y="91139"/>
                    </a:cubicBezTo>
                    <a:close/>
                  </a:path>
                </a:pathLst>
              </a:custGeom>
              <a:solidFill>
                <a:schemeClr val="accent1"/>
              </a:solidFill>
              <a:ln w="6424" cap="flat">
                <a:noFill/>
                <a:prstDash val="solid"/>
                <a:miter/>
              </a:ln>
            </p:spPr>
            <p:txBody>
              <a:bodyPr rtlCol="0" anchor="ctr"/>
              <a:lstStyle/>
              <a:p>
                <a:endParaRPr lang="pt-BR"/>
              </a:p>
            </p:txBody>
          </p:sp>
          <p:sp>
            <p:nvSpPr>
              <p:cNvPr id="44" name="Freeform: Shape 43">
                <a:extLst>
                  <a:ext uri="{FF2B5EF4-FFF2-40B4-BE49-F238E27FC236}">
                    <a16:creationId xmlns:a16="http://schemas.microsoft.com/office/drawing/2014/main" id="{A443DB30-80E4-1935-7D1E-F36B6D991A57}"/>
                  </a:ext>
                </a:extLst>
              </p:cNvPr>
              <p:cNvSpPr/>
              <p:nvPr/>
            </p:nvSpPr>
            <p:spPr>
              <a:xfrm>
                <a:off x="7262188" y="3944997"/>
                <a:ext cx="440671" cy="200062"/>
              </a:xfrm>
              <a:custGeom>
                <a:avLst/>
                <a:gdLst>
                  <a:gd name="connsiteX0" fmla="*/ 405935 w 440671"/>
                  <a:gd name="connsiteY0" fmla="*/ 10946 h 200062"/>
                  <a:gd name="connsiteX1" fmla="*/ 202661 w 440671"/>
                  <a:gd name="connsiteY1" fmla="*/ 1319 h 200062"/>
                  <a:gd name="connsiteX2" fmla="*/ 148627 w 440671"/>
                  <a:gd name="connsiteY2" fmla="*/ 15439 h 200062"/>
                  <a:gd name="connsiteX3" fmla="*/ 13539 w 440671"/>
                  <a:gd name="connsiteY3" fmla="*/ 71920 h 200062"/>
                  <a:gd name="connsiteX4" fmla="*/ 23832 w 440671"/>
                  <a:gd name="connsiteY4" fmla="*/ 109146 h 200062"/>
                  <a:gd name="connsiteX5" fmla="*/ 83013 w 440671"/>
                  <a:gd name="connsiteY5" fmla="*/ 96309 h 200062"/>
                  <a:gd name="connsiteX6" fmla="*/ 35411 w 440671"/>
                  <a:gd name="connsiteY6" fmla="*/ 154073 h 200062"/>
                  <a:gd name="connsiteX7" fmla="*/ 77867 w 440671"/>
                  <a:gd name="connsiteY7" fmla="*/ 181672 h 200062"/>
                  <a:gd name="connsiteX8" fmla="*/ 113890 w 440671"/>
                  <a:gd name="connsiteY8" fmla="*/ 198359 h 200062"/>
                  <a:gd name="connsiteX9" fmla="*/ 226462 w 440671"/>
                  <a:gd name="connsiteY9" fmla="*/ 116206 h 200062"/>
                  <a:gd name="connsiteX10" fmla="*/ 351257 w 440671"/>
                  <a:gd name="connsiteY10" fmla="*/ 150222 h 200062"/>
                  <a:gd name="connsiteX11" fmla="*/ 440672 w 440671"/>
                  <a:gd name="connsiteY11" fmla="*/ 140595 h 200062"/>
                  <a:gd name="connsiteX12" fmla="*/ 405935 w 440671"/>
                  <a:gd name="connsiteY12" fmla="*/ 10946 h 20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0671" h="200062">
                    <a:moveTo>
                      <a:pt x="405935" y="10946"/>
                    </a:moveTo>
                    <a:lnTo>
                      <a:pt x="202661" y="1319"/>
                    </a:lnTo>
                    <a:cubicBezTo>
                      <a:pt x="202661" y="1319"/>
                      <a:pt x="169211" y="-6383"/>
                      <a:pt x="148627" y="15439"/>
                    </a:cubicBezTo>
                    <a:cubicBezTo>
                      <a:pt x="110673" y="30843"/>
                      <a:pt x="21259" y="67427"/>
                      <a:pt x="13539" y="71920"/>
                    </a:cubicBezTo>
                    <a:cubicBezTo>
                      <a:pt x="-11548" y="86682"/>
                      <a:pt x="1960" y="112355"/>
                      <a:pt x="23832" y="109146"/>
                    </a:cubicBezTo>
                    <a:cubicBezTo>
                      <a:pt x="41200" y="105936"/>
                      <a:pt x="68861" y="99518"/>
                      <a:pt x="83013" y="96309"/>
                    </a:cubicBezTo>
                    <a:cubicBezTo>
                      <a:pt x="57925" y="127117"/>
                      <a:pt x="35411" y="154073"/>
                      <a:pt x="35411" y="154073"/>
                    </a:cubicBezTo>
                    <a:cubicBezTo>
                      <a:pt x="35411" y="154073"/>
                      <a:pt x="23832" y="191299"/>
                      <a:pt x="77867" y="181672"/>
                    </a:cubicBezTo>
                    <a:cubicBezTo>
                      <a:pt x="77867" y="181672"/>
                      <a:pt x="74007" y="206703"/>
                      <a:pt x="113890" y="198359"/>
                    </a:cubicBezTo>
                    <a:cubicBezTo>
                      <a:pt x="139621" y="193225"/>
                      <a:pt x="226462" y="116206"/>
                      <a:pt x="226462" y="116206"/>
                    </a:cubicBezTo>
                    <a:cubicBezTo>
                      <a:pt x="226462" y="116206"/>
                      <a:pt x="282427" y="150222"/>
                      <a:pt x="351257" y="150222"/>
                    </a:cubicBezTo>
                    <a:lnTo>
                      <a:pt x="440672" y="140595"/>
                    </a:lnTo>
                    <a:lnTo>
                      <a:pt x="405935" y="10946"/>
                    </a:lnTo>
                    <a:close/>
                  </a:path>
                </a:pathLst>
              </a:custGeom>
              <a:solidFill>
                <a:schemeClr val="bg1"/>
              </a:solidFill>
              <a:ln w="6424" cap="flat">
                <a:solidFill>
                  <a:schemeClr val="tx2"/>
                </a:solidFill>
                <a:prstDash val="solid"/>
                <a:miter/>
              </a:ln>
            </p:spPr>
            <p:txBody>
              <a:bodyPr rtlCol="0" anchor="ctr"/>
              <a:lstStyle/>
              <a:p>
                <a:endParaRPr lang="pt-BR"/>
              </a:p>
            </p:txBody>
          </p:sp>
          <p:sp>
            <p:nvSpPr>
              <p:cNvPr id="45" name="Freeform: Shape 44">
                <a:extLst>
                  <a:ext uri="{FF2B5EF4-FFF2-40B4-BE49-F238E27FC236}">
                    <a16:creationId xmlns:a16="http://schemas.microsoft.com/office/drawing/2014/main" id="{B2F8BD4F-FE23-9079-0C8A-8AD67FC4C02C}"/>
                  </a:ext>
                </a:extLst>
              </p:cNvPr>
              <p:cNvSpPr/>
              <p:nvPr/>
            </p:nvSpPr>
            <p:spPr>
              <a:xfrm>
                <a:off x="7262188" y="3944997"/>
                <a:ext cx="440671" cy="200062"/>
              </a:xfrm>
              <a:custGeom>
                <a:avLst/>
                <a:gdLst>
                  <a:gd name="connsiteX0" fmla="*/ 405935 w 440671"/>
                  <a:gd name="connsiteY0" fmla="*/ 10946 h 200062"/>
                  <a:gd name="connsiteX1" fmla="*/ 202661 w 440671"/>
                  <a:gd name="connsiteY1" fmla="*/ 1319 h 200062"/>
                  <a:gd name="connsiteX2" fmla="*/ 148627 w 440671"/>
                  <a:gd name="connsiteY2" fmla="*/ 15439 h 200062"/>
                  <a:gd name="connsiteX3" fmla="*/ 13539 w 440671"/>
                  <a:gd name="connsiteY3" fmla="*/ 71920 h 200062"/>
                  <a:gd name="connsiteX4" fmla="*/ 23832 w 440671"/>
                  <a:gd name="connsiteY4" fmla="*/ 109146 h 200062"/>
                  <a:gd name="connsiteX5" fmla="*/ 83013 w 440671"/>
                  <a:gd name="connsiteY5" fmla="*/ 96309 h 200062"/>
                  <a:gd name="connsiteX6" fmla="*/ 35411 w 440671"/>
                  <a:gd name="connsiteY6" fmla="*/ 154073 h 200062"/>
                  <a:gd name="connsiteX7" fmla="*/ 77867 w 440671"/>
                  <a:gd name="connsiteY7" fmla="*/ 181672 h 200062"/>
                  <a:gd name="connsiteX8" fmla="*/ 113890 w 440671"/>
                  <a:gd name="connsiteY8" fmla="*/ 198359 h 200062"/>
                  <a:gd name="connsiteX9" fmla="*/ 226462 w 440671"/>
                  <a:gd name="connsiteY9" fmla="*/ 116206 h 200062"/>
                  <a:gd name="connsiteX10" fmla="*/ 351257 w 440671"/>
                  <a:gd name="connsiteY10" fmla="*/ 150222 h 200062"/>
                  <a:gd name="connsiteX11" fmla="*/ 440672 w 440671"/>
                  <a:gd name="connsiteY11" fmla="*/ 140595 h 200062"/>
                  <a:gd name="connsiteX12" fmla="*/ 405935 w 440671"/>
                  <a:gd name="connsiteY12" fmla="*/ 10946 h 20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0671" h="200062">
                    <a:moveTo>
                      <a:pt x="405935" y="10946"/>
                    </a:moveTo>
                    <a:lnTo>
                      <a:pt x="202661" y="1319"/>
                    </a:lnTo>
                    <a:cubicBezTo>
                      <a:pt x="202661" y="1319"/>
                      <a:pt x="169211" y="-6383"/>
                      <a:pt x="148627" y="15439"/>
                    </a:cubicBezTo>
                    <a:cubicBezTo>
                      <a:pt x="110673" y="30843"/>
                      <a:pt x="21259" y="67427"/>
                      <a:pt x="13539" y="71920"/>
                    </a:cubicBezTo>
                    <a:cubicBezTo>
                      <a:pt x="-11548" y="86682"/>
                      <a:pt x="1960" y="112355"/>
                      <a:pt x="23832" y="109146"/>
                    </a:cubicBezTo>
                    <a:cubicBezTo>
                      <a:pt x="41200" y="105936"/>
                      <a:pt x="68861" y="99518"/>
                      <a:pt x="83013" y="96309"/>
                    </a:cubicBezTo>
                    <a:cubicBezTo>
                      <a:pt x="57925" y="127117"/>
                      <a:pt x="35411" y="154073"/>
                      <a:pt x="35411" y="154073"/>
                    </a:cubicBezTo>
                    <a:cubicBezTo>
                      <a:pt x="35411" y="154073"/>
                      <a:pt x="23832" y="191299"/>
                      <a:pt x="77867" y="181672"/>
                    </a:cubicBezTo>
                    <a:cubicBezTo>
                      <a:pt x="77867" y="181672"/>
                      <a:pt x="74007" y="206703"/>
                      <a:pt x="113890" y="198359"/>
                    </a:cubicBezTo>
                    <a:cubicBezTo>
                      <a:pt x="139621" y="193225"/>
                      <a:pt x="226462" y="116206"/>
                      <a:pt x="226462" y="116206"/>
                    </a:cubicBezTo>
                    <a:cubicBezTo>
                      <a:pt x="226462" y="116206"/>
                      <a:pt x="282427" y="150222"/>
                      <a:pt x="351257" y="150222"/>
                    </a:cubicBezTo>
                    <a:lnTo>
                      <a:pt x="440672" y="140595"/>
                    </a:lnTo>
                    <a:lnTo>
                      <a:pt x="405935" y="10946"/>
                    </a:lnTo>
                    <a:close/>
                  </a:path>
                </a:pathLst>
              </a:custGeom>
              <a:noFill/>
              <a:ln w="6424" cap="rnd">
                <a:solidFill>
                  <a:schemeClr val="tx2"/>
                </a:solidFill>
                <a:prstDash val="solid"/>
                <a:round/>
              </a:ln>
            </p:spPr>
            <p:txBody>
              <a:bodyPr rtlCol="0" anchor="ctr"/>
              <a:lstStyle/>
              <a:p>
                <a:endParaRPr lang="pt-BR"/>
              </a:p>
            </p:txBody>
          </p:sp>
          <p:sp>
            <p:nvSpPr>
              <p:cNvPr id="46" name="Freeform: Shape 45">
                <a:extLst>
                  <a:ext uri="{FF2B5EF4-FFF2-40B4-BE49-F238E27FC236}">
                    <a16:creationId xmlns:a16="http://schemas.microsoft.com/office/drawing/2014/main" id="{1CA14590-DDBA-81ED-5487-096286553E0B}"/>
                  </a:ext>
                </a:extLst>
              </p:cNvPr>
              <p:cNvSpPr/>
              <p:nvPr/>
            </p:nvSpPr>
            <p:spPr>
              <a:xfrm>
                <a:off x="7340697" y="3998945"/>
                <a:ext cx="92631" cy="122588"/>
              </a:xfrm>
              <a:custGeom>
                <a:avLst/>
                <a:gdLst>
                  <a:gd name="connsiteX0" fmla="*/ 92631 w 92631"/>
                  <a:gd name="connsiteY0" fmla="*/ 0 h 122588"/>
                  <a:gd name="connsiteX1" fmla="*/ 0 w 92631"/>
                  <a:gd name="connsiteY1" fmla="*/ 122589 h 122588"/>
                </a:gdLst>
                <a:ahLst/>
                <a:cxnLst>
                  <a:cxn ang="0">
                    <a:pos x="connsiteX0" y="connsiteY0"/>
                  </a:cxn>
                  <a:cxn ang="0">
                    <a:pos x="connsiteX1" y="connsiteY1"/>
                  </a:cxn>
                </a:cxnLst>
                <a:rect l="l" t="t" r="r" b="b"/>
                <a:pathLst>
                  <a:path w="92631" h="122588">
                    <a:moveTo>
                      <a:pt x="92631" y="0"/>
                    </a:moveTo>
                    <a:lnTo>
                      <a:pt x="0" y="122589"/>
                    </a:lnTo>
                  </a:path>
                </a:pathLst>
              </a:custGeom>
              <a:ln w="6424" cap="rnd">
                <a:solidFill>
                  <a:schemeClr val="tx2"/>
                </a:solidFill>
                <a:prstDash val="solid"/>
                <a:round/>
              </a:ln>
            </p:spPr>
            <p:txBody>
              <a:bodyPr rtlCol="0" anchor="ctr"/>
              <a:lstStyle/>
              <a:p>
                <a:endParaRPr lang="pt-BR"/>
              </a:p>
            </p:txBody>
          </p:sp>
          <p:sp>
            <p:nvSpPr>
              <p:cNvPr id="47" name="Freeform: Shape 46">
                <a:extLst>
                  <a:ext uri="{FF2B5EF4-FFF2-40B4-BE49-F238E27FC236}">
                    <a16:creationId xmlns:a16="http://schemas.microsoft.com/office/drawing/2014/main" id="{4E0AD21C-36EA-D244-AA9B-0D464C30B1D2}"/>
                  </a:ext>
                </a:extLst>
              </p:cNvPr>
              <p:cNvSpPr/>
              <p:nvPr/>
            </p:nvSpPr>
            <p:spPr>
              <a:xfrm>
                <a:off x="7064734" y="3595237"/>
                <a:ext cx="59181" cy="186771"/>
              </a:xfrm>
              <a:custGeom>
                <a:avLst/>
                <a:gdLst>
                  <a:gd name="connsiteX0" fmla="*/ 59181 w 59181"/>
                  <a:gd name="connsiteY0" fmla="*/ 104618 h 186771"/>
                  <a:gd name="connsiteX1" fmla="*/ 0 w 59181"/>
                  <a:gd name="connsiteY1" fmla="*/ 0 h 186771"/>
                  <a:gd name="connsiteX2" fmla="*/ 19941 w 59181"/>
                  <a:gd name="connsiteY2" fmla="*/ 186771 h 186771"/>
                </a:gdLst>
                <a:ahLst/>
                <a:cxnLst>
                  <a:cxn ang="0">
                    <a:pos x="connsiteX0" y="connsiteY0"/>
                  </a:cxn>
                  <a:cxn ang="0">
                    <a:pos x="connsiteX1" y="connsiteY1"/>
                  </a:cxn>
                  <a:cxn ang="0">
                    <a:pos x="connsiteX2" y="connsiteY2"/>
                  </a:cxn>
                </a:cxnLst>
                <a:rect l="l" t="t" r="r" b="b"/>
                <a:pathLst>
                  <a:path w="59181" h="186771">
                    <a:moveTo>
                      <a:pt x="59181" y="104618"/>
                    </a:moveTo>
                    <a:lnTo>
                      <a:pt x="0" y="0"/>
                    </a:lnTo>
                    <a:lnTo>
                      <a:pt x="19941" y="186771"/>
                    </a:lnTo>
                  </a:path>
                </a:pathLst>
              </a:custGeom>
              <a:noFill/>
              <a:ln w="6424" cap="rnd">
                <a:solidFill>
                  <a:schemeClr val="tx2"/>
                </a:solidFill>
                <a:prstDash val="solid"/>
                <a:round/>
              </a:ln>
            </p:spPr>
            <p:txBody>
              <a:bodyPr rtlCol="0" anchor="ctr"/>
              <a:lstStyle/>
              <a:p>
                <a:endParaRPr lang="pt-BR"/>
              </a:p>
            </p:txBody>
          </p:sp>
          <p:sp>
            <p:nvSpPr>
              <p:cNvPr id="48" name="Freeform: Shape 47">
                <a:extLst>
                  <a:ext uri="{FF2B5EF4-FFF2-40B4-BE49-F238E27FC236}">
                    <a16:creationId xmlns:a16="http://schemas.microsoft.com/office/drawing/2014/main" id="{5B5176C4-E32A-9AB7-C3FF-154772F5A843}"/>
                  </a:ext>
                </a:extLst>
              </p:cNvPr>
              <p:cNvSpPr/>
              <p:nvPr/>
            </p:nvSpPr>
            <p:spPr>
              <a:xfrm>
                <a:off x="7643678" y="3108969"/>
                <a:ext cx="1085215" cy="1053642"/>
              </a:xfrm>
              <a:custGeom>
                <a:avLst/>
                <a:gdLst>
                  <a:gd name="connsiteX0" fmla="*/ 486313 w 1085215"/>
                  <a:gd name="connsiteY0" fmla="*/ 41482 h 1053642"/>
                  <a:gd name="connsiteX1" fmla="*/ 544208 w 1085215"/>
                  <a:gd name="connsiteY1" fmla="*/ 14526 h 1053642"/>
                  <a:gd name="connsiteX2" fmla="*/ 781575 w 1085215"/>
                  <a:gd name="connsiteY2" fmla="*/ 124278 h 1053642"/>
                  <a:gd name="connsiteX3" fmla="*/ 1066545 w 1085215"/>
                  <a:gd name="connsiteY3" fmla="*/ 757118 h 1053642"/>
                  <a:gd name="connsiteX4" fmla="*/ 917306 w 1085215"/>
                  <a:gd name="connsiteY4" fmla="*/ 1053642 h 1053642"/>
                  <a:gd name="connsiteX5" fmla="*/ 22515 w 1085215"/>
                  <a:gd name="connsiteY5" fmla="*/ 1053642 h 1053642"/>
                  <a:gd name="connsiteX6" fmla="*/ 0 w 1085215"/>
                  <a:gd name="connsiteY6" fmla="*/ 834779 h 1053642"/>
                  <a:gd name="connsiteX7" fmla="*/ 663857 w 1085215"/>
                  <a:gd name="connsiteY7" fmla="*/ 708982 h 1053642"/>
                  <a:gd name="connsiteX8" fmla="*/ 580231 w 1085215"/>
                  <a:gd name="connsiteY8" fmla="*/ 460595 h 1053642"/>
                  <a:gd name="connsiteX9" fmla="*/ 486313 w 1085215"/>
                  <a:gd name="connsiteY9" fmla="*/ 41482 h 1053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5215" h="1053642">
                    <a:moveTo>
                      <a:pt x="486313" y="41482"/>
                    </a:moveTo>
                    <a:cubicBezTo>
                      <a:pt x="486313" y="41482"/>
                      <a:pt x="518477" y="24795"/>
                      <a:pt x="544208" y="14526"/>
                    </a:cubicBezTo>
                    <a:cubicBezTo>
                      <a:pt x="671576" y="-36178"/>
                      <a:pt x="746195" y="56886"/>
                      <a:pt x="781575" y="124278"/>
                    </a:cubicBezTo>
                    <a:cubicBezTo>
                      <a:pt x="784792" y="130054"/>
                      <a:pt x="1066545" y="757118"/>
                      <a:pt x="1066545" y="757118"/>
                    </a:cubicBezTo>
                    <a:cubicBezTo>
                      <a:pt x="1066545" y="757118"/>
                      <a:pt x="1163035" y="1038880"/>
                      <a:pt x="917306" y="1053642"/>
                    </a:cubicBezTo>
                    <a:cubicBezTo>
                      <a:pt x="913446" y="1053642"/>
                      <a:pt x="22515" y="1053642"/>
                      <a:pt x="22515" y="1053642"/>
                    </a:cubicBezTo>
                    <a:lnTo>
                      <a:pt x="0" y="834779"/>
                    </a:lnTo>
                    <a:lnTo>
                      <a:pt x="663857" y="708982"/>
                    </a:lnTo>
                    <a:lnTo>
                      <a:pt x="580231" y="460595"/>
                    </a:lnTo>
                    <a:lnTo>
                      <a:pt x="486313" y="41482"/>
                    </a:lnTo>
                    <a:close/>
                  </a:path>
                </a:pathLst>
              </a:custGeom>
              <a:solidFill>
                <a:schemeClr val="accent1"/>
              </a:solidFill>
              <a:ln w="6424" cap="flat">
                <a:noFill/>
                <a:prstDash val="solid"/>
                <a:miter/>
              </a:ln>
            </p:spPr>
            <p:txBody>
              <a:bodyPr rtlCol="0" anchor="ctr"/>
              <a:lstStyle/>
              <a:p>
                <a:endParaRPr lang="pt-BR"/>
              </a:p>
            </p:txBody>
          </p:sp>
          <p:sp>
            <p:nvSpPr>
              <p:cNvPr id="49" name="Freeform: Shape 48">
                <a:extLst>
                  <a:ext uri="{FF2B5EF4-FFF2-40B4-BE49-F238E27FC236}">
                    <a16:creationId xmlns:a16="http://schemas.microsoft.com/office/drawing/2014/main" id="{6143950A-853C-7905-F434-996EDF255DBF}"/>
                  </a:ext>
                </a:extLst>
              </p:cNvPr>
              <p:cNvSpPr/>
              <p:nvPr/>
            </p:nvSpPr>
            <p:spPr>
              <a:xfrm>
                <a:off x="8312038" y="3819876"/>
                <a:ext cx="124794" cy="178427"/>
              </a:xfrm>
              <a:custGeom>
                <a:avLst/>
                <a:gdLst>
                  <a:gd name="connsiteX0" fmla="*/ 119649 w 124794"/>
                  <a:gd name="connsiteY0" fmla="*/ 79586 h 178427"/>
                  <a:gd name="connsiteX1" fmla="*/ 0 w 124794"/>
                  <a:gd name="connsiteY1" fmla="*/ 0 h 178427"/>
                  <a:gd name="connsiteX2" fmla="*/ 124795 w 124794"/>
                  <a:gd name="connsiteY2" fmla="*/ 178428 h 178427"/>
                </a:gdLst>
                <a:ahLst/>
                <a:cxnLst>
                  <a:cxn ang="0">
                    <a:pos x="connsiteX0" y="connsiteY0"/>
                  </a:cxn>
                  <a:cxn ang="0">
                    <a:pos x="connsiteX1" y="connsiteY1"/>
                  </a:cxn>
                  <a:cxn ang="0">
                    <a:pos x="connsiteX2" y="connsiteY2"/>
                  </a:cxn>
                </a:cxnLst>
                <a:rect l="l" t="t" r="r" b="b"/>
                <a:pathLst>
                  <a:path w="124794" h="178427">
                    <a:moveTo>
                      <a:pt x="119649" y="79586"/>
                    </a:moveTo>
                    <a:lnTo>
                      <a:pt x="0" y="0"/>
                    </a:lnTo>
                    <a:lnTo>
                      <a:pt x="124795" y="178428"/>
                    </a:lnTo>
                  </a:path>
                </a:pathLst>
              </a:custGeom>
              <a:noFill/>
              <a:ln w="6424" cap="rnd">
                <a:solidFill>
                  <a:schemeClr val="tx2"/>
                </a:solidFill>
                <a:prstDash val="solid"/>
                <a:round/>
              </a:ln>
            </p:spPr>
            <p:txBody>
              <a:bodyPr rtlCol="0" anchor="ctr"/>
              <a:lstStyle/>
              <a:p>
                <a:endParaRPr lang="pt-BR"/>
              </a:p>
            </p:txBody>
          </p:sp>
          <p:sp>
            <p:nvSpPr>
              <p:cNvPr id="50" name="Freeform: Shape 49">
                <a:extLst>
                  <a:ext uri="{FF2B5EF4-FFF2-40B4-BE49-F238E27FC236}">
                    <a16:creationId xmlns:a16="http://schemas.microsoft.com/office/drawing/2014/main" id="{A4DD19C5-A8C1-64F3-3489-740C7A23CFA3}"/>
                  </a:ext>
                </a:extLst>
              </p:cNvPr>
              <p:cNvSpPr/>
              <p:nvPr/>
            </p:nvSpPr>
            <p:spPr>
              <a:xfrm>
                <a:off x="7832157" y="3904597"/>
                <a:ext cx="10935" cy="246461"/>
              </a:xfrm>
              <a:custGeom>
                <a:avLst/>
                <a:gdLst>
                  <a:gd name="connsiteX0" fmla="*/ 10936 w 10935"/>
                  <a:gd name="connsiteY0" fmla="*/ 246461 h 246461"/>
                  <a:gd name="connsiteX1" fmla="*/ 0 w 10935"/>
                  <a:gd name="connsiteY1" fmla="*/ 0 h 246461"/>
                </a:gdLst>
                <a:ahLst/>
                <a:cxnLst>
                  <a:cxn ang="0">
                    <a:pos x="connsiteX0" y="connsiteY0"/>
                  </a:cxn>
                  <a:cxn ang="0">
                    <a:pos x="connsiteX1" y="connsiteY1"/>
                  </a:cxn>
                </a:cxnLst>
                <a:rect l="l" t="t" r="r" b="b"/>
                <a:pathLst>
                  <a:path w="10935" h="246461">
                    <a:moveTo>
                      <a:pt x="10936" y="246461"/>
                    </a:moveTo>
                    <a:lnTo>
                      <a:pt x="0" y="0"/>
                    </a:lnTo>
                  </a:path>
                </a:pathLst>
              </a:custGeom>
              <a:ln w="6424" cap="rnd">
                <a:solidFill>
                  <a:schemeClr val="tx2"/>
                </a:solidFill>
                <a:prstDash val="solid"/>
                <a:round/>
              </a:ln>
            </p:spPr>
            <p:txBody>
              <a:bodyPr rtlCol="0" anchor="ctr"/>
              <a:lstStyle/>
              <a:p>
                <a:endParaRPr lang="pt-BR"/>
              </a:p>
            </p:txBody>
          </p:sp>
          <p:sp>
            <p:nvSpPr>
              <p:cNvPr id="51" name="Freeform: Shape 50">
                <a:extLst>
                  <a:ext uri="{FF2B5EF4-FFF2-40B4-BE49-F238E27FC236}">
                    <a16:creationId xmlns:a16="http://schemas.microsoft.com/office/drawing/2014/main" id="{E5026D1E-BC9A-CFCE-6417-734C9A882F87}"/>
                  </a:ext>
                </a:extLst>
              </p:cNvPr>
              <p:cNvSpPr/>
              <p:nvPr/>
            </p:nvSpPr>
            <p:spPr>
              <a:xfrm>
                <a:off x="6730233" y="3169064"/>
                <a:ext cx="187192" cy="28882"/>
              </a:xfrm>
              <a:custGeom>
                <a:avLst/>
                <a:gdLst>
                  <a:gd name="connsiteX0" fmla="*/ 0 w 187192"/>
                  <a:gd name="connsiteY0" fmla="*/ 28882 h 28882"/>
                  <a:gd name="connsiteX1" fmla="*/ 187192 w 187192"/>
                  <a:gd name="connsiteY1" fmla="*/ 0 h 28882"/>
                </a:gdLst>
                <a:ahLst/>
                <a:cxnLst>
                  <a:cxn ang="0">
                    <a:pos x="connsiteX0" y="connsiteY0"/>
                  </a:cxn>
                  <a:cxn ang="0">
                    <a:pos x="connsiteX1" y="connsiteY1"/>
                  </a:cxn>
                </a:cxnLst>
                <a:rect l="l" t="t" r="r" b="b"/>
                <a:pathLst>
                  <a:path w="187192" h="28882">
                    <a:moveTo>
                      <a:pt x="0" y="28882"/>
                    </a:moveTo>
                    <a:lnTo>
                      <a:pt x="187192" y="0"/>
                    </a:lnTo>
                  </a:path>
                </a:pathLst>
              </a:custGeom>
              <a:ln w="6424" cap="rnd">
                <a:solidFill>
                  <a:schemeClr val="tx2"/>
                </a:solidFill>
                <a:prstDash val="solid"/>
                <a:round/>
              </a:ln>
            </p:spPr>
            <p:txBody>
              <a:bodyPr rtlCol="0" anchor="ctr"/>
              <a:lstStyle/>
              <a:p>
                <a:endParaRPr lang="pt-BR"/>
              </a:p>
            </p:txBody>
          </p:sp>
          <p:sp>
            <p:nvSpPr>
              <p:cNvPr id="52" name="Freeform: Shape 51">
                <a:extLst>
                  <a:ext uri="{FF2B5EF4-FFF2-40B4-BE49-F238E27FC236}">
                    <a16:creationId xmlns:a16="http://schemas.microsoft.com/office/drawing/2014/main" id="{88FD7DC1-E37F-E077-96B0-278D59172F99}"/>
                  </a:ext>
                </a:extLst>
              </p:cNvPr>
              <p:cNvSpPr/>
              <p:nvPr/>
            </p:nvSpPr>
            <p:spPr>
              <a:xfrm>
                <a:off x="6754034" y="2751877"/>
                <a:ext cx="72689" cy="98199"/>
              </a:xfrm>
              <a:custGeom>
                <a:avLst/>
                <a:gdLst>
                  <a:gd name="connsiteX0" fmla="*/ 0 w 72689"/>
                  <a:gd name="connsiteY0" fmla="*/ 0 h 98199"/>
                  <a:gd name="connsiteX1" fmla="*/ 72690 w 72689"/>
                  <a:gd name="connsiteY1" fmla="*/ 98199 h 98199"/>
                </a:gdLst>
                <a:ahLst/>
                <a:cxnLst>
                  <a:cxn ang="0">
                    <a:pos x="connsiteX0" y="connsiteY0"/>
                  </a:cxn>
                  <a:cxn ang="0">
                    <a:pos x="connsiteX1" y="connsiteY1"/>
                  </a:cxn>
                </a:cxnLst>
                <a:rect l="l" t="t" r="r" b="b"/>
                <a:pathLst>
                  <a:path w="72689" h="98199">
                    <a:moveTo>
                      <a:pt x="0" y="0"/>
                    </a:moveTo>
                    <a:lnTo>
                      <a:pt x="72690" y="98199"/>
                    </a:lnTo>
                  </a:path>
                </a:pathLst>
              </a:custGeom>
              <a:ln w="6424" cap="rnd">
                <a:solidFill>
                  <a:schemeClr val="tx2"/>
                </a:solidFill>
                <a:prstDash val="solid"/>
                <a:round/>
              </a:ln>
            </p:spPr>
            <p:txBody>
              <a:bodyPr rtlCol="0" anchor="ctr"/>
              <a:lstStyle/>
              <a:p>
                <a:endParaRPr lang="pt-BR"/>
              </a:p>
            </p:txBody>
          </p:sp>
          <p:sp>
            <p:nvSpPr>
              <p:cNvPr id="53" name="Freeform: Shape 52">
                <a:extLst>
                  <a:ext uri="{FF2B5EF4-FFF2-40B4-BE49-F238E27FC236}">
                    <a16:creationId xmlns:a16="http://schemas.microsoft.com/office/drawing/2014/main" id="{70500475-83D5-D442-F60D-5C86533F7921}"/>
                  </a:ext>
                </a:extLst>
              </p:cNvPr>
              <p:cNvSpPr/>
              <p:nvPr/>
            </p:nvSpPr>
            <p:spPr>
              <a:xfrm>
                <a:off x="6724443" y="2824403"/>
                <a:ext cx="77192" cy="74451"/>
              </a:xfrm>
              <a:custGeom>
                <a:avLst/>
                <a:gdLst>
                  <a:gd name="connsiteX0" fmla="*/ 0 w 77192"/>
                  <a:gd name="connsiteY0" fmla="*/ 0 h 74451"/>
                  <a:gd name="connsiteX1" fmla="*/ 77193 w 77192"/>
                  <a:gd name="connsiteY1" fmla="*/ 74452 h 74451"/>
                </a:gdLst>
                <a:ahLst/>
                <a:cxnLst>
                  <a:cxn ang="0">
                    <a:pos x="connsiteX0" y="connsiteY0"/>
                  </a:cxn>
                  <a:cxn ang="0">
                    <a:pos x="connsiteX1" y="connsiteY1"/>
                  </a:cxn>
                </a:cxnLst>
                <a:rect l="l" t="t" r="r" b="b"/>
                <a:pathLst>
                  <a:path w="77192" h="74451">
                    <a:moveTo>
                      <a:pt x="0" y="0"/>
                    </a:moveTo>
                    <a:lnTo>
                      <a:pt x="77193" y="74452"/>
                    </a:lnTo>
                  </a:path>
                </a:pathLst>
              </a:custGeom>
              <a:ln w="6424" cap="rnd">
                <a:solidFill>
                  <a:schemeClr val="tx2"/>
                </a:solidFill>
                <a:prstDash val="solid"/>
                <a:round/>
              </a:ln>
            </p:spPr>
            <p:txBody>
              <a:bodyPr rtlCol="0" anchor="ctr"/>
              <a:lstStyle/>
              <a:p>
                <a:endParaRPr lang="pt-BR"/>
              </a:p>
            </p:txBody>
          </p:sp>
          <p:sp>
            <p:nvSpPr>
              <p:cNvPr id="54" name="Freeform: Shape 53">
                <a:extLst>
                  <a:ext uri="{FF2B5EF4-FFF2-40B4-BE49-F238E27FC236}">
                    <a16:creationId xmlns:a16="http://schemas.microsoft.com/office/drawing/2014/main" id="{6AEB0223-0498-6270-7839-62AEF611C2E1}"/>
                  </a:ext>
                </a:extLst>
              </p:cNvPr>
              <p:cNvSpPr/>
              <p:nvPr/>
            </p:nvSpPr>
            <p:spPr>
              <a:xfrm>
                <a:off x="7311750" y="3988676"/>
                <a:ext cx="75262" cy="90497"/>
              </a:xfrm>
              <a:custGeom>
                <a:avLst/>
                <a:gdLst>
                  <a:gd name="connsiteX0" fmla="*/ 75263 w 75262"/>
                  <a:gd name="connsiteY0" fmla="*/ 0 h 90497"/>
                  <a:gd name="connsiteX1" fmla="*/ 0 w 75262"/>
                  <a:gd name="connsiteY1" fmla="*/ 90497 h 90497"/>
                </a:gdLst>
                <a:ahLst/>
                <a:cxnLst>
                  <a:cxn ang="0">
                    <a:pos x="connsiteX0" y="connsiteY0"/>
                  </a:cxn>
                  <a:cxn ang="0">
                    <a:pos x="connsiteX1" y="connsiteY1"/>
                  </a:cxn>
                </a:cxnLst>
                <a:rect l="l" t="t" r="r" b="b"/>
                <a:pathLst>
                  <a:path w="75262" h="90497">
                    <a:moveTo>
                      <a:pt x="75263" y="0"/>
                    </a:moveTo>
                    <a:lnTo>
                      <a:pt x="0" y="90497"/>
                    </a:lnTo>
                  </a:path>
                </a:pathLst>
              </a:custGeom>
              <a:ln w="6424" cap="rnd">
                <a:solidFill>
                  <a:schemeClr val="tx2"/>
                </a:solidFill>
                <a:prstDash val="solid"/>
                <a:round/>
              </a:ln>
            </p:spPr>
            <p:txBody>
              <a:bodyPr rtlCol="0" anchor="ctr"/>
              <a:lstStyle/>
              <a:p>
                <a:endParaRPr lang="pt-BR"/>
              </a:p>
            </p:txBody>
          </p:sp>
          <p:sp>
            <p:nvSpPr>
              <p:cNvPr id="55" name="Freeform: Shape 54">
                <a:extLst>
                  <a:ext uri="{FF2B5EF4-FFF2-40B4-BE49-F238E27FC236}">
                    <a16:creationId xmlns:a16="http://schemas.microsoft.com/office/drawing/2014/main" id="{487C3D23-04E3-603C-42A6-8134768013DD}"/>
                  </a:ext>
                </a:extLst>
              </p:cNvPr>
              <p:cNvSpPr/>
              <p:nvPr/>
            </p:nvSpPr>
            <p:spPr>
              <a:xfrm>
                <a:off x="8083676" y="2714009"/>
                <a:ext cx="53391" cy="35942"/>
              </a:xfrm>
              <a:custGeom>
                <a:avLst/>
                <a:gdLst>
                  <a:gd name="connsiteX0" fmla="*/ 0 w 53391"/>
                  <a:gd name="connsiteY0" fmla="*/ 35942 h 35942"/>
                  <a:gd name="connsiteX1" fmla="*/ 53392 w 53391"/>
                  <a:gd name="connsiteY1" fmla="*/ 0 h 35942"/>
                </a:gdLst>
                <a:ahLst/>
                <a:cxnLst>
                  <a:cxn ang="0">
                    <a:pos x="connsiteX0" y="connsiteY0"/>
                  </a:cxn>
                  <a:cxn ang="0">
                    <a:pos x="connsiteX1" y="connsiteY1"/>
                  </a:cxn>
                </a:cxnLst>
                <a:rect l="l" t="t" r="r" b="b"/>
                <a:pathLst>
                  <a:path w="53391" h="35942">
                    <a:moveTo>
                      <a:pt x="0" y="35942"/>
                    </a:moveTo>
                    <a:cubicBezTo>
                      <a:pt x="0" y="35942"/>
                      <a:pt x="21228" y="14120"/>
                      <a:pt x="53392" y="0"/>
                    </a:cubicBezTo>
                  </a:path>
                </a:pathLst>
              </a:custGeom>
              <a:noFill/>
              <a:ln w="6424" cap="rnd">
                <a:solidFill>
                  <a:schemeClr val="tx2"/>
                </a:solidFill>
                <a:prstDash val="solid"/>
                <a:round/>
              </a:ln>
            </p:spPr>
            <p:txBody>
              <a:bodyPr rtlCol="0" anchor="ctr"/>
              <a:lstStyle/>
              <a:p>
                <a:endParaRPr lang="pt-BR"/>
              </a:p>
            </p:txBody>
          </p:sp>
          <p:sp>
            <p:nvSpPr>
              <p:cNvPr id="56" name="Freeform: Shape 55">
                <a:extLst>
                  <a:ext uri="{FF2B5EF4-FFF2-40B4-BE49-F238E27FC236}">
                    <a16:creationId xmlns:a16="http://schemas.microsoft.com/office/drawing/2014/main" id="{32FF360D-9EC4-3138-1F44-FA1B6CE8B90E}"/>
                  </a:ext>
                </a:extLst>
              </p:cNvPr>
              <p:cNvSpPr/>
              <p:nvPr/>
            </p:nvSpPr>
            <p:spPr>
              <a:xfrm>
                <a:off x="7683561" y="3192812"/>
                <a:ext cx="430992" cy="64454"/>
              </a:xfrm>
              <a:custGeom>
                <a:avLst/>
                <a:gdLst>
                  <a:gd name="connsiteX0" fmla="*/ 430992 w 430992"/>
                  <a:gd name="connsiteY0" fmla="*/ 0 h 64454"/>
                  <a:gd name="connsiteX1" fmla="*/ 196841 w 430992"/>
                  <a:gd name="connsiteY1" fmla="*/ 64183 h 64454"/>
                  <a:gd name="connsiteX2" fmla="*/ 0 w 430992"/>
                  <a:gd name="connsiteY2" fmla="*/ 3209 h 64454"/>
                </a:gdLst>
                <a:ahLst/>
                <a:cxnLst>
                  <a:cxn ang="0">
                    <a:pos x="connsiteX0" y="connsiteY0"/>
                  </a:cxn>
                  <a:cxn ang="0">
                    <a:pos x="connsiteX1" y="connsiteY1"/>
                  </a:cxn>
                  <a:cxn ang="0">
                    <a:pos x="connsiteX2" y="connsiteY2"/>
                  </a:cxn>
                </a:cxnLst>
                <a:rect l="l" t="t" r="r" b="b"/>
                <a:pathLst>
                  <a:path w="430992" h="64454">
                    <a:moveTo>
                      <a:pt x="430992" y="0"/>
                    </a:moveTo>
                    <a:cubicBezTo>
                      <a:pt x="430992" y="0"/>
                      <a:pt x="339647" y="69317"/>
                      <a:pt x="196841" y="64183"/>
                    </a:cubicBezTo>
                    <a:cubicBezTo>
                      <a:pt x="54035" y="59048"/>
                      <a:pt x="0" y="3209"/>
                      <a:pt x="0" y="3209"/>
                    </a:cubicBezTo>
                  </a:path>
                </a:pathLst>
              </a:custGeom>
              <a:noFill/>
              <a:ln w="6424" cap="rnd">
                <a:solidFill>
                  <a:schemeClr val="tx2"/>
                </a:solidFill>
                <a:prstDash val="solid"/>
                <a:round/>
              </a:ln>
            </p:spPr>
            <p:txBody>
              <a:bodyPr rtlCol="0" anchor="ctr"/>
              <a:lstStyle/>
              <a:p>
                <a:endParaRPr lang="pt-BR"/>
              </a:p>
            </p:txBody>
          </p:sp>
          <p:sp>
            <p:nvSpPr>
              <p:cNvPr id="57" name="Freeform: Shape 56">
                <a:extLst>
                  <a:ext uri="{FF2B5EF4-FFF2-40B4-BE49-F238E27FC236}">
                    <a16:creationId xmlns:a16="http://schemas.microsoft.com/office/drawing/2014/main" id="{FD678B22-50D9-7A81-D2B8-B5306F61A707}"/>
                  </a:ext>
                </a:extLst>
              </p:cNvPr>
              <p:cNvSpPr/>
              <p:nvPr/>
            </p:nvSpPr>
            <p:spPr>
              <a:xfrm>
                <a:off x="7735666" y="3197304"/>
                <a:ext cx="12865" cy="26314"/>
              </a:xfrm>
              <a:custGeom>
                <a:avLst/>
                <a:gdLst>
                  <a:gd name="connsiteX0" fmla="*/ 0 w 12865"/>
                  <a:gd name="connsiteY0" fmla="*/ 26315 h 26314"/>
                  <a:gd name="connsiteX1" fmla="*/ 12865 w 12865"/>
                  <a:gd name="connsiteY1" fmla="*/ 0 h 26314"/>
                </a:gdLst>
                <a:ahLst/>
                <a:cxnLst>
                  <a:cxn ang="0">
                    <a:pos x="connsiteX0" y="connsiteY0"/>
                  </a:cxn>
                  <a:cxn ang="0">
                    <a:pos x="connsiteX1" y="connsiteY1"/>
                  </a:cxn>
                </a:cxnLst>
                <a:rect l="l" t="t" r="r" b="b"/>
                <a:pathLst>
                  <a:path w="12865" h="26314">
                    <a:moveTo>
                      <a:pt x="0" y="26315"/>
                    </a:moveTo>
                    <a:cubicBezTo>
                      <a:pt x="0" y="25673"/>
                      <a:pt x="12865" y="0"/>
                      <a:pt x="12865" y="0"/>
                    </a:cubicBezTo>
                  </a:path>
                </a:pathLst>
              </a:custGeom>
              <a:noFill/>
              <a:ln w="6424" cap="rnd">
                <a:solidFill>
                  <a:schemeClr val="tx2"/>
                </a:solidFill>
                <a:prstDash val="solid"/>
                <a:round/>
              </a:ln>
            </p:spPr>
            <p:txBody>
              <a:bodyPr rtlCol="0" anchor="ctr"/>
              <a:lstStyle/>
              <a:p>
                <a:endParaRPr lang="pt-BR"/>
              </a:p>
            </p:txBody>
          </p:sp>
          <p:sp>
            <p:nvSpPr>
              <p:cNvPr id="58" name="Freeform: Shape 57">
                <a:extLst>
                  <a:ext uri="{FF2B5EF4-FFF2-40B4-BE49-F238E27FC236}">
                    <a16:creationId xmlns:a16="http://schemas.microsoft.com/office/drawing/2014/main" id="{8C55501D-15B8-F4B6-CDB0-7962041DF8E2}"/>
                  </a:ext>
                </a:extLst>
              </p:cNvPr>
              <p:cNvSpPr/>
              <p:nvPr/>
            </p:nvSpPr>
            <p:spPr>
              <a:xfrm>
                <a:off x="7763970" y="3209499"/>
                <a:ext cx="10292" cy="26314"/>
              </a:xfrm>
              <a:custGeom>
                <a:avLst/>
                <a:gdLst>
                  <a:gd name="connsiteX0" fmla="*/ 0 w 10292"/>
                  <a:gd name="connsiteY0" fmla="*/ 26315 h 26314"/>
                  <a:gd name="connsiteX1" fmla="*/ 10292 w 10292"/>
                  <a:gd name="connsiteY1" fmla="*/ 0 h 26314"/>
                </a:gdLst>
                <a:ahLst/>
                <a:cxnLst>
                  <a:cxn ang="0">
                    <a:pos x="connsiteX0" y="connsiteY0"/>
                  </a:cxn>
                  <a:cxn ang="0">
                    <a:pos x="connsiteX1" y="connsiteY1"/>
                  </a:cxn>
                </a:cxnLst>
                <a:rect l="l" t="t" r="r" b="b"/>
                <a:pathLst>
                  <a:path w="10292" h="26314">
                    <a:moveTo>
                      <a:pt x="0" y="26315"/>
                    </a:moveTo>
                    <a:lnTo>
                      <a:pt x="10292" y="0"/>
                    </a:lnTo>
                  </a:path>
                </a:pathLst>
              </a:custGeom>
              <a:solidFill>
                <a:schemeClr val="tx2"/>
              </a:solidFill>
              <a:ln w="6424" cap="rnd">
                <a:solidFill>
                  <a:schemeClr val="tx2"/>
                </a:solidFill>
                <a:prstDash val="solid"/>
                <a:round/>
              </a:ln>
            </p:spPr>
            <p:txBody>
              <a:bodyPr rtlCol="0" anchor="ctr"/>
              <a:lstStyle/>
              <a:p>
                <a:endParaRPr lang="pt-BR"/>
              </a:p>
            </p:txBody>
          </p:sp>
          <p:sp>
            <p:nvSpPr>
              <p:cNvPr id="59" name="Freeform: Shape 58">
                <a:extLst>
                  <a:ext uri="{FF2B5EF4-FFF2-40B4-BE49-F238E27FC236}">
                    <a16:creationId xmlns:a16="http://schemas.microsoft.com/office/drawing/2014/main" id="{F4B6CBBF-9AD2-A5CA-F65D-AE96AE34EA5F}"/>
                  </a:ext>
                </a:extLst>
              </p:cNvPr>
              <p:cNvSpPr/>
              <p:nvPr/>
            </p:nvSpPr>
            <p:spPr>
              <a:xfrm>
                <a:off x="7790988" y="3217201"/>
                <a:ext cx="5789" cy="28240"/>
              </a:xfrm>
              <a:custGeom>
                <a:avLst/>
                <a:gdLst>
                  <a:gd name="connsiteX0" fmla="*/ 0 w 5789"/>
                  <a:gd name="connsiteY0" fmla="*/ 28240 h 28240"/>
                  <a:gd name="connsiteX1" fmla="*/ 5790 w 5789"/>
                  <a:gd name="connsiteY1" fmla="*/ 0 h 28240"/>
                </a:gdLst>
                <a:ahLst/>
                <a:cxnLst>
                  <a:cxn ang="0">
                    <a:pos x="connsiteX0" y="connsiteY0"/>
                  </a:cxn>
                  <a:cxn ang="0">
                    <a:pos x="connsiteX1" y="connsiteY1"/>
                  </a:cxn>
                </a:cxnLst>
                <a:rect l="l" t="t" r="r" b="b"/>
                <a:pathLst>
                  <a:path w="5789" h="28240">
                    <a:moveTo>
                      <a:pt x="0" y="28240"/>
                    </a:moveTo>
                    <a:lnTo>
                      <a:pt x="5790" y="0"/>
                    </a:lnTo>
                  </a:path>
                </a:pathLst>
              </a:custGeom>
              <a:noFill/>
              <a:ln w="6424" cap="rnd">
                <a:solidFill>
                  <a:schemeClr val="tx2"/>
                </a:solidFill>
                <a:prstDash val="solid"/>
                <a:round/>
              </a:ln>
            </p:spPr>
            <p:txBody>
              <a:bodyPr rtlCol="0" anchor="ctr"/>
              <a:lstStyle/>
              <a:p>
                <a:endParaRPr lang="pt-BR"/>
              </a:p>
            </p:txBody>
          </p:sp>
          <p:sp>
            <p:nvSpPr>
              <p:cNvPr id="60" name="Freeform: Shape 59">
                <a:extLst>
                  <a:ext uri="{FF2B5EF4-FFF2-40B4-BE49-F238E27FC236}">
                    <a16:creationId xmlns:a16="http://schemas.microsoft.com/office/drawing/2014/main" id="{F28B1A6F-DA69-27F7-F927-EDFCEDA20235}"/>
                  </a:ext>
                </a:extLst>
              </p:cNvPr>
              <p:cNvSpPr/>
              <p:nvPr/>
            </p:nvSpPr>
            <p:spPr>
              <a:xfrm>
                <a:off x="7711222" y="3192170"/>
                <a:ext cx="10935" cy="20538"/>
              </a:xfrm>
              <a:custGeom>
                <a:avLst/>
                <a:gdLst>
                  <a:gd name="connsiteX0" fmla="*/ 10936 w 10935"/>
                  <a:gd name="connsiteY0" fmla="*/ 0 h 20538"/>
                  <a:gd name="connsiteX1" fmla="*/ 0 w 10935"/>
                  <a:gd name="connsiteY1" fmla="*/ 20538 h 20538"/>
                </a:gdLst>
                <a:ahLst/>
                <a:cxnLst>
                  <a:cxn ang="0">
                    <a:pos x="connsiteX0" y="connsiteY0"/>
                  </a:cxn>
                  <a:cxn ang="0">
                    <a:pos x="connsiteX1" y="connsiteY1"/>
                  </a:cxn>
                </a:cxnLst>
                <a:rect l="l" t="t" r="r" b="b"/>
                <a:pathLst>
                  <a:path w="10935" h="20538">
                    <a:moveTo>
                      <a:pt x="10936" y="0"/>
                    </a:moveTo>
                    <a:lnTo>
                      <a:pt x="0" y="20538"/>
                    </a:lnTo>
                  </a:path>
                </a:pathLst>
              </a:custGeom>
              <a:noFill/>
              <a:ln w="6424" cap="rnd">
                <a:solidFill>
                  <a:schemeClr val="tx2"/>
                </a:solidFill>
                <a:prstDash val="solid"/>
                <a:round/>
              </a:ln>
            </p:spPr>
            <p:txBody>
              <a:bodyPr rtlCol="0" anchor="ctr"/>
              <a:lstStyle/>
              <a:p>
                <a:endParaRPr lang="pt-BR"/>
              </a:p>
            </p:txBody>
          </p:sp>
          <p:sp>
            <p:nvSpPr>
              <p:cNvPr id="61" name="Freeform: Shape 60">
                <a:extLst>
                  <a:ext uri="{FF2B5EF4-FFF2-40B4-BE49-F238E27FC236}">
                    <a16:creationId xmlns:a16="http://schemas.microsoft.com/office/drawing/2014/main" id="{0CC88C19-D31F-F30B-58CF-4DE25D5919C7}"/>
                  </a:ext>
                </a:extLst>
              </p:cNvPr>
              <p:cNvSpPr/>
              <p:nvPr/>
            </p:nvSpPr>
            <p:spPr>
              <a:xfrm>
                <a:off x="6756607" y="3094612"/>
                <a:ext cx="10292" cy="96915"/>
              </a:xfrm>
              <a:custGeom>
                <a:avLst/>
                <a:gdLst>
                  <a:gd name="connsiteX0" fmla="*/ 0 w 10292"/>
                  <a:gd name="connsiteY0" fmla="*/ 0 h 96915"/>
                  <a:gd name="connsiteX1" fmla="*/ 10292 w 10292"/>
                  <a:gd name="connsiteY1" fmla="*/ 96916 h 96915"/>
                </a:gdLst>
                <a:ahLst/>
                <a:cxnLst>
                  <a:cxn ang="0">
                    <a:pos x="connsiteX0" y="connsiteY0"/>
                  </a:cxn>
                  <a:cxn ang="0">
                    <a:pos x="connsiteX1" y="connsiteY1"/>
                  </a:cxn>
                </a:cxnLst>
                <a:rect l="l" t="t" r="r" b="b"/>
                <a:pathLst>
                  <a:path w="10292" h="96915">
                    <a:moveTo>
                      <a:pt x="0" y="0"/>
                    </a:moveTo>
                    <a:lnTo>
                      <a:pt x="10292" y="96916"/>
                    </a:lnTo>
                  </a:path>
                </a:pathLst>
              </a:custGeom>
              <a:ln w="6424" cap="rnd">
                <a:solidFill>
                  <a:schemeClr val="tx2"/>
                </a:solidFill>
                <a:prstDash val="solid"/>
                <a:round/>
              </a:ln>
            </p:spPr>
            <p:txBody>
              <a:bodyPr rtlCol="0" anchor="ctr"/>
              <a:lstStyle/>
              <a:p>
                <a:endParaRPr lang="pt-BR"/>
              </a:p>
            </p:txBody>
          </p:sp>
          <p:sp>
            <p:nvSpPr>
              <p:cNvPr id="62" name="Freeform: Shape 61">
                <a:extLst>
                  <a:ext uri="{FF2B5EF4-FFF2-40B4-BE49-F238E27FC236}">
                    <a16:creationId xmlns:a16="http://schemas.microsoft.com/office/drawing/2014/main" id="{FA42819E-3669-EE86-194A-55C68130C8A7}"/>
                  </a:ext>
                </a:extLst>
              </p:cNvPr>
              <p:cNvSpPr/>
              <p:nvPr/>
            </p:nvSpPr>
            <p:spPr>
              <a:xfrm>
                <a:off x="6788770" y="3104881"/>
                <a:ext cx="8362" cy="78944"/>
              </a:xfrm>
              <a:custGeom>
                <a:avLst/>
                <a:gdLst>
                  <a:gd name="connsiteX0" fmla="*/ 0 w 8362"/>
                  <a:gd name="connsiteY0" fmla="*/ 0 h 78944"/>
                  <a:gd name="connsiteX1" fmla="*/ 8363 w 8362"/>
                  <a:gd name="connsiteY1" fmla="*/ 78945 h 78944"/>
                </a:gdLst>
                <a:ahLst/>
                <a:cxnLst>
                  <a:cxn ang="0">
                    <a:pos x="connsiteX0" y="connsiteY0"/>
                  </a:cxn>
                  <a:cxn ang="0">
                    <a:pos x="connsiteX1" y="connsiteY1"/>
                  </a:cxn>
                </a:cxnLst>
                <a:rect l="l" t="t" r="r" b="b"/>
                <a:pathLst>
                  <a:path w="8362" h="78944">
                    <a:moveTo>
                      <a:pt x="0" y="0"/>
                    </a:moveTo>
                    <a:lnTo>
                      <a:pt x="8363" y="78945"/>
                    </a:lnTo>
                  </a:path>
                </a:pathLst>
              </a:custGeom>
              <a:ln w="6424" cap="rnd">
                <a:solidFill>
                  <a:schemeClr val="tx2"/>
                </a:solidFill>
                <a:prstDash val="solid"/>
                <a:round/>
              </a:ln>
            </p:spPr>
            <p:txBody>
              <a:bodyPr rtlCol="0" anchor="ctr"/>
              <a:lstStyle/>
              <a:p>
                <a:endParaRPr lang="pt-BR"/>
              </a:p>
            </p:txBody>
          </p:sp>
          <p:sp>
            <p:nvSpPr>
              <p:cNvPr id="63" name="Freeform: Shape 62">
                <a:extLst>
                  <a:ext uri="{FF2B5EF4-FFF2-40B4-BE49-F238E27FC236}">
                    <a16:creationId xmlns:a16="http://schemas.microsoft.com/office/drawing/2014/main" id="{CBF7ADEA-34FA-990F-DD3F-7BDA2C41C336}"/>
                  </a:ext>
                </a:extLst>
              </p:cNvPr>
              <p:cNvSpPr/>
              <p:nvPr/>
            </p:nvSpPr>
            <p:spPr>
              <a:xfrm>
                <a:off x="6819004" y="3120285"/>
                <a:ext cx="7719" cy="59689"/>
              </a:xfrm>
              <a:custGeom>
                <a:avLst/>
                <a:gdLst>
                  <a:gd name="connsiteX0" fmla="*/ 0 w 7719"/>
                  <a:gd name="connsiteY0" fmla="*/ 0 h 59689"/>
                  <a:gd name="connsiteX1" fmla="*/ 7719 w 7719"/>
                  <a:gd name="connsiteY1" fmla="*/ 59690 h 59689"/>
                </a:gdLst>
                <a:ahLst/>
                <a:cxnLst>
                  <a:cxn ang="0">
                    <a:pos x="connsiteX0" y="connsiteY0"/>
                  </a:cxn>
                  <a:cxn ang="0">
                    <a:pos x="connsiteX1" y="connsiteY1"/>
                  </a:cxn>
                </a:cxnLst>
                <a:rect l="l" t="t" r="r" b="b"/>
                <a:pathLst>
                  <a:path w="7719" h="59689">
                    <a:moveTo>
                      <a:pt x="0" y="0"/>
                    </a:moveTo>
                    <a:lnTo>
                      <a:pt x="7719" y="59690"/>
                    </a:lnTo>
                  </a:path>
                </a:pathLst>
              </a:custGeom>
              <a:ln w="6424" cap="rnd">
                <a:solidFill>
                  <a:schemeClr val="tx2"/>
                </a:solidFill>
                <a:prstDash val="solid"/>
                <a:round/>
              </a:ln>
            </p:spPr>
            <p:txBody>
              <a:bodyPr rtlCol="0" anchor="ctr"/>
              <a:lstStyle/>
              <a:p>
                <a:endParaRPr lang="pt-BR"/>
              </a:p>
            </p:txBody>
          </p:sp>
          <p:sp>
            <p:nvSpPr>
              <p:cNvPr id="64" name="Freeform: Shape 63">
                <a:extLst>
                  <a:ext uri="{FF2B5EF4-FFF2-40B4-BE49-F238E27FC236}">
                    <a16:creationId xmlns:a16="http://schemas.microsoft.com/office/drawing/2014/main" id="{42AB2D8B-9A4D-094A-3DBD-BFBB26C88378}"/>
                  </a:ext>
                </a:extLst>
              </p:cNvPr>
              <p:cNvSpPr/>
              <p:nvPr/>
            </p:nvSpPr>
            <p:spPr>
              <a:xfrm>
                <a:off x="7697713" y="3947599"/>
                <a:ext cx="135087" cy="20538"/>
              </a:xfrm>
              <a:custGeom>
                <a:avLst/>
                <a:gdLst>
                  <a:gd name="connsiteX0" fmla="*/ 135087 w 135087"/>
                  <a:gd name="connsiteY0" fmla="*/ 0 h 20538"/>
                  <a:gd name="connsiteX1" fmla="*/ 0 w 135087"/>
                  <a:gd name="connsiteY1" fmla="*/ 20539 h 20538"/>
                </a:gdLst>
                <a:ahLst/>
                <a:cxnLst>
                  <a:cxn ang="0">
                    <a:pos x="connsiteX0" y="connsiteY0"/>
                  </a:cxn>
                  <a:cxn ang="0">
                    <a:pos x="connsiteX1" y="connsiteY1"/>
                  </a:cxn>
                </a:cxnLst>
                <a:rect l="l" t="t" r="r" b="b"/>
                <a:pathLst>
                  <a:path w="135087" h="20538">
                    <a:moveTo>
                      <a:pt x="135087" y="0"/>
                    </a:moveTo>
                    <a:lnTo>
                      <a:pt x="0" y="20539"/>
                    </a:lnTo>
                  </a:path>
                </a:pathLst>
              </a:custGeom>
              <a:ln w="6424" cap="rnd">
                <a:solidFill>
                  <a:schemeClr val="tx2"/>
                </a:solidFill>
                <a:prstDash val="solid"/>
                <a:round/>
              </a:ln>
            </p:spPr>
            <p:txBody>
              <a:bodyPr rtlCol="0" anchor="ctr"/>
              <a:lstStyle/>
              <a:p>
                <a:endParaRPr lang="pt-BR"/>
              </a:p>
            </p:txBody>
          </p:sp>
          <p:sp>
            <p:nvSpPr>
              <p:cNvPr id="65" name="Freeform: Shape 64">
                <a:extLst>
                  <a:ext uri="{FF2B5EF4-FFF2-40B4-BE49-F238E27FC236}">
                    <a16:creationId xmlns:a16="http://schemas.microsoft.com/office/drawing/2014/main" id="{97675A33-4AAD-A203-B8E5-3E67BF8E464A}"/>
                  </a:ext>
                </a:extLst>
              </p:cNvPr>
              <p:cNvSpPr/>
              <p:nvPr/>
            </p:nvSpPr>
            <p:spPr>
              <a:xfrm>
                <a:off x="7731163" y="3991885"/>
                <a:ext cx="106783" cy="10269"/>
              </a:xfrm>
              <a:custGeom>
                <a:avLst/>
                <a:gdLst>
                  <a:gd name="connsiteX0" fmla="*/ 106783 w 106783"/>
                  <a:gd name="connsiteY0" fmla="*/ 0 h 10269"/>
                  <a:gd name="connsiteX1" fmla="*/ 0 w 106783"/>
                  <a:gd name="connsiteY1" fmla="*/ 10269 h 10269"/>
                </a:gdLst>
                <a:ahLst/>
                <a:cxnLst>
                  <a:cxn ang="0">
                    <a:pos x="connsiteX0" y="connsiteY0"/>
                  </a:cxn>
                  <a:cxn ang="0">
                    <a:pos x="connsiteX1" y="connsiteY1"/>
                  </a:cxn>
                </a:cxnLst>
                <a:rect l="l" t="t" r="r" b="b"/>
                <a:pathLst>
                  <a:path w="106783" h="10269">
                    <a:moveTo>
                      <a:pt x="106783" y="0"/>
                    </a:moveTo>
                    <a:lnTo>
                      <a:pt x="0" y="10269"/>
                    </a:lnTo>
                  </a:path>
                </a:pathLst>
              </a:custGeom>
              <a:ln w="6424" cap="rnd">
                <a:solidFill>
                  <a:schemeClr val="tx2"/>
                </a:solidFill>
                <a:prstDash val="solid"/>
                <a:round/>
              </a:ln>
            </p:spPr>
            <p:txBody>
              <a:bodyPr rtlCol="0" anchor="ctr"/>
              <a:lstStyle/>
              <a:p>
                <a:endParaRPr lang="pt-BR"/>
              </a:p>
            </p:txBody>
          </p:sp>
          <p:sp>
            <p:nvSpPr>
              <p:cNvPr id="66" name="Freeform: Shape 65">
                <a:extLst>
                  <a:ext uri="{FF2B5EF4-FFF2-40B4-BE49-F238E27FC236}">
                    <a16:creationId xmlns:a16="http://schemas.microsoft.com/office/drawing/2014/main" id="{F012F75D-7654-4491-0B41-1F8009C4D91D}"/>
                  </a:ext>
                </a:extLst>
              </p:cNvPr>
              <p:cNvSpPr/>
              <p:nvPr/>
            </p:nvSpPr>
            <p:spPr>
              <a:xfrm>
                <a:off x="7592217" y="3399480"/>
                <a:ext cx="218712" cy="218553"/>
              </a:xfrm>
              <a:custGeom>
                <a:avLst/>
                <a:gdLst>
                  <a:gd name="connsiteX0" fmla="*/ 218712 w 218712"/>
                  <a:gd name="connsiteY0" fmla="*/ 31449 h 218553"/>
                  <a:gd name="connsiteX1" fmla="*/ 30234 w 218712"/>
                  <a:gd name="connsiteY1" fmla="*/ 0 h 218553"/>
                  <a:gd name="connsiteX2" fmla="*/ 0 w 218712"/>
                  <a:gd name="connsiteY2" fmla="*/ 153396 h 218553"/>
                  <a:gd name="connsiteX3" fmla="*/ 64327 w 218712"/>
                  <a:gd name="connsiteY3" fmla="*/ 209235 h 218553"/>
                  <a:gd name="connsiteX4" fmla="*/ 100350 w 218712"/>
                  <a:gd name="connsiteY4" fmla="*/ 216937 h 218553"/>
                  <a:gd name="connsiteX5" fmla="*/ 185905 w 218712"/>
                  <a:gd name="connsiteY5" fmla="*/ 191264 h 218553"/>
                  <a:gd name="connsiteX6" fmla="*/ 218712 w 218712"/>
                  <a:gd name="connsiteY6" fmla="*/ 31449 h 218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712" h="218553">
                    <a:moveTo>
                      <a:pt x="218712" y="31449"/>
                    </a:moveTo>
                    <a:lnTo>
                      <a:pt x="30234" y="0"/>
                    </a:lnTo>
                    <a:lnTo>
                      <a:pt x="0" y="153396"/>
                    </a:lnTo>
                    <a:lnTo>
                      <a:pt x="64327" y="209235"/>
                    </a:lnTo>
                    <a:cubicBezTo>
                      <a:pt x="73976" y="217579"/>
                      <a:pt x="88128" y="220788"/>
                      <a:pt x="100350" y="216937"/>
                    </a:cubicBezTo>
                    <a:lnTo>
                      <a:pt x="185905" y="191264"/>
                    </a:lnTo>
                    <a:lnTo>
                      <a:pt x="218712" y="31449"/>
                    </a:lnTo>
                    <a:close/>
                  </a:path>
                </a:pathLst>
              </a:custGeom>
              <a:solidFill>
                <a:schemeClr val="accent1">
                  <a:lumMod val="40000"/>
                  <a:lumOff val="60000"/>
                </a:schemeClr>
              </a:solidFill>
              <a:ln w="6424" cap="flat">
                <a:noFill/>
                <a:prstDash val="solid"/>
                <a:miter/>
              </a:ln>
            </p:spPr>
            <p:txBody>
              <a:bodyPr rtlCol="0" anchor="ctr"/>
              <a:lstStyle/>
              <a:p>
                <a:endParaRPr lang="pt-BR"/>
              </a:p>
            </p:txBody>
          </p:sp>
          <p:sp>
            <p:nvSpPr>
              <p:cNvPr id="67" name="Freeform: Shape 66">
                <a:extLst>
                  <a:ext uri="{FF2B5EF4-FFF2-40B4-BE49-F238E27FC236}">
                    <a16:creationId xmlns:a16="http://schemas.microsoft.com/office/drawing/2014/main" id="{9B10310E-9E85-2763-E8C9-7298CC1EE1E7}"/>
                  </a:ext>
                </a:extLst>
              </p:cNvPr>
              <p:cNvSpPr/>
              <p:nvPr/>
            </p:nvSpPr>
            <p:spPr>
              <a:xfrm>
                <a:off x="7601222" y="3400121"/>
                <a:ext cx="206490" cy="104617"/>
              </a:xfrm>
              <a:custGeom>
                <a:avLst/>
                <a:gdLst>
                  <a:gd name="connsiteX0" fmla="*/ 206490 w 206490"/>
                  <a:gd name="connsiteY0" fmla="*/ 30808 h 104617"/>
                  <a:gd name="connsiteX1" fmla="*/ 21871 w 206490"/>
                  <a:gd name="connsiteY1" fmla="*/ 0 h 104617"/>
                  <a:gd name="connsiteX2" fmla="*/ 0 w 206490"/>
                  <a:gd name="connsiteY2" fmla="*/ 104618 h 104617"/>
                </a:gdLst>
                <a:ahLst/>
                <a:cxnLst>
                  <a:cxn ang="0">
                    <a:pos x="connsiteX0" y="connsiteY0"/>
                  </a:cxn>
                  <a:cxn ang="0">
                    <a:pos x="connsiteX1" y="connsiteY1"/>
                  </a:cxn>
                  <a:cxn ang="0">
                    <a:pos x="connsiteX2" y="connsiteY2"/>
                  </a:cxn>
                </a:cxnLst>
                <a:rect l="l" t="t" r="r" b="b"/>
                <a:pathLst>
                  <a:path w="206490" h="104617">
                    <a:moveTo>
                      <a:pt x="206490" y="30808"/>
                    </a:moveTo>
                    <a:lnTo>
                      <a:pt x="21871" y="0"/>
                    </a:lnTo>
                    <a:lnTo>
                      <a:pt x="0" y="104618"/>
                    </a:lnTo>
                  </a:path>
                </a:pathLst>
              </a:custGeom>
              <a:noFill/>
              <a:ln w="6424" cap="rnd">
                <a:solidFill>
                  <a:schemeClr val="tx2"/>
                </a:solidFill>
                <a:prstDash val="solid"/>
                <a:round/>
              </a:ln>
            </p:spPr>
            <p:txBody>
              <a:bodyPr rtlCol="0" anchor="ctr"/>
              <a:lstStyle/>
              <a:p>
                <a:endParaRPr lang="pt-BR"/>
              </a:p>
            </p:txBody>
          </p:sp>
          <p:sp>
            <p:nvSpPr>
              <p:cNvPr id="68" name="Freeform: Shape 67">
                <a:extLst>
                  <a:ext uri="{FF2B5EF4-FFF2-40B4-BE49-F238E27FC236}">
                    <a16:creationId xmlns:a16="http://schemas.microsoft.com/office/drawing/2014/main" id="{8E8D2A4D-9B3F-1688-F7E2-8D57316B48C0}"/>
                  </a:ext>
                </a:extLst>
              </p:cNvPr>
              <p:cNvSpPr/>
              <p:nvPr/>
            </p:nvSpPr>
            <p:spPr>
              <a:xfrm>
                <a:off x="7616661" y="3431571"/>
                <a:ext cx="126724" cy="19896"/>
              </a:xfrm>
              <a:custGeom>
                <a:avLst/>
                <a:gdLst>
                  <a:gd name="connsiteX0" fmla="*/ 126724 w 126724"/>
                  <a:gd name="connsiteY0" fmla="*/ 19897 h 19896"/>
                  <a:gd name="connsiteX1" fmla="*/ 0 w 126724"/>
                  <a:gd name="connsiteY1" fmla="*/ 0 h 19896"/>
                </a:gdLst>
                <a:ahLst/>
                <a:cxnLst>
                  <a:cxn ang="0">
                    <a:pos x="connsiteX0" y="connsiteY0"/>
                  </a:cxn>
                  <a:cxn ang="0">
                    <a:pos x="connsiteX1" y="connsiteY1"/>
                  </a:cxn>
                </a:cxnLst>
                <a:rect l="l" t="t" r="r" b="b"/>
                <a:pathLst>
                  <a:path w="126724" h="19896">
                    <a:moveTo>
                      <a:pt x="126724" y="19897"/>
                    </a:moveTo>
                    <a:lnTo>
                      <a:pt x="0" y="0"/>
                    </a:lnTo>
                  </a:path>
                </a:pathLst>
              </a:custGeom>
              <a:ln w="6424" cap="rnd">
                <a:solidFill>
                  <a:schemeClr val="tx2"/>
                </a:solidFill>
                <a:prstDash val="solid"/>
                <a:round/>
              </a:ln>
            </p:spPr>
            <p:txBody>
              <a:bodyPr rtlCol="0" anchor="ctr"/>
              <a:lstStyle/>
              <a:p>
                <a:endParaRPr lang="pt-BR"/>
              </a:p>
            </p:txBody>
          </p:sp>
          <p:sp>
            <p:nvSpPr>
              <p:cNvPr id="69" name="Freeform: Shape 68">
                <a:extLst>
                  <a:ext uri="{FF2B5EF4-FFF2-40B4-BE49-F238E27FC236}">
                    <a16:creationId xmlns:a16="http://schemas.microsoft.com/office/drawing/2014/main" id="{9F7C3DB6-43D1-9238-6A93-95700B247B75}"/>
                  </a:ext>
                </a:extLst>
              </p:cNvPr>
              <p:cNvSpPr/>
              <p:nvPr/>
            </p:nvSpPr>
            <p:spPr>
              <a:xfrm>
                <a:off x="7733011" y="2463055"/>
                <a:ext cx="254174" cy="445853"/>
              </a:xfrm>
              <a:custGeom>
                <a:avLst/>
                <a:gdLst>
                  <a:gd name="connsiteX0" fmla="*/ 130024 w 254174"/>
                  <a:gd name="connsiteY0" fmla="*/ 0 h 445853"/>
                  <a:gd name="connsiteX1" fmla="*/ 31603 w 254174"/>
                  <a:gd name="connsiteY1" fmla="*/ 184846 h 445853"/>
                  <a:gd name="connsiteX2" fmla="*/ 45755 w 254174"/>
                  <a:gd name="connsiteY2" fmla="*/ 412694 h 445853"/>
                  <a:gd name="connsiteX3" fmla="*/ 254175 w 254174"/>
                  <a:gd name="connsiteY3" fmla="*/ 421680 h 445853"/>
                </a:gdLst>
                <a:ahLst/>
                <a:cxnLst>
                  <a:cxn ang="0">
                    <a:pos x="connsiteX0" y="connsiteY0"/>
                  </a:cxn>
                  <a:cxn ang="0">
                    <a:pos x="connsiteX1" y="connsiteY1"/>
                  </a:cxn>
                  <a:cxn ang="0">
                    <a:pos x="connsiteX2" y="connsiteY2"/>
                  </a:cxn>
                  <a:cxn ang="0">
                    <a:pos x="connsiteX3" y="connsiteY3"/>
                  </a:cxn>
                </a:cxnLst>
                <a:rect l="l" t="t" r="r" b="b"/>
                <a:pathLst>
                  <a:path w="254174" h="445853">
                    <a:moveTo>
                      <a:pt x="130024" y="0"/>
                    </a:moveTo>
                    <a:lnTo>
                      <a:pt x="31603" y="184846"/>
                    </a:lnTo>
                    <a:cubicBezTo>
                      <a:pt x="31603" y="184846"/>
                      <a:pt x="-48163" y="333750"/>
                      <a:pt x="45755" y="412694"/>
                    </a:cubicBezTo>
                    <a:cubicBezTo>
                      <a:pt x="104293" y="462115"/>
                      <a:pt x="191134" y="448636"/>
                      <a:pt x="254175" y="421680"/>
                    </a:cubicBezTo>
                  </a:path>
                </a:pathLst>
              </a:custGeom>
              <a:noFill/>
              <a:ln w="6424" cap="rnd">
                <a:solidFill>
                  <a:schemeClr val="tx2"/>
                </a:solidFill>
                <a:prstDash val="solid"/>
                <a:round/>
              </a:ln>
            </p:spPr>
            <p:txBody>
              <a:bodyPr rtlCol="0" anchor="ctr"/>
              <a:lstStyle/>
              <a:p>
                <a:endParaRPr lang="pt-BR"/>
              </a:p>
            </p:txBody>
          </p:sp>
          <p:sp>
            <p:nvSpPr>
              <p:cNvPr id="70" name="Freeform: Shape 69">
                <a:extLst>
                  <a:ext uri="{FF2B5EF4-FFF2-40B4-BE49-F238E27FC236}">
                    <a16:creationId xmlns:a16="http://schemas.microsoft.com/office/drawing/2014/main" id="{237CF515-A4E7-DA8D-4386-B0231334A870}"/>
                  </a:ext>
                </a:extLst>
              </p:cNvPr>
              <p:cNvSpPr/>
              <p:nvPr/>
            </p:nvSpPr>
            <p:spPr>
              <a:xfrm>
                <a:off x="8027712" y="2826329"/>
                <a:ext cx="43099" cy="37867"/>
              </a:xfrm>
              <a:custGeom>
                <a:avLst/>
                <a:gdLst>
                  <a:gd name="connsiteX0" fmla="*/ 0 w 43099"/>
                  <a:gd name="connsiteY0" fmla="*/ 37868 h 37867"/>
                  <a:gd name="connsiteX1" fmla="*/ 43099 w 43099"/>
                  <a:gd name="connsiteY1" fmla="*/ 0 h 37867"/>
                </a:gdLst>
                <a:ahLst/>
                <a:cxnLst>
                  <a:cxn ang="0">
                    <a:pos x="connsiteX0" y="connsiteY0"/>
                  </a:cxn>
                  <a:cxn ang="0">
                    <a:pos x="connsiteX1" y="connsiteY1"/>
                  </a:cxn>
                </a:cxnLst>
                <a:rect l="l" t="t" r="r" b="b"/>
                <a:pathLst>
                  <a:path w="43099" h="37867">
                    <a:moveTo>
                      <a:pt x="0" y="37868"/>
                    </a:moveTo>
                    <a:cubicBezTo>
                      <a:pt x="21871" y="24389"/>
                      <a:pt x="35380" y="10269"/>
                      <a:pt x="43099" y="0"/>
                    </a:cubicBezTo>
                  </a:path>
                </a:pathLst>
              </a:custGeom>
              <a:noFill/>
              <a:ln w="6424" cap="rnd">
                <a:solidFill>
                  <a:schemeClr val="tx2"/>
                </a:solidFill>
                <a:prstDash val="solid"/>
                <a:round/>
              </a:ln>
            </p:spPr>
            <p:txBody>
              <a:bodyPr rtlCol="0" anchor="ctr"/>
              <a:lstStyle/>
              <a:p>
                <a:endParaRPr lang="pt-BR"/>
              </a:p>
            </p:txBody>
          </p:sp>
          <p:sp>
            <p:nvSpPr>
              <p:cNvPr id="71" name="Freeform: Shape 70">
                <a:extLst>
                  <a:ext uri="{FF2B5EF4-FFF2-40B4-BE49-F238E27FC236}">
                    <a16:creationId xmlns:a16="http://schemas.microsoft.com/office/drawing/2014/main" id="{5E16F30A-FC12-7072-ED3D-49A1FB6F6DA5}"/>
                  </a:ext>
                </a:extLst>
              </p:cNvPr>
              <p:cNvSpPr/>
              <p:nvPr/>
            </p:nvSpPr>
            <p:spPr>
              <a:xfrm>
                <a:off x="8068238" y="2830822"/>
                <a:ext cx="21228" cy="5776"/>
              </a:xfrm>
              <a:custGeom>
                <a:avLst/>
                <a:gdLst>
                  <a:gd name="connsiteX0" fmla="*/ 0 w 21228"/>
                  <a:gd name="connsiteY0" fmla="*/ 0 h 5776"/>
                  <a:gd name="connsiteX1" fmla="*/ 21228 w 21228"/>
                  <a:gd name="connsiteY1" fmla="*/ 5776 h 5776"/>
                </a:gdLst>
                <a:ahLst/>
                <a:cxnLst>
                  <a:cxn ang="0">
                    <a:pos x="connsiteX0" y="connsiteY0"/>
                  </a:cxn>
                  <a:cxn ang="0">
                    <a:pos x="connsiteX1" y="connsiteY1"/>
                  </a:cxn>
                </a:cxnLst>
                <a:rect l="l" t="t" r="r" b="b"/>
                <a:pathLst>
                  <a:path w="21228" h="5776">
                    <a:moveTo>
                      <a:pt x="0" y="0"/>
                    </a:moveTo>
                    <a:cubicBezTo>
                      <a:pt x="0" y="0"/>
                      <a:pt x="9649" y="3851"/>
                      <a:pt x="21228" y="5776"/>
                    </a:cubicBezTo>
                  </a:path>
                </a:pathLst>
              </a:custGeom>
              <a:noFill/>
              <a:ln w="6424" cap="rnd">
                <a:solidFill>
                  <a:schemeClr val="tx2"/>
                </a:solidFill>
                <a:prstDash val="solid"/>
                <a:round/>
              </a:ln>
            </p:spPr>
            <p:txBody>
              <a:bodyPr rtlCol="0" anchor="ctr"/>
              <a:lstStyle/>
              <a:p>
                <a:endParaRPr lang="pt-BR"/>
              </a:p>
            </p:txBody>
          </p:sp>
        </p:grpSp>
        <p:sp>
          <p:nvSpPr>
            <p:cNvPr id="19" name="Freeform: Shape 18">
              <a:extLst>
                <a:ext uri="{FF2B5EF4-FFF2-40B4-BE49-F238E27FC236}">
                  <a16:creationId xmlns:a16="http://schemas.microsoft.com/office/drawing/2014/main" id="{255F88A3-77EF-1927-DC87-27A7B2DA1DA0}"/>
                </a:ext>
              </a:extLst>
            </p:cNvPr>
            <p:cNvSpPr/>
            <p:nvPr/>
          </p:nvSpPr>
          <p:spPr>
            <a:xfrm>
              <a:off x="7184382" y="4221017"/>
              <a:ext cx="1252450" cy="6418"/>
            </a:xfrm>
            <a:custGeom>
              <a:avLst/>
              <a:gdLst>
                <a:gd name="connsiteX0" fmla="*/ 1252450 w 1252450"/>
                <a:gd name="connsiteY0" fmla="*/ 0 h 6418"/>
                <a:gd name="connsiteX1" fmla="*/ 0 w 1252450"/>
                <a:gd name="connsiteY1" fmla="*/ 0 h 6418"/>
              </a:gdLst>
              <a:ahLst/>
              <a:cxnLst>
                <a:cxn ang="0">
                  <a:pos x="connsiteX0" y="connsiteY0"/>
                </a:cxn>
                <a:cxn ang="0">
                  <a:pos x="connsiteX1" y="connsiteY1"/>
                </a:cxn>
              </a:cxnLst>
              <a:rect l="l" t="t" r="r" b="b"/>
              <a:pathLst>
                <a:path w="1252450" h="6418">
                  <a:moveTo>
                    <a:pt x="1252450" y="0"/>
                  </a:moveTo>
                  <a:lnTo>
                    <a:pt x="0" y="0"/>
                  </a:lnTo>
                </a:path>
              </a:pathLst>
            </a:custGeom>
            <a:ln w="19272" cap="rnd">
              <a:solidFill>
                <a:schemeClr val="accent1">
                  <a:lumMod val="20000"/>
                  <a:lumOff val="80000"/>
                </a:schemeClr>
              </a:solidFill>
              <a:prstDash val="solid"/>
              <a:round/>
            </a:ln>
          </p:spPr>
          <p:txBody>
            <a:bodyPr rtlCol="0" anchor="ctr"/>
            <a:lstStyle/>
            <a:p>
              <a:endParaRPr lang="pt-BR"/>
            </a:p>
          </p:txBody>
        </p:sp>
        <p:sp>
          <p:nvSpPr>
            <p:cNvPr id="20" name="Freeform: Shape 19">
              <a:extLst>
                <a:ext uri="{FF2B5EF4-FFF2-40B4-BE49-F238E27FC236}">
                  <a16:creationId xmlns:a16="http://schemas.microsoft.com/office/drawing/2014/main" id="{772D6212-2CF0-3A07-248B-96FD3BE6AEC9}"/>
                </a:ext>
              </a:extLst>
            </p:cNvPr>
            <p:cNvSpPr/>
            <p:nvPr/>
          </p:nvSpPr>
          <p:spPr>
            <a:xfrm>
              <a:off x="7658474" y="4090726"/>
              <a:ext cx="665142" cy="75093"/>
            </a:xfrm>
            <a:custGeom>
              <a:avLst/>
              <a:gdLst>
                <a:gd name="connsiteX0" fmla="*/ 0 w 665142"/>
                <a:gd name="connsiteY0" fmla="*/ 0 h 75093"/>
                <a:gd name="connsiteX1" fmla="*/ 9006 w 665142"/>
                <a:gd name="connsiteY1" fmla="*/ 52630 h 75093"/>
                <a:gd name="connsiteX2" fmla="*/ 665143 w 665142"/>
                <a:gd name="connsiteY2" fmla="*/ 75094 h 75093"/>
              </a:gdLst>
              <a:ahLst/>
              <a:cxnLst>
                <a:cxn ang="0">
                  <a:pos x="connsiteX0" y="connsiteY0"/>
                </a:cxn>
                <a:cxn ang="0">
                  <a:pos x="connsiteX1" y="connsiteY1"/>
                </a:cxn>
                <a:cxn ang="0">
                  <a:pos x="connsiteX2" y="connsiteY2"/>
                </a:cxn>
              </a:cxnLst>
              <a:rect l="l" t="t" r="r" b="b"/>
              <a:pathLst>
                <a:path w="665142" h="75093">
                  <a:moveTo>
                    <a:pt x="0" y="0"/>
                  </a:moveTo>
                  <a:lnTo>
                    <a:pt x="9006" y="52630"/>
                  </a:lnTo>
                  <a:lnTo>
                    <a:pt x="665143" y="75094"/>
                  </a:lnTo>
                </a:path>
              </a:pathLst>
            </a:custGeom>
            <a:noFill/>
            <a:ln w="6424" cap="rnd">
              <a:solidFill>
                <a:schemeClr val="tx2"/>
              </a:solidFill>
              <a:prstDash val="solid"/>
              <a:round/>
            </a:ln>
          </p:spPr>
          <p:txBody>
            <a:bodyPr rtlCol="0" anchor="ctr"/>
            <a:lstStyle/>
            <a:p>
              <a:endParaRPr lang="pt-BR"/>
            </a:p>
          </p:txBody>
        </p:sp>
        <p:sp>
          <p:nvSpPr>
            <p:cNvPr id="21" name="Freeform: Shape 20">
              <a:extLst>
                <a:ext uri="{FF2B5EF4-FFF2-40B4-BE49-F238E27FC236}">
                  <a16:creationId xmlns:a16="http://schemas.microsoft.com/office/drawing/2014/main" id="{90941F00-54AF-FEC4-8FA1-8D1D23099C9E}"/>
                </a:ext>
              </a:extLst>
            </p:cNvPr>
            <p:cNvSpPr/>
            <p:nvPr/>
          </p:nvSpPr>
          <p:spPr>
            <a:xfrm>
              <a:off x="7643035" y="3821801"/>
              <a:ext cx="636195" cy="146336"/>
            </a:xfrm>
            <a:custGeom>
              <a:avLst/>
              <a:gdLst>
                <a:gd name="connsiteX0" fmla="*/ 636196 w 636195"/>
                <a:gd name="connsiteY0" fmla="*/ 0 h 146336"/>
                <a:gd name="connsiteX1" fmla="*/ 0 w 636195"/>
                <a:gd name="connsiteY1" fmla="*/ 121947 h 146336"/>
                <a:gd name="connsiteX2" fmla="*/ 2573 w 636195"/>
                <a:gd name="connsiteY2" fmla="*/ 146336 h 146336"/>
              </a:gdLst>
              <a:ahLst/>
              <a:cxnLst>
                <a:cxn ang="0">
                  <a:pos x="connsiteX0" y="connsiteY0"/>
                </a:cxn>
                <a:cxn ang="0">
                  <a:pos x="connsiteX1" y="connsiteY1"/>
                </a:cxn>
                <a:cxn ang="0">
                  <a:pos x="connsiteX2" y="connsiteY2"/>
                </a:cxn>
              </a:cxnLst>
              <a:rect l="l" t="t" r="r" b="b"/>
              <a:pathLst>
                <a:path w="636195" h="146336">
                  <a:moveTo>
                    <a:pt x="636196" y="0"/>
                  </a:moveTo>
                  <a:lnTo>
                    <a:pt x="0" y="121947"/>
                  </a:lnTo>
                  <a:lnTo>
                    <a:pt x="2573" y="146336"/>
                  </a:lnTo>
                </a:path>
              </a:pathLst>
            </a:custGeom>
            <a:noFill/>
            <a:ln w="6424" cap="rnd">
              <a:solidFill>
                <a:schemeClr val="tx2"/>
              </a:solidFill>
              <a:prstDash val="solid"/>
              <a:round/>
            </a:ln>
          </p:spPr>
          <p:txBody>
            <a:bodyPr rtlCol="0" anchor="ctr"/>
            <a:lstStyle/>
            <a:p>
              <a:endParaRPr lang="pt-BR"/>
            </a:p>
          </p:txBody>
        </p:sp>
        <p:sp>
          <p:nvSpPr>
            <p:cNvPr id="22" name="Freeform: Shape 21">
              <a:extLst>
                <a:ext uri="{FF2B5EF4-FFF2-40B4-BE49-F238E27FC236}">
                  <a16:creationId xmlns:a16="http://schemas.microsoft.com/office/drawing/2014/main" id="{C628FFCD-6B68-12B9-9F48-3AEFE003061F}"/>
                </a:ext>
              </a:extLst>
            </p:cNvPr>
            <p:cNvSpPr/>
            <p:nvPr/>
          </p:nvSpPr>
          <p:spPr>
            <a:xfrm>
              <a:off x="8202682" y="3538114"/>
              <a:ext cx="63683" cy="157247"/>
            </a:xfrm>
            <a:custGeom>
              <a:avLst/>
              <a:gdLst>
                <a:gd name="connsiteX0" fmla="*/ 0 w 63683"/>
                <a:gd name="connsiteY0" fmla="*/ 0 h 157247"/>
                <a:gd name="connsiteX1" fmla="*/ 63684 w 63683"/>
                <a:gd name="connsiteY1" fmla="*/ 157247 h 157247"/>
              </a:gdLst>
              <a:ahLst/>
              <a:cxnLst>
                <a:cxn ang="0">
                  <a:pos x="connsiteX0" y="connsiteY0"/>
                </a:cxn>
                <a:cxn ang="0">
                  <a:pos x="connsiteX1" y="connsiteY1"/>
                </a:cxn>
              </a:cxnLst>
              <a:rect l="l" t="t" r="r" b="b"/>
              <a:pathLst>
                <a:path w="63683" h="157247">
                  <a:moveTo>
                    <a:pt x="0" y="0"/>
                  </a:moveTo>
                  <a:lnTo>
                    <a:pt x="63684" y="157247"/>
                  </a:lnTo>
                </a:path>
              </a:pathLst>
            </a:custGeom>
            <a:ln w="6424" cap="rnd">
              <a:solidFill>
                <a:schemeClr val="tx2"/>
              </a:solidFill>
              <a:prstDash val="solid"/>
              <a:round/>
            </a:ln>
          </p:spPr>
          <p:txBody>
            <a:bodyPr rtlCol="0" anchor="ctr"/>
            <a:lstStyle/>
            <a:p>
              <a:endParaRPr lang="pt-BR"/>
            </a:p>
          </p:txBody>
        </p:sp>
        <p:sp>
          <p:nvSpPr>
            <p:cNvPr id="23" name="Freeform: Shape 22">
              <a:extLst>
                <a:ext uri="{FF2B5EF4-FFF2-40B4-BE49-F238E27FC236}">
                  <a16:creationId xmlns:a16="http://schemas.microsoft.com/office/drawing/2014/main" id="{CD279E1A-30AC-F918-3971-64BB466181B9}"/>
                </a:ext>
              </a:extLst>
            </p:cNvPr>
            <p:cNvSpPr/>
            <p:nvPr/>
          </p:nvSpPr>
          <p:spPr>
            <a:xfrm>
              <a:off x="7460346" y="3573414"/>
              <a:ext cx="56607" cy="89855"/>
            </a:xfrm>
            <a:custGeom>
              <a:avLst/>
              <a:gdLst>
                <a:gd name="connsiteX0" fmla="*/ 56608 w 56607"/>
                <a:gd name="connsiteY0" fmla="*/ 0 h 89855"/>
                <a:gd name="connsiteX1" fmla="*/ 0 w 56607"/>
                <a:gd name="connsiteY1" fmla="*/ 89856 h 89855"/>
              </a:gdLst>
              <a:ahLst/>
              <a:cxnLst>
                <a:cxn ang="0">
                  <a:pos x="connsiteX0" y="connsiteY0"/>
                </a:cxn>
                <a:cxn ang="0">
                  <a:pos x="connsiteX1" y="connsiteY1"/>
                </a:cxn>
              </a:cxnLst>
              <a:rect l="l" t="t" r="r" b="b"/>
              <a:pathLst>
                <a:path w="56607" h="89855">
                  <a:moveTo>
                    <a:pt x="56608" y="0"/>
                  </a:moveTo>
                  <a:lnTo>
                    <a:pt x="0" y="89856"/>
                  </a:lnTo>
                </a:path>
              </a:pathLst>
            </a:custGeom>
            <a:ln w="6424" cap="rnd">
              <a:solidFill>
                <a:schemeClr val="tx2"/>
              </a:solidFill>
              <a:prstDash val="solid"/>
              <a:round/>
            </a:ln>
          </p:spPr>
          <p:txBody>
            <a:bodyPr rtlCol="0" anchor="ctr"/>
            <a:lstStyle/>
            <a:p>
              <a:endParaRPr lang="pt-BR"/>
            </a:p>
          </p:txBody>
        </p:sp>
      </p:grpSp>
      <p:sp>
        <p:nvSpPr>
          <p:cNvPr id="2" name="Rectangle 1" title="0">
            <a:extLst>
              <a:ext uri="{FF2B5EF4-FFF2-40B4-BE49-F238E27FC236}">
                <a16:creationId xmlns:a16="http://schemas.microsoft.com/office/drawing/2014/main" id="{8C9B14F2-3422-62BB-B5E8-04CF30FF6C61}"/>
              </a:ext>
            </a:extLst>
          </p:cNvPr>
          <p:cNvSpPr/>
          <p:nvPr/>
        </p:nvSpPr>
        <p:spPr>
          <a:xfrm>
            <a:off x="162722" y="255826"/>
            <a:ext cx="4517434" cy="4465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8987" rtl="0" eaLnBrk="1" fontAlgn="auto" latinLnBrk="0" hangingPunct="1">
              <a:lnSpc>
                <a:spcPct val="100000"/>
              </a:lnSpc>
              <a:spcBef>
                <a:spcPct val="0"/>
              </a:spcBef>
              <a:spcAft>
                <a:spcPts val="0"/>
              </a:spcAft>
              <a:buClrTx/>
              <a:buSzTx/>
              <a:buFontTx/>
              <a:buNone/>
              <a:tabLst/>
              <a:defRPr/>
            </a:pPr>
            <a:r>
              <a:rPr lang="en-GB" sz="2800" b="1" dirty="0">
                <a:solidFill>
                  <a:schemeClr val="bg1"/>
                </a:solidFill>
                <a:latin typeface="Cooper Black" pitchFamily="18" charset="0"/>
                <a:ea typeface="Segoe UI Black" panose="020B0A02040204020203" pitchFamily="34" charset="0"/>
                <a:cs typeface="+mj-cs"/>
              </a:rPr>
              <a:t>What do we do today</a:t>
            </a:r>
            <a:endParaRPr kumimoji="0" lang="en-GB" sz="2800" b="1" i="0" u="none" strike="noStrike" kern="1200" cap="none" spc="0" normalizeH="0" baseline="0" noProof="0" dirty="0">
              <a:ln>
                <a:noFill/>
              </a:ln>
              <a:solidFill>
                <a:schemeClr val="bg1"/>
              </a:solidFill>
              <a:effectLst/>
              <a:uLnTx/>
              <a:uFillTx/>
              <a:latin typeface="Cooper Black" pitchFamily="18" charset="0"/>
              <a:ea typeface="Segoe UI Black" panose="020B0A02040204020203" pitchFamily="34" charset="0"/>
              <a:cs typeface="+mj-cs"/>
            </a:endParaRPr>
          </a:p>
        </p:txBody>
      </p:sp>
      <p:pic>
        <p:nvPicPr>
          <p:cNvPr id="3" name="Picture 2">
            <a:extLst>
              <a:ext uri="{FF2B5EF4-FFF2-40B4-BE49-F238E27FC236}">
                <a16:creationId xmlns:a16="http://schemas.microsoft.com/office/drawing/2014/main" id="{4C6056B1-4A18-9A43-EB9E-B8C490E5D503}"/>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505963" y="0"/>
            <a:ext cx="660427" cy="652307"/>
          </a:xfrm>
          <a:prstGeom prst="rect">
            <a:avLst/>
          </a:prstGeom>
        </p:spPr>
      </p:pic>
      <p:pic>
        <p:nvPicPr>
          <p:cNvPr id="4" name="Picture 3">
            <a:extLst>
              <a:ext uri="{FF2B5EF4-FFF2-40B4-BE49-F238E27FC236}">
                <a16:creationId xmlns:a16="http://schemas.microsoft.com/office/drawing/2014/main" id="{E68F40BB-2BE8-86F4-EEED-5BC062E94D26}"/>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997" y="4745549"/>
            <a:ext cx="402905" cy="397951"/>
          </a:xfrm>
          <a:prstGeom prst="rect">
            <a:avLst/>
          </a:prstGeom>
        </p:spPr>
      </p:pic>
      <p:sp>
        <p:nvSpPr>
          <p:cNvPr id="5" name="TextBox 4">
            <a:extLst>
              <a:ext uri="{FF2B5EF4-FFF2-40B4-BE49-F238E27FC236}">
                <a16:creationId xmlns:a16="http://schemas.microsoft.com/office/drawing/2014/main" id="{67B90880-BBE1-77E3-41E2-F12A5ED7DA98}"/>
              </a:ext>
            </a:extLst>
          </p:cNvPr>
          <p:cNvSpPr txBox="1"/>
          <p:nvPr/>
        </p:nvSpPr>
        <p:spPr>
          <a:xfrm>
            <a:off x="5982361" y="4844415"/>
            <a:ext cx="2978878" cy="276999"/>
          </a:xfrm>
          <a:prstGeom prst="rect">
            <a:avLst/>
          </a:prstGeom>
          <a:noFill/>
        </p:spPr>
        <p:txBody>
          <a:bodyPr wrap="square">
            <a:spAutoFit/>
          </a:bodyPr>
          <a:lstStyle/>
          <a:p>
            <a:pPr algn="ctr"/>
            <a:r>
              <a:rPr lang="en-US" sz="1200" dirty="0">
                <a:solidFill>
                  <a:srgbClr val="FFC000"/>
                </a:solidFill>
                <a:effectLst>
                  <a:outerShdw blurRad="38100" dist="38100" dir="2700000" algn="tl">
                    <a:srgbClr val="000000">
                      <a:alpha val="43137"/>
                    </a:srgbClr>
                  </a:outerShdw>
                </a:effectLst>
                <a:latin typeface="Cooper Black" panose="0208090404030B020404" pitchFamily="18" charset="0"/>
              </a:rPr>
              <a:t>www.anubhavtrainings.com</a:t>
            </a:r>
          </a:p>
        </p:txBody>
      </p:sp>
      <p:sp>
        <p:nvSpPr>
          <p:cNvPr id="6" name="Rectangle 5">
            <a:extLst>
              <a:ext uri="{FF2B5EF4-FFF2-40B4-BE49-F238E27FC236}">
                <a16:creationId xmlns:a16="http://schemas.microsoft.com/office/drawing/2014/main" id="{343C2D11-9004-82EF-8E22-7814E0C8990E}"/>
              </a:ext>
            </a:extLst>
          </p:cNvPr>
          <p:cNvSpPr/>
          <p:nvPr/>
        </p:nvSpPr>
        <p:spPr>
          <a:xfrm>
            <a:off x="2209610" y="1270527"/>
            <a:ext cx="2992040" cy="6796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sz="1400" b="1" dirty="0">
                <a:solidFill>
                  <a:schemeClr val="bg1"/>
                </a:solidFill>
                <a:latin typeface="Arial" panose="020B0604020202020204" pitchFamily="34" charset="0"/>
                <a:cs typeface="Arial" panose="020B0604020202020204" pitchFamily="34" charset="0"/>
              </a:rPr>
              <a:t>01 Launch Dev Tools</a:t>
            </a:r>
          </a:p>
          <a:p>
            <a:pPr algn="ctr"/>
            <a:r>
              <a:rPr lang="en-US" sz="1200" dirty="0">
                <a:solidFill>
                  <a:schemeClr val="bg1"/>
                </a:solidFill>
                <a:latin typeface="Arial" panose="020B0604020202020204" pitchFamily="34" charset="0"/>
                <a:cs typeface="Arial" panose="020B0604020202020204" pitchFamily="34" charset="0"/>
              </a:rPr>
              <a:t>Start Business Application Studio in BTP</a:t>
            </a:r>
            <a:endParaRPr lang="en-IN" sz="1200" dirty="0">
              <a:solidFill>
                <a:schemeClr val="bg1"/>
              </a:solidFill>
              <a:latin typeface="Arial" panose="020B0604020202020204" pitchFamily="34" charset="0"/>
              <a:cs typeface="Arial" panose="020B0604020202020204" pitchFamily="34" charset="0"/>
            </a:endParaRPr>
          </a:p>
        </p:txBody>
      </p:sp>
      <p:cxnSp>
        <p:nvCxnSpPr>
          <p:cNvPr id="9" name="Straight Arrow Connector 8" title="0">
            <a:extLst>
              <a:ext uri="{FF2B5EF4-FFF2-40B4-BE49-F238E27FC236}">
                <a16:creationId xmlns:a16="http://schemas.microsoft.com/office/drawing/2014/main" id="{35F39878-29D6-8CCB-21A3-7E096F256F6F}"/>
              </a:ext>
            </a:extLst>
          </p:cNvPr>
          <p:cNvCxnSpPr>
            <a:cxnSpLocks/>
          </p:cNvCxnSpPr>
          <p:nvPr/>
        </p:nvCxnSpPr>
        <p:spPr>
          <a:xfrm>
            <a:off x="33955" y="2714984"/>
            <a:ext cx="266700" cy="0"/>
          </a:xfrm>
          <a:prstGeom prst="straightConnector1">
            <a:avLst/>
          </a:prstGeom>
          <a:ln w="539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title="0">
            <a:extLst>
              <a:ext uri="{FF2B5EF4-FFF2-40B4-BE49-F238E27FC236}">
                <a16:creationId xmlns:a16="http://schemas.microsoft.com/office/drawing/2014/main" id="{3FF1CF4D-FA48-87F8-F014-A2CD4FD0F225}"/>
              </a:ext>
            </a:extLst>
          </p:cNvPr>
          <p:cNvCxnSpPr/>
          <p:nvPr/>
        </p:nvCxnSpPr>
        <p:spPr>
          <a:xfrm>
            <a:off x="3515130" y="4111201"/>
            <a:ext cx="381000" cy="0"/>
          </a:xfrm>
          <a:prstGeom prst="straightConnector1">
            <a:avLst/>
          </a:prstGeom>
          <a:ln w="539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title="0">
            <a:extLst>
              <a:ext uri="{FF2B5EF4-FFF2-40B4-BE49-F238E27FC236}">
                <a16:creationId xmlns:a16="http://schemas.microsoft.com/office/drawing/2014/main" id="{3AFDA68B-5D46-D696-D56F-F8D85779C1C5}"/>
              </a:ext>
            </a:extLst>
          </p:cNvPr>
          <p:cNvCxnSpPr/>
          <p:nvPr/>
        </p:nvCxnSpPr>
        <p:spPr>
          <a:xfrm>
            <a:off x="3528467" y="2698673"/>
            <a:ext cx="381000" cy="0"/>
          </a:xfrm>
          <a:prstGeom prst="straightConnector1">
            <a:avLst/>
          </a:prstGeom>
          <a:ln w="539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title="0">
            <a:extLst>
              <a:ext uri="{FF2B5EF4-FFF2-40B4-BE49-F238E27FC236}">
                <a16:creationId xmlns:a16="http://schemas.microsoft.com/office/drawing/2014/main" id="{CAD9DE24-B787-C51F-8A4F-071073A0CC47}"/>
              </a:ext>
            </a:extLst>
          </p:cNvPr>
          <p:cNvCxnSpPr>
            <a:cxnSpLocks/>
          </p:cNvCxnSpPr>
          <p:nvPr/>
        </p:nvCxnSpPr>
        <p:spPr>
          <a:xfrm>
            <a:off x="1295400" y="1605293"/>
            <a:ext cx="609600" cy="0"/>
          </a:xfrm>
          <a:prstGeom prst="straightConnector1">
            <a:avLst/>
          </a:prstGeom>
          <a:ln w="539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CAEF68E5-0D8D-D49D-4E76-E2CD1D0BF050}"/>
              </a:ext>
            </a:extLst>
          </p:cNvPr>
          <p:cNvSpPr/>
          <p:nvPr/>
        </p:nvSpPr>
        <p:spPr>
          <a:xfrm>
            <a:off x="3998795" y="3787905"/>
            <a:ext cx="2992040" cy="6796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lvl="0" algn="ctr"/>
            <a:endParaRPr lang="en-IN" sz="1200" dirty="0">
              <a:solidFill>
                <a:schemeClr val="bg1"/>
              </a:solidFill>
              <a:latin typeface="Arial" panose="020B0604020202020204" pitchFamily="34" charset="0"/>
              <a:cs typeface="Arial" panose="020B0604020202020204" pitchFamily="34" charset="0"/>
            </a:endParaRPr>
          </a:p>
          <a:p>
            <a:pPr lvl="0" algn="ctr"/>
            <a:r>
              <a:rPr lang="en-IN" sz="1400" b="1" dirty="0">
                <a:solidFill>
                  <a:schemeClr val="bg1"/>
                </a:solidFill>
                <a:latin typeface="Arial" panose="020B0604020202020204" pitchFamily="34" charset="0"/>
                <a:cs typeface="Arial" panose="020B0604020202020204" pitchFamily="34" charset="0"/>
              </a:rPr>
              <a:t>05 Run In Browser</a:t>
            </a:r>
          </a:p>
          <a:p>
            <a:pPr algn="ctr"/>
            <a:r>
              <a:rPr lang="en-US" sz="1200" dirty="0">
                <a:solidFill>
                  <a:schemeClr val="bg1"/>
                </a:solidFill>
                <a:latin typeface="Arial" panose="020B0604020202020204" pitchFamily="34" charset="0"/>
                <a:cs typeface="Arial" panose="020B0604020202020204" pitchFamily="34" charset="0"/>
              </a:rPr>
              <a:t>Run the Application in the browser</a:t>
            </a:r>
            <a:endParaRPr lang="en-IN" sz="1200" dirty="0">
              <a:solidFill>
                <a:schemeClr val="bg1"/>
              </a:solidFill>
              <a:latin typeface="Arial" panose="020B0604020202020204" pitchFamily="34" charset="0"/>
              <a:cs typeface="Arial" panose="020B0604020202020204" pitchFamily="34" charset="0"/>
            </a:endParaRPr>
          </a:p>
          <a:p>
            <a:pPr algn="ctr"/>
            <a:endParaRPr lang="en-IN" sz="1200" dirty="0">
              <a:solidFill>
                <a:schemeClr val="bg1"/>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86BCAB3A-A82F-6DBF-A6A4-3FE0C4FB4E39}"/>
              </a:ext>
            </a:extLst>
          </p:cNvPr>
          <p:cNvSpPr/>
          <p:nvPr/>
        </p:nvSpPr>
        <p:spPr>
          <a:xfrm>
            <a:off x="310200" y="3787905"/>
            <a:ext cx="2992040" cy="6796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lvl="0" algn="ctr"/>
            <a:r>
              <a:rPr lang="en-IN" sz="1400" b="1" dirty="0">
                <a:solidFill>
                  <a:schemeClr val="bg1"/>
                </a:solidFill>
                <a:latin typeface="Arial" panose="020B0604020202020204" pitchFamily="34" charset="0"/>
                <a:cs typeface="Arial" panose="020B0604020202020204" pitchFamily="34" charset="0"/>
              </a:rPr>
              <a:t>04 Test Our App</a:t>
            </a:r>
          </a:p>
          <a:p>
            <a:pPr algn="ctr"/>
            <a:r>
              <a:rPr lang="en-US" sz="1200" dirty="0">
                <a:solidFill>
                  <a:schemeClr val="bg1"/>
                </a:solidFill>
                <a:latin typeface="Arial" panose="020B0604020202020204" pitchFamily="34" charset="0"/>
                <a:cs typeface="Arial" panose="020B0604020202020204" pitchFamily="34" charset="0"/>
              </a:rPr>
              <a:t>Run the App preview in BAS</a:t>
            </a:r>
            <a:endParaRPr lang="en-IN" sz="1200" dirty="0">
              <a:solidFill>
                <a:schemeClr val="bg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10E3155D-3A06-9577-81F1-962203CEA8B5}"/>
              </a:ext>
            </a:extLst>
          </p:cNvPr>
          <p:cNvSpPr/>
          <p:nvPr/>
        </p:nvSpPr>
        <p:spPr>
          <a:xfrm>
            <a:off x="310200" y="2359309"/>
            <a:ext cx="2992040" cy="6796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IN" sz="1400" b="1" dirty="0">
                <a:solidFill>
                  <a:schemeClr val="bg1"/>
                </a:solidFill>
                <a:latin typeface="Arial" panose="020B0604020202020204" pitchFamily="34" charset="0"/>
                <a:cs typeface="Arial" panose="020B0604020202020204" pitchFamily="34" charset="0"/>
              </a:rPr>
              <a:t>02 Create project</a:t>
            </a:r>
          </a:p>
          <a:p>
            <a:pPr algn="ctr"/>
            <a:r>
              <a:rPr lang="en-IN" sz="1200" dirty="0">
                <a:solidFill>
                  <a:schemeClr val="bg1"/>
                </a:solidFill>
                <a:latin typeface="Arial" panose="020B0604020202020204" pitchFamily="34" charset="0"/>
                <a:cs typeface="Arial" panose="020B0604020202020204" pitchFamily="34" charset="0"/>
              </a:rPr>
              <a:t>Create New UI5 Project</a:t>
            </a:r>
          </a:p>
        </p:txBody>
      </p:sp>
      <p:sp>
        <p:nvSpPr>
          <p:cNvPr id="38" name="Rectangle 37">
            <a:extLst>
              <a:ext uri="{FF2B5EF4-FFF2-40B4-BE49-F238E27FC236}">
                <a16:creationId xmlns:a16="http://schemas.microsoft.com/office/drawing/2014/main" id="{733A06AA-9F8E-2B9F-97DF-F3816FDE23EA}"/>
              </a:ext>
            </a:extLst>
          </p:cNvPr>
          <p:cNvSpPr/>
          <p:nvPr/>
        </p:nvSpPr>
        <p:spPr>
          <a:xfrm>
            <a:off x="3993194" y="2365656"/>
            <a:ext cx="2992040" cy="6796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IN" sz="1400" b="1" dirty="0">
                <a:solidFill>
                  <a:schemeClr val="bg1"/>
                </a:solidFill>
                <a:latin typeface="Arial" panose="020B0604020202020204" pitchFamily="34" charset="0"/>
                <a:cs typeface="Arial" panose="020B0604020202020204" pitchFamily="34" charset="0"/>
              </a:rPr>
              <a:t>03 MVC Architecture</a:t>
            </a:r>
          </a:p>
          <a:p>
            <a:pPr algn="ctr"/>
            <a:r>
              <a:rPr lang="en-IN" sz="1200" dirty="0">
                <a:solidFill>
                  <a:schemeClr val="bg1"/>
                </a:solidFill>
                <a:latin typeface="Arial" panose="020B0604020202020204" pitchFamily="34" charset="0"/>
                <a:cs typeface="Arial" panose="020B0604020202020204" pitchFamily="34" charset="0"/>
              </a:rPr>
              <a:t>Model, View, Controller</a:t>
            </a:r>
          </a:p>
        </p:txBody>
      </p:sp>
      <p:cxnSp>
        <p:nvCxnSpPr>
          <p:cNvPr id="99" name="Straight Arrow Connector 98" title="0">
            <a:extLst>
              <a:ext uri="{FF2B5EF4-FFF2-40B4-BE49-F238E27FC236}">
                <a16:creationId xmlns:a16="http://schemas.microsoft.com/office/drawing/2014/main" id="{408A7D37-B6DB-2F98-05E2-EB2466BBF4F9}"/>
              </a:ext>
            </a:extLst>
          </p:cNvPr>
          <p:cNvCxnSpPr>
            <a:cxnSpLocks/>
          </p:cNvCxnSpPr>
          <p:nvPr/>
        </p:nvCxnSpPr>
        <p:spPr>
          <a:xfrm>
            <a:off x="29372" y="4134451"/>
            <a:ext cx="266700" cy="0"/>
          </a:xfrm>
          <a:prstGeom prst="straightConnector1">
            <a:avLst/>
          </a:prstGeom>
          <a:ln w="539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6BF600D1-B23A-DE0E-4FC3-C21319FA083A}"/>
              </a:ext>
            </a:extLst>
          </p:cNvPr>
          <p:cNvSpPr txBox="1"/>
          <p:nvPr/>
        </p:nvSpPr>
        <p:spPr>
          <a:xfrm>
            <a:off x="8915400" y="4881890"/>
            <a:ext cx="152400" cy="261610"/>
          </a:xfrm>
          <a:prstGeom prst="rect">
            <a:avLst/>
          </a:prstGeom>
          <a:noFill/>
        </p:spPr>
        <p:txBody>
          <a:bodyPr wrap="square" rtlCol="0">
            <a:spAutoFit/>
          </a:bodyPr>
          <a:lstStyle/>
          <a:p>
            <a:r>
              <a:rPr lang="en-IN" sz="1100" dirty="0">
                <a:solidFill>
                  <a:schemeClr val="tx2">
                    <a:lumMod val="40000"/>
                    <a:lumOff val="60000"/>
                  </a:schemeClr>
                </a:solidFill>
              </a:rPr>
              <a:t>6</a:t>
            </a:r>
          </a:p>
        </p:txBody>
      </p:sp>
    </p:spTree>
    <p:extLst>
      <p:ext uri="{BB962C8B-B14F-4D97-AF65-F5344CB8AC3E}">
        <p14:creationId xmlns:p14="http://schemas.microsoft.com/office/powerpoint/2010/main" val="1980232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877AF-8CE6-E6EA-7C45-85F2CE60CBEB}"/>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102048D5-771C-F6EB-3AE3-97625233940E}"/>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What is SAP UI5</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BA3BCBE-A74A-47EC-2B12-681700910630}"/>
              </a:ext>
            </a:extLst>
          </p:cNvPr>
          <p:cNvSpPr txBox="1"/>
          <p:nvPr/>
        </p:nvSpPr>
        <p:spPr>
          <a:xfrm>
            <a:off x="134426" y="490759"/>
            <a:ext cx="8615133" cy="1754310"/>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SAP UI5 is a </a:t>
            </a:r>
            <a:r>
              <a:rPr lang="en-IN" sz="1350" b="1" dirty="0">
                <a:latin typeface="Amasis MT Pro" panose="02040504050005020304" pitchFamily="18" charset="0"/>
              </a:rPr>
              <a:t>framework</a:t>
            </a:r>
            <a:r>
              <a:rPr lang="en-IN" sz="1350" dirty="0">
                <a:latin typeface="Amasis MT Pro" panose="02040504050005020304" pitchFamily="18" charset="0"/>
              </a:rPr>
              <a:t> to develop </a:t>
            </a:r>
            <a:r>
              <a:rPr lang="en-IN" sz="1350" b="1" dirty="0">
                <a:latin typeface="Amasis MT Pro" panose="02040504050005020304" pitchFamily="18" charset="0"/>
              </a:rPr>
              <a:t>responsive </a:t>
            </a:r>
            <a:r>
              <a:rPr lang="en-IN" sz="1350" dirty="0">
                <a:latin typeface="Amasis MT Pro" panose="02040504050005020304" pitchFamily="18" charset="0"/>
              </a:rPr>
              <a:t>web applications which can run on any device, any platform and any browser.</a:t>
            </a:r>
          </a:p>
          <a:p>
            <a:endParaRPr lang="en-IN" sz="1350" dirty="0">
              <a:latin typeface="Amasis MT Pro" panose="02040504050005020304" pitchFamily="18" charset="0"/>
            </a:endParaRPr>
          </a:p>
          <a:p>
            <a:r>
              <a:rPr lang="en-IN" sz="1350" dirty="0">
                <a:latin typeface="Amasis MT Pro" panose="02040504050005020304" pitchFamily="18" charset="0"/>
              </a:rPr>
              <a:t>Framework – Collection of libraries</a:t>
            </a:r>
          </a:p>
          <a:p>
            <a:r>
              <a:rPr lang="en-IN" sz="1350" dirty="0">
                <a:latin typeface="Amasis MT Pro" panose="02040504050005020304" pitchFamily="18" charset="0"/>
              </a:rPr>
              <a:t>Library – Collection of classes</a:t>
            </a:r>
          </a:p>
          <a:p>
            <a:r>
              <a:rPr lang="en-IN" sz="1350" dirty="0">
                <a:latin typeface="Amasis MT Pro" panose="02040504050005020304" pitchFamily="18" charset="0"/>
              </a:rPr>
              <a:t>Class – Class is a Collection of Methods, Attributes, Events etc.</a:t>
            </a:r>
          </a:p>
          <a:p>
            <a:endParaRPr lang="en-IN" sz="1350" dirty="0">
              <a:latin typeface="Amasis MT Pro" panose="02040504050005020304" pitchFamily="18" charset="0"/>
            </a:endParaRPr>
          </a:p>
          <a:p>
            <a:r>
              <a:rPr lang="en-IN" sz="1350" dirty="0">
                <a:latin typeface="Amasis MT Pro" panose="02040504050005020304" pitchFamily="18" charset="0"/>
              </a:rPr>
              <a:t>Responsive – An application which adapt itself according to the device automatically.</a:t>
            </a:r>
          </a:p>
        </p:txBody>
      </p:sp>
      <p:sp>
        <p:nvSpPr>
          <p:cNvPr id="4" name="TextBox 3">
            <a:extLst>
              <a:ext uri="{FF2B5EF4-FFF2-40B4-BE49-F238E27FC236}">
                <a16:creationId xmlns:a16="http://schemas.microsoft.com/office/drawing/2014/main" id="{80BC1646-C62B-D758-66DA-46C8C85B120C}"/>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E7938805-7FD6-24B8-3E6D-A152D6363BDB}"/>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DB2CC54D-6BE7-F5F9-B895-E19EC5DBE409}"/>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Smiley Face 6">
            <a:extLst>
              <a:ext uri="{FF2B5EF4-FFF2-40B4-BE49-F238E27FC236}">
                <a16:creationId xmlns:a16="http://schemas.microsoft.com/office/drawing/2014/main" id="{FC9C62B7-9BE5-9049-5D56-DE6F7D5C6C40}"/>
              </a:ext>
            </a:extLst>
          </p:cNvPr>
          <p:cNvSpPr/>
          <p:nvPr/>
        </p:nvSpPr>
        <p:spPr>
          <a:xfrm>
            <a:off x="457200" y="3219450"/>
            <a:ext cx="381000" cy="38100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1C5389EC-DF33-DCD4-1217-9B6608AB8291}"/>
              </a:ext>
            </a:extLst>
          </p:cNvPr>
          <p:cNvSpPr/>
          <p:nvPr/>
        </p:nvSpPr>
        <p:spPr>
          <a:xfrm>
            <a:off x="1667559" y="3028950"/>
            <a:ext cx="1981200" cy="762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BAS / VS Code</a:t>
            </a:r>
          </a:p>
        </p:txBody>
      </p:sp>
      <p:cxnSp>
        <p:nvCxnSpPr>
          <p:cNvPr id="10" name="Straight Arrow Connector 9">
            <a:extLst>
              <a:ext uri="{FF2B5EF4-FFF2-40B4-BE49-F238E27FC236}">
                <a16:creationId xmlns:a16="http://schemas.microsoft.com/office/drawing/2014/main" id="{A9F7CE4E-95E3-4EEA-31F8-3CD4287E9B48}"/>
              </a:ext>
            </a:extLst>
          </p:cNvPr>
          <p:cNvCxnSpPr>
            <a:stCxn id="7" idx="6"/>
            <a:endCxn id="8" idx="1"/>
          </p:cNvCxnSpPr>
          <p:nvPr/>
        </p:nvCxnSpPr>
        <p:spPr>
          <a:xfrm>
            <a:off x="838200" y="3409950"/>
            <a:ext cx="8293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242C12E-1149-E789-6184-CE5F4F62B5BA}"/>
              </a:ext>
            </a:extLst>
          </p:cNvPr>
          <p:cNvSpPr/>
          <p:nvPr/>
        </p:nvSpPr>
        <p:spPr>
          <a:xfrm>
            <a:off x="5410200" y="2343150"/>
            <a:ext cx="1981200" cy="5552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Controller</a:t>
            </a:r>
          </a:p>
          <a:p>
            <a:pPr algn="ctr"/>
            <a:r>
              <a:rPr lang="en-IN" dirty="0"/>
              <a:t>(processing)</a:t>
            </a:r>
          </a:p>
        </p:txBody>
      </p:sp>
      <p:sp>
        <p:nvSpPr>
          <p:cNvPr id="13" name="Rectangle 12">
            <a:extLst>
              <a:ext uri="{FF2B5EF4-FFF2-40B4-BE49-F238E27FC236}">
                <a16:creationId xmlns:a16="http://schemas.microsoft.com/office/drawing/2014/main" id="{02478EBD-0218-00AF-BC91-567EA68A405C}"/>
              </a:ext>
            </a:extLst>
          </p:cNvPr>
          <p:cNvSpPr/>
          <p:nvPr/>
        </p:nvSpPr>
        <p:spPr>
          <a:xfrm>
            <a:off x="4114800" y="3704109"/>
            <a:ext cx="1981200" cy="5552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View - IO</a:t>
            </a:r>
          </a:p>
        </p:txBody>
      </p:sp>
      <p:sp>
        <p:nvSpPr>
          <p:cNvPr id="14" name="Rectangle 13">
            <a:extLst>
              <a:ext uri="{FF2B5EF4-FFF2-40B4-BE49-F238E27FC236}">
                <a16:creationId xmlns:a16="http://schemas.microsoft.com/office/drawing/2014/main" id="{A87DBA9F-F4A6-1ED1-831E-8BA81A819668}"/>
              </a:ext>
            </a:extLst>
          </p:cNvPr>
          <p:cNvSpPr/>
          <p:nvPr/>
        </p:nvSpPr>
        <p:spPr>
          <a:xfrm>
            <a:off x="7010400" y="3704023"/>
            <a:ext cx="1981200" cy="5552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Model (data)</a:t>
            </a:r>
          </a:p>
        </p:txBody>
      </p:sp>
      <p:sp>
        <p:nvSpPr>
          <p:cNvPr id="15" name="Smiley Face 14">
            <a:extLst>
              <a:ext uri="{FF2B5EF4-FFF2-40B4-BE49-F238E27FC236}">
                <a16:creationId xmlns:a16="http://schemas.microsoft.com/office/drawing/2014/main" id="{56C309B7-D221-A1A8-C597-2C6FAAED4850}"/>
              </a:ext>
            </a:extLst>
          </p:cNvPr>
          <p:cNvSpPr/>
          <p:nvPr/>
        </p:nvSpPr>
        <p:spPr>
          <a:xfrm>
            <a:off x="4914900" y="4705350"/>
            <a:ext cx="381000" cy="30480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Down 15">
            <a:extLst>
              <a:ext uri="{FF2B5EF4-FFF2-40B4-BE49-F238E27FC236}">
                <a16:creationId xmlns:a16="http://schemas.microsoft.com/office/drawing/2014/main" id="{8A0BA4E7-EF64-E79C-92D1-3E2090C7FB0E}"/>
              </a:ext>
            </a:extLst>
          </p:cNvPr>
          <p:cNvSpPr/>
          <p:nvPr/>
        </p:nvSpPr>
        <p:spPr>
          <a:xfrm rot="10800000">
            <a:off x="5029200" y="4283424"/>
            <a:ext cx="152400" cy="381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Connector: Elbow 17">
            <a:extLst>
              <a:ext uri="{FF2B5EF4-FFF2-40B4-BE49-F238E27FC236}">
                <a16:creationId xmlns:a16="http://schemas.microsoft.com/office/drawing/2014/main" id="{E8A1C410-C1F9-08EB-F6CF-1071E0DEE216}"/>
              </a:ext>
            </a:extLst>
          </p:cNvPr>
          <p:cNvCxnSpPr>
            <a:endCxn id="12" idx="1"/>
          </p:cNvCxnSpPr>
          <p:nvPr/>
        </p:nvCxnSpPr>
        <p:spPr>
          <a:xfrm rot="5400000" flipH="1" flipV="1">
            <a:off x="4373284" y="2667107"/>
            <a:ext cx="1083232" cy="9906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9A92766-A5AB-9B1F-8D06-D68EBE1532D1}"/>
              </a:ext>
            </a:extLst>
          </p:cNvPr>
          <p:cNvSpPr txBox="1"/>
          <p:nvPr/>
        </p:nvSpPr>
        <p:spPr>
          <a:xfrm>
            <a:off x="4441992" y="2419350"/>
            <a:ext cx="853908" cy="261610"/>
          </a:xfrm>
          <a:prstGeom prst="rect">
            <a:avLst/>
          </a:prstGeom>
          <a:noFill/>
        </p:spPr>
        <p:txBody>
          <a:bodyPr wrap="square" rtlCol="0">
            <a:spAutoFit/>
          </a:bodyPr>
          <a:lstStyle/>
          <a:p>
            <a:r>
              <a:rPr lang="en-IN" sz="1100" b="1" dirty="0"/>
              <a:t>event</a:t>
            </a:r>
          </a:p>
        </p:txBody>
      </p:sp>
      <p:sp>
        <p:nvSpPr>
          <p:cNvPr id="20" name="TextBox 19">
            <a:extLst>
              <a:ext uri="{FF2B5EF4-FFF2-40B4-BE49-F238E27FC236}">
                <a16:creationId xmlns:a16="http://schemas.microsoft.com/office/drawing/2014/main" id="{F154CE25-B6B3-21F8-E03C-E296F29C49C6}"/>
              </a:ext>
            </a:extLst>
          </p:cNvPr>
          <p:cNvSpPr txBox="1"/>
          <p:nvPr/>
        </p:nvSpPr>
        <p:spPr>
          <a:xfrm>
            <a:off x="6550674" y="2081540"/>
            <a:ext cx="2438400" cy="261610"/>
          </a:xfrm>
          <a:prstGeom prst="rect">
            <a:avLst/>
          </a:prstGeom>
          <a:noFill/>
        </p:spPr>
        <p:txBody>
          <a:bodyPr wrap="square" rtlCol="0">
            <a:spAutoFit/>
          </a:bodyPr>
          <a:lstStyle/>
          <a:p>
            <a:r>
              <a:rPr lang="en-IN" sz="1100" b="1" dirty="0" err="1"/>
              <a:t>eventHandler</a:t>
            </a:r>
            <a:r>
              <a:rPr lang="en-IN" sz="1100" b="1" dirty="0"/>
              <a:t>() function</a:t>
            </a:r>
          </a:p>
        </p:txBody>
      </p:sp>
      <p:cxnSp>
        <p:nvCxnSpPr>
          <p:cNvPr id="22" name="Connector: Elbow 21">
            <a:extLst>
              <a:ext uri="{FF2B5EF4-FFF2-40B4-BE49-F238E27FC236}">
                <a16:creationId xmlns:a16="http://schemas.microsoft.com/office/drawing/2014/main" id="{B53AFDA3-3FC3-A24A-B64F-1FCD0BCD2B56}"/>
              </a:ext>
            </a:extLst>
          </p:cNvPr>
          <p:cNvCxnSpPr>
            <a:endCxn id="14" idx="0"/>
          </p:cNvCxnSpPr>
          <p:nvPr/>
        </p:nvCxnSpPr>
        <p:spPr>
          <a:xfrm rot="16200000" flipH="1">
            <a:off x="7091964" y="2794986"/>
            <a:ext cx="1208473" cy="609600"/>
          </a:xfrm>
          <a:prstGeom prst="bentConnector3">
            <a:avLst>
              <a:gd name="adj1" fmla="val -141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E84CD438-E1DA-8AAE-C757-CF5C2975C8F6}"/>
              </a:ext>
            </a:extLst>
          </p:cNvPr>
          <p:cNvCxnSpPr>
            <a:cxnSpLocks/>
            <a:stCxn id="14" idx="0"/>
            <a:endCxn id="12" idx="2"/>
          </p:cNvCxnSpPr>
          <p:nvPr/>
        </p:nvCxnSpPr>
        <p:spPr>
          <a:xfrm rot="16200000" flipV="1">
            <a:off x="6798105" y="2501128"/>
            <a:ext cx="805591" cy="16002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229BF51A-501F-DDDA-953B-A3C5E3CCBB1C}"/>
              </a:ext>
            </a:extLst>
          </p:cNvPr>
          <p:cNvCxnSpPr>
            <a:endCxn id="13" idx="0"/>
          </p:cNvCxnSpPr>
          <p:nvPr/>
        </p:nvCxnSpPr>
        <p:spPr>
          <a:xfrm rot="5400000">
            <a:off x="4931162" y="3072670"/>
            <a:ext cx="805677" cy="4572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Arrow: Left-Right 28">
            <a:extLst>
              <a:ext uri="{FF2B5EF4-FFF2-40B4-BE49-F238E27FC236}">
                <a16:creationId xmlns:a16="http://schemas.microsoft.com/office/drawing/2014/main" id="{5470E6D0-7179-8DC4-1652-426B758D40C0}"/>
              </a:ext>
            </a:extLst>
          </p:cNvPr>
          <p:cNvSpPr/>
          <p:nvPr/>
        </p:nvSpPr>
        <p:spPr>
          <a:xfrm>
            <a:off x="6172200" y="3867150"/>
            <a:ext cx="762000" cy="23975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45568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B0D77-4F6F-6313-F033-40AE46A11879}"/>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EB4EB43C-B090-E182-31C3-45FC01B4B35C}"/>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VS Code </a:t>
            </a:r>
            <a:r>
              <a:rPr lang="en-US" sz="2000" dirty="0" err="1">
                <a:latin typeface="Cooper Black" panose="0208090404030B020404" pitchFamily="18" charset="0"/>
                <a:cs typeface="Times New Roman" panose="02020603050405020304" pitchFamily="18" charset="0"/>
              </a:rPr>
              <a:t>v.s</a:t>
            </a:r>
            <a:r>
              <a:rPr lang="en-US" sz="2000" dirty="0">
                <a:latin typeface="Cooper Black" panose="0208090404030B020404" pitchFamily="18" charset="0"/>
                <a:cs typeface="Times New Roman" panose="02020603050405020304" pitchFamily="18" charset="0"/>
              </a:rPr>
              <a:t> Business Application Studio (BAS)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76439A6-9BCF-978E-8941-55E0DED01DAC}"/>
              </a:ext>
            </a:extLst>
          </p:cNvPr>
          <p:cNvSpPr txBox="1"/>
          <p:nvPr/>
        </p:nvSpPr>
        <p:spPr>
          <a:xfrm>
            <a:off x="134427" y="490759"/>
            <a:ext cx="3904174" cy="300066"/>
          </a:xfrm>
          <a:prstGeom prst="rect">
            <a:avLst/>
          </a:prstGeom>
          <a:noFill/>
        </p:spPr>
        <p:txBody>
          <a:bodyPr wrap="square" lIns="91424" tIns="45712" rIns="91424" bIns="45712" rtlCol="0">
            <a:spAutoFit/>
          </a:bodyPr>
          <a:lstStyle/>
          <a:p>
            <a:r>
              <a:rPr lang="en-IN" sz="1350" b="1" dirty="0">
                <a:latin typeface="Amasis MT Pro" panose="02040504050005020304" pitchFamily="18" charset="0"/>
              </a:rPr>
              <a:t>VS Code</a:t>
            </a:r>
          </a:p>
        </p:txBody>
      </p:sp>
      <p:sp>
        <p:nvSpPr>
          <p:cNvPr id="4" name="TextBox 3">
            <a:extLst>
              <a:ext uri="{FF2B5EF4-FFF2-40B4-BE49-F238E27FC236}">
                <a16:creationId xmlns:a16="http://schemas.microsoft.com/office/drawing/2014/main" id="{C663A30E-514D-8DA0-F9BF-22E9706CFAB8}"/>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CE9CF67A-E3E1-4F19-9721-3C7530809F90}"/>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474AF2E1-6ADB-D49F-9DE3-08E7FC42659A}"/>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TextBox 6">
            <a:extLst>
              <a:ext uri="{FF2B5EF4-FFF2-40B4-BE49-F238E27FC236}">
                <a16:creationId xmlns:a16="http://schemas.microsoft.com/office/drawing/2014/main" id="{90DA8723-1752-E86E-C1B3-B7D02BEDCBCE}"/>
              </a:ext>
            </a:extLst>
          </p:cNvPr>
          <p:cNvSpPr txBox="1"/>
          <p:nvPr/>
        </p:nvSpPr>
        <p:spPr>
          <a:xfrm>
            <a:off x="4495800" y="490759"/>
            <a:ext cx="3904174" cy="300066"/>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BAS</a:t>
            </a:r>
          </a:p>
        </p:txBody>
      </p:sp>
      <p:cxnSp>
        <p:nvCxnSpPr>
          <p:cNvPr id="9" name="Straight Connector 8">
            <a:extLst>
              <a:ext uri="{FF2B5EF4-FFF2-40B4-BE49-F238E27FC236}">
                <a16:creationId xmlns:a16="http://schemas.microsoft.com/office/drawing/2014/main" id="{1BC99E07-53C7-0239-5831-CD5BAA7B9998}"/>
              </a:ext>
            </a:extLst>
          </p:cNvPr>
          <p:cNvCxnSpPr>
            <a:stCxn id="2" idx="2"/>
          </p:cNvCxnSpPr>
          <p:nvPr/>
        </p:nvCxnSpPr>
        <p:spPr>
          <a:xfrm>
            <a:off x="4283708" y="490760"/>
            <a:ext cx="59692" cy="4537316"/>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0F3689F-3019-EC6A-9054-DD86DE383CB7}"/>
              </a:ext>
            </a:extLst>
          </p:cNvPr>
          <p:cNvSpPr txBox="1"/>
          <p:nvPr/>
        </p:nvSpPr>
        <p:spPr>
          <a:xfrm>
            <a:off x="134426" y="895350"/>
            <a:ext cx="4056573" cy="3031583"/>
          </a:xfrm>
          <a:prstGeom prst="rect">
            <a:avLst/>
          </a:prstGeom>
          <a:noFill/>
        </p:spPr>
        <p:txBody>
          <a:bodyPr wrap="square" lIns="91424" tIns="45712" rIns="91424" bIns="45712" rtlCol="0">
            <a:spAutoFit/>
          </a:bodyPr>
          <a:lstStyle/>
          <a:p>
            <a:pPr marL="171450" indent="-171450">
              <a:buFont typeface="Arial" panose="020B0604020202020204" pitchFamily="34" charset="0"/>
              <a:buChar char="•"/>
            </a:pPr>
            <a:r>
              <a:rPr lang="en-IN" sz="1200" dirty="0">
                <a:latin typeface="Amasis MT Pro" panose="02040504050005020304" pitchFamily="18" charset="0"/>
              </a:rPr>
              <a:t>Open source tool provided by Microsoft</a:t>
            </a:r>
          </a:p>
          <a:p>
            <a:pPr marL="171450" indent="-171450">
              <a:buFont typeface="Arial" panose="020B0604020202020204" pitchFamily="34" charset="0"/>
              <a:buChar char="•"/>
            </a:pPr>
            <a:r>
              <a:rPr lang="en-IN" sz="1200" dirty="0">
                <a:latin typeface="Amasis MT Pro" panose="02040504050005020304" pitchFamily="18" charset="0"/>
              </a:rPr>
              <a:t>Free for lifetime</a:t>
            </a:r>
          </a:p>
          <a:p>
            <a:pPr marL="171450" indent="-171450">
              <a:buFont typeface="Arial" panose="020B0604020202020204" pitchFamily="34" charset="0"/>
              <a:buChar char="•"/>
            </a:pPr>
            <a:r>
              <a:rPr lang="en-IN" sz="1200" dirty="0">
                <a:latin typeface="Amasis MT Pro" panose="02040504050005020304" pitchFamily="18" charset="0"/>
              </a:rPr>
              <a:t>Saves money for our company</a:t>
            </a:r>
          </a:p>
          <a:p>
            <a:pPr marL="171450" indent="-171450">
              <a:buFont typeface="Arial" panose="020B0604020202020204" pitchFamily="34" charset="0"/>
              <a:buChar char="•"/>
            </a:pPr>
            <a:r>
              <a:rPr lang="en-IN" sz="1200" dirty="0">
                <a:latin typeface="Amasis MT Pro" panose="02040504050005020304" pitchFamily="18" charset="0"/>
              </a:rPr>
              <a:t>There is a effort to setup the VS Code tool in laptop</a:t>
            </a:r>
          </a:p>
          <a:p>
            <a:pPr marL="171450" indent="-171450">
              <a:buFont typeface="Arial" panose="020B0604020202020204" pitchFamily="34" charset="0"/>
              <a:buChar char="•"/>
            </a:pPr>
            <a:r>
              <a:rPr lang="en-IN" sz="1200" dirty="0">
                <a:latin typeface="Amasis MT Pro" panose="02040504050005020304" pitchFamily="18" charset="0"/>
              </a:rPr>
              <a:t>VS Code - </a:t>
            </a:r>
            <a:r>
              <a:rPr lang="en-IN" sz="1200" dirty="0">
                <a:latin typeface="Amasis MT Pro" panose="02040504050005020304" pitchFamily="18" charset="0"/>
                <a:hlinkClick r:id="rId3"/>
              </a:rPr>
              <a:t>https://code.visualstudio.com/download#</a:t>
            </a:r>
            <a:endParaRPr lang="en-IN" sz="1200" dirty="0">
              <a:latin typeface="Amasis MT Pro" panose="02040504050005020304" pitchFamily="18" charset="0"/>
            </a:endParaRPr>
          </a:p>
          <a:p>
            <a:pPr marL="171450" indent="-171450">
              <a:buFont typeface="Arial" panose="020B0604020202020204" pitchFamily="34" charset="0"/>
              <a:buChar char="•"/>
            </a:pPr>
            <a:r>
              <a:rPr lang="en-IN" sz="1200" dirty="0">
                <a:latin typeface="Amasis MT Pro" panose="02040504050005020304" pitchFamily="18" charset="0"/>
              </a:rPr>
              <a:t>Node JS – Version 22 and above</a:t>
            </a:r>
            <a:r>
              <a:rPr lang="en-IN" sz="1200" b="1" dirty="0">
                <a:latin typeface="Amasis MT Pro" panose="02040504050005020304" pitchFamily="18" charset="0"/>
              </a:rPr>
              <a:t> node -v</a:t>
            </a:r>
            <a:r>
              <a:rPr lang="en-IN" sz="1200" dirty="0">
                <a:latin typeface="Amasis MT Pro" panose="02040504050005020304" pitchFamily="18" charset="0"/>
              </a:rPr>
              <a:t> </a:t>
            </a:r>
            <a:r>
              <a:rPr lang="en-IN" sz="1100" dirty="0">
                <a:latin typeface="Amasis MT Pro" panose="02040504050005020304" pitchFamily="18" charset="0"/>
                <a:hlinkClick r:id="rId4"/>
              </a:rPr>
              <a:t>https://nodejs.org/dist/v22.11.0/node-v22.11.0-x64.msi</a:t>
            </a:r>
            <a:endParaRPr lang="en-IN" sz="1200" dirty="0">
              <a:latin typeface="Amasis MT Pro" panose="02040504050005020304" pitchFamily="18" charset="0"/>
            </a:endParaRPr>
          </a:p>
          <a:p>
            <a:pPr marL="171450" indent="-171450">
              <a:buFont typeface="Arial" panose="020B0604020202020204" pitchFamily="34" charset="0"/>
              <a:buChar char="•"/>
            </a:pPr>
            <a:r>
              <a:rPr lang="en-IN" sz="1200" dirty="0">
                <a:latin typeface="Amasis MT Pro" panose="02040504050005020304" pitchFamily="18" charset="0"/>
              </a:rPr>
              <a:t>Git SCM tools - </a:t>
            </a:r>
            <a:r>
              <a:rPr lang="en-IN" sz="1200" dirty="0">
                <a:latin typeface="Amasis MT Pro" panose="02040504050005020304" pitchFamily="18" charset="0"/>
                <a:hlinkClick r:id="rId5"/>
              </a:rPr>
              <a:t>https://git-scm.com/downloads/win</a:t>
            </a:r>
            <a:endParaRPr lang="en-IN" sz="1200" dirty="0">
              <a:latin typeface="Amasis MT Pro" panose="02040504050005020304" pitchFamily="18" charset="0"/>
            </a:endParaRPr>
          </a:p>
          <a:p>
            <a:pPr marL="171450" indent="-171450">
              <a:buFont typeface="Arial" panose="020B0604020202020204" pitchFamily="34" charset="0"/>
              <a:buChar char="•"/>
            </a:pPr>
            <a:r>
              <a:rPr lang="en-IN" sz="1200" dirty="0">
                <a:latin typeface="Amasis MT Pro" panose="02040504050005020304" pitchFamily="18" charset="0"/>
              </a:rPr>
              <a:t>SAP UI5 tooling – </a:t>
            </a:r>
            <a:r>
              <a:rPr lang="en-IN" sz="1200" b="1" dirty="0" err="1">
                <a:latin typeface="Amasis MT Pro" panose="02040504050005020304" pitchFamily="18" charset="0"/>
              </a:rPr>
              <a:t>cmd</a:t>
            </a:r>
            <a:r>
              <a:rPr lang="en-IN" sz="1200" b="1" dirty="0">
                <a:latin typeface="Amasis MT Pro" panose="02040504050005020304" pitchFamily="18" charset="0"/>
              </a:rPr>
              <a:t>&gt; // </a:t>
            </a:r>
            <a:r>
              <a:rPr lang="en-IN" sz="1200" b="1" dirty="0" err="1">
                <a:latin typeface="Amasis MT Pro" panose="02040504050005020304" pitchFamily="18" charset="0"/>
              </a:rPr>
              <a:t>fiori</a:t>
            </a:r>
            <a:r>
              <a:rPr lang="en-IN" sz="1200" b="1" dirty="0">
                <a:latin typeface="Amasis MT Pro" panose="02040504050005020304" pitchFamily="18" charset="0"/>
              </a:rPr>
              <a:t> -v</a:t>
            </a:r>
          </a:p>
          <a:p>
            <a:r>
              <a:rPr lang="en-IN" sz="1200" b="1" dirty="0">
                <a:latin typeface="Amasis MT Pro" panose="02040504050005020304" pitchFamily="18" charset="0"/>
              </a:rPr>
              <a:t>     </a:t>
            </a:r>
            <a:r>
              <a:rPr lang="en-IN" sz="1200" b="1" i="1" dirty="0" err="1">
                <a:latin typeface="Amasis MT Pro" panose="02040504050005020304" pitchFamily="18" charset="0"/>
              </a:rPr>
              <a:t>npm</a:t>
            </a:r>
            <a:r>
              <a:rPr lang="en-IN" sz="1200" b="1" i="1" dirty="0">
                <a:latin typeface="Amasis MT Pro" panose="02040504050005020304" pitchFamily="18" charset="0"/>
              </a:rPr>
              <a:t> install -g @sap/ux-ui5-tooling</a:t>
            </a:r>
          </a:p>
          <a:p>
            <a:r>
              <a:rPr lang="en-IN" sz="1200" b="1" i="1" dirty="0">
                <a:latin typeface="Amasis MT Pro" panose="02040504050005020304" pitchFamily="18" charset="0"/>
              </a:rPr>
              <a:t>     </a:t>
            </a:r>
            <a:r>
              <a:rPr lang="en-IN" sz="1200" b="1" i="1" dirty="0" err="1">
                <a:latin typeface="Amasis MT Pro" panose="02040504050005020304" pitchFamily="18" charset="0"/>
              </a:rPr>
              <a:t>npm</a:t>
            </a:r>
            <a:r>
              <a:rPr lang="en-IN" sz="1200" b="1" i="1" dirty="0">
                <a:latin typeface="Amasis MT Pro" panose="02040504050005020304" pitchFamily="18" charset="0"/>
              </a:rPr>
              <a:t> install -g @ui5/cli</a:t>
            </a:r>
            <a:endParaRPr lang="en-IN" sz="1200" dirty="0">
              <a:latin typeface="Amasis MT Pro" panose="02040504050005020304" pitchFamily="18" charset="0"/>
            </a:endParaRPr>
          </a:p>
          <a:p>
            <a:pPr marL="171450" indent="-171450">
              <a:buFont typeface="Arial" panose="020B0604020202020204" pitchFamily="34" charset="0"/>
              <a:buChar char="•"/>
            </a:pPr>
            <a:r>
              <a:rPr lang="en-IN" sz="1200" dirty="0">
                <a:latin typeface="Amasis MT Pro" panose="02040504050005020304" pitchFamily="18" charset="0"/>
              </a:rPr>
              <a:t>Extensions – Fiori Extension pack,  Five Server</a:t>
            </a:r>
          </a:p>
          <a:p>
            <a:pPr marL="171450" indent="-171450">
              <a:buFont typeface="Arial" panose="020B0604020202020204" pitchFamily="34" charset="0"/>
              <a:buChar char="•"/>
            </a:pPr>
            <a:r>
              <a:rPr lang="en-IN" sz="1200" dirty="0">
                <a:latin typeface="Amasis MT Pro" panose="02040504050005020304" pitchFamily="18" charset="0"/>
              </a:rPr>
              <a:t>The tool runs locally in the developer’s machine, it also works offline</a:t>
            </a:r>
          </a:p>
          <a:p>
            <a:pPr marL="171450" indent="-171450">
              <a:buFont typeface="Arial" panose="020B0604020202020204" pitchFamily="34" charset="0"/>
              <a:buChar char="•"/>
            </a:pPr>
            <a:r>
              <a:rPr lang="en-IN" sz="1200" dirty="0">
                <a:latin typeface="Amasis MT Pro" panose="02040504050005020304" pitchFamily="18" charset="0"/>
              </a:rPr>
              <a:t>Lets run a hello world app</a:t>
            </a:r>
          </a:p>
          <a:p>
            <a:endParaRPr lang="en-IN" sz="1200" dirty="0">
              <a:latin typeface="Amasis MT Pro" panose="02040504050005020304" pitchFamily="18" charset="0"/>
            </a:endParaRPr>
          </a:p>
        </p:txBody>
      </p:sp>
      <p:sp>
        <p:nvSpPr>
          <p:cNvPr id="11" name="TextBox 10">
            <a:extLst>
              <a:ext uri="{FF2B5EF4-FFF2-40B4-BE49-F238E27FC236}">
                <a16:creationId xmlns:a16="http://schemas.microsoft.com/office/drawing/2014/main" id="{89BE3715-5C92-81BF-4E1F-FABCBBA612EC}"/>
              </a:ext>
            </a:extLst>
          </p:cNvPr>
          <p:cNvSpPr txBox="1"/>
          <p:nvPr/>
        </p:nvSpPr>
        <p:spPr>
          <a:xfrm>
            <a:off x="4436106" y="797877"/>
            <a:ext cx="4631694" cy="2308308"/>
          </a:xfrm>
          <a:prstGeom prst="rect">
            <a:avLst/>
          </a:prstGeom>
          <a:noFill/>
        </p:spPr>
        <p:txBody>
          <a:bodyPr wrap="square" lIns="91424" tIns="45712" rIns="91424" bIns="45712" rtlCol="0">
            <a:spAutoFit/>
          </a:bodyPr>
          <a:lstStyle/>
          <a:p>
            <a:pPr marL="171450" indent="-171450">
              <a:buFont typeface="Arial" panose="020B0604020202020204" pitchFamily="34" charset="0"/>
              <a:buChar char="•"/>
            </a:pPr>
            <a:r>
              <a:rPr lang="en-IN" sz="1200" dirty="0">
                <a:latin typeface="Amasis MT Pro" panose="02040504050005020304" pitchFamily="18" charset="0"/>
              </a:rPr>
              <a:t>Tool offered by SAP to create applications directly on SAP’s BTP Platform which save time </a:t>
            </a:r>
          </a:p>
          <a:p>
            <a:pPr marL="171450" indent="-171450">
              <a:buFont typeface="Arial" panose="020B0604020202020204" pitchFamily="34" charset="0"/>
              <a:buChar char="•"/>
            </a:pPr>
            <a:r>
              <a:rPr lang="en-IN" sz="1200" dirty="0">
                <a:latin typeface="Amasis MT Pro" panose="02040504050005020304" pitchFamily="18" charset="0"/>
              </a:rPr>
              <a:t>Create an a/c with sap.com - </a:t>
            </a:r>
            <a:r>
              <a:rPr lang="en-IN" sz="1200" dirty="0">
                <a:latin typeface="Amasis MT Pro" panose="02040504050005020304" pitchFamily="18" charset="0"/>
                <a:hlinkClick r:id="rId6"/>
              </a:rPr>
              <a:t>https://www.sap.com/india/index.html?geotargering_redirect=true</a:t>
            </a:r>
            <a:endParaRPr lang="en-IN" sz="1200" dirty="0">
              <a:latin typeface="Amasis MT Pro" panose="02040504050005020304" pitchFamily="18" charset="0"/>
            </a:endParaRPr>
          </a:p>
          <a:p>
            <a:pPr marL="171450" indent="-171450">
              <a:buFont typeface="Arial" panose="020B0604020202020204" pitchFamily="34" charset="0"/>
              <a:buChar char="•"/>
            </a:pPr>
            <a:r>
              <a:rPr lang="en-IN" sz="1200" dirty="0">
                <a:latin typeface="Amasis MT Pro" panose="02040504050005020304" pitchFamily="18" charset="0"/>
              </a:rPr>
              <a:t>Login - </a:t>
            </a:r>
            <a:r>
              <a:rPr lang="en-IN" sz="1200" dirty="0">
                <a:latin typeface="Amasis MT Pro" panose="02040504050005020304" pitchFamily="18" charset="0"/>
                <a:hlinkClick r:id="rId7"/>
              </a:rPr>
              <a:t>https://cockpit.hanatrial.ondemand.com/trial/#</a:t>
            </a:r>
            <a:endParaRPr lang="en-IN" sz="1200" dirty="0">
              <a:latin typeface="Amasis MT Pro" panose="02040504050005020304" pitchFamily="18" charset="0"/>
            </a:endParaRPr>
          </a:p>
          <a:p>
            <a:pPr marL="171450" indent="-171450">
              <a:buFont typeface="Arial" panose="020B0604020202020204" pitchFamily="34" charset="0"/>
              <a:buChar char="•"/>
            </a:pPr>
            <a:r>
              <a:rPr lang="en-IN" sz="1200" dirty="0">
                <a:latin typeface="Amasis MT Pro" panose="02040504050005020304" pitchFamily="18" charset="0"/>
              </a:rPr>
              <a:t>Choose USA data centre with AWS</a:t>
            </a:r>
          </a:p>
          <a:p>
            <a:pPr marL="171450" indent="-171450">
              <a:buFont typeface="Arial" panose="020B0604020202020204" pitchFamily="34" charset="0"/>
              <a:buChar char="•"/>
            </a:pPr>
            <a:r>
              <a:rPr lang="en-IN" sz="1200" dirty="0">
                <a:latin typeface="Amasis MT Pro" panose="02040504050005020304" pitchFamily="18" charset="0"/>
              </a:rPr>
              <a:t>Always work with internet connection</a:t>
            </a:r>
          </a:p>
          <a:p>
            <a:pPr marL="171450" indent="-171450">
              <a:buFont typeface="Arial" panose="020B0604020202020204" pitchFamily="34" charset="0"/>
              <a:buChar char="•"/>
            </a:pPr>
            <a:r>
              <a:rPr lang="en-IN" sz="1200" dirty="0">
                <a:latin typeface="Amasis MT Pro" panose="02040504050005020304" pitchFamily="18" charset="0"/>
              </a:rPr>
              <a:t>Free in trial mode, when your co. actually buy BTP subscription SAP will charge your company</a:t>
            </a:r>
          </a:p>
          <a:p>
            <a:pPr marL="171450" indent="-171450">
              <a:buFont typeface="Arial" panose="020B0604020202020204" pitchFamily="34" charset="0"/>
              <a:buChar char="•"/>
            </a:pPr>
            <a:r>
              <a:rPr lang="en-IN" sz="1200" dirty="0">
                <a:latin typeface="Amasis MT Pro" panose="02040504050005020304" pitchFamily="18" charset="0"/>
              </a:rPr>
              <a:t>Coding wise no different, Secret – BAS is a copycat of VS Code</a:t>
            </a:r>
          </a:p>
          <a:p>
            <a:pPr marL="171450" indent="-171450">
              <a:buFont typeface="Arial" panose="020B0604020202020204" pitchFamily="34" charset="0"/>
              <a:buChar char="•"/>
            </a:pPr>
            <a:r>
              <a:rPr lang="en-IN" sz="1200" dirty="0">
                <a:latin typeface="Amasis MT Pro" panose="02040504050005020304" pitchFamily="18" charset="0"/>
              </a:rPr>
              <a:t>We need to create a dev space?</a:t>
            </a:r>
          </a:p>
        </p:txBody>
      </p:sp>
    </p:spTree>
    <p:extLst>
      <p:ext uri="{BB962C8B-B14F-4D97-AF65-F5344CB8AC3E}">
        <p14:creationId xmlns:p14="http://schemas.microsoft.com/office/powerpoint/2010/main" val="3604175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508C5-02B5-D0BF-050B-6AF66F2803F4}"/>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C60ACA7-9676-250B-02B9-A8D81188DC57}"/>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Client Server Architecture</a:t>
            </a:r>
            <a:endParaRPr lang="en-IN" sz="2000"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FA262C0-506B-4B2D-8465-3958145436FA}"/>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9369D060-5C39-D9E7-D29F-3225B244E1FA}"/>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0A09E3F8-A52E-A1D5-B748-27667B6F7480}"/>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Rounded Corners 6">
            <a:extLst>
              <a:ext uri="{FF2B5EF4-FFF2-40B4-BE49-F238E27FC236}">
                <a16:creationId xmlns:a16="http://schemas.microsoft.com/office/drawing/2014/main" id="{8C377B7F-AB2A-0F9E-79D2-263E7EEBCA83}"/>
              </a:ext>
            </a:extLst>
          </p:cNvPr>
          <p:cNvSpPr/>
          <p:nvPr/>
        </p:nvSpPr>
        <p:spPr>
          <a:xfrm>
            <a:off x="7086600" y="1504950"/>
            <a:ext cx="1373815" cy="1828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Server</a:t>
            </a:r>
          </a:p>
        </p:txBody>
      </p:sp>
      <p:sp>
        <p:nvSpPr>
          <p:cNvPr id="8" name="Star: 5 Points 7">
            <a:extLst>
              <a:ext uri="{FF2B5EF4-FFF2-40B4-BE49-F238E27FC236}">
                <a16:creationId xmlns:a16="http://schemas.microsoft.com/office/drawing/2014/main" id="{17307A82-C6D4-47FF-5AAC-B266D7C69827}"/>
              </a:ext>
            </a:extLst>
          </p:cNvPr>
          <p:cNvSpPr/>
          <p:nvPr/>
        </p:nvSpPr>
        <p:spPr>
          <a:xfrm>
            <a:off x="8077200" y="1276350"/>
            <a:ext cx="533400" cy="45720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7857E382-5F28-401D-C812-5F46D7929595}"/>
              </a:ext>
            </a:extLst>
          </p:cNvPr>
          <p:cNvSpPr/>
          <p:nvPr/>
        </p:nvSpPr>
        <p:spPr>
          <a:xfrm>
            <a:off x="457200" y="1924050"/>
            <a:ext cx="1905000" cy="990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Client</a:t>
            </a:r>
          </a:p>
          <a:p>
            <a:pPr algn="ctr"/>
            <a:r>
              <a:rPr lang="en-IN" dirty="0"/>
              <a:t>(Browser)</a:t>
            </a:r>
          </a:p>
        </p:txBody>
      </p:sp>
      <p:sp>
        <p:nvSpPr>
          <p:cNvPr id="10" name="Arrow: Right 9">
            <a:extLst>
              <a:ext uri="{FF2B5EF4-FFF2-40B4-BE49-F238E27FC236}">
                <a16:creationId xmlns:a16="http://schemas.microsoft.com/office/drawing/2014/main" id="{154E4CCE-5B2F-29FA-C523-E8FF9141606A}"/>
              </a:ext>
            </a:extLst>
          </p:cNvPr>
          <p:cNvSpPr/>
          <p:nvPr/>
        </p:nvSpPr>
        <p:spPr>
          <a:xfrm>
            <a:off x="2362200" y="1962150"/>
            <a:ext cx="47244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A230AC92-48DA-1B80-CB6C-855214FA817B}"/>
              </a:ext>
            </a:extLst>
          </p:cNvPr>
          <p:cNvSpPr txBox="1"/>
          <p:nvPr/>
        </p:nvSpPr>
        <p:spPr>
          <a:xfrm>
            <a:off x="3352800" y="1733550"/>
            <a:ext cx="3355015" cy="261610"/>
          </a:xfrm>
          <a:prstGeom prst="rect">
            <a:avLst/>
          </a:prstGeom>
          <a:noFill/>
        </p:spPr>
        <p:txBody>
          <a:bodyPr wrap="square" rtlCol="0">
            <a:spAutoFit/>
          </a:bodyPr>
          <a:lstStyle/>
          <a:p>
            <a:r>
              <a:rPr lang="en-IN" sz="1100" b="1" dirty="0">
                <a:latin typeface="72 Monospace" panose="020B0509030603020204" pitchFamily="49" charset="0"/>
                <a:cs typeface="72 Monospace" panose="020B0509030603020204" pitchFamily="49" charset="0"/>
              </a:rPr>
              <a:t>Request (Header + Body(optional))</a:t>
            </a:r>
          </a:p>
        </p:txBody>
      </p:sp>
      <p:sp>
        <p:nvSpPr>
          <p:cNvPr id="12" name="Rectangle: Rounded Corners 11">
            <a:extLst>
              <a:ext uri="{FF2B5EF4-FFF2-40B4-BE49-F238E27FC236}">
                <a16:creationId xmlns:a16="http://schemas.microsoft.com/office/drawing/2014/main" id="{4EA2D5CE-01DA-1D3A-46B2-DA0960B35E4C}"/>
              </a:ext>
            </a:extLst>
          </p:cNvPr>
          <p:cNvSpPr/>
          <p:nvPr/>
        </p:nvSpPr>
        <p:spPr>
          <a:xfrm>
            <a:off x="7086600" y="1864355"/>
            <a:ext cx="762000" cy="402595"/>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port</a:t>
            </a:r>
          </a:p>
        </p:txBody>
      </p:sp>
      <p:sp>
        <p:nvSpPr>
          <p:cNvPr id="13" name="Arrow: Curved Down 12">
            <a:extLst>
              <a:ext uri="{FF2B5EF4-FFF2-40B4-BE49-F238E27FC236}">
                <a16:creationId xmlns:a16="http://schemas.microsoft.com/office/drawing/2014/main" id="{DEF82DCB-29E8-D0B8-F719-BFA49A1FB83A}"/>
              </a:ext>
            </a:extLst>
          </p:cNvPr>
          <p:cNvSpPr/>
          <p:nvPr/>
        </p:nvSpPr>
        <p:spPr>
          <a:xfrm>
            <a:off x="8001000" y="2724150"/>
            <a:ext cx="381000" cy="228600"/>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Arrow: Curved Down 13">
            <a:extLst>
              <a:ext uri="{FF2B5EF4-FFF2-40B4-BE49-F238E27FC236}">
                <a16:creationId xmlns:a16="http://schemas.microsoft.com/office/drawing/2014/main" id="{D24510D4-F58E-E833-9C98-599D57B1B20C}"/>
              </a:ext>
            </a:extLst>
          </p:cNvPr>
          <p:cNvSpPr/>
          <p:nvPr/>
        </p:nvSpPr>
        <p:spPr>
          <a:xfrm rot="10996730">
            <a:off x="7993199" y="2986508"/>
            <a:ext cx="381000" cy="228600"/>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Cylinder 14">
            <a:extLst>
              <a:ext uri="{FF2B5EF4-FFF2-40B4-BE49-F238E27FC236}">
                <a16:creationId xmlns:a16="http://schemas.microsoft.com/office/drawing/2014/main" id="{1344F652-C52E-94A2-0486-C965CBBFAE6E}"/>
              </a:ext>
            </a:extLst>
          </p:cNvPr>
          <p:cNvSpPr/>
          <p:nvPr/>
        </p:nvSpPr>
        <p:spPr>
          <a:xfrm>
            <a:off x="8534400" y="2495550"/>
            <a:ext cx="533400" cy="816918"/>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Left 15">
            <a:extLst>
              <a:ext uri="{FF2B5EF4-FFF2-40B4-BE49-F238E27FC236}">
                <a16:creationId xmlns:a16="http://schemas.microsoft.com/office/drawing/2014/main" id="{D59D37F2-428C-FE42-A5EA-35367A81C25C}"/>
              </a:ext>
            </a:extLst>
          </p:cNvPr>
          <p:cNvSpPr/>
          <p:nvPr/>
        </p:nvSpPr>
        <p:spPr>
          <a:xfrm>
            <a:off x="2362200" y="2495550"/>
            <a:ext cx="4724400" cy="22860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088CBA50-0EDA-D4C0-75B2-5ECEF355C8A9}"/>
              </a:ext>
            </a:extLst>
          </p:cNvPr>
          <p:cNvSpPr txBox="1"/>
          <p:nvPr/>
        </p:nvSpPr>
        <p:spPr>
          <a:xfrm>
            <a:off x="3390269" y="2685122"/>
            <a:ext cx="3355015" cy="261610"/>
          </a:xfrm>
          <a:prstGeom prst="rect">
            <a:avLst/>
          </a:prstGeom>
          <a:noFill/>
        </p:spPr>
        <p:txBody>
          <a:bodyPr wrap="square" rtlCol="0">
            <a:spAutoFit/>
          </a:bodyPr>
          <a:lstStyle/>
          <a:p>
            <a:r>
              <a:rPr lang="en-IN" sz="1100" b="1" dirty="0">
                <a:latin typeface="72 Monospace" panose="020B0509030603020204" pitchFamily="49" charset="0"/>
                <a:cs typeface="72 Monospace" panose="020B0509030603020204" pitchFamily="49" charset="0"/>
              </a:rPr>
              <a:t>Response (Header + Body)</a:t>
            </a:r>
          </a:p>
        </p:txBody>
      </p:sp>
      <p:sp>
        <p:nvSpPr>
          <p:cNvPr id="18" name="TextBox 17">
            <a:extLst>
              <a:ext uri="{FF2B5EF4-FFF2-40B4-BE49-F238E27FC236}">
                <a16:creationId xmlns:a16="http://schemas.microsoft.com/office/drawing/2014/main" id="{E7F429A8-2467-7F2D-6CC5-348A2605843A}"/>
              </a:ext>
            </a:extLst>
          </p:cNvPr>
          <p:cNvSpPr txBox="1"/>
          <p:nvPr/>
        </p:nvSpPr>
        <p:spPr>
          <a:xfrm>
            <a:off x="256476" y="3136304"/>
            <a:ext cx="3355015" cy="1446550"/>
          </a:xfrm>
          <a:prstGeom prst="rect">
            <a:avLst/>
          </a:prstGeom>
          <a:noFill/>
        </p:spPr>
        <p:txBody>
          <a:bodyPr wrap="square" rtlCol="0">
            <a:spAutoFit/>
          </a:bodyPr>
          <a:lstStyle/>
          <a:p>
            <a:r>
              <a:rPr lang="en-IN" sz="1100" b="1" dirty="0">
                <a:latin typeface="72 Monospace" panose="020B0509030603020204" pitchFamily="49" charset="0"/>
                <a:cs typeface="72 Monospace" panose="020B0509030603020204" pitchFamily="49" charset="0"/>
              </a:rPr>
              <a:t>Request Types:</a:t>
            </a:r>
          </a:p>
          <a:p>
            <a:r>
              <a:rPr lang="en-IN" sz="1100" b="1" dirty="0">
                <a:latin typeface="72 Monospace" panose="020B0509030603020204" pitchFamily="49" charset="0"/>
                <a:cs typeface="72 Monospace" panose="020B0509030603020204" pitchFamily="49" charset="0"/>
              </a:rPr>
              <a:t>GET – Read data from server</a:t>
            </a:r>
          </a:p>
          <a:p>
            <a:r>
              <a:rPr lang="en-IN" sz="1100" b="1" dirty="0">
                <a:latin typeface="72 Monospace" panose="020B0509030603020204" pitchFamily="49" charset="0"/>
                <a:cs typeface="72 Monospace" panose="020B0509030603020204" pitchFamily="49" charset="0"/>
              </a:rPr>
              <a:t>POST – Create new data in server</a:t>
            </a:r>
          </a:p>
          <a:p>
            <a:r>
              <a:rPr lang="en-IN" sz="1100" b="1" dirty="0">
                <a:latin typeface="72 Monospace" panose="020B0509030603020204" pitchFamily="49" charset="0"/>
                <a:cs typeface="72 Monospace" panose="020B0509030603020204" pitchFamily="49" charset="0"/>
              </a:rPr>
              <a:t>PUT – Change data in server</a:t>
            </a:r>
          </a:p>
          <a:p>
            <a:r>
              <a:rPr lang="en-IN" sz="1100" b="1" dirty="0">
                <a:latin typeface="72 Monospace" panose="020B0509030603020204" pitchFamily="49" charset="0"/>
                <a:cs typeface="72 Monospace" panose="020B0509030603020204" pitchFamily="49" charset="0"/>
              </a:rPr>
              <a:t>DELETE – Remove data from server</a:t>
            </a:r>
          </a:p>
          <a:p>
            <a:r>
              <a:rPr lang="en-IN" sz="1100" b="1" dirty="0">
                <a:latin typeface="72 Monospace" panose="020B0509030603020204" pitchFamily="49" charset="0"/>
                <a:cs typeface="72 Monospace" panose="020B0509030603020204" pitchFamily="49" charset="0"/>
              </a:rPr>
              <a:t>…</a:t>
            </a:r>
          </a:p>
          <a:p>
            <a:r>
              <a:rPr lang="en-IN" sz="1100" b="1" dirty="0">
                <a:latin typeface="72 Monospace" panose="020B0509030603020204" pitchFamily="49" charset="0"/>
                <a:cs typeface="72 Monospace" panose="020B0509030603020204" pitchFamily="49" charset="0"/>
              </a:rPr>
              <a:t>…</a:t>
            </a:r>
          </a:p>
          <a:p>
            <a:endParaRPr lang="en-IN" sz="1100" b="1" dirty="0">
              <a:latin typeface="72 Monospace" panose="020B0509030603020204" pitchFamily="49" charset="0"/>
              <a:cs typeface="72 Monospace" panose="020B0509030603020204" pitchFamily="49" charset="0"/>
            </a:endParaRPr>
          </a:p>
        </p:txBody>
      </p:sp>
      <p:sp>
        <p:nvSpPr>
          <p:cNvPr id="19" name="Arrow: Down 18">
            <a:extLst>
              <a:ext uri="{FF2B5EF4-FFF2-40B4-BE49-F238E27FC236}">
                <a16:creationId xmlns:a16="http://schemas.microsoft.com/office/drawing/2014/main" id="{143168DA-3D8E-8E35-3A7B-8B3407657706}"/>
              </a:ext>
            </a:extLst>
          </p:cNvPr>
          <p:cNvSpPr/>
          <p:nvPr/>
        </p:nvSpPr>
        <p:spPr>
          <a:xfrm>
            <a:off x="5030307" y="2946732"/>
            <a:ext cx="151293" cy="1895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CB05AF86-1217-25E4-D428-443024CF8026}"/>
              </a:ext>
            </a:extLst>
          </p:cNvPr>
          <p:cNvSpPr txBox="1"/>
          <p:nvPr/>
        </p:nvSpPr>
        <p:spPr>
          <a:xfrm>
            <a:off x="4105207" y="3258463"/>
            <a:ext cx="3355015" cy="1277273"/>
          </a:xfrm>
          <a:prstGeom prst="rect">
            <a:avLst/>
          </a:prstGeom>
          <a:noFill/>
        </p:spPr>
        <p:txBody>
          <a:bodyPr wrap="square" rtlCol="0">
            <a:spAutoFit/>
          </a:bodyPr>
          <a:lstStyle/>
          <a:p>
            <a:r>
              <a:rPr lang="en-IN" sz="1100" b="1" dirty="0">
                <a:latin typeface="72 Monospace" panose="020B0509030603020204" pitchFamily="49" charset="0"/>
                <a:cs typeface="72 Monospace" panose="020B0509030603020204" pitchFamily="49" charset="0"/>
              </a:rPr>
              <a:t>Content-type</a:t>
            </a:r>
          </a:p>
          <a:p>
            <a:r>
              <a:rPr lang="en-IN" sz="1100" b="1" dirty="0">
                <a:latin typeface="72 Monospace" panose="020B0509030603020204" pitchFamily="49" charset="0"/>
                <a:cs typeface="72 Monospace" panose="020B0509030603020204" pitchFamily="49" charset="0"/>
              </a:rPr>
              <a:t>XML</a:t>
            </a:r>
          </a:p>
          <a:p>
            <a:r>
              <a:rPr lang="en-IN" sz="1100" b="1" dirty="0">
                <a:latin typeface="72 Monospace" panose="020B0509030603020204" pitchFamily="49" charset="0"/>
                <a:cs typeface="72 Monospace" panose="020B0509030603020204" pitchFamily="49" charset="0"/>
              </a:rPr>
              <a:t>PDF</a:t>
            </a:r>
          </a:p>
          <a:p>
            <a:r>
              <a:rPr lang="en-IN" sz="1100" b="1" dirty="0">
                <a:latin typeface="72 Monospace" panose="020B0509030603020204" pitchFamily="49" charset="0"/>
                <a:cs typeface="72 Monospace" panose="020B0509030603020204" pitchFamily="49" charset="0"/>
              </a:rPr>
              <a:t>WORD</a:t>
            </a:r>
          </a:p>
          <a:p>
            <a:r>
              <a:rPr lang="en-IN" sz="1100" b="1" dirty="0">
                <a:latin typeface="72 Monospace" panose="020B0509030603020204" pitchFamily="49" charset="0"/>
                <a:cs typeface="72 Monospace" panose="020B0509030603020204" pitchFamily="49" charset="0"/>
              </a:rPr>
              <a:t>TEXT</a:t>
            </a:r>
          </a:p>
          <a:p>
            <a:r>
              <a:rPr lang="en-IN" sz="1100" b="1" dirty="0">
                <a:latin typeface="72 Monospace" panose="020B0509030603020204" pitchFamily="49" charset="0"/>
                <a:cs typeface="72 Monospace" panose="020B0509030603020204" pitchFamily="49" charset="0"/>
              </a:rPr>
              <a:t>JSON</a:t>
            </a:r>
          </a:p>
          <a:p>
            <a:r>
              <a:rPr lang="en-IN" sz="1100" b="1" dirty="0">
                <a:latin typeface="72 Monospace" panose="020B0509030603020204" pitchFamily="49" charset="0"/>
                <a:cs typeface="72 Monospace" panose="020B0509030603020204" pitchFamily="49" charset="0"/>
              </a:rPr>
              <a:t>HTML</a:t>
            </a:r>
          </a:p>
        </p:txBody>
      </p:sp>
      <p:sp>
        <p:nvSpPr>
          <p:cNvPr id="21" name="Smiley Face 20">
            <a:extLst>
              <a:ext uri="{FF2B5EF4-FFF2-40B4-BE49-F238E27FC236}">
                <a16:creationId xmlns:a16="http://schemas.microsoft.com/office/drawing/2014/main" id="{8ECBF494-526B-F64B-5834-53FC15FD82C5}"/>
              </a:ext>
            </a:extLst>
          </p:cNvPr>
          <p:cNvSpPr/>
          <p:nvPr/>
        </p:nvSpPr>
        <p:spPr>
          <a:xfrm>
            <a:off x="4283708" y="373472"/>
            <a:ext cx="685800" cy="63319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708BA29-717D-CFC7-9726-D3E223E80A3D}"/>
              </a:ext>
            </a:extLst>
          </p:cNvPr>
          <p:cNvSpPr txBox="1"/>
          <p:nvPr/>
        </p:nvSpPr>
        <p:spPr>
          <a:xfrm>
            <a:off x="379892" y="584305"/>
            <a:ext cx="3355015" cy="769441"/>
          </a:xfrm>
          <a:prstGeom prst="rect">
            <a:avLst/>
          </a:prstGeom>
          <a:noFill/>
        </p:spPr>
        <p:txBody>
          <a:bodyPr wrap="square" rtlCol="0">
            <a:spAutoFit/>
          </a:bodyPr>
          <a:lstStyle/>
          <a:p>
            <a:r>
              <a:rPr lang="en-IN" sz="1100" b="1" dirty="0">
                <a:latin typeface="72 Monospace" panose="020B0509030603020204" pitchFamily="49" charset="0"/>
                <a:cs typeface="72 Monospace" panose="020B0509030603020204" pitchFamily="49" charset="0"/>
              </a:rPr>
              <a:t>Techniques:</a:t>
            </a:r>
          </a:p>
          <a:p>
            <a:pPr marL="171450" indent="-171450">
              <a:buFont typeface="Wingdings" panose="05000000000000000000" pitchFamily="2" charset="2"/>
              <a:buChar char="Ø"/>
            </a:pPr>
            <a:r>
              <a:rPr lang="en-IN" sz="1100" b="1" dirty="0">
                <a:latin typeface="72 Monospace" panose="020B0509030603020204" pitchFamily="49" charset="0"/>
                <a:cs typeface="72 Monospace" panose="020B0509030603020204" pitchFamily="49" charset="0"/>
              </a:rPr>
              <a:t>Form Submit</a:t>
            </a:r>
          </a:p>
          <a:p>
            <a:pPr marL="171450" indent="-171450">
              <a:buFont typeface="Wingdings" panose="05000000000000000000" pitchFamily="2" charset="2"/>
              <a:buChar char="Ø"/>
            </a:pPr>
            <a:r>
              <a:rPr lang="en-IN" sz="1100" b="1" dirty="0">
                <a:latin typeface="72 Monospace" panose="020B0509030603020204" pitchFamily="49" charset="0"/>
                <a:cs typeface="72 Monospace" panose="020B0509030603020204" pitchFamily="49" charset="0"/>
              </a:rPr>
              <a:t>HTTP Request</a:t>
            </a:r>
          </a:p>
          <a:p>
            <a:pPr marL="171450" indent="-171450">
              <a:buFont typeface="Wingdings" panose="05000000000000000000" pitchFamily="2" charset="2"/>
              <a:buChar char="Ø"/>
            </a:pPr>
            <a:r>
              <a:rPr lang="en-IN" sz="1100" b="1" dirty="0">
                <a:latin typeface="72 Monospace" panose="020B0509030603020204" pitchFamily="49" charset="0"/>
                <a:cs typeface="72 Monospace" panose="020B0509030603020204" pitchFamily="49" charset="0"/>
              </a:rPr>
              <a:t>AJAX Call</a:t>
            </a:r>
          </a:p>
        </p:txBody>
      </p:sp>
      <p:cxnSp>
        <p:nvCxnSpPr>
          <p:cNvPr id="23" name="Connector: Elbow 22">
            <a:extLst>
              <a:ext uri="{FF2B5EF4-FFF2-40B4-BE49-F238E27FC236}">
                <a16:creationId xmlns:a16="http://schemas.microsoft.com/office/drawing/2014/main" id="{91D76899-8473-2489-2C64-E89AEC2C297F}"/>
              </a:ext>
            </a:extLst>
          </p:cNvPr>
          <p:cNvCxnSpPr/>
          <p:nvPr/>
        </p:nvCxnSpPr>
        <p:spPr>
          <a:xfrm rot="10800000">
            <a:off x="1905000" y="969026"/>
            <a:ext cx="1752600" cy="7645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4923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32133-C75D-437F-9D82-DF1CD6091A71}"/>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90E70F65-8465-2F19-4693-4E952BB53CDA}"/>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Business Technology Platform (BTP)</a:t>
            </a:r>
            <a:endParaRPr lang="en-IN" sz="2000"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FC186BA-74A3-157B-D983-535DC1C8C536}"/>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8C785F0C-F923-87FD-46FE-D0D3D08AF539}"/>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6D9EF3B4-429D-BC85-6D8B-8474A447AD7B}"/>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Smiley Face 6">
            <a:extLst>
              <a:ext uri="{FF2B5EF4-FFF2-40B4-BE49-F238E27FC236}">
                <a16:creationId xmlns:a16="http://schemas.microsoft.com/office/drawing/2014/main" id="{32C64608-4ECB-F57B-88B9-14E0BF0D52D4}"/>
              </a:ext>
            </a:extLst>
          </p:cNvPr>
          <p:cNvSpPr/>
          <p:nvPr/>
        </p:nvSpPr>
        <p:spPr>
          <a:xfrm>
            <a:off x="486313" y="1170811"/>
            <a:ext cx="685800" cy="60960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91D87C4-DFFE-DE08-AF5E-F4134DD4BA7D}"/>
              </a:ext>
            </a:extLst>
          </p:cNvPr>
          <p:cNvSpPr txBox="1"/>
          <p:nvPr/>
        </p:nvSpPr>
        <p:spPr>
          <a:xfrm>
            <a:off x="134426" y="1809750"/>
            <a:ext cx="1389574" cy="1200329"/>
          </a:xfrm>
          <a:prstGeom prst="rect">
            <a:avLst/>
          </a:prstGeom>
          <a:noFill/>
        </p:spPr>
        <p:txBody>
          <a:bodyPr wrap="square" rtlCol="0">
            <a:spAutoFit/>
          </a:bodyPr>
          <a:lstStyle/>
          <a:p>
            <a:pPr algn="ctr"/>
            <a:r>
              <a:rPr lang="en-IN" sz="1200" dirty="0"/>
              <a:t>Alex</a:t>
            </a:r>
          </a:p>
          <a:p>
            <a:pPr algn="ctr"/>
            <a:r>
              <a:rPr lang="en-IN" sz="1200" dirty="0"/>
              <a:t>Shark tank</a:t>
            </a:r>
          </a:p>
          <a:p>
            <a:pPr algn="ctr"/>
            <a:r>
              <a:rPr lang="en-IN" sz="1200" b="1" dirty="0"/>
              <a:t>Founder</a:t>
            </a:r>
          </a:p>
          <a:p>
            <a:r>
              <a:rPr lang="en-IN" sz="1200" dirty="0"/>
              <a:t>-create application with a team of 20 </a:t>
            </a:r>
            <a:r>
              <a:rPr lang="en-IN" sz="1200" dirty="0" err="1"/>
              <a:t>devs</a:t>
            </a:r>
            <a:endParaRPr lang="en-IN" sz="1200" dirty="0"/>
          </a:p>
        </p:txBody>
      </p:sp>
      <p:sp>
        <p:nvSpPr>
          <p:cNvPr id="9" name="Rectangle 8">
            <a:extLst>
              <a:ext uri="{FF2B5EF4-FFF2-40B4-BE49-F238E27FC236}">
                <a16:creationId xmlns:a16="http://schemas.microsoft.com/office/drawing/2014/main" id="{72E6F2CB-9ACF-2E21-EB4B-4EE1C784A346}"/>
              </a:ext>
            </a:extLst>
          </p:cNvPr>
          <p:cNvSpPr/>
          <p:nvPr/>
        </p:nvSpPr>
        <p:spPr>
          <a:xfrm>
            <a:off x="3051789" y="3562350"/>
            <a:ext cx="2438400"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Hardware</a:t>
            </a:r>
          </a:p>
          <a:p>
            <a:pPr algn="ctr"/>
            <a:r>
              <a:rPr lang="en-IN" dirty="0"/>
              <a:t>SDD,RAM,CPU,MB…Servers</a:t>
            </a:r>
          </a:p>
        </p:txBody>
      </p:sp>
      <p:sp>
        <p:nvSpPr>
          <p:cNvPr id="11" name="Rectangle 10">
            <a:extLst>
              <a:ext uri="{FF2B5EF4-FFF2-40B4-BE49-F238E27FC236}">
                <a16:creationId xmlns:a16="http://schemas.microsoft.com/office/drawing/2014/main" id="{E66EA6FB-A625-FA53-EA65-B1DD813C3AED}"/>
              </a:ext>
            </a:extLst>
          </p:cNvPr>
          <p:cNvSpPr/>
          <p:nvPr/>
        </p:nvSpPr>
        <p:spPr>
          <a:xfrm>
            <a:off x="3051789" y="2266950"/>
            <a:ext cx="2438400"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Platform</a:t>
            </a:r>
          </a:p>
          <a:p>
            <a:pPr algn="ctr"/>
            <a:r>
              <a:rPr lang="en-IN" dirty="0"/>
              <a:t>Runtime, Databases, </a:t>
            </a:r>
            <a:r>
              <a:rPr lang="en-IN" b="1" dirty="0">
                <a:solidFill>
                  <a:srgbClr val="FF0000"/>
                </a:solidFill>
                <a:highlight>
                  <a:srgbClr val="FFFF00"/>
                </a:highlight>
              </a:rPr>
              <a:t>tools</a:t>
            </a:r>
            <a:r>
              <a:rPr lang="en-IN" dirty="0"/>
              <a:t>, connectivity</a:t>
            </a:r>
          </a:p>
        </p:txBody>
      </p:sp>
      <p:sp>
        <p:nvSpPr>
          <p:cNvPr id="12" name="Rectangle 11">
            <a:extLst>
              <a:ext uri="{FF2B5EF4-FFF2-40B4-BE49-F238E27FC236}">
                <a16:creationId xmlns:a16="http://schemas.microsoft.com/office/drawing/2014/main" id="{D92DCEEF-41D4-BE4B-2E98-5CCB89AB32E6}"/>
              </a:ext>
            </a:extLst>
          </p:cNvPr>
          <p:cNvSpPr/>
          <p:nvPr/>
        </p:nvSpPr>
        <p:spPr>
          <a:xfrm>
            <a:off x="2971800" y="819150"/>
            <a:ext cx="2590800" cy="10668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t>App development</a:t>
            </a:r>
          </a:p>
          <a:p>
            <a:pPr algn="ctr"/>
            <a:r>
              <a:rPr lang="en-IN" dirty="0"/>
              <a:t>Code + data</a:t>
            </a:r>
          </a:p>
        </p:txBody>
      </p:sp>
      <p:sp>
        <p:nvSpPr>
          <p:cNvPr id="13" name="Arrow: Right 12">
            <a:extLst>
              <a:ext uri="{FF2B5EF4-FFF2-40B4-BE49-F238E27FC236}">
                <a16:creationId xmlns:a16="http://schemas.microsoft.com/office/drawing/2014/main" id="{906289A7-8D1D-967A-CBEF-281BCAE4691C}"/>
              </a:ext>
            </a:extLst>
          </p:cNvPr>
          <p:cNvSpPr/>
          <p:nvPr/>
        </p:nvSpPr>
        <p:spPr>
          <a:xfrm>
            <a:off x="5791200" y="1352550"/>
            <a:ext cx="914400" cy="2362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2E24C6C-8F34-8BB5-0D3E-58C74A710161}"/>
              </a:ext>
            </a:extLst>
          </p:cNvPr>
          <p:cNvSpPr/>
          <p:nvPr/>
        </p:nvSpPr>
        <p:spPr>
          <a:xfrm>
            <a:off x="6858000" y="1962150"/>
            <a:ext cx="2151574" cy="2819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BTP Platform</a:t>
            </a:r>
          </a:p>
          <a:p>
            <a:pPr algn="ctr"/>
            <a:endParaRPr lang="en-IN" dirty="0"/>
          </a:p>
          <a:p>
            <a:pPr algn="ctr"/>
            <a:r>
              <a:rPr lang="en-IN" dirty="0"/>
              <a:t>IaaS (AWS, Microsoft) + Platform </a:t>
            </a:r>
          </a:p>
        </p:txBody>
      </p:sp>
      <p:sp>
        <p:nvSpPr>
          <p:cNvPr id="15" name="Rectangle 14">
            <a:extLst>
              <a:ext uri="{FF2B5EF4-FFF2-40B4-BE49-F238E27FC236}">
                <a16:creationId xmlns:a16="http://schemas.microsoft.com/office/drawing/2014/main" id="{B80ECD11-4AE7-1B5B-21A1-0E4C4B2B41D8}"/>
              </a:ext>
            </a:extLst>
          </p:cNvPr>
          <p:cNvSpPr/>
          <p:nvPr/>
        </p:nvSpPr>
        <p:spPr>
          <a:xfrm>
            <a:off x="6891790" y="819150"/>
            <a:ext cx="1999581" cy="562739"/>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t>App development</a:t>
            </a:r>
          </a:p>
          <a:p>
            <a:pPr algn="ctr"/>
            <a:r>
              <a:rPr lang="en-IN" dirty="0"/>
              <a:t>Code + data</a:t>
            </a:r>
          </a:p>
        </p:txBody>
      </p:sp>
    </p:spTree>
    <p:extLst>
      <p:ext uri="{BB962C8B-B14F-4D97-AF65-F5344CB8AC3E}">
        <p14:creationId xmlns:p14="http://schemas.microsoft.com/office/powerpoint/2010/main" val="2452722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39CFF-89FA-3D8C-77B2-142A4E3969BF}"/>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B0D12A7A-DFE3-B41F-06D3-084D9495B553}"/>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Dev space?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9F0E2D5-38F5-6632-9D5F-7B64C897D00B}"/>
              </a:ext>
            </a:extLst>
          </p:cNvPr>
          <p:cNvSpPr txBox="1"/>
          <p:nvPr/>
        </p:nvSpPr>
        <p:spPr>
          <a:xfrm>
            <a:off x="134426" y="490759"/>
            <a:ext cx="8615133" cy="1131063"/>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A dev space is a virtual machine running in cloud (internet)</a:t>
            </a:r>
          </a:p>
          <a:p>
            <a:pPr marL="285750" indent="-285750">
              <a:buFont typeface="Arial" panose="020B0604020202020204" pitchFamily="34" charset="0"/>
              <a:buChar char="•"/>
            </a:pPr>
            <a:r>
              <a:rPr lang="en-IN" sz="1350" dirty="0">
                <a:latin typeface="Amasis MT Pro" panose="02040504050005020304" pitchFamily="18" charset="0"/>
              </a:rPr>
              <a:t>A dev space restrict one developer not exhaust all the available memory, rather they are restricted to 4 GB and up to 2 dev space per dev.</a:t>
            </a:r>
          </a:p>
          <a:p>
            <a:pPr marL="285750" indent="-285750">
              <a:buFont typeface="Arial" panose="020B0604020202020204" pitchFamily="34" charset="0"/>
              <a:buChar char="•"/>
            </a:pPr>
            <a:r>
              <a:rPr lang="en-IN" sz="1350" dirty="0">
                <a:latin typeface="Amasis MT Pro" panose="02040504050005020304" pitchFamily="18" charset="0"/>
              </a:rPr>
              <a:t>Its private development area to protect unauthorized project access</a:t>
            </a:r>
          </a:p>
          <a:p>
            <a:pPr marL="285750" indent="-285750">
              <a:buFont typeface="Arial" panose="020B0604020202020204" pitchFamily="34" charset="0"/>
              <a:buChar char="•"/>
            </a:pPr>
            <a:r>
              <a:rPr lang="en-IN" sz="1350" dirty="0">
                <a:latin typeface="Amasis MT Pro" panose="02040504050005020304" pitchFamily="18" charset="0"/>
              </a:rPr>
              <a:t>Pre-configured according to the needs Fiori, Full Stack, HANA dev, Hybrid</a:t>
            </a:r>
          </a:p>
        </p:txBody>
      </p:sp>
      <p:sp>
        <p:nvSpPr>
          <p:cNvPr id="4" name="TextBox 3">
            <a:extLst>
              <a:ext uri="{FF2B5EF4-FFF2-40B4-BE49-F238E27FC236}">
                <a16:creationId xmlns:a16="http://schemas.microsoft.com/office/drawing/2014/main" id="{4BDE0A40-8CF6-807D-8AB1-A9BD042CECA3}"/>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318F0F2A-F866-65B7-E030-AD63A7B50C4A}"/>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619B7870-1CD7-5162-24C5-297EFCAE7367}"/>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5D663702-57B0-AA6E-9130-0287AC31982D}"/>
              </a:ext>
            </a:extLst>
          </p:cNvPr>
          <p:cNvSpPr/>
          <p:nvPr/>
        </p:nvSpPr>
        <p:spPr>
          <a:xfrm>
            <a:off x="1905000" y="3867150"/>
            <a:ext cx="5105400" cy="7855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AWS – 1000 GB</a:t>
            </a:r>
          </a:p>
        </p:txBody>
      </p:sp>
      <p:sp>
        <p:nvSpPr>
          <p:cNvPr id="8" name="Smiley Face 7">
            <a:extLst>
              <a:ext uri="{FF2B5EF4-FFF2-40B4-BE49-F238E27FC236}">
                <a16:creationId xmlns:a16="http://schemas.microsoft.com/office/drawing/2014/main" id="{EF7B2491-A7BD-F693-C835-4E2BC07387BD}"/>
              </a:ext>
            </a:extLst>
          </p:cNvPr>
          <p:cNvSpPr/>
          <p:nvPr/>
        </p:nvSpPr>
        <p:spPr>
          <a:xfrm>
            <a:off x="2362200" y="1733550"/>
            <a:ext cx="457200" cy="38100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Smiley Face 8">
            <a:extLst>
              <a:ext uri="{FF2B5EF4-FFF2-40B4-BE49-F238E27FC236}">
                <a16:creationId xmlns:a16="http://schemas.microsoft.com/office/drawing/2014/main" id="{1CD56FDB-6740-A702-AD2D-BDE419019D1D}"/>
              </a:ext>
            </a:extLst>
          </p:cNvPr>
          <p:cNvSpPr/>
          <p:nvPr/>
        </p:nvSpPr>
        <p:spPr>
          <a:xfrm>
            <a:off x="3200400" y="1733550"/>
            <a:ext cx="457200" cy="38100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Smiley Face 9">
            <a:extLst>
              <a:ext uri="{FF2B5EF4-FFF2-40B4-BE49-F238E27FC236}">
                <a16:creationId xmlns:a16="http://schemas.microsoft.com/office/drawing/2014/main" id="{05B04D71-ED45-AE63-A6DC-8C9814BC1F8E}"/>
              </a:ext>
            </a:extLst>
          </p:cNvPr>
          <p:cNvSpPr/>
          <p:nvPr/>
        </p:nvSpPr>
        <p:spPr>
          <a:xfrm>
            <a:off x="4114800" y="1733550"/>
            <a:ext cx="457200" cy="38100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Smiley Face 10">
            <a:extLst>
              <a:ext uri="{FF2B5EF4-FFF2-40B4-BE49-F238E27FC236}">
                <a16:creationId xmlns:a16="http://schemas.microsoft.com/office/drawing/2014/main" id="{EE8D7C97-7971-2549-A860-F501D63A6FC7}"/>
              </a:ext>
            </a:extLst>
          </p:cNvPr>
          <p:cNvSpPr/>
          <p:nvPr/>
        </p:nvSpPr>
        <p:spPr>
          <a:xfrm>
            <a:off x="5130028" y="1757487"/>
            <a:ext cx="457200" cy="38100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Smiley Face 11">
            <a:extLst>
              <a:ext uri="{FF2B5EF4-FFF2-40B4-BE49-F238E27FC236}">
                <a16:creationId xmlns:a16="http://schemas.microsoft.com/office/drawing/2014/main" id="{C773BA96-EB46-C208-2EAE-80B38B2C8E66}"/>
              </a:ext>
            </a:extLst>
          </p:cNvPr>
          <p:cNvSpPr/>
          <p:nvPr/>
        </p:nvSpPr>
        <p:spPr>
          <a:xfrm>
            <a:off x="6145256" y="1757487"/>
            <a:ext cx="457200" cy="38100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BE79C27E-646C-6618-0969-954ADBDE98C2}"/>
              </a:ext>
            </a:extLst>
          </p:cNvPr>
          <p:cNvSpPr/>
          <p:nvPr/>
        </p:nvSpPr>
        <p:spPr>
          <a:xfrm>
            <a:off x="1905000" y="3409950"/>
            <a:ext cx="5105400" cy="381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BTP Platform</a:t>
            </a:r>
          </a:p>
        </p:txBody>
      </p:sp>
      <p:sp>
        <p:nvSpPr>
          <p:cNvPr id="14" name="Rectangle: Single Corner Rounded 13">
            <a:extLst>
              <a:ext uri="{FF2B5EF4-FFF2-40B4-BE49-F238E27FC236}">
                <a16:creationId xmlns:a16="http://schemas.microsoft.com/office/drawing/2014/main" id="{F8EF813B-442B-C2CB-C370-31F78C7561D7}"/>
              </a:ext>
            </a:extLst>
          </p:cNvPr>
          <p:cNvSpPr/>
          <p:nvPr/>
        </p:nvSpPr>
        <p:spPr>
          <a:xfrm>
            <a:off x="1905000" y="3028950"/>
            <a:ext cx="5105400" cy="300066"/>
          </a:xfrm>
          <a:prstGeom prst="round1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BAS</a:t>
            </a:r>
          </a:p>
        </p:txBody>
      </p:sp>
      <p:sp>
        <p:nvSpPr>
          <p:cNvPr id="15" name="Rectangle 14">
            <a:extLst>
              <a:ext uri="{FF2B5EF4-FFF2-40B4-BE49-F238E27FC236}">
                <a16:creationId xmlns:a16="http://schemas.microsoft.com/office/drawing/2014/main" id="{5194D30A-54CF-37E0-D2A9-84DDFA667DD5}"/>
              </a:ext>
            </a:extLst>
          </p:cNvPr>
          <p:cNvSpPr/>
          <p:nvPr/>
        </p:nvSpPr>
        <p:spPr>
          <a:xfrm>
            <a:off x="1905000" y="2419350"/>
            <a:ext cx="609600" cy="5286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Dev</a:t>
            </a:r>
          </a:p>
          <a:p>
            <a:pPr algn="ctr"/>
            <a:r>
              <a:rPr lang="en-IN" dirty="0"/>
              <a:t>4GB</a:t>
            </a:r>
          </a:p>
        </p:txBody>
      </p:sp>
      <p:sp>
        <p:nvSpPr>
          <p:cNvPr id="16" name="Rectangle 15">
            <a:extLst>
              <a:ext uri="{FF2B5EF4-FFF2-40B4-BE49-F238E27FC236}">
                <a16:creationId xmlns:a16="http://schemas.microsoft.com/office/drawing/2014/main" id="{5DF9F05B-E541-95A6-E030-C0CDEF01A662}"/>
              </a:ext>
            </a:extLst>
          </p:cNvPr>
          <p:cNvSpPr/>
          <p:nvPr/>
        </p:nvSpPr>
        <p:spPr>
          <a:xfrm>
            <a:off x="2590800" y="2417140"/>
            <a:ext cx="609600" cy="5286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Dev</a:t>
            </a:r>
          </a:p>
          <a:p>
            <a:pPr algn="ctr"/>
            <a:r>
              <a:rPr lang="en-IN" dirty="0"/>
              <a:t>4GB</a:t>
            </a:r>
          </a:p>
        </p:txBody>
      </p:sp>
    </p:spTree>
    <p:extLst>
      <p:ext uri="{BB962C8B-B14F-4D97-AF65-F5344CB8AC3E}">
        <p14:creationId xmlns:p14="http://schemas.microsoft.com/office/powerpoint/2010/main" val="3202392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20725-C679-5036-4AB2-1D098818EA21}"/>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B652083-DC71-A437-3207-9BC719150CC6}"/>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HTML and HTML5</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734F34E-4ADF-2D2F-C8C5-66A31763C270}"/>
              </a:ext>
            </a:extLst>
          </p:cNvPr>
          <p:cNvSpPr txBox="1"/>
          <p:nvPr/>
        </p:nvSpPr>
        <p:spPr>
          <a:xfrm>
            <a:off x="134426" y="490759"/>
            <a:ext cx="8615133" cy="3624053"/>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HTML stands for Hyper Text Markup Language, It is used to create static web pages. HTML is a markup language and we cannot write programming using HTML with processing.</a:t>
            </a: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dirty="0">
                <a:latin typeface="Amasis MT Pro" panose="02040504050005020304" pitchFamily="18" charset="0"/>
              </a:rPr>
              <a:t>W3C – World Wide Web Consortium which is a org where all the browser vendors are the members. When they release new html version, all the browsers would comply to these new rules. HTML is a tag based language.</a:t>
            </a:r>
          </a:p>
          <a:p>
            <a:endParaRPr lang="en-IN" sz="1350" dirty="0">
              <a:latin typeface="Amasis MT Pro" panose="02040504050005020304" pitchFamily="18" charset="0"/>
            </a:endParaRPr>
          </a:p>
          <a:p>
            <a:r>
              <a:rPr lang="en-IN" sz="1350" dirty="0">
                <a:latin typeface="Amasis MT Pro" panose="02040504050005020304" pitchFamily="18" charset="0"/>
              </a:rPr>
              <a:t>Syntax</a:t>
            </a:r>
          </a:p>
          <a:p>
            <a:r>
              <a:rPr lang="en-IN" sz="1350" dirty="0">
                <a:latin typeface="Amasis MT Pro" panose="02040504050005020304" pitchFamily="18" charset="0"/>
              </a:rPr>
              <a:t>&lt;</a:t>
            </a:r>
            <a:r>
              <a:rPr lang="en-IN" sz="1350" dirty="0" err="1">
                <a:latin typeface="Amasis MT Pro" panose="02040504050005020304" pitchFamily="18" charset="0"/>
              </a:rPr>
              <a:t>tagName</a:t>
            </a:r>
            <a:r>
              <a:rPr lang="en-IN" sz="1350" dirty="0">
                <a:latin typeface="Amasis MT Pro" panose="02040504050005020304" pitchFamily="18" charset="0"/>
              </a:rPr>
              <a:t> prop=“</a:t>
            </a:r>
            <a:r>
              <a:rPr lang="en-IN" sz="1350" dirty="0" err="1">
                <a:latin typeface="Amasis MT Pro" panose="02040504050005020304" pitchFamily="18" charset="0"/>
              </a:rPr>
              <a:t>val</a:t>
            </a:r>
            <a:r>
              <a:rPr lang="en-IN" sz="1350" dirty="0">
                <a:latin typeface="Amasis MT Pro" panose="02040504050005020304" pitchFamily="18" charset="0"/>
              </a:rPr>
              <a:t>”&gt;CONTENT&lt;/</a:t>
            </a:r>
            <a:r>
              <a:rPr lang="en-IN" sz="1350" dirty="0" err="1">
                <a:latin typeface="Amasis MT Pro" panose="02040504050005020304" pitchFamily="18" charset="0"/>
              </a:rPr>
              <a:t>tagName</a:t>
            </a:r>
            <a:r>
              <a:rPr lang="en-IN" sz="1350" dirty="0">
                <a:latin typeface="Amasis MT Pro" panose="02040504050005020304" pitchFamily="18" charset="0"/>
              </a:rPr>
              <a:t>&gt;</a:t>
            </a:r>
          </a:p>
        </p:txBody>
      </p:sp>
      <p:sp>
        <p:nvSpPr>
          <p:cNvPr id="4" name="TextBox 3">
            <a:extLst>
              <a:ext uri="{FF2B5EF4-FFF2-40B4-BE49-F238E27FC236}">
                <a16:creationId xmlns:a16="http://schemas.microsoft.com/office/drawing/2014/main" id="{0CC22BD7-B185-F254-A8E0-1334A721817D}"/>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C370F0B8-BDE9-599F-804A-1BB242DC12F8}"/>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ED95CADD-7F4E-A534-A8BB-76275847E181}"/>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graphicFrame>
        <p:nvGraphicFramePr>
          <p:cNvPr id="7" name="Table 6">
            <a:extLst>
              <a:ext uri="{FF2B5EF4-FFF2-40B4-BE49-F238E27FC236}">
                <a16:creationId xmlns:a16="http://schemas.microsoft.com/office/drawing/2014/main" id="{5EDC57A2-A878-14DC-16A6-443ACEA33DA7}"/>
              </a:ext>
            </a:extLst>
          </p:cNvPr>
          <p:cNvGraphicFramePr>
            <a:graphicFrameLocks noGrp="1"/>
          </p:cNvGraphicFramePr>
          <p:nvPr>
            <p:extLst>
              <p:ext uri="{D42A27DB-BD31-4B8C-83A1-F6EECF244321}">
                <p14:modId xmlns:p14="http://schemas.microsoft.com/office/powerpoint/2010/main" val="3157811802"/>
              </p:ext>
            </p:extLst>
          </p:nvPr>
        </p:nvGraphicFramePr>
        <p:xfrm>
          <a:off x="256476" y="1047750"/>
          <a:ext cx="4315524" cy="1828800"/>
        </p:xfrm>
        <a:graphic>
          <a:graphicData uri="http://schemas.openxmlformats.org/drawingml/2006/table">
            <a:tbl>
              <a:tblPr firstRow="1" bandRow="1">
                <a:tableStyleId>{5C22544A-7EE6-4342-B048-85BDC9FD1C3A}</a:tableStyleId>
              </a:tblPr>
              <a:tblGrid>
                <a:gridCol w="2157762">
                  <a:extLst>
                    <a:ext uri="{9D8B030D-6E8A-4147-A177-3AD203B41FA5}">
                      <a16:colId xmlns:a16="http://schemas.microsoft.com/office/drawing/2014/main" val="4049937246"/>
                    </a:ext>
                  </a:extLst>
                </a:gridCol>
                <a:gridCol w="2157762">
                  <a:extLst>
                    <a:ext uri="{9D8B030D-6E8A-4147-A177-3AD203B41FA5}">
                      <a16:colId xmlns:a16="http://schemas.microsoft.com/office/drawing/2014/main" val="3971375741"/>
                    </a:ext>
                  </a:extLst>
                </a:gridCol>
              </a:tblGrid>
              <a:tr h="254000">
                <a:tc>
                  <a:txBody>
                    <a:bodyPr/>
                    <a:lstStyle/>
                    <a:p>
                      <a:r>
                        <a:rPr lang="en-IN" sz="1400" dirty="0"/>
                        <a:t>Year</a:t>
                      </a:r>
                    </a:p>
                  </a:txBody>
                  <a:tcPr/>
                </a:tc>
                <a:tc>
                  <a:txBody>
                    <a:bodyPr/>
                    <a:lstStyle/>
                    <a:p>
                      <a:r>
                        <a:rPr lang="en-IN" sz="1400" dirty="0"/>
                        <a:t>Version</a:t>
                      </a:r>
                    </a:p>
                  </a:txBody>
                  <a:tcPr/>
                </a:tc>
                <a:extLst>
                  <a:ext uri="{0D108BD9-81ED-4DB2-BD59-A6C34878D82A}">
                    <a16:rowId xmlns:a16="http://schemas.microsoft.com/office/drawing/2014/main" val="589049754"/>
                  </a:ext>
                </a:extLst>
              </a:tr>
              <a:tr h="254000">
                <a:tc>
                  <a:txBody>
                    <a:bodyPr/>
                    <a:lstStyle/>
                    <a:p>
                      <a:r>
                        <a:rPr lang="en-IN" sz="1400" dirty="0"/>
                        <a:t>1991</a:t>
                      </a:r>
                    </a:p>
                  </a:txBody>
                  <a:tcPr/>
                </a:tc>
                <a:tc>
                  <a:txBody>
                    <a:bodyPr/>
                    <a:lstStyle/>
                    <a:p>
                      <a:r>
                        <a:rPr lang="en-IN" sz="1400" dirty="0"/>
                        <a:t>HTML</a:t>
                      </a:r>
                    </a:p>
                  </a:txBody>
                  <a:tcPr/>
                </a:tc>
                <a:extLst>
                  <a:ext uri="{0D108BD9-81ED-4DB2-BD59-A6C34878D82A}">
                    <a16:rowId xmlns:a16="http://schemas.microsoft.com/office/drawing/2014/main" val="2043686801"/>
                  </a:ext>
                </a:extLst>
              </a:tr>
              <a:tr h="254000">
                <a:tc>
                  <a:txBody>
                    <a:bodyPr/>
                    <a:lstStyle/>
                    <a:p>
                      <a:r>
                        <a:rPr lang="en-IN" sz="1400" dirty="0"/>
                        <a:t>1993</a:t>
                      </a:r>
                    </a:p>
                  </a:txBody>
                  <a:tcPr/>
                </a:tc>
                <a:tc>
                  <a:txBody>
                    <a:bodyPr/>
                    <a:lstStyle/>
                    <a:p>
                      <a:r>
                        <a:rPr lang="en-IN" sz="1400" dirty="0"/>
                        <a:t>HTML 2.0</a:t>
                      </a:r>
                    </a:p>
                  </a:txBody>
                  <a:tcPr/>
                </a:tc>
                <a:extLst>
                  <a:ext uri="{0D108BD9-81ED-4DB2-BD59-A6C34878D82A}">
                    <a16:rowId xmlns:a16="http://schemas.microsoft.com/office/drawing/2014/main" val="3158513238"/>
                  </a:ext>
                </a:extLst>
              </a:tr>
              <a:tr h="254000">
                <a:tc>
                  <a:txBody>
                    <a:bodyPr/>
                    <a:lstStyle/>
                    <a:p>
                      <a:r>
                        <a:rPr lang="en-IN" sz="1400" dirty="0"/>
                        <a:t>1995</a:t>
                      </a:r>
                    </a:p>
                  </a:txBody>
                  <a:tcPr/>
                </a:tc>
                <a:tc>
                  <a:txBody>
                    <a:bodyPr/>
                    <a:lstStyle/>
                    <a:p>
                      <a:r>
                        <a:rPr lang="en-IN" sz="1400" dirty="0"/>
                        <a:t>HTML 3.0</a:t>
                      </a:r>
                    </a:p>
                  </a:txBody>
                  <a:tcPr/>
                </a:tc>
                <a:extLst>
                  <a:ext uri="{0D108BD9-81ED-4DB2-BD59-A6C34878D82A}">
                    <a16:rowId xmlns:a16="http://schemas.microsoft.com/office/drawing/2014/main" val="3422151812"/>
                  </a:ext>
                </a:extLst>
              </a:tr>
              <a:tr h="254000">
                <a:tc>
                  <a:txBody>
                    <a:bodyPr/>
                    <a:lstStyle/>
                    <a:p>
                      <a:r>
                        <a:rPr lang="en-IN" sz="1400" dirty="0"/>
                        <a:t>1997</a:t>
                      </a:r>
                    </a:p>
                  </a:txBody>
                  <a:tcPr/>
                </a:tc>
                <a:tc>
                  <a:txBody>
                    <a:bodyPr/>
                    <a:lstStyle/>
                    <a:p>
                      <a:r>
                        <a:rPr lang="en-IN" sz="1400" dirty="0"/>
                        <a:t>XHTML</a:t>
                      </a:r>
                    </a:p>
                  </a:txBody>
                  <a:tcPr/>
                </a:tc>
                <a:extLst>
                  <a:ext uri="{0D108BD9-81ED-4DB2-BD59-A6C34878D82A}">
                    <a16:rowId xmlns:a16="http://schemas.microsoft.com/office/drawing/2014/main" val="1667455897"/>
                  </a:ext>
                </a:extLst>
              </a:tr>
              <a:tr h="254000">
                <a:tc>
                  <a:txBody>
                    <a:bodyPr/>
                    <a:lstStyle/>
                    <a:p>
                      <a:r>
                        <a:rPr lang="en-IN" sz="1400" dirty="0"/>
                        <a:t>2014</a:t>
                      </a:r>
                    </a:p>
                  </a:txBody>
                  <a:tcPr/>
                </a:tc>
                <a:tc>
                  <a:txBody>
                    <a:bodyPr/>
                    <a:lstStyle/>
                    <a:p>
                      <a:r>
                        <a:rPr lang="en-IN" sz="1400" dirty="0"/>
                        <a:t>HTML 5</a:t>
                      </a:r>
                    </a:p>
                  </a:txBody>
                  <a:tcPr/>
                </a:tc>
                <a:extLst>
                  <a:ext uri="{0D108BD9-81ED-4DB2-BD59-A6C34878D82A}">
                    <a16:rowId xmlns:a16="http://schemas.microsoft.com/office/drawing/2014/main" val="4053239290"/>
                  </a:ext>
                </a:extLst>
              </a:tr>
            </a:tbl>
          </a:graphicData>
        </a:graphic>
      </p:graphicFrame>
    </p:spTree>
    <p:extLst>
      <p:ext uri="{BB962C8B-B14F-4D97-AF65-F5344CB8AC3E}">
        <p14:creationId xmlns:p14="http://schemas.microsoft.com/office/powerpoint/2010/main" val="3457147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FF80E-BDE4-457C-F999-02389B7C8416}"/>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0E896FE6-5ECB-337F-3387-AEF42DDE0B8B}"/>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Funda Fox</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D91F2EC-5791-4346-D261-95D75CA23557}"/>
              </a:ext>
            </a:extLst>
          </p:cNvPr>
          <p:cNvSpPr txBox="1"/>
          <p:nvPr/>
        </p:nvSpPr>
        <p:spPr>
          <a:xfrm>
            <a:off x="134426" y="490759"/>
            <a:ext cx="8615133" cy="2793056"/>
          </a:xfrm>
          <a:prstGeom prst="rect">
            <a:avLst/>
          </a:prstGeom>
          <a:noFill/>
        </p:spPr>
        <p:txBody>
          <a:bodyPr wrap="square" lIns="91424" tIns="45712" rIns="91424" bIns="45712" rtlCol="0">
            <a:spAutoFit/>
          </a:bodyPr>
          <a:lstStyle/>
          <a:p>
            <a:pPr marL="285750" indent="-285750">
              <a:buFont typeface="Arial" panose="020B0604020202020204" pitchFamily="34" charset="0"/>
              <a:buChar char="•"/>
            </a:pPr>
            <a:r>
              <a:rPr lang="en-IN" sz="1350" dirty="0">
                <a:latin typeface="Amasis MT Pro" panose="02040504050005020304" pitchFamily="18" charset="0"/>
              </a:rPr>
              <a:t>All the browsers directly understand html</a:t>
            </a:r>
          </a:p>
          <a:p>
            <a:pPr marL="285750" indent="-285750">
              <a:buFont typeface="Arial" panose="020B0604020202020204" pitchFamily="34" charset="0"/>
              <a:buChar char="•"/>
            </a:pPr>
            <a:r>
              <a:rPr lang="en-IN" sz="1350" dirty="0">
                <a:latin typeface="Amasis MT Pro" panose="02040504050005020304" pitchFamily="18" charset="0"/>
              </a:rPr>
              <a:t>HTML is not a programming language</a:t>
            </a:r>
          </a:p>
          <a:p>
            <a:pPr marL="285750" indent="-285750">
              <a:buFont typeface="Arial" panose="020B0604020202020204" pitchFamily="34" charset="0"/>
              <a:buChar char="•"/>
            </a:pPr>
            <a:r>
              <a:rPr lang="en-IN" sz="1350" dirty="0">
                <a:latin typeface="Amasis MT Pro" panose="02040504050005020304" pitchFamily="18" charset="0"/>
              </a:rPr>
              <a:t>HTML5 is just the latest version of HTML</a:t>
            </a:r>
          </a:p>
          <a:p>
            <a:pPr marL="285750" indent="-285750">
              <a:buFont typeface="Arial" panose="020B0604020202020204" pitchFamily="34" charset="0"/>
              <a:buChar char="•"/>
            </a:pPr>
            <a:r>
              <a:rPr lang="en-IN" sz="1350" dirty="0">
                <a:latin typeface="Amasis MT Pro" panose="02040504050005020304" pitchFamily="18" charset="0"/>
              </a:rPr>
              <a:t>Every HTML document contains a HEAD – brain and BODY – Content, User will only see what we keep in body</a:t>
            </a:r>
          </a:p>
          <a:p>
            <a:pPr marL="285750" indent="-285750">
              <a:buFont typeface="Arial" panose="020B0604020202020204" pitchFamily="34" charset="0"/>
              <a:buChar char="•"/>
            </a:pPr>
            <a:r>
              <a:rPr lang="en-IN" sz="1350" dirty="0">
                <a:latin typeface="Amasis MT Pro" panose="02040504050005020304" pitchFamily="18" charset="0"/>
              </a:rPr>
              <a:t>We have so many tags in HTML provided by W3C = </a:t>
            </a:r>
            <a:r>
              <a:rPr lang="en-IN" sz="1350" dirty="0">
                <a:latin typeface="Amasis MT Pro" panose="02040504050005020304" pitchFamily="18" charset="0"/>
                <a:hlinkClick r:id="rId2"/>
              </a:rPr>
              <a:t>here</a:t>
            </a:r>
            <a:endParaRPr lang="en-IN" sz="1350" dirty="0">
              <a:latin typeface="Amasis MT Pro" panose="02040504050005020304" pitchFamily="18" charset="0"/>
            </a:endParaRPr>
          </a:p>
          <a:p>
            <a:pPr marL="285750" indent="-285750">
              <a:buFont typeface="Arial" panose="020B0604020202020204" pitchFamily="34" charset="0"/>
              <a:buChar char="•"/>
            </a:pPr>
            <a:r>
              <a:rPr lang="en-IN" sz="1350" dirty="0">
                <a:latin typeface="Amasis MT Pro" panose="02040504050005020304" pitchFamily="18" charset="0"/>
              </a:rPr>
              <a:t>When we run a webpage which is created using HTML, it is treated like TREE data structure, called as DOM (Document Object Model).</a:t>
            </a:r>
          </a:p>
          <a:p>
            <a:pPr marL="285750" indent="-285750">
              <a:buFont typeface="Arial" panose="020B0604020202020204" pitchFamily="34" charset="0"/>
              <a:buChar char="•"/>
            </a:pPr>
            <a:r>
              <a:rPr lang="en-IN" sz="1350" dirty="0">
                <a:latin typeface="Amasis MT Pro" panose="02040504050005020304" pitchFamily="18" charset="0"/>
              </a:rPr>
              <a:t>DOM contains multiple HTML elements (tags)</a:t>
            </a:r>
          </a:p>
          <a:p>
            <a:pPr marL="285750" indent="-285750">
              <a:buFont typeface="Arial" panose="020B0604020202020204" pitchFamily="34" charset="0"/>
              <a:buChar char="•"/>
            </a:pPr>
            <a:r>
              <a:rPr lang="en-IN" sz="1350" dirty="0">
                <a:latin typeface="Amasis MT Pro" panose="02040504050005020304" pitchFamily="18" charset="0"/>
              </a:rPr>
              <a:t>We can check the DOM using F12 (dev tools) key in the browser</a:t>
            </a:r>
          </a:p>
          <a:p>
            <a:pPr marL="285750" indent="-285750">
              <a:buFont typeface="Arial" panose="020B0604020202020204" pitchFamily="34" charset="0"/>
              <a:buChar char="•"/>
            </a:pPr>
            <a:r>
              <a:rPr lang="en-IN" sz="1350" dirty="0">
                <a:latin typeface="Amasis MT Pro" panose="02040504050005020304" pitchFamily="18" charset="0"/>
              </a:rPr>
              <a:t>Every HTML element on a page can have a unique ID property</a:t>
            </a:r>
          </a:p>
          <a:p>
            <a:pPr marL="285750" indent="-285750">
              <a:buFont typeface="Arial" panose="020B0604020202020204" pitchFamily="34" charset="0"/>
              <a:buChar char="•"/>
            </a:pPr>
            <a:r>
              <a:rPr lang="en-IN" sz="1350" dirty="0">
                <a:latin typeface="Amasis MT Pro" panose="02040504050005020304" pitchFamily="18" charset="0"/>
              </a:rPr>
              <a:t>It can also have a name property for semantic identification</a:t>
            </a:r>
          </a:p>
          <a:p>
            <a:pPr marL="285750" indent="-285750">
              <a:buFont typeface="Arial" panose="020B0604020202020204" pitchFamily="34" charset="0"/>
              <a:buChar char="•"/>
            </a:pPr>
            <a:r>
              <a:rPr lang="en-IN" sz="1350" dirty="0">
                <a:latin typeface="Amasis MT Pro" panose="02040504050005020304" pitchFamily="18" charset="0"/>
              </a:rPr>
              <a:t>We can also integrate one DOM inside another DOM using a </a:t>
            </a:r>
            <a:r>
              <a:rPr lang="en-IN" sz="1350" dirty="0" err="1">
                <a:latin typeface="Amasis MT Pro" panose="02040504050005020304" pitchFamily="18" charset="0"/>
              </a:rPr>
              <a:t>iframe</a:t>
            </a:r>
            <a:r>
              <a:rPr lang="en-IN" sz="1350" dirty="0">
                <a:latin typeface="Amasis MT Pro" panose="02040504050005020304" pitchFamily="18" charset="0"/>
              </a:rPr>
              <a:t> element</a:t>
            </a:r>
          </a:p>
        </p:txBody>
      </p:sp>
      <p:sp>
        <p:nvSpPr>
          <p:cNvPr id="4" name="TextBox 3">
            <a:extLst>
              <a:ext uri="{FF2B5EF4-FFF2-40B4-BE49-F238E27FC236}">
                <a16:creationId xmlns:a16="http://schemas.microsoft.com/office/drawing/2014/main" id="{738DDD84-A8EA-A26D-5BDA-B30240248DED}"/>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94A37E8A-1AF3-7010-86E4-F44D582845B3}"/>
              </a:ext>
            </a:extLst>
          </p:cNvPr>
          <p:cNvPicPr>
            <a:picLocks noChangeAspect="1"/>
          </p:cNvPicPr>
          <p:nvPr/>
        </p:nvPicPr>
        <p:blipFill>
          <a:blip r:embed="rId3"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A7F957F0-3BD6-CB23-293A-CDB865AACA2F}"/>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3628890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8FE06-92AF-3155-212C-19F2F15F5E7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2D92F59E-FC22-1788-FC6C-38587C796BAE}"/>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Title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A643352-B0AF-0365-81D5-C6FDE9DBC13E}"/>
              </a:ext>
            </a:extLst>
          </p:cNvPr>
          <p:cNvSpPr txBox="1"/>
          <p:nvPr/>
        </p:nvSpPr>
        <p:spPr>
          <a:xfrm>
            <a:off x="134426" y="490759"/>
            <a:ext cx="8615133" cy="4154967"/>
          </a:xfrm>
          <a:prstGeom prst="rect">
            <a:avLst/>
          </a:prstGeom>
          <a:noFill/>
        </p:spPr>
        <p:txBody>
          <a:bodyPr wrap="square" lIns="91424" tIns="45712" rIns="91424" bIns="45712" rtlCol="0">
            <a:spAutoFit/>
          </a:bodyPr>
          <a:lstStyle/>
          <a:p>
            <a:r>
              <a:rPr lang="en-IN" sz="8800" b="1" dirty="0">
                <a:latin typeface="Amasis MT Pro" panose="02040504050005020304" pitchFamily="18" charset="0"/>
              </a:rPr>
              <a:t>There is nothing like magic</a:t>
            </a:r>
          </a:p>
        </p:txBody>
      </p:sp>
      <p:sp>
        <p:nvSpPr>
          <p:cNvPr id="4" name="TextBox 3">
            <a:extLst>
              <a:ext uri="{FF2B5EF4-FFF2-40B4-BE49-F238E27FC236}">
                <a16:creationId xmlns:a16="http://schemas.microsoft.com/office/drawing/2014/main" id="{ED486E17-6127-0E17-A6A5-53BAAFD66DF6}"/>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E83725C2-2704-ACDC-E746-742C84D91993}"/>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0E01C335-6EB5-0644-BFD4-510C01561DC2}"/>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3972543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63B71-A887-4C20-63BD-CDD263127609}"/>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9897F5EF-0920-CD24-C8FE-08BF734ABEF5}"/>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err="1">
                <a:latin typeface="Cooper Black" panose="0208090404030B020404" pitchFamily="18" charset="0"/>
                <a:cs typeface="Times New Roman" panose="02020603050405020304" pitchFamily="18" charset="0"/>
              </a:rPr>
              <a:t>Execise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5D5B96B-1643-42CE-07AA-BF5DD1A05F01}"/>
              </a:ext>
            </a:extLst>
          </p:cNvPr>
          <p:cNvSpPr txBox="1"/>
          <p:nvPr/>
        </p:nvSpPr>
        <p:spPr>
          <a:xfrm>
            <a:off x="134426" y="490759"/>
            <a:ext cx="8615133" cy="1962059"/>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Create list of 4 technical topics</a:t>
            </a:r>
          </a:p>
          <a:p>
            <a:r>
              <a:rPr lang="en-IN" sz="1350" dirty="0">
                <a:latin typeface="Amasis MT Pro" panose="02040504050005020304" pitchFamily="18" charset="0"/>
              </a:rPr>
              <a:t>SAP BTP CAPM</a:t>
            </a:r>
          </a:p>
          <a:p>
            <a:r>
              <a:rPr lang="en-IN" sz="1350" dirty="0">
                <a:latin typeface="Amasis MT Pro" panose="02040504050005020304" pitchFamily="18" charset="0"/>
              </a:rPr>
              <a:t>SAP BTP RAP</a:t>
            </a:r>
          </a:p>
          <a:p>
            <a:r>
              <a:rPr lang="en-IN" sz="1350" dirty="0">
                <a:latin typeface="Amasis MT Pro" panose="02040504050005020304" pitchFamily="18" charset="0"/>
              </a:rPr>
              <a:t>SAP Analytics Cloud</a:t>
            </a:r>
          </a:p>
          <a:p>
            <a:r>
              <a:rPr lang="en-IN" sz="1350" dirty="0">
                <a:latin typeface="Amasis MT Pro" panose="02040504050005020304" pitchFamily="18" charset="0"/>
              </a:rPr>
              <a:t>SAP UI5 and Fiori</a:t>
            </a:r>
          </a:p>
          <a:p>
            <a:endParaRPr lang="en-IN" sz="1350" dirty="0">
              <a:latin typeface="Amasis MT Pro" panose="02040504050005020304" pitchFamily="18" charset="0"/>
            </a:endParaRPr>
          </a:p>
          <a:p>
            <a:r>
              <a:rPr lang="en-IN" sz="1350" dirty="0">
                <a:latin typeface="Amasis MT Pro" panose="02040504050005020304" pitchFamily="18" charset="0"/>
              </a:rPr>
              <a:t>When we click on any item of these list items, it should open a demo video from below channel</a:t>
            </a:r>
          </a:p>
          <a:p>
            <a:r>
              <a:rPr lang="en-IN" sz="1350" dirty="0">
                <a:latin typeface="Amasis MT Pro" panose="02040504050005020304" pitchFamily="18" charset="0"/>
                <a:hlinkClick r:id="rId2"/>
              </a:rPr>
              <a:t>https://www.youtube.com/@AnubhavOberoy/videos</a:t>
            </a:r>
            <a:endParaRPr lang="en-IN" sz="1350" dirty="0">
              <a:latin typeface="Amasis MT Pro" panose="02040504050005020304" pitchFamily="18" charset="0"/>
            </a:endParaRPr>
          </a:p>
          <a:p>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E33F10C2-4157-6B41-0531-B228B4616A12}"/>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66F6ECED-C54F-7F1D-FAC6-EF96A0E9F9E5}"/>
              </a:ext>
            </a:extLst>
          </p:cNvPr>
          <p:cNvPicPr>
            <a:picLocks noChangeAspect="1"/>
          </p:cNvPicPr>
          <p:nvPr/>
        </p:nvPicPr>
        <p:blipFill>
          <a:blip r:embed="rId3"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7F687502-622D-9647-8D70-6D3B61BBAA7A}"/>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804373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30957-CF57-1C03-83A0-E4658CB39E9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2E343A26-4909-94DB-3FB4-8A56E4211421}"/>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Block Level Elements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B03DB1F-374B-5A26-DDA2-9314C5118B6C}"/>
              </a:ext>
            </a:extLst>
          </p:cNvPr>
          <p:cNvSpPr txBox="1"/>
          <p:nvPr/>
        </p:nvSpPr>
        <p:spPr>
          <a:xfrm>
            <a:off x="134426" y="490759"/>
            <a:ext cx="8615133" cy="1546561"/>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These elements do not have their own footprint on the screen, these elements are used to structure your web page. It helps grouping of elements so, alignment and management becomes easy.</a:t>
            </a:r>
          </a:p>
          <a:p>
            <a:endParaRPr lang="en-IN" sz="1350" dirty="0">
              <a:latin typeface="Amasis MT Pro" panose="02040504050005020304" pitchFamily="18" charset="0"/>
            </a:endParaRPr>
          </a:p>
          <a:p>
            <a:r>
              <a:rPr lang="en-IN" sz="1350" dirty="0">
                <a:latin typeface="Amasis MT Pro" panose="02040504050005020304" pitchFamily="18" charset="0"/>
              </a:rPr>
              <a:t>&lt;div&gt; - division tag</a:t>
            </a:r>
          </a:p>
          <a:p>
            <a:r>
              <a:rPr lang="en-IN" sz="1350" dirty="0">
                <a:latin typeface="Amasis MT Pro" panose="02040504050005020304" pitchFamily="18" charset="0"/>
              </a:rPr>
              <a:t>Always starts with a new line. We can also provide an additional class property (classification like a group name)</a:t>
            </a:r>
          </a:p>
          <a:p>
            <a:r>
              <a:rPr lang="en-IN" sz="1350" dirty="0">
                <a:latin typeface="Amasis MT Pro" panose="02040504050005020304" pitchFamily="18" charset="0"/>
              </a:rPr>
              <a:t>&lt;span&gt; - inline element</a:t>
            </a:r>
          </a:p>
          <a:p>
            <a:r>
              <a:rPr lang="en-IN" sz="1350" dirty="0">
                <a:latin typeface="Amasis MT Pro" panose="02040504050005020304" pitchFamily="18" charset="0"/>
              </a:rPr>
              <a:t>Align all elements in a single line.</a:t>
            </a:r>
          </a:p>
        </p:txBody>
      </p:sp>
      <p:sp>
        <p:nvSpPr>
          <p:cNvPr id="4" name="TextBox 3">
            <a:extLst>
              <a:ext uri="{FF2B5EF4-FFF2-40B4-BE49-F238E27FC236}">
                <a16:creationId xmlns:a16="http://schemas.microsoft.com/office/drawing/2014/main" id="{80FB56BA-C67C-F3AC-8852-4D9936264D77}"/>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7EA36342-42B6-41FE-3144-2FD39252CE8F}"/>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8CDD6E07-8445-CBFE-B568-2800B8E1873B}"/>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907500E1-8DBE-3B40-AD2D-673A6BE44709}"/>
              </a:ext>
            </a:extLst>
          </p:cNvPr>
          <p:cNvSpPr/>
          <p:nvPr/>
        </p:nvSpPr>
        <p:spPr>
          <a:xfrm>
            <a:off x="2514600" y="2724150"/>
            <a:ext cx="2743200" cy="1600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Avenger</a:t>
            </a:r>
          </a:p>
          <a:p>
            <a:pPr algn="ctr"/>
            <a:endParaRPr lang="en-IN" dirty="0"/>
          </a:p>
          <a:p>
            <a:pPr algn="ctr"/>
            <a:endParaRPr lang="en-IN" dirty="0"/>
          </a:p>
          <a:p>
            <a:pPr algn="ctr"/>
            <a:endParaRPr lang="en-IN" dirty="0"/>
          </a:p>
        </p:txBody>
      </p:sp>
      <p:sp>
        <p:nvSpPr>
          <p:cNvPr id="8" name="Rectangle 7">
            <a:extLst>
              <a:ext uri="{FF2B5EF4-FFF2-40B4-BE49-F238E27FC236}">
                <a16:creationId xmlns:a16="http://schemas.microsoft.com/office/drawing/2014/main" id="{83440042-1AC2-1160-435D-FD123D6A6699}"/>
              </a:ext>
            </a:extLst>
          </p:cNvPr>
          <p:cNvSpPr/>
          <p:nvPr/>
        </p:nvSpPr>
        <p:spPr>
          <a:xfrm>
            <a:off x="2667000" y="3333750"/>
            <a:ext cx="24384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spiderman</a:t>
            </a:r>
          </a:p>
        </p:txBody>
      </p:sp>
      <p:sp>
        <p:nvSpPr>
          <p:cNvPr id="9" name="Rectangle 8">
            <a:extLst>
              <a:ext uri="{FF2B5EF4-FFF2-40B4-BE49-F238E27FC236}">
                <a16:creationId xmlns:a16="http://schemas.microsoft.com/office/drawing/2014/main" id="{25D22EF2-EA6E-6432-BC45-04B2615EFA9F}"/>
              </a:ext>
            </a:extLst>
          </p:cNvPr>
          <p:cNvSpPr/>
          <p:nvPr/>
        </p:nvSpPr>
        <p:spPr>
          <a:xfrm>
            <a:off x="2678367" y="3790950"/>
            <a:ext cx="24384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ironman</a:t>
            </a:r>
          </a:p>
        </p:txBody>
      </p:sp>
    </p:spTree>
    <p:extLst>
      <p:ext uri="{BB962C8B-B14F-4D97-AF65-F5344CB8AC3E}">
        <p14:creationId xmlns:p14="http://schemas.microsoft.com/office/powerpoint/2010/main" val="225896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C38C0-A630-DCB9-AC46-A9E3B9818B0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1C1B1589-96B5-9E87-FAA5-8C82FF7FC597}"/>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CSS </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79D0007-AE65-FABC-D212-E642A2193A01}"/>
              </a:ext>
            </a:extLst>
          </p:cNvPr>
          <p:cNvSpPr txBox="1"/>
          <p:nvPr/>
        </p:nvSpPr>
        <p:spPr>
          <a:xfrm>
            <a:off x="134426" y="490759"/>
            <a:ext cx="8902573" cy="4093412"/>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CSS stands for Cascading Style Sheet, it is used to format and beautify the HTML content on the page. Before CSS, we used to style HTML content based on tags, it became a nightmare for developers to style content using tag based styling</a:t>
            </a:r>
          </a:p>
          <a:p>
            <a:endParaRPr lang="en-IN" sz="1350" dirty="0">
              <a:latin typeface="Amasis MT Pro" panose="02040504050005020304" pitchFamily="18" charset="0"/>
            </a:endParaRPr>
          </a:p>
          <a:p>
            <a:r>
              <a:rPr lang="en-IN" sz="1200" dirty="0">
                <a:latin typeface="Abadi" panose="020B0604020104020204" pitchFamily="34" charset="0"/>
              </a:rPr>
              <a:t>&lt;p&gt;I Love India&lt;/p&gt;</a:t>
            </a:r>
          </a:p>
          <a:p>
            <a:r>
              <a:rPr lang="en-IN" sz="1200" dirty="0">
                <a:latin typeface="Abadi" panose="020B0604020104020204" pitchFamily="34" charset="0"/>
              </a:rPr>
              <a:t>&lt;p&gt;&lt;</a:t>
            </a:r>
            <a:r>
              <a:rPr lang="en-IN" sz="1200" dirty="0" err="1">
                <a:latin typeface="Abadi" panose="020B0604020104020204" pitchFamily="34" charset="0"/>
              </a:rPr>
              <a:t>color</a:t>
            </a:r>
            <a:r>
              <a:rPr lang="en-IN" sz="1200" dirty="0">
                <a:latin typeface="Abadi" panose="020B0604020104020204" pitchFamily="34" charset="0"/>
              </a:rPr>
              <a:t> value=“red”&gt;I&lt;/</a:t>
            </a:r>
            <a:r>
              <a:rPr lang="en-IN" sz="1200" dirty="0" err="1">
                <a:latin typeface="Abadi" panose="020B0604020104020204" pitchFamily="34" charset="0"/>
              </a:rPr>
              <a:t>color</a:t>
            </a:r>
            <a:r>
              <a:rPr lang="en-IN" sz="1200" dirty="0">
                <a:latin typeface="Abadi" panose="020B0604020104020204" pitchFamily="34" charset="0"/>
              </a:rPr>
              <a:t>&gt;&lt;b&gt;&lt;</a:t>
            </a:r>
            <a:r>
              <a:rPr lang="en-IN" sz="1200" dirty="0" err="1">
                <a:latin typeface="Abadi" panose="020B0604020104020204" pitchFamily="34" charset="0"/>
              </a:rPr>
              <a:t>em</a:t>
            </a:r>
            <a:r>
              <a:rPr lang="en-IN" sz="1200" dirty="0">
                <a:latin typeface="Abadi" panose="020B0604020104020204" pitchFamily="34" charset="0"/>
              </a:rPr>
              <a:t>&gt;&lt;font value=“cursive”&gt;Love&lt;/font&gt;&lt;/</a:t>
            </a:r>
            <a:r>
              <a:rPr lang="en-IN" sz="1200" dirty="0" err="1">
                <a:latin typeface="Abadi" panose="020B0604020104020204" pitchFamily="34" charset="0"/>
              </a:rPr>
              <a:t>em</a:t>
            </a:r>
            <a:r>
              <a:rPr lang="en-IN" sz="1200" dirty="0">
                <a:latin typeface="Abadi" panose="020B0604020104020204" pitchFamily="34" charset="0"/>
              </a:rPr>
              <a:t>&gt;&lt;/b&gt;&lt;</a:t>
            </a:r>
            <a:r>
              <a:rPr lang="en-IN" sz="1200" dirty="0" err="1">
                <a:latin typeface="Abadi" panose="020B0604020104020204" pitchFamily="34" charset="0"/>
              </a:rPr>
              <a:t>color</a:t>
            </a:r>
            <a:r>
              <a:rPr lang="en-IN" sz="1200" dirty="0">
                <a:latin typeface="Abadi" panose="020B0604020104020204" pitchFamily="34" charset="0"/>
              </a:rPr>
              <a:t> value=“blue”&gt;India&lt;/</a:t>
            </a:r>
            <a:r>
              <a:rPr lang="en-IN" sz="1200" dirty="0" err="1">
                <a:latin typeface="Abadi" panose="020B0604020104020204" pitchFamily="34" charset="0"/>
              </a:rPr>
              <a:t>color</a:t>
            </a:r>
            <a:r>
              <a:rPr lang="en-IN" sz="1200" dirty="0">
                <a:latin typeface="Abadi" panose="020B0604020104020204" pitchFamily="34" charset="0"/>
              </a:rPr>
              <a:t>&gt;&lt;/p&gt;</a:t>
            </a:r>
          </a:p>
          <a:p>
            <a:endParaRPr lang="en-IN" sz="1200" dirty="0">
              <a:latin typeface="Abadi" panose="020B0604020104020204" pitchFamily="34" charset="0"/>
            </a:endParaRPr>
          </a:p>
          <a:p>
            <a:r>
              <a:rPr lang="en-IN" sz="1400" dirty="0">
                <a:latin typeface="Amasis MT Pro" panose="02040504050005020304" pitchFamily="18" charset="0"/>
              </a:rPr>
              <a:t>CSS simplifies the process to style the content and reuse the style code also. There are 3 ways we can apply </a:t>
            </a:r>
            <a:r>
              <a:rPr lang="en-IN" sz="1400" dirty="0" err="1">
                <a:latin typeface="Amasis MT Pro" panose="02040504050005020304" pitchFamily="18" charset="0"/>
              </a:rPr>
              <a:t>css</a:t>
            </a:r>
            <a:r>
              <a:rPr lang="en-IN" sz="1400" dirty="0">
                <a:latin typeface="Amasis MT Pro" panose="02040504050005020304" pitchFamily="18" charset="0"/>
              </a:rPr>
              <a:t>:</a:t>
            </a:r>
          </a:p>
          <a:p>
            <a:pPr marL="342900" indent="-342900">
              <a:buAutoNum type="arabicPeriod"/>
            </a:pPr>
            <a:r>
              <a:rPr lang="en-IN" sz="1200" dirty="0">
                <a:latin typeface="Amasis MT Pro" panose="02040504050005020304" pitchFamily="18" charset="0"/>
              </a:rPr>
              <a:t>Inline CSS – When the style code is applied at same element level. It is not the recommended way to apply the style, because it is not reusable, it cause very high effort. This style takes highest effort and priority.</a:t>
            </a:r>
          </a:p>
          <a:p>
            <a:pPr lvl="1"/>
            <a:r>
              <a:rPr lang="en-IN" sz="1200" dirty="0">
                <a:latin typeface="Amasis MT Pro" panose="02040504050005020304" pitchFamily="18" charset="0"/>
              </a:rPr>
              <a:t>&lt;</a:t>
            </a:r>
            <a:r>
              <a:rPr lang="en-IN" sz="1200" dirty="0" err="1">
                <a:latin typeface="Amasis MT Pro" panose="02040504050005020304" pitchFamily="18" charset="0"/>
              </a:rPr>
              <a:t>tagName</a:t>
            </a:r>
            <a:r>
              <a:rPr lang="en-IN" sz="1200" dirty="0">
                <a:latin typeface="Amasis MT Pro" panose="02040504050005020304" pitchFamily="18" charset="0"/>
              </a:rPr>
              <a:t> </a:t>
            </a:r>
            <a:r>
              <a:rPr lang="en-IN" sz="1200" b="1" dirty="0">
                <a:latin typeface="Amasis MT Pro" panose="02040504050005020304" pitchFamily="18" charset="0"/>
              </a:rPr>
              <a:t>style</a:t>
            </a:r>
            <a:r>
              <a:rPr lang="en-IN" sz="1200" i="1" dirty="0">
                <a:latin typeface="Amasis MT Pro" panose="02040504050005020304" pitchFamily="18" charset="0"/>
              </a:rPr>
              <a:t>=“</a:t>
            </a:r>
            <a:r>
              <a:rPr lang="en-IN" sz="1200" i="1" dirty="0" err="1">
                <a:latin typeface="Amasis MT Pro" panose="02040504050005020304" pitchFamily="18" charset="0"/>
              </a:rPr>
              <a:t>prop:value;prop:value;prop:value</a:t>
            </a:r>
            <a:r>
              <a:rPr lang="en-IN" sz="1200" i="1" dirty="0">
                <a:latin typeface="Amasis MT Pro" panose="02040504050005020304" pitchFamily="18" charset="0"/>
              </a:rPr>
              <a:t>”</a:t>
            </a:r>
            <a:r>
              <a:rPr lang="en-IN" sz="1200" dirty="0">
                <a:latin typeface="Amasis MT Pro" panose="02040504050005020304" pitchFamily="18" charset="0"/>
              </a:rPr>
              <a:t>&gt;CONTENT&lt;/</a:t>
            </a:r>
            <a:r>
              <a:rPr lang="en-IN" sz="1200" dirty="0" err="1">
                <a:latin typeface="Amasis MT Pro" panose="02040504050005020304" pitchFamily="18" charset="0"/>
              </a:rPr>
              <a:t>tagName</a:t>
            </a:r>
            <a:r>
              <a:rPr lang="en-IN" sz="1200" dirty="0">
                <a:latin typeface="Amasis MT Pro" panose="02040504050005020304" pitchFamily="18" charset="0"/>
              </a:rPr>
              <a:t>&gt;</a:t>
            </a:r>
            <a:endParaRPr lang="en-IN" sz="1200" i="1" dirty="0">
              <a:latin typeface="Amasis MT Pro" panose="02040504050005020304" pitchFamily="18" charset="0"/>
            </a:endParaRPr>
          </a:p>
          <a:p>
            <a:pPr marL="342900" indent="-342900">
              <a:buAutoNum type="arabicPeriod"/>
            </a:pPr>
            <a:r>
              <a:rPr lang="en-IN" sz="1200" dirty="0">
                <a:latin typeface="Amasis MT Pro" panose="02040504050005020304" pitchFamily="18" charset="0"/>
              </a:rPr>
              <a:t>Internal CSS – When we apply the style code at the page level, it is reusable and it affects multiple elements together.</a:t>
            </a:r>
          </a:p>
          <a:p>
            <a:pPr lvl="1"/>
            <a:r>
              <a:rPr lang="en-IN" sz="1050" b="1" dirty="0">
                <a:latin typeface="Amasis MT Pro" panose="02040504050005020304" pitchFamily="18" charset="0"/>
              </a:rPr>
              <a:t>&lt;style&gt;</a:t>
            </a:r>
          </a:p>
          <a:p>
            <a:pPr lvl="1"/>
            <a:r>
              <a:rPr lang="en-IN" sz="1050" b="1" dirty="0">
                <a:latin typeface="Amasis MT Pro" panose="02040504050005020304" pitchFamily="18" charset="0"/>
              </a:rPr>
              <a:t>	</a:t>
            </a:r>
            <a:r>
              <a:rPr lang="en-IN" sz="1050" b="1" i="1" dirty="0">
                <a:latin typeface="Amasis MT Pro" panose="02040504050005020304" pitchFamily="18" charset="0"/>
              </a:rPr>
              <a:t>selector {</a:t>
            </a:r>
          </a:p>
          <a:p>
            <a:pPr lvl="1"/>
            <a:r>
              <a:rPr lang="en-IN" sz="1050" b="1" i="1" dirty="0">
                <a:latin typeface="Amasis MT Pro" panose="02040504050005020304" pitchFamily="18" charset="0"/>
              </a:rPr>
              <a:t>		</a:t>
            </a:r>
            <a:r>
              <a:rPr lang="en-IN" sz="1050" i="1" dirty="0">
                <a:latin typeface="Amasis MT Pro" panose="02040504050005020304" pitchFamily="18" charset="0"/>
              </a:rPr>
              <a:t>prop: value;</a:t>
            </a:r>
          </a:p>
          <a:p>
            <a:pPr lvl="1"/>
            <a:r>
              <a:rPr lang="en-IN" sz="1050" b="1" i="1" dirty="0">
                <a:latin typeface="Amasis MT Pro" panose="02040504050005020304" pitchFamily="18" charset="0"/>
              </a:rPr>
              <a:t>		</a:t>
            </a:r>
            <a:r>
              <a:rPr lang="en-IN" sz="1050" i="1" dirty="0">
                <a:latin typeface="Amasis MT Pro" panose="02040504050005020304" pitchFamily="18" charset="0"/>
              </a:rPr>
              <a:t>prop: value;</a:t>
            </a:r>
            <a:endParaRPr lang="en-IN" sz="1050" b="1" i="1" dirty="0">
              <a:latin typeface="Amasis MT Pro" panose="02040504050005020304" pitchFamily="18" charset="0"/>
            </a:endParaRPr>
          </a:p>
          <a:p>
            <a:pPr lvl="1"/>
            <a:r>
              <a:rPr lang="en-IN" sz="1050" b="1" i="1" dirty="0">
                <a:latin typeface="Amasis MT Pro" panose="02040504050005020304" pitchFamily="18" charset="0"/>
              </a:rPr>
              <a:t>	}</a:t>
            </a:r>
            <a:endParaRPr lang="en-IN" sz="1050" b="1" dirty="0">
              <a:latin typeface="Amasis MT Pro" panose="02040504050005020304" pitchFamily="18" charset="0"/>
            </a:endParaRPr>
          </a:p>
          <a:p>
            <a:pPr lvl="1"/>
            <a:r>
              <a:rPr lang="en-IN" sz="1050" b="1" dirty="0">
                <a:latin typeface="Amasis MT Pro" panose="02040504050005020304" pitchFamily="18" charset="0"/>
              </a:rPr>
              <a:t>&lt;/style&gt;</a:t>
            </a:r>
          </a:p>
          <a:p>
            <a:pPr marL="342900" indent="-342900">
              <a:buAutoNum type="arabicPeriod"/>
            </a:pPr>
            <a:r>
              <a:rPr lang="en-IN" sz="1200" dirty="0">
                <a:latin typeface="Amasis MT Pro" panose="02040504050005020304" pitchFamily="18" charset="0"/>
              </a:rPr>
              <a:t>External CSS – When we keep all the style code in a separate file with extension .</a:t>
            </a:r>
            <a:r>
              <a:rPr lang="en-IN" sz="1200" dirty="0" err="1">
                <a:latin typeface="Amasis MT Pro" panose="02040504050005020304" pitchFamily="18" charset="0"/>
              </a:rPr>
              <a:t>css</a:t>
            </a:r>
            <a:r>
              <a:rPr lang="en-IN" sz="1200" dirty="0">
                <a:latin typeface="Amasis MT Pro" panose="02040504050005020304" pitchFamily="18" charset="0"/>
              </a:rPr>
              <a:t>, reuse the file with </a:t>
            </a:r>
            <a:r>
              <a:rPr lang="en-IN" sz="1200" b="1" dirty="0">
                <a:latin typeface="Amasis MT Pro" panose="02040504050005020304" pitchFamily="18" charset="0"/>
              </a:rPr>
              <a:t>&lt;link&gt;</a:t>
            </a:r>
            <a:r>
              <a:rPr lang="en-IN" sz="1200" dirty="0">
                <a:latin typeface="Amasis MT Pro" panose="02040504050005020304" pitchFamily="18" charset="0"/>
              </a:rPr>
              <a:t> tag.</a:t>
            </a:r>
          </a:p>
          <a:p>
            <a:endParaRPr lang="en-IN" sz="1200" dirty="0">
              <a:latin typeface="Abadi" panose="020B0604020104020204" pitchFamily="34" charset="0"/>
            </a:endParaRPr>
          </a:p>
        </p:txBody>
      </p:sp>
      <p:sp>
        <p:nvSpPr>
          <p:cNvPr id="4" name="TextBox 3">
            <a:extLst>
              <a:ext uri="{FF2B5EF4-FFF2-40B4-BE49-F238E27FC236}">
                <a16:creationId xmlns:a16="http://schemas.microsoft.com/office/drawing/2014/main" id="{E528698A-8F30-C81D-AC06-4979037EDD37}"/>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6616D8E8-ADB5-5ECF-FC6C-C98DE8EF3ABF}"/>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C7148D37-6D0C-26E2-0962-82071E30A505}"/>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TextBox 6">
            <a:extLst>
              <a:ext uri="{FF2B5EF4-FFF2-40B4-BE49-F238E27FC236}">
                <a16:creationId xmlns:a16="http://schemas.microsoft.com/office/drawing/2014/main" id="{A89522F1-8795-FEF4-3105-1E59FB5AE0B7}"/>
              </a:ext>
            </a:extLst>
          </p:cNvPr>
          <p:cNvSpPr txBox="1"/>
          <p:nvPr/>
        </p:nvSpPr>
        <p:spPr>
          <a:xfrm>
            <a:off x="2995518" y="3105150"/>
            <a:ext cx="6172200" cy="600164"/>
          </a:xfrm>
          <a:prstGeom prst="rect">
            <a:avLst/>
          </a:prstGeom>
          <a:noFill/>
        </p:spPr>
        <p:txBody>
          <a:bodyPr wrap="square" rtlCol="0">
            <a:spAutoFit/>
          </a:bodyPr>
          <a:lstStyle/>
          <a:p>
            <a:r>
              <a:rPr lang="en-IN" sz="1100" b="1" dirty="0" err="1">
                <a:latin typeface="72 Monospace" panose="020B0509030603020204" pitchFamily="49" charset="0"/>
                <a:cs typeface="72 Monospace" panose="020B0509030603020204" pitchFamily="49" charset="0"/>
              </a:rPr>
              <a:t>tagName</a:t>
            </a:r>
            <a:r>
              <a:rPr lang="en-IN" sz="1100" b="1" dirty="0">
                <a:latin typeface="72 Monospace" panose="020B0509030603020204" pitchFamily="49" charset="0"/>
                <a:cs typeface="72 Monospace" panose="020B0509030603020204" pitchFamily="49" charset="0"/>
              </a:rPr>
              <a:t> : style applies to all tags</a:t>
            </a:r>
          </a:p>
          <a:p>
            <a:r>
              <a:rPr lang="en-IN" sz="1100" b="1" dirty="0">
                <a:latin typeface="72 Monospace" panose="020B0509030603020204" pitchFamily="49" charset="0"/>
                <a:cs typeface="72 Monospace" panose="020B0509030603020204" pitchFamily="49" charset="0"/>
              </a:rPr>
              <a:t>.</a:t>
            </a:r>
            <a:r>
              <a:rPr lang="en-IN" sz="1100" b="1" dirty="0" err="1">
                <a:latin typeface="72 Monospace" panose="020B0509030603020204" pitchFamily="49" charset="0"/>
                <a:cs typeface="72 Monospace" panose="020B0509030603020204" pitchFamily="49" charset="0"/>
              </a:rPr>
              <a:t>className</a:t>
            </a:r>
            <a:r>
              <a:rPr lang="en-IN" sz="1100" b="1" dirty="0">
                <a:latin typeface="72 Monospace" panose="020B0509030603020204" pitchFamily="49" charset="0"/>
                <a:cs typeface="72 Monospace" panose="020B0509030603020204" pitchFamily="49" charset="0"/>
              </a:rPr>
              <a:t> : style applies to all elements having same classification</a:t>
            </a:r>
          </a:p>
          <a:p>
            <a:r>
              <a:rPr lang="en-IN" sz="1100" b="1" dirty="0">
                <a:latin typeface="72 Monospace" panose="020B0509030603020204" pitchFamily="49" charset="0"/>
                <a:cs typeface="72 Monospace" panose="020B0509030603020204" pitchFamily="49" charset="0"/>
              </a:rPr>
              <a:t>#id : targeting exact element on page who’s id matches</a:t>
            </a:r>
          </a:p>
        </p:txBody>
      </p:sp>
    </p:spTree>
    <p:extLst>
      <p:ext uri="{BB962C8B-B14F-4D97-AF65-F5344CB8AC3E}">
        <p14:creationId xmlns:p14="http://schemas.microsoft.com/office/powerpoint/2010/main" val="1536850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3B259-C2CB-F28C-54CB-3999DD6C0B1C}"/>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5F053471-6D57-CB20-3B2E-8F13574C0DD5}"/>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Responsive Web Design</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93D0E44-96FF-764E-DBE3-0C6E855B0008}"/>
              </a:ext>
            </a:extLst>
          </p:cNvPr>
          <p:cNvSpPr txBox="1"/>
          <p:nvPr/>
        </p:nvSpPr>
        <p:spPr>
          <a:xfrm>
            <a:off x="134426" y="490759"/>
            <a:ext cx="8615133" cy="1754310"/>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A web design which adapt it self according the device automatically. So we don’t need to design application for different devices. Single code will work for mobile, tablet, smart TV, projectors and desktops.</a:t>
            </a:r>
          </a:p>
          <a:p>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b="1" u="sng" dirty="0">
                <a:latin typeface="Amasis MT Pro" panose="02040504050005020304" pitchFamily="18" charset="0"/>
              </a:rPr>
              <a:t>Exercise: </a:t>
            </a:r>
          </a:p>
          <a:p>
            <a:r>
              <a:rPr lang="en-IN" sz="1350" dirty="0">
                <a:latin typeface="Amasis MT Pro" panose="02040504050005020304" pitchFamily="18" charset="0"/>
              </a:rPr>
              <a:t>Create 3 images back to back on the screen and align all these images in a responsive web design with a small red </a:t>
            </a:r>
            <a:r>
              <a:rPr lang="en-IN" sz="1350" dirty="0" err="1">
                <a:latin typeface="Amasis MT Pro" panose="02040504050005020304" pitchFamily="18" charset="0"/>
              </a:rPr>
              <a:t>color</a:t>
            </a:r>
            <a:r>
              <a:rPr lang="en-IN" sz="1350" dirty="0">
                <a:latin typeface="Amasis MT Pro" panose="02040504050005020304" pitchFamily="18" charset="0"/>
              </a:rPr>
              <a:t> border around them.</a:t>
            </a:r>
          </a:p>
          <a:p>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9CF0647E-09D9-59F9-C6D9-EC9330C862B2}"/>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EE211E30-383F-2000-4E40-23DB73A93F4C}"/>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33DB71AE-AD37-25FF-DE46-E6273FDD6F6F}"/>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Title 7">
            <a:extLst>
              <a:ext uri="{FF2B5EF4-FFF2-40B4-BE49-F238E27FC236}">
                <a16:creationId xmlns:a16="http://schemas.microsoft.com/office/drawing/2014/main" id="{7DE4AD5D-B44B-AE31-D565-8DF945578D2A}"/>
              </a:ext>
            </a:extLst>
          </p:cNvPr>
          <p:cNvSpPr txBox="1">
            <a:spLocks/>
          </p:cNvSpPr>
          <p:nvPr/>
        </p:nvSpPr>
        <p:spPr>
          <a:xfrm>
            <a:off x="97799" y="2140372"/>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CSS Box Model</a:t>
            </a:r>
            <a:endParaRPr lang="en-IN" sz="2000" dirty="0">
              <a:latin typeface="Cooper Black" panose="0208090404030B0204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395AD79-18B5-A617-1418-BE5CE2D69E1A}"/>
              </a:ext>
            </a:extLst>
          </p:cNvPr>
          <p:cNvSpPr txBox="1"/>
          <p:nvPr/>
        </p:nvSpPr>
        <p:spPr>
          <a:xfrm>
            <a:off x="134425" y="2495550"/>
            <a:ext cx="8911775" cy="523220"/>
          </a:xfrm>
          <a:prstGeom prst="rect">
            <a:avLst/>
          </a:prstGeom>
          <a:noFill/>
        </p:spPr>
        <p:txBody>
          <a:bodyPr wrap="square">
            <a:spAutoFit/>
          </a:bodyPr>
          <a:lstStyle/>
          <a:p>
            <a:r>
              <a:rPr lang="en-IN" sz="1400" dirty="0">
                <a:latin typeface="Amasis MT Pro" panose="02040504050005020304" pitchFamily="18" charset="0"/>
              </a:rPr>
              <a:t>CSS box model describe the position and relative position of HTML element w/r/t their border and other html elements.</a:t>
            </a:r>
          </a:p>
        </p:txBody>
      </p:sp>
      <p:sp>
        <p:nvSpPr>
          <p:cNvPr id="10" name="Rectangle 9">
            <a:extLst>
              <a:ext uri="{FF2B5EF4-FFF2-40B4-BE49-F238E27FC236}">
                <a16:creationId xmlns:a16="http://schemas.microsoft.com/office/drawing/2014/main" id="{32A0E0AB-9C5D-51A4-F450-449571527D5C}"/>
              </a:ext>
            </a:extLst>
          </p:cNvPr>
          <p:cNvSpPr/>
          <p:nvPr/>
        </p:nvSpPr>
        <p:spPr>
          <a:xfrm>
            <a:off x="1752600" y="3714750"/>
            <a:ext cx="16002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Html element</a:t>
            </a:r>
          </a:p>
        </p:txBody>
      </p:sp>
      <p:sp>
        <p:nvSpPr>
          <p:cNvPr id="11" name="Rectangle 10">
            <a:extLst>
              <a:ext uri="{FF2B5EF4-FFF2-40B4-BE49-F238E27FC236}">
                <a16:creationId xmlns:a16="http://schemas.microsoft.com/office/drawing/2014/main" id="{7823DE4E-8AEB-032F-EA8A-361CDA2B6E75}"/>
              </a:ext>
            </a:extLst>
          </p:cNvPr>
          <p:cNvSpPr/>
          <p:nvPr/>
        </p:nvSpPr>
        <p:spPr>
          <a:xfrm>
            <a:off x="1371600" y="3257550"/>
            <a:ext cx="2362200" cy="1219200"/>
          </a:xfrm>
          <a:prstGeom prst="rect">
            <a:avLst/>
          </a:prstGeom>
          <a:noFill/>
          <a:ln w="254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6BC89ED6-D8E5-19A7-518F-FE19601F5AD3}"/>
              </a:ext>
            </a:extLst>
          </p:cNvPr>
          <p:cNvSpPr txBox="1"/>
          <p:nvPr/>
        </p:nvSpPr>
        <p:spPr>
          <a:xfrm>
            <a:off x="2057400" y="3105150"/>
            <a:ext cx="1447800" cy="338554"/>
          </a:xfrm>
          <a:prstGeom prst="rect">
            <a:avLst/>
          </a:prstGeom>
          <a:noFill/>
        </p:spPr>
        <p:txBody>
          <a:bodyPr wrap="square" rtlCol="0">
            <a:spAutoFit/>
          </a:bodyPr>
          <a:lstStyle/>
          <a:p>
            <a:r>
              <a:rPr lang="en-IN" sz="1600" b="1" dirty="0">
                <a:solidFill>
                  <a:schemeClr val="bg1"/>
                </a:solidFill>
              </a:rPr>
              <a:t>border</a:t>
            </a:r>
          </a:p>
        </p:txBody>
      </p:sp>
      <p:sp>
        <p:nvSpPr>
          <p:cNvPr id="13" name="Rectangle 12">
            <a:extLst>
              <a:ext uri="{FF2B5EF4-FFF2-40B4-BE49-F238E27FC236}">
                <a16:creationId xmlns:a16="http://schemas.microsoft.com/office/drawing/2014/main" id="{F66986F0-0CD4-966F-F583-F756B6553802}"/>
              </a:ext>
            </a:extLst>
          </p:cNvPr>
          <p:cNvSpPr/>
          <p:nvPr/>
        </p:nvSpPr>
        <p:spPr>
          <a:xfrm>
            <a:off x="4923951" y="3691911"/>
            <a:ext cx="16002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Html element</a:t>
            </a:r>
          </a:p>
        </p:txBody>
      </p:sp>
      <p:sp>
        <p:nvSpPr>
          <p:cNvPr id="14" name="Rectangle 13">
            <a:extLst>
              <a:ext uri="{FF2B5EF4-FFF2-40B4-BE49-F238E27FC236}">
                <a16:creationId xmlns:a16="http://schemas.microsoft.com/office/drawing/2014/main" id="{508AED13-0963-4974-D708-F223B344846F}"/>
              </a:ext>
            </a:extLst>
          </p:cNvPr>
          <p:cNvSpPr/>
          <p:nvPr/>
        </p:nvSpPr>
        <p:spPr>
          <a:xfrm>
            <a:off x="4542951" y="3234711"/>
            <a:ext cx="2362200" cy="1219200"/>
          </a:xfrm>
          <a:prstGeom prst="rect">
            <a:avLst/>
          </a:prstGeom>
          <a:noFill/>
          <a:ln w="2540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A4913F09-1714-2BA6-7E34-5C7DA5B680E1}"/>
              </a:ext>
            </a:extLst>
          </p:cNvPr>
          <p:cNvSpPr txBox="1"/>
          <p:nvPr/>
        </p:nvSpPr>
        <p:spPr>
          <a:xfrm>
            <a:off x="5228751" y="3082311"/>
            <a:ext cx="1447800" cy="338554"/>
          </a:xfrm>
          <a:prstGeom prst="rect">
            <a:avLst/>
          </a:prstGeom>
          <a:noFill/>
        </p:spPr>
        <p:txBody>
          <a:bodyPr wrap="square" rtlCol="0">
            <a:spAutoFit/>
          </a:bodyPr>
          <a:lstStyle/>
          <a:p>
            <a:r>
              <a:rPr lang="en-IN" sz="1600" b="1" dirty="0">
                <a:solidFill>
                  <a:schemeClr val="bg1"/>
                </a:solidFill>
              </a:rPr>
              <a:t>border</a:t>
            </a:r>
          </a:p>
        </p:txBody>
      </p:sp>
      <p:cxnSp>
        <p:nvCxnSpPr>
          <p:cNvPr id="17" name="Straight Arrow Connector 16">
            <a:extLst>
              <a:ext uri="{FF2B5EF4-FFF2-40B4-BE49-F238E27FC236}">
                <a16:creationId xmlns:a16="http://schemas.microsoft.com/office/drawing/2014/main" id="{DE565A4F-3205-56D1-C479-DB31FD71E5D1}"/>
              </a:ext>
            </a:extLst>
          </p:cNvPr>
          <p:cNvCxnSpPr/>
          <p:nvPr/>
        </p:nvCxnSpPr>
        <p:spPr>
          <a:xfrm>
            <a:off x="5029200" y="3333750"/>
            <a:ext cx="0" cy="35816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7272EC5-2910-F729-A61F-C820082AE193}"/>
              </a:ext>
            </a:extLst>
          </p:cNvPr>
          <p:cNvSpPr txBox="1"/>
          <p:nvPr/>
        </p:nvSpPr>
        <p:spPr>
          <a:xfrm>
            <a:off x="5357576" y="3417889"/>
            <a:ext cx="1219200" cy="276999"/>
          </a:xfrm>
          <a:prstGeom prst="rect">
            <a:avLst/>
          </a:prstGeom>
          <a:noFill/>
        </p:spPr>
        <p:txBody>
          <a:bodyPr wrap="square" rtlCol="0">
            <a:spAutoFit/>
          </a:bodyPr>
          <a:lstStyle/>
          <a:p>
            <a:r>
              <a:rPr lang="en-IN" sz="1200" b="1" dirty="0"/>
              <a:t>padding</a:t>
            </a:r>
          </a:p>
        </p:txBody>
      </p:sp>
      <p:sp>
        <p:nvSpPr>
          <p:cNvPr id="19" name="TextBox 18">
            <a:extLst>
              <a:ext uri="{FF2B5EF4-FFF2-40B4-BE49-F238E27FC236}">
                <a16:creationId xmlns:a16="http://schemas.microsoft.com/office/drawing/2014/main" id="{888661A2-0875-31BE-626C-2AA9B87D25D1}"/>
              </a:ext>
            </a:extLst>
          </p:cNvPr>
          <p:cNvSpPr txBox="1"/>
          <p:nvPr/>
        </p:nvSpPr>
        <p:spPr>
          <a:xfrm>
            <a:off x="3818420" y="3456739"/>
            <a:ext cx="1219200" cy="276999"/>
          </a:xfrm>
          <a:prstGeom prst="rect">
            <a:avLst/>
          </a:prstGeom>
          <a:noFill/>
        </p:spPr>
        <p:txBody>
          <a:bodyPr wrap="square" rtlCol="0">
            <a:spAutoFit/>
          </a:bodyPr>
          <a:lstStyle/>
          <a:p>
            <a:r>
              <a:rPr lang="en-IN" sz="1200" b="1" dirty="0"/>
              <a:t>margin</a:t>
            </a:r>
          </a:p>
        </p:txBody>
      </p:sp>
      <p:cxnSp>
        <p:nvCxnSpPr>
          <p:cNvPr id="20" name="Straight Arrow Connector 19">
            <a:extLst>
              <a:ext uri="{FF2B5EF4-FFF2-40B4-BE49-F238E27FC236}">
                <a16:creationId xmlns:a16="http://schemas.microsoft.com/office/drawing/2014/main" id="{701F7687-855F-5823-5F97-BFEE9D73AE27}"/>
              </a:ext>
            </a:extLst>
          </p:cNvPr>
          <p:cNvCxnSpPr>
            <a:cxnSpLocks/>
          </p:cNvCxnSpPr>
          <p:nvPr/>
        </p:nvCxnSpPr>
        <p:spPr>
          <a:xfrm flipH="1">
            <a:off x="3886200" y="3801865"/>
            <a:ext cx="45130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02944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2A9B9-3771-2E94-9010-F8E48F1196E2}"/>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38958D1D-9808-CC14-DD08-BD315CD4FFBA}"/>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Pseudo Classes in CSS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240AAE2-65D6-B288-F540-A6B6CE43DD47}"/>
              </a:ext>
            </a:extLst>
          </p:cNvPr>
          <p:cNvSpPr txBox="1"/>
          <p:nvPr/>
        </p:nvSpPr>
        <p:spPr>
          <a:xfrm>
            <a:off x="134426" y="490759"/>
            <a:ext cx="8615133" cy="507815"/>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Is a special styling property which allows developers to conduct a conditional styling e.g. when we hover mouse, when we double click, click element.</a:t>
            </a:r>
          </a:p>
        </p:txBody>
      </p:sp>
      <p:sp>
        <p:nvSpPr>
          <p:cNvPr id="4" name="TextBox 3">
            <a:extLst>
              <a:ext uri="{FF2B5EF4-FFF2-40B4-BE49-F238E27FC236}">
                <a16:creationId xmlns:a16="http://schemas.microsoft.com/office/drawing/2014/main" id="{245905A3-9844-5966-5481-0DD38C677DA3}"/>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D22F454C-E8DA-D9F8-DDA7-4E24323B9435}"/>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240305B6-5E64-4D79-078D-0DD319034451}"/>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TextBox 6">
            <a:extLst>
              <a:ext uri="{FF2B5EF4-FFF2-40B4-BE49-F238E27FC236}">
                <a16:creationId xmlns:a16="http://schemas.microsoft.com/office/drawing/2014/main" id="{BE23AE56-CCDD-7864-1154-65621448685B}"/>
              </a:ext>
            </a:extLst>
          </p:cNvPr>
          <p:cNvSpPr txBox="1"/>
          <p:nvPr/>
        </p:nvSpPr>
        <p:spPr>
          <a:xfrm>
            <a:off x="88717" y="1276350"/>
            <a:ext cx="8615133" cy="738648"/>
          </a:xfrm>
          <a:prstGeom prst="rect">
            <a:avLst/>
          </a:prstGeom>
          <a:noFill/>
        </p:spPr>
        <p:txBody>
          <a:bodyPr wrap="square" lIns="91424" tIns="45712" rIns="91424" bIns="45712" rtlCol="0">
            <a:spAutoFit/>
          </a:bodyPr>
          <a:lstStyle/>
          <a:p>
            <a:pPr lvl="1"/>
            <a:r>
              <a:rPr lang="en-US" sz="1400" dirty="0" err="1"/>
              <a:t>tr:nth-child</a:t>
            </a:r>
            <a:r>
              <a:rPr lang="en-US" sz="1400" dirty="0"/>
              <a:t>(even) { </a:t>
            </a:r>
          </a:p>
          <a:p>
            <a:pPr lvl="1"/>
            <a:r>
              <a:rPr lang="en-US" sz="1400" dirty="0"/>
              <a:t>	background-color: #f2f2f2; </a:t>
            </a:r>
          </a:p>
          <a:p>
            <a:pPr lvl="1"/>
            <a:r>
              <a:rPr lang="en-US" sz="1400" dirty="0"/>
              <a:t>	}</a:t>
            </a:r>
            <a:endParaRPr lang="en-IN" sz="1350" dirty="0">
              <a:latin typeface="Amasis MT Pro" panose="02040504050005020304" pitchFamily="18" charset="0"/>
            </a:endParaRPr>
          </a:p>
        </p:txBody>
      </p:sp>
    </p:spTree>
    <p:extLst>
      <p:ext uri="{BB962C8B-B14F-4D97-AF65-F5344CB8AC3E}">
        <p14:creationId xmlns:p14="http://schemas.microsoft.com/office/powerpoint/2010/main" val="3089043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14622-4486-8905-8421-8646C8A0A3DB}"/>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EFA6825C-5FE0-A4AA-012F-53A5E3D16BCD}"/>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Introduction to JS – Java Script</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225EC16-28A5-ADEC-8431-68BCB4D50005}"/>
              </a:ext>
            </a:extLst>
          </p:cNvPr>
          <p:cNvSpPr txBox="1"/>
          <p:nvPr/>
        </p:nvSpPr>
        <p:spPr>
          <a:xfrm>
            <a:off x="134426" y="490759"/>
            <a:ext cx="8615133" cy="4247300"/>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Java Script is a web programming language. Java and Java Script are completely different languages in their nature design and use case. Java Script is a light weight programming language and world’s most used programming language.</a:t>
            </a:r>
          </a:p>
          <a:p>
            <a:r>
              <a:rPr lang="en-IN" sz="1350" dirty="0">
                <a:latin typeface="Amasis MT Pro" panose="02040504050005020304" pitchFamily="18" charset="0"/>
              </a:rPr>
              <a:t>Types of JS:</a:t>
            </a:r>
          </a:p>
          <a:p>
            <a:r>
              <a:rPr lang="en-IN" sz="1350" b="1" dirty="0">
                <a:latin typeface="Amasis MT Pro" panose="02040504050005020304" pitchFamily="18" charset="0"/>
              </a:rPr>
              <a:t>Client Side Java Script </a:t>
            </a:r>
            <a:r>
              <a:rPr lang="en-IN" sz="1350" dirty="0">
                <a:latin typeface="Amasis MT Pro" panose="02040504050005020304" pitchFamily="18" charset="0"/>
              </a:rPr>
              <a:t>When the entire JS code runs in the browser (client side). The code runs in user’s local machine in web browser, hence its very powerful and fast. Browser will act like the engine for running JS code. In this training our focus will be on client side java script. What is that JS can do?</a:t>
            </a:r>
          </a:p>
          <a:p>
            <a:pPr marL="285750" indent="-285750">
              <a:buFont typeface="Arial" panose="020B0604020202020204" pitchFamily="34" charset="0"/>
              <a:buChar char="•"/>
            </a:pPr>
            <a:r>
              <a:rPr lang="en-IN" sz="1350" i="1" dirty="0">
                <a:latin typeface="Amasis MT Pro" panose="02040504050005020304" pitchFamily="18" charset="0"/>
              </a:rPr>
              <a:t>Show output to user</a:t>
            </a:r>
          </a:p>
          <a:p>
            <a:pPr marL="285750" indent="-285750">
              <a:buFont typeface="Arial" panose="020B0604020202020204" pitchFamily="34" charset="0"/>
              <a:buChar char="•"/>
            </a:pPr>
            <a:r>
              <a:rPr lang="en-IN" sz="1350" i="1" dirty="0">
                <a:latin typeface="Amasis MT Pro" panose="02040504050005020304" pitchFamily="18" charset="0"/>
              </a:rPr>
              <a:t>Help taking input from user</a:t>
            </a:r>
          </a:p>
          <a:p>
            <a:pPr marL="285750" indent="-285750">
              <a:buFont typeface="Arial" panose="020B0604020202020204" pitchFamily="34" charset="0"/>
              <a:buChar char="•"/>
            </a:pPr>
            <a:r>
              <a:rPr lang="en-IN" sz="1350" i="1" dirty="0">
                <a:latin typeface="Amasis MT Pro" panose="02040504050005020304" pitchFamily="18" charset="0"/>
              </a:rPr>
              <a:t>Used to write processing and orchestration logic</a:t>
            </a:r>
          </a:p>
          <a:p>
            <a:pPr marL="285750" indent="-285750">
              <a:buFont typeface="Arial" panose="020B0604020202020204" pitchFamily="34" charset="0"/>
              <a:buChar char="•"/>
            </a:pPr>
            <a:r>
              <a:rPr lang="en-IN" sz="1350" i="1" dirty="0">
                <a:latin typeface="Amasis MT Pro" panose="02040504050005020304" pitchFamily="18" charset="0"/>
              </a:rPr>
              <a:t>Change the CSS at runtime</a:t>
            </a:r>
          </a:p>
          <a:p>
            <a:pPr marL="285750" indent="-285750">
              <a:buFont typeface="Arial" panose="020B0604020202020204" pitchFamily="34" charset="0"/>
              <a:buChar char="•"/>
            </a:pPr>
            <a:r>
              <a:rPr lang="en-IN" sz="1350" i="1" dirty="0">
                <a:latin typeface="Amasis MT Pro" panose="02040504050005020304" pitchFamily="18" charset="0"/>
              </a:rPr>
              <a:t>Change the DOM at runtime</a:t>
            </a:r>
          </a:p>
          <a:p>
            <a:pPr marL="285750" indent="-285750">
              <a:buFont typeface="Arial" panose="020B0604020202020204" pitchFamily="34" charset="0"/>
              <a:buChar char="•"/>
            </a:pPr>
            <a:r>
              <a:rPr lang="en-IN" sz="1350" i="1" dirty="0">
                <a:latin typeface="Amasis MT Pro" panose="02040504050005020304" pitchFamily="18" charset="0"/>
              </a:rPr>
              <a:t>Make a request to server</a:t>
            </a:r>
          </a:p>
          <a:p>
            <a:pPr marL="285750" indent="-285750">
              <a:buFont typeface="Arial" panose="020B0604020202020204" pitchFamily="34" charset="0"/>
              <a:buChar char="•"/>
            </a:pPr>
            <a:r>
              <a:rPr lang="en-IN" sz="1350" i="1" dirty="0">
                <a:latin typeface="Amasis MT Pro" panose="02040504050005020304" pitchFamily="18" charset="0"/>
              </a:rPr>
              <a:t>Create end to end web applications</a:t>
            </a:r>
          </a:p>
          <a:p>
            <a:r>
              <a:rPr lang="en-IN" sz="1350" b="1" dirty="0">
                <a:latin typeface="Amasis MT Pro" panose="02040504050005020304" pitchFamily="18" charset="0"/>
              </a:rPr>
              <a:t>Server Side Java Script – </a:t>
            </a:r>
            <a:r>
              <a:rPr lang="en-IN" sz="1350" dirty="0">
                <a:latin typeface="Amasis MT Pro" panose="02040504050005020304" pitchFamily="18" charset="0"/>
              </a:rPr>
              <a:t>When the JS code (code is same) runs on server side. Usually outside the browser in a machine connected to internet (server). To run the code outside the browser in a server, we will use Node JS framework which will act as the runtime platform for execution of JS code for us. The server side JS can be used to </a:t>
            </a:r>
          </a:p>
          <a:p>
            <a:pPr marL="285750" indent="-285750">
              <a:buFont typeface="Arial" panose="020B0604020202020204" pitchFamily="34" charset="0"/>
              <a:buChar char="•"/>
            </a:pPr>
            <a:r>
              <a:rPr lang="en-IN" sz="1350" i="1" dirty="0">
                <a:latin typeface="Amasis MT Pro" panose="02040504050005020304" pitchFamily="18" charset="0"/>
              </a:rPr>
              <a:t>Create server side logic, business logic, validation, calling database </a:t>
            </a:r>
          </a:p>
          <a:p>
            <a:pPr marL="285750" indent="-285750">
              <a:buFont typeface="Arial" panose="020B0604020202020204" pitchFamily="34" charset="0"/>
              <a:buChar char="•"/>
            </a:pPr>
            <a:r>
              <a:rPr lang="en-IN" sz="1350" i="1" dirty="0">
                <a:latin typeface="Amasis MT Pro" panose="02040504050005020304" pitchFamily="18" charset="0"/>
              </a:rPr>
              <a:t>External system connectivity, creating word, pdf programmatically</a:t>
            </a:r>
          </a:p>
          <a:p>
            <a:pPr marL="285750" indent="-285750">
              <a:buFont typeface="Arial" panose="020B0604020202020204" pitchFamily="34" charset="0"/>
              <a:buChar char="•"/>
            </a:pPr>
            <a:r>
              <a:rPr lang="en-IN" sz="1350" i="1" dirty="0">
                <a:latin typeface="Amasis MT Pro" panose="02040504050005020304" pitchFamily="18" charset="0"/>
              </a:rPr>
              <a:t>Calling APIs, creating integrations, building business logic </a:t>
            </a:r>
          </a:p>
        </p:txBody>
      </p:sp>
      <p:sp>
        <p:nvSpPr>
          <p:cNvPr id="4" name="TextBox 3">
            <a:extLst>
              <a:ext uri="{FF2B5EF4-FFF2-40B4-BE49-F238E27FC236}">
                <a16:creationId xmlns:a16="http://schemas.microsoft.com/office/drawing/2014/main" id="{97763EE6-CBC1-0A18-B390-A1C697ACB72A}"/>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313976AF-996C-57D6-34BC-2E8234EA4450}"/>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454EDAAA-3B02-456F-F86A-C3ED8375529B}"/>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2598626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9DDCF-5E4D-47B0-BBAA-4AE16B39D572}"/>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8B813E02-7ED3-1B2D-6A20-74AA3DC35ECF}"/>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How to apply JS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F789FB0-370D-B9C9-3879-FA6D5CD75AEB}"/>
              </a:ext>
            </a:extLst>
          </p:cNvPr>
          <p:cNvSpPr txBox="1"/>
          <p:nvPr/>
        </p:nvSpPr>
        <p:spPr>
          <a:xfrm>
            <a:off x="134426" y="490759"/>
            <a:ext cx="8615133" cy="3416304"/>
          </a:xfrm>
          <a:prstGeom prst="rect">
            <a:avLst/>
          </a:prstGeom>
          <a:noFill/>
        </p:spPr>
        <p:txBody>
          <a:bodyPr wrap="square" lIns="91424" tIns="45712" rIns="91424" bIns="45712" rtlCol="0">
            <a:spAutoFit/>
          </a:bodyPr>
          <a:lstStyle/>
          <a:p>
            <a:r>
              <a:rPr lang="en-IN" sz="1350" b="1" i="1" dirty="0">
                <a:latin typeface="Amasis MT Pro" panose="02040504050005020304" pitchFamily="18" charset="0"/>
              </a:rPr>
              <a:t>Inline JS </a:t>
            </a:r>
            <a:r>
              <a:rPr lang="en-IN" sz="1350" dirty="0">
                <a:latin typeface="Amasis MT Pro" panose="02040504050005020304" pitchFamily="18" charset="0"/>
              </a:rPr>
              <a:t>– when the JS code is applied at HTML element level. Usually against an </a:t>
            </a:r>
            <a:r>
              <a:rPr lang="en-IN" sz="1350" dirty="0">
                <a:latin typeface="Amasis MT Pro" panose="02040504050005020304" pitchFamily="18" charset="0"/>
                <a:hlinkClick r:id="rId2"/>
              </a:rPr>
              <a:t>event</a:t>
            </a:r>
            <a:r>
              <a:rPr lang="en-IN" sz="1350" dirty="0">
                <a:latin typeface="Amasis MT Pro" panose="02040504050005020304" pitchFamily="18" charset="0"/>
              </a:rPr>
              <a:t> provided by W3C. E.g. onclick, </a:t>
            </a:r>
            <a:r>
              <a:rPr lang="en-IN" sz="1350" dirty="0" err="1">
                <a:latin typeface="Amasis MT Pro" panose="02040504050005020304" pitchFamily="18" charset="0"/>
              </a:rPr>
              <a:t>ondblclick</a:t>
            </a:r>
            <a:r>
              <a:rPr lang="en-IN" sz="1350" dirty="0">
                <a:latin typeface="Amasis MT Pro" panose="02040504050005020304" pitchFamily="18" charset="0"/>
              </a:rPr>
              <a:t>, </a:t>
            </a:r>
            <a:r>
              <a:rPr lang="en-IN" sz="1350" dirty="0" err="1">
                <a:latin typeface="Amasis MT Pro" panose="02040504050005020304" pitchFamily="18" charset="0"/>
              </a:rPr>
              <a:t>ondrag</a:t>
            </a:r>
            <a:r>
              <a:rPr lang="en-IN" sz="1350" dirty="0">
                <a:latin typeface="Amasis MT Pro" panose="02040504050005020304" pitchFamily="18" charset="0"/>
              </a:rPr>
              <a:t>, onload etc. – Not recommended.</a:t>
            </a:r>
          </a:p>
          <a:p>
            <a:endParaRPr lang="en-IN" sz="1350" b="1" i="1" dirty="0">
              <a:latin typeface="Amasis MT Pro" panose="02040504050005020304" pitchFamily="18" charset="0"/>
            </a:endParaRPr>
          </a:p>
          <a:p>
            <a:r>
              <a:rPr lang="en-IN" sz="1350" dirty="0">
                <a:latin typeface="Amasis MT Pro" panose="02040504050005020304" pitchFamily="18" charset="0"/>
              </a:rPr>
              <a:t>&lt;</a:t>
            </a:r>
            <a:r>
              <a:rPr lang="en-IN" sz="1350" dirty="0" err="1">
                <a:latin typeface="Amasis MT Pro" panose="02040504050005020304" pitchFamily="18" charset="0"/>
              </a:rPr>
              <a:t>tagName</a:t>
            </a:r>
            <a:r>
              <a:rPr lang="en-IN" sz="1350" dirty="0">
                <a:latin typeface="Amasis MT Pro" panose="02040504050005020304" pitchFamily="18" charset="0"/>
              </a:rPr>
              <a:t> </a:t>
            </a:r>
            <a:r>
              <a:rPr lang="en-IN" sz="1350" b="1" dirty="0">
                <a:latin typeface="Amasis MT Pro" panose="02040504050005020304" pitchFamily="18" charset="0"/>
              </a:rPr>
              <a:t>onclick=</a:t>
            </a:r>
            <a:r>
              <a:rPr lang="en-IN" sz="1350" dirty="0">
                <a:latin typeface="Amasis MT Pro" panose="02040504050005020304" pitchFamily="18" charset="0"/>
              </a:rPr>
              <a:t>“</a:t>
            </a:r>
            <a:r>
              <a:rPr lang="en-IN" sz="1350" dirty="0" err="1">
                <a:latin typeface="Amasis MT Pro" panose="02040504050005020304" pitchFamily="18" charset="0"/>
              </a:rPr>
              <a:t>functionName</a:t>
            </a:r>
            <a:r>
              <a:rPr lang="en-IN" sz="1350" dirty="0">
                <a:latin typeface="Amasis MT Pro" panose="02040504050005020304" pitchFamily="18" charset="0"/>
              </a:rPr>
              <a:t>()”&gt;CONTENT&lt;/</a:t>
            </a:r>
            <a:r>
              <a:rPr lang="en-IN" sz="1350" dirty="0" err="1">
                <a:latin typeface="Amasis MT Pro" panose="02040504050005020304" pitchFamily="18" charset="0"/>
              </a:rPr>
              <a:t>tagName</a:t>
            </a:r>
            <a:r>
              <a:rPr lang="en-IN" sz="1350" dirty="0">
                <a:latin typeface="Amasis MT Pro" panose="02040504050005020304" pitchFamily="18" charset="0"/>
              </a:rPr>
              <a:t>&gt;</a:t>
            </a:r>
          </a:p>
          <a:p>
            <a:endParaRPr lang="en-IN" sz="1350" b="1" i="1" dirty="0">
              <a:latin typeface="Amasis MT Pro" panose="02040504050005020304" pitchFamily="18" charset="0"/>
            </a:endParaRPr>
          </a:p>
          <a:p>
            <a:r>
              <a:rPr lang="en-IN" sz="1350" b="1" i="1" dirty="0">
                <a:latin typeface="Amasis MT Pro" panose="02040504050005020304" pitchFamily="18" charset="0"/>
              </a:rPr>
              <a:t>Internal JS </a:t>
            </a:r>
            <a:r>
              <a:rPr lang="en-IN" sz="1350" dirty="0">
                <a:latin typeface="Amasis MT Pro" panose="02040504050005020304" pitchFamily="18" charset="0"/>
              </a:rPr>
              <a:t>– when the JS code is applied at a page level using </a:t>
            </a:r>
            <a:r>
              <a:rPr lang="en-IN" sz="1350" b="1" dirty="0">
                <a:latin typeface="Amasis MT Pro" panose="02040504050005020304" pitchFamily="18" charset="0"/>
              </a:rPr>
              <a:t>&lt;script&gt;</a:t>
            </a:r>
            <a:r>
              <a:rPr lang="en-IN" sz="1350" dirty="0">
                <a:latin typeface="Amasis MT Pro" panose="02040504050005020304" pitchFamily="18" charset="0"/>
              </a:rPr>
              <a:t> tag. Usually we write reusable functions and then consume these functions directly at event handling. Making it fully reusable.</a:t>
            </a:r>
          </a:p>
          <a:p>
            <a:endParaRPr lang="en-IN" sz="1350" b="1" i="1" dirty="0">
              <a:latin typeface="Amasis MT Pro" panose="02040504050005020304" pitchFamily="18" charset="0"/>
            </a:endParaRPr>
          </a:p>
          <a:p>
            <a:r>
              <a:rPr lang="en-IN" sz="1350" b="1" i="1" dirty="0">
                <a:latin typeface="Amasis MT Pro" panose="02040504050005020304" pitchFamily="18" charset="0"/>
              </a:rPr>
              <a:t>&lt;script&gt;</a:t>
            </a:r>
          </a:p>
          <a:p>
            <a:r>
              <a:rPr lang="en-IN" sz="1350" b="1" i="1" dirty="0">
                <a:latin typeface="Amasis MT Pro" panose="02040504050005020304" pitchFamily="18" charset="0"/>
              </a:rPr>
              <a:t>	</a:t>
            </a:r>
            <a:r>
              <a:rPr lang="en-IN" sz="1350" dirty="0">
                <a:latin typeface="Amasis MT Pro" panose="02040504050005020304" pitchFamily="18" charset="0"/>
              </a:rPr>
              <a:t>function </a:t>
            </a:r>
            <a:r>
              <a:rPr lang="en-IN" sz="1350" dirty="0" err="1">
                <a:latin typeface="Amasis MT Pro" panose="02040504050005020304" pitchFamily="18" charset="0"/>
              </a:rPr>
              <a:t>myFunction</a:t>
            </a:r>
            <a:r>
              <a:rPr lang="en-IN" sz="1350" dirty="0">
                <a:latin typeface="Amasis MT Pro" panose="02040504050005020304" pitchFamily="18" charset="0"/>
              </a:rPr>
              <a:t>(){</a:t>
            </a:r>
          </a:p>
          <a:p>
            <a:r>
              <a:rPr lang="en-IN" sz="1350" dirty="0">
                <a:latin typeface="Amasis MT Pro" panose="02040504050005020304" pitchFamily="18" charset="0"/>
              </a:rPr>
              <a:t>		--code</a:t>
            </a:r>
          </a:p>
          <a:p>
            <a:r>
              <a:rPr lang="en-IN" sz="1350" dirty="0">
                <a:latin typeface="Amasis MT Pro" panose="02040504050005020304" pitchFamily="18" charset="0"/>
              </a:rPr>
              <a:t>	}</a:t>
            </a:r>
            <a:endParaRPr lang="en-IN" sz="1350" b="1" i="1" dirty="0">
              <a:latin typeface="Amasis MT Pro" panose="02040504050005020304" pitchFamily="18" charset="0"/>
            </a:endParaRPr>
          </a:p>
          <a:p>
            <a:r>
              <a:rPr lang="en-IN" sz="1350" b="1" i="1" dirty="0">
                <a:latin typeface="Amasis MT Pro" panose="02040504050005020304" pitchFamily="18" charset="0"/>
              </a:rPr>
              <a:t>&lt;/script&gt;</a:t>
            </a:r>
          </a:p>
          <a:p>
            <a:endParaRPr lang="en-IN" sz="1350" b="1" i="1" dirty="0">
              <a:latin typeface="Amasis MT Pro" panose="02040504050005020304" pitchFamily="18" charset="0"/>
            </a:endParaRPr>
          </a:p>
          <a:p>
            <a:r>
              <a:rPr lang="en-IN" sz="1350" b="1" i="1" dirty="0">
                <a:latin typeface="Amasis MT Pro" panose="02040504050005020304" pitchFamily="18" charset="0"/>
              </a:rPr>
              <a:t>External JS – </a:t>
            </a:r>
            <a:r>
              <a:rPr lang="en-IN" sz="1350" dirty="0">
                <a:latin typeface="Amasis MT Pro" panose="02040504050005020304" pitchFamily="18" charset="0"/>
              </a:rPr>
              <a:t>when the JS code is applied by adding a special file with extension </a:t>
            </a:r>
            <a:r>
              <a:rPr lang="en-IN" sz="1350" b="1" dirty="0">
                <a:latin typeface="Amasis MT Pro" panose="02040504050005020304" pitchFamily="18" charset="0"/>
              </a:rPr>
              <a:t>.</a:t>
            </a:r>
            <a:r>
              <a:rPr lang="en-IN" sz="1350" b="1" dirty="0" err="1">
                <a:latin typeface="Amasis MT Pro" panose="02040504050005020304" pitchFamily="18" charset="0"/>
              </a:rPr>
              <a:t>js</a:t>
            </a:r>
            <a:r>
              <a:rPr lang="en-IN" sz="1350" dirty="0">
                <a:latin typeface="Amasis MT Pro" panose="02040504050005020304" pitchFamily="18" charset="0"/>
              </a:rPr>
              <a:t> where we put all our code inside, later we refer the file to refer the code written in the file using &lt;script </a:t>
            </a:r>
            <a:r>
              <a:rPr lang="en-IN" sz="1350" dirty="0" err="1">
                <a:latin typeface="Amasis MT Pro" panose="02040504050005020304" pitchFamily="18" charset="0"/>
              </a:rPr>
              <a:t>src</a:t>
            </a:r>
            <a:r>
              <a:rPr lang="en-IN" sz="1350" dirty="0">
                <a:latin typeface="Amasis MT Pro" panose="02040504050005020304" pitchFamily="18" charset="0"/>
              </a:rPr>
              <a:t>=“address of file”&gt;</a:t>
            </a:r>
            <a:endParaRPr lang="en-IN" sz="1350" b="1" i="1" dirty="0">
              <a:latin typeface="Amasis MT Pro" panose="02040504050005020304" pitchFamily="18" charset="0"/>
            </a:endParaRPr>
          </a:p>
        </p:txBody>
      </p:sp>
      <p:sp>
        <p:nvSpPr>
          <p:cNvPr id="4" name="TextBox 3">
            <a:extLst>
              <a:ext uri="{FF2B5EF4-FFF2-40B4-BE49-F238E27FC236}">
                <a16:creationId xmlns:a16="http://schemas.microsoft.com/office/drawing/2014/main" id="{F548F74F-B8BE-7B25-5E10-EA3609195860}"/>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DEC92F18-C453-0723-A929-64CCA41891C0}"/>
              </a:ext>
            </a:extLst>
          </p:cNvPr>
          <p:cNvPicPr>
            <a:picLocks noChangeAspect="1"/>
          </p:cNvPicPr>
          <p:nvPr/>
        </p:nvPicPr>
        <p:blipFill>
          <a:blip r:embed="rId3"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36B18981-9CAB-7D8E-FC44-4804178CFA73}"/>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2238574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25E82-9B53-6A22-1626-54CB21B22C12}"/>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A007D752-75A9-C889-8BB3-CC5BD7A9ABC6}"/>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Funda Fox</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A30B56D-32AB-383A-8DAD-6ED0B2A4BBA1}"/>
              </a:ext>
            </a:extLst>
          </p:cNvPr>
          <p:cNvSpPr txBox="1"/>
          <p:nvPr/>
        </p:nvSpPr>
        <p:spPr>
          <a:xfrm>
            <a:off x="134426" y="490759"/>
            <a:ext cx="8615133" cy="3831802"/>
          </a:xfrm>
          <a:prstGeom prst="rect">
            <a:avLst/>
          </a:prstGeom>
          <a:noFill/>
        </p:spPr>
        <p:txBody>
          <a:bodyPr wrap="square" lIns="91424" tIns="45712" rIns="91424" bIns="45712" rtlCol="0">
            <a:spAutoFit/>
          </a:bodyPr>
          <a:lstStyle/>
          <a:p>
            <a:pPr marL="285750" indent="-285750">
              <a:buFont typeface="Arial" panose="020B0604020202020204" pitchFamily="34" charset="0"/>
              <a:buChar char="•"/>
            </a:pPr>
            <a:r>
              <a:rPr lang="en-IN" sz="1350" dirty="0">
                <a:latin typeface="Amasis MT Pro" panose="02040504050005020304" pitchFamily="18" charset="0"/>
              </a:rPr>
              <a:t>All the browsers directly understand Java Script because browsers include the engine to run JS</a:t>
            </a:r>
          </a:p>
          <a:p>
            <a:pPr marL="285750" indent="-285750">
              <a:buFont typeface="Arial" panose="020B0604020202020204" pitchFamily="34" charset="0"/>
              <a:buChar char="•"/>
            </a:pPr>
            <a:r>
              <a:rPr lang="en-IN" sz="1350" dirty="0">
                <a:latin typeface="Amasis MT Pro" panose="02040504050005020304" pitchFamily="18" charset="0"/>
              </a:rPr>
              <a:t>Unlike ABAP, the JS is a case-sensitive programming language, e.g. </a:t>
            </a:r>
            <a:r>
              <a:rPr lang="en-IN" sz="1350" b="1" dirty="0">
                <a:latin typeface="Amasis MT Pro" panose="02040504050005020304" pitchFamily="18" charset="0"/>
              </a:rPr>
              <a:t>Anubhav</a:t>
            </a:r>
            <a:r>
              <a:rPr lang="en-IN" sz="1350" dirty="0">
                <a:latin typeface="Amasis MT Pro" panose="02040504050005020304" pitchFamily="18" charset="0"/>
              </a:rPr>
              <a:t> and </a:t>
            </a:r>
            <a:r>
              <a:rPr lang="en-IN" sz="1350" b="1" dirty="0" err="1">
                <a:latin typeface="Amasis MT Pro" panose="02040504050005020304" pitchFamily="18" charset="0"/>
              </a:rPr>
              <a:t>anubhav</a:t>
            </a:r>
            <a:r>
              <a:rPr lang="en-IN" sz="1350" dirty="0">
                <a:latin typeface="Amasis MT Pro" panose="02040504050005020304" pitchFamily="18" charset="0"/>
              </a:rPr>
              <a:t> are not same</a:t>
            </a:r>
          </a:p>
          <a:p>
            <a:pPr marL="285750" indent="-285750">
              <a:buFont typeface="Arial" panose="020B0604020202020204" pitchFamily="34" charset="0"/>
              <a:buChar char="•"/>
            </a:pPr>
            <a:r>
              <a:rPr lang="en-IN" sz="1350" dirty="0">
                <a:latin typeface="Amasis MT Pro" panose="02040504050005020304" pitchFamily="18" charset="0"/>
              </a:rPr>
              <a:t>We follow camel-case naming convention. First letter is small, next consecutive word’s first letter will be caps. E.g. </a:t>
            </a:r>
            <a:r>
              <a:rPr lang="en-IN" sz="1350" dirty="0" err="1">
                <a:latin typeface="Amasis MT Pro" panose="02040504050005020304" pitchFamily="18" charset="0"/>
              </a:rPr>
              <a:t>iloveindia</a:t>
            </a:r>
            <a:r>
              <a:rPr lang="en-IN" sz="1350" dirty="0">
                <a:latin typeface="Amasis MT Pro" panose="02040504050005020304" pitchFamily="18" charset="0"/>
              </a:rPr>
              <a:t> </a:t>
            </a:r>
            <a:r>
              <a:rPr lang="en-IN" sz="1350" dirty="0">
                <a:latin typeface="Amasis MT Pro" panose="02040504050005020304" pitchFamily="18" charset="0"/>
                <a:sym typeface="Wingdings" panose="05000000000000000000" pitchFamily="2" charset="2"/>
              </a:rPr>
              <a:t> </a:t>
            </a:r>
            <a:r>
              <a:rPr lang="en-IN" sz="1350" dirty="0" err="1">
                <a:latin typeface="Amasis MT Pro" panose="02040504050005020304" pitchFamily="18" charset="0"/>
                <a:sym typeface="Wingdings" panose="05000000000000000000" pitchFamily="2" charset="2"/>
              </a:rPr>
              <a:t>iLoveIndia</a:t>
            </a:r>
            <a:r>
              <a:rPr lang="en-IN" sz="1350" dirty="0">
                <a:latin typeface="Amasis MT Pro" panose="02040504050005020304" pitchFamily="18" charset="0"/>
                <a:sym typeface="Wingdings" panose="05000000000000000000" pitchFamily="2" charset="2"/>
              </a:rPr>
              <a:t>, </a:t>
            </a:r>
            <a:r>
              <a:rPr lang="en-IN" sz="1350" dirty="0" err="1">
                <a:latin typeface="Amasis MT Pro" panose="02040504050005020304" pitchFamily="18" charset="0"/>
                <a:sym typeface="Wingdings" panose="05000000000000000000" pitchFamily="2" charset="2"/>
              </a:rPr>
              <a:t>wearelearningJS</a:t>
            </a:r>
            <a:r>
              <a:rPr lang="en-IN" sz="1350" dirty="0">
                <a:latin typeface="Amasis MT Pro" panose="02040504050005020304" pitchFamily="18" charset="0"/>
                <a:sym typeface="Wingdings" panose="05000000000000000000" pitchFamily="2" charset="2"/>
              </a:rPr>
              <a:t>  </a:t>
            </a:r>
            <a:r>
              <a:rPr lang="en-IN" sz="1350" dirty="0" err="1">
                <a:latin typeface="Amasis MT Pro" panose="02040504050005020304" pitchFamily="18" charset="0"/>
                <a:sym typeface="Wingdings" panose="05000000000000000000" pitchFamily="2" charset="2"/>
              </a:rPr>
              <a:t>weAreLearningJS</a:t>
            </a:r>
            <a:endParaRPr lang="en-IN" sz="1350" dirty="0">
              <a:latin typeface="Amasis MT Pro" panose="02040504050005020304" pitchFamily="18" charset="0"/>
              <a:sym typeface="Wingdings" panose="05000000000000000000" pitchFamily="2" charset="2"/>
            </a:endParaRPr>
          </a:p>
          <a:p>
            <a:pPr marL="285750" indent="-285750">
              <a:buFont typeface="Arial" panose="020B0604020202020204" pitchFamily="34" charset="0"/>
              <a:buChar char="•"/>
            </a:pPr>
            <a:r>
              <a:rPr lang="en-IN" sz="1350" dirty="0">
                <a:latin typeface="Amasis MT Pro" panose="02040504050005020304" pitchFamily="18" charset="0"/>
                <a:sym typeface="Wingdings" panose="05000000000000000000" pitchFamily="2" charset="2"/>
              </a:rPr>
              <a:t>Every statement in JS ends with semi-colon (;)</a:t>
            </a:r>
          </a:p>
          <a:p>
            <a:pPr marL="285750" indent="-285750">
              <a:buFont typeface="Arial" panose="020B0604020202020204" pitchFamily="34" charset="0"/>
              <a:buChar char="•"/>
            </a:pPr>
            <a:r>
              <a:rPr lang="en-IN" sz="1350" dirty="0">
                <a:latin typeface="Amasis MT Pro" panose="02040504050005020304" pitchFamily="18" charset="0"/>
                <a:sym typeface="Wingdings" panose="05000000000000000000" pitchFamily="2" charset="2"/>
              </a:rPr>
              <a:t>When we create variable in JS, we don’t need to provide the data types, system will detect the data types automatically based on the value we assign. We can call a built-in function </a:t>
            </a:r>
            <a:r>
              <a:rPr lang="en-IN" sz="1350" b="1" i="1" dirty="0" err="1">
                <a:latin typeface="Amasis MT Pro" panose="02040504050005020304" pitchFamily="18" charset="0"/>
                <a:sym typeface="Wingdings" panose="05000000000000000000" pitchFamily="2" charset="2"/>
              </a:rPr>
              <a:t>typeof</a:t>
            </a:r>
            <a:r>
              <a:rPr lang="en-IN" sz="1350" dirty="0">
                <a:latin typeface="Amasis MT Pro" panose="02040504050005020304" pitchFamily="18" charset="0"/>
                <a:sym typeface="Wingdings" panose="05000000000000000000" pitchFamily="2" charset="2"/>
              </a:rPr>
              <a:t> to check the data type.</a:t>
            </a:r>
          </a:p>
          <a:p>
            <a:pPr marL="285750" indent="-285750">
              <a:buFont typeface="Arial" panose="020B0604020202020204" pitchFamily="34" charset="0"/>
              <a:buChar char="•"/>
            </a:pPr>
            <a:r>
              <a:rPr lang="en-IN" sz="1350" dirty="0">
                <a:latin typeface="Amasis MT Pro" panose="02040504050005020304" pitchFamily="18" charset="0"/>
                <a:sym typeface="Wingdings" panose="05000000000000000000" pitchFamily="2" charset="2"/>
              </a:rPr>
              <a:t>If we don’t assign a initial value to any variable, NULL gets assigned and any operation with null become </a:t>
            </a:r>
            <a:r>
              <a:rPr lang="en-IN" sz="1350" b="1" dirty="0" err="1">
                <a:latin typeface="Amasis MT Pro" panose="02040504050005020304" pitchFamily="18" charset="0"/>
                <a:sym typeface="Wingdings" panose="05000000000000000000" pitchFamily="2" charset="2"/>
              </a:rPr>
              <a:t>NaN</a:t>
            </a:r>
            <a:endParaRPr lang="en-IN" sz="1350" b="1" dirty="0">
              <a:latin typeface="Amasis MT Pro" panose="02040504050005020304" pitchFamily="18" charset="0"/>
              <a:sym typeface="Wingdings" panose="05000000000000000000" pitchFamily="2" charset="2"/>
            </a:endParaRPr>
          </a:p>
          <a:p>
            <a:pPr marL="285750" indent="-285750">
              <a:buFont typeface="Arial" panose="020B0604020202020204" pitchFamily="34" charset="0"/>
              <a:buChar char="•"/>
            </a:pPr>
            <a:r>
              <a:rPr lang="en-IN" sz="1350" dirty="0">
                <a:latin typeface="Amasis MT Pro" panose="02040504050005020304" pitchFamily="18" charset="0"/>
                <a:sym typeface="Wingdings" panose="05000000000000000000" pitchFamily="2" charset="2"/>
              </a:rPr>
              <a:t>To create a variable we use </a:t>
            </a:r>
            <a:r>
              <a:rPr lang="en-IN" sz="1350" b="1" dirty="0">
                <a:latin typeface="Amasis MT Pro" panose="02040504050005020304" pitchFamily="18" charset="0"/>
                <a:sym typeface="Wingdings" panose="05000000000000000000" pitchFamily="2" charset="2"/>
              </a:rPr>
              <a:t>var </a:t>
            </a:r>
            <a:r>
              <a:rPr lang="en-IN" sz="1350" dirty="0">
                <a:latin typeface="Amasis MT Pro" panose="02040504050005020304" pitchFamily="18" charset="0"/>
                <a:sym typeface="Wingdings" panose="05000000000000000000" pitchFamily="2" charset="2"/>
              </a:rPr>
              <a:t>(global) or </a:t>
            </a:r>
            <a:r>
              <a:rPr lang="en-IN" sz="1350" b="1" dirty="0">
                <a:latin typeface="Amasis MT Pro" panose="02040504050005020304" pitchFamily="18" charset="0"/>
                <a:sym typeface="Wingdings" panose="05000000000000000000" pitchFamily="2" charset="2"/>
              </a:rPr>
              <a:t>let</a:t>
            </a:r>
            <a:r>
              <a:rPr lang="en-IN" sz="1350" dirty="0">
                <a:latin typeface="Amasis MT Pro" panose="02040504050005020304" pitchFamily="18" charset="0"/>
                <a:sym typeface="Wingdings" panose="05000000000000000000" pitchFamily="2" charset="2"/>
              </a:rPr>
              <a:t> (local), we can use </a:t>
            </a:r>
            <a:r>
              <a:rPr lang="en-IN" sz="1350" b="1" dirty="0" err="1">
                <a:latin typeface="Amasis MT Pro" panose="02040504050005020304" pitchFamily="18" charset="0"/>
                <a:sym typeface="Wingdings" panose="05000000000000000000" pitchFamily="2" charset="2"/>
              </a:rPr>
              <a:t>const</a:t>
            </a:r>
            <a:r>
              <a:rPr lang="en-IN" sz="1350" dirty="0">
                <a:latin typeface="Amasis MT Pro" panose="02040504050005020304" pitchFamily="18" charset="0"/>
                <a:sym typeface="Wingdings" panose="05000000000000000000" pitchFamily="2" charset="2"/>
              </a:rPr>
              <a:t> to create constant</a:t>
            </a:r>
          </a:p>
          <a:p>
            <a:pPr marL="285750" indent="-285750">
              <a:buFont typeface="Arial" panose="020B0604020202020204" pitchFamily="34" charset="0"/>
              <a:buChar char="•"/>
            </a:pPr>
            <a:r>
              <a:rPr lang="en-IN" sz="1350" dirty="0">
                <a:latin typeface="Amasis MT Pro" panose="02040504050005020304" pitchFamily="18" charset="0"/>
                <a:sym typeface="Wingdings" panose="05000000000000000000" pitchFamily="2" charset="2"/>
              </a:rPr>
              <a:t>We can also test JS directly in browser console – F12</a:t>
            </a:r>
          </a:p>
          <a:p>
            <a:pPr marL="285750" indent="-285750">
              <a:buFont typeface="Arial" panose="020B0604020202020204" pitchFamily="34" charset="0"/>
              <a:buChar char="•"/>
            </a:pPr>
            <a:r>
              <a:rPr lang="en-IN" sz="1350" dirty="0">
                <a:latin typeface="Amasis MT Pro" panose="02040504050005020304" pitchFamily="18" charset="0"/>
                <a:sym typeface="Wingdings" panose="05000000000000000000" pitchFamily="2" charset="2"/>
              </a:rPr>
              <a:t>In JS ‘’ and “” plays the same role to create literals e.g. ‘Hello World’ or “Hello World”</a:t>
            </a:r>
          </a:p>
          <a:p>
            <a:pPr marL="285750" indent="-285750">
              <a:buFont typeface="Arial" panose="020B0604020202020204" pitchFamily="34" charset="0"/>
              <a:buChar char="•"/>
            </a:pPr>
            <a:r>
              <a:rPr lang="en-IN" sz="1350" dirty="0">
                <a:latin typeface="Amasis MT Pro" panose="02040504050005020304" pitchFamily="18" charset="0"/>
                <a:sym typeface="Wingdings" panose="05000000000000000000" pitchFamily="2" charset="2"/>
              </a:rPr>
              <a:t>In JS, = is assignment operator, == and === are comparison operator, == compare value, === compare value and data type.</a:t>
            </a:r>
          </a:p>
          <a:p>
            <a:pPr marL="285750" indent="-285750">
              <a:buFont typeface="Arial" panose="020B0604020202020204" pitchFamily="34" charset="0"/>
              <a:buChar char="•"/>
            </a:pPr>
            <a:r>
              <a:rPr lang="en-IN" sz="1350" dirty="0">
                <a:latin typeface="Amasis MT Pro" panose="02040504050005020304" pitchFamily="18" charset="0"/>
                <a:sym typeface="Wingdings" panose="05000000000000000000" pitchFamily="2" charset="2"/>
              </a:rPr>
              <a:t>Just like any other programming language JS also comes with built-in variable (like in ABAP we have </a:t>
            </a:r>
            <a:r>
              <a:rPr lang="en-IN" sz="1350" dirty="0" err="1">
                <a:latin typeface="Amasis MT Pro" panose="02040504050005020304" pitchFamily="18" charset="0"/>
                <a:sym typeface="Wingdings" panose="05000000000000000000" pitchFamily="2" charset="2"/>
              </a:rPr>
              <a:t>sy</a:t>
            </a:r>
            <a:r>
              <a:rPr lang="en-IN" sz="1350" dirty="0">
                <a:latin typeface="Amasis MT Pro" panose="02040504050005020304" pitchFamily="18" charset="0"/>
                <a:sym typeface="Wingdings" panose="05000000000000000000" pitchFamily="2" charset="2"/>
              </a:rPr>
              <a:t>-datum)</a:t>
            </a:r>
          </a:p>
          <a:p>
            <a:pPr marL="285750" indent="-285750">
              <a:buFont typeface="Wingdings" panose="05000000000000000000" pitchFamily="2" charset="2"/>
              <a:buChar char="q"/>
            </a:pPr>
            <a:r>
              <a:rPr lang="en-IN" sz="1350" b="1" dirty="0">
                <a:latin typeface="Amasis MT Pro" panose="02040504050005020304" pitchFamily="18" charset="0"/>
                <a:sym typeface="Wingdings" panose="05000000000000000000" pitchFamily="2" charset="2"/>
              </a:rPr>
              <a:t>document – </a:t>
            </a:r>
            <a:r>
              <a:rPr lang="en-IN" sz="1350" dirty="0">
                <a:latin typeface="Amasis MT Pro" panose="02040504050005020304" pitchFamily="18" charset="0"/>
                <a:sym typeface="Wingdings" panose="05000000000000000000" pitchFamily="2" charset="2"/>
              </a:rPr>
              <a:t>document is the variable which represent the object of the DOM, with the help of same, we can access the DOM elements using functions like </a:t>
            </a:r>
            <a:r>
              <a:rPr lang="en-IN" sz="1350" i="1" dirty="0" err="1">
                <a:latin typeface="Amasis MT Pro" panose="02040504050005020304" pitchFamily="18" charset="0"/>
                <a:sym typeface="Wingdings" panose="05000000000000000000" pitchFamily="2" charset="2"/>
              </a:rPr>
              <a:t>getElementById</a:t>
            </a:r>
            <a:r>
              <a:rPr lang="en-IN" sz="1350" i="1" dirty="0">
                <a:latin typeface="Amasis MT Pro" panose="02040504050005020304" pitchFamily="18" charset="0"/>
                <a:sym typeface="Wingdings" panose="05000000000000000000" pitchFamily="2" charset="2"/>
              </a:rPr>
              <a:t>, </a:t>
            </a:r>
            <a:r>
              <a:rPr lang="en-IN" sz="1350" i="1" dirty="0" err="1">
                <a:latin typeface="Amasis MT Pro" panose="02040504050005020304" pitchFamily="18" charset="0"/>
                <a:sym typeface="Wingdings" panose="05000000000000000000" pitchFamily="2" charset="2"/>
              </a:rPr>
              <a:t>getElementsByClassName</a:t>
            </a:r>
            <a:r>
              <a:rPr lang="en-IN" sz="1350" i="1" dirty="0">
                <a:latin typeface="Amasis MT Pro" panose="02040504050005020304" pitchFamily="18" charset="0"/>
                <a:sym typeface="Wingdings" panose="05000000000000000000" pitchFamily="2" charset="2"/>
              </a:rPr>
              <a:t>, </a:t>
            </a:r>
            <a:r>
              <a:rPr lang="en-IN" sz="1350" i="1" dirty="0" err="1">
                <a:latin typeface="Amasis MT Pro" panose="02040504050005020304" pitchFamily="18" charset="0"/>
                <a:sym typeface="Wingdings" panose="05000000000000000000" pitchFamily="2" charset="2"/>
              </a:rPr>
              <a:t>getElementsByTagName</a:t>
            </a:r>
            <a:r>
              <a:rPr lang="en-IN" sz="1350" dirty="0">
                <a:latin typeface="Amasis MT Pro" panose="02040504050005020304" pitchFamily="18" charset="0"/>
                <a:sym typeface="Wingdings" panose="05000000000000000000" pitchFamily="2" charset="2"/>
              </a:rPr>
              <a:t> </a:t>
            </a:r>
            <a:endParaRPr lang="en-IN" sz="1350" b="1" dirty="0">
              <a:latin typeface="Amasis MT Pro" panose="02040504050005020304" pitchFamily="18" charset="0"/>
              <a:sym typeface="Wingdings" panose="05000000000000000000" pitchFamily="2" charset="2"/>
            </a:endParaRPr>
          </a:p>
          <a:p>
            <a:pPr marL="285750" indent="-285750">
              <a:buFont typeface="Wingdings" panose="05000000000000000000" pitchFamily="2" charset="2"/>
              <a:buChar char="q"/>
            </a:pPr>
            <a:r>
              <a:rPr lang="en-IN" sz="1350" b="1" dirty="0">
                <a:latin typeface="Amasis MT Pro" panose="02040504050005020304" pitchFamily="18" charset="0"/>
              </a:rPr>
              <a:t>window – </a:t>
            </a:r>
            <a:r>
              <a:rPr lang="en-IN" sz="1350" dirty="0">
                <a:latin typeface="Amasis MT Pro" panose="02040504050005020304" pitchFamily="18" charset="0"/>
              </a:rPr>
              <a:t>is the object of browser window to open, close or show alert to users.</a:t>
            </a:r>
          </a:p>
          <a:p>
            <a:pPr marL="285750" indent="-285750">
              <a:buFont typeface="Arial" panose="020B0604020202020204" pitchFamily="34" charset="0"/>
              <a:buChar char="•"/>
            </a:pPr>
            <a:r>
              <a:rPr lang="en-IN" sz="1350" dirty="0">
                <a:latin typeface="Amasis MT Pro" panose="02040504050005020304" pitchFamily="18" charset="0"/>
              </a:rPr>
              <a:t>Java Script also have an advance version called TypeScript where we can create variable by using data types.</a:t>
            </a:r>
          </a:p>
        </p:txBody>
      </p:sp>
      <p:sp>
        <p:nvSpPr>
          <p:cNvPr id="4" name="TextBox 3">
            <a:extLst>
              <a:ext uri="{FF2B5EF4-FFF2-40B4-BE49-F238E27FC236}">
                <a16:creationId xmlns:a16="http://schemas.microsoft.com/office/drawing/2014/main" id="{F17BC9D2-9AB3-F15E-CCD4-496ECC6B93A9}"/>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ED7B6B8E-D12F-738F-5D70-76986376CA14}"/>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45DCA83C-68CA-A07D-1408-2806D32DAE1F}"/>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23929318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3CD24-9F3C-2057-7BA4-B999D7FF2414}"/>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53A32426-7367-5672-3D31-0C6858D5DC17}"/>
              </a:ext>
            </a:extLst>
          </p:cNvPr>
          <p:cNvSpPr txBox="1">
            <a:spLocks/>
          </p:cNvSpPr>
          <p:nvPr/>
        </p:nvSpPr>
        <p:spPr>
          <a:xfrm>
            <a:off x="107001" y="105387"/>
            <a:ext cx="8353414" cy="4814824"/>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500" dirty="0">
                <a:latin typeface="Cooper Black" panose="0208090404030B020404" pitchFamily="18" charset="0"/>
                <a:cs typeface="Times New Roman" panose="02020603050405020304" pitchFamily="18" charset="0"/>
              </a:rPr>
              <a:t>Console is best friend</a:t>
            </a:r>
            <a:endParaRPr lang="en-IN" sz="11500"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4824A07-1076-5E4A-D09C-3D9711D761F0}"/>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16395B91-BF87-91CD-517D-71E7177372D1}"/>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7F1A8FA5-D35B-206F-38FE-F01C0EA9D36E}"/>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1991003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9A2FE-7144-41AC-9A55-F432C947B7E6}"/>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E341475B-CAA8-2F9B-417C-51A428BF51BB}"/>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Variables in JS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6A2CA3D-F542-60B4-8A5A-E534C1B3FCBB}"/>
              </a:ext>
            </a:extLst>
          </p:cNvPr>
          <p:cNvSpPr txBox="1"/>
          <p:nvPr/>
        </p:nvSpPr>
        <p:spPr>
          <a:xfrm>
            <a:off x="26945" y="1352550"/>
            <a:ext cx="2563856" cy="1131063"/>
          </a:xfrm>
          <a:prstGeom prst="rect">
            <a:avLst/>
          </a:prstGeom>
          <a:noFill/>
        </p:spPr>
        <p:txBody>
          <a:bodyPr wrap="square" lIns="91424" tIns="45712" rIns="91424" bIns="45712" rtlCol="0">
            <a:spAutoFit/>
          </a:bodyPr>
          <a:lstStyle/>
          <a:p>
            <a:pPr marL="285750" indent="-285750">
              <a:buFont typeface="Arial" panose="020B0604020202020204" pitchFamily="34" charset="0"/>
              <a:buChar char="•"/>
            </a:pPr>
            <a:r>
              <a:rPr lang="en-IN" sz="1350" dirty="0">
                <a:latin typeface="Amasis MT Pro" panose="02040504050005020304" pitchFamily="18" charset="0"/>
              </a:rPr>
              <a:t>A scalar variable stores one value at a time</a:t>
            </a:r>
          </a:p>
          <a:p>
            <a:pPr marL="285750" indent="-285750">
              <a:buFont typeface="Arial" panose="020B0604020202020204" pitchFamily="34" charset="0"/>
              <a:buChar char="•"/>
            </a:pPr>
            <a:r>
              <a:rPr lang="en-IN" sz="1350" dirty="0">
                <a:latin typeface="Amasis MT Pro" panose="02040504050005020304" pitchFamily="18" charset="0"/>
              </a:rPr>
              <a:t>Assigning another value to it will overwrite the old value</a:t>
            </a:r>
          </a:p>
          <a:p>
            <a:pPr marL="285750" indent="-285750">
              <a:buFont typeface="Arial" panose="020B0604020202020204" pitchFamily="34" charset="0"/>
              <a:buChar char="•"/>
            </a:pPr>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86927256-666B-4683-27AC-1C8B30E33482}"/>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6F32AE01-65D6-41B7-D487-CC6ED61B70E4}"/>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0EB424A3-A427-D247-E6FB-D71841A8543D}"/>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284530BD-75F0-E6D9-7BA6-4BE777035456}"/>
              </a:ext>
            </a:extLst>
          </p:cNvPr>
          <p:cNvSpPr/>
          <p:nvPr/>
        </p:nvSpPr>
        <p:spPr>
          <a:xfrm>
            <a:off x="172596" y="590550"/>
            <a:ext cx="1961004"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Scalar</a:t>
            </a:r>
          </a:p>
        </p:txBody>
      </p:sp>
      <p:sp>
        <p:nvSpPr>
          <p:cNvPr id="8" name="Rectangle 7">
            <a:extLst>
              <a:ext uri="{FF2B5EF4-FFF2-40B4-BE49-F238E27FC236}">
                <a16:creationId xmlns:a16="http://schemas.microsoft.com/office/drawing/2014/main" id="{B6D09F4B-5E8B-43BC-5D62-CDA3EF0032A6}"/>
              </a:ext>
            </a:extLst>
          </p:cNvPr>
          <p:cNvSpPr/>
          <p:nvPr/>
        </p:nvSpPr>
        <p:spPr>
          <a:xfrm>
            <a:off x="3303206" y="590550"/>
            <a:ext cx="1961004"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Array</a:t>
            </a:r>
          </a:p>
        </p:txBody>
      </p:sp>
      <p:sp>
        <p:nvSpPr>
          <p:cNvPr id="11" name="Rectangle 10">
            <a:extLst>
              <a:ext uri="{FF2B5EF4-FFF2-40B4-BE49-F238E27FC236}">
                <a16:creationId xmlns:a16="http://schemas.microsoft.com/office/drawing/2014/main" id="{38C54549-D341-D51A-F464-3F145F0F539A}"/>
              </a:ext>
            </a:extLst>
          </p:cNvPr>
          <p:cNvSpPr/>
          <p:nvPr/>
        </p:nvSpPr>
        <p:spPr>
          <a:xfrm>
            <a:off x="6934200" y="590550"/>
            <a:ext cx="1961004"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sp>
        <p:nvSpPr>
          <p:cNvPr id="12" name="Rectangle 11">
            <a:extLst>
              <a:ext uri="{FF2B5EF4-FFF2-40B4-BE49-F238E27FC236}">
                <a16:creationId xmlns:a16="http://schemas.microsoft.com/office/drawing/2014/main" id="{72E9C669-0AF3-06D1-4DA6-747012C753F0}"/>
              </a:ext>
            </a:extLst>
          </p:cNvPr>
          <p:cNvSpPr/>
          <p:nvPr/>
        </p:nvSpPr>
        <p:spPr>
          <a:xfrm>
            <a:off x="1066800" y="2952750"/>
            <a:ext cx="609600" cy="3926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10</a:t>
            </a:r>
          </a:p>
        </p:txBody>
      </p:sp>
      <p:sp>
        <p:nvSpPr>
          <p:cNvPr id="14" name="TextBox 13">
            <a:extLst>
              <a:ext uri="{FF2B5EF4-FFF2-40B4-BE49-F238E27FC236}">
                <a16:creationId xmlns:a16="http://schemas.microsoft.com/office/drawing/2014/main" id="{923BA512-4D11-1F6E-1506-A9622E41A3C4}"/>
              </a:ext>
            </a:extLst>
          </p:cNvPr>
          <p:cNvSpPr txBox="1"/>
          <p:nvPr/>
        </p:nvSpPr>
        <p:spPr>
          <a:xfrm>
            <a:off x="609600" y="2952750"/>
            <a:ext cx="381000" cy="369332"/>
          </a:xfrm>
          <a:prstGeom prst="rect">
            <a:avLst/>
          </a:prstGeom>
          <a:noFill/>
        </p:spPr>
        <p:txBody>
          <a:bodyPr wrap="square">
            <a:spAutoFit/>
          </a:bodyPr>
          <a:lstStyle/>
          <a:p>
            <a:r>
              <a:rPr lang="en-IN" sz="1800" dirty="0">
                <a:latin typeface="Amasis MT Pro" panose="02040504050005020304" pitchFamily="18" charset="0"/>
              </a:rPr>
              <a:t>X</a:t>
            </a:r>
            <a:endParaRPr lang="en-IN" dirty="0"/>
          </a:p>
        </p:txBody>
      </p:sp>
      <p:sp>
        <p:nvSpPr>
          <p:cNvPr id="15" name="TextBox 14">
            <a:extLst>
              <a:ext uri="{FF2B5EF4-FFF2-40B4-BE49-F238E27FC236}">
                <a16:creationId xmlns:a16="http://schemas.microsoft.com/office/drawing/2014/main" id="{79F56816-F43A-D263-1D0A-D18B6D10FFAE}"/>
              </a:ext>
            </a:extLst>
          </p:cNvPr>
          <p:cNvSpPr txBox="1"/>
          <p:nvPr/>
        </p:nvSpPr>
        <p:spPr>
          <a:xfrm>
            <a:off x="2700354" y="1330974"/>
            <a:ext cx="3471846" cy="1338812"/>
          </a:xfrm>
          <a:prstGeom prst="rect">
            <a:avLst/>
          </a:prstGeom>
          <a:noFill/>
        </p:spPr>
        <p:txBody>
          <a:bodyPr wrap="square" lIns="91424" tIns="45712" rIns="91424" bIns="45712" rtlCol="0">
            <a:spAutoFit/>
          </a:bodyPr>
          <a:lstStyle/>
          <a:p>
            <a:pPr marL="285750" indent="-285750">
              <a:buFont typeface="Arial" panose="020B0604020202020204" pitchFamily="34" charset="0"/>
              <a:buChar char="•"/>
            </a:pPr>
            <a:r>
              <a:rPr lang="en-IN" sz="1350" dirty="0">
                <a:latin typeface="Amasis MT Pro" panose="02040504050005020304" pitchFamily="18" charset="0"/>
              </a:rPr>
              <a:t>Collection of values, usually single type of data</a:t>
            </a:r>
          </a:p>
          <a:p>
            <a:pPr marL="285750" indent="-285750">
              <a:buFont typeface="Arial" panose="020B0604020202020204" pitchFamily="34" charset="0"/>
              <a:buChar char="•"/>
            </a:pPr>
            <a:r>
              <a:rPr lang="en-IN" sz="1350" dirty="0">
                <a:latin typeface="Amasis MT Pro" panose="02040504050005020304" pitchFamily="18" charset="0"/>
              </a:rPr>
              <a:t>Represented using [ ]</a:t>
            </a:r>
          </a:p>
          <a:p>
            <a:pPr marL="285750" indent="-285750">
              <a:buFont typeface="Arial" panose="020B0604020202020204" pitchFamily="34" charset="0"/>
              <a:buChar char="•"/>
            </a:pPr>
            <a:r>
              <a:rPr lang="en-IN" sz="1350" dirty="0">
                <a:latin typeface="Amasis MT Pro" panose="02040504050005020304" pitchFamily="18" charset="0"/>
              </a:rPr>
              <a:t>First item of an array starts with index 0</a:t>
            </a:r>
          </a:p>
          <a:p>
            <a:pPr marL="285750" indent="-285750">
              <a:buFont typeface="Arial" panose="020B0604020202020204" pitchFamily="34" charset="0"/>
              <a:buChar char="•"/>
            </a:pPr>
            <a:r>
              <a:rPr lang="en-IN" sz="1350" dirty="0" err="1">
                <a:latin typeface="Amasis MT Pro" panose="02040504050005020304" pitchFamily="18" charset="0"/>
              </a:rPr>
              <a:t>Array.length</a:t>
            </a:r>
            <a:r>
              <a:rPr lang="en-IN" sz="1350" dirty="0">
                <a:latin typeface="Amasis MT Pro" panose="02040504050005020304" pitchFamily="18" charset="0"/>
              </a:rPr>
              <a:t> to check the size of an array</a:t>
            </a:r>
          </a:p>
          <a:p>
            <a:pPr marL="285750" indent="-285750">
              <a:buFont typeface="Arial" panose="020B0604020202020204" pitchFamily="34" charset="0"/>
              <a:buChar char="•"/>
            </a:pPr>
            <a:endParaRPr lang="en-IN" sz="1350" dirty="0">
              <a:latin typeface="Amasis MT Pro" panose="02040504050005020304" pitchFamily="18" charset="0"/>
            </a:endParaRPr>
          </a:p>
        </p:txBody>
      </p:sp>
      <p:sp>
        <p:nvSpPr>
          <p:cNvPr id="16" name="TextBox 15">
            <a:extLst>
              <a:ext uri="{FF2B5EF4-FFF2-40B4-BE49-F238E27FC236}">
                <a16:creationId xmlns:a16="http://schemas.microsoft.com/office/drawing/2014/main" id="{FBBEB242-11EE-49FA-A4A9-E81B03357465}"/>
              </a:ext>
            </a:extLst>
          </p:cNvPr>
          <p:cNvSpPr txBox="1"/>
          <p:nvPr/>
        </p:nvSpPr>
        <p:spPr>
          <a:xfrm>
            <a:off x="26945" y="3790950"/>
            <a:ext cx="2673409" cy="923330"/>
          </a:xfrm>
          <a:prstGeom prst="rect">
            <a:avLst/>
          </a:prstGeom>
          <a:noFill/>
        </p:spPr>
        <p:txBody>
          <a:bodyPr wrap="square" rtlCol="0">
            <a:spAutoFit/>
          </a:bodyPr>
          <a:lstStyle/>
          <a:p>
            <a:r>
              <a:rPr lang="en-IN" dirty="0"/>
              <a:t>( ) – parenthesis</a:t>
            </a:r>
          </a:p>
          <a:p>
            <a:r>
              <a:rPr lang="en-IN" dirty="0"/>
              <a:t>{ } – curly braces</a:t>
            </a:r>
          </a:p>
          <a:p>
            <a:r>
              <a:rPr lang="en-IN" dirty="0"/>
              <a:t>[ ] - bracket</a:t>
            </a:r>
          </a:p>
        </p:txBody>
      </p:sp>
      <p:graphicFrame>
        <p:nvGraphicFramePr>
          <p:cNvPr id="17" name="Table 16">
            <a:extLst>
              <a:ext uri="{FF2B5EF4-FFF2-40B4-BE49-F238E27FC236}">
                <a16:creationId xmlns:a16="http://schemas.microsoft.com/office/drawing/2014/main" id="{F6B02E5B-1101-DECF-08E3-230A85C50BF5}"/>
              </a:ext>
            </a:extLst>
          </p:cNvPr>
          <p:cNvGraphicFramePr>
            <a:graphicFrameLocks noGrp="1"/>
          </p:cNvGraphicFramePr>
          <p:nvPr>
            <p:extLst>
              <p:ext uri="{D42A27DB-BD31-4B8C-83A1-F6EECF244321}">
                <p14:modId xmlns:p14="http://schemas.microsoft.com/office/powerpoint/2010/main" val="2079192958"/>
              </p:ext>
            </p:extLst>
          </p:nvPr>
        </p:nvGraphicFramePr>
        <p:xfrm>
          <a:off x="3810000" y="2669786"/>
          <a:ext cx="1524000" cy="22250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578841139"/>
                    </a:ext>
                  </a:extLst>
                </a:gridCol>
              </a:tblGrid>
              <a:tr h="370840">
                <a:tc>
                  <a:txBody>
                    <a:bodyPr/>
                    <a:lstStyle/>
                    <a:p>
                      <a:endParaRPr lang="en-IN" dirty="0"/>
                    </a:p>
                  </a:txBody>
                  <a:tcPr/>
                </a:tc>
                <a:extLst>
                  <a:ext uri="{0D108BD9-81ED-4DB2-BD59-A6C34878D82A}">
                    <a16:rowId xmlns:a16="http://schemas.microsoft.com/office/drawing/2014/main" val="2282853416"/>
                  </a:ext>
                </a:extLst>
              </a:tr>
              <a:tr h="370840">
                <a:tc>
                  <a:txBody>
                    <a:bodyPr/>
                    <a:lstStyle/>
                    <a:p>
                      <a:r>
                        <a:rPr lang="en-IN" dirty="0"/>
                        <a:t>10</a:t>
                      </a:r>
                    </a:p>
                  </a:txBody>
                  <a:tcPr/>
                </a:tc>
                <a:extLst>
                  <a:ext uri="{0D108BD9-81ED-4DB2-BD59-A6C34878D82A}">
                    <a16:rowId xmlns:a16="http://schemas.microsoft.com/office/drawing/2014/main" val="1965096762"/>
                  </a:ext>
                </a:extLst>
              </a:tr>
              <a:tr h="370840">
                <a:tc>
                  <a:txBody>
                    <a:bodyPr/>
                    <a:lstStyle/>
                    <a:p>
                      <a:r>
                        <a:rPr lang="en-IN" dirty="0"/>
                        <a:t>20</a:t>
                      </a:r>
                    </a:p>
                  </a:txBody>
                  <a:tcPr/>
                </a:tc>
                <a:extLst>
                  <a:ext uri="{0D108BD9-81ED-4DB2-BD59-A6C34878D82A}">
                    <a16:rowId xmlns:a16="http://schemas.microsoft.com/office/drawing/2014/main" val="3364617303"/>
                  </a:ext>
                </a:extLst>
              </a:tr>
              <a:tr h="370840">
                <a:tc>
                  <a:txBody>
                    <a:bodyPr/>
                    <a:lstStyle/>
                    <a:p>
                      <a:r>
                        <a:rPr lang="en-IN" dirty="0"/>
                        <a:t>30</a:t>
                      </a:r>
                    </a:p>
                  </a:txBody>
                  <a:tcPr/>
                </a:tc>
                <a:extLst>
                  <a:ext uri="{0D108BD9-81ED-4DB2-BD59-A6C34878D82A}">
                    <a16:rowId xmlns:a16="http://schemas.microsoft.com/office/drawing/2014/main" val="1001038911"/>
                  </a:ext>
                </a:extLst>
              </a:tr>
              <a:tr h="370840">
                <a:tc>
                  <a:txBody>
                    <a:bodyPr/>
                    <a:lstStyle/>
                    <a:p>
                      <a:r>
                        <a:rPr lang="en-IN" dirty="0"/>
                        <a:t>40</a:t>
                      </a:r>
                    </a:p>
                  </a:txBody>
                  <a:tcPr/>
                </a:tc>
                <a:extLst>
                  <a:ext uri="{0D108BD9-81ED-4DB2-BD59-A6C34878D82A}">
                    <a16:rowId xmlns:a16="http://schemas.microsoft.com/office/drawing/2014/main" val="1572580915"/>
                  </a:ext>
                </a:extLst>
              </a:tr>
              <a:tr h="370840">
                <a:tc>
                  <a:txBody>
                    <a:bodyPr/>
                    <a:lstStyle/>
                    <a:p>
                      <a:r>
                        <a:rPr lang="en-IN" dirty="0"/>
                        <a:t>50</a:t>
                      </a:r>
                    </a:p>
                  </a:txBody>
                  <a:tcPr/>
                </a:tc>
                <a:extLst>
                  <a:ext uri="{0D108BD9-81ED-4DB2-BD59-A6C34878D82A}">
                    <a16:rowId xmlns:a16="http://schemas.microsoft.com/office/drawing/2014/main" val="3485685659"/>
                  </a:ext>
                </a:extLst>
              </a:tr>
            </a:tbl>
          </a:graphicData>
        </a:graphic>
      </p:graphicFrame>
      <p:sp>
        <p:nvSpPr>
          <p:cNvPr id="18" name="Arrow: Right 17">
            <a:extLst>
              <a:ext uri="{FF2B5EF4-FFF2-40B4-BE49-F238E27FC236}">
                <a16:creationId xmlns:a16="http://schemas.microsoft.com/office/drawing/2014/main" id="{472C0FFD-C543-8B4A-1CE5-60FB6E642976}"/>
              </a:ext>
            </a:extLst>
          </p:cNvPr>
          <p:cNvSpPr/>
          <p:nvPr/>
        </p:nvSpPr>
        <p:spPr>
          <a:xfrm>
            <a:off x="3303206" y="2952750"/>
            <a:ext cx="506794" cy="533400"/>
          </a:xfrm>
          <a:prstGeom prst="rightArrow">
            <a:avLst>
              <a:gd name="adj1" fmla="val 50000"/>
              <a:gd name="adj2" fmla="val 4700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0</a:t>
            </a:r>
          </a:p>
        </p:txBody>
      </p:sp>
      <p:sp>
        <p:nvSpPr>
          <p:cNvPr id="19" name="Arrow: Right 18">
            <a:extLst>
              <a:ext uri="{FF2B5EF4-FFF2-40B4-BE49-F238E27FC236}">
                <a16:creationId xmlns:a16="http://schemas.microsoft.com/office/drawing/2014/main" id="{404E35EC-8E55-2FB7-40E7-09D21A18191B}"/>
              </a:ext>
            </a:extLst>
          </p:cNvPr>
          <p:cNvSpPr/>
          <p:nvPr/>
        </p:nvSpPr>
        <p:spPr>
          <a:xfrm>
            <a:off x="3352800" y="3322082"/>
            <a:ext cx="457200" cy="5334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20" name="TextBox 19">
            <a:extLst>
              <a:ext uri="{FF2B5EF4-FFF2-40B4-BE49-F238E27FC236}">
                <a16:creationId xmlns:a16="http://schemas.microsoft.com/office/drawing/2014/main" id="{F162B925-69A8-40B0-4957-6CAC58E1CA9D}"/>
              </a:ext>
            </a:extLst>
          </p:cNvPr>
          <p:cNvSpPr txBox="1"/>
          <p:nvPr/>
        </p:nvSpPr>
        <p:spPr>
          <a:xfrm>
            <a:off x="6019800" y="1330974"/>
            <a:ext cx="3200400" cy="3831802"/>
          </a:xfrm>
          <a:prstGeom prst="rect">
            <a:avLst/>
          </a:prstGeom>
          <a:noFill/>
        </p:spPr>
        <p:txBody>
          <a:bodyPr wrap="square" lIns="91424" tIns="45712" rIns="91424" bIns="45712" rtlCol="0">
            <a:spAutoFit/>
          </a:bodyPr>
          <a:lstStyle/>
          <a:p>
            <a:pPr marL="285750" indent="-285750">
              <a:buFont typeface="Arial" panose="020B0604020202020204" pitchFamily="34" charset="0"/>
              <a:buChar char="•"/>
            </a:pPr>
            <a:r>
              <a:rPr lang="en-IN" sz="1350" dirty="0">
                <a:latin typeface="Amasis MT Pro" panose="02040504050005020304" pitchFamily="18" charset="0"/>
              </a:rPr>
              <a:t>Contains the key value pair</a:t>
            </a:r>
          </a:p>
          <a:p>
            <a:pPr marL="285750" indent="-285750">
              <a:buFont typeface="Arial" panose="020B0604020202020204" pitchFamily="34" charset="0"/>
              <a:buChar char="•"/>
            </a:pPr>
            <a:r>
              <a:rPr lang="en-IN" sz="1350" dirty="0">
                <a:latin typeface="Amasis MT Pro" panose="02040504050005020304" pitchFamily="18" charset="0"/>
              </a:rPr>
              <a:t>Equals to structure in ABAP, storing multiple values of different data types</a:t>
            </a:r>
          </a:p>
          <a:p>
            <a:pPr marL="285750" indent="-285750">
              <a:buFont typeface="Arial" panose="020B0604020202020204" pitchFamily="34" charset="0"/>
              <a:buChar char="•"/>
            </a:pPr>
            <a:r>
              <a:rPr lang="en-IN" sz="1350" dirty="0">
                <a:latin typeface="Amasis MT Pro" panose="02040504050005020304" pitchFamily="18" charset="0"/>
              </a:rPr>
              <a:t>Access a value using OBJ.PROP</a:t>
            </a:r>
          </a:p>
          <a:p>
            <a:pPr marL="285750" indent="-285750">
              <a:buFont typeface="Arial" panose="020B0604020202020204" pitchFamily="34" charset="0"/>
              <a:buChar char="•"/>
            </a:pPr>
            <a:r>
              <a:rPr lang="en-IN" sz="1350" dirty="0">
                <a:latin typeface="Amasis MT Pro" panose="02040504050005020304" pitchFamily="18" charset="0"/>
              </a:rPr>
              <a:t>Java Script Object Notation – JSON</a:t>
            </a:r>
          </a:p>
          <a:p>
            <a:pPr marL="285750" indent="-285750">
              <a:buFont typeface="Arial" panose="020B0604020202020204" pitchFamily="34" charset="0"/>
              <a:buChar char="•"/>
            </a:pPr>
            <a:r>
              <a:rPr lang="en-IN" sz="1350" dirty="0">
                <a:latin typeface="Amasis MT Pro" panose="02040504050005020304" pitchFamily="18" charset="0"/>
              </a:rPr>
              <a:t>Key Value pair</a:t>
            </a:r>
          </a:p>
          <a:p>
            <a:pPr marL="285750" indent="-285750">
              <a:buFont typeface="Arial" panose="020B0604020202020204" pitchFamily="34" charset="0"/>
              <a:buChar char="•"/>
            </a:pPr>
            <a:endParaRPr lang="en-IN" sz="1350" dirty="0">
              <a:latin typeface="Amasis MT Pro" panose="02040504050005020304" pitchFamily="18" charset="0"/>
            </a:endParaRPr>
          </a:p>
          <a:p>
            <a:pPr marL="285750" indent="-285750">
              <a:buFont typeface="Arial" panose="020B0604020202020204" pitchFamily="34" charset="0"/>
              <a:buChar char="•"/>
            </a:pPr>
            <a:endParaRPr lang="en-IN" sz="1350" dirty="0">
              <a:latin typeface="Amasis MT Pro" panose="02040504050005020304" pitchFamily="18" charset="0"/>
            </a:endParaRPr>
          </a:p>
          <a:p>
            <a:pPr marL="285750" indent="-285750">
              <a:buFont typeface="Arial" panose="020B0604020202020204" pitchFamily="34" charset="0"/>
              <a:buChar char="•"/>
            </a:pPr>
            <a:endParaRPr lang="en-IN" sz="1350" dirty="0">
              <a:latin typeface="Amasis MT Pro" panose="02040504050005020304" pitchFamily="18" charset="0"/>
            </a:endParaRPr>
          </a:p>
          <a:p>
            <a:pPr marL="285750" indent="-285750">
              <a:buFont typeface="Arial" panose="020B0604020202020204" pitchFamily="34" charset="0"/>
              <a:buChar char="•"/>
            </a:pPr>
            <a:endParaRPr lang="en-IN" sz="1350" dirty="0">
              <a:latin typeface="Amasis MT Pro" panose="02040504050005020304" pitchFamily="18" charset="0"/>
            </a:endParaRPr>
          </a:p>
          <a:p>
            <a:pPr marL="285750" indent="-285750">
              <a:buFont typeface="Arial" panose="020B0604020202020204" pitchFamily="34" charset="0"/>
              <a:buChar char="•"/>
            </a:pPr>
            <a:endParaRPr lang="en-IN" sz="1350" dirty="0">
              <a:latin typeface="Amasis MT Pro" panose="02040504050005020304" pitchFamily="18" charset="0"/>
            </a:endParaRPr>
          </a:p>
          <a:p>
            <a:pPr marL="285750" indent="-285750">
              <a:buFont typeface="Arial" panose="020B0604020202020204" pitchFamily="34" charset="0"/>
              <a:buChar char="•"/>
            </a:pPr>
            <a:endParaRPr lang="en-IN" sz="1350" dirty="0">
              <a:latin typeface="Amasis MT Pro" panose="02040504050005020304" pitchFamily="18" charset="0"/>
            </a:endParaRPr>
          </a:p>
          <a:p>
            <a:pPr marL="285750" indent="-285750">
              <a:buFont typeface="Arial" panose="020B0604020202020204" pitchFamily="34" charset="0"/>
              <a:buChar char="•"/>
            </a:pPr>
            <a:endParaRPr lang="en-IN" sz="1350" dirty="0">
              <a:latin typeface="Amasis MT Pro" panose="02040504050005020304" pitchFamily="18" charset="0"/>
            </a:endParaRPr>
          </a:p>
          <a:p>
            <a:pPr marL="285750" indent="-285750">
              <a:buFont typeface="Arial" panose="020B0604020202020204" pitchFamily="34" charset="0"/>
              <a:buChar char="•"/>
            </a:pPr>
            <a:endParaRPr lang="en-IN" sz="1350" dirty="0">
              <a:latin typeface="Amasis MT Pro" panose="02040504050005020304" pitchFamily="18" charset="0"/>
            </a:endParaRPr>
          </a:p>
          <a:p>
            <a:pPr marL="285750" indent="-285750">
              <a:buFont typeface="Arial" panose="020B0604020202020204" pitchFamily="34" charset="0"/>
              <a:buChar char="•"/>
            </a:pPr>
            <a:r>
              <a:rPr lang="en-IN" sz="1350" dirty="0">
                <a:latin typeface="Amasis MT Pro" panose="02040504050005020304" pitchFamily="18" charset="0"/>
              </a:rPr>
              <a:t>Validate </a:t>
            </a:r>
            <a:r>
              <a:rPr lang="en-IN" sz="1350" dirty="0" err="1">
                <a:latin typeface="Amasis MT Pro" panose="02040504050005020304" pitchFamily="18" charset="0"/>
              </a:rPr>
              <a:t>json</a:t>
            </a:r>
            <a:r>
              <a:rPr lang="en-IN" sz="1350" dirty="0">
                <a:latin typeface="Amasis MT Pro" panose="02040504050005020304" pitchFamily="18" charset="0"/>
              </a:rPr>
              <a:t> jsonlint.com</a:t>
            </a:r>
          </a:p>
          <a:p>
            <a:pPr marL="285750" indent="-285750">
              <a:buFont typeface="Arial" panose="020B0604020202020204" pitchFamily="34" charset="0"/>
              <a:buChar char="•"/>
            </a:pPr>
            <a:endParaRPr lang="en-IN" sz="1350" dirty="0">
              <a:latin typeface="Amasis MT Pro" panose="02040504050005020304" pitchFamily="18" charset="0"/>
            </a:endParaRPr>
          </a:p>
          <a:p>
            <a:pPr marL="285750" indent="-285750">
              <a:buFont typeface="Arial" panose="020B0604020202020204" pitchFamily="34" charset="0"/>
              <a:buChar char="•"/>
            </a:pPr>
            <a:endParaRPr lang="en-IN" sz="1350" dirty="0">
              <a:latin typeface="Amasis MT Pro" panose="02040504050005020304" pitchFamily="18" charset="0"/>
            </a:endParaRPr>
          </a:p>
        </p:txBody>
      </p:sp>
      <p:graphicFrame>
        <p:nvGraphicFramePr>
          <p:cNvPr id="21" name="Table 20">
            <a:extLst>
              <a:ext uri="{FF2B5EF4-FFF2-40B4-BE49-F238E27FC236}">
                <a16:creationId xmlns:a16="http://schemas.microsoft.com/office/drawing/2014/main" id="{248F8232-3E0D-B0E9-94DF-20262643DB58}"/>
              </a:ext>
            </a:extLst>
          </p:cNvPr>
          <p:cNvGraphicFramePr>
            <a:graphicFrameLocks noGrp="1"/>
          </p:cNvGraphicFramePr>
          <p:nvPr>
            <p:extLst>
              <p:ext uri="{D42A27DB-BD31-4B8C-83A1-F6EECF244321}">
                <p14:modId xmlns:p14="http://schemas.microsoft.com/office/powerpoint/2010/main" val="3063066561"/>
              </p:ext>
            </p:extLst>
          </p:nvPr>
        </p:nvGraphicFramePr>
        <p:xfrm>
          <a:off x="5791200" y="3172799"/>
          <a:ext cx="3276600" cy="370840"/>
        </p:xfrm>
        <a:graphic>
          <a:graphicData uri="http://schemas.openxmlformats.org/drawingml/2006/table">
            <a:tbl>
              <a:tblPr firstRow="1" bandRow="1">
                <a:tableStyleId>{5C22544A-7EE6-4342-B048-85BDC9FD1C3A}</a:tableStyleId>
              </a:tblPr>
              <a:tblGrid>
                <a:gridCol w="819150">
                  <a:extLst>
                    <a:ext uri="{9D8B030D-6E8A-4147-A177-3AD203B41FA5}">
                      <a16:colId xmlns:a16="http://schemas.microsoft.com/office/drawing/2014/main" val="1156100942"/>
                    </a:ext>
                  </a:extLst>
                </a:gridCol>
                <a:gridCol w="819150">
                  <a:extLst>
                    <a:ext uri="{9D8B030D-6E8A-4147-A177-3AD203B41FA5}">
                      <a16:colId xmlns:a16="http://schemas.microsoft.com/office/drawing/2014/main" val="2491319952"/>
                    </a:ext>
                  </a:extLst>
                </a:gridCol>
                <a:gridCol w="819150">
                  <a:extLst>
                    <a:ext uri="{9D8B030D-6E8A-4147-A177-3AD203B41FA5}">
                      <a16:colId xmlns:a16="http://schemas.microsoft.com/office/drawing/2014/main" val="1300267077"/>
                    </a:ext>
                  </a:extLst>
                </a:gridCol>
                <a:gridCol w="819150">
                  <a:extLst>
                    <a:ext uri="{9D8B030D-6E8A-4147-A177-3AD203B41FA5}">
                      <a16:colId xmlns:a16="http://schemas.microsoft.com/office/drawing/2014/main" val="4244012213"/>
                    </a:ext>
                  </a:extLst>
                </a:gridCol>
              </a:tblGrid>
              <a:tr h="370840">
                <a:tc>
                  <a:txBody>
                    <a:bodyPr/>
                    <a:lstStyle/>
                    <a:p>
                      <a:r>
                        <a:rPr lang="en-IN" dirty="0"/>
                        <a:t>101</a:t>
                      </a:r>
                    </a:p>
                  </a:txBody>
                  <a:tcPr/>
                </a:tc>
                <a:tc>
                  <a:txBody>
                    <a:bodyPr/>
                    <a:lstStyle/>
                    <a:p>
                      <a:r>
                        <a:rPr lang="en-IN" dirty="0"/>
                        <a:t>ABC</a:t>
                      </a:r>
                    </a:p>
                  </a:txBody>
                  <a:tcPr/>
                </a:tc>
                <a:tc>
                  <a:txBody>
                    <a:bodyPr/>
                    <a:lstStyle/>
                    <a:p>
                      <a:r>
                        <a:rPr lang="en-IN" dirty="0"/>
                        <a:t>500</a:t>
                      </a:r>
                    </a:p>
                  </a:txBody>
                  <a:tcPr/>
                </a:tc>
                <a:tc>
                  <a:txBody>
                    <a:bodyPr/>
                    <a:lstStyle/>
                    <a:p>
                      <a:r>
                        <a:rPr lang="en-IN" dirty="0"/>
                        <a:t>false</a:t>
                      </a:r>
                    </a:p>
                  </a:txBody>
                  <a:tcPr/>
                </a:tc>
                <a:extLst>
                  <a:ext uri="{0D108BD9-81ED-4DB2-BD59-A6C34878D82A}">
                    <a16:rowId xmlns:a16="http://schemas.microsoft.com/office/drawing/2014/main" val="3090772587"/>
                  </a:ext>
                </a:extLst>
              </a:tr>
            </a:tbl>
          </a:graphicData>
        </a:graphic>
      </p:graphicFrame>
      <p:sp>
        <p:nvSpPr>
          <p:cNvPr id="23" name="TextBox 22">
            <a:extLst>
              <a:ext uri="{FF2B5EF4-FFF2-40B4-BE49-F238E27FC236}">
                <a16:creationId xmlns:a16="http://schemas.microsoft.com/office/drawing/2014/main" id="{7AEF3752-4C3B-86C5-58FA-292B960F144A}"/>
              </a:ext>
            </a:extLst>
          </p:cNvPr>
          <p:cNvSpPr txBox="1"/>
          <p:nvPr/>
        </p:nvSpPr>
        <p:spPr>
          <a:xfrm>
            <a:off x="5717947" y="2904257"/>
            <a:ext cx="3352800" cy="261610"/>
          </a:xfrm>
          <a:prstGeom prst="rect">
            <a:avLst/>
          </a:prstGeom>
          <a:noFill/>
        </p:spPr>
        <p:txBody>
          <a:bodyPr wrap="square">
            <a:spAutoFit/>
          </a:bodyPr>
          <a:lstStyle/>
          <a:p>
            <a:r>
              <a:rPr lang="en-IN" sz="1100" dirty="0" err="1">
                <a:latin typeface="Amasis MT Pro" panose="02040504050005020304" pitchFamily="18" charset="0"/>
              </a:rPr>
              <a:t>empId</a:t>
            </a:r>
            <a:r>
              <a:rPr lang="en-IN" sz="1100" dirty="0">
                <a:latin typeface="Amasis MT Pro" panose="02040504050005020304" pitchFamily="18" charset="0"/>
              </a:rPr>
              <a:t>            </a:t>
            </a:r>
            <a:r>
              <a:rPr lang="en-IN" sz="1100" dirty="0" err="1">
                <a:latin typeface="Amasis MT Pro" panose="02040504050005020304" pitchFamily="18" charset="0"/>
              </a:rPr>
              <a:t>empName</a:t>
            </a:r>
            <a:r>
              <a:rPr lang="en-IN" sz="1100" dirty="0">
                <a:latin typeface="Amasis MT Pro" panose="02040504050005020304" pitchFamily="18" charset="0"/>
              </a:rPr>
              <a:t>      salary             smoker</a:t>
            </a:r>
            <a:endParaRPr lang="en-IN" sz="1100" dirty="0"/>
          </a:p>
        </p:txBody>
      </p:sp>
      <p:sp>
        <p:nvSpPr>
          <p:cNvPr id="24" name="TextBox 23">
            <a:extLst>
              <a:ext uri="{FF2B5EF4-FFF2-40B4-BE49-F238E27FC236}">
                <a16:creationId xmlns:a16="http://schemas.microsoft.com/office/drawing/2014/main" id="{AFEA634F-5FD9-4318-9074-A9ED539CC823}"/>
              </a:ext>
            </a:extLst>
          </p:cNvPr>
          <p:cNvSpPr txBox="1"/>
          <p:nvPr/>
        </p:nvSpPr>
        <p:spPr>
          <a:xfrm>
            <a:off x="5717947" y="3562350"/>
            <a:ext cx="3276600" cy="1061829"/>
          </a:xfrm>
          <a:prstGeom prst="rect">
            <a:avLst/>
          </a:prstGeom>
          <a:noFill/>
        </p:spPr>
        <p:txBody>
          <a:bodyPr wrap="square" rtlCol="0">
            <a:spAutoFit/>
          </a:bodyPr>
          <a:lstStyle/>
          <a:p>
            <a:r>
              <a:rPr lang="en-IN" sz="1050" b="1" dirty="0"/>
              <a:t>{</a:t>
            </a:r>
          </a:p>
          <a:p>
            <a:r>
              <a:rPr lang="en-IN" sz="1050" b="1" dirty="0"/>
              <a:t>    “</a:t>
            </a:r>
            <a:r>
              <a:rPr lang="en-IN" sz="1050" b="1" dirty="0" err="1"/>
              <a:t>empId</a:t>
            </a:r>
            <a:r>
              <a:rPr lang="en-IN" sz="1050" b="1" dirty="0"/>
              <a:t>”: 101,</a:t>
            </a:r>
          </a:p>
          <a:p>
            <a:r>
              <a:rPr lang="en-IN" sz="1050" b="1" dirty="0"/>
              <a:t>    “</a:t>
            </a:r>
            <a:r>
              <a:rPr lang="en-IN" sz="1050" b="1" dirty="0" err="1"/>
              <a:t>empName</a:t>
            </a:r>
            <a:r>
              <a:rPr lang="en-IN" sz="1050" b="1" dirty="0"/>
              <a:t>”: “</a:t>
            </a:r>
            <a:r>
              <a:rPr lang="en-IN" sz="1050" b="1" dirty="0" err="1"/>
              <a:t>Abc</a:t>
            </a:r>
            <a:r>
              <a:rPr lang="en-IN" sz="1050" b="1" dirty="0"/>
              <a:t>”,</a:t>
            </a:r>
          </a:p>
          <a:p>
            <a:r>
              <a:rPr lang="en-IN" sz="1050" b="1" dirty="0"/>
              <a:t>   “salary”: 6500,</a:t>
            </a:r>
          </a:p>
          <a:p>
            <a:r>
              <a:rPr lang="en-IN" sz="1050" b="1" dirty="0"/>
              <a:t>   “smoker”: false</a:t>
            </a:r>
          </a:p>
          <a:p>
            <a:r>
              <a:rPr lang="en-IN" sz="1050" b="1" dirty="0"/>
              <a:t>}</a:t>
            </a:r>
          </a:p>
        </p:txBody>
      </p:sp>
    </p:spTree>
    <p:extLst>
      <p:ext uri="{BB962C8B-B14F-4D97-AF65-F5344CB8AC3E}">
        <p14:creationId xmlns:p14="http://schemas.microsoft.com/office/powerpoint/2010/main" val="445301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0A1E8-36F7-D855-D58A-657774E2647C}"/>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4123228-1FB3-B8B1-7380-2880753D1511}"/>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Functions in JS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F6F89FB-2CBD-7756-2081-0542DE7F9961}"/>
              </a:ext>
            </a:extLst>
          </p:cNvPr>
          <p:cNvSpPr txBox="1"/>
          <p:nvPr/>
        </p:nvSpPr>
        <p:spPr>
          <a:xfrm>
            <a:off x="134426" y="490759"/>
            <a:ext cx="8615133" cy="3000805"/>
          </a:xfrm>
          <a:prstGeom prst="rect">
            <a:avLst/>
          </a:prstGeom>
          <a:noFill/>
        </p:spPr>
        <p:txBody>
          <a:bodyPr wrap="square" lIns="91424" tIns="45712" rIns="91424" bIns="45712" rtlCol="0">
            <a:spAutoFit/>
          </a:bodyPr>
          <a:lstStyle/>
          <a:p>
            <a:r>
              <a:rPr lang="en-IN" sz="1350" b="1" dirty="0">
                <a:latin typeface="Amasis MT Pro" panose="02040504050005020304" pitchFamily="18" charset="0"/>
              </a:rPr>
              <a:t>Anonymous function</a:t>
            </a:r>
          </a:p>
          <a:p>
            <a:endParaRPr lang="en-IN" sz="1350" dirty="0">
              <a:latin typeface="Amasis MT Pro" panose="02040504050005020304" pitchFamily="18" charset="0"/>
            </a:endParaRPr>
          </a:p>
          <a:p>
            <a:r>
              <a:rPr lang="en-IN" sz="1350" dirty="0">
                <a:latin typeface="Amasis MT Pro" panose="02040504050005020304" pitchFamily="18" charset="0"/>
              </a:rPr>
              <a:t>function(p1, p2…){</a:t>
            </a:r>
          </a:p>
          <a:p>
            <a:endParaRPr lang="en-IN" sz="1350" dirty="0">
              <a:latin typeface="Amasis MT Pro" panose="02040504050005020304" pitchFamily="18" charset="0"/>
            </a:endParaRPr>
          </a:p>
          <a:p>
            <a:r>
              <a:rPr lang="en-IN" sz="1350" dirty="0">
                <a:latin typeface="Amasis MT Pro" panose="02040504050005020304" pitchFamily="18" charset="0"/>
              </a:rPr>
              <a:t>	---code</a:t>
            </a:r>
          </a:p>
          <a:p>
            <a:endParaRPr lang="en-IN" sz="1350" dirty="0">
              <a:latin typeface="Amasis MT Pro" panose="02040504050005020304" pitchFamily="18" charset="0"/>
            </a:endParaRPr>
          </a:p>
          <a:p>
            <a:r>
              <a:rPr lang="en-IN" sz="1350" dirty="0">
                <a:latin typeface="Amasis MT Pro" panose="02040504050005020304" pitchFamily="18" charset="0"/>
              </a:rPr>
              <a:t>}</a:t>
            </a:r>
          </a:p>
          <a:p>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b="1" dirty="0">
                <a:latin typeface="Amasis MT Pro" panose="02040504050005020304" pitchFamily="18" charset="0"/>
              </a:rPr>
              <a:t>Named Function</a:t>
            </a:r>
          </a:p>
          <a:p>
            <a:endParaRPr lang="en-IN" sz="1350" dirty="0">
              <a:latin typeface="Amasis MT Pro" panose="02040504050005020304" pitchFamily="18" charset="0"/>
            </a:endParaRPr>
          </a:p>
          <a:p>
            <a:r>
              <a:rPr lang="en-IN" sz="1350" dirty="0">
                <a:latin typeface="Amasis MT Pro" panose="02040504050005020304" pitchFamily="18" charset="0"/>
              </a:rPr>
              <a:t>function </a:t>
            </a:r>
            <a:r>
              <a:rPr lang="en-IN" sz="1350" i="1" dirty="0" err="1">
                <a:latin typeface="Amasis MT Pro" panose="02040504050005020304" pitchFamily="18" charset="0"/>
              </a:rPr>
              <a:t>myOwnFunctionName</a:t>
            </a:r>
            <a:r>
              <a:rPr lang="en-IN" sz="1350" dirty="0">
                <a:latin typeface="Amasis MT Pro" panose="02040504050005020304" pitchFamily="18" charset="0"/>
              </a:rPr>
              <a:t>(p1, p2….){</a:t>
            </a:r>
          </a:p>
          <a:p>
            <a:r>
              <a:rPr lang="en-IN" sz="1350" dirty="0">
                <a:latin typeface="Amasis MT Pro" panose="02040504050005020304" pitchFamily="18" charset="0"/>
              </a:rPr>
              <a:t> 	---code</a:t>
            </a:r>
          </a:p>
          <a:p>
            <a:r>
              <a:rPr lang="en-IN" sz="1350" dirty="0">
                <a:latin typeface="Amasis MT Pro" panose="02040504050005020304" pitchFamily="18" charset="0"/>
              </a:rPr>
              <a:t>}</a:t>
            </a:r>
          </a:p>
        </p:txBody>
      </p:sp>
      <p:sp>
        <p:nvSpPr>
          <p:cNvPr id="4" name="TextBox 3">
            <a:extLst>
              <a:ext uri="{FF2B5EF4-FFF2-40B4-BE49-F238E27FC236}">
                <a16:creationId xmlns:a16="http://schemas.microsoft.com/office/drawing/2014/main" id="{61224862-8C93-6EBA-CBB0-9293DC218003}"/>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D23C9625-D50B-6FAF-5E93-AD3E284B25BE}"/>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FE653551-365D-8FD8-8553-9DD38C897823}"/>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cxnSp>
        <p:nvCxnSpPr>
          <p:cNvPr id="8" name="Straight Connector 7">
            <a:extLst>
              <a:ext uri="{FF2B5EF4-FFF2-40B4-BE49-F238E27FC236}">
                <a16:creationId xmlns:a16="http://schemas.microsoft.com/office/drawing/2014/main" id="{1AE9FC26-83C5-7099-CEA7-85364A8A8CDD}"/>
              </a:ext>
            </a:extLst>
          </p:cNvPr>
          <p:cNvCxnSpPr/>
          <p:nvPr/>
        </p:nvCxnSpPr>
        <p:spPr>
          <a:xfrm>
            <a:off x="3505200" y="2647950"/>
            <a:ext cx="0" cy="91440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2338930-82B2-2EC2-1EA9-13C081982043}"/>
              </a:ext>
            </a:extLst>
          </p:cNvPr>
          <p:cNvSpPr txBox="1"/>
          <p:nvPr/>
        </p:nvSpPr>
        <p:spPr>
          <a:xfrm>
            <a:off x="3962400" y="2668857"/>
            <a:ext cx="4572000" cy="738664"/>
          </a:xfrm>
          <a:prstGeom prst="rect">
            <a:avLst/>
          </a:prstGeom>
          <a:noFill/>
        </p:spPr>
        <p:txBody>
          <a:bodyPr wrap="square">
            <a:spAutoFit/>
          </a:bodyPr>
          <a:lstStyle/>
          <a:p>
            <a:r>
              <a:rPr lang="en-IN" sz="1400" dirty="0">
                <a:latin typeface="Amasis MT Pro" panose="02040504050005020304" pitchFamily="18" charset="0"/>
              </a:rPr>
              <a:t>var </a:t>
            </a:r>
            <a:r>
              <a:rPr lang="en-IN" sz="1400" i="1" dirty="0" err="1">
                <a:latin typeface="Amasis MT Pro" panose="02040504050005020304" pitchFamily="18" charset="0"/>
              </a:rPr>
              <a:t>myOwnFunctionName</a:t>
            </a:r>
            <a:r>
              <a:rPr lang="en-IN" sz="1400" i="1" dirty="0">
                <a:latin typeface="Amasis MT Pro" panose="02040504050005020304" pitchFamily="18" charset="0"/>
              </a:rPr>
              <a:t> = </a:t>
            </a:r>
            <a:r>
              <a:rPr lang="en-IN" sz="1400" dirty="0">
                <a:latin typeface="Amasis MT Pro" panose="02040504050005020304" pitchFamily="18" charset="0"/>
              </a:rPr>
              <a:t>function (p1, p2….){</a:t>
            </a:r>
          </a:p>
          <a:p>
            <a:r>
              <a:rPr lang="en-IN" sz="1400" dirty="0">
                <a:latin typeface="Amasis MT Pro" panose="02040504050005020304" pitchFamily="18" charset="0"/>
              </a:rPr>
              <a:t> 	---code</a:t>
            </a:r>
          </a:p>
          <a:p>
            <a:r>
              <a:rPr lang="en-IN" sz="1400" dirty="0">
                <a:latin typeface="Amasis MT Pro" panose="02040504050005020304" pitchFamily="18" charset="0"/>
              </a:rPr>
              <a:t>}</a:t>
            </a:r>
          </a:p>
        </p:txBody>
      </p:sp>
      <p:sp>
        <p:nvSpPr>
          <p:cNvPr id="11" name="TextBox 10">
            <a:extLst>
              <a:ext uri="{FF2B5EF4-FFF2-40B4-BE49-F238E27FC236}">
                <a16:creationId xmlns:a16="http://schemas.microsoft.com/office/drawing/2014/main" id="{C4BBE786-4551-03DF-9FA9-1FA57569AA48}"/>
              </a:ext>
            </a:extLst>
          </p:cNvPr>
          <p:cNvSpPr txBox="1"/>
          <p:nvPr/>
        </p:nvSpPr>
        <p:spPr>
          <a:xfrm>
            <a:off x="172596" y="3914077"/>
            <a:ext cx="4572000" cy="738664"/>
          </a:xfrm>
          <a:prstGeom prst="rect">
            <a:avLst/>
          </a:prstGeom>
          <a:noFill/>
        </p:spPr>
        <p:txBody>
          <a:bodyPr wrap="square">
            <a:spAutoFit/>
          </a:bodyPr>
          <a:lstStyle/>
          <a:p>
            <a:r>
              <a:rPr lang="en-IN" sz="1400" dirty="0">
                <a:latin typeface="Amasis MT Pro" panose="02040504050005020304" pitchFamily="18" charset="0"/>
              </a:rPr>
              <a:t>var </a:t>
            </a:r>
            <a:r>
              <a:rPr lang="en-IN" sz="1400" i="1" dirty="0" err="1">
                <a:latin typeface="Amasis MT Pro" panose="02040504050005020304" pitchFamily="18" charset="0"/>
              </a:rPr>
              <a:t>myOwnFunctionName</a:t>
            </a:r>
            <a:r>
              <a:rPr lang="en-IN" sz="1400" i="1" dirty="0">
                <a:latin typeface="Amasis MT Pro" panose="02040504050005020304" pitchFamily="18" charset="0"/>
              </a:rPr>
              <a:t> = </a:t>
            </a:r>
            <a:r>
              <a:rPr lang="en-IN" sz="1400" dirty="0">
                <a:latin typeface="Amasis MT Pro" panose="02040504050005020304" pitchFamily="18" charset="0"/>
              </a:rPr>
              <a:t>(p1, p2….) </a:t>
            </a:r>
            <a:r>
              <a:rPr lang="en-IN" sz="1400" b="1" dirty="0">
                <a:latin typeface="Amasis MT Pro" panose="02040504050005020304" pitchFamily="18" charset="0"/>
              </a:rPr>
              <a:t>=&gt;</a:t>
            </a:r>
            <a:r>
              <a:rPr lang="en-IN" sz="1400" dirty="0">
                <a:latin typeface="Amasis MT Pro" panose="02040504050005020304" pitchFamily="18" charset="0"/>
              </a:rPr>
              <a:t> {</a:t>
            </a:r>
          </a:p>
          <a:p>
            <a:r>
              <a:rPr lang="en-IN" sz="1400" dirty="0">
                <a:latin typeface="Amasis MT Pro" panose="02040504050005020304" pitchFamily="18" charset="0"/>
              </a:rPr>
              <a:t> 	---code</a:t>
            </a:r>
          </a:p>
          <a:p>
            <a:r>
              <a:rPr lang="en-IN" sz="1400" dirty="0">
                <a:latin typeface="Amasis MT Pro" panose="02040504050005020304" pitchFamily="18" charset="0"/>
              </a:rPr>
              <a:t>}</a:t>
            </a:r>
          </a:p>
        </p:txBody>
      </p:sp>
    </p:spTree>
    <p:extLst>
      <p:ext uri="{BB962C8B-B14F-4D97-AF65-F5344CB8AC3E}">
        <p14:creationId xmlns:p14="http://schemas.microsoft.com/office/powerpoint/2010/main" val="1224218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432B0-8B57-4B17-C98F-7B8060F8A9E2}"/>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24FFAEF4-755B-9E5D-1676-B4094D99865D}"/>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Exercise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3156C89-F07E-49B8-F1DB-0120A9706513}"/>
              </a:ext>
            </a:extLst>
          </p:cNvPr>
          <p:cNvSpPr txBox="1"/>
          <p:nvPr/>
        </p:nvSpPr>
        <p:spPr>
          <a:xfrm>
            <a:off x="134426" y="490759"/>
            <a:ext cx="8615133" cy="4039551"/>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Create an Array of object where we have multiple employee data stored.</a:t>
            </a:r>
          </a:p>
          <a:p>
            <a:endParaRPr lang="en-IN" sz="1350" dirty="0">
              <a:latin typeface="Amasis MT Pro" panose="02040504050005020304" pitchFamily="18" charset="0"/>
            </a:endParaRPr>
          </a:p>
          <a:p>
            <a:r>
              <a:rPr lang="en-IN" sz="1350" dirty="0">
                <a:latin typeface="Amasis MT Pro" panose="02040504050005020304" pitchFamily="18" charset="0"/>
              </a:rPr>
              <a:t>Every employee record is a </a:t>
            </a:r>
            <a:r>
              <a:rPr lang="en-IN" sz="1350" dirty="0" err="1">
                <a:latin typeface="Amasis MT Pro" panose="02040504050005020304" pitchFamily="18" charset="0"/>
              </a:rPr>
              <a:t>json</a:t>
            </a:r>
            <a:endParaRPr lang="en-IN" sz="1350" dirty="0">
              <a:latin typeface="Amasis MT Pro" panose="02040504050005020304" pitchFamily="18" charset="0"/>
            </a:endParaRPr>
          </a:p>
          <a:p>
            <a:r>
              <a:rPr lang="en-IN" sz="1350" dirty="0">
                <a:latin typeface="Amasis MT Pro" panose="02040504050005020304" pitchFamily="18" charset="0"/>
              </a:rPr>
              <a:t>Every </a:t>
            </a:r>
            <a:r>
              <a:rPr lang="en-IN" sz="1350" dirty="0" err="1">
                <a:latin typeface="Amasis MT Pro" panose="02040504050005020304" pitchFamily="18" charset="0"/>
              </a:rPr>
              <a:t>json</a:t>
            </a:r>
            <a:r>
              <a:rPr lang="en-IN" sz="1350" dirty="0">
                <a:latin typeface="Amasis MT Pro" panose="02040504050005020304" pitchFamily="18" charset="0"/>
              </a:rPr>
              <a:t> should have elements like </a:t>
            </a:r>
            <a:r>
              <a:rPr lang="en-IN" sz="1350" i="1" dirty="0" err="1">
                <a:latin typeface="Amasis MT Pro" panose="02040504050005020304" pitchFamily="18" charset="0"/>
              </a:rPr>
              <a:t>empId</a:t>
            </a:r>
            <a:r>
              <a:rPr lang="en-IN" sz="1350" i="1" dirty="0">
                <a:latin typeface="Amasis MT Pro" panose="02040504050005020304" pitchFamily="18" charset="0"/>
              </a:rPr>
              <a:t>, </a:t>
            </a:r>
            <a:r>
              <a:rPr lang="en-IN" sz="1350" i="1" dirty="0" err="1">
                <a:latin typeface="Amasis MT Pro" panose="02040504050005020304" pitchFamily="18" charset="0"/>
              </a:rPr>
              <a:t>empName</a:t>
            </a:r>
            <a:r>
              <a:rPr lang="en-IN" sz="1350" i="1" dirty="0">
                <a:latin typeface="Amasis MT Pro" panose="02040504050005020304" pitchFamily="18" charset="0"/>
              </a:rPr>
              <a:t>, salary, currency, smoker, skills, gender</a:t>
            </a:r>
          </a:p>
          <a:p>
            <a:r>
              <a:rPr lang="en-IN" sz="1350" dirty="0">
                <a:latin typeface="Amasis MT Pro" panose="02040504050005020304" pitchFamily="18" charset="0"/>
              </a:rPr>
              <a:t>Structed array = multi dimension array = table = array of object</a:t>
            </a:r>
          </a:p>
          <a:p>
            <a:r>
              <a:rPr lang="en-IN" sz="1350" dirty="0">
                <a:latin typeface="Amasis MT Pro" panose="02040504050005020304" pitchFamily="18" charset="0"/>
              </a:rPr>
              <a:t>Krishna = Keshav = </a:t>
            </a:r>
            <a:r>
              <a:rPr lang="en-IN" sz="1350" dirty="0" err="1">
                <a:latin typeface="Amasis MT Pro" panose="02040504050005020304" pitchFamily="18" charset="0"/>
              </a:rPr>
              <a:t>Kanahaiya</a:t>
            </a:r>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dirty="0">
                <a:latin typeface="Amasis MT Pro" panose="02040504050005020304" pitchFamily="18" charset="0"/>
              </a:rPr>
              <a:t>There are 4 types of output functions in JS</a:t>
            </a:r>
          </a:p>
          <a:p>
            <a:pPr marL="285750" indent="-285750">
              <a:buFont typeface="Arial" panose="020B0604020202020204" pitchFamily="34" charset="0"/>
              <a:buChar char="•"/>
            </a:pPr>
            <a:r>
              <a:rPr lang="en-IN" sz="1350" dirty="0">
                <a:latin typeface="Amasis MT Pro" panose="02040504050005020304" pitchFamily="18" charset="0"/>
              </a:rPr>
              <a:t>alert</a:t>
            </a:r>
          </a:p>
          <a:p>
            <a:pPr marL="285750" indent="-285750">
              <a:buFont typeface="Arial" panose="020B0604020202020204" pitchFamily="34" charset="0"/>
              <a:buChar char="•"/>
            </a:pPr>
            <a:r>
              <a:rPr lang="en-IN" sz="1350" dirty="0">
                <a:latin typeface="Amasis MT Pro" panose="02040504050005020304" pitchFamily="18" charset="0"/>
              </a:rPr>
              <a:t>console.log</a:t>
            </a:r>
          </a:p>
          <a:p>
            <a:pPr marL="285750" indent="-285750">
              <a:buFont typeface="Arial" panose="020B0604020202020204" pitchFamily="34" charset="0"/>
              <a:buChar char="•"/>
            </a:pPr>
            <a:r>
              <a:rPr lang="en-IN" sz="1350" dirty="0" err="1">
                <a:latin typeface="Amasis MT Pro" panose="02040504050005020304" pitchFamily="18" charset="0"/>
              </a:rPr>
              <a:t>document.write</a:t>
            </a:r>
            <a:endParaRPr lang="en-IN" sz="1350" dirty="0">
              <a:latin typeface="Amasis MT Pro" panose="02040504050005020304" pitchFamily="18" charset="0"/>
            </a:endParaRPr>
          </a:p>
          <a:p>
            <a:pPr marL="285750" indent="-285750">
              <a:buFont typeface="Arial" panose="020B0604020202020204" pitchFamily="34" charset="0"/>
              <a:buChar char="•"/>
            </a:pPr>
            <a:r>
              <a:rPr lang="en-IN" sz="1350" dirty="0" err="1">
                <a:latin typeface="Amasis MT Pro" panose="02040504050005020304" pitchFamily="18" charset="0"/>
              </a:rPr>
              <a:t>oHTML.innerText</a:t>
            </a:r>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534E9DEE-4F31-953B-6818-532DBEE775F9}"/>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C68E55A7-D337-51F5-0C30-6C77E8332902}"/>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55FC0B32-52B6-BFC9-4EE8-3BB09CD5F546}"/>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graphicFrame>
        <p:nvGraphicFramePr>
          <p:cNvPr id="7" name="Table 6">
            <a:extLst>
              <a:ext uri="{FF2B5EF4-FFF2-40B4-BE49-F238E27FC236}">
                <a16:creationId xmlns:a16="http://schemas.microsoft.com/office/drawing/2014/main" id="{24931C67-5155-92DB-2AAD-B9C1D1D847FC}"/>
              </a:ext>
            </a:extLst>
          </p:cNvPr>
          <p:cNvGraphicFramePr>
            <a:graphicFrameLocks noGrp="1"/>
          </p:cNvGraphicFramePr>
          <p:nvPr>
            <p:extLst>
              <p:ext uri="{D42A27DB-BD31-4B8C-83A1-F6EECF244321}">
                <p14:modId xmlns:p14="http://schemas.microsoft.com/office/powerpoint/2010/main" val="4255694670"/>
              </p:ext>
            </p:extLst>
          </p:nvPr>
        </p:nvGraphicFramePr>
        <p:xfrm>
          <a:off x="172596" y="1830570"/>
          <a:ext cx="6096000" cy="1483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619567683"/>
                    </a:ext>
                  </a:extLst>
                </a:gridCol>
                <a:gridCol w="1524000">
                  <a:extLst>
                    <a:ext uri="{9D8B030D-6E8A-4147-A177-3AD203B41FA5}">
                      <a16:colId xmlns:a16="http://schemas.microsoft.com/office/drawing/2014/main" val="2800132471"/>
                    </a:ext>
                  </a:extLst>
                </a:gridCol>
                <a:gridCol w="1524000">
                  <a:extLst>
                    <a:ext uri="{9D8B030D-6E8A-4147-A177-3AD203B41FA5}">
                      <a16:colId xmlns:a16="http://schemas.microsoft.com/office/drawing/2014/main" val="1819610193"/>
                    </a:ext>
                  </a:extLst>
                </a:gridCol>
                <a:gridCol w="1524000">
                  <a:extLst>
                    <a:ext uri="{9D8B030D-6E8A-4147-A177-3AD203B41FA5}">
                      <a16:colId xmlns:a16="http://schemas.microsoft.com/office/drawing/2014/main" val="1503714508"/>
                    </a:ext>
                  </a:extLst>
                </a:gridCol>
              </a:tblGrid>
              <a:tr h="370840">
                <a:tc>
                  <a:txBody>
                    <a:bodyPr/>
                    <a:lstStyle/>
                    <a:p>
                      <a:r>
                        <a:rPr lang="en-IN" dirty="0" err="1"/>
                        <a:t>firstName</a:t>
                      </a:r>
                      <a:endParaRPr lang="en-IN" dirty="0"/>
                    </a:p>
                  </a:txBody>
                  <a:tcPr/>
                </a:tc>
                <a:tc>
                  <a:txBody>
                    <a:bodyPr/>
                    <a:lstStyle/>
                    <a:p>
                      <a:r>
                        <a:rPr lang="en-IN" dirty="0" err="1"/>
                        <a:t>middleName</a:t>
                      </a:r>
                      <a:endParaRPr lang="en-IN" dirty="0"/>
                    </a:p>
                  </a:txBody>
                  <a:tcPr/>
                </a:tc>
                <a:tc>
                  <a:txBody>
                    <a:bodyPr/>
                    <a:lstStyle/>
                    <a:p>
                      <a:r>
                        <a:rPr lang="en-IN" dirty="0" err="1"/>
                        <a:t>lastName</a:t>
                      </a:r>
                      <a:endParaRPr lang="en-IN" dirty="0"/>
                    </a:p>
                  </a:txBody>
                  <a:tcPr/>
                </a:tc>
                <a:tc>
                  <a:txBody>
                    <a:bodyPr/>
                    <a:lstStyle/>
                    <a:p>
                      <a:r>
                        <a:rPr lang="en-IN" dirty="0"/>
                        <a:t>name</a:t>
                      </a:r>
                    </a:p>
                  </a:txBody>
                  <a:tcPr/>
                </a:tc>
                <a:extLst>
                  <a:ext uri="{0D108BD9-81ED-4DB2-BD59-A6C34878D82A}">
                    <a16:rowId xmlns:a16="http://schemas.microsoft.com/office/drawing/2014/main" val="3319213230"/>
                  </a:ext>
                </a:extLst>
              </a:tr>
              <a:tr h="370840">
                <a:tc>
                  <a:txBody>
                    <a:bodyPr/>
                    <a:lstStyle/>
                    <a:p>
                      <a:r>
                        <a:rPr lang="en-IN" dirty="0"/>
                        <a:t>Saurabh</a:t>
                      </a:r>
                    </a:p>
                  </a:txBody>
                  <a:tcPr/>
                </a:tc>
                <a:tc>
                  <a:txBody>
                    <a:bodyPr/>
                    <a:lstStyle/>
                    <a:p>
                      <a:r>
                        <a:rPr lang="en-IN" dirty="0"/>
                        <a:t>Kumar</a:t>
                      </a:r>
                    </a:p>
                  </a:txBody>
                  <a:tcPr/>
                </a:tc>
                <a:tc>
                  <a:txBody>
                    <a:bodyPr/>
                    <a:lstStyle/>
                    <a:p>
                      <a:r>
                        <a:rPr lang="en-IN" dirty="0"/>
                        <a:t>Prakash</a:t>
                      </a:r>
                    </a:p>
                  </a:txBody>
                  <a:tcPr/>
                </a:tc>
                <a:tc>
                  <a:txBody>
                    <a:bodyPr/>
                    <a:lstStyle/>
                    <a:p>
                      <a:r>
                        <a:rPr lang="en-IN" dirty="0"/>
                        <a:t>[“</a:t>
                      </a:r>
                      <a:r>
                        <a:rPr lang="en-IN" dirty="0" err="1"/>
                        <a:t>s”,”k”,”p</a:t>
                      </a:r>
                      <a:r>
                        <a:rPr lang="en-IN" dirty="0"/>
                        <a:t>”]</a:t>
                      </a:r>
                    </a:p>
                  </a:txBody>
                  <a:tcPr/>
                </a:tc>
                <a:extLst>
                  <a:ext uri="{0D108BD9-81ED-4DB2-BD59-A6C34878D82A}">
                    <a16:rowId xmlns:a16="http://schemas.microsoft.com/office/drawing/2014/main" val="3862765244"/>
                  </a:ext>
                </a:extLst>
              </a:tr>
              <a:tr h="370840">
                <a:tc>
                  <a:txBody>
                    <a:bodyPr/>
                    <a:lstStyle/>
                    <a:p>
                      <a:r>
                        <a:rPr lang="en-IN" dirty="0"/>
                        <a:t>Diya</a:t>
                      </a:r>
                    </a:p>
                  </a:txBody>
                  <a:tcPr/>
                </a:tc>
                <a:tc>
                  <a:txBody>
                    <a:bodyPr/>
                    <a:lstStyle/>
                    <a:p>
                      <a:r>
                        <a:rPr lang="en-IN" dirty="0"/>
                        <a:t>Rani</a:t>
                      </a:r>
                    </a:p>
                  </a:txBody>
                  <a:tcPr/>
                </a:tc>
                <a:tc>
                  <a:txBody>
                    <a:bodyPr/>
                    <a:lstStyle/>
                    <a:p>
                      <a:r>
                        <a:rPr lang="en-IN" dirty="0"/>
                        <a:t>Jaykumar</a:t>
                      </a:r>
                    </a:p>
                  </a:txBody>
                  <a:tcPr/>
                </a:tc>
                <a:tc>
                  <a:txBody>
                    <a:bodyPr/>
                    <a:lstStyle/>
                    <a:p>
                      <a:endParaRPr lang="en-IN" dirty="0"/>
                    </a:p>
                  </a:txBody>
                  <a:tcPr/>
                </a:tc>
                <a:extLst>
                  <a:ext uri="{0D108BD9-81ED-4DB2-BD59-A6C34878D82A}">
                    <a16:rowId xmlns:a16="http://schemas.microsoft.com/office/drawing/2014/main" val="1867449331"/>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40215955"/>
                  </a:ext>
                </a:extLst>
              </a:tr>
            </a:tbl>
          </a:graphicData>
        </a:graphic>
      </p:graphicFrame>
    </p:spTree>
    <p:extLst>
      <p:ext uri="{BB962C8B-B14F-4D97-AF65-F5344CB8AC3E}">
        <p14:creationId xmlns:p14="http://schemas.microsoft.com/office/powerpoint/2010/main" val="1707920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F6747-21CC-26B0-BF77-EEE729EC4832}"/>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32B355D2-5F46-AE47-C5B3-958A0BD71737}"/>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Debugging</a:t>
            </a:r>
            <a:endParaRPr lang="en-IN" sz="2000"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00684CF-0A48-B40B-D846-72F515FAB22F}"/>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FEA17D47-B1BC-FD76-5C81-49FD25C1BDE2}"/>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2E1C9248-6F19-744C-ECFA-DFCF2F6B1C25}"/>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graphicFrame>
        <p:nvGraphicFramePr>
          <p:cNvPr id="7" name="Table 6">
            <a:extLst>
              <a:ext uri="{FF2B5EF4-FFF2-40B4-BE49-F238E27FC236}">
                <a16:creationId xmlns:a16="http://schemas.microsoft.com/office/drawing/2014/main" id="{3E2CB721-E9A3-033C-6974-8DC4DCE2E02D}"/>
              </a:ext>
            </a:extLst>
          </p:cNvPr>
          <p:cNvGraphicFramePr>
            <a:graphicFrameLocks noGrp="1"/>
          </p:cNvGraphicFramePr>
          <p:nvPr>
            <p:extLst>
              <p:ext uri="{D42A27DB-BD31-4B8C-83A1-F6EECF244321}">
                <p14:modId xmlns:p14="http://schemas.microsoft.com/office/powerpoint/2010/main" val="582730679"/>
              </p:ext>
            </p:extLst>
          </p:nvPr>
        </p:nvGraphicFramePr>
        <p:xfrm>
          <a:off x="186489" y="691343"/>
          <a:ext cx="6096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1566803"/>
                    </a:ext>
                  </a:extLst>
                </a:gridCol>
                <a:gridCol w="2032000">
                  <a:extLst>
                    <a:ext uri="{9D8B030D-6E8A-4147-A177-3AD203B41FA5}">
                      <a16:colId xmlns:a16="http://schemas.microsoft.com/office/drawing/2014/main" val="365087766"/>
                    </a:ext>
                  </a:extLst>
                </a:gridCol>
                <a:gridCol w="2032000">
                  <a:extLst>
                    <a:ext uri="{9D8B030D-6E8A-4147-A177-3AD203B41FA5}">
                      <a16:colId xmlns:a16="http://schemas.microsoft.com/office/drawing/2014/main" val="472081473"/>
                    </a:ext>
                  </a:extLst>
                </a:gridCol>
              </a:tblGrid>
              <a:tr h="370840">
                <a:tc>
                  <a:txBody>
                    <a:bodyPr/>
                    <a:lstStyle/>
                    <a:p>
                      <a:r>
                        <a:rPr lang="en-IN" dirty="0"/>
                        <a:t>Debugging</a:t>
                      </a:r>
                    </a:p>
                  </a:txBody>
                  <a:tcPr/>
                </a:tc>
                <a:tc>
                  <a:txBody>
                    <a:bodyPr/>
                    <a:lstStyle/>
                    <a:p>
                      <a:r>
                        <a:rPr lang="en-IN" dirty="0"/>
                        <a:t>ABAP</a:t>
                      </a:r>
                    </a:p>
                  </a:txBody>
                  <a:tcPr/>
                </a:tc>
                <a:tc>
                  <a:txBody>
                    <a:bodyPr/>
                    <a:lstStyle/>
                    <a:p>
                      <a:r>
                        <a:rPr lang="en-IN" dirty="0"/>
                        <a:t>JS</a:t>
                      </a:r>
                    </a:p>
                  </a:txBody>
                  <a:tcPr/>
                </a:tc>
                <a:extLst>
                  <a:ext uri="{0D108BD9-81ED-4DB2-BD59-A6C34878D82A}">
                    <a16:rowId xmlns:a16="http://schemas.microsoft.com/office/drawing/2014/main" val="2289371017"/>
                  </a:ext>
                </a:extLst>
              </a:tr>
              <a:tr h="370840">
                <a:tc>
                  <a:txBody>
                    <a:bodyPr/>
                    <a:lstStyle/>
                    <a:p>
                      <a:r>
                        <a:rPr lang="en-IN" dirty="0"/>
                        <a:t>Step over</a:t>
                      </a:r>
                    </a:p>
                  </a:txBody>
                  <a:tcPr/>
                </a:tc>
                <a:tc>
                  <a:txBody>
                    <a:bodyPr/>
                    <a:lstStyle/>
                    <a:p>
                      <a:r>
                        <a:rPr lang="en-IN" dirty="0"/>
                        <a:t>F6</a:t>
                      </a:r>
                    </a:p>
                  </a:txBody>
                  <a:tcPr/>
                </a:tc>
                <a:tc>
                  <a:txBody>
                    <a:bodyPr/>
                    <a:lstStyle/>
                    <a:p>
                      <a:r>
                        <a:rPr lang="en-IN" dirty="0"/>
                        <a:t>F10</a:t>
                      </a:r>
                    </a:p>
                  </a:txBody>
                  <a:tcPr/>
                </a:tc>
                <a:extLst>
                  <a:ext uri="{0D108BD9-81ED-4DB2-BD59-A6C34878D82A}">
                    <a16:rowId xmlns:a16="http://schemas.microsoft.com/office/drawing/2014/main" val="2543081106"/>
                  </a:ext>
                </a:extLst>
              </a:tr>
              <a:tr h="370840">
                <a:tc>
                  <a:txBody>
                    <a:bodyPr/>
                    <a:lstStyle/>
                    <a:p>
                      <a:r>
                        <a:rPr lang="en-IN" dirty="0"/>
                        <a:t>Step inside</a:t>
                      </a:r>
                    </a:p>
                  </a:txBody>
                  <a:tcPr/>
                </a:tc>
                <a:tc>
                  <a:txBody>
                    <a:bodyPr/>
                    <a:lstStyle/>
                    <a:p>
                      <a:r>
                        <a:rPr lang="en-IN" dirty="0"/>
                        <a:t>F5</a:t>
                      </a:r>
                    </a:p>
                  </a:txBody>
                  <a:tcPr/>
                </a:tc>
                <a:tc>
                  <a:txBody>
                    <a:bodyPr/>
                    <a:lstStyle/>
                    <a:p>
                      <a:r>
                        <a:rPr lang="en-IN" dirty="0"/>
                        <a:t>F11</a:t>
                      </a:r>
                    </a:p>
                  </a:txBody>
                  <a:tcPr/>
                </a:tc>
                <a:extLst>
                  <a:ext uri="{0D108BD9-81ED-4DB2-BD59-A6C34878D82A}">
                    <a16:rowId xmlns:a16="http://schemas.microsoft.com/office/drawing/2014/main" val="1289315859"/>
                  </a:ext>
                </a:extLst>
              </a:tr>
              <a:tr h="370840">
                <a:tc>
                  <a:txBody>
                    <a:bodyPr/>
                    <a:lstStyle/>
                    <a:p>
                      <a:r>
                        <a:rPr lang="en-IN" dirty="0"/>
                        <a:t>Step out</a:t>
                      </a:r>
                    </a:p>
                  </a:txBody>
                  <a:tcPr/>
                </a:tc>
                <a:tc>
                  <a:txBody>
                    <a:bodyPr/>
                    <a:lstStyle/>
                    <a:p>
                      <a:r>
                        <a:rPr lang="en-IN" dirty="0"/>
                        <a:t>F7</a:t>
                      </a:r>
                    </a:p>
                  </a:txBody>
                  <a:tcPr/>
                </a:tc>
                <a:tc>
                  <a:txBody>
                    <a:bodyPr/>
                    <a:lstStyle/>
                    <a:p>
                      <a:r>
                        <a:rPr lang="en-IN" dirty="0"/>
                        <a:t>Shift+F11</a:t>
                      </a:r>
                    </a:p>
                  </a:txBody>
                  <a:tcPr/>
                </a:tc>
                <a:extLst>
                  <a:ext uri="{0D108BD9-81ED-4DB2-BD59-A6C34878D82A}">
                    <a16:rowId xmlns:a16="http://schemas.microsoft.com/office/drawing/2014/main" val="1084706205"/>
                  </a:ext>
                </a:extLst>
              </a:tr>
              <a:tr h="370840">
                <a:tc>
                  <a:txBody>
                    <a:bodyPr/>
                    <a:lstStyle/>
                    <a:p>
                      <a:r>
                        <a:rPr lang="en-IN" dirty="0"/>
                        <a:t>Execute</a:t>
                      </a:r>
                    </a:p>
                  </a:txBody>
                  <a:tcPr/>
                </a:tc>
                <a:tc>
                  <a:txBody>
                    <a:bodyPr/>
                    <a:lstStyle/>
                    <a:p>
                      <a:r>
                        <a:rPr lang="en-IN" dirty="0"/>
                        <a:t>F8</a:t>
                      </a:r>
                    </a:p>
                  </a:txBody>
                  <a:tcPr/>
                </a:tc>
                <a:tc>
                  <a:txBody>
                    <a:bodyPr/>
                    <a:lstStyle/>
                    <a:p>
                      <a:r>
                        <a:rPr lang="en-IN" dirty="0"/>
                        <a:t>F8</a:t>
                      </a:r>
                    </a:p>
                  </a:txBody>
                  <a:tcPr/>
                </a:tc>
                <a:extLst>
                  <a:ext uri="{0D108BD9-81ED-4DB2-BD59-A6C34878D82A}">
                    <a16:rowId xmlns:a16="http://schemas.microsoft.com/office/drawing/2014/main" val="1358008911"/>
                  </a:ext>
                </a:extLst>
              </a:tr>
            </a:tbl>
          </a:graphicData>
        </a:graphic>
      </p:graphicFrame>
    </p:spTree>
    <p:extLst>
      <p:ext uri="{BB962C8B-B14F-4D97-AF65-F5344CB8AC3E}">
        <p14:creationId xmlns:p14="http://schemas.microsoft.com/office/powerpoint/2010/main" val="27733510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8693B-0EA0-C827-B810-B7214CB362C8}"/>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6352D2AD-CEB8-1F75-EB69-0F5F87D39D6B}"/>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Asynchronous Non Blocking IO</a:t>
            </a:r>
            <a:endParaRPr lang="en-IN" sz="2000"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CE28004-0065-4840-CC66-AB842A3624B0}"/>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F3E248C3-0749-3322-6912-C9D9CB3C57BB}"/>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02B44E85-2364-72C8-B511-DA047C6671A5}"/>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Smiley Face 6">
            <a:extLst>
              <a:ext uri="{FF2B5EF4-FFF2-40B4-BE49-F238E27FC236}">
                <a16:creationId xmlns:a16="http://schemas.microsoft.com/office/drawing/2014/main" id="{6ABC14A9-0BEA-6DFA-D68A-A0EC721C7449}"/>
              </a:ext>
            </a:extLst>
          </p:cNvPr>
          <p:cNvSpPr/>
          <p:nvPr/>
        </p:nvSpPr>
        <p:spPr>
          <a:xfrm>
            <a:off x="381000" y="490760"/>
            <a:ext cx="457200" cy="385373"/>
          </a:xfrm>
          <a:prstGeom prst="smileyFac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D18BE7FA-5D10-AA47-0B7B-239C2B05B3D2}"/>
              </a:ext>
            </a:extLst>
          </p:cNvPr>
          <p:cNvCxnSpPr>
            <a:stCxn id="7" idx="4"/>
          </p:cNvCxnSpPr>
          <p:nvPr/>
        </p:nvCxnSpPr>
        <p:spPr>
          <a:xfrm>
            <a:off x="609600" y="876133"/>
            <a:ext cx="0" cy="4134017"/>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Rectangle 9">
            <a:extLst>
              <a:ext uri="{FF2B5EF4-FFF2-40B4-BE49-F238E27FC236}">
                <a16:creationId xmlns:a16="http://schemas.microsoft.com/office/drawing/2014/main" id="{B4E526F9-72B8-4FE9-26C3-7BF6736ACAEB}"/>
              </a:ext>
            </a:extLst>
          </p:cNvPr>
          <p:cNvSpPr/>
          <p:nvPr/>
        </p:nvSpPr>
        <p:spPr>
          <a:xfrm>
            <a:off x="1524000" y="490760"/>
            <a:ext cx="1295400" cy="3853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app</a:t>
            </a:r>
          </a:p>
        </p:txBody>
      </p:sp>
      <p:sp>
        <p:nvSpPr>
          <p:cNvPr id="11" name="Rectangle 10">
            <a:extLst>
              <a:ext uri="{FF2B5EF4-FFF2-40B4-BE49-F238E27FC236}">
                <a16:creationId xmlns:a16="http://schemas.microsoft.com/office/drawing/2014/main" id="{C2E63781-D730-C066-311B-829666575410}"/>
              </a:ext>
            </a:extLst>
          </p:cNvPr>
          <p:cNvSpPr/>
          <p:nvPr/>
        </p:nvSpPr>
        <p:spPr>
          <a:xfrm>
            <a:off x="3540985" y="490760"/>
            <a:ext cx="1295400" cy="3853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server</a:t>
            </a:r>
          </a:p>
        </p:txBody>
      </p:sp>
      <p:cxnSp>
        <p:nvCxnSpPr>
          <p:cNvPr id="13" name="Straight Connector 12">
            <a:extLst>
              <a:ext uri="{FF2B5EF4-FFF2-40B4-BE49-F238E27FC236}">
                <a16:creationId xmlns:a16="http://schemas.microsoft.com/office/drawing/2014/main" id="{F669F63E-89CD-E60E-CF15-8AEB0746EFBC}"/>
              </a:ext>
            </a:extLst>
          </p:cNvPr>
          <p:cNvCxnSpPr>
            <a:stCxn id="10" idx="2"/>
          </p:cNvCxnSpPr>
          <p:nvPr/>
        </p:nvCxnSpPr>
        <p:spPr>
          <a:xfrm>
            <a:off x="2171700" y="876133"/>
            <a:ext cx="0" cy="4044078"/>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57BFFB47-74AB-4452-27B4-BCE5F6DAB61B}"/>
              </a:ext>
            </a:extLst>
          </p:cNvPr>
          <p:cNvCxnSpPr/>
          <p:nvPr/>
        </p:nvCxnSpPr>
        <p:spPr>
          <a:xfrm>
            <a:off x="4178792" y="876133"/>
            <a:ext cx="0" cy="4044078"/>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Arrow Connector 15">
            <a:extLst>
              <a:ext uri="{FF2B5EF4-FFF2-40B4-BE49-F238E27FC236}">
                <a16:creationId xmlns:a16="http://schemas.microsoft.com/office/drawing/2014/main" id="{E5A2DFEC-30EB-076F-2B15-1F2971A48BC5}"/>
              </a:ext>
            </a:extLst>
          </p:cNvPr>
          <p:cNvCxnSpPr/>
          <p:nvPr/>
        </p:nvCxnSpPr>
        <p:spPr>
          <a:xfrm>
            <a:off x="609600" y="1047750"/>
            <a:ext cx="15621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476C23E-6497-9FDE-921D-9396A16A6125}"/>
              </a:ext>
            </a:extLst>
          </p:cNvPr>
          <p:cNvCxnSpPr/>
          <p:nvPr/>
        </p:nvCxnSpPr>
        <p:spPr>
          <a:xfrm>
            <a:off x="2209800" y="1200150"/>
            <a:ext cx="1905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8E17EDB6-71E0-6B3A-AAE3-DF1BD6CC4F8A}"/>
              </a:ext>
            </a:extLst>
          </p:cNvPr>
          <p:cNvSpPr/>
          <p:nvPr/>
        </p:nvSpPr>
        <p:spPr>
          <a:xfrm>
            <a:off x="4114800" y="1200150"/>
            <a:ext cx="152399"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D6326FE6-D363-28EA-328E-6595C1AD075B}"/>
              </a:ext>
            </a:extLst>
          </p:cNvPr>
          <p:cNvSpPr/>
          <p:nvPr/>
        </p:nvSpPr>
        <p:spPr>
          <a:xfrm>
            <a:off x="2171700" y="1047750"/>
            <a:ext cx="45719" cy="6857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DBABEF4E-C9AB-669A-568C-5EA87C6D7DB7}"/>
              </a:ext>
            </a:extLst>
          </p:cNvPr>
          <p:cNvSpPr/>
          <p:nvPr/>
        </p:nvSpPr>
        <p:spPr>
          <a:xfrm>
            <a:off x="533399" y="971550"/>
            <a:ext cx="152386" cy="9143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3" name="Straight Arrow Connector 22">
            <a:extLst>
              <a:ext uri="{FF2B5EF4-FFF2-40B4-BE49-F238E27FC236}">
                <a16:creationId xmlns:a16="http://schemas.microsoft.com/office/drawing/2014/main" id="{2B765A19-AACC-C667-9486-54CD85514C1A}"/>
              </a:ext>
            </a:extLst>
          </p:cNvPr>
          <p:cNvCxnSpPr>
            <a:stCxn id="19" idx="2"/>
          </p:cNvCxnSpPr>
          <p:nvPr/>
        </p:nvCxnSpPr>
        <p:spPr>
          <a:xfrm flipH="1">
            <a:off x="2217419" y="1504950"/>
            <a:ext cx="19735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3272664-C16B-CB17-6685-8896DDDA47B5}"/>
              </a:ext>
            </a:extLst>
          </p:cNvPr>
          <p:cNvCxnSpPr>
            <a:stCxn id="20" idx="2"/>
          </p:cNvCxnSpPr>
          <p:nvPr/>
        </p:nvCxnSpPr>
        <p:spPr>
          <a:xfrm flipH="1">
            <a:off x="685786" y="1733548"/>
            <a:ext cx="15087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Smiley Face 25">
            <a:extLst>
              <a:ext uri="{FF2B5EF4-FFF2-40B4-BE49-F238E27FC236}">
                <a16:creationId xmlns:a16="http://schemas.microsoft.com/office/drawing/2014/main" id="{376B7062-6433-13CF-A462-A52A57839380}"/>
              </a:ext>
            </a:extLst>
          </p:cNvPr>
          <p:cNvSpPr/>
          <p:nvPr/>
        </p:nvSpPr>
        <p:spPr>
          <a:xfrm>
            <a:off x="756674" y="1176557"/>
            <a:ext cx="457200" cy="385373"/>
          </a:xfrm>
          <a:prstGeom prst="smileyFace">
            <a:avLst>
              <a:gd name="adj" fmla="val -4653"/>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474B4535-8600-4DFA-1B6C-4635BBC6D182}"/>
              </a:ext>
            </a:extLst>
          </p:cNvPr>
          <p:cNvSpPr txBox="1"/>
          <p:nvPr/>
        </p:nvSpPr>
        <p:spPr>
          <a:xfrm>
            <a:off x="2451465" y="1205241"/>
            <a:ext cx="1178785" cy="261610"/>
          </a:xfrm>
          <a:prstGeom prst="rect">
            <a:avLst/>
          </a:prstGeom>
          <a:noFill/>
        </p:spPr>
        <p:txBody>
          <a:bodyPr wrap="square" rtlCol="0">
            <a:spAutoFit/>
          </a:bodyPr>
          <a:lstStyle/>
          <a:p>
            <a:r>
              <a:rPr lang="en-IN" sz="1100" b="1" dirty="0"/>
              <a:t>synchronous</a:t>
            </a:r>
          </a:p>
        </p:txBody>
      </p:sp>
      <p:sp>
        <p:nvSpPr>
          <p:cNvPr id="28" name="TextBox 27">
            <a:extLst>
              <a:ext uri="{FF2B5EF4-FFF2-40B4-BE49-F238E27FC236}">
                <a16:creationId xmlns:a16="http://schemas.microsoft.com/office/drawing/2014/main" id="{471DC566-8287-7074-F1C2-17D49A19003D}"/>
              </a:ext>
            </a:extLst>
          </p:cNvPr>
          <p:cNvSpPr txBox="1"/>
          <p:nvPr/>
        </p:nvSpPr>
        <p:spPr>
          <a:xfrm>
            <a:off x="658015" y="1516934"/>
            <a:ext cx="1178785" cy="261610"/>
          </a:xfrm>
          <a:prstGeom prst="rect">
            <a:avLst/>
          </a:prstGeom>
          <a:noFill/>
        </p:spPr>
        <p:txBody>
          <a:bodyPr wrap="square" rtlCol="0">
            <a:spAutoFit/>
          </a:bodyPr>
          <a:lstStyle/>
          <a:p>
            <a:r>
              <a:rPr lang="en-IN" sz="1100" b="1" dirty="0"/>
              <a:t>Blocked IO</a:t>
            </a:r>
          </a:p>
        </p:txBody>
      </p:sp>
      <p:cxnSp>
        <p:nvCxnSpPr>
          <p:cNvPr id="29" name="Straight Arrow Connector 28">
            <a:extLst>
              <a:ext uri="{FF2B5EF4-FFF2-40B4-BE49-F238E27FC236}">
                <a16:creationId xmlns:a16="http://schemas.microsoft.com/office/drawing/2014/main" id="{E67B55E1-EB9C-A277-A960-4063688F5D0F}"/>
              </a:ext>
            </a:extLst>
          </p:cNvPr>
          <p:cNvCxnSpPr/>
          <p:nvPr/>
        </p:nvCxnSpPr>
        <p:spPr>
          <a:xfrm>
            <a:off x="609600" y="2266950"/>
            <a:ext cx="15621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41A213F3-D518-9A1A-0764-CCD732056019}"/>
              </a:ext>
            </a:extLst>
          </p:cNvPr>
          <p:cNvSpPr/>
          <p:nvPr/>
        </p:nvSpPr>
        <p:spPr>
          <a:xfrm>
            <a:off x="2133600" y="2266950"/>
            <a:ext cx="76200" cy="5333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 name="Straight Arrow Connector 31">
            <a:extLst>
              <a:ext uri="{FF2B5EF4-FFF2-40B4-BE49-F238E27FC236}">
                <a16:creationId xmlns:a16="http://schemas.microsoft.com/office/drawing/2014/main" id="{98818A75-CDD5-6B08-9A64-648282C6C49B}"/>
              </a:ext>
            </a:extLst>
          </p:cNvPr>
          <p:cNvCxnSpPr/>
          <p:nvPr/>
        </p:nvCxnSpPr>
        <p:spPr>
          <a:xfrm>
            <a:off x="2209800" y="2647950"/>
            <a:ext cx="1905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BC4E3128-6670-21E7-536B-F264EAB9EC86}"/>
              </a:ext>
            </a:extLst>
          </p:cNvPr>
          <p:cNvSpPr/>
          <p:nvPr/>
        </p:nvSpPr>
        <p:spPr>
          <a:xfrm>
            <a:off x="4133073" y="2647950"/>
            <a:ext cx="76200" cy="83819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35" name="Straight Arrow Connector 34">
            <a:extLst>
              <a:ext uri="{FF2B5EF4-FFF2-40B4-BE49-F238E27FC236}">
                <a16:creationId xmlns:a16="http://schemas.microsoft.com/office/drawing/2014/main" id="{94979A16-1E1E-23EB-FF09-DAE65CD0D6B4}"/>
              </a:ext>
            </a:extLst>
          </p:cNvPr>
          <p:cNvCxnSpPr>
            <a:stCxn id="30" idx="2"/>
          </p:cNvCxnSpPr>
          <p:nvPr/>
        </p:nvCxnSpPr>
        <p:spPr>
          <a:xfrm flipH="1">
            <a:off x="609600" y="2800348"/>
            <a:ext cx="15621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7BC2D269-1151-3CEA-48BE-EDD8E34E0492}"/>
              </a:ext>
            </a:extLst>
          </p:cNvPr>
          <p:cNvSpPr txBox="1"/>
          <p:nvPr/>
        </p:nvSpPr>
        <p:spPr>
          <a:xfrm>
            <a:off x="4224512" y="2898172"/>
            <a:ext cx="1178785" cy="261610"/>
          </a:xfrm>
          <a:prstGeom prst="rect">
            <a:avLst/>
          </a:prstGeom>
          <a:noFill/>
        </p:spPr>
        <p:txBody>
          <a:bodyPr wrap="square" rtlCol="0">
            <a:spAutoFit/>
          </a:bodyPr>
          <a:lstStyle/>
          <a:p>
            <a:r>
              <a:rPr lang="en-IN" sz="1100" b="1" dirty="0"/>
              <a:t>Asynchronous</a:t>
            </a:r>
          </a:p>
        </p:txBody>
      </p:sp>
      <p:cxnSp>
        <p:nvCxnSpPr>
          <p:cNvPr id="38" name="Straight Arrow Connector 37">
            <a:extLst>
              <a:ext uri="{FF2B5EF4-FFF2-40B4-BE49-F238E27FC236}">
                <a16:creationId xmlns:a16="http://schemas.microsoft.com/office/drawing/2014/main" id="{2AA7F910-DB7A-0D41-E6AF-6495CD23914A}"/>
              </a:ext>
            </a:extLst>
          </p:cNvPr>
          <p:cNvCxnSpPr>
            <a:stCxn id="33" idx="2"/>
          </p:cNvCxnSpPr>
          <p:nvPr/>
        </p:nvCxnSpPr>
        <p:spPr>
          <a:xfrm flipH="1">
            <a:off x="2217419" y="3486147"/>
            <a:ext cx="19537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605A5728-CF5B-00B2-3BF5-F45341D56158}"/>
              </a:ext>
            </a:extLst>
          </p:cNvPr>
          <p:cNvSpPr/>
          <p:nvPr/>
        </p:nvSpPr>
        <p:spPr>
          <a:xfrm>
            <a:off x="2133600" y="3486147"/>
            <a:ext cx="83817" cy="45719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40" name="TextBox 39">
            <a:extLst>
              <a:ext uri="{FF2B5EF4-FFF2-40B4-BE49-F238E27FC236}">
                <a16:creationId xmlns:a16="http://schemas.microsoft.com/office/drawing/2014/main" id="{53D1D1D5-A8D0-36C4-9FE5-54455A0CA567}"/>
              </a:ext>
            </a:extLst>
          </p:cNvPr>
          <p:cNvSpPr txBox="1"/>
          <p:nvPr/>
        </p:nvSpPr>
        <p:spPr>
          <a:xfrm>
            <a:off x="2206892" y="3507739"/>
            <a:ext cx="1178785" cy="430887"/>
          </a:xfrm>
          <a:prstGeom prst="rect">
            <a:avLst/>
          </a:prstGeom>
          <a:noFill/>
        </p:spPr>
        <p:txBody>
          <a:bodyPr wrap="square" rtlCol="0">
            <a:spAutoFit/>
          </a:bodyPr>
          <a:lstStyle/>
          <a:p>
            <a:r>
              <a:rPr lang="en-IN" sz="1100" b="1" dirty="0"/>
              <a:t>Callback</a:t>
            </a:r>
          </a:p>
          <a:p>
            <a:r>
              <a:rPr lang="en-IN" sz="1100" b="1" dirty="0"/>
              <a:t>Promise</a:t>
            </a:r>
          </a:p>
        </p:txBody>
      </p:sp>
      <p:cxnSp>
        <p:nvCxnSpPr>
          <p:cNvPr id="41" name="Straight Arrow Connector 40">
            <a:extLst>
              <a:ext uri="{FF2B5EF4-FFF2-40B4-BE49-F238E27FC236}">
                <a16:creationId xmlns:a16="http://schemas.microsoft.com/office/drawing/2014/main" id="{8AD0ED92-128A-04C3-6348-EC87F58C0224}"/>
              </a:ext>
            </a:extLst>
          </p:cNvPr>
          <p:cNvCxnSpPr/>
          <p:nvPr/>
        </p:nvCxnSpPr>
        <p:spPr>
          <a:xfrm flipH="1">
            <a:off x="644792" y="3938626"/>
            <a:ext cx="15621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Smiley Face 41">
            <a:extLst>
              <a:ext uri="{FF2B5EF4-FFF2-40B4-BE49-F238E27FC236}">
                <a16:creationId xmlns:a16="http://schemas.microsoft.com/office/drawing/2014/main" id="{DC56A50B-6CC1-3CE8-C9BF-7171BA1F3C30}"/>
              </a:ext>
            </a:extLst>
          </p:cNvPr>
          <p:cNvSpPr/>
          <p:nvPr/>
        </p:nvSpPr>
        <p:spPr>
          <a:xfrm>
            <a:off x="345216" y="2967095"/>
            <a:ext cx="457200" cy="385373"/>
          </a:xfrm>
          <a:prstGeom prst="smileyFac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43" name="TextBox 42">
            <a:extLst>
              <a:ext uri="{FF2B5EF4-FFF2-40B4-BE49-F238E27FC236}">
                <a16:creationId xmlns:a16="http://schemas.microsoft.com/office/drawing/2014/main" id="{0AF0F286-930D-BCC5-7811-E9AD3E291E76}"/>
              </a:ext>
            </a:extLst>
          </p:cNvPr>
          <p:cNvSpPr txBox="1"/>
          <p:nvPr/>
        </p:nvSpPr>
        <p:spPr>
          <a:xfrm>
            <a:off x="4295407" y="1167138"/>
            <a:ext cx="1178785" cy="430887"/>
          </a:xfrm>
          <a:prstGeom prst="rect">
            <a:avLst/>
          </a:prstGeom>
          <a:noFill/>
        </p:spPr>
        <p:txBody>
          <a:bodyPr wrap="square" rtlCol="0">
            <a:spAutoFit/>
          </a:bodyPr>
          <a:lstStyle/>
          <a:p>
            <a:r>
              <a:rPr lang="en-IN" sz="1100" b="1" dirty="0"/>
              <a:t>ABAP, Java, Python, C++..</a:t>
            </a:r>
          </a:p>
        </p:txBody>
      </p:sp>
      <p:grpSp>
        <p:nvGrpSpPr>
          <p:cNvPr id="67" name="Group 66">
            <a:extLst>
              <a:ext uri="{FF2B5EF4-FFF2-40B4-BE49-F238E27FC236}">
                <a16:creationId xmlns:a16="http://schemas.microsoft.com/office/drawing/2014/main" id="{5847AA11-3C7C-2226-BBB4-B7464452702E}"/>
              </a:ext>
            </a:extLst>
          </p:cNvPr>
          <p:cNvGrpSpPr/>
          <p:nvPr/>
        </p:nvGrpSpPr>
        <p:grpSpPr>
          <a:xfrm>
            <a:off x="6067311" y="1646825"/>
            <a:ext cx="1177560" cy="302760"/>
            <a:chOff x="6067311" y="1646825"/>
            <a:chExt cx="1177560" cy="302760"/>
          </a:xfrm>
        </p:grpSpPr>
        <mc:AlternateContent xmlns:mc="http://schemas.openxmlformats.org/markup-compatibility/2006" xmlns:p14="http://schemas.microsoft.com/office/powerpoint/2010/main">
          <mc:Choice Requires="p14">
            <p:contentPart p14:bwMode="auto" r:id="rId3">
              <p14:nvContentPartPr>
                <p14:cNvPr id="60" name="Ink 59">
                  <a:extLst>
                    <a:ext uri="{FF2B5EF4-FFF2-40B4-BE49-F238E27FC236}">
                      <a16:creationId xmlns:a16="http://schemas.microsoft.com/office/drawing/2014/main" id="{D8066833-CFC7-1341-0722-1DE601BA6A2B}"/>
                    </a:ext>
                  </a:extLst>
                </p14:cNvPr>
                <p14:cNvContentPartPr/>
                <p14:nvPr/>
              </p14:nvContentPartPr>
              <p14:xfrm>
                <a:off x="6864351" y="1646825"/>
                <a:ext cx="380520" cy="279720"/>
              </p14:xfrm>
            </p:contentPart>
          </mc:Choice>
          <mc:Fallback xmlns="">
            <p:pic>
              <p:nvPicPr>
                <p:cNvPr id="60" name="Ink 59">
                  <a:extLst>
                    <a:ext uri="{FF2B5EF4-FFF2-40B4-BE49-F238E27FC236}">
                      <a16:creationId xmlns:a16="http://schemas.microsoft.com/office/drawing/2014/main" id="{D8066833-CFC7-1341-0722-1DE601BA6A2B}"/>
                    </a:ext>
                  </a:extLst>
                </p:cNvPr>
                <p:cNvPicPr/>
                <p:nvPr/>
              </p:nvPicPr>
              <p:blipFill>
                <a:blip r:embed="rId4"/>
                <a:stretch>
                  <a:fillRect/>
                </a:stretch>
              </p:blipFill>
              <p:spPr>
                <a:xfrm>
                  <a:off x="6855351" y="1637825"/>
                  <a:ext cx="39816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1" name="Ink 60">
                  <a:extLst>
                    <a:ext uri="{FF2B5EF4-FFF2-40B4-BE49-F238E27FC236}">
                      <a16:creationId xmlns:a16="http://schemas.microsoft.com/office/drawing/2014/main" id="{8CB7D9AE-B5F0-86A0-A2DC-195AF83908DD}"/>
                    </a:ext>
                  </a:extLst>
                </p14:cNvPr>
                <p14:cNvContentPartPr/>
                <p14:nvPr/>
              </p14:nvContentPartPr>
              <p14:xfrm>
                <a:off x="6824391" y="1838705"/>
                <a:ext cx="95760" cy="110880"/>
              </p14:xfrm>
            </p:contentPart>
          </mc:Choice>
          <mc:Fallback xmlns="">
            <p:pic>
              <p:nvPicPr>
                <p:cNvPr id="61" name="Ink 60">
                  <a:extLst>
                    <a:ext uri="{FF2B5EF4-FFF2-40B4-BE49-F238E27FC236}">
                      <a16:creationId xmlns:a16="http://schemas.microsoft.com/office/drawing/2014/main" id="{8CB7D9AE-B5F0-86A0-A2DC-195AF83908DD}"/>
                    </a:ext>
                  </a:extLst>
                </p:cNvPr>
                <p:cNvPicPr/>
                <p:nvPr/>
              </p:nvPicPr>
              <p:blipFill>
                <a:blip r:embed="rId6"/>
                <a:stretch>
                  <a:fillRect/>
                </a:stretch>
              </p:blipFill>
              <p:spPr>
                <a:xfrm>
                  <a:off x="6815751" y="1829705"/>
                  <a:ext cx="11340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3" name="Ink 62">
                  <a:extLst>
                    <a:ext uri="{FF2B5EF4-FFF2-40B4-BE49-F238E27FC236}">
                      <a16:creationId xmlns:a16="http://schemas.microsoft.com/office/drawing/2014/main" id="{C78A9C52-9120-4593-9D04-44308BC823C5}"/>
                    </a:ext>
                  </a:extLst>
                </p14:cNvPr>
                <p14:cNvContentPartPr/>
                <p14:nvPr/>
              </p14:nvContentPartPr>
              <p14:xfrm>
                <a:off x="6067311" y="1722785"/>
                <a:ext cx="152280" cy="360"/>
              </p14:xfrm>
            </p:contentPart>
          </mc:Choice>
          <mc:Fallback xmlns="">
            <p:pic>
              <p:nvPicPr>
                <p:cNvPr id="63" name="Ink 62">
                  <a:extLst>
                    <a:ext uri="{FF2B5EF4-FFF2-40B4-BE49-F238E27FC236}">
                      <a16:creationId xmlns:a16="http://schemas.microsoft.com/office/drawing/2014/main" id="{C78A9C52-9120-4593-9D04-44308BC823C5}"/>
                    </a:ext>
                  </a:extLst>
                </p:cNvPr>
                <p:cNvPicPr/>
                <p:nvPr/>
              </p:nvPicPr>
              <p:blipFill>
                <a:blip r:embed="rId8"/>
                <a:stretch>
                  <a:fillRect/>
                </a:stretch>
              </p:blipFill>
              <p:spPr>
                <a:xfrm>
                  <a:off x="6058311" y="1713785"/>
                  <a:ext cx="1699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4" name="Ink 63">
                  <a:extLst>
                    <a:ext uri="{FF2B5EF4-FFF2-40B4-BE49-F238E27FC236}">
                      <a16:creationId xmlns:a16="http://schemas.microsoft.com/office/drawing/2014/main" id="{12813A4F-F637-F668-00C4-2C3124D13F33}"/>
                    </a:ext>
                  </a:extLst>
                </p14:cNvPr>
                <p14:cNvContentPartPr/>
                <p14:nvPr/>
              </p14:nvContentPartPr>
              <p14:xfrm>
                <a:off x="6117711" y="1752665"/>
                <a:ext cx="137880" cy="153360"/>
              </p14:xfrm>
            </p:contentPart>
          </mc:Choice>
          <mc:Fallback xmlns="">
            <p:pic>
              <p:nvPicPr>
                <p:cNvPr id="64" name="Ink 63">
                  <a:extLst>
                    <a:ext uri="{FF2B5EF4-FFF2-40B4-BE49-F238E27FC236}">
                      <a16:creationId xmlns:a16="http://schemas.microsoft.com/office/drawing/2014/main" id="{12813A4F-F637-F668-00C4-2C3124D13F33}"/>
                    </a:ext>
                  </a:extLst>
                </p:cNvPr>
                <p:cNvPicPr/>
                <p:nvPr/>
              </p:nvPicPr>
              <p:blipFill>
                <a:blip r:embed="rId10"/>
                <a:stretch>
                  <a:fillRect/>
                </a:stretch>
              </p:blipFill>
              <p:spPr>
                <a:xfrm>
                  <a:off x="6108711" y="1744025"/>
                  <a:ext cx="15552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5" name="Ink 64">
                  <a:extLst>
                    <a:ext uri="{FF2B5EF4-FFF2-40B4-BE49-F238E27FC236}">
                      <a16:creationId xmlns:a16="http://schemas.microsoft.com/office/drawing/2014/main" id="{F7D9442A-3FE6-FC86-18C0-2C16B1628C97}"/>
                    </a:ext>
                  </a:extLst>
                </p14:cNvPr>
                <p14:cNvContentPartPr/>
                <p14:nvPr/>
              </p14:nvContentPartPr>
              <p14:xfrm>
                <a:off x="6338751" y="1745825"/>
                <a:ext cx="78840" cy="141840"/>
              </p14:xfrm>
            </p:contentPart>
          </mc:Choice>
          <mc:Fallback xmlns="">
            <p:pic>
              <p:nvPicPr>
                <p:cNvPr id="65" name="Ink 64">
                  <a:extLst>
                    <a:ext uri="{FF2B5EF4-FFF2-40B4-BE49-F238E27FC236}">
                      <a16:creationId xmlns:a16="http://schemas.microsoft.com/office/drawing/2014/main" id="{F7D9442A-3FE6-FC86-18C0-2C16B1628C97}"/>
                    </a:ext>
                  </a:extLst>
                </p:cNvPr>
                <p:cNvPicPr/>
                <p:nvPr/>
              </p:nvPicPr>
              <p:blipFill>
                <a:blip r:embed="rId12"/>
                <a:stretch>
                  <a:fillRect/>
                </a:stretch>
              </p:blipFill>
              <p:spPr>
                <a:xfrm>
                  <a:off x="6329751" y="1737185"/>
                  <a:ext cx="9648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6" name="Ink 65">
                  <a:extLst>
                    <a:ext uri="{FF2B5EF4-FFF2-40B4-BE49-F238E27FC236}">
                      <a16:creationId xmlns:a16="http://schemas.microsoft.com/office/drawing/2014/main" id="{BCD22492-70A0-34A0-0B48-3F6B217FB735}"/>
                    </a:ext>
                  </a:extLst>
                </p14:cNvPr>
                <p14:cNvContentPartPr/>
                <p14:nvPr/>
              </p14:nvContentPartPr>
              <p14:xfrm>
                <a:off x="6455751" y="1739345"/>
                <a:ext cx="200160" cy="136800"/>
              </p14:xfrm>
            </p:contentPart>
          </mc:Choice>
          <mc:Fallback xmlns="">
            <p:pic>
              <p:nvPicPr>
                <p:cNvPr id="66" name="Ink 65">
                  <a:extLst>
                    <a:ext uri="{FF2B5EF4-FFF2-40B4-BE49-F238E27FC236}">
                      <a16:creationId xmlns:a16="http://schemas.microsoft.com/office/drawing/2014/main" id="{BCD22492-70A0-34A0-0B48-3F6B217FB735}"/>
                    </a:ext>
                  </a:extLst>
                </p:cNvPr>
                <p:cNvPicPr/>
                <p:nvPr/>
              </p:nvPicPr>
              <p:blipFill>
                <a:blip r:embed="rId14"/>
                <a:stretch>
                  <a:fillRect/>
                </a:stretch>
              </p:blipFill>
              <p:spPr>
                <a:xfrm>
                  <a:off x="6447111" y="1730705"/>
                  <a:ext cx="217800" cy="154440"/>
                </a:xfrm>
                <a:prstGeom prst="rect">
                  <a:avLst/>
                </a:prstGeom>
              </p:spPr>
            </p:pic>
          </mc:Fallback>
        </mc:AlternateContent>
      </p:grpSp>
      <p:grpSp>
        <p:nvGrpSpPr>
          <p:cNvPr id="72" name="Group 71">
            <a:extLst>
              <a:ext uri="{FF2B5EF4-FFF2-40B4-BE49-F238E27FC236}">
                <a16:creationId xmlns:a16="http://schemas.microsoft.com/office/drawing/2014/main" id="{651C091E-E6C2-A0A7-AE58-069C48B16CA2}"/>
              </a:ext>
            </a:extLst>
          </p:cNvPr>
          <p:cNvGrpSpPr/>
          <p:nvPr/>
        </p:nvGrpSpPr>
        <p:grpSpPr>
          <a:xfrm>
            <a:off x="6177471" y="2064785"/>
            <a:ext cx="589680" cy="234720"/>
            <a:chOff x="6177471" y="2064785"/>
            <a:chExt cx="589680" cy="234720"/>
          </a:xfrm>
        </p:grpSpPr>
        <mc:AlternateContent xmlns:mc="http://schemas.openxmlformats.org/markup-compatibility/2006" xmlns:p14="http://schemas.microsoft.com/office/powerpoint/2010/main">
          <mc:Choice Requires="p14">
            <p:contentPart p14:bwMode="auto" r:id="rId15">
              <p14:nvContentPartPr>
                <p14:cNvPr id="68" name="Ink 67">
                  <a:extLst>
                    <a:ext uri="{FF2B5EF4-FFF2-40B4-BE49-F238E27FC236}">
                      <a16:creationId xmlns:a16="http://schemas.microsoft.com/office/drawing/2014/main" id="{01D912C2-30E9-CEA5-D0F3-50B18F74829A}"/>
                    </a:ext>
                  </a:extLst>
                </p14:cNvPr>
                <p14:cNvContentPartPr/>
                <p14:nvPr/>
              </p14:nvContentPartPr>
              <p14:xfrm>
                <a:off x="6177471" y="2064785"/>
                <a:ext cx="129240" cy="234720"/>
              </p14:xfrm>
            </p:contentPart>
          </mc:Choice>
          <mc:Fallback xmlns="">
            <p:pic>
              <p:nvPicPr>
                <p:cNvPr id="68" name="Ink 67">
                  <a:extLst>
                    <a:ext uri="{FF2B5EF4-FFF2-40B4-BE49-F238E27FC236}">
                      <a16:creationId xmlns:a16="http://schemas.microsoft.com/office/drawing/2014/main" id="{01D912C2-30E9-CEA5-D0F3-50B18F74829A}"/>
                    </a:ext>
                  </a:extLst>
                </p:cNvPr>
                <p:cNvPicPr/>
                <p:nvPr/>
              </p:nvPicPr>
              <p:blipFill>
                <a:blip r:embed="rId16"/>
                <a:stretch>
                  <a:fillRect/>
                </a:stretch>
              </p:blipFill>
              <p:spPr>
                <a:xfrm>
                  <a:off x="6168831" y="2055785"/>
                  <a:ext cx="14688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69" name="Ink 68">
                  <a:extLst>
                    <a:ext uri="{FF2B5EF4-FFF2-40B4-BE49-F238E27FC236}">
                      <a16:creationId xmlns:a16="http://schemas.microsoft.com/office/drawing/2014/main" id="{AD4EF9D1-16FA-1E58-BC17-5306A78E53E6}"/>
                    </a:ext>
                  </a:extLst>
                </p14:cNvPr>
                <p14:cNvContentPartPr/>
                <p14:nvPr/>
              </p14:nvContentPartPr>
              <p14:xfrm>
                <a:off x="6435591" y="2088545"/>
                <a:ext cx="122400" cy="185760"/>
              </p14:xfrm>
            </p:contentPart>
          </mc:Choice>
          <mc:Fallback xmlns="">
            <p:pic>
              <p:nvPicPr>
                <p:cNvPr id="69" name="Ink 68">
                  <a:extLst>
                    <a:ext uri="{FF2B5EF4-FFF2-40B4-BE49-F238E27FC236}">
                      <a16:creationId xmlns:a16="http://schemas.microsoft.com/office/drawing/2014/main" id="{AD4EF9D1-16FA-1E58-BC17-5306A78E53E6}"/>
                    </a:ext>
                  </a:extLst>
                </p:cNvPr>
                <p:cNvPicPr/>
                <p:nvPr/>
              </p:nvPicPr>
              <p:blipFill>
                <a:blip r:embed="rId18"/>
                <a:stretch>
                  <a:fillRect/>
                </a:stretch>
              </p:blipFill>
              <p:spPr>
                <a:xfrm>
                  <a:off x="6426591" y="2079905"/>
                  <a:ext cx="1400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70" name="Ink 69">
                  <a:extLst>
                    <a:ext uri="{FF2B5EF4-FFF2-40B4-BE49-F238E27FC236}">
                      <a16:creationId xmlns:a16="http://schemas.microsoft.com/office/drawing/2014/main" id="{BCEDC84F-5C44-21F7-EDEE-9D24987F0BB3}"/>
                    </a:ext>
                  </a:extLst>
                </p14:cNvPr>
                <p14:cNvContentPartPr/>
                <p14:nvPr/>
              </p14:nvContentPartPr>
              <p14:xfrm>
                <a:off x="6459351" y="2128865"/>
                <a:ext cx="101880" cy="43560"/>
              </p14:xfrm>
            </p:contentPart>
          </mc:Choice>
          <mc:Fallback xmlns="">
            <p:pic>
              <p:nvPicPr>
                <p:cNvPr id="70" name="Ink 69">
                  <a:extLst>
                    <a:ext uri="{FF2B5EF4-FFF2-40B4-BE49-F238E27FC236}">
                      <a16:creationId xmlns:a16="http://schemas.microsoft.com/office/drawing/2014/main" id="{BCEDC84F-5C44-21F7-EDEE-9D24987F0BB3}"/>
                    </a:ext>
                  </a:extLst>
                </p:cNvPr>
                <p:cNvPicPr/>
                <p:nvPr/>
              </p:nvPicPr>
              <p:blipFill>
                <a:blip r:embed="rId20"/>
                <a:stretch>
                  <a:fillRect/>
                </a:stretch>
              </p:blipFill>
              <p:spPr>
                <a:xfrm>
                  <a:off x="6450351" y="2120225"/>
                  <a:ext cx="11952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71" name="Ink 70">
                  <a:extLst>
                    <a:ext uri="{FF2B5EF4-FFF2-40B4-BE49-F238E27FC236}">
                      <a16:creationId xmlns:a16="http://schemas.microsoft.com/office/drawing/2014/main" id="{752B9685-60AA-0E55-2071-2FB34B249E3C}"/>
                    </a:ext>
                  </a:extLst>
                </p14:cNvPr>
                <p14:cNvContentPartPr/>
                <p14:nvPr/>
              </p14:nvContentPartPr>
              <p14:xfrm>
                <a:off x="6596511" y="2078825"/>
                <a:ext cx="170640" cy="137880"/>
              </p14:xfrm>
            </p:contentPart>
          </mc:Choice>
          <mc:Fallback xmlns="">
            <p:pic>
              <p:nvPicPr>
                <p:cNvPr id="71" name="Ink 70">
                  <a:extLst>
                    <a:ext uri="{FF2B5EF4-FFF2-40B4-BE49-F238E27FC236}">
                      <a16:creationId xmlns:a16="http://schemas.microsoft.com/office/drawing/2014/main" id="{752B9685-60AA-0E55-2071-2FB34B249E3C}"/>
                    </a:ext>
                  </a:extLst>
                </p:cNvPr>
                <p:cNvPicPr/>
                <p:nvPr/>
              </p:nvPicPr>
              <p:blipFill>
                <a:blip r:embed="rId22"/>
                <a:stretch>
                  <a:fillRect/>
                </a:stretch>
              </p:blipFill>
              <p:spPr>
                <a:xfrm>
                  <a:off x="6587511" y="2069825"/>
                  <a:ext cx="188280" cy="155520"/>
                </a:xfrm>
                <a:prstGeom prst="rect">
                  <a:avLst/>
                </a:prstGeom>
              </p:spPr>
            </p:pic>
          </mc:Fallback>
        </mc:AlternateContent>
      </p:grpSp>
      <p:grpSp>
        <p:nvGrpSpPr>
          <p:cNvPr id="93" name="Group 92">
            <a:extLst>
              <a:ext uri="{FF2B5EF4-FFF2-40B4-BE49-F238E27FC236}">
                <a16:creationId xmlns:a16="http://schemas.microsoft.com/office/drawing/2014/main" id="{4C43881C-AC88-2B43-D83C-54E825A0A461}"/>
              </a:ext>
            </a:extLst>
          </p:cNvPr>
          <p:cNvGrpSpPr/>
          <p:nvPr/>
        </p:nvGrpSpPr>
        <p:grpSpPr>
          <a:xfrm>
            <a:off x="7055871" y="2637185"/>
            <a:ext cx="981720" cy="1247040"/>
            <a:chOff x="7055871" y="2637185"/>
            <a:chExt cx="981720" cy="1247040"/>
          </a:xfrm>
        </p:grpSpPr>
        <mc:AlternateContent xmlns:mc="http://schemas.openxmlformats.org/markup-compatibility/2006" xmlns:p14="http://schemas.microsoft.com/office/powerpoint/2010/main">
          <mc:Choice Requires="p14">
            <p:contentPart p14:bwMode="auto" r:id="rId23">
              <p14:nvContentPartPr>
                <p14:cNvPr id="85" name="Ink 84">
                  <a:extLst>
                    <a:ext uri="{FF2B5EF4-FFF2-40B4-BE49-F238E27FC236}">
                      <a16:creationId xmlns:a16="http://schemas.microsoft.com/office/drawing/2014/main" id="{A11CB1A5-E6BA-8E0E-25AB-4AC36D61F909}"/>
                    </a:ext>
                  </a:extLst>
                </p14:cNvPr>
                <p14:cNvContentPartPr/>
                <p14:nvPr/>
              </p14:nvContentPartPr>
              <p14:xfrm>
                <a:off x="7055871" y="2637185"/>
                <a:ext cx="981720" cy="1247040"/>
              </p14:xfrm>
            </p:contentPart>
          </mc:Choice>
          <mc:Fallback xmlns="">
            <p:pic>
              <p:nvPicPr>
                <p:cNvPr id="85" name="Ink 84">
                  <a:extLst>
                    <a:ext uri="{FF2B5EF4-FFF2-40B4-BE49-F238E27FC236}">
                      <a16:creationId xmlns:a16="http://schemas.microsoft.com/office/drawing/2014/main" id="{A11CB1A5-E6BA-8E0E-25AB-4AC36D61F909}"/>
                    </a:ext>
                  </a:extLst>
                </p:cNvPr>
                <p:cNvPicPr/>
                <p:nvPr/>
              </p:nvPicPr>
              <p:blipFill>
                <a:blip r:embed="rId24"/>
                <a:stretch>
                  <a:fillRect/>
                </a:stretch>
              </p:blipFill>
              <p:spPr>
                <a:xfrm>
                  <a:off x="7046871" y="2628185"/>
                  <a:ext cx="999360" cy="12646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86" name="Ink 85">
                  <a:extLst>
                    <a:ext uri="{FF2B5EF4-FFF2-40B4-BE49-F238E27FC236}">
                      <a16:creationId xmlns:a16="http://schemas.microsoft.com/office/drawing/2014/main" id="{52BC0DC2-5FDB-4F21-CFE3-04AE70CFB057}"/>
                    </a:ext>
                  </a:extLst>
                </p14:cNvPr>
                <p14:cNvContentPartPr/>
                <p14:nvPr/>
              </p14:nvContentPartPr>
              <p14:xfrm>
                <a:off x="7198071" y="3192665"/>
                <a:ext cx="199800" cy="183600"/>
              </p14:xfrm>
            </p:contentPart>
          </mc:Choice>
          <mc:Fallback xmlns="">
            <p:pic>
              <p:nvPicPr>
                <p:cNvPr id="86" name="Ink 85">
                  <a:extLst>
                    <a:ext uri="{FF2B5EF4-FFF2-40B4-BE49-F238E27FC236}">
                      <a16:creationId xmlns:a16="http://schemas.microsoft.com/office/drawing/2014/main" id="{52BC0DC2-5FDB-4F21-CFE3-04AE70CFB057}"/>
                    </a:ext>
                  </a:extLst>
                </p:cNvPr>
                <p:cNvPicPr/>
                <p:nvPr/>
              </p:nvPicPr>
              <p:blipFill>
                <a:blip r:embed="rId26"/>
                <a:stretch>
                  <a:fillRect/>
                </a:stretch>
              </p:blipFill>
              <p:spPr>
                <a:xfrm>
                  <a:off x="7189071" y="3184025"/>
                  <a:ext cx="21744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8" name="Ink 87">
                  <a:extLst>
                    <a:ext uri="{FF2B5EF4-FFF2-40B4-BE49-F238E27FC236}">
                      <a16:creationId xmlns:a16="http://schemas.microsoft.com/office/drawing/2014/main" id="{4915154F-F495-F410-B753-18D4C2E282AA}"/>
                    </a:ext>
                  </a:extLst>
                </p14:cNvPr>
                <p14:cNvContentPartPr/>
                <p14:nvPr/>
              </p14:nvContentPartPr>
              <p14:xfrm>
                <a:off x="7289151" y="3382745"/>
                <a:ext cx="82800" cy="165600"/>
              </p14:xfrm>
            </p:contentPart>
          </mc:Choice>
          <mc:Fallback xmlns="">
            <p:pic>
              <p:nvPicPr>
                <p:cNvPr id="88" name="Ink 87">
                  <a:extLst>
                    <a:ext uri="{FF2B5EF4-FFF2-40B4-BE49-F238E27FC236}">
                      <a16:creationId xmlns:a16="http://schemas.microsoft.com/office/drawing/2014/main" id="{4915154F-F495-F410-B753-18D4C2E282AA}"/>
                    </a:ext>
                  </a:extLst>
                </p:cNvPr>
                <p:cNvPicPr/>
                <p:nvPr/>
              </p:nvPicPr>
              <p:blipFill>
                <a:blip r:embed="rId28"/>
                <a:stretch>
                  <a:fillRect/>
                </a:stretch>
              </p:blipFill>
              <p:spPr>
                <a:xfrm>
                  <a:off x="7280151" y="3374105"/>
                  <a:ext cx="100440" cy="183240"/>
                </a:xfrm>
                <a:prstGeom prst="rect">
                  <a:avLst/>
                </a:prstGeom>
              </p:spPr>
            </p:pic>
          </mc:Fallback>
        </mc:AlternateContent>
      </p:grpSp>
      <p:grpSp>
        <p:nvGrpSpPr>
          <p:cNvPr id="92" name="Group 91">
            <a:extLst>
              <a:ext uri="{FF2B5EF4-FFF2-40B4-BE49-F238E27FC236}">
                <a16:creationId xmlns:a16="http://schemas.microsoft.com/office/drawing/2014/main" id="{102B7CFE-5C26-A875-95AA-4A6DC69214E3}"/>
              </a:ext>
            </a:extLst>
          </p:cNvPr>
          <p:cNvGrpSpPr/>
          <p:nvPr/>
        </p:nvGrpSpPr>
        <p:grpSpPr>
          <a:xfrm>
            <a:off x="5965071" y="3029225"/>
            <a:ext cx="588960" cy="387360"/>
            <a:chOff x="5965071" y="3029225"/>
            <a:chExt cx="588960" cy="387360"/>
          </a:xfrm>
        </p:grpSpPr>
        <mc:AlternateContent xmlns:mc="http://schemas.openxmlformats.org/markup-compatibility/2006" xmlns:p14="http://schemas.microsoft.com/office/powerpoint/2010/main">
          <mc:Choice Requires="p14">
            <p:contentPart p14:bwMode="auto" r:id="rId29">
              <p14:nvContentPartPr>
                <p14:cNvPr id="89" name="Ink 88">
                  <a:extLst>
                    <a:ext uri="{FF2B5EF4-FFF2-40B4-BE49-F238E27FC236}">
                      <a16:creationId xmlns:a16="http://schemas.microsoft.com/office/drawing/2014/main" id="{26EE7B4F-636D-050C-6FA3-E71FA64B9D98}"/>
                    </a:ext>
                  </a:extLst>
                </p14:cNvPr>
                <p14:cNvContentPartPr/>
                <p14:nvPr/>
              </p14:nvContentPartPr>
              <p14:xfrm>
                <a:off x="5965071" y="3029225"/>
                <a:ext cx="496440" cy="290520"/>
              </p14:xfrm>
            </p:contentPart>
          </mc:Choice>
          <mc:Fallback xmlns="">
            <p:pic>
              <p:nvPicPr>
                <p:cNvPr id="89" name="Ink 88">
                  <a:extLst>
                    <a:ext uri="{FF2B5EF4-FFF2-40B4-BE49-F238E27FC236}">
                      <a16:creationId xmlns:a16="http://schemas.microsoft.com/office/drawing/2014/main" id="{26EE7B4F-636D-050C-6FA3-E71FA64B9D98}"/>
                    </a:ext>
                  </a:extLst>
                </p:cNvPr>
                <p:cNvPicPr/>
                <p:nvPr/>
              </p:nvPicPr>
              <p:blipFill>
                <a:blip r:embed="rId30"/>
                <a:stretch>
                  <a:fillRect/>
                </a:stretch>
              </p:blipFill>
              <p:spPr>
                <a:xfrm>
                  <a:off x="5956431" y="3020225"/>
                  <a:ext cx="51408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90" name="Ink 89">
                  <a:extLst>
                    <a:ext uri="{FF2B5EF4-FFF2-40B4-BE49-F238E27FC236}">
                      <a16:creationId xmlns:a16="http://schemas.microsoft.com/office/drawing/2014/main" id="{001B8C61-8AF1-7B01-6EFC-119C5BDC8114}"/>
                    </a:ext>
                  </a:extLst>
                </p14:cNvPr>
                <p14:cNvContentPartPr/>
                <p14:nvPr/>
              </p14:nvContentPartPr>
              <p14:xfrm>
                <a:off x="6293751" y="3150905"/>
                <a:ext cx="93600" cy="58680"/>
              </p14:xfrm>
            </p:contentPart>
          </mc:Choice>
          <mc:Fallback xmlns="">
            <p:pic>
              <p:nvPicPr>
                <p:cNvPr id="90" name="Ink 89">
                  <a:extLst>
                    <a:ext uri="{FF2B5EF4-FFF2-40B4-BE49-F238E27FC236}">
                      <a16:creationId xmlns:a16="http://schemas.microsoft.com/office/drawing/2014/main" id="{001B8C61-8AF1-7B01-6EFC-119C5BDC8114}"/>
                    </a:ext>
                  </a:extLst>
                </p:cNvPr>
                <p:cNvPicPr/>
                <p:nvPr/>
              </p:nvPicPr>
              <p:blipFill>
                <a:blip r:embed="rId32"/>
                <a:stretch>
                  <a:fillRect/>
                </a:stretch>
              </p:blipFill>
              <p:spPr>
                <a:xfrm>
                  <a:off x="6284751" y="3141905"/>
                  <a:ext cx="11124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91" name="Ink 90">
                  <a:extLst>
                    <a:ext uri="{FF2B5EF4-FFF2-40B4-BE49-F238E27FC236}">
                      <a16:creationId xmlns:a16="http://schemas.microsoft.com/office/drawing/2014/main" id="{F0E2790B-541A-48E6-A9FF-3E6AEBFD1A72}"/>
                    </a:ext>
                  </a:extLst>
                </p14:cNvPr>
                <p14:cNvContentPartPr/>
                <p14:nvPr/>
              </p14:nvContentPartPr>
              <p14:xfrm>
                <a:off x="6358911" y="3200585"/>
                <a:ext cx="195120" cy="216000"/>
              </p14:xfrm>
            </p:contentPart>
          </mc:Choice>
          <mc:Fallback xmlns="">
            <p:pic>
              <p:nvPicPr>
                <p:cNvPr id="91" name="Ink 90">
                  <a:extLst>
                    <a:ext uri="{FF2B5EF4-FFF2-40B4-BE49-F238E27FC236}">
                      <a16:creationId xmlns:a16="http://schemas.microsoft.com/office/drawing/2014/main" id="{F0E2790B-541A-48E6-A9FF-3E6AEBFD1A72}"/>
                    </a:ext>
                  </a:extLst>
                </p:cNvPr>
                <p:cNvPicPr/>
                <p:nvPr/>
              </p:nvPicPr>
              <p:blipFill>
                <a:blip r:embed="rId34"/>
                <a:stretch>
                  <a:fillRect/>
                </a:stretch>
              </p:blipFill>
              <p:spPr>
                <a:xfrm>
                  <a:off x="6350271" y="3191945"/>
                  <a:ext cx="212760" cy="233640"/>
                </a:xfrm>
                <a:prstGeom prst="rect">
                  <a:avLst/>
                </a:prstGeom>
              </p:spPr>
            </p:pic>
          </mc:Fallback>
        </mc:AlternateContent>
      </p:grpSp>
      <p:grpSp>
        <p:nvGrpSpPr>
          <p:cNvPr id="97" name="Group 96">
            <a:extLst>
              <a:ext uri="{FF2B5EF4-FFF2-40B4-BE49-F238E27FC236}">
                <a16:creationId xmlns:a16="http://schemas.microsoft.com/office/drawing/2014/main" id="{CB8C6831-CD58-6E43-0EE9-47FC56F63014}"/>
              </a:ext>
            </a:extLst>
          </p:cNvPr>
          <p:cNvGrpSpPr/>
          <p:nvPr/>
        </p:nvGrpSpPr>
        <p:grpSpPr>
          <a:xfrm>
            <a:off x="5687871" y="287105"/>
            <a:ext cx="1279440" cy="618480"/>
            <a:chOff x="5687871" y="287105"/>
            <a:chExt cx="1279440" cy="618480"/>
          </a:xfrm>
        </p:grpSpPr>
        <mc:AlternateContent xmlns:mc="http://schemas.openxmlformats.org/markup-compatibility/2006" xmlns:p14="http://schemas.microsoft.com/office/powerpoint/2010/main">
          <mc:Choice Requires="p14">
            <p:contentPart p14:bwMode="auto" r:id="rId35">
              <p14:nvContentPartPr>
                <p14:cNvPr id="94" name="Ink 93">
                  <a:extLst>
                    <a:ext uri="{FF2B5EF4-FFF2-40B4-BE49-F238E27FC236}">
                      <a16:creationId xmlns:a16="http://schemas.microsoft.com/office/drawing/2014/main" id="{4B2E48F2-7672-FC3E-6F74-805943A4DFAC}"/>
                    </a:ext>
                  </a:extLst>
                </p14:cNvPr>
                <p14:cNvContentPartPr/>
                <p14:nvPr/>
              </p14:nvContentPartPr>
              <p14:xfrm>
                <a:off x="5687871" y="287105"/>
                <a:ext cx="1279440" cy="534600"/>
              </p14:xfrm>
            </p:contentPart>
          </mc:Choice>
          <mc:Fallback xmlns="">
            <p:pic>
              <p:nvPicPr>
                <p:cNvPr id="94" name="Ink 93">
                  <a:extLst>
                    <a:ext uri="{FF2B5EF4-FFF2-40B4-BE49-F238E27FC236}">
                      <a16:creationId xmlns:a16="http://schemas.microsoft.com/office/drawing/2014/main" id="{4B2E48F2-7672-FC3E-6F74-805943A4DFAC}"/>
                    </a:ext>
                  </a:extLst>
                </p:cNvPr>
                <p:cNvPicPr/>
                <p:nvPr/>
              </p:nvPicPr>
              <p:blipFill>
                <a:blip r:embed="rId36"/>
                <a:stretch>
                  <a:fillRect/>
                </a:stretch>
              </p:blipFill>
              <p:spPr>
                <a:xfrm>
                  <a:off x="5678871" y="278105"/>
                  <a:ext cx="1297080" cy="5522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95" name="Ink 94">
                  <a:extLst>
                    <a:ext uri="{FF2B5EF4-FFF2-40B4-BE49-F238E27FC236}">
                      <a16:creationId xmlns:a16="http://schemas.microsoft.com/office/drawing/2014/main" id="{07CE38A6-40E1-F329-1137-6BCDE557D9B0}"/>
                    </a:ext>
                  </a:extLst>
                </p14:cNvPr>
                <p14:cNvContentPartPr/>
                <p14:nvPr/>
              </p14:nvContentPartPr>
              <p14:xfrm>
                <a:off x="5928711" y="646745"/>
                <a:ext cx="180360" cy="234360"/>
              </p14:xfrm>
            </p:contentPart>
          </mc:Choice>
          <mc:Fallback xmlns="">
            <p:pic>
              <p:nvPicPr>
                <p:cNvPr id="95" name="Ink 94">
                  <a:extLst>
                    <a:ext uri="{FF2B5EF4-FFF2-40B4-BE49-F238E27FC236}">
                      <a16:creationId xmlns:a16="http://schemas.microsoft.com/office/drawing/2014/main" id="{07CE38A6-40E1-F329-1137-6BCDE557D9B0}"/>
                    </a:ext>
                  </a:extLst>
                </p:cNvPr>
                <p:cNvPicPr/>
                <p:nvPr/>
              </p:nvPicPr>
              <p:blipFill>
                <a:blip r:embed="rId38"/>
                <a:stretch>
                  <a:fillRect/>
                </a:stretch>
              </p:blipFill>
              <p:spPr>
                <a:xfrm>
                  <a:off x="5919711" y="637745"/>
                  <a:ext cx="19800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96" name="Ink 95">
                  <a:extLst>
                    <a:ext uri="{FF2B5EF4-FFF2-40B4-BE49-F238E27FC236}">
                      <a16:creationId xmlns:a16="http://schemas.microsoft.com/office/drawing/2014/main" id="{A954E455-4729-5E67-F82A-6BD86EF6836B}"/>
                    </a:ext>
                  </a:extLst>
                </p14:cNvPr>
                <p14:cNvContentPartPr/>
                <p14:nvPr/>
              </p14:nvContentPartPr>
              <p14:xfrm>
                <a:off x="6324711" y="697145"/>
                <a:ext cx="224640" cy="208440"/>
              </p14:xfrm>
            </p:contentPart>
          </mc:Choice>
          <mc:Fallback xmlns="">
            <p:pic>
              <p:nvPicPr>
                <p:cNvPr id="96" name="Ink 95">
                  <a:extLst>
                    <a:ext uri="{FF2B5EF4-FFF2-40B4-BE49-F238E27FC236}">
                      <a16:creationId xmlns:a16="http://schemas.microsoft.com/office/drawing/2014/main" id="{A954E455-4729-5E67-F82A-6BD86EF6836B}"/>
                    </a:ext>
                  </a:extLst>
                </p:cNvPr>
                <p:cNvPicPr/>
                <p:nvPr/>
              </p:nvPicPr>
              <p:blipFill>
                <a:blip r:embed="rId40"/>
                <a:stretch>
                  <a:fillRect/>
                </a:stretch>
              </p:blipFill>
              <p:spPr>
                <a:xfrm>
                  <a:off x="6316071" y="688145"/>
                  <a:ext cx="242280" cy="226080"/>
                </a:xfrm>
                <a:prstGeom prst="rect">
                  <a:avLst/>
                </a:prstGeom>
              </p:spPr>
            </p:pic>
          </mc:Fallback>
        </mc:AlternateContent>
      </p:grpSp>
      <p:grpSp>
        <p:nvGrpSpPr>
          <p:cNvPr id="108" name="Group 107">
            <a:extLst>
              <a:ext uri="{FF2B5EF4-FFF2-40B4-BE49-F238E27FC236}">
                <a16:creationId xmlns:a16="http://schemas.microsoft.com/office/drawing/2014/main" id="{231853F7-4E40-E460-C237-AD85533D78F3}"/>
              </a:ext>
            </a:extLst>
          </p:cNvPr>
          <p:cNvGrpSpPr/>
          <p:nvPr/>
        </p:nvGrpSpPr>
        <p:grpSpPr>
          <a:xfrm>
            <a:off x="7618191" y="1641425"/>
            <a:ext cx="1229400" cy="1128600"/>
            <a:chOff x="7618191" y="1641425"/>
            <a:chExt cx="1229400" cy="1128600"/>
          </a:xfrm>
        </p:grpSpPr>
        <mc:AlternateContent xmlns:mc="http://schemas.openxmlformats.org/markup-compatibility/2006" xmlns:p14="http://schemas.microsoft.com/office/powerpoint/2010/main">
          <mc:Choice Requires="p14">
            <p:contentPart p14:bwMode="auto" r:id="rId41">
              <p14:nvContentPartPr>
                <p14:cNvPr id="73" name="Ink 72">
                  <a:extLst>
                    <a:ext uri="{FF2B5EF4-FFF2-40B4-BE49-F238E27FC236}">
                      <a16:creationId xmlns:a16="http://schemas.microsoft.com/office/drawing/2014/main" id="{DAFEDE60-DE69-66AD-D0AD-82A0A72706EC}"/>
                    </a:ext>
                  </a:extLst>
                </p14:cNvPr>
                <p14:cNvContentPartPr/>
                <p14:nvPr/>
              </p14:nvContentPartPr>
              <p14:xfrm>
                <a:off x="7693791" y="1641425"/>
                <a:ext cx="303480" cy="294120"/>
              </p14:xfrm>
            </p:contentPart>
          </mc:Choice>
          <mc:Fallback xmlns="">
            <p:pic>
              <p:nvPicPr>
                <p:cNvPr id="73" name="Ink 72">
                  <a:extLst>
                    <a:ext uri="{FF2B5EF4-FFF2-40B4-BE49-F238E27FC236}">
                      <a16:creationId xmlns:a16="http://schemas.microsoft.com/office/drawing/2014/main" id="{DAFEDE60-DE69-66AD-D0AD-82A0A72706EC}"/>
                    </a:ext>
                  </a:extLst>
                </p:cNvPr>
                <p:cNvPicPr/>
                <p:nvPr/>
              </p:nvPicPr>
              <p:blipFill>
                <a:blip r:embed="rId42"/>
                <a:stretch>
                  <a:fillRect/>
                </a:stretch>
              </p:blipFill>
              <p:spPr>
                <a:xfrm>
                  <a:off x="7685151" y="1632785"/>
                  <a:ext cx="32112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74" name="Ink 73">
                  <a:extLst>
                    <a:ext uri="{FF2B5EF4-FFF2-40B4-BE49-F238E27FC236}">
                      <a16:creationId xmlns:a16="http://schemas.microsoft.com/office/drawing/2014/main" id="{9692C415-59F1-A101-EB5D-5378B7B0A1C9}"/>
                    </a:ext>
                  </a:extLst>
                </p14:cNvPr>
                <p14:cNvContentPartPr/>
                <p14:nvPr/>
              </p14:nvContentPartPr>
              <p14:xfrm>
                <a:off x="7971711" y="1894145"/>
                <a:ext cx="62280" cy="90000"/>
              </p14:xfrm>
            </p:contentPart>
          </mc:Choice>
          <mc:Fallback xmlns="">
            <p:pic>
              <p:nvPicPr>
                <p:cNvPr id="74" name="Ink 73">
                  <a:extLst>
                    <a:ext uri="{FF2B5EF4-FFF2-40B4-BE49-F238E27FC236}">
                      <a16:creationId xmlns:a16="http://schemas.microsoft.com/office/drawing/2014/main" id="{9692C415-59F1-A101-EB5D-5378B7B0A1C9}"/>
                    </a:ext>
                  </a:extLst>
                </p:cNvPr>
                <p:cNvPicPr/>
                <p:nvPr/>
              </p:nvPicPr>
              <p:blipFill>
                <a:blip r:embed="rId44"/>
                <a:stretch>
                  <a:fillRect/>
                </a:stretch>
              </p:blipFill>
              <p:spPr>
                <a:xfrm>
                  <a:off x="7962711" y="1885505"/>
                  <a:ext cx="7992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5" name="Ink 74">
                  <a:extLst>
                    <a:ext uri="{FF2B5EF4-FFF2-40B4-BE49-F238E27FC236}">
                      <a16:creationId xmlns:a16="http://schemas.microsoft.com/office/drawing/2014/main" id="{D5FC0540-FBFB-44A0-0D1F-E1D57BDEB6BF}"/>
                    </a:ext>
                  </a:extLst>
                </p14:cNvPr>
                <p14:cNvContentPartPr/>
                <p14:nvPr/>
              </p14:nvContentPartPr>
              <p14:xfrm>
                <a:off x="8229471" y="1737545"/>
                <a:ext cx="160200" cy="209160"/>
              </p14:xfrm>
            </p:contentPart>
          </mc:Choice>
          <mc:Fallback xmlns="">
            <p:pic>
              <p:nvPicPr>
                <p:cNvPr id="75" name="Ink 74">
                  <a:extLst>
                    <a:ext uri="{FF2B5EF4-FFF2-40B4-BE49-F238E27FC236}">
                      <a16:creationId xmlns:a16="http://schemas.microsoft.com/office/drawing/2014/main" id="{D5FC0540-FBFB-44A0-0D1F-E1D57BDEB6BF}"/>
                    </a:ext>
                  </a:extLst>
                </p:cNvPr>
                <p:cNvPicPr/>
                <p:nvPr/>
              </p:nvPicPr>
              <p:blipFill>
                <a:blip r:embed="rId46"/>
                <a:stretch>
                  <a:fillRect/>
                </a:stretch>
              </p:blipFill>
              <p:spPr>
                <a:xfrm>
                  <a:off x="8220471" y="1728545"/>
                  <a:ext cx="17784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76" name="Ink 75">
                  <a:extLst>
                    <a:ext uri="{FF2B5EF4-FFF2-40B4-BE49-F238E27FC236}">
                      <a16:creationId xmlns:a16="http://schemas.microsoft.com/office/drawing/2014/main" id="{B49B67FF-2F81-1023-CC99-7013EE112C98}"/>
                    </a:ext>
                  </a:extLst>
                </p14:cNvPr>
                <p14:cNvContentPartPr/>
                <p14:nvPr/>
              </p14:nvContentPartPr>
              <p14:xfrm>
                <a:off x="8345751" y="1857065"/>
                <a:ext cx="109080" cy="2520"/>
              </p14:xfrm>
            </p:contentPart>
          </mc:Choice>
          <mc:Fallback xmlns="">
            <p:pic>
              <p:nvPicPr>
                <p:cNvPr id="76" name="Ink 75">
                  <a:extLst>
                    <a:ext uri="{FF2B5EF4-FFF2-40B4-BE49-F238E27FC236}">
                      <a16:creationId xmlns:a16="http://schemas.microsoft.com/office/drawing/2014/main" id="{B49B67FF-2F81-1023-CC99-7013EE112C98}"/>
                    </a:ext>
                  </a:extLst>
                </p:cNvPr>
                <p:cNvPicPr/>
                <p:nvPr/>
              </p:nvPicPr>
              <p:blipFill>
                <a:blip r:embed="rId48"/>
                <a:stretch>
                  <a:fillRect/>
                </a:stretch>
              </p:blipFill>
              <p:spPr>
                <a:xfrm>
                  <a:off x="8336751" y="1848065"/>
                  <a:ext cx="12672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77" name="Ink 76">
                  <a:extLst>
                    <a:ext uri="{FF2B5EF4-FFF2-40B4-BE49-F238E27FC236}">
                      <a16:creationId xmlns:a16="http://schemas.microsoft.com/office/drawing/2014/main" id="{4412AE32-46C3-A6B4-039C-F43DA2028310}"/>
                    </a:ext>
                  </a:extLst>
                </p14:cNvPr>
                <p14:cNvContentPartPr/>
                <p14:nvPr/>
              </p14:nvContentPartPr>
              <p14:xfrm>
                <a:off x="8497311" y="1745825"/>
                <a:ext cx="111960" cy="167760"/>
              </p14:xfrm>
            </p:contentPart>
          </mc:Choice>
          <mc:Fallback xmlns="">
            <p:pic>
              <p:nvPicPr>
                <p:cNvPr id="77" name="Ink 76">
                  <a:extLst>
                    <a:ext uri="{FF2B5EF4-FFF2-40B4-BE49-F238E27FC236}">
                      <a16:creationId xmlns:a16="http://schemas.microsoft.com/office/drawing/2014/main" id="{4412AE32-46C3-A6B4-039C-F43DA2028310}"/>
                    </a:ext>
                  </a:extLst>
                </p:cNvPr>
                <p:cNvPicPr/>
                <p:nvPr/>
              </p:nvPicPr>
              <p:blipFill>
                <a:blip r:embed="rId50"/>
                <a:stretch>
                  <a:fillRect/>
                </a:stretch>
              </p:blipFill>
              <p:spPr>
                <a:xfrm>
                  <a:off x="8488311" y="1736825"/>
                  <a:ext cx="1296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78" name="Ink 77">
                  <a:extLst>
                    <a:ext uri="{FF2B5EF4-FFF2-40B4-BE49-F238E27FC236}">
                      <a16:creationId xmlns:a16="http://schemas.microsoft.com/office/drawing/2014/main" id="{24566E0F-E23D-59FB-127E-1A5CF4398C10}"/>
                    </a:ext>
                  </a:extLst>
                </p14:cNvPr>
                <p14:cNvContentPartPr/>
                <p14:nvPr/>
              </p14:nvContentPartPr>
              <p14:xfrm>
                <a:off x="8512431" y="1853465"/>
                <a:ext cx="162360" cy="11160"/>
              </p14:xfrm>
            </p:contentPart>
          </mc:Choice>
          <mc:Fallback xmlns="">
            <p:pic>
              <p:nvPicPr>
                <p:cNvPr id="78" name="Ink 77">
                  <a:extLst>
                    <a:ext uri="{FF2B5EF4-FFF2-40B4-BE49-F238E27FC236}">
                      <a16:creationId xmlns:a16="http://schemas.microsoft.com/office/drawing/2014/main" id="{24566E0F-E23D-59FB-127E-1A5CF4398C10}"/>
                    </a:ext>
                  </a:extLst>
                </p:cNvPr>
                <p:cNvPicPr/>
                <p:nvPr/>
              </p:nvPicPr>
              <p:blipFill>
                <a:blip r:embed="rId52"/>
                <a:stretch>
                  <a:fillRect/>
                </a:stretch>
              </p:blipFill>
              <p:spPr>
                <a:xfrm>
                  <a:off x="8503431" y="1844465"/>
                  <a:ext cx="1800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9" name="Ink 78">
                  <a:extLst>
                    <a:ext uri="{FF2B5EF4-FFF2-40B4-BE49-F238E27FC236}">
                      <a16:creationId xmlns:a16="http://schemas.microsoft.com/office/drawing/2014/main" id="{3B7BF90D-2B87-2F66-563B-1191E92F6876}"/>
                    </a:ext>
                  </a:extLst>
                </p14:cNvPr>
                <p14:cNvContentPartPr/>
                <p14:nvPr/>
              </p14:nvContentPartPr>
              <p14:xfrm>
                <a:off x="8682711" y="1713785"/>
                <a:ext cx="155880" cy="192240"/>
              </p14:xfrm>
            </p:contentPart>
          </mc:Choice>
          <mc:Fallback xmlns="">
            <p:pic>
              <p:nvPicPr>
                <p:cNvPr id="79" name="Ink 78">
                  <a:extLst>
                    <a:ext uri="{FF2B5EF4-FFF2-40B4-BE49-F238E27FC236}">
                      <a16:creationId xmlns:a16="http://schemas.microsoft.com/office/drawing/2014/main" id="{3B7BF90D-2B87-2F66-563B-1191E92F6876}"/>
                    </a:ext>
                  </a:extLst>
                </p:cNvPr>
                <p:cNvPicPr/>
                <p:nvPr/>
              </p:nvPicPr>
              <p:blipFill>
                <a:blip r:embed="rId54"/>
                <a:stretch>
                  <a:fillRect/>
                </a:stretch>
              </p:blipFill>
              <p:spPr>
                <a:xfrm>
                  <a:off x="8673711" y="1705145"/>
                  <a:ext cx="1735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80" name="Ink 79">
                  <a:extLst>
                    <a:ext uri="{FF2B5EF4-FFF2-40B4-BE49-F238E27FC236}">
                      <a16:creationId xmlns:a16="http://schemas.microsoft.com/office/drawing/2014/main" id="{885871B6-F8DC-5FA5-714F-2704A3BF862B}"/>
                    </a:ext>
                  </a:extLst>
                </p14:cNvPr>
                <p14:cNvContentPartPr/>
                <p14:nvPr/>
              </p14:nvContentPartPr>
              <p14:xfrm>
                <a:off x="8310111" y="2071265"/>
                <a:ext cx="109440" cy="203760"/>
              </p14:xfrm>
            </p:contentPart>
          </mc:Choice>
          <mc:Fallback xmlns="">
            <p:pic>
              <p:nvPicPr>
                <p:cNvPr id="80" name="Ink 79">
                  <a:extLst>
                    <a:ext uri="{FF2B5EF4-FFF2-40B4-BE49-F238E27FC236}">
                      <a16:creationId xmlns:a16="http://schemas.microsoft.com/office/drawing/2014/main" id="{885871B6-F8DC-5FA5-714F-2704A3BF862B}"/>
                    </a:ext>
                  </a:extLst>
                </p:cNvPr>
                <p:cNvPicPr/>
                <p:nvPr/>
              </p:nvPicPr>
              <p:blipFill>
                <a:blip r:embed="rId56"/>
                <a:stretch>
                  <a:fillRect/>
                </a:stretch>
              </p:blipFill>
              <p:spPr>
                <a:xfrm>
                  <a:off x="8301111" y="2062265"/>
                  <a:ext cx="12708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81" name="Ink 80">
                  <a:extLst>
                    <a:ext uri="{FF2B5EF4-FFF2-40B4-BE49-F238E27FC236}">
                      <a16:creationId xmlns:a16="http://schemas.microsoft.com/office/drawing/2014/main" id="{3007A8F1-B51D-FA65-337F-58867A8CEE84}"/>
                    </a:ext>
                  </a:extLst>
                </p14:cNvPr>
                <p14:cNvContentPartPr/>
                <p14:nvPr/>
              </p14:nvContentPartPr>
              <p14:xfrm>
                <a:off x="8547351" y="2059745"/>
                <a:ext cx="73080" cy="198360"/>
              </p14:xfrm>
            </p:contentPart>
          </mc:Choice>
          <mc:Fallback xmlns="">
            <p:pic>
              <p:nvPicPr>
                <p:cNvPr id="81" name="Ink 80">
                  <a:extLst>
                    <a:ext uri="{FF2B5EF4-FFF2-40B4-BE49-F238E27FC236}">
                      <a16:creationId xmlns:a16="http://schemas.microsoft.com/office/drawing/2014/main" id="{3007A8F1-B51D-FA65-337F-58867A8CEE84}"/>
                    </a:ext>
                  </a:extLst>
                </p:cNvPr>
                <p:cNvPicPr/>
                <p:nvPr/>
              </p:nvPicPr>
              <p:blipFill>
                <a:blip r:embed="rId58"/>
                <a:stretch>
                  <a:fillRect/>
                </a:stretch>
              </p:blipFill>
              <p:spPr>
                <a:xfrm>
                  <a:off x="8538711" y="2050745"/>
                  <a:ext cx="907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82" name="Ink 81">
                  <a:extLst>
                    <a:ext uri="{FF2B5EF4-FFF2-40B4-BE49-F238E27FC236}">
                      <a16:creationId xmlns:a16="http://schemas.microsoft.com/office/drawing/2014/main" id="{DB7B3BDE-1BEA-FCA0-36C0-005739AFD7FE}"/>
                    </a:ext>
                  </a:extLst>
                </p14:cNvPr>
                <p14:cNvContentPartPr/>
                <p14:nvPr/>
              </p14:nvContentPartPr>
              <p14:xfrm>
                <a:off x="8692431" y="2050025"/>
                <a:ext cx="155160" cy="202680"/>
              </p14:xfrm>
            </p:contentPart>
          </mc:Choice>
          <mc:Fallback xmlns="">
            <p:pic>
              <p:nvPicPr>
                <p:cNvPr id="82" name="Ink 81">
                  <a:extLst>
                    <a:ext uri="{FF2B5EF4-FFF2-40B4-BE49-F238E27FC236}">
                      <a16:creationId xmlns:a16="http://schemas.microsoft.com/office/drawing/2014/main" id="{DB7B3BDE-1BEA-FCA0-36C0-005739AFD7FE}"/>
                    </a:ext>
                  </a:extLst>
                </p:cNvPr>
                <p:cNvPicPr/>
                <p:nvPr/>
              </p:nvPicPr>
              <p:blipFill>
                <a:blip r:embed="rId60"/>
                <a:stretch>
                  <a:fillRect/>
                </a:stretch>
              </p:blipFill>
              <p:spPr>
                <a:xfrm>
                  <a:off x="8683791" y="2041025"/>
                  <a:ext cx="17280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98" name="Ink 97">
                  <a:extLst>
                    <a:ext uri="{FF2B5EF4-FFF2-40B4-BE49-F238E27FC236}">
                      <a16:creationId xmlns:a16="http://schemas.microsoft.com/office/drawing/2014/main" id="{696D90B6-0469-1273-11BD-7E57F61DC9E6}"/>
                    </a:ext>
                  </a:extLst>
                </p14:cNvPr>
                <p14:cNvContentPartPr/>
                <p14:nvPr/>
              </p14:nvContentPartPr>
              <p14:xfrm>
                <a:off x="7618191" y="1656905"/>
                <a:ext cx="773640" cy="1087200"/>
              </p14:xfrm>
            </p:contentPart>
          </mc:Choice>
          <mc:Fallback xmlns="">
            <p:pic>
              <p:nvPicPr>
                <p:cNvPr id="98" name="Ink 97">
                  <a:extLst>
                    <a:ext uri="{FF2B5EF4-FFF2-40B4-BE49-F238E27FC236}">
                      <a16:creationId xmlns:a16="http://schemas.microsoft.com/office/drawing/2014/main" id="{696D90B6-0469-1273-11BD-7E57F61DC9E6}"/>
                    </a:ext>
                  </a:extLst>
                </p:cNvPr>
                <p:cNvPicPr/>
                <p:nvPr/>
              </p:nvPicPr>
              <p:blipFill>
                <a:blip r:embed="rId62"/>
                <a:stretch>
                  <a:fillRect/>
                </a:stretch>
              </p:blipFill>
              <p:spPr>
                <a:xfrm>
                  <a:off x="7609551" y="1647905"/>
                  <a:ext cx="791280" cy="11048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99" name="Ink 98">
                  <a:extLst>
                    <a:ext uri="{FF2B5EF4-FFF2-40B4-BE49-F238E27FC236}">
                      <a16:creationId xmlns:a16="http://schemas.microsoft.com/office/drawing/2014/main" id="{08A0C645-A772-777A-3F46-3CA5E7C22526}"/>
                    </a:ext>
                  </a:extLst>
                </p14:cNvPr>
                <p14:cNvContentPartPr/>
                <p14:nvPr/>
              </p14:nvContentPartPr>
              <p14:xfrm>
                <a:off x="8290311" y="2668145"/>
                <a:ext cx="189360" cy="101880"/>
              </p14:xfrm>
            </p:contentPart>
          </mc:Choice>
          <mc:Fallback xmlns="">
            <p:pic>
              <p:nvPicPr>
                <p:cNvPr id="99" name="Ink 98">
                  <a:extLst>
                    <a:ext uri="{FF2B5EF4-FFF2-40B4-BE49-F238E27FC236}">
                      <a16:creationId xmlns:a16="http://schemas.microsoft.com/office/drawing/2014/main" id="{08A0C645-A772-777A-3F46-3CA5E7C22526}"/>
                    </a:ext>
                  </a:extLst>
                </p:cNvPr>
                <p:cNvPicPr/>
                <p:nvPr/>
              </p:nvPicPr>
              <p:blipFill>
                <a:blip r:embed="rId64"/>
                <a:stretch>
                  <a:fillRect/>
                </a:stretch>
              </p:blipFill>
              <p:spPr>
                <a:xfrm>
                  <a:off x="8281311" y="2659145"/>
                  <a:ext cx="207000" cy="119520"/>
                </a:xfrm>
                <a:prstGeom prst="rect">
                  <a:avLst/>
                </a:prstGeom>
              </p:spPr>
            </p:pic>
          </mc:Fallback>
        </mc:AlternateContent>
      </p:grpSp>
      <p:grpSp>
        <p:nvGrpSpPr>
          <p:cNvPr id="107" name="Group 106">
            <a:extLst>
              <a:ext uri="{FF2B5EF4-FFF2-40B4-BE49-F238E27FC236}">
                <a16:creationId xmlns:a16="http://schemas.microsoft.com/office/drawing/2014/main" id="{3162853F-6E28-BE40-5FE2-C2571605DAB0}"/>
              </a:ext>
            </a:extLst>
          </p:cNvPr>
          <p:cNvGrpSpPr/>
          <p:nvPr/>
        </p:nvGrpSpPr>
        <p:grpSpPr>
          <a:xfrm>
            <a:off x="8271951" y="2928065"/>
            <a:ext cx="343080" cy="427320"/>
            <a:chOff x="8271951" y="2928065"/>
            <a:chExt cx="343080" cy="427320"/>
          </a:xfrm>
        </p:grpSpPr>
        <mc:AlternateContent xmlns:mc="http://schemas.openxmlformats.org/markup-compatibility/2006" xmlns:p14="http://schemas.microsoft.com/office/powerpoint/2010/main">
          <mc:Choice Requires="p14">
            <p:contentPart p14:bwMode="auto" r:id="rId65">
              <p14:nvContentPartPr>
                <p14:cNvPr id="100" name="Ink 99">
                  <a:extLst>
                    <a:ext uri="{FF2B5EF4-FFF2-40B4-BE49-F238E27FC236}">
                      <a16:creationId xmlns:a16="http://schemas.microsoft.com/office/drawing/2014/main" id="{8421D277-3DCE-CB06-B30C-E4E0281C53F4}"/>
                    </a:ext>
                  </a:extLst>
                </p14:cNvPr>
                <p14:cNvContentPartPr/>
                <p14:nvPr/>
              </p14:nvContentPartPr>
              <p14:xfrm>
                <a:off x="8277351" y="2928065"/>
                <a:ext cx="337680" cy="310680"/>
              </p14:xfrm>
            </p:contentPart>
          </mc:Choice>
          <mc:Fallback xmlns="">
            <p:pic>
              <p:nvPicPr>
                <p:cNvPr id="100" name="Ink 99">
                  <a:extLst>
                    <a:ext uri="{FF2B5EF4-FFF2-40B4-BE49-F238E27FC236}">
                      <a16:creationId xmlns:a16="http://schemas.microsoft.com/office/drawing/2014/main" id="{8421D277-3DCE-CB06-B30C-E4E0281C53F4}"/>
                    </a:ext>
                  </a:extLst>
                </p:cNvPr>
                <p:cNvPicPr/>
                <p:nvPr/>
              </p:nvPicPr>
              <p:blipFill>
                <a:blip r:embed="rId66"/>
                <a:stretch>
                  <a:fillRect/>
                </a:stretch>
              </p:blipFill>
              <p:spPr>
                <a:xfrm>
                  <a:off x="8268711" y="2919065"/>
                  <a:ext cx="35532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01" name="Ink 100">
                  <a:extLst>
                    <a:ext uri="{FF2B5EF4-FFF2-40B4-BE49-F238E27FC236}">
                      <a16:creationId xmlns:a16="http://schemas.microsoft.com/office/drawing/2014/main" id="{C57A7434-1BA0-202C-2D15-30C4753F5027}"/>
                    </a:ext>
                  </a:extLst>
                </p14:cNvPr>
                <p14:cNvContentPartPr/>
                <p14:nvPr/>
              </p14:nvContentPartPr>
              <p14:xfrm>
                <a:off x="8345751" y="3048305"/>
                <a:ext cx="87840" cy="26280"/>
              </p14:xfrm>
            </p:contentPart>
          </mc:Choice>
          <mc:Fallback xmlns="">
            <p:pic>
              <p:nvPicPr>
                <p:cNvPr id="101" name="Ink 100">
                  <a:extLst>
                    <a:ext uri="{FF2B5EF4-FFF2-40B4-BE49-F238E27FC236}">
                      <a16:creationId xmlns:a16="http://schemas.microsoft.com/office/drawing/2014/main" id="{C57A7434-1BA0-202C-2D15-30C4753F5027}"/>
                    </a:ext>
                  </a:extLst>
                </p:cNvPr>
                <p:cNvPicPr/>
                <p:nvPr/>
              </p:nvPicPr>
              <p:blipFill>
                <a:blip r:embed="rId68"/>
                <a:stretch>
                  <a:fillRect/>
                </a:stretch>
              </p:blipFill>
              <p:spPr>
                <a:xfrm>
                  <a:off x="8336751" y="3039665"/>
                  <a:ext cx="1054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02" name="Ink 101">
                  <a:extLst>
                    <a:ext uri="{FF2B5EF4-FFF2-40B4-BE49-F238E27FC236}">
                      <a16:creationId xmlns:a16="http://schemas.microsoft.com/office/drawing/2014/main" id="{CE62C853-57C1-C499-0DDF-CB4F71319FD2}"/>
                    </a:ext>
                  </a:extLst>
                </p14:cNvPr>
                <p14:cNvContentPartPr/>
                <p14:nvPr/>
              </p14:nvContentPartPr>
              <p14:xfrm>
                <a:off x="8385711" y="3014465"/>
                <a:ext cx="73080" cy="74160"/>
              </p14:xfrm>
            </p:contentPart>
          </mc:Choice>
          <mc:Fallback xmlns="">
            <p:pic>
              <p:nvPicPr>
                <p:cNvPr id="102" name="Ink 101">
                  <a:extLst>
                    <a:ext uri="{FF2B5EF4-FFF2-40B4-BE49-F238E27FC236}">
                      <a16:creationId xmlns:a16="http://schemas.microsoft.com/office/drawing/2014/main" id="{CE62C853-57C1-C499-0DDF-CB4F71319FD2}"/>
                    </a:ext>
                  </a:extLst>
                </p:cNvPr>
                <p:cNvPicPr/>
                <p:nvPr/>
              </p:nvPicPr>
              <p:blipFill>
                <a:blip r:embed="rId70"/>
                <a:stretch>
                  <a:fillRect/>
                </a:stretch>
              </p:blipFill>
              <p:spPr>
                <a:xfrm>
                  <a:off x="8377071" y="3005825"/>
                  <a:ext cx="907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3" name="Ink 102">
                  <a:extLst>
                    <a:ext uri="{FF2B5EF4-FFF2-40B4-BE49-F238E27FC236}">
                      <a16:creationId xmlns:a16="http://schemas.microsoft.com/office/drawing/2014/main" id="{9BB9A46F-3C1C-7245-CE51-FE3C8D512B13}"/>
                    </a:ext>
                  </a:extLst>
                </p14:cNvPr>
                <p14:cNvContentPartPr/>
                <p14:nvPr/>
              </p14:nvContentPartPr>
              <p14:xfrm>
                <a:off x="8482191" y="3018785"/>
                <a:ext cx="98640" cy="63000"/>
              </p14:xfrm>
            </p:contentPart>
          </mc:Choice>
          <mc:Fallback xmlns="">
            <p:pic>
              <p:nvPicPr>
                <p:cNvPr id="103" name="Ink 102">
                  <a:extLst>
                    <a:ext uri="{FF2B5EF4-FFF2-40B4-BE49-F238E27FC236}">
                      <a16:creationId xmlns:a16="http://schemas.microsoft.com/office/drawing/2014/main" id="{9BB9A46F-3C1C-7245-CE51-FE3C8D512B13}"/>
                    </a:ext>
                  </a:extLst>
                </p:cNvPr>
                <p:cNvPicPr/>
                <p:nvPr/>
              </p:nvPicPr>
              <p:blipFill>
                <a:blip r:embed="rId72"/>
                <a:stretch>
                  <a:fillRect/>
                </a:stretch>
              </p:blipFill>
              <p:spPr>
                <a:xfrm>
                  <a:off x="8473191" y="3009785"/>
                  <a:ext cx="11628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04" name="Ink 103">
                  <a:extLst>
                    <a:ext uri="{FF2B5EF4-FFF2-40B4-BE49-F238E27FC236}">
                      <a16:creationId xmlns:a16="http://schemas.microsoft.com/office/drawing/2014/main" id="{264366E2-90BF-6B1A-DD3D-E4E9DBDF1B13}"/>
                    </a:ext>
                  </a:extLst>
                </p14:cNvPr>
                <p14:cNvContentPartPr/>
                <p14:nvPr/>
              </p14:nvContentPartPr>
              <p14:xfrm>
                <a:off x="8577951" y="3024905"/>
                <a:ext cx="17640" cy="6480"/>
              </p14:xfrm>
            </p:contentPart>
          </mc:Choice>
          <mc:Fallback xmlns="">
            <p:pic>
              <p:nvPicPr>
                <p:cNvPr id="104" name="Ink 103">
                  <a:extLst>
                    <a:ext uri="{FF2B5EF4-FFF2-40B4-BE49-F238E27FC236}">
                      <a16:creationId xmlns:a16="http://schemas.microsoft.com/office/drawing/2014/main" id="{264366E2-90BF-6B1A-DD3D-E4E9DBDF1B13}"/>
                    </a:ext>
                  </a:extLst>
                </p:cNvPr>
                <p:cNvPicPr/>
                <p:nvPr/>
              </p:nvPicPr>
              <p:blipFill>
                <a:blip r:embed="rId74"/>
                <a:stretch>
                  <a:fillRect/>
                </a:stretch>
              </p:blipFill>
              <p:spPr>
                <a:xfrm>
                  <a:off x="8569311" y="3016265"/>
                  <a:ext cx="352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05" name="Ink 104">
                  <a:extLst>
                    <a:ext uri="{FF2B5EF4-FFF2-40B4-BE49-F238E27FC236}">
                      <a16:creationId xmlns:a16="http://schemas.microsoft.com/office/drawing/2014/main" id="{347A3E38-03C9-7A78-6057-0FD75B81654A}"/>
                    </a:ext>
                  </a:extLst>
                </p14:cNvPr>
                <p14:cNvContentPartPr/>
                <p14:nvPr/>
              </p14:nvContentPartPr>
              <p14:xfrm>
                <a:off x="8340711" y="3148745"/>
                <a:ext cx="141120" cy="18720"/>
              </p14:xfrm>
            </p:contentPart>
          </mc:Choice>
          <mc:Fallback xmlns="">
            <p:pic>
              <p:nvPicPr>
                <p:cNvPr id="105" name="Ink 104">
                  <a:extLst>
                    <a:ext uri="{FF2B5EF4-FFF2-40B4-BE49-F238E27FC236}">
                      <a16:creationId xmlns:a16="http://schemas.microsoft.com/office/drawing/2014/main" id="{347A3E38-03C9-7A78-6057-0FD75B81654A}"/>
                    </a:ext>
                  </a:extLst>
                </p:cNvPr>
                <p:cNvPicPr/>
                <p:nvPr/>
              </p:nvPicPr>
              <p:blipFill>
                <a:blip r:embed="rId76"/>
                <a:stretch>
                  <a:fillRect/>
                </a:stretch>
              </p:blipFill>
              <p:spPr>
                <a:xfrm>
                  <a:off x="8331711" y="3140105"/>
                  <a:ext cx="15876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06" name="Ink 105">
                  <a:extLst>
                    <a:ext uri="{FF2B5EF4-FFF2-40B4-BE49-F238E27FC236}">
                      <a16:creationId xmlns:a16="http://schemas.microsoft.com/office/drawing/2014/main" id="{CE2D1E45-E4FD-B1F9-F766-2A9727E707F7}"/>
                    </a:ext>
                  </a:extLst>
                </p14:cNvPr>
                <p14:cNvContentPartPr/>
                <p14:nvPr/>
              </p14:nvContentPartPr>
              <p14:xfrm>
                <a:off x="8271951" y="3233345"/>
                <a:ext cx="187200" cy="122040"/>
              </p14:xfrm>
            </p:contentPart>
          </mc:Choice>
          <mc:Fallback xmlns="">
            <p:pic>
              <p:nvPicPr>
                <p:cNvPr id="106" name="Ink 105">
                  <a:extLst>
                    <a:ext uri="{FF2B5EF4-FFF2-40B4-BE49-F238E27FC236}">
                      <a16:creationId xmlns:a16="http://schemas.microsoft.com/office/drawing/2014/main" id="{CE2D1E45-E4FD-B1F9-F766-2A9727E707F7}"/>
                    </a:ext>
                  </a:extLst>
                </p:cNvPr>
                <p:cNvPicPr/>
                <p:nvPr/>
              </p:nvPicPr>
              <p:blipFill>
                <a:blip r:embed="rId78"/>
                <a:stretch>
                  <a:fillRect/>
                </a:stretch>
              </p:blipFill>
              <p:spPr>
                <a:xfrm>
                  <a:off x="8263311" y="3224345"/>
                  <a:ext cx="204840" cy="139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9">
            <p14:nvContentPartPr>
              <p14:cNvPr id="115" name="Ink 114">
                <a:extLst>
                  <a:ext uri="{FF2B5EF4-FFF2-40B4-BE49-F238E27FC236}">
                    <a16:creationId xmlns:a16="http://schemas.microsoft.com/office/drawing/2014/main" id="{9B01CC7B-D6AB-2BBC-D706-1C80C6D3EF0E}"/>
                  </a:ext>
                </a:extLst>
              </p14:cNvPr>
              <p14:cNvContentPartPr/>
              <p14:nvPr/>
            </p14:nvContentPartPr>
            <p14:xfrm>
              <a:off x="6418311" y="1224905"/>
              <a:ext cx="219960" cy="186480"/>
            </p14:xfrm>
          </p:contentPart>
        </mc:Choice>
        <mc:Fallback xmlns="">
          <p:pic>
            <p:nvPicPr>
              <p:cNvPr id="115" name="Ink 114">
                <a:extLst>
                  <a:ext uri="{FF2B5EF4-FFF2-40B4-BE49-F238E27FC236}">
                    <a16:creationId xmlns:a16="http://schemas.microsoft.com/office/drawing/2014/main" id="{9B01CC7B-D6AB-2BBC-D706-1C80C6D3EF0E}"/>
                  </a:ext>
                </a:extLst>
              </p:cNvPr>
              <p:cNvPicPr/>
              <p:nvPr/>
            </p:nvPicPr>
            <p:blipFill>
              <a:blip r:embed="rId80"/>
              <a:stretch>
                <a:fillRect/>
              </a:stretch>
            </p:blipFill>
            <p:spPr>
              <a:xfrm>
                <a:off x="6409671" y="1216265"/>
                <a:ext cx="237600" cy="204120"/>
              </a:xfrm>
              <a:prstGeom prst="rect">
                <a:avLst/>
              </a:prstGeom>
            </p:spPr>
          </p:pic>
        </mc:Fallback>
      </mc:AlternateContent>
      <p:grpSp>
        <p:nvGrpSpPr>
          <p:cNvPr id="118" name="Group 117">
            <a:extLst>
              <a:ext uri="{FF2B5EF4-FFF2-40B4-BE49-F238E27FC236}">
                <a16:creationId xmlns:a16="http://schemas.microsoft.com/office/drawing/2014/main" id="{A7D4B8E3-A7AC-B574-403C-5EAFAC6FBE91}"/>
              </a:ext>
            </a:extLst>
          </p:cNvPr>
          <p:cNvGrpSpPr/>
          <p:nvPr/>
        </p:nvGrpSpPr>
        <p:grpSpPr>
          <a:xfrm>
            <a:off x="6961191" y="70745"/>
            <a:ext cx="1395360" cy="1460880"/>
            <a:chOff x="6961191" y="70745"/>
            <a:chExt cx="1395360" cy="1460880"/>
          </a:xfrm>
        </p:grpSpPr>
        <mc:AlternateContent xmlns:mc="http://schemas.openxmlformats.org/markup-compatibility/2006" xmlns:p14="http://schemas.microsoft.com/office/powerpoint/2010/main">
          <mc:Choice Requires="p14">
            <p:contentPart p14:bwMode="auto" r:id="rId81">
              <p14:nvContentPartPr>
                <p14:cNvPr id="44" name="Ink 43">
                  <a:extLst>
                    <a:ext uri="{FF2B5EF4-FFF2-40B4-BE49-F238E27FC236}">
                      <a16:creationId xmlns:a16="http://schemas.microsoft.com/office/drawing/2014/main" id="{98C50318-306D-00FA-F773-C28D38ACF03F}"/>
                    </a:ext>
                  </a:extLst>
                </p14:cNvPr>
                <p14:cNvContentPartPr/>
                <p14:nvPr/>
              </p14:nvContentPartPr>
              <p14:xfrm>
                <a:off x="6961191" y="1024385"/>
                <a:ext cx="375120" cy="325080"/>
              </p14:xfrm>
            </p:contentPart>
          </mc:Choice>
          <mc:Fallback xmlns="">
            <p:pic>
              <p:nvPicPr>
                <p:cNvPr id="44" name="Ink 43">
                  <a:extLst>
                    <a:ext uri="{FF2B5EF4-FFF2-40B4-BE49-F238E27FC236}">
                      <a16:creationId xmlns:a16="http://schemas.microsoft.com/office/drawing/2014/main" id="{98C50318-306D-00FA-F773-C28D38ACF03F}"/>
                    </a:ext>
                  </a:extLst>
                </p:cNvPr>
                <p:cNvPicPr/>
                <p:nvPr/>
              </p:nvPicPr>
              <p:blipFill>
                <a:blip r:embed="rId82"/>
                <a:stretch>
                  <a:fillRect/>
                </a:stretch>
              </p:blipFill>
              <p:spPr>
                <a:xfrm>
                  <a:off x="6952551" y="1015745"/>
                  <a:ext cx="39276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5" name="Ink 44">
                  <a:extLst>
                    <a:ext uri="{FF2B5EF4-FFF2-40B4-BE49-F238E27FC236}">
                      <a16:creationId xmlns:a16="http://schemas.microsoft.com/office/drawing/2014/main" id="{967D6CBE-A49F-B7B9-AB68-7826D0B3F676}"/>
                    </a:ext>
                  </a:extLst>
                </p14:cNvPr>
                <p14:cNvContentPartPr/>
                <p14:nvPr/>
              </p14:nvContentPartPr>
              <p14:xfrm>
                <a:off x="7087911" y="1236785"/>
                <a:ext cx="117360" cy="31680"/>
              </p14:xfrm>
            </p:contentPart>
          </mc:Choice>
          <mc:Fallback xmlns="">
            <p:pic>
              <p:nvPicPr>
                <p:cNvPr id="45" name="Ink 44">
                  <a:extLst>
                    <a:ext uri="{FF2B5EF4-FFF2-40B4-BE49-F238E27FC236}">
                      <a16:creationId xmlns:a16="http://schemas.microsoft.com/office/drawing/2014/main" id="{967D6CBE-A49F-B7B9-AB68-7826D0B3F676}"/>
                    </a:ext>
                  </a:extLst>
                </p:cNvPr>
                <p:cNvPicPr/>
                <p:nvPr/>
              </p:nvPicPr>
              <p:blipFill>
                <a:blip r:embed="rId84"/>
                <a:stretch>
                  <a:fillRect/>
                </a:stretch>
              </p:blipFill>
              <p:spPr>
                <a:xfrm>
                  <a:off x="7078911" y="1227785"/>
                  <a:ext cx="13500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46" name="Ink 45">
                  <a:extLst>
                    <a:ext uri="{FF2B5EF4-FFF2-40B4-BE49-F238E27FC236}">
                      <a16:creationId xmlns:a16="http://schemas.microsoft.com/office/drawing/2014/main" id="{AAEA4EEC-0074-9DDF-D640-4151A71673FE}"/>
                    </a:ext>
                  </a:extLst>
                </p14:cNvPr>
                <p14:cNvContentPartPr/>
                <p14:nvPr/>
              </p14:nvContentPartPr>
              <p14:xfrm>
                <a:off x="7097631" y="1173785"/>
                <a:ext cx="3240" cy="3600"/>
              </p14:xfrm>
            </p:contentPart>
          </mc:Choice>
          <mc:Fallback xmlns="">
            <p:pic>
              <p:nvPicPr>
                <p:cNvPr id="46" name="Ink 45">
                  <a:extLst>
                    <a:ext uri="{FF2B5EF4-FFF2-40B4-BE49-F238E27FC236}">
                      <a16:creationId xmlns:a16="http://schemas.microsoft.com/office/drawing/2014/main" id="{AAEA4EEC-0074-9DDF-D640-4151A71673FE}"/>
                    </a:ext>
                  </a:extLst>
                </p:cNvPr>
                <p:cNvPicPr/>
                <p:nvPr/>
              </p:nvPicPr>
              <p:blipFill>
                <a:blip r:embed="rId86"/>
                <a:stretch>
                  <a:fillRect/>
                </a:stretch>
              </p:blipFill>
              <p:spPr>
                <a:xfrm>
                  <a:off x="7088991" y="1165145"/>
                  <a:ext cx="208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47" name="Ink 46">
                  <a:extLst>
                    <a:ext uri="{FF2B5EF4-FFF2-40B4-BE49-F238E27FC236}">
                      <a16:creationId xmlns:a16="http://schemas.microsoft.com/office/drawing/2014/main" id="{D07A6975-87FB-E755-653F-F238728081C1}"/>
                    </a:ext>
                  </a:extLst>
                </p14:cNvPr>
                <p14:cNvContentPartPr/>
                <p14:nvPr/>
              </p14:nvContentPartPr>
              <p14:xfrm>
                <a:off x="7213911" y="1164065"/>
                <a:ext cx="5400" cy="3240"/>
              </p14:xfrm>
            </p:contentPart>
          </mc:Choice>
          <mc:Fallback xmlns="">
            <p:pic>
              <p:nvPicPr>
                <p:cNvPr id="47" name="Ink 46">
                  <a:extLst>
                    <a:ext uri="{FF2B5EF4-FFF2-40B4-BE49-F238E27FC236}">
                      <a16:creationId xmlns:a16="http://schemas.microsoft.com/office/drawing/2014/main" id="{D07A6975-87FB-E755-653F-F238728081C1}"/>
                    </a:ext>
                  </a:extLst>
                </p:cNvPr>
                <p:cNvPicPr/>
                <p:nvPr/>
              </p:nvPicPr>
              <p:blipFill>
                <a:blip r:embed="rId86"/>
                <a:stretch>
                  <a:fillRect/>
                </a:stretch>
              </p:blipFill>
              <p:spPr>
                <a:xfrm>
                  <a:off x="7205271" y="1155065"/>
                  <a:ext cx="230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8" name="Ink 47">
                  <a:extLst>
                    <a:ext uri="{FF2B5EF4-FFF2-40B4-BE49-F238E27FC236}">
                      <a16:creationId xmlns:a16="http://schemas.microsoft.com/office/drawing/2014/main" id="{D8A24BCC-C010-630A-FA40-E25F23AEF268}"/>
                    </a:ext>
                  </a:extLst>
                </p14:cNvPr>
                <p14:cNvContentPartPr/>
                <p14:nvPr/>
              </p14:nvContentPartPr>
              <p14:xfrm>
                <a:off x="7016991" y="998105"/>
                <a:ext cx="288360" cy="57600"/>
              </p14:xfrm>
            </p:contentPart>
          </mc:Choice>
          <mc:Fallback xmlns="">
            <p:pic>
              <p:nvPicPr>
                <p:cNvPr id="48" name="Ink 47">
                  <a:extLst>
                    <a:ext uri="{FF2B5EF4-FFF2-40B4-BE49-F238E27FC236}">
                      <a16:creationId xmlns:a16="http://schemas.microsoft.com/office/drawing/2014/main" id="{D8A24BCC-C010-630A-FA40-E25F23AEF268}"/>
                    </a:ext>
                  </a:extLst>
                </p:cNvPr>
                <p:cNvPicPr/>
                <p:nvPr/>
              </p:nvPicPr>
              <p:blipFill>
                <a:blip r:embed="rId89"/>
                <a:stretch>
                  <a:fillRect/>
                </a:stretch>
              </p:blipFill>
              <p:spPr>
                <a:xfrm>
                  <a:off x="7008351" y="989465"/>
                  <a:ext cx="30600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9" name="Ink 48">
                  <a:extLst>
                    <a:ext uri="{FF2B5EF4-FFF2-40B4-BE49-F238E27FC236}">
                      <a16:creationId xmlns:a16="http://schemas.microsoft.com/office/drawing/2014/main" id="{80201B81-CFFE-5597-91C9-EB936358C9BF}"/>
                    </a:ext>
                  </a:extLst>
                </p14:cNvPr>
                <p14:cNvContentPartPr/>
                <p14:nvPr/>
              </p14:nvContentPartPr>
              <p14:xfrm>
                <a:off x="7532511" y="886865"/>
                <a:ext cx="616320" cy="458280"/>
              </p14:xfrm>
            </p:contentPart>
          </mc:Choice>
          <mc:Fallback xmlns="">
            <p:pic>
              <p:nvPicPr>
                <p:cNvPr id="49" name="Ink 48">
                  <a:extLst>
                    <a:ext uri="{FF2B5EF4-FFF2-40B4-BE49-F238E27FC236}">
                      <a16:creationId xmlns:a16="http://schemas.microsoft.com/office/drawing/2014/main" id="{80201B81-CFFE-5597-91C9-EB936358C9BF}"/>
                    </a:ext>
                  </a:extLst>
                </p:cNvPr>
                <p:cNvPicPr/>
                <p:nvPr/>
              </p:nvPicPr>
              <p:blipFill>
                <a:blip r:embed="rId91"/>
                <a:stretch>
                  <a:fillRect/>
                </a:stretch>
              </p:blipFill>
              <p:spPr>
                <a:xfrm>
                  <a:off x="7523511" y="877865"/>
                  <a:ext cx="633960" cy="4759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0" name="Ink 49">
                  <a:extLst>
                    <a:ext uri="{FF2B5EF4-FFF2-40B4-BE49-F238E27FC236}">
                      <a16:creationId xmlns:a16="http://schemas.microsoft.com/office/drawing/2014/main" id="{6C4D029E-31F6-D8F4-8ADA-39E67F6C63AB}"/>
                    </a:ext>
                  </a:extLst>
                </p14:cNvPr>
                <p14:cNvContentPartPr/>
                <p14:nvPr/>
              </p14:nvContentPartPr>
              <p14:xfrm>
                <a:off x="7673631" y="966425"/>
                <a:ext cx="402840" cy="151200"/>
              </p14:xfrm>
            </p:contentPart>
          </mc:Choice>
          <mc:Fallback xmlns="">
            <p:pic>
              <p:nvPicPr>
                <p:cNvPr id="50" name="Ink 49">
                  <a:extLst>
                    <a:ext uri="{FF2B5EF4-FFF2-40B4-BE49-F238E27FC236}">
                      <a16:creationId xmlns:a16="http://schemas.microsoft.com/office/drawing/2014/main" id="{6C4D029E-31F6-D8F4-8ADA-39E67F6C63AB}"/>
                    </a:ext>
                  </a:extLst>
                </p:cNvPr>
                <p:cNvPicPr/>
                <p:nvPr/>
              </p:nvPicPr>
              <p:blipFill>
                <a:blip r:embed="rId93"/>
                <a:stretch>
                  <a:fillRect/>
                </a:stretch>
              </p:blipFill>
              <p:spPr>
                <a:xfrm>
                  <a:off x="7664991" y="957785"/>
                  <a:ext cx="42048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1" name="Ink 50">
                  <a:extLst>
                    <a:ext uri="{FF2B5EF4-FFF2-40B4-BE49-F238E27FC236}">
                      <a16:creationId xmlns:a16="http://schemas.microsoft.com/office/drawing/2014/main" id="{FF9C42D9-60CB-1DDA-7592-3ECD114D6EF7}"/>
                    </a:ext>
                  </a:extLst>
                </p14:cNvPr>
                <p14:cNvContentPartPr/>
                <p14:nvPr/>
              </p14:nvContentPartPr>
              <p14:xfrm>
                <a:off x="7784871" y="1074785"/>
                <a:ext cx="321120" cy="120240"/>
              </p14:xfrm>
            </p:contentPart>
          </mc:Choice>
          <mc:Fallback xmlns="">
            <p:pic>
              <p:nvPicPr>
                <p:cNvPr id="51" name="Ink 50">
                  <a:extLst>
                    <a:ext uri="{FF2B5EF4-FFF2-40B4-BE49-F238E27FC236}">
                      <a16:creationId xmlns:a16="http://schemas.microsoft.com/office/drawing/2014/main" id="{FF9C42D9-60CB-1DDA-7592-3ECD114D6EF7}"/>
                    </a:ext>
                  </a:extLst>
                </p:cNvPr>
                <p:cNvPicPr/>
                <p:nvPr/>
              </p:nvPicPr>
              <p:blipFill>
                <a:blip r:embed="rId95"/>
                <a:stretch>
                  <a:fillRect/>
                </a:stretch>
              </p:blipFill>
              <p:spPr>
                <a:xfrm>
                  <a:off x="7776231" y="1065785"/>
                  <a:ext cx="33876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2" name="Ink 51">
                  <a:extLst>
                    <a:ext uri="{FF2B5EF4-FFF2-40B4-BE49-F238E27FC236}">
                      <a16:creationId xmlns:a16="http://schemas.microsoft.com/office/drawing/2014/main" id="{AE4571A5-0C08-652D-D7E8-CA5C7377E6B5}"/>
                    </a:ext>
                  </a:extLst>
                </p14:cNvPr>
                <p14:cNvContentPartPr/>
                <p14:nvPr/>
              </p14:nvContentPartPr>
              <p14:xfrm>
                <a:off x="7628271" y="1273145"/>
                <a:ext cx="136800" cy="31680"/>
              </p14:xfrm>
            </p:contentPart>
          </mc:Choice>
          <mc:Fallback xmlns="">
            <p:pic>
              <p:nvPicPr>
                <p:cNvPr id="52" name="Ink 51">
                  <a:extLst>
                    <a:ext uri="{FF2B5EF4-FFF2-40B4-BE49-F238E27FC236}">
                      <a16:creationId xmlns:a16="http://schemas.microsoft.com/office/drawing/2014/main" id="{AE4571A5-0C08-652D-D7E8-CA5C7377E6B5}"/>
                    </a:ext>
                  </a:extLst>
                </p:cNvPr>
                <p:cNvPicPr/>
                <p:nvPr/>
              </p:nvPicPr>
              <p:blipFill>
                <a:blip r:embed="rId97"/>
                <a:stretch>
                  <a:fillRect/>
                </a:stretch>
              </p:blipFill>
              <p:spPr>
                <a:xfrm>
                  <a:off x="7619271" y="1264145"/>
                  <a:ext cx="15444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3" name="Ink 52">
                  <a:extLst>
                    <a:ext uri="{FF2B5EF4-FFF2-40B4-BE49-F238E27FC236}">
                      <a16:creationId xmlns:a16="http://schemas.microsoft.com/office/drawing/2014/main" id="{25951AEE-8163-B57E-85A0-9331312E1BBF}"/>
                    </a:ext>
                  </a:extLst>
                </p14:cNvPr>
                <p14:cNvContentPartPr/>
                <p14:nvPr/>
              </p14:nvContentPartPr>
              <p14:xfrm>
                <a:off x="7638351" y="1177025"/>
                <a:ext cx="360" cy="360"/>
              </p14:xfrm>
            </p:contentPart>
          </mc:Choice>
          <mc:Fallback xmlns="">
            <p:pic>
              <p:nvPicPr>
                <p:cNvPr id="53" name="Ink 52">
                  <a:extLst>
                    <a:ext uri="{FF2B5EF4-FFF2-40B4-BE49-F238E27FC236}">
                      <a16:creationId xmlns:a16="http://schemas.microsoft.com/office/drawing/2014/main" id="{25951AEE-8163-B57E-85A0-9331312E1BBF}"/>
                    </a:ext>
                  </a:extLst>
                </p:cNvPr>
                <p:cNvPicPr/>
                <p:nvPr/>
              </p:nvPicPr>
              <p:blipFill>
                <a:blip r:embed="rId86"/>
                <a:stretch>
                  <a:fillRect/>
                </a:stretch>
              </p:blipFill>
              <p:spPr>
                <a:xfrm>
                  <a:off x="7629351" y="116802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4" name="Ink 53">
                  <a:extLst>
                    <a:ext uri="{FF2B5EF4-FFF2-40B4-BE49-F238E27FC236}">
                      <a16:creationId xmlns:a16="http://schemas.microsoft.com/office/drawing/2014/main" id="{108D5678-B93D-3BF8-6C3E-1AE567A97FE2}"/>
                    </a:ext>
                  </a:extLst>
                </p14:cNvPr>
                <p14:cNvContentPartPr/>
                <p14:nvPr/>
              </p14:nvContentPartPr>
              <p14:xfrm>
                <a:off x="7739511" y="1177025"/>
                <a:ext cx="1080" cy="360"/>
              </p14:xfrm>
            </p:contentPart>
          </mc:Choice>
          <mc:Fallback xmlns="">
            <p:pic>
              <p:nvPicPr>
                <p:cNvPr id="54" name="Ink 53">
                  <a:extLst>
                    <a:ext uri="{FF2B5EF4-FFF2-40B4-BE49-F238E27FC236}">
                      <a16:creationId xmlns:a16="http://schemas.microsoft.com/office/drawing/2014/main" id="{108D5678-B93D-3BF8-6C3E-1AE567A97FE2}"/>
                    </a:ext>
                  </a:extLst>
                </p:cNvPr>
                <p:cNvPicPr/>
                <p:nvPr/>
              </p:nvPicPr>
              <p:blipFill>
                <a:blip r:embed="rId100"/>
                <a:stretch>
                  <a:fillRect/>
                </a:stretch>
              </p:blipFill>
              <p:spPr>
                <a:xfrm>
                  <a:off x="7730511" y="1168025"/>
                  <a:ext cx="187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6" name="Ink 55">
                  <a:extLst>
                    <a:ext uri="{FF2B5EF4-FFF2-40B4-BE49-F238E27FC236}">
                      <a16:creationId xmlns:a16="http://schemas.microsoft.com/office/drawing/2014/main" id="{205A4BC5-DA70-EF75-BF3F-2D10DA4D8323}"/>
                    </a:ext>
                  </a:extLst>
                </p14:cNvPr>
                <p14:cNvContentPartPr/>
                <p14:nvPr/>
              </p14:nvContentPartPr>
              <p14:xfrm>
                <a:off x="7043991" y="1319945"/>
                <a:ext cx="260280" cy="211680"/>
              </p14:xfrm>
            </p:contentPart>
          </mc:Choice>
          <mc:Fallback xmlns="">
            <p:pic>
              <p:nvPicPr>
                <p:cNvPr id="56" name="Ink 55">
                  <a:extLst>
                    <a:ext uri="{FF2B5EF4-FFF2-40B4-BE49-F238E27FC236}">
                      <a16:creationId xmlns:a16="http://schemas.microsoft.com/office/drawing/2014/main" id="{205A4BC5-DA70-EF75-BF3F-2D10DA4D8323}"/>
                    </a:ext>
                  </a:extLst>
                </p:cNvPr>
                <p:cNvPicPr/>
                <p:nvPr/>
              </p:nvPicPr>
              <p:blipFill>
                <a:blip r:embed="rId102"/>
                <a:stretch>
                  <a:fillRect/>
                </a:stretch>
              </p:blipFill>
              <p:spPr>
                <a:xfrm>
                  <a:off x="7034991" y="1310945"/>
                  <a:ext cx="27792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57" name="Ink 56">
                  <a:extLst>
                    <a:ext uri="{FF2B5EF4-FFF2-40B4-BE49-F238E27FC236}">
                      <a16:creationId xmlns:a16="http://schemas.microsoft.com/office/drawing/2014/main" id="{69A06C7F-4B42-65C5-2605-DF4BCBB60EE7}"/>
                    </a:ext>
                  </a:extLst>
                </p14:cNvPr>
                <p14:cNvContentPartPr/>
                <p14:nvPr/>
              </p14:nvContentPartPr>
              <p14:xfrm>
                <a:off x="7602711" y="1360625"/>
                <a:ext cx="262800" cy="165960"/>
              </p14:xfrm>
            </p:contentPart>
          </mc:Choice>
          <mc:Fallback xmlns="">
            <p:pic>
              <p:nvPicPr>
                <p:cNvPr id="57" name="Ink 56">
                  <a:extLst>
                    <a:ext uri="{FF2B5EF4-FFF2-40B4-BE49-F238E27FC236}">
                      <a16:creationId xmlns:a16="http://schemas.microsoft.com/office/drawing/2014/main" id="{69A06C7F-4B42-65C5-2605-DF4BCBB60EE7}"/>
                    </a:ext>
                  </a:extLst>
                </p:cNvPr>
                <p:cNvPicPr/>
                <p:nvPr/>
              </p:nvPicPr>
              <p:blipFill>
                <a:blip r:embed="rId104"/>
                <a:stretch>
                  <a:fillRect/>
                </a:stretch>
              </p:blipFill>
              <p:spPr>
                <a:xfrm>
                  <a:off x="7594071" y="1351985"/>
                  <a:ext cx="28044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09" name="Ink 108">
                  <a:extLst>
                    <a:ext uri="{FF2B5EF4-FFF2-40B4-BE49-F238E27FC236}">
                      <a16:creationId xmlns:a16="http://schemas.microsoft.com/office/drawing/2014/main" id="{4008A03C-76F5-530F-1987-23E502D26BDB}"/>
                    </a:ext>
                  </a:extLst>
                </p14:cNvPr>
                <p14:cNvContentPartPr/>
                <p14:nvPr/>
              </p14:nvContentPartPr>
              <p14:xfrm>
                <a:off x="7108431" y="568265"/>
                <a:ext cx="581400" cy="289080"/>
              </p14:xfrm>
            </p:contentPart>
          </mc:Choice>
          <mc:Fallback xmlns="">
            <p:pic>
              <p:nvPicPr>
                <p:cNvPr id="109" name="Ink 108">
                  <a:extLst>
                    <a:ext uri="{FF2B5EF4-FFF2-40B4-BE49-F238E27FC236}">
                      <a16:creationId xmlns:a16="http://schemas.microsoft.com/office/drawing/2014/main" id="{4008A03C-76F5-530F-1987-23E502D26BDB}"/>
                    </a:ext>
                  </a:extLst>
                </p:cNvPr>
                <p:cNvPicPr/>
                <p:nvPr/>
              </p:nvPicPr>
              <p:blipFill>
                <a:blip r:embed="rId106"/>
                <a:stretch>
                  <a:fillRect/>
                </a:stretch>
              </p:blipFill>
              <p:spPr>
                <a:xfrm>
                  <a:off x="7099431" y="559625"/>
                  <a:ext cx="59904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10" name="Ink 109">
                  <a:extLst>
                    <a:ext uri="{FF2B5EF4-FFF2-40B4-BE49-F238E27FC236}">
                      <a16:creationId xmlns:a16="http://schemas.microsoft.com/office/drawing/2014/main" id="{1EFE57FC-E7B3-9F63-EF46-784923FB46E7}"/>
                    </a:ext>
                  </a:extLst>
                </p14:cNvPr>
                <p14:cNvContentPartPr/>
                <p14:nvPr/>
              </p14:nvContentPartPr>
              <p14:xfrm>
                <a:off x="7067391" y="828545"/>
                <a:ext cx="116280" cy="77040"/>
              </p14:xfrm>
            </p:contentPart>
          </mc:Choice>
          <mc:Fallback xmlns="">
            <p:pic>
              <p:nvPicPr>
                <p:cNvPr id="110" name="Ink 109">
                  <a:extLst>
                    <a:ext uri="{FF2B5EF4-FFF2-40B4-BE49-F238E27FC236}">
                      <a16:creationId xmlns:a16="http://schemas.microsoft.com/office/drawing/2014/main" id="{1EFE57FC-E7B3-9F63-EF46-784923FB46E7}"/>
                    </a:ext>
                  </a:extLst>
                </p:cNvPr>
                <p:cNvPicPr/>
                <p:nvPr/>
              </p:nvPicPr>
              <p:blipFill>
                <a:blip r:embed="rId108"/>
                <a:stretch>
                  <a:fillRect/>
                </a:stretch>
              </p:blipFill>
              <p:spPr>
                <a:xfrm>
                  <a:off x="7058751" y="819545"/>
                  <a:ext cx="13392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11" name="Ink 110">
                  <a:extLst>
                    <a:ext uri="{FF2B5EF4-FFF2-40B4-BE49-F238E27FC236}">
                      <a16:creationId xmlns:a16="http://schemas.microsoft.com/office/drawing/2014/main" id="{89B1CA2D-3819-1D99-972C-F34585AD22C4}"/>
                    </a:ext>
                  </a:extLst>
                </p14:cNvPr>
                <p14:cNvContentPartPr/>
                <p14:nvPr/>
              </p14:nvContentPartPr>
              <p14:xfrm>
                <a:off x="7424151" y="211865"/>
                <a:ext cx="195480" cy="309960"/>
              </p14:xfrm>
            </p:contentPart>
          </mc:Choice>
          <mc:Fallback xmlns="">
            <p:pic>
              <p:nvPicPr>
                <p:cNvPr id="111" name="Ink 110">
                  <a:extLst>
                    <a:ext uri="{FF2B5EF4-FFF2-40B4-BE49-F238E27FC236}">
                      <a16:creationId xmlns:a16="http://schemas.microsoft.com/office/drawing/2014/main" id="{89B1CA2D-3819-1D99-972C-F34585AD22C4}"/>
                    </a:ext>
                  </a:extLst>
                </p:cNvPr>
                <p:cNvPicPr/>
                <p:nvPr/>
              </p:nvPicPr>
              <p:blipFill>
                <a:blip r:embed="rId110"/>
                <a:stretch>
                  <a:fillRect/>
                </a:stretch>
              </p:blipFill>
              <p:spPr>
                <a:xfrm>
                  <a:off x="7415511" y="202865"/>
                  <a:ext cx="21312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12" name="Ink 111">
                  <a:extLst>
                    <a:ext uri="{FF2B5EF4-FFF2-40B4-BE49-F238E27FC236}">
                      <a16:creationId xmlns:a16="http://schemas.microsoft.com/office/drawing/2014/main" id="{40B0CD18-FD9E-50A3-6574-33E728392797}"/>
                    </a:ext>
                  </a:extLst>
                </p14:cNvPr>
                <p14:cNvContentPartPr/>
                <p14:nvPr/>
              </p14:nvContentPartPr>
              <p14:xfrm>
                <a:off x="7618191" y="70745"/>
                <a:ext cx="5760" cy="184320"/>
              </p14:xfrm>
            </p:contentPart>
          </mc:Choice>
          <mc:Fallback xmlns="">
            <p:pic>
              <p:nvPicPr>
                <p:cNvPr id="112" name="Ink 111">
                  <a:extLst>
                    <a:ext uri="{FF2B5EF4-FFF2-40B4-BE49-F238E27FC236}">
                      <a16:creationId xmlns:a16="http://schemas.microsoft.com/office/drawing/2014/main" id="{40B0CD18-FD9E-50A3-6574-33E728392797}"/>
                    </a:ext>
                  </a:extLst>
                </p:cNvPr>
                <p:cNvPicPr/>
                <p:nvPr/>
              </p:nvPicPr>
              <p:blipFill>
                <a:blip r:embed="rId112"/>
                <a:stretch>
                  <a:fillRect/>
                </a:stretch>
              </p:blipFill>
              <p:spPr>
                <a:xfrm>
                  <a:off x="7609551" y="61745"/>
                  <a:ext cx="2340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16" name="Ink 115">
                  <a:extLst>
                    <a:ext uri="{FF2B5EF4-FFF2-40B4-BE49-F238E27FC236}">
                      <a16:creationId xmlns:a16="http://schemas.microsoft.com/office/drawing/2014/main" id="{8C292811-A8B1-0439-16A2-1197402C8468}"/>
                    </a:ext>
                  </a:extLst>
                </p14:cNvPr>
                <p14:cNvContentPartPr/>
                <p14:nvPr/>
              </p14:nvContentPartPr>
              <p14:xfrm>
                <a:off x="8000511" y="1272425"/>
                <a:ext cx="186840" cy="198360"/>
              </p14:xfrm>
            </p:contentPart>
          </mc:Choice>
          <mc:Fallback xmlns="">
            <p:pic>
              <p:nvPicPr>
                <p:cNvPr id="116" name="Ink 115">
                  <a:extLst>
                    <a:ext uri="{FF2B5EF4-FFF2-40B4-BE49-F238E27FC236}">
                      <a16:creationId xmlns:a16="http://schemas.microsoft.com/office/drawing/2014/main" id="{8C292811-A8B1-0439-16A2-1197402C8468}"/>
                    </a:ext>
                  </a:extLst>
                </p:cNvPr>
                <p:cNvPicPr/>
                <p:nvPr/>
              </p:nvPicPr>
              <p:blipFill>
                <a:blip r:embed="rId114"/>
                <a:stretch>
                  <a:fillRect/>
                </a:stretch>
              </p:blipFill>
              <p:spPr>
                <a:xfrm>
                  <a:off x="7991871" y="1263425"/>
                  <a:ext cx="2044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17" name="Ink 116">
                  <a:extLst>
                    <a:ext uri="{FF2B5EF4-FFF2-40B4-BE49-F238E27FC236}">
                      <a16:creationId xmlns:a16="http://schemas.microsoft.com/office/drawing/2014/main" id="{9FFDE1CB-3E18-A3C3-B776-69D5493A562C}"/>
                    </a:ext>
                  </a:extLst>
                </p14:cNvPr>
                <p14:cNvContentPartPr/>
                <p14:nvPr/>
              </p14:nvContentPartPr>
              <p14:xfrm>
                <a:off x="8259351" y="1381145"/>
                <a:ext cx="97200" cy="111960"/>
              </p14:xfrm>
            </p:contentPart>
          </mc:Choice>
          <mc:Fallback xmlns="">
            <p:pic>
              <p:nvPicPr>
                <p:cNvPr id="117" name="Ink 116">
                  <a:extLst>
                    <a:ext uri="{FF2B5EF4-FFF2-40B4-BE49-F238E27FC236}">
                      <a16:creationId xmlns:a16="http://schemas.microsoft.com/office/drawing/2014/main" id="{9FFDE1CB-3E18-A3C3-B776-69D5493A562C}"/>
                    </a:ext>
                  </a:extLst>
                </p:cNvPr>
                <p:cNvPicPr/>
                <p:nvPr/>
              </p:nvPicPr>
              <p:blipFill>
                <a:blip r:embed="rId116"/>
                <a:stretch>
                  <a:fillRect/>
                </a:stretch>
              </p:blipFill>
              <p:spPr>
                <a:xfrm>
                  <a:off x="8250711" y="1372145"/>
                  <a:ext cx="114840" cy="129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7">
            <p14:nvContentPartPr>
              <p14:cNvPr id="119" name="Ink 118">
                <a:extLst>
                  <a:ext uri="{FF2B5EF4-FFF2-40B4-BE49-F238E27FC236}">
                    <a16:creationId xmlns:a16="http://schemas.microsoft.com/office/drawing/2014/main" id="{643B5BF4-1B32-6EDC-CCCF-AFD4A02BBDAD}"/>
                  </a:ext>
                </a:extLst>
              </p14:cNvPr>
              <p14:cNvContentPartPr/>
              <p14:nvPr/>
            </p14:nvContentPartPr>
            <p14:xfrm>
              <a:off x="8531871" y="3331985"/>
              <a:ext cx="123840" cy="248760"/>
            </p14:xfrm>
          </p:contentPart>
        </mc:Choice>
        <mc:Fallback xmlns="">
          <p:pic>
            <p:nvPicPr>
              <p:cNvPr id="119" name="Ink 118">
                <a:extLst>
                  <a:ext uri="{FF2B5EF4-FFF2-40B4-BE49-F238E27FC236}">
                    <a16:creationId xmlns:a16="http://schemas.microsoft.com/office/drawing/2014/main" id="{643B5BF4-1B32-6EDC-CCCF-AFD4A02BBDAD}"/>
                  </a:ext>
                </a:extLst>
              </p:cNvPr>
              <p:cNvPicPr/>
              <p:nvPr/>
            </p:nvPicPr>
            <p:blipFill>
              <a:blip r:embed="rId118"/>
              <a:stretch>
                <a:fillRect/>
              </a:stretch>
            </p:blipFill>
            <p:spPr>
              <a:xfrm>
                <a:off x="8522871" y="3322985"/>
                <a:ext cx="141480" cy="266400"/>
              </a:xfrm>
              <a:prstGeom prst="rect">
                <a:avLst/>
              </a:prstGeom>
            </p:spPr>
          </p:pic>
        </mc:Fallback>
      </mc:AlternateContent>
      <p:grpSp>
        <p:nvGrpSpPr>
          <p:cNvPr id="126" name="Group 125">
            <a:extLst>
              <a:ext uri="{FF2B5EF4-FFF2-40B4-BE49-F238E27FC236}">
                <a16:creationId xmlns:a16="http://schemas.microsoft.com/office/drawing/2014/main" id="{EDBEAC3B-3C38-8606-D144-3263FD7CAD9B}"/>
              </a:ext>
            </a:extLst>
          </p:cNvPr>
          <p:cNvGrpSpPr/>
          <p:nvPr/>
        </p:nvGrpSpPr>
        <p:grpSpPr>
          <a:xfrm>
            <a:off x="2288391" y="2434865"/>
            <a:ext cx="537840" cy="147600"/>
            <a:chOff x="2288391" y="2434865"/>
            <a:chExt cx="537840" cy="147600"/>
          </a:xfrm>
        </p:grpSpPr>
        <mc:AlternateContent xmlns:mc="http://schemas.openxmlformats.org/markup-compatibility/2006" xmlns:p14="http://schemas.microsoft.com/office/powerpoint/2010/main">
          <mc:Choice Requires="p14">
            <p:contentPart p14:bwMode="auto" r:id="rId119">
              <p14:nvContentPartPr>
                <p14:cNvPr id="120" name="Ink 119">
                  <a:extLst>
                    <a:ext uri="{FF2B5EF4-FFF2-40B4-BE49-F238E27FC236}">
                      <a16:creationId xmlns:a16="http://schemas.microsoft.com/office/drawing/2014/main" id="{BBD58E3F-6AAB-170B-51E2-7D77E440F462}"/>
                    </a:ext>
                  </a:extLst>
                </p14:cNvPr>
                <p14:cNvContentPartPr/>
                <p14:nvPr/>
              </p14:nvContentPartPr>
              <p14:xfrm>
                <a:off x="2288391" y="2434865"/>
                <a:ext cx="163800" cy="145440"/>
              </p14:xfrm>
            </p:contentPart>
          </mc:Choice>
          <mc:Fallback xmlns="">
            <p:pic>
              <p:nvPicPr>
                <p:cNvPr id="120" name="Ink 119">
                  <a:extLst>
                    <a:ext uri="{FF2B5EF4-FFF2-40B4-BE49-F238E27FC236}">
                      <a16:creationId xmlns:a16="http://schemas.microsoft.com/office/drawing/2014/main" id="{BBD58E3F-6AAB-170B-51E2-7D77E440F462}"/>
                    </a:ext>
                  </a:extLst>
                </p:cNvPr>
                <p:cNvPicPr/>
                <p:nvPr/>
              </p:nvPicPr>
              <p:blipFill>
                <a:blip r:embed="rId120"/>
                <a:stretch>
                  <a:fillRect/>
                </a:stretch>
              </p:blipFill>
              <p:spPr>
                <a:xfrm>
                  <a:off x="2279391" y="2425865"/>
                  <a:ext cx="18144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21" name="Ink 120">
                  <a:extLst>
                    <a:ext uri="{FF2B5EF4-FFF2-40B4-BE49-F238E27FC236}">
                      <a16:creationId xmlns:a16="http://schemas.microsoft.com/office/drawing/2014/main" id="{8664571E-944E-108C-B5F3-53B73FD6712D}"/>
                    </a:ext>
                  </a:extLst>
                </p14:cNvPr>
                <p14:cNvContentPartPr/>
                <p14:nvPr/>
              </p14:nvContentPartPr>
              <p14:xfrm>
                <a:off x="2505471" y="2500745"/>
                <a:ext cx="104040" cy="81720"/>
              </p14:xfrm>
            </p:contentPart>
          </mc:Choice>
          <mc:Fallback xmlns="">
            <p:pic>
              <p:nvPicPr>
                <p:cNvPr id="121" name="Ink 120">
                  <a:extLst>
                    <a:ext uri="{FF2B5EF4-FFF2-40B4-BE49-F238E27FC236}">
                      <a16:creationId xmlns:a16="http://schemas.microsoft.com/office/drawing/2014/main" id="{8664571E-944E-108C-B5F3-53B73FD6712D}"/>
                    </a:ext>
                  </a:extLst>
                </p:cNvPr>
                <p:cNvPicPr/>
                <p:nvPr/>
              </p:nvPicPr>
              <p:blipFill>
                <a:blip r:embed="rId122"/>
                <a:stretch>
                  <a:fillRect/>
                </a:stretch>
              </p:blipFill>
              <p:spPr>
                <a:xfrm>
                  <a:off x="2496471" y="2492105"/>
                  <a:ext cx="12168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22" name="Ink 121">
                  <a:extLst>
                    <a:ext uri="{FF2B5EF4-FFF2-40B4-BE49-F238E27FC236}">
                      <a16:creationId xmlns:a16="http://schemas.microsoft.com/office/drawing/2014/main" id="{925FC397-395D-DE09-1451-75EB4C379CC3}"/>
                    </a:ext>
                  </a:extLst>
                </p14:cNvPr>
                <p14:cNvContentPartPr/>
                <p14:nvPr/>
              </p14:nvContentPartPr>
              <p14:xfrm>
                <a:off x="2657391" y="2444945"/>
                <a:ext cx="2160" cy="133920"/>
              </p14:xfrm>
            </p:contentPart>
          </mc:Choice>
          <mc:Fallback xmlns="">
            <p:pic>
              <p:nvPicPr>
                <p:cNvPr id="122" name="Ink 121">
                  <a:extLst>
                    <a:ext uri="{FF2B5EF4-FFF2-40B4-BE49-F238E27FC236}">
                      <a16:creationId xmlns:a16="http://schemas.microsoft.com/office/drawing/2014/main" id="{925FC397-395D-DE09-1451-75EB4C379CC3}"/>
                    </a:ext>
                  </a:extLst>
                </p:cNvPr>
                <p:cNvPicPr/>
                <p:nvPr/>
              </p:nvPicPr>
              <p:blipFill>
                <a:blip r:embed="rId124"/>
                <a:stretch>
                  <a:fillRect/>
                </a:stretch>
              </p:blipFill>
              <p:spPr>
                <a:xfrm>
                  <a:off x="2648391" y="2436305"/>
                  <a:ext cx="1980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23" name="Ink 122">
                  <a:extLst>
                    <a:ext uri="{FF2B5EF4-FFF2-40B4-BE49-F238E27FC236}">
                      <a16:creationId xmlns:a16="http://schemas.microsoft.com/office/drawing/2014/main" id="{96BC0380-55C9-C140-25BE-0DBA452D7888}"/>
                    </a:ext>
                  </a:extLst>
                </p14:cNvPr>
                <p14:cNvContentPartPr/>
                <p14:nvPr/>
              </p14:nvContentPartPr>
              <p14:xfrm>
                <a:off x="2712831" y="2510465"/>
                <a:ext cx="360" cy="32760"/>
              </p14:xfrm>
            </p:contentPart>
          </mc:Choice>
          <mc:Fallback xmlns="">
            <p:pic>
              <p:nvPicPr>
                <p:cNvPr id="123" name="Ink 122">
                  <a:extLst>
                    <a:ext uri="{FF2B5EF4-FFF2-40B4-BE49-F238E27FC236}">
                      <a16:creationId xmlns:a16="http://schemas.microsoft.com/office/drawing/2014/main" id="{96BC0380-55C9-C140-25BE-0DBA452D7888}"/>
                    </a:ext>
                  </a:extLst>
                </p:cNvPr>
                <p:cNvPicPr/>
                <p:nvPr/>
              </p:nvPicPr>
              <p:blipFill>
                <a:blip r:embed="rId126"/>
                <a:stretch>
                  <a:fillRect/>
                </a:stretch>
              </p:blipFill>
              <p:spPr>
                <a:xfrm>
                  <a:off x="2703831" y="2501825"/>
                  <a:ext cx="1800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24" name="Ink 123">
                  <a:extLst>
                    <a:ext uri="{FF2B5EF4-FFF2-40B4-BE49-F238E27FC236}">
                      <a16:creationId xmlns:a16="http://schemas.microsoft.com/office/drawing/2014/main" id="{9C867879-9E9F-40AD-833B-8B9A77CADA15}"/>
                    </a:ext>
                  </a:extLst>
                </p14:cNvPr>
                <p14:cNvContentPartPr/>
                <p14:nvPr/>
              </p14:nvContentPartPr>
              <p14:xfrm>
                <a:off x="2722911" y="2504705"/>
                <a:ext cx="1080" cy="1080"/>
              </p14:xfrm>
            </p:contentPart>
          </mc:Choice>
          <mc:Fallback xmlns="">
            <p:pic>
              <p:nvPicPr>
                <p:cNvPr id="124" name="Ink 123">
                  <a:extLst>
                    <a:ext uri="{FF2B5EF4-FFF2-40B4-BE49-F238E27FC236}">
                      <a16:creationId xmlns:a16="http://schemas.microsoft.com/office/drawing/2014/main" id="{9C867879-9E9F-40AD-833B-8B9A77CADA15}"/>
                    </a:ext>
                  </a:extLst>
                </p:cNvPr>
                <p:cNvPicPr/>
                <p:nvPr/>
              </p:nvPicPr>
              <p:blipFill>
                <a:blip r:embed="rId86"/>
                <a:stretch>
                  <a:fillRect/>
                </a:stretch>
              </p:blipFill>
              <p:spPr>
                <a:xfrm>
                  <a:off x="2713911" y="2496065"/>
                  <a:ext cx="1872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25" name="Ink 124">
                  <a:extLst>
                    <a:ext uri="{FF2B5EF4-FFF2-40B4-BE49-F238E27FC236}">
                      <a16:creationId xmlns:a16="http://schemas.microsoft.com/office/drawing/2014/main" id="{F69E853C-8DAC-3358-CBA7-C72ED5A34143}"/>
                    </a:ext>
                  </a:extLst>
                </p14:cNvPr>
                <p14:cNvContentPartPr/>
                <p14:nvPr/>
              </p14:nvContentPartPr>
              <p14:xfrm>
                <a:off x="2766471" y="2461145"/>
                <a:ext cx="59760" cy="91440"/>
              </p14:xfrm>
            </p:contentPart>
          </mc:Choice>
          <mc:Fallback xmlns="">
            <p:pic>
              <p:nvPicPr>
                <p:cNvPr id="125" name="Ink 124">
                  <a:extLst>
                    <a:ext uri="{FF2B5EF4-FFF2-40B4-BE49-F238E27FC236}">
                      <a16:creationId xmlns:a16="http://schemas.microsoft.com/office/drawing/2014/main" id="{F69E853C-8DAC-3358-CBA7-C72ED5A34143}"/>
                    </a:ext>
                  </a:extLst>
                </p:cNvPr>
                <p:cNvPicPr/>
                <p:nvPr/>
              </p:nvPicPr>
              <p:blipFill>
                <a:blip r:embed="rId129"/>
                <a:stretch>
                  <a:fillRect/>
                </a:stretch>
              </p:blipFill>
              <p:spPr>
                <a:xfrm>
                  <a:off x="2757471" y="2452505"/>
                  <a:ext cx="77400" cy="109080"/>
                </a:xfrm>
                <a:prstGeom prst="rect">
                  <a:avLst/>
                </a:prstGeom>
              </p:spPr>
            </p:pic>
          </mc:Fallback>
        </mc:AlternateContent>
      </p:grpSp>
      <p:grpSp>
        <p:nvGrpSpPr>
          <p:cNvPr id="131" name="Group 130">
            <a:extLst>
              <a:ext uri="{FF2B5EF4-FFF2-40B4-BE49-F238E27FC236}">
                <a16:creationId xmlns:a16="http://schemas.microsoft.com/office/drawing/2014/main" id="{2E869636-1955-9A31-5FDC-2E28A33333C8}"/>
              </a:ext>
            </a:extLst>
          </p:cNvPr>
          <p:cNvGrpSpPr/>
          <p:nvPr/>
        </p:nvGrpSpPr>
        <p:grpSpPr>
          <a:xfrm>
            <a:off x="4445511" y="3187265"/>
            <a:ext cx="659160" cy="159120"/>
            <a:chOff x="4445511" y="3187265"/>
            <a:chExt cx="659160" cy="159120"/>
          </a:xfrm>
        </p:grpSpPr>
        <mc:AlternateContent xmlns:mc="http://schemas.openxmlformats.org/markup-compatibility/2006" xmlns:p14="http://schemas.microsoft.com/office/powerpoint/2010/main">
          <mc:Choice Requires="p14">
            <p:contentPart p14:bwMode="auto" r:id="rId130">
              <p14:nvContentPartPr>
                <p14:cNvPr id="127" name="Ink 126">
                  <a:extLst>
                    <a:ext uri="{FF2B5EF4-FFF2-40B4-BE49-F238E27FC236}">
                      <a16:creationId xmlns:a16="http://schemas.microsoft.com/office/drawing/2014/main" id="{C12FDD53-6ED4-2ED7-B27A-E0A61EE01BFC}"/>
                    </a:ext>
                  </a:extLst>
                </p14:cNvPr>
                <p14:cNvContentPartPr/>
                <p14:nvPr/>
              </p14:nvContentPartPr>
              <p14:xfrm>
                <a:off x="4445511" y="3187265"/>
                <a:ext cx="245880" cy="159120"/>
              </p14:xfrm>
            </p:contentPart>
          </mc:Choice>
          <mc:Fallback xmlns="">
            <p:pic>
              <p:nvPicPr>
                <p:cNvPr id="127" name="Ink 126">
                  <a:extLst>
                    <a:ext uri="{FF2B5EF4-FFF2-40B4-BE49-F238E27FC236}">
                      <a16:creationId xmlns:a16="http://schemas.microsoft.com/office/drawing/2014/main" id="{C12FDD53-6ED4-2ED7-B27A-E0A61EE01BFC}"/>
                    </a:ext>
                  </a:extLst>
                </p:cNvPr>
                <p:cNvPicPr/>
                <p:nvPr/>
              </p:nvPicPr>
              <p:blipFill>
                <a:blip r:embed="rId131"/>
                <a:stretch>
                  <a:fillRect/>
                </a:stretch>
              </p:blipFill>
              <p:spPr>
                <a:xfrm>
                  <a:off x="4436871" y="3178625"/>
                  <a:ext cx="26352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28" name="Ink 127">
                  <a:extLst>
                    <a:ext uri="{FF2B5EF4-FFF2-40B4-BE49-F238E27FC236}">
                      <a16:creationId xmlns:a16="http://schemas.microsoft.com/office/drawing/2014/main" id="{80219CC9-0820-48FB-D92D-CFF55EA3EB57}"/>
                    </a:ext>
                  </a:extLst>
                </p14:cNvPr>
                <p14:cNvContentPartPr/>
                <p14:nvPr/>
              </p14:nvContentPartPr>
              <p14:xfrm>
                <a:off x="4725591" y="3267185"/>
                <a:ext cx="86400" cy="74520"/>
              </p14:xfrm>
            </p:contentPart>
          </mc:Choice>
          <mc:Fallback xmlns="">
            <p:pic>
              <p:nvPicPr>
                <p:cNvPr id="128" name="Ink 127">
                  <a:extLst>
                    <a:ext uri="{FF2B5EF4-FFF2-40B4-BE49-F238E27FC236}">
                      <a16:creationId xmlns:a16="http://schemas.microsoft.com/office/drawing/2014/main" id="{80219CC9-0820-48FB-D92D-CFF55EA3EB57}"/>
                    </a:ext>
                  </a:extLst>
                </p:cNvPr>
                <p:cNvPicPr/>
                <p:nvPr/>
              </p:nvPicPr>
              <p:blipFill>
                <a:blip r:embed="rId133"/>
                <a:stretch>
                  <a:fillRect/>
                </a:stretch>
              </p:blipFill>
              <p:spPr>
                <a:xfrm>
                  <a:off x="4716951" y="3258545"/>
                  <a:ext cx="10404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29" name="Ink 128">
                  <a:extLst>
                    <a:ext uri="{FF2B5EF4-FFF2-40B4-BE49-F238E27FC236}">
                      <a16:creationId xmlns:a16="http://schemas.microsoft.com/office/drawing/2014/main" id="{EE61C97B-2958-0E6F-AA99-06FC828AB01E}"/>
                    </a:ext>
                  </a:extLst>
                </p14:cNvPr>
                <p14:cNvContentPartPr/>
                <p14:nvPr/>
              </p14:nvContentPartPr>
              <p14:xfrm>
                <a:off x="4879671" y="3227945"/>
                <a:ext cx="69120" cy="118080"/>
              </p14:xfrm>
            </p:contentPart>
          </mc:Choice>
          <mc:Fallback xmlns="">
            <p:pic>
              <p:nvPicPr>
                <p:cNvPr id="129" name="Ink 128">
                  <a:extLst>
                    <a:ext uri="{FF2B5EF4-FFF2-40B4-BE49-F238E27FC236}">
                      <a16:creationId xmlns:a16="http://schemas.microsoft.com/office/drawing/2014/main" id="{EE61C97B-2958-0E6F-AA99-06FC828AB01E}"/>
                    </a:ext>
                  </a:extLst>
                </p:cNvPr>
                <p:cNvPicPr/>
                <p:nvPr/>
              </p:nvPicPr>
              <p:blipFill>
                <a:blip r:embed="rId135"/>
                <a:stretch>
                  <a:fillRect/>
                </a:stretch>
              </p:blipFill>
              <p:spPr>
                <a:xfrm>
                  <a:off x="4871031" y="3219305"/>
                  <a:ext cx="8676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30" name="Ink 129">
                  <a:extLst>
                    <a:ext uri="{FF2B5EF4-FFF2-40B4-BE49-F238E27FC236}">
                      <a16:creationId xmlns:a16="http://schemas.microsoft.com/office/drawing/2014/main" id="{2D91B8C9-28F2-17F6-327F-73A8A31DECB0}"/>
                    </a:ext>
                  </a:extLst>
                </p14:cNvPr>
                <p14:cNvContentPartPr/>
                <p14:nvPr/>
              </p14:nvContentPartPr>
              <p14:xfrm>
                <a:off x="5001351" y="3218585"/>
                <a:ext cx="103320" cy="79200"/>
              </p14:xfrm>
            </p:contentPart>
          </mc:Choice>
          <mc:Fallback xmlns="">
            <p:pic>
              <p:nvPicPr>
                <p:cNvPr id="130" name="Ink 129">
                  <a:extLst>
                    <a:ext uri="{FF2B5EF4-FFF2-40B4-BE49-F238E27FC236}">
                      <a16:creationId xmlns:a16="http://schemas.microsoft.com/office/drawing/2014/main" id="{2D91B8C9-28F2-17F6-327F-73A8A31DECB0}"/>
                    </a:ext>
                  </a:extLst>
                </p:cNvPr>
                <p:cNvPicPr/>
                <p:nvPr/>
              </p:nvPicPr>
              <p:blipFill>
                <a:blip r:embed="rId137"/>
                <a:stretch>
                  <a:fillRect/>
                </a:stretch>
              </p:blipFill>
              <p:spPr>
                <a:xfrm>
                  <a:off x="4992351" y="3209585"/>
                  <a:ext cx="120960" cy="96840"/>
                </a:xfrm>
                <a:prstGeom prst="rect">
                  <a:avLst/>
                </a:prstGeom>
              </p:spPr>
            </p:pic>
          </mc:Fallback>
        </mc:AlternateContent>
      </p:grpSp>
      <p:grpSp>
        <p:nvGrpSpPr>
          <p:cNvPr id="135" name="Group 134">
            <a:extLst>
              <a:ext uri="{FF2B5EF4-FFF2-40B4-BE49-F238E27FC236}">
                <a16:creationId xmlns:a16="http://schemas.microsoft.com/office/drawing/2014/main" id="{140F9708-A488-6934-BEA7-16317DAD9403}"/>
              </a:ext>
            </a:extLst>
          </p:cNvPr>
          <p:cNvGrpSpPr/>
          <p:nvPr/>
        </p:nvGrpSpPr>
        <p:grpSpPr>
          <a:xfrm>
            <a:off x="572271" y="2672465"/>
            <a:ext cx="1692360" cy="165960"/>
            <a:chOff x="572271" y="2672465"/>
            <a:chExt cx="1692360" cy="165960"/>
          </a:xfrm>
        </p:grpSpPr>
        <mc:AlternateContent xmlns:mc="http://schemas.openxmlformats.org/markup-compatibility/2006" xmlns:p14="http://schemas.microsoft.com/office/powerpoint/2010/main">
          <mc:Choice Requires="p14">
            <p:contentPart p14:bwMode="auto" r:id="rId138">
              <p14:nvContentPartPr>
                <p14:cNvPr id="132" name="Ink 131">
                  <a:extLst>
                    <a:ext uri="{FF2B5EF4-FFF2-40B4-BE49-F238E27FC236}">
                      <a16:creationId xmlns:a16="http://schemas.microsoft.com/office/drawing/2014/main" id="{46910CED-5F1F-130E-689A-7A20E4FDD1DF}"/>
                    </a:ext>
                  </a:extLst>
                </p14:cNvPr>
                <p14:cNvContentPartPr/>
                <p14:nvPr/>
              </p14:nvContentPartPr>
              <p14:xfrm>
                <a:off x="2120271" y="2752025"/>
                <a:ext cx="144360" cy="86400"/>
              </p14:xfrm>
            </p:contentPart>
          </mc:Choice>
          <mc:Fallback xmlns="">
            <p:pic>
              <p:nvPicPr>
                <p:cNvPr id="132" name="Ink 131">
                  <a:extLst>
                    <a:ext uri="{FF2B5EF4-FFF2-40B4-BE49-F238E27FC236}">
                      <a16:creationId xmlns:a16="http://schemas.microsoft.com/office/drawing/2014/main" id="{46910CED-5F1F-130E-689A-7A20E4FDD1DF}"/>
                    </a:ext>
                  </a:extLst>
                </p:cNvPr>
                <p:cNvPicPr/>
                <p:nvPr/>
              </p:nvPicPr>
              <p:blipFill>
                <a:blip r:embed="rId139"/>
                <a:stretch>
                  <a:fillRect/>
                </a:stretch>
              </p:blipFill>
              <p:spPr>
                <a:xfrm>
                  <a:off x="2111631" y="2743025"/>
                  <a:ext cx="16200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33" name="Ink 132">
                  <a:extLst>
                    <a:ext uri="{FF2B5EF4-FFF2-40B4-BE49-F238E27FC236}">
                      <a16:creationId xmlns:a16="http://schemas.microsoft.com/office/drawing/2014/main" id="{8FE7FA5D-8851-C5D2-2E20-ACB447E9AF2E}"/>
                    </a:ext>
                  </a:extLst>
                </p14:cNvPr>
                <p14:cNvContentPartPr/>
                <p14:nvPr/>
              </p14:nvContentPartPr>
              <p14:xfrm>
                <a:off x="580551" y="2752745"/>
                <a:ext cx="1586880" cy="51840"/>
              </p14:xfrm>
            </p:contentPart>
          </mc:Choice>
          <mc:Fallback xmlns="">
            <p:pic>
              <p:nvPicPr>
                <p:cNvPr id="133" name="Ink 132">
                  <a:extLst>
                    <a:ext uri="{FF2B5EF4-FFF2-40B4-BE49-F238E27FC236}">
                      <a16:creationId xmlns:a16="http://schemas.microsoft.com/office/drawing/2014/main" id="{8FE7FA5D-8851-C5D2-2E20-ACB447E9AF2E}"/>
                    </a:ext>
                  </a:extLst>
                </p:cNvPr>
                <p:cNvPicPr/>
                <p:nvPr/>
              </p:nvPicPr>
              <p:blipFill>
                <a:blip r:embed="rId141"/>
                <a:stretch>
                  <a:fillRect/>
                </a:stretch>
              </p:blipFill>
              <p:spPr>
                <a:xfrm>
                  <a:off x="571911" y="2743745"/>
                  <a:ext cx="160452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34" name="Ink 133">
                  <a:extLst>
                    <a:ext uri="{FF2B5EF4-FFF2-40B4-BE49-F238E27FC236}">
                      <a16:creationId xmlns:a16="http://schemas.microsoft.com/office/drawing/2014/main" id="{27B75173-F639-553A-AF25-04522A99DE3D}"/>
                    </a:ext>
                  </a:extLst>
                </p14:cNvPr>
                <p14:cNvContentPartPr/>
                <p14:nvPr/>
              </p14:nvContentPartPr>
              <p14:xfrm>
                <a:off x="572271" y="2672465"/>
                <a:ext cx="155520" cy="137160"/>
              </p14:xfrm>
            </p:contentPart>
          </mc:Choice>
          <mc:Fallback xmlns="">
            <p:pic>
              <p:nvPicPr>
                <p:cNvPr id="134" name="Ink 133">
                  <a:extLst>
                    <a:ext uri="{FF2B5EF4-FFF2-40B4-BE49-F238E27FC236}">
                      <a16:creationId xmlns:a16="http://schemas.microsoft.com/office/drawing/2014/main" id="{27B75173-F639-553A-AF25-04522A99DE3D}"/>
                    </a:ext>
                  </a:extLst>
                </p:cNvPr>
                <p:cNvPicPr/>
                <p:nvPr/>
              </p:nvPicPr>
              <p:blipFill>
                <a:blip r:embed="rId143"/>
                <a:stretch>
                  <a:fillRect/>
                </a:stretch>
              </p:blipFill>
              <p:spPr>
                <a:xfrm>
                  <a:off x="563631" y="2663465"/>
                  <a:ext cx="173160" cy="154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4">
            <p14:nvContentPartPr>
              <p14:cNvPr id="136" name="Ink 135">
                <a:extLst>
                  <a:ext uri="{FF2B5EF4-FFF2-40B4-BE49-F238E27FC236}">
                    <a16:creationId xmlns:a16="http://schemas.microsoft.com/office/drawing/2014/main" id="{33F678A3-2833-E47A-6A88-C3FEE7E0A505}"/>
                  </a:ext>
                </a:extLst>
              </p14:cNvPr>
              <p14:cNvContentPartPr/>
              <p14:nvPr/>
            </p14:nvContentPartPr>
            <p14:xfrm>
              <a:off x="4066431" y="3399665"/>
              <a:ext cx="192600" cy="128160"/>
            </p14:xfrm>
          </p:contentPart>
        </mc:Choice>
        <mc:Fallback xmlns="">
          <p:pic>
            <p:nvPicPr>
              <p:cNvPr id="136" name="Ink 135">
                <a:extLst>
                  <a:ext uri="{FF2B5EF4-FFF2-40B4-BE49-F238E27FC236}">
                    <a16:creationId xmlns:a16="http://schemas.microsoft.com/office/drawing/2014/main" id="{33F678A3-2833-E47A-6A88-C3FEE7E0A505}"/>
                  </a:ext>
                </a:extLst>
              </p:cNvPr>
              <p:cNvPicPr/>
              <p:nvPr/>
            </p:nvPicPr>
            <p:blipFill>
              <a:blip r:embed="rId145"/>
              <a:stretch>
                <a:fillRect/>
              </a:stretch>
            </p:blipFill>
            <p:spPr>
              <a:xfrm>
                <a:off x="4057431" y="3390665"/>
                <a:ext cx="210240" cy="145800"/>
              </a:xfrm>
              <a:prstGeom prst="rect">
                <a:avLst/>
              </a:prstGeom>
            </p:spPr>
          </p:pic>
        </mc:Fallback>
      </mc:AlternateContent>
      <p:grpSp>
        <p:nvGrpSpPr>
          <p:cNvPr id="140" name="Group 139">
            <a:extLst>
              <a:ext uri="{FF2B5EF4-FFF2-40B4-BE49-F238E27FC236}">
                <a16:creationId xmlns:a16="http://schemas.microsoft.com/office/drawing/2014/main" id="{51BACAA3-9E68-219A-B44C-91D30F0DA98B}"/>
              </a:ext>
            </a:extLst>
          </p:cNvPr>
          <p:cNvGrpSpPr/>
          <p:nvPr/>
        </p:nvGrpSpPr>
        <p:grpSpPr>
          <a:xfrm>
            <a:off x="1458591" y="3564545"/>
            <a:ext cx="436320" cy="201960"/>
            <a:chOff x="1458591" y="3564545"/>
            <a:chExt cx="436320" cy="201960"/>
          </a:xfrm>
        </p:grpSpPr>
        <mc:AlternateContent xmlns:mc="http://schemas.openxmlformats.org/markup-compatibility/2006" xmlns:p14="http://schemas.microsoft.com/office/powerpoint/2010/main">
          <mc:Choice Requires="p14">
            <p:contentPart p14:bwMode="auto" r:id="rId146">
              <p14:nvContentPartPr>
                <p14:cNvPr id="137" name="Ink 136">
                  <a:extLst>
                    <a:ext uri="{FF2B5EF4-FFF2-40B4-BE49-F238E27FC236}">
                      <a16:creationId xmlns:a16="http://schemas.microsoft.com/office/drawing/2014/main" id="{E6F99DD2-B1CC-E95D-0BAB-EBFB3AFCC38D}"/>
                    </a:ext>
                  </a:extLst>
                </p14:cNvPr>
                <p14:cNvContentPartPr/>
                <p14:nvPr/>
              </p14:nvContentPartPr>
              <p14:xfrm>
                <a:off x="1458591" y="3564545"/>
                <a:ext cx="197640" cy="201960"/>
              </p14:xfrm>
            </p:contentPart>
          </mc:Choice>
          <mc:Fallback xmlns="">
            <p:pic>
              <p:nvPicPr>
                <p:cNvPr id="137" name="Ink 136">
                  <a:extLst>
                    <a:ext uri="{FF2B5EF4-FFF2-40B4-BE49-F238E27FC236}">
                      <a16:creationId xmlns:a16="http://schemas.microsoft.com/office/drawing/2014/main" id="{E6F99DD2-B1CC-E95D-0BAB-EBFB3AFCC38D}"/>
                    </a:ext>
                  </a:extLst>
                </p:cNvPr>
                <p:cNvPicPr/>
                <p:nvPr/>
              </p:nvPicPr>
              <p:blipFill>
                <a:blip r:embed="rId147"/>
                <a:stretch>
                  <a:fillRect/>
                </a:stretch>
              </p:blipFill>
              <p:spPr>
                <a:xfrm>
                  <a:off x="1449591" y="3555545"/>
                  <a:ext cx="21528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38" name="Ink 137">
                  <a:extLst>
                    <a:ext uri="{FF2B5EF4-FFF2-40B4-BE49-F238E27FC236}">
                      <a16:creationId xmlns:a16="http://schemas.microsoft.com/office/drawing/2014/main" id="{78521CBC-CB0C-4D44-5EDD-B4DE4C585B60}"/>
                    </a:ext>
                  </a:extLst>
                </p14:cNvPr>
                <p14:cNvContentPartPr/>
                <p14:nvPr/>
              </p14:nvContentPartPr>
              <p14:xfrm>
                <a:off x="1676031" y="3672185"/>
                <a:ext cx="59400" cy="73800"/>
              </p14:xfrm>
            </p:contentPart>
          </mc:Choice>
          <mc:Fallback xmlns="">
            <p:pic>
              <p:nvPicPr>
                <p:cNvPr id="138" name="Ink 137">
                  <a:extLst>
                    <a:ext uri="{FF2B5EF4-FFF2-40B4-BE49-F238E27FC236}">
                      <a16:creationId xmlns:a16="http://schemas.microsoft.com/office/drawing/2014/main" id="{78521CBC-CB0C-4D44-5EDD-B4DE4C585B60}"/>
                    </a:ext>
                  </a:extLst>
                </p:cNvPr>
                <p:cNvPicPr/>
                <p:nvPr/>
              </p:nvPicPr>
              <p:blipFill>
                <a:blip r:embed="rId149"/>
                <a:stretch>
                  <a:fillRect/>
                </a:stretch>
              </p:blipFill>
              <p:spPr>
                <a:xfrm>
                  <a:off x="1667031" y="3663545"/>
                  <a:ext cx="7704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39" name="Ink 138">
                  <a:extLst>
                    <a:ext uri="{FF2B5EF4-FFF2-40B4-BE49-F238E27FC236}">
                      <a16:creationId xmlns:a16="http://schemas.microsoft.com/office/drawing/2014/main" id="{59633AD4-9281-AD4C-1C42-CCB598B1CBBC}"/>
                    </a:ext>
                  </a:extLst>
                </p14:cNvPr>
                <p14:cNvContentPartPr/>
                <p14:nvPr/>
              </p14:nvContentPartPr>
              <p14:xfrm>
                <a:off x="1767831" y="3622145"/>
                <a:ext cx="127080" cy="122760"/>
              </p14:xfrm>
            </p:contentPart>
          </mc:Choice>
          <mc:Fallback xmlns="">
            <p:pic>
              <p:nvPicPr>
                <p:cNvPr id="139" name="Ink 138">
                  <a:extLst>
                    <a:ext uri="{FF2B5EF4-FFF2-40B4-BE49-F238E27FC236}">
                      <a16:creationId xmlns:a16="http://schemas.microsoft.com/office/drawing/2014/main" id="{59633AD4-9281-AD4C-1C42-CCB598B1CBBC}"/>
                    </a:ext>
                  </a:extLst>
                </p:cNvPr>
                <p:cNvPicPr/>
                <p:nvPr/>
              </p:nvPicPr>
              <p:blipFill>
                <a:blip r:embed="rId151"/>
                <a:stretch>
                  <a:fillRect/>
                </a:stretch>
              </p:blipFill>
              <p:spPr>
                <a:xfrm>
                  <a:off x="1759191" y="3613145"/>
                  <a:ext cx="144720" cy="140400"/>
                </a:xfrm>
                <a:prstGeom prst="rect">
                  <a:avLst/>
                </a:prstGeom>
              </p:spPr>
            </p:pic>
          </mc:Fallback>
        </mc:AlternateContent>
      </p:grpSp>
    </p:spTree>
    <p:extLst>
      <p:ext uri="{BB962C8B-B14F-4D97-AF65-F5344CB8AC3E}">
        <p14:creationId xmlns:p14="http://schemas.microsoft.com/office/powerpoint/2010/main" val="29167593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A50FA-01DA-3B01-33A4-326B01A33910}"/>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31B75583-F1CD-A9B0-5479-9196C952A61C}"/>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Exercises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B1D05E6-429E-E68A-C790-E81979CEFA9A}"/>
              </a:ext>
            </a:extLst>
          </p:cNvPr>
          <p:cNvSpPr txBox="1"/>
          <p:nvPr/>
        </p:nvSpPr>
        <p:spPr>
          <a:xfrm>
            <a:off x="134426" y="490759"/>
            <a:ext cx="8615133" cy="2377558"/>
          </a:xfrm>
          <a:prstGeom prst="rect">
            <a:avLst/>
          </a:prstGeom>
          <a:noFill/>
        </p:spPr>
        <p:txBody>
          <a:bodyPr wrap="square" lIns="91424" tIns="45712" rIns="91424" bIns="45712" rtlCol="0">
            <a:spAutoFit/>
          </a:bodyPr>
          <a:lstStyle/>
          <a:p>
            <a:pPr marL="342900" indent="-342900">
              <a:buAutoNum type="arabicPeriod"/>
            </a:pPr>
            <a:r>
              <a:rPr lang="en-IN" sz="1350" dirty="0">
                <a:latin typeface="Amasis MT Pro" panose="02040504050005020304" pitchFamily="18" charset="0"/>
              </a:rPr>
              <a:t>Adapt the magic button code, to toggle the </a:t>
            </a:r>
            <a:r>
              <a:rPr lang="en-IN" sz="1350" dirty="0" err="1">
                <a:latin typeface="Amasis MT Pro" panose="02040504050005020304" pitchFamily="18" charset="0"/>
              </a:rPr>
              <a:t>color</a:t>
            </a:r>
            <a:r>
              <a:rPr lang="en-IN" sz="1350" dirty="0">
                <a:latin typeface="Amasis MT Pro" panose="02040504050005020304" pitchFamily="18" charset="0"/>
              </a:rPr>
              <a:t> of the boxes</a:t>
            </a:r>
          </a:p>
          <a:p>
            <a:pPr marL="342900" indent="-342900">
              <a:buAutoNum type="arabicPeriod"/>
            </a:pPr>
            <a:r>
              <a:rPr lang="en-IN" sz="1350" dirty="0">
                <a:latin typeface="Amasis MT Pro" panose="02040504050005020304" pitchFamily="18" charset="0"/>
              </a:rPr>
              <a:t>Create an array of building material e.g. steel, wood, .. And quantity and price which you would need to use to construct a house. Create a button, on click, calculate the total cost of house construction.</a:t>
            </a:r>
          </a:p>
          <a:p>
            <a:pPr marL="342900" indent="-342900">
              <a:buAutoNum type="arabicPeriod"/>
            </a:pPr>
            <a:r>
              <a:rPr lang="en-IN" sz="1350" dirty="0">
                <a:latin typeface="Amasis MT Pro" panose="02040504050005020304" pitchFamily="18" charset="0"/>
              </a:rPr>
              <a:t>Our blink exercise was not working when we use </a:t>
            </a:r>
            <a:r>
              <a:rPr lang="en-IN" sz="1350" b="1" dirty="0">
                <a:latin typeface="Amasis MT Pro" panose="02040504050005020304" pitchFamily="18" charset="0"/>
              </a:rPr>
              <a:t>this </a:t>
            </a:r>
            <a:r>
              <a:rPr lang="en-IN" sz="1350" dirty="0">
                <a:latin typeface="Amasis MT Pro" panose="02040504050005020304" pitchFamily="18" charset="0"/>
              </a:rPr>
              <a:t>pointer with </a:t>
            </a:r>
            <a:r>
              <a:rPr lang="en-IN" sz="1350" b="1" dirty="0">
                <a:latin typeface="Amasis MT Pro" panose="02040504050005020304" pitchFamily="18" charset="0"/>
              </a:rPr>
              <a:t>arrow function</a:t>
            </a:r>
            <a:r>
              <a:rPr lang="en-IN" sz="1350" dirty="0">
                <a:latin typeface="Amasis MT Pro" panose="02040504050005020304" pitchFamily="18" charset="0"/>
              </a:rPr>
              <a:t>, please explore internet and find solution. – Not possible</a:t>
            </a:r>
          </a:p>
          <a:p>
            <a:pPr marL="342900" indent="-342900">
              <a:buAutoNum type="arabicPeriod"/>
            </a:pPr>
            <a:r>
              <a:rPr lang="en-IN" sz="1350" dirty="0">
                <a:latin typeface="Amasis MT Pro" panose="02040504050005020304" pitchFamily="18" charset="0"/>
              </a:rPr>
              <a:t>Print the data which is coming from Covid API on screen once the response is received. </a:t>
            </a:r>
            <a:r>
              <a:rPr lang="en-IN" sz="1350" dirty="0" err="1">
                <a:latin typeface="Amasis MT Pro" panose="02040504050005020304" pitchFamily="18" charset="0"/>
              </a:rPr>
              <a:t>StateName</a:t>
            </a:r>
            <a:r>
              <a:rPr lang="en-IN" sz="1350" dirty="0">
                <a:latin typeface="Amasis MT Pro" panose="02040504050005020304" pitchFamily="18" charset="0"/>
              </a:rPr>
              <a:t> Confirmed cases</a:t>
            </a:r>
          </a:p>
          <a:p>
            <a:pPr marL="342900" indent="-342900">
              <a:buAutoNum type="arabicPeriod"/>
            </a:pPr>
            <a:endParaRPr lang="en-IN" sz="1350" dirty="0">
              <a:latin typeface="Amasis MT Pro" panose="02040504050005020304" pitchFamily="18" charset="0"/>
            </a:endParaRPr>
          </a:p>
          <a:p>
            <a:r>
              <a:rPr lang="en-IN" sz="1350" u="sng" dirty="0">
                <a:latin typeface="Amasis MT Pro" panose="02040504050005020304" pitchFamily="18" charset="0"/>
              </a:rPr>
              <a:t>Aayush, Deepak, Harsh, Rahul – I will check this exercise in office around 12 </a:t>
            </a:r>
            <a:br>
              <a:rPr lang="en-IN" sz="1350" u="sng" dirty="0">
                <a:latin typeface="Amasis MT Pro" panose="02040504050005020304" pitchFamily="18" charset="0"/>
              </a:rPr>
            </a:br>
            <a:endParaRPr lang="en-IN" sz="1350" u="sng" dirty="0">
              <a:latin typeface="Amasis MT Pro" panose="02040504050005020304" pitchFamily="18" charset="0"/>
            </a:endParaRPr>
          </a:p>
          <a:p>
            <a:r>
              <a:rPr lang="en-IN" sz="1350" dirty="0">
                <a:latin typeface="Amasis MT Pro" panose="02040504050005020304" pitchFamily="18" charset="0"/>
              </a:rPr>
              <a:t> </a:t>
            </a:r>
          </a:p>
        </p:txBody>
      </p:sp>
      <p:sp>
        <p:nvSpPr>
          <p:cNvPr id="4" name="TextBox 3">
            <a:extLst>
              <a:ext uri="{FF2B5EF4-FFF2-40B4-BE49-F238E27FC236}">
                <a16:creationId xmlns:a16="http://schemas.microsoft.com/office/drawing/2014/main" id="{E925C14F-3A56-0C40-CEAB-DDB49E169A64}"/>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BEED8E1D-3DB2-7E7B-D804-E9F8839C9EB3}"/>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EAB2689B-FF9C-D346-310E-AB0F8C94B180}"/>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17516327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31ECE-1853-A7F5-18D8-639393438CCB}"/>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C2A576C6-73FF-FCB4-8D3C-1ED3F727B301}"/>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jQuery</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8511E48-B3AC-0D31-226A-585CC45F6FDD}"/>
              </a:ext>
            </a:extLst>
          </p:cNvPr>
          <p:cNvSpPr txBox="1"/>
          <p:nvPr/>
        </p:nvSpPr>
        <p:spPr>
          <a:xfrm>
            <a:off x="150825" y="590550"/>
            <a:ext cx="8615133" cy="3831802"/>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jQuery is a reusable Java Script library which was created by open source community. The moto is to </a:t>
            </a:r>
            <a:r>
              <a:rPr lang="en-IN" sz="1350" b="1" dirty="0">
                <a:latin typeface="Amasis MT Pro" panose="02040504050005020304" pitchFamily="18" charset="0"/>
              </a:rPr>
              <a:t>write less and do more.</a:t>
            </a:r>
            <a:r>
              <a:rPr lang="en-IN" sz="1350" dirty="0">
                <a:latin typeface="Amasis MT Pro" panose="02040504050005020304" pitchFamily="18" charset="0"/>
              </a:rPr>
              <a:t> A library is a collection of functions which are completely reusable. Usually a file with .</a:t>
            </a:r>
            <a:r>
              <a:rPr lang="en-IN" sz="1350" dirty="0" err="1">
                <a:latin typeface="Amasis MT Pro" panose="02040504050005020304" pitchFamily="18" charset="0"/>
              </a:rPr>
              <a:t>js</a:t>
            </a:r>
            <a:r>
              <a:rPr lang="en-IN" sz="1350" dirty="0">
                <a:latin typeface="Amasis MT Pro" panose="02040504050005020304" pitchFamily="18" charset="0"/>
              </a:rPr>
              <a:t> extension, that we can refer in our code from internet/local machine. Then we can start consuming the built-in functions.</a:t>
            </a:r>
          </a:p>
          <a:p>
            <a:endParaRPr lang="en-IN" sz="1350" dirty="0">
              <a:latin typeface="Amasis MT Pro" panose="02040504050005020304" pitchFamily="18" charset="0"/>
            </a:endParaRPr>
          </a:p>
          <a:p>
            <a:r>
              <a:rPr lang="en-IN" sz="1350" dirty="0">
                <a:latin typeface="Amasis MT Pro" panose="02040504050005020304" pitchFamily="18" charset="0"/>
              </a:rPr>
              <a:t>Benefits</a:t>
            </a:r>
          </a:p>
          <a:p>
            <a:pPr marL="285750" indent="-285750">
              <a:buFont typeface="Arial" panose="020B0604020202020204" pitchFamily="34" charset="0"/>
              <a:buChar char="•"/>
            </a:pPr>
            <a:r>
              <a:rPr lang="en-IN" sz="1350" dirty="0">
                <a:latin typeface="Amasis MT Pro" panose="02040504050005020304" pitchFamily="18" charset="0"/>
              </a:rPr>
              <a:t>It simplifies the developer’s work</a:t>
            </a:r>
          </a:p>
          <a:p>
            <a:pPr marL="285750" indent="-285750">
              <a:buFont typeface="Arial" panose="020B0604020202020204" pitchFamily="34" charset="0"/>
              <a:buChar char="•"/>
            </a:pPr>
            <a:r>
              <a:rPr lang="en-IN" sz="1350" dirty="0">
                <a:latin typeface="Amasis MT Pro" panose="02040504050005020304" pitchFamily="18" charset="0"/>
              </a:rPr>
              <a:t>It reduce the time to build code</a:t>
            </a:r>
          </a:p>
          <a:p>
            <a:pPr marL="285750" indent="-285750">
              <a:buFont typeface="Arial" panose="020B0604020202020204" pitchFamily="34" charset="0"/>
              <a:buChar char="•"/>
            </a:pPr>
            <a:r>
              <a:rPr lang="en-IN" sz="1350" dirty="0">
                <a:latin typeface="Amasis MT Pro" panose="02040504050005020304" pitchFamily="18" charset="0"/>
              </a:rPr>
              <a:t>It is free </a:t>
            </a:r>
          </a:p>
          <a:p>
            <a:pPr marL="285750" indent="-285750">
              <a:buFont typeface="Arial" panose="020B0604020202020204" pitchFamily="34" charset="0"/>
              <a:buChar char="•"/>
            </a:pPr>
            <a:r>
              <a:rPr lang="en-IN" sz="1350" dirty="0">
                <a:latin typeface="Amasis MT Pro" panose="02040504050005020304" pitchFamily="18" charset="0"/>
              </a:rPr>
              <a:t>Best practice in industry</a:t>
            </a:r>
          </a:p>
          <a:p>
            <a:pPr marL="285750" indent="-285750">
              <a:buFont typeface="Arial" panose="020B0604020202020204" pitchFamily="34" charset="0"/>
              <a:buChar char="•"/>
            </a:pPr>
            <a:r>
              <a:rPr lang="en-IN" sz="1350" dirty="0">
                <a:latin typeface="Amasis MT Pro" panose="02040504050005020304" pitchFamily="18" charset="0"/>
              </a:rPr>
              <a:t>Top companies like Google, </a:t>
            </a:r>
            <a:r>
              <a:rPr lang="en-IN" sz="1350" dirty="0" err="1">
                <a:latin typeface="Amasis MT Pro" panose="02040504050005020304" pitchFamily="18" charset="0"/>
              </a:rPr>
              <a:t>NetFlix</a:t>
            </a:r>
            <a:r>
              <a:rPr lang="en-IN" sz="1350" dirty="0">
                <a:latin typeface="Amasis MT Pro" panose="02040504050005020304" pitchFamily="18" charset="0"/>
              </a:rPr>
              <a:t>, Microsoft, SAP they all are using jQuery</a:t>
            </a:r>
          </a:p>
          <a:p>
            <a:pPr marL="285750" indent="-285750">
              <a:buFont typeface="Arial" panose="020B0604020202020204" pitchFamily="34" charset="0"/>
              <a:buChar char="•"/>
            </a:pPr>
            <a:r>
              <a:rPr lang="en-IN" sz="1350" dirty="0">
                <a:latin typeface="Amasis MT Pro" panose="02040504050005020304" pitchFamily="18" charset="0"/>
              </a:rPr>
              <a:t>Good documentation available on internet</a:t>
            </a:r>
          </a:p>
          <a:p>
            <a:pPr marL="285750" indent="-285750">
              <a:buFont typeface="Arial" panose="020B0604020202020204" pitchFamily="34" charset="0"/>
              <a:buChar char="•"/>
            </a:pPr>
            <a:r>
              <a:rPr lang="en-IN" sz="1350" dirty="0">
                <a:latin typeface="Amasis MT Pro" panose="02040504050005020304" pitchFamily="18" charset="0"/>
              </a:rPr>
              <a:t>jQuery can be reference as local file, OR from CDN (Content Delivery Network)</a:t>
            </a:r>
          </a:p>
          <a:p>
            <a:r>
              <a:rPr lang="en-IN" sz="1350" dirty="0">
                <a:latin typeface="Amasis MT Pro" panose="02040504050005020304" pitchFamily="18" charset="0"/>
              </a:rPr>
              <a:t>Syntax:</a:t>
            </a:r>
          </a:p>
          <a:p>
            <a:endParaRPr lang="en-IN" sz="1350" dirty="0">
              <a:latin typeface="Amasis MT Pro" panose="02040504050005020304" pitchFamily="18" charset="0"/>
            </a:endParaRPr>
          </a:p>
          <a:p>
            <a:r>
              <a:rPr lang="en-IN" sz="1350" dirty="0">
                <a:latin typeface="Amasis MT Pro" panose="02040504050005020304" pitchFamily="18" charset="0"/>
              </a:rPr>
              <a:t>$(</a:t>
            </a:r>
            <a:r>
              <a:rPr lang="en-IN" sz="1350" b="1" i="1" dirty="0">
                <a:latin typeface="Amasis MT Pro" panose="02040504050005020304" pitchFamily="18" charset="0"/>
              </a:rPr>
              <a:t>selector</a:t>
            </a:r>
            <a:r>
              <a:rPr lang="en-IN" sz="1350" dirty="0">
                <a:latin typeface="Amasis MT Pro" panose="02040504050005020304" pitchFamily="18" charset="0"/>
              </a:rPr>
              <a:t>).action();</a:t>
            </a:r>
          </a:p>
          <a:p>
            <a:r>
              <a:rPr lang="en-IN" sz="1350" dirty="0">
                <a:latin typeface="Amasis MT Pro" panose="02040504050005020304" pitchFamily="18" charset="0"/>
              </a:rPr>
              <a:t>selector – which element(s) you want to target – </a:t>
            </a:r>
            <a:r>
              <a:rPr lang="en-IN" sz="1350" i="1" dirty="0" err="1">
                <a:latin typeface="Amasis MT Pro" panose="02040504050005020304" pitchFamily="18" charset="0"/>
              </a:rPr>
              <a:t>tagName</a:t>
            </a:r>
            <a:r>
              <a:rPr lang="en-IN" sz="1350" i="1" dirty="0">
                <a:latin typeface="Amasis MT Pro" panose="02040504050005020304" pitchFamily="18" charset="0"/>
              </a:rPr>
              <a:t>, .</a:t>
            </a:r>
            <a:r>
              <a:rPr lang="en-IN" sz="1350" i="1" dirty="0" err="1">
                <a:latin typeface="Amasis MT Pro" panose="02040504050005020304" pitchFamily="18" charset="0"/>
              </a:rPr>
              <a:t>className</a:t>
            </a:r>
            <a:r>
              <a:rPr lang="en-IN" sz="1350" i="1" dirty="0">
                <a:latin typeface="Amasis MT Pro" panose="02040504050005020304" pitchFamily="18" charset="0"/>
              </a:rPr>
              <a:t>, #id, </a:t>
            </a:r>
            <a:r>
              <a:rPr lang="en-IN" sz="1200" b="1" i="1" dirty="0" err="1">
                <a:latin typeface="Amasis MT Pro" panose="02040504050005020304" pitchFamily="18" charset="0"/>
              </a:rPr>
              <a:t>elementObject</a:t>
            </a:r>
            <a:r>
              <a:rPr lang="en-IN" sz="1200" b="1" i="1" dirty="0">
                <a:latin typeface="Amasis MT Pro" panose="02040504050005020304" pitchFamily="18" charset="0"/>
              </a:rPr>
              <a:t> </a:t>
            </a:r>
            <a:r>
              <a:rPr lang="en-IN" sz="1200" b="1" i="1" dirty="0">
                <a:latin typeface="Amasis MT Pro" panose="02040504050005020304" pitchFamily="18" charset="0"/>
                <a:sym typeface="Wingdings" panose="05000000000000000000" pitchFamily="2" charset="2"/>
              </a:rPr>
              <a:t> </a:t>
            </a:r>
            <a:r>
              <a:rPr lang="en-IN" sz="1200" b="1" i="1" dirty="0" err="1">
                <a:latin typeface="Amasis MT Pro" panose="02040504050005020304" pitchFamily="18" charset="0"/>
                <a:sym typeface="Wingdings" panose="05000000000000000000" pitchFamily="2" charset="2"/>
              </a:rPr>
              <a:t>docment.getElement</a:t>
            </a:r>
            <a:r>
              <a:rPr lang="en-IN" sz="1200" b="1" i="1" dirty="0">
                <a:latin typeface="Amasis MT Pro" panose="02040504050005020304" pitchFamily="18" charset="0"/>
                <a:sym typeface="Wingdings" panose="05000000000000000000" pitchFamily="2" charset="2"/>
              </a:rPr>
              <a:t>..()</a:t>
            </a:r>
            <a:endParaRPr lang="en-IN" sz="1200" b="1" dirty="0">
              <a:latin typeface="Amasis MT Pro" panose="02040504050005020304" pitchFamily="18" charset="0"/>
            </a:endParaRPr>
          </a:p>
          <a:p>
            <a:r>
              <a:rPr lang="en-IN" sz="1350" dirty="0">
                <a:latin typeface="Amasis MT Pro" panose="02040504050005020304" pitchFamily="18" charset="0"/>
              </a:rPr>
              <a:t>$ - tells the browser that we are planning to use jQuery</a:t>
            </a:r>
          </a:p>
          <a:p>
            <a:r>
              <a:rPr lang="en-IN" sz="1350" dirty="0">
                <a:latin typeface="Amasis MT Pro" panose="02040504050005020304" pitchFamily="18" charset="0"/>
              </a:rPr>
              <a:t>Action – refer the standard </a:t>
            </a:r>
            <a:r>
              <a:rPr lang="en-IN" sz="1350" dirty="0" err="1">
                <a:latin typeface="Amasis MT Pro" panose="02040504050005020304" pitchFamily="18" charset="0"/>
              </a:rPr>
              <a:t>jquery</a:t>
            </a:r>
            <a:r>
              <a:rPr lang="en-IN" sz="1350" dirty="0">
                <a:latin typeface="Amasis MT Pro" panose="02040504050005020304" pitchFamily="18" charset="0"/>
              </a:rPr>
              <a:t> function </a:t>
            </a:r>
          </a:p>
        </p:txBody>
      </p:sp>
      <p:sp>
        <p:nvSpPr>
          <p:cNvPr id="4" name="TextBox 3">
            <a:extLst>
              <a:ext uri="{FF2B5EF4-FFF2-40B4-BE49-F238E27FC236}">
                <a16:creationId xmlns:a16="http://schemas.microsoft.com/office/drawing/2014/main" id="{96BD68B8-8DDB-7BD8-7E89-BD201E0DDD8E}"/>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A4F705E2-91E9-6FE9-C613-A078BBF3FBD0}"/>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9FA5CA03-9B7E-15FF-414A-773210AC1C5E}"/>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1017971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F622F-BB24-DFF5-F150-5196EA10856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A719A4E9-83E4-3AA8-0865-68FC0A673586}"/>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What is Node JS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5648B31-2946-F52D-7D69-63EED6F1F0FA}"/>
              </a:ext>
            </a:extLst>
          </p:cNvPr>
          <p:cNvSpPr txBox="1"/>
          <p:nvPr/>
        </p:nvSpPr>
        <p:spPr>
          <a:xfrm>
            <a:off x="124812" y="510862"/>
            <a:ext cx="8615133" cy="2585307"/>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Node JS is a framework which provides the runtime environment to execute JS code outside the browser. Node JS is free, fast and open source. The whole world is developing on node </a:t>
            </a:r>
            <a:r>
              <a:rPr lang="en-IN" sz="1350" dirty="0" err="1">
                <a:latin typeface="Amasis MT Pro" panose="02040504050005020304" pitchFamily="18" charset="0"/>
              </a:rPr>
              <a:t>js</a:t>
            </a:r>
            <a:r>
              <a:rPr lang="en-IN" sz="1350" dirty="0">
                <a:latin typeface="Amasis MT Pro" panose="02040504050005020304" pitchFamily="18" charset="0"/>
              </a:rPr>
              <a:t> hence its growing very fast. It comes with pre-packaged modules for many reusable tasks e.g. fs, util. Also node </a:t>
            </a:r>
            <a:r>
              <a:rPr lang="en-IN" sz="1350" dirty="0" err="1">
                <a:latin typeface="Amasis MT Pro" panose="02040504050005020304" pitchFamily="18" charset="0"/>
              </a:rPr>
              <a:t>js</a:t>
            </a:r>
            <a:r>
              <a:rPr lang="en-IN" sz="1350" dirty="0">
                <a:latin typeface="Amasis MT Pro" panose="02040504050005020304" pitchFamily="18" charset="0"/>
              </a:rPr>
              <a:t> have many used cases like</a:t>
            </a:r>
          </a:p>
          <a:p>
            <a:pPr marL="285750" indent="-285750">
              <a:buFont typeface="Arial" panose="020B0604020202020204" pitchFamily="34" charset="0"/>
              <a:buChar char="•"/>
            </a:pPr>
            <a:r>
              <a:rPr lang="en-IN" sz="1350" dirty="0">
                <a:latin typeface="Amasis MT Pro" panose="02040504050005020304" pitchFamily="18" charset="0"/>
              </a:rPr>
              <a:t>Write processing logic on server side</a:t>
            </a:r>
          </a:p>
          <a:p>
            <a:pPr marL="285750" indent="-285750">
              <a:buFont typeface="Arial" panose="020B0604020202020204" pitchFamily="34" charset="0"/>
              <a:buChar char="•"/>
            </a:pPr>
            <a:r>
              <a:rPr lang="en-IN" sz="1350" dirty="0">
                <a:latin typeface="Amasis MT Pro" panose="02040504050005020304" pitchFamily="18" charset="0"/>
              </a:rPr>
              <a:t>Build a server</a:t>
            </a:r>
          </a:p>
          <a:p>
            <a:pPr marL="285750" indent="-285750">
              <a:buFont typeface="Arial" panose="020B0604020202020204" pitchFamily="34" charset="0"/>
              <a:buChar char="•"/>
            </a:pPr>
            <a:r>
              <a:rPr lang="en-IN" sz="1350" dirty="0">
                <a:latin typeface="Amasis MT Pro" panose="02040504050005020304" pitchFamily="18" charset="0"/>
              </a:rPr>
              <a:t>Send email, make pdf/word</a:t>
            </a:r>
          </a:p>
          <a:p>
            <a:pPr marL="285750" indent="-285750">
              <a:buFont typeface="Arial" panose="020B0604020202020204" pitchFamily="34" charset="0"/>
              <a:buChar char="•"/>
            </a:pPr>
            <a:r>
              <a:rPr lang="en-IN" sz="1350" dirty="0">
                <a:latin typeface="Amasis MT Pro" panose="02040504050005020304" pitchFamily="18" charset="0"/>
              </a:rPr>
              <a:t>Database lookups</a:t>
            </a:r>
          </a:p>
          <a:p>
            <a:pPr marL="285750" indent="-285750">
              <a:buFont typeface="Arial" panose="020B0604020202020204" pitchFamily="34" charset="0"/>
              <a:buChar char="•"/>
            </a:pPr>
            <a:r>
              <a:rPr lang="en-IN" sz="1350" dirty="0">
                <a:latin typeface="Amasis MT Pro" panose="02040504050005020304" pitchFamily="18" charset="0"/>
              </a:rPr>
              <a:t>Write complete application logic to make end to end applications, it’s a great web framework</a:t>
            </a:r>
          </a:p>
          <a:p>
            <a:pPr marL="285750" indent="-285750">
              <a:buFont typeface="Arial" panose="020B0604020202020204" pitchFamily="34" charset="0"/>
              <a:buChar char="•"/>
            </a:pPr>
            <a:r>
              <a:rPr lang="en-IN" sz="1350" dirty="0">
                <a:latin typeface="Amasis MT Pro" panose="02040504050005020304" pitchFamily="18" charset="0"/>
              </a:rPr>
              <a:t>The programming language is still JS which you already know</a:t>
            </a:r>
          </a:p>
          <a:p>
            <a:endParaRPr lang="en-IN" sz="1350" dirty="0">
              <a:latin typeface="Amasis MT Pro" panose="02040504050005020304" pitchFamily="18" charset="0"/>
            </a:endParaRPr>
          </a:p>
          <a:p>
            <a:r>
              <a:rPr lang="en-IN" sz="1350" dirty="0">
                <a:latin typeface="Amasis MT Pro" panose="02040504050005020304" pitchFamily="18" charset="0"/>
              </a:rPr>
              <a:t>Comes with a very big eco systems of </a:t>
            </a:r>
            <a:r>
              <a:rPr lang="en-IN" sz="1350" b="1" dirty="0" err="1">
                <a:latin typeface="Amasis MT Pro" panose="02040504050005020304" pitchFamily="18" charset="0"/>
              </a:rPr>
              <a:t>node_modules</a:t>
            </a:r>
            <a:r>
              <a:rPr lang="en-IN" sz="1350" dirty="0">
                <a:latin typeface="Amasis MT Pro" panose="02040504050005020304" pitchFamily="18" charset="0"/>
              </a:rPr>
              <a:t> which are downloadable and reusable free of cost. </a:t>
            </a:r>
          </a:p>
          <a:p>
            <a:r>
              <a:rPr lang="en-IN" sz="1350" dirty="0">
                <a:latin typeface="Amasis MT Pro" panose="02040504050005020304" pitchFamily="18" charset="0"/>
              </a:rPr>
              <a:t>http://npmjs.com</a:t>
            </a:r>
          </a:p>
        </p:txBody>
      </p:sp>
      <p:sp>
        <p:nvSpPr>
          <p:cNvPr id="4" name="TextBox 3">
            <a:extLst>
              <a:ext uri="{FF2B5EF4-FFF2-40B4-BE49-F238E27FC236}">
                <a16:creationId xmlns:a16="http://schemas.microsoft.com/office/drawing/2014/main" id="{0A10BD95-258F-ED6B-D253-058D60208B2F}"/>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51C88643-A1FE-3A9A-3C69-4C0235AED027}"/>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58B0B684-2BEE-8EB6-5B3A-8B2291CF3B8D}"/>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grpSp>
        <p:nvGrpSpPr>
          <p:cNvPr id="71" name="Group 70">
            <a:extLst>
              <a:ext uri="{FF2B5EF4-FFF2-40B4-BE49-F238E27FC236}">
                <a16:creationId xmlns:a16="http://schemas.microsoft.com/office/drawing/2014/main" id="{846BCDB3-4718-6352-5392-BF971C6BFF1A}"/>
              </a:ext>
            </a:extLst>
          </p:cNvPr>
          <p:cNvGrpSpPr/>
          <p:nvPr/>
        </p:nvGrpSpPr>
        <p:grpSpPr>
          <a:xfrm>
            <a:off x="351231" y="3855425"/>
            <a:ext cx="506880" cy="738720"/>
            <a:chOff x="351231" y="3855425"/>
            <a:chExt cx="506880" cy="738720"/>
          </a:xfrm>
        </p:grpSpPr>
        <mc:AlternateContent xmlns:mc="http://schemas.openxmlformats.org/markup-compatibility/2006" xmlns:p14="http://schemas.microsoft.com/office/powerpoint/2010/main">
          <mc:Choice Requires="p14">
            <p:contentPart p14:bwMode="auto" r:id="rId3">
              <p14:nvContentPartPr>
                <p14:cNvPr id="62" name="Ink 61">
                  <a:extLst>
                    <a:ext uri="{FF2B5EF4-FFF2-40B4-BE49-F238E27FC236}">
                      <a16:creationId xmlns:a16="http://schemas.microsoft.com/office/drawing/2014/main" id="{E9AD332A-EA79-9A74-4B8E-A606A5C00E67}"/>
                    </a:ext>
                  </a:extLst>
                </p14:cNvPr>
                <p14:cNvContentPartPr/>
                <p14:nvPr/>
              </p14:nvContentPartPr>
              <p14:xfrm>
                <a:off x="351231" y="4149185"/>
                <a:ext cx="273240" cy="235800"/>
              </p14:xfrm>
            </p:contentPart>
          </mc:Choice>
          <mc:Fallback xmlns="">
            <p:pic>
              <p:nvPicPr>
                <p:cNvPr id="62" name="Ink 61">
                  <a:extLst>
                    <a:ext uri="{FF2B5EF4-FFF2-40B4-BE49-F238E27FC236}">
                      <a16:creationId xmlns:a16="http://schemas.microsoft.com/office/drawing/2014/main" id="{E9AD332A-EA79-9A74-4B8E-A606A5C00E67}"/>
                    </a:ext>
                  </a:extLst>
                </p:cNvPr>
                <p:cNvPicPr/>
                <p:nvPr/>
              </p:nvPicPr>
              <p:blipFill>
                <a:blip r:embed="rId4"/>
                <a:stretch>
                  <a:fillRect/>
                </a:stretch>
              </p:blipFill>
              <p:spPr>
                <a:xfrm>
                  <a:off x="342591" y="4140185"/>
                  <a:ext cx="29088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3" name="Ink 62">
                  <a:extLst>
                    <a:ext uri="{FF2B5EF4-FFF2-40B4-BE49-F238E27FC236}">
                      <a16:creationId xmlns:a16="http://schemas.microsoft.com/office/drawing/2014/main" id="{EFD210D1-ABC3-7FD0-9B1B-B48FD106E2FC}"/>
                    </a:ext>
                  </a:extLst>
                </p14:cNvPr>
                <p14:cNvContentPartPr/>
                <p14:nvPr/>
              </p14:nvContentPartPr>
              <p14:xfrm>
                <a:off x="368511" y="4387145"/>
                <a:ext cx="213840" cy="207000"/>
              </p14:xfrm>
            </p:contentPart>
          </mc:Choice>
          <mc:Fallback xmlns="">
            <p:pic>
              <p:nvPicPr>
                <p:cNvPr id="63" name="Ink 62">
                  <a:extLst>
                    <a:ext uri="{FF2B5EF4-FFF2-40B4-BE49-F238E27FC236}">
                      <a16:creationId xmlns:a16="http://schemas.microsoft.com/office/drawing/2014/main" id="{EFD210D1-ABC3-7FD0-9B1B-B48FD106E2FC}"/>
                    </a:ext>
                  </a:extLst>
                </p:cNvPr>
                <p:cNvPicPr/>
                <p:nvPr/>
              </p:nvPicPr>
              <p:blipFill>
                <a:blip r:embed="rId6"/>
                <a:stretch>
                  <a:fillRect/>
                </a:stretch>
              </p:blipFill>
              <p:spPr>
                <a:xfrm>
                  <a:off x="359511" y="4378145"/>
                  <a:ext cx="23148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4" name="Ink 63">
                  <a:extLst>
                    <a:ext uri="{FF2B5EF4-FFF2-40B4-BE49-F238E27FC236}">
                      <a16:creationId xmlns:a16="http://schemas.microsoft.com/office/drawing/2014/main" id="{C3F7EB36-15EF-6AAC-3B50-B5E17EEF5DEA}"/>
                    </a:ext>
                  </a:extLst>
                </p14:cNvPr>
                <p14:cNvContentPartPr/>
                <p14:nvPr/>
              </p14:nvContentPartPr>
              <p14:xfrm>
                <a:off x="419271" y="4288865"/>
                <a:ext cx="78840" cy="21240"/>
              </p14:xfrm>
            </p:contentPart>
          </mc:Choice>
          <mc:Fallback xmlns="">
            <p:pic>
              <p:nvPicPr>
                <p:cNvPr id="64" name="Ink 63">
                  <a:extLst>
                    <a:ext uri="{FF2B5EF4-FFF2-40B4-BE49-F238E27FC236}">
                      <a16:creationId xmlns:a16="http://schemas.microsoft.com/office/drawing/2014/main" id="{C3F7EB36-15EF-6AAC-3B50-B5E17EEF5DEA}"/>
                    </a:ext>
                  </a:extLst>
                </p:cNvPr>
                <p:cNvPicPr/>
                <p:nvPr/>
              </p:nvPicPr>
              <p:blipFill>
                <a:blip r:embed="rId8"/>
                <a:stretch>
                  <a:fillRect/>
                </a:stretch>
              </p:blipFill>
              <p:spPr>
                <a:xfrm>
                  <a:off x="410271" y="4280225"/>
                  <a:ext cx="9648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5" name="Ink 64">
                  <a:extLst>
                    <a:ext uri="{FF2B5EF4-FFF2-40B4-BE49-F238E27FC236}">
                      <a16:creationId xmlns:a16="http://schemas.microsoft.com/office/drawing/2014/main" id="{2FF6BE08-97B3-0F09-AAEE-C00A7400D558}"/>
                    </a:ext>
                  </a:extLst>
                </p14:cNvPr>
                <p14:cNvContentPartPr/>
                <p14:nvPr/>
              </p14:nvContentPartPr>
              <p14:xfrm>
                <a:off x="419271" y="4228025"/>
                <a:ext cx="3240" cy="360"/>
              </p14:xfrm>
            </p:contentPart>
          </mc:Choice>
          <mc:Fallback xmlns="">
            <p:pic>
              <p:nvPicPr>
                <p:cNvPr id="65" name="Ink 64">
                  <a:extLst>
                    <a:ext uri="{FF2B5EF4-FFF2-40B4-BE49-F238E27FC236}">
                      <a16:creationId xmlns:a16="http://schemas.microsoft.com/office/drawing/2014/main" id="{2FF6BE08-97B3-0F09-AAEE-C00A7400D558}"/>
                    </a:ext>
                  </a:extLst>
                </p:cNvPr>
                <p:cNvPicPr/>
                <p:nvPr/>
              </p:nvPicPr>
              <p:blipFill>
                <a:blip r:embed="rId10"/>
                <a:stretch>
                  <a:fillRect/>
                </a:stretch>
              </p:blipFill>
              <p:spPr>
                <a:xfrm>
                  <a:off x="410271" y="4219385"/>
                  <a:ext cx="208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6" name="Ink 65">
                  <a:extLst>
                    <a:ext uri="{FF2B5EF4-FFF2-40B4-BE49-F238E27FC236}">
                      <a16:creationId xmlns:a16="http://schemas.microsoft.com/office/drawing/2014/main" id="{BC1C6BCA-BED2-7AEA-A2AC-7FE4D938EEB2}"/>
                    </a:ext>
                  </a:extLst>
                </p14:cNvPr>
                <p14:cNvContentPartPr/>
                <p14:nvPr/>
              </p14:nvContentPartPr>
              <p14:xfrm>
                <a:off x="525111" y="4225505"/>
                <a:ext cx="3600" cy="3240"/>
              </p14:xfrm>
            </p:contentPart>
          </mc:Choice>
          <mc:Fallback xmlns="">
            <p:pic>
              <p:nvPicPr>
                <p:cNvPr id="66" name="Ink 65">
                  <a:extLst>
                    <a:ext uri="{FF2B5EF4-FFF2-40B4-BE49-F238E27FC236}">
                      <a16:creationId xmlns:a16="http://schemas.microsoft.com/office/drawing/2014/main" id="{BC1C6BCA-BED2-7AEA-A2AC-7FE4D938EEB2}"/>
                    </a:ext>
                  </a:extLst>
                </p:cNvPr>
                <p:cNvPicPr/>
                <p:nvPr/>
              </p:nvPicPr>
              <p:blipFill>
                <a:blip r:embed="rId10"/>
                <a:stretch>
                  <a:fillRect/>
                </a:stretch>
              </p:blipFill>
              <p:spPr>
                <a:xfrm>
                  <a:off x="516471" y="4216505"/>
                  <a:ext cx="2124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7" name="Ink 66">
                  <a:extLst>
                    <a:ext uri="{FF2B5EF4-FFF2-40B4-BE49-F238E27FC236}">
                      <a16:creationId xmlns:a16="http://schemas.microsoft.com/office/drawing/2014/main" id="{DA536704-70AC-9A2F-F5CE-22D19FAF4BCD}"/>
                    </a:ext>
                  </a:extLst>
                </p14:cNvPr>
                <p14:cNvContentPartPr/>
                <p14:nvPr/>
              </p14:nvContentPartPr>
              <p14:xfrm>
                <a:off x="380751" y="3855425"/>
                <a:ext cx="108360" cy="299880"/>
              </p14:xfrm>
            </p:contentPart>
          </mc:Choice>
          <mc:Fallback xmlns="">
            <p:pic>
              <p:nvPicPr>
                <p:cNvPr id="67" name="Ink 66">
                  <a:extLst>
                    <a:ext uri="{FF2B5EF4-FFF2-40B4-BE49-F238E27FC236}">
                      <a16:creationId xmlns:a16="http://schemas.microsoft.com/office/drawing/2014/main" id="{DA536704-70AC-9A2F-F5CE-22D19FAF4BCD}"/>
                    </a:ext>
                  </a:extLst>
                </p:cNvPr>
                <p:cNvPicPr/>
                <p:nvPr/>
              </p:nvPicPr>
              <p:blipFill>
                <a:blip r:embed="rId13"/>
                <a:stretch>
                  <a:fillRect/>
                </a:stretch>
              </p:blipFill>
              <p:spPr>
                <a:xfrm>
                  <a:off x="371751" y="3846785"/>
                  <a:ext cx="126000" cy="3175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8" name="Ink 67">
                  <a:extLst>
                    <a:ext uri="{FF2B5EF4-FFF2-40B4-BE49-F238E27FC236}">
                      <a16:creationId xmlns:a16="http://schemas.microsoft.com/office/drawing/2014/main" id="{15006F6E-8730-0A1F-B84B-8E41ABDAD048}"/>
                    </a:ext>
                  </a:extLst>
                </p14:cNvPr>
                <p14:cNvContentPartPr/>
                <p14:nvPr/>
              </p14:nvContentPartPr>
              <p14:xfrm>
                <a:off x="530151" y="4011665"/>
                <a:ext cx="70200" cy="129240"/>
              </p14:xfrm>
            </p:contentPart>
          </mc:Choice>
          <mc:Fallback xmlns="">
            <p:pic>
              <p:nvPicPr>
                <p:cNvPr id="68" name="Ink 67">
                  <a:extLst>
                    <a:ext uri="{FF2B5EF4-FFF2-40B4-BE49-F238E27FC236}">
                      <a16:creationId xmlns:a16="http://schemas.microsoft.com/office/drawing/2014/main" id="{15006F6E-8730-0A1F-B84B-8E41ABDAD048}"/>
                    </a:ext>
                  </a:extLst>
                </p:cNvPr>
                <p:cNvPicPr/>
                <p:nvPr/>
              </p:nvPicPr>
              <p:blipFill>
                <a:blip r:embed="rId15"/>
                <a:stretch>
                  <a:fillRect/>
                </a:stretch>
              </p:blipFill>
              <p:spPr>
                <a:xfrm>
                  <a:off x="521151" y="4002665"/>
                  <a:ext cx="8784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9" name="Ink 68">
                  <a:extLst>
                    <a:ext uri="{FF2B5EF4-FFF2-40B4-BE49-F238E27FC236}">
                      <a16:creationId xmlns:a16="http://schemas.microsoft.com/office/drawing/2014/main" id="{21874051-F12E-8660-D6A2-853AD8DEABF2}"/>
                    </a:ext>
                  </a:extLst>
                </p14:cNvPr>
                <p14:cNvContentPartPr/>
                <p14:nvPr/>
              </p14:nvContentPartPr>
              <p14:xfrm>
                <a:off x="634911" y="3990785"/>
                <a:ext cx="83520" cy="103320"/>
              </p14:xfrm>
            </p:contentPart>
          </mc:Choice>
          <mc:Fallback xmlns="">
            <p:pic>
              <p:nvPicPr>
                <p:cNvPr id="69" name="Ink 68">
                  <a:extLst>
                    <a:ext uri="{FF2B5EF4-FFF2-40B4-BE49-F238E27FC236}">
                      <a16:creationId xmlns:a16="http://schemas.microsoft.com/office/drawing/2014/main" id="{21874051-F12E-8660-D6A2-853AD8DEABF2}"/>
                    </a:ext>
                  </a:extLst>
                </p:cNvPr>
                <p:cNvPicPr/>
                <p:nvPr/>
              </p:nvPicPr>
              <p:blipFill>
                <a:blip r:embed="rId17"/>
                <a:stretch>
                  <a:fillRect/>
                </a:stretch>
              </p:blipFill>
              <p:spPr>
                <a:xfrm>
                  <a:off x="626271" y="3981785"/>
                  <a:ext cx="10116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0" name="Ink 69">
                  <a:extLst>
                    <a:ext uri="{FF2B5EF4-FFF2-40B4-BE49-F238E27FC236}">
                      <a16:creationId xmlns:a16="http://schemas.microsoft.com/office/drawing/2014/main" id="{51B4835E-D961-FACA-E4A4-E9DA578FB7FD}"/>
                    </a:ext>
                  </a:extLst>
                </p14:cNvPr>
                <p14:cNvContentPartPr/>
                <p14:nvPr/>
              </p14:nvContentPartPr>
              <p14:xfrm>
                <a:off x="757311" y="3987905"/>
                <a:ext cx="100800" cy="81000"/>
              </p14:xfrm>
            </p:contentPart>
          </mc:Choice>
          <mc:Fallback xmlns="">
            <p:pic>
              <p:nvPicPr>
                <p:cNvPr id="70" name="Ink 69">
                  <a:extLst>
                    <a:ext uri="{FF2B5EF4-FFF2-40B4-BE49-F238E27FC236}">
                      <a16:creationId xmlns:a16="http://schemas.microsoft.com/office/drawing/2014/main" id="{51B4835E-D961-FACA-E4A4-E9DA578FB7FD}"/>
                    </a:ext>
                  </a:extLst>
                </p:cNvPr>
                <p:cNvPicPr/>
                <p:nvPr/>
              </p:nvPicPr>
              <p:blipFill>
                <a:blip r:embed="rId19"/>
                <a:stretch>
                  <a:fillRect/>
                </a:stretch>
              </p:blipFill>
              <p:spPr>
                <a:xfrm>
                  <a:off x="748671" y="3978905"/>
                  <a:ext cx="118440" cy="98640"/>
                </a:xfrm>
                <a:prstGeom prst="rect">
                  <a:avLst/>
                </a:prstGeom>
              </p:spPr>
            </p:pic>
          </mc:Fallback>
        </mc:AlternateContent>
      </p:grpSp>
      <p:grpSp>
        <p:nvGrpSpPr>
          <p:cNvPr id="106" name="Group 105">
            <a:extLst>
              <a:ext uri="{FF2B5EF4-FFF2-40B4-BE49-F238E27FC236}">
                <a16:creationId xmlns:a16="http://schemas.microsoft.com/office/drawing/2014/main" id="{E997B6D8-6129-4F5A-8B22-AB1C6D77A2C1}"/>
              </a:ext>
            </a:extLst>
          </p:cNvPr>
          <p:cNvGrpSpPr/>
          <p:nvPr/>
        </p:nvGrpSpPr>
        <p:grpSpPr>
          <a:xfrm>
            <a:off x="1170591" y="3465185"/>
            <a:ext cx="6975720" cy="1593360"/>
            <a:chOff x="1170591" y="3465185"/>
            <a:chExt cx="6975720" cy="1593360"/>
          </a:xfrm>
        </p:grpSpPr>
        <mc:AlternateContent xmlns:mc="http://schemas.openxmlformats.org/markup-compatibility/2006" xmlns:p14="http://schemas.microsoft.com/office/powerpoint/2010/main">
          <mc:Choice Requires="p14">
            <p:contentPart p14:bwMode="auto" r:id="rId20">
              <p14:nvContentPartPr>
                <p14:cNvPr id="45" name="Ink 44">
                  <a:extLst>
                    <a:ext uri="{FF2B5EF4-FFF2-40B4-BE49-F238E27FC236}">
                      <a16:creationId xmlns:a16="http://schemas.microsoft.com/office/drawing/2014/main" id="{E5C38104-5538-36D4-240E-477902ACEA06}"/>
                    </a:ext>
                  </a:extLst>
                </p14:cNvPr>
                <p14:cNvContentPartPr/>
                <p14:nvPr/>
              </p14:nvContentPartPr>
              <p14:xfrm>
                <a:off x="6234351" y="4288865"/>
                <a:ext cx="117360" cy="166320"/>
              </p14:xfrm>
            </p:contentPart>
          </mc:Choice>
          <mc:Fallback xmlns="">
            <p:pic>
              <p:nvPicPr>
                <p:cNvPr id="45" name="Ink 44">
                  <a:extLst>
                    <a:ext uri="{FF2B5EF4-FFF2-40B4-BE49-F238E27FC236}">
                      <a16:creationId xmlns:a16="http://schemas.microsoft.com/office/drawing/2014/main" id="{E5C38104-5538-36D4-240E-477902ACEA06}"/>
                    </a:ext>
                  </a:extLst>
                </p:cNvPr>
                <p:cNvPicPr/>
                <p:nvPr/>
              </p:nvPicPr>
              <p:blipFill>
                <a:blip r:embed="rId21"/>
                <a:stretch>
                  <a:fillRect/>
                </a:stretch>
              </p:blipFill>
              <p:spPr>
                <a:xfrm>
                  <a:off x="6225351" y="4280225"/>
                  <a:ext cx="13500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6" name="Ink 45">
                  <a:extLst>
                    <a:ext uri="{FF2B5EF4-FFF2-40B4-BE49-F238E27FC236}">
                      <a16:creationId xmlns:a16="http://schemas.microsoft.com/office/drawing/2014/main" id="{CCE1C8B0-623B-3028-93E3-681CC6C7A305}"/>
                    </a:ext>
                  </a:extLst>
                </p14:cNvPr>
                <p14:cNvContentPartPr/>
                <p14:nvPr/>
              </p14:nvContentPartPr>
              <p14:xfrm>
                <a:off x="6415071" y="4350785"/>
                <a:ext cx="62640" cy="101880"/>
              </p14:xfrm>
            </p:contentPart>
          </mc:Choice>
          <mc:Fallback xmlns="">
            <p:pic>
              <p:nvPicPr>
                <p:cNvPr id="46" name="Ink 45">
                  <a:extLst>
                    <a:ext uri="{FF2B5EF4-FFF2-40B4-BE49-F238E27FC236}">
                      <a16:creationId xmlns:a16="http://schemas.microsoft.com/office/drawing/2014/main" id="{CCE1C8B0-623B-3028-93E3-681CC6C7A305}"/>
                    </a:ext>
                  </a:extLst>
                </p:cNvPr>
                <p:cNvPicPr/>
                <p:nvPr/>
              </p:nvPicPr>
              <p:blipFill>
                <a:blip r:embed="rId23"/>
                <a:stretch>
                  <a:fillRect/>
                </a:stretch>
              </p:blipFill>
              <p:spPr>
                <a:xfrm>
                  <a:off x="6406431" y="4342145"/>
                  <a:ext cx="8028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7" name="Ink 46">
                  <a:extLst>
                    <a:ext uri="{FF2B5EF4-FFF2-40B4-BE49-F238E27FC236}">
                      <a16:creationId xmlns:a16="http://schemas.microsoft.com/office/drawing/2014/main" id="{694A62D6-A42A-6F8F-A9B5-2D98D7F262BE}"/>
                    </a:ext>
                  </a:extLst>
                </p14:cNvPr>
                <p14:cNvContentPartPr/>
                <p14:nvPr/>
              </p14:nvContentPartPr>
              <p14:xfrm>
                <a:off x="6511911" y="4343225"/>
                <a:ext cx="60480" cy="104040"/>
              </p14:xfrm>
            </p:contentPart>
          </mc:Choice>
          <mc:Fallback xmlns="">
            <p:pic>
              <p:nvPicPr>
                <p:cNvPr id="47" name="Ink 46">
                  <a:extLst>
                    <a:ext uri="{FF2B5EF4-FFF2-40B4-BE49-F238E27FC236}">
                      <a16:creationId xmlns:a16="http://schemas.microsoft.com/office/drawing/2014/main" id="{694A62D6-A42A-6F8F-A9B5-2D98D7F262BE}"/>
                    </a:ext>
                  </a:extLst>
                </p:cNvPr>
                <p:cNvPicPr/>
                <p:nvPr/>
              </p:nvPicPr>
              <p:blipFill>
                <a:blip r:embed="rId25"/>
                <a:stretch>
                  <a:fillRect/>
                </a:stretch>
              </p:blipFill>
              <p:spPr>
                <a:xfrm>
                  <a:off x="6502911" y="4334585"/>
                  <a:ext cx="7812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8" name="Ink 47">
                  <a:extLst>
                    <a:ext uri="{FF2B5EF4-FFF2-40B4-BE49-F238E27FC236}">
                      <a16:creationId xmlns:a16="http://schemas.microsoft.com/office/drawing/2014/main" id="{1908A823-9E21-122C-34F7-DF24DAF1B1A7}"/>
                    </a:ext>
                  </a:extLst>
                </p14:cNvPr>
                <p14:cNvContentPartPr/>
                <p14:nvPr/>
              </p14:nvContentPartPr>
              <p14:xfrm>
                <a:off x="6605511" y="4381745"/>
                <a:ext cx="65160" cy="56160"/>
              </p14:xfrm>
            </p:contentPart>
          </mc:Choice>
          <mc:Fallback xmlns="">
            <p:pic>
              <p:nvPicPr>
                <p:cNvPr id="48" name="Ink 47">
                  <a:extLst>
                    <a:ext uri="{FF2B5EF4-FFF2-40B4-BE49-F238E27FC236}">
                      <a16:creationId xmlns:a16="http://schemas.microsoft.com/office/drawing/2014/main" id="{1908A823-9E21-122C-34F7-DF24DAF1B1A7}"/>
                    </a:ext>
                  </a:extLst>
                </p:cNvPr>
                <p:cNvPicPr/>
                <p:nvPr/>
              </p:nvPicPr>
              <p:blipFill>
                <a:blip r:embed="rId27"/>
                <a:stretch>
                  <a:fillRect/>
                </a:stretch>
              </p:blipFill>
              <p:spPr>
                <a:xfrm>
                  <a:off x="6596871" y="4372745"/>
                  <a:ext cx="828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9" name="Ink 48">
                  <a:extLst>
                    <a:ext uri="{FF2B5EF4-FFF2-40B4-BE49-F238E27FC236}">
                      <a16:creationId xmlns:a16="http://schemas.microsoft.com/office/drawing/2014/main" id="{68BA0944-DC19-38DD-6601-7A56C193104F}"/>
                    </a:ext>
                  </a:extLst>
                </p14:cNvPr>
                <p14:cNvContentPartPr/>
                <p14:nvPr/>
              </p14:nvContentPartPr>
              <p14:xfrm>
                <a:off x="6769311" y="4455545"/>
                <a:ext cx="15480" cy="34920"/>
              </p14:xfrm>
            </p:contentPart>
          </mc:Choice>
          <mc:Fallback xmlns="">
            <p:pic>
              <p:nvPicPr>
                <p:cNvPr id="49" name="Ink 48">
                  <a:extLst>
                    <a:ext uri="{FF2B5EF4-FFF2-40B4-BE49-F238E27FC236}">
                      <a16:creationId xmlns:a16="http://schemas.microsoft.com/office/drawing/2014/main" id="{68BA0944-DC19-38DD-6601-7A56C193104F}"/>
                    </a:ext>
                  </a:extLst>
                </p:cNvPr>
                <p:cNvPicPr/>
                <p:nvPr/>
              </p:nvPicPr>
              <p:blipFill>
                <a:blip r:embed="rId29"/>
                <a:stretch>
                  <a:fillRect/>
                </a:stretch>
              </p:blipFill>
              <p:spPr>
                <a:xfrm>
                  <a:off x="6760671" y="4446905"/>
                  <a:ext cx="3312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0" name="Ink 49">
                  <a:extLst>
                    <a:ext uri="{FF2B5EF4-FFF2-40B4-BE49-F238E27FC236}">
                      <a16:creationId xmlns:a16="http://schemas.microsoft.com/office/drawing/2014/main" id="{001AA8E5-383A-8750-84F8-A2FC79C9A8B4}"/>
                    </a:ext>
                  </a:extLst>
                </p14:cNvPr>
                <p14:cNvContentPartPr/>
                <p14:nvPr/>
              </p14:nvContentPartPr>
              <p14:xfrm>
                <a:off x="6870111" y="4325225"/>
                <a:ext cx="132840" cy="121320"/>
              </p14:xfrm>
            </p:contentPart>
          </mc:Choice>
          <mc:Fallback xmlns="">
            <p:pic>
              <p:nvPicPr>
                <p:cNvPr id="50" name="Ink 49">
                  <a:extLst>
                    <a:ext uri="{FF2B5EF4-FFF2-40B4-BE49-F238E27FC236}">
                      <a16:creationId xmlns:a16="http://schemas.microsoft.com/office/drawing/2014/main" id="{001AA8E5-383A-8750-84F8-A2FC79C9A8B4}"/>
                    </a:ext>
                  </a:extLst>
                </p:cNvPr>
                <p:cNvPicPr/>
                <p:nvPr/>
              </p:nvPicPr>
              <p:blipFill>
                <a:blip r:embed="rId31"/>
                <a:stretch>
                  <a:fillRect/>
                </a:stretch>
              </p:blipFill>
              <p:spPr>
                <a:xfrm>
                  <a:off x="6861111" y="4316585"/>
                  <a:ext cx="1504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1" name="Ink 50">
                  <a:extLst>
                    <a:ext uri="{FF2B5EF4-FFF2-40B4-BE49-F238E27FC236}">
                      <a16:creationId xmlns:a16="http://schemas.microsoft.com/office/drawing/2014/main" id="{E0FD9737-5AD1-6809-701D-A4685BC5534E}"/>
                    </a:ext>
                  </a:extLst>
                </p14:cNvPr>
                <p14:cNvContentPartPr/>
                <p14:nvPr/>
              </p14:nvContentPartPr>
              <p14:xfrm>
                <a:off x="6936351" y="4338545"/>
                <a:ext cx="212760" cy="117720"/>
              </p14:xfrm>
            </p:contentPart>
          </mc:Choice>
          <mc:Fallback xmlns="">
            <p:pic>
              <p:nvPicPr>
                <p:cNvPr id="51" name="Ink 50">
                  <a:extLst>
                    <a:ext uri="{FF2B5EF4-FFF2-40B4-BE49-F238E27FC236}">
                      <a16:creationId xmlns:a16="http://schemas.microsoft.com/office/drawing/2014/main" id="{E0FD9737-5AD1-6809-701D-A4685BC5534E}"/>
                    </a:ext>
                  </a:extLst>
                </p:cNvPr>
                <p:cNvPicPr/>
                <p:nvPr/>
              </p:nvPicPr>
              <p:blipFill>
                <a:blip r:embed="rId33"/>
                <a:stretch>
                  <a:fillRect/>
                </a:stretch>
              </p:blipFill>
              <p:spPr>
                <a:xfrm>
                  <a:off x="6927351" y="4329545"/>
                  <a:ext cx="23040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2" name="Ink 51">
                  <a:extLst>
                    <a:ext uri="{FF2B5EF4-FFF2-40B4-BE49-F238E27FC236}">
                      <a16:creationId xmlns:a16="http://schemas.microsoft.com/office/drawing/2014/main" id="{D7DBBC57-E604-2CBC-07AC-5E86F90B1243}"/>
                    </a:ext>
                  </a:extLst>
                </p14:cNvPr>
                <p14:cNvContentPartPr/>
                <p14:nvPr/>
              </p14:nvContentPartPr>
              <p14:xfrm>
                <a:off x="7183311" y="4324865"/>
                <a:ext cx="67320" cy="158040"/>
              </p14:xfrm>
            </p:contentPart>
          </mc:Choice>
          <mc:Fallback xmlns="">
            <p:pic>
              <p:nvPicPr>
                <p:cNvPr id="52" name="Ink 51">
                  <a:extLst>
                    <a:ext uri="{FF2B5EF4-FFF2-40B4-BE49-F238E27FC236}">
                      <a16:creationId xmlns:a16="http://schemas.microsoft.com/office/drawing/2014/main" id="{D7DBBC57-E604-2CBC-07AC-5E86F90B1243}"/>
                    </a:ext>
                  </a:extLst>
                </p:cNvPr>
                <p:cNvPicPr/>
                <p:nvPr/>
              </p:nvPicPr>
              <p:blipFill>
                <a:blip r:embed="rId35"/>
                <a:stretch>
                  <a:fillRect/>
                </a:stretch>
              </p:blipFill>
              <p:spPr>
                <a:xfrm>
                  <a:off x="7174311" y="4316225"/>
                  <a:ext cx="8496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3" name="Ink 52">
                  <a:extLst>
                    <a:ext uri="{FF2B5EF4-FFF2-40B4-BE49-F238E27FC236}">
                      <a16:creationId xmlns:a16="http://schemas.microsoft.com/office/drawing/2014/main" id="{F5373DFF-838A-3E20-F66C-617A09A360CC}"/>
                    </a:ext>
                  </a:extLst>
                </p14:cNvPr>
                <p14:cNvContentPartPr/>
                <p14:nvPr/>
              </p14:nvContentPartPr>
              <p14:xfrm>
                <a:off x="7279791" y="4328825"/>
                <a:ext cx="39240" cy="160920"/>
              </p14:xfrm>
            </p:contentPart>
          </mc:Choice>
          <mc:Fallback xmlns="">
            <p:pic>
              <p:nvPicPr>
                <p:cNvPr id="53" name="Ink 52">
                  <a:extLst>
                    <a:ext uri="{FF2B5EF4-FFF2-40B4-BE49-F238E27FC236}">
                      <a16:creationId xmlns:a16="http://schemas.microsoft.com/office/drawing/2014/main" id="{F5373DFF-838A-3E20-F66C-617A09A360CC}"/>
                    </a:ext>
                  </a:extLst>
                </p:cNvPr>
                <p:cNvPicPr/>
                <p:nvPr/>
              </p:nvPicPr>
              <p:blipFill>
                <a:blip r:embed="rId37"/>
                <a:stretch>
                  <a:fillRect/>
                </a:stretch>
              </p:blipFill>
              <p:spPr>
                <a:xfrm>
                  <a:off x="7270791" y="4319825"/>
                  <a:ext cx="5688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4" name="Ink 53">
                  <a:extLst>
                    <a:ext uri="{FF2B5EF4-FFF2-40B4-BE49-F238E27FC236}">
                      <a16:creationId xmlns:a16="http://schemas.microsoft.com/office/drawing/2014/main" id="{CF112B02-5646-D20E-CE66-41C66B4ACA59}"/>
                    </a:ext>
                  </a:extLst>
                </p14:cNvPr>
                <p14:cNvContentPartPr/>
                <p14:nvPr/>
              </p14:nvContentPartPr>
              <p14:xfrm>
                <a:off x="7441791" y="4445465"/>
                <a:ext cx="17640" cy="57240"/>
              </p14:xfrm>
            </p:contentPart>
          </mc:Choice>
          <mc:Fallback xmlns="">
            <p:pic>
              <p:nvPicPr>
                <p:cNvPr id="54" name="Ink 53">
                  <a:extLst>
                    <a:ext uri="{FF2B5EF4-FFF2-40B4-BE49-F238E27FC236}">
                      <a16:creationId xmlns:a16="http://schemas.microsoft.com/office/drawing/2014/main" id="{CF112B02-5646-D20E-CE66-41C66B4ACA59}"/>
                    </a:ext>
                  </a:extLst>
                </p:cNvPr>
                <p:cNvPicPr/>
                <p:nvPr/>
              </p:nvPicPr>
              <p:blipFill>
                <a:blip r:embed="rId39"/>
                <a:stretch>
                  <a:fillRect/>
                </a:stretch>
              </p:blipFill>
              <p:spPr>
                <a:xfrm>
                  <a:off x="7432791" y="4436825"/>
                  <a:ext cx="3528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5" name="Ink 54">
                  <a:extLst>
                    <a:ext uri="{FF2B5EF4-FFF2-40B4-BE49-F238E27FC236}">
                      <a16:creationId xmlns:a16="http://schemas.microsoft.com/office/drawing/2014/main" id="{11BAE98C-8851-7D70-DE4D-440D11D0DE90}"/>
                    </a:ext>
                  </a:extLst>
                </p14:cNvPr>
                <p14:cNvContentPartPr/>
                <p14:nvPr/>
              </p14:nvContentPartPr>
              <p14:xfrm>
                <a:off x="7573551" y="4314425"/>
                <a:ext cx="100080" cy="181080"/>
              </p14:xfrm>
            </p:contentPart>
          </mc:Choice>
          <mc:Fallback xmlns="">
            <p:pic>
              <p:nvPicPr>
                <p:cNvPr id="55" name="Ink 54">
                  <a:extLst>
                    <a:ext uri="{FF2B5EF4-FFF2-40B4-BE49-F238E27FC236}">
                      <a16:creationId xmlns:a16="http://schemas.microsoft.com/office/drawing/2014/main" id="{11BAE98C-8851-7D70-DE4D-440D11D0DE90}"/>
                    </a:ext>
                  </a:extLst>
                </p:cNvPr>
                <p:cNvPicPr/>
                <p:nvPr/>
              </p:nvPicPr>
              <p:blipFill>
                <a:blip r:embed="rId41"/>
                <a:stretch>
                  <a:fillRect/>
                </a:stretch>
              </p:blipFill>
              <p:spPr>
                <a:xfrm>
                  <a:off x="7564911" y="4305785"/>
                  <a:ext cx="1177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6" name="Ink 55">
                  <a:extLst>
                    <a:ext uri="{FF2B5EF4-FFF2-40B4-BE49-F238E27FC236}">
                      <a16:creationId xmlns:a16="http://schemas.microsoft.com/office/drawing/2014/main" id="{806A1367-2FF4-C282-D676-DF97E967A5B1}"/>
                    </a:ext>
                  </a:extLst>
                </p14:cNvPr>
                <p14:cNvContentPartPr/>
                <p14:nvPr/>
              </p14:nvContentPartPr>
              <p14:xfrm>
                <a:off x="7658511" y="4397945"/>
                <a:ext cx="45720" cy="132480"/>
              </p14:xfrm>
            </p:contentPart>
          </mc:Choice>
          <mc:Fallback xmlns="">
            <p:pic>
              <p:nvPicPr>
                <p:cNvPr id="56" name="Ink 55">
                  <a:extLst>
                    <a:ext uri="{FF2B5EF4-FFF2-40B4-BE49-F238E27FC236}">
                      <a16:creationId xmlns:a16="http://schemas.microsoft.com/office/drawing/2014/main" id="{806A1367-2FF4-C282-D676-DF97E967A5B1}"/>
                    </a:ext>
                  </a:extLst>
                </p:cNvPr>
                <p:cNvPicPr/>
                <p:nvPr/>
              </p:nvPicPr>
              <p:blipFill>
                <a:blip r:embed="rId43"/>
                <a:stretch>
                  <a:fillRect/>
                </a:stretch>
              </p:blipFill>
              <p:spPr>
                <a:xfrm>
                  <a:off x="7649511" y="4388945"/>
                  <a:ext cx="6336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7" name="Ink 56">
                  <a:extLst>
                    <a:ext uri="{FF2B5EF4-FFF2-40B4-BE49-F238E27FC236}">
                      <a16:creationId xmlns:a16="http://schemas.microsoft.com/office/drawing/2014/main" id="{DA7BE906-4194-3342-CFF5-43C32148A071}"/>
                    </a:ext>
                  </a:extLst>
                </p14:cNvPr>
                <p14:cNvContentPartPr/>
                <p14:nvPr/>
              </p14:nvContentPartPr>
              <p14:xfrm>
                <a:off x="7722951" y="4346465"/>
                <a:ext cx="21960" cy="111960"/>
              </p14:xfrm>
            </p:contentPart>
          </mc:Choice>
          <mc:Fallback xmlns="">
            <p:pic>
              <p:nvPicPr>
                <p:cNvPr id="57" name="Ink 56">
                  <a:extLst>
                    <a:ext uri="{FF2B5EF4-FFF2-40B4-BE49-F238E27FC236}">
                      <a16:creationId xmlns:a16="http://schemas.microsoft.com/office/drawing/2014/main" id="{DA7BE906-4194-3342-CFF5-43C32148A071}"/>
                    </a:ext>
                  </a:extLst>
                </p:cNvPr>
                <p:cNvPicPr/>
                <p:nvPr/>
              </p:nvPicPr>
              <p:blipFill>
                <a:blip r:embed="rId45"/>
                <a:stretch>
                  <a:fillRect/>
                </a:stretch>
              </p:blipFill>
              <p:spPr>
                <a:xfrm>
                  <a:off x="7713951" y="4337465"/>
                  <a:ext cx="3960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8" name="Ink 57">
                  <a:extLst>
                    <a:ext uri="{FF2B5EF4-FFF2-40B4-BE49-F238E27FC236}">
                      <a16:creationId xmlns:a16="http://schemas.microsoft.com/office/drawing/2014/main" id="{77F520F3-16A5-3B80-26A7-97E01B7783C5}"/>
                    </a:ext>
                  </a:extLst>
                </p14:cNvPr>
                <p14:cNvContentPartPr/>
                <p14:nvPr/>
              </p14:nvContentPartPr>
              <p14:xfrm>
                <a:off x="7698831" y="4350425"/>
                <a:ext cx="113400" cy="119880"/>
              </p14:xfrm>
            </p:contentPart>
          </mc:Choice>
          <mc:Fallback xmlns="">
            <p:pic>
              <p:nvPicPr>
                <p:cNvPr id="58" name="Ink 57">
                  <a:extLst>
                    <a:ext uri="{FF2B5EF4-FFF2-40B4-BE49-F238E27FC236}">
                      <a16:creationId xmlns:a16="http://schemas.microsoft.com/office/drawing/2014/main" id="{77F520F3-16A5-3B80-26A7-97E01B7783C5}"/>
                    </a:ext>
                  </a:extLst>
                </p:cNvPr>
                <p:cNvPicPr/>
                <p:nvPr/>
              </p:nvPicPr>
              <p:blipFill>
                <a:blip r:embed="rId47"/>
                <a:stretch>
                  <a:fillRect/>
                </a:stretch>
              </p:blipFill>
              <p:spPr>
                <a:xfrm>
                  <a:off x="7690191" y="4341785"/>
                  <a:ext cx="13104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9" name="Ink 58">
                  <a:extLst>
                    <a:ext uri="{FF2B5EF4-FFF2-40B4-BE49-F238E27FC236}">
                      <a16:creationId xmlns:a16="http://schemas.microsoft.com/office/drawing/2014/main" id="{7D10B083-1B15-F22C-92C8-F56DD8EF4D52}"/>
                    </a:ext>
                  </a:extLst>
                </p14:cNvPr>
                <p14:cNvContentPartPr/>
                <p14:nvPr/>
              </p14:nvContentPartPr>
              <p14:xfrm>
                <a:off x="7889991" y="4393985"/>
                <a:ext cx="72360" cy="108000"/>
              </p14:xfrm>
            </p:contentPart>
          </mc:Choice>
          <mc:Fallback xmlns="">
            <p:pic>
              <p:nvPicPr>
                <p:cNvPr id="59" name="Ink 58">
                  <a:extLst>
                    <a:ext uri="{FF2B5EF4-FFF2-40B4-BE49-F238E27FC236}">
                      <a16:creationId xmlns:a16="http://schemas.microsoft.com/office/drawing/2014/main" id="{7D10B083-1B15-F22C-92C8-F56DD8EF4D52}"/>
                    </a:ext>
                  </a:extLst>
                </p:cNvPr>
                <p:cNvPicPr/>
                <p:nvPr/>
              </p:nvPicPr>
              <p:blipFill>
                <a:blip r:embed="rId49"/>
                <a:stretch>
                  <a:fillRect/>
                </a:stretch>
              </p:blipFill>
              <p:spPr>
                <a:xfrm>
                  <a:off x="7881351" y="4384985"/>
                  <a:ext cx="9000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0" name="Ink 59">
                  <a:extLst>
                    <a:ext uri="{FF2B5EF4-FFF2-40B4-BE49-F238E27FC236}">
                      <a16:creationId xmlns:a16="http://schemas.microsoft.com/office/drawing/2014/main" id="{A780C496-1E20-A58E-A84B-050EF202ED3F}"/>
                    </a:ext>
                  </a:extLst>
                </p14:cNvPr>
                <p14:cNvContentPartPr/>
                <p14:nvPr/>
              </p14:nvContentPartPr>
              <p14:xfrm>
                <a:off x="8006991" y="4386065"/>
                <a:ext cx="139320" cy="91800"/>
              </p14:xfrm>
            </p:contentPart>
          </mc:Choice>
          <mc:Fallback xmlns="">
            <p:pic>
              <p:nvPicPr>
                <p:cNvPr id="60" name="Ink 59">
                  <a:extLst>
                    <a:ext uri="{FF2B5EF4-FFF2-40B4-BE49-F238E27FC236}">
                      <a16:creationId xmlns:a16="http://schemas.microsoft.com/office/drawing/2014/main" id="{A780C496-1E20-A58E-A84B-050EF202ED3F}"/>
                    </a:ext>
                  </a:extLst>
                </p:cNvPr>
                <p:cNvPicPr/>
                <p:nvPr/>
              </p:nvPicPr>
              <p:blipFill>
                <a:blip r:embed="rId51"/>
                <a:stretch>
                  <a:fillRect/>
                </a:stretch>
              </p:blipFill>
              <p:spPr>
                <a:xfrm>
                  <a:off x="7998351" y="4377425"/>
                  <a:ext cx="1569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75" name="Ink 74">
                  <a:extLst>
                    <a:ext uri="{FF2B5EF4-FFF2-40B4-BE49-F238E27FC236}">
                      <a16:creationId xmlns:a16="http://schemas.microsoft.com/office/drawing/2014/main" id="{33462907-08E7-F63D-7254-ACEFB57F886A}"/>
                    </a:ext>
                  </a:extLst>
                </p14:cNvPr>
                <p14:cNvContentPartPr/>
                <p14:nvPr/>
              </p14:nvContentPartPr>
              <p14:xfrm>
                <a:off x="6531711" y="4146665"/>
                <a:ext cx="94680" cy="67680"/>
              </p14:xfrm>
            </p:contentPart>
          </mc:Choice>
          <mc:Fallback xmlns="">
            <p:pic>
              <p:nvPicPr>
                <p:cNvPr id="75" name="Ink 74">
                  <a:extLst>
                    <a:ext uri="{FF2B5EF4-FFF2-40B4-BE49-F238E27FC236}">
                      <a16:creationId xmlns:a16="http://schemas.microsoft.com/office/drawing/2014/main" id="{33462907-08E7-F63D-7254-ACEFB57F886A}"/>
                    </a:ext>
                  </a:extLst>
                </p:cNvPr>
                <p:cNvPicPr/>
                <p:nvPr/>
              </p:nvPicPr>
              <p:blipFill>
                <a:blip r:embed="rId53"/>
                <a:stretch>
                  <a:fillRect/>
                </a:stretch>
              </p:blipFill>
              <p:spPr>
                <a:xfrm>
                  <a:off x="6523071" y="4137665"/>
                  <a:ext cx="11232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6" name="Ink 75">
                  <a:extLst>
                    <a:ext uri="{FF2B5EF4-FFF2-40B4-BE49-F238E27FC236}">
                      <a16:creationId xmlns:a16="http://schemas.microsoft.com/office/drawing/2014/main" id="{2943756B-5A61-7C6C-A0D6-8DDE2645CD6B}"/>
                    </a:ext>
                  </a:extLst>
                </p14:cNvPr>
                <p14:cNvContentPartPr/>
                <p14:nvPr/>
              </p14:nvContentPartPr>
              <p14:xfrm>
                <a:off x="6451791" y="4110665"/>
                <a:ext cx="241920" cy="184680"/>
              </p14:xfrm>
            </p:contentPart>
          </mc:Choice>
          <mc:Fallback xmlns="">
            <p:pic>
              <p:nvPicPr>
                <p:cNvPr id="76" name="Ink 75">
                  <a:extLst>
                    <a:ext uri="{FF2B5EF4-FFF2-40B4-BE49-F238E27FC236}">
                      <a16:creationId xmlns:a16="http://schemas.microsoft.com/office/drawing/2014/main" id="{2943756B-5A61-7C6C-A0D6-8DDE2645CD6B}"/>
                    </a:ext>
                  </a:extLst>
                </p:cNvPr>
                <p:cNvPicPr/>
                <p:nvPr/>
              </p:nvPicPr>
              <p:blipFill>
                <a:blip r:embed="rId55"/>
                <a:stretch>
                  <a:fillRect/>
                </a:stretch>
              </p:blipFill>
              <p:spPr>
                <a:xfrm>
                  <a:off x="6443151" y="4101665"/>
                  <a:ext cx="25956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 name="Ink 6">
                  <a:extLst>
                    <a:ext uri="{FF2B5EF4-FFF2-40B4-BE49-F238E27FC236}">
                      <a16:creationId xmlns:a16="http://schemas.microsoft.com/office/drawing/2014/main" id="{32024AC0-D83D-E382-80CD-12EA539B458E}"/>
                    </a:ext>
                  </a:extLst>
                </p14:cNvPr>
                <p14:cNvContentPartPr/>
                <p14:nvPr/>
              </p14:nvContentPartPr>
              <p14:xfrm>
                <a:off x="1874391" y="4056665"/>
                <a:ext cx="790920" cy="683640"/>
              </p14:xfrm>
            </p:contentPart>
          </mc:Choice>
          <mc:Fallback xmlns="">
            <p:pic>
              <p:nvPicPr>
                <p:cNvPr id="7" name="Ink 6">
                  <a:extLst>
                    <a:ext uri="{FF2B5EF4-FFF2-40B4-BE49-F238E27FC236}">
                      <a16:creationId xmlns:a16="http://schemas.microsoft.com/office/drawing/2014/main" id="{32024AC0-D83D-E382-80CD-12EA539B458E}"/>
                    </a:ext>
                  </a:extLst>
                </p:cNvPr>
                <p:cNvPicPr/>
                <p:nvPr/>
              </p:nvPicPr>
              <p:blipFill>
                <a:blip r:embed="rId57"/>
                <a:stretch>
                  <a:fillRect/>
                </a:stretch>
              </p:blipFill>
              <p:spPr>
                <a:xfrm>
                  <a:off x="1865751" y="4047665"/>
                  <a:ext cx="808560" cy="7012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8" name="Ink 7">
                  <a:extLst>
                    <a:ext uri="{FF2B5EF4-FFF2-40B4-BE49-F238E27FC236}">
                      <a16:creationId xmlns:a16="http://schemas.microsoft.com/office/drawing/2014/main" id="{4973E622-FDD4-2FD2-F10F-193EDC946090}"/>
                    </a:ext>
                  </a:extLst>
                </p14:cNvPr>
                <p14:cNvContentPartPr/>
                <p14:nvPr/>
              </p14:nvContentPartPr>
              <p14:xfrm>
                <a:off x="1907511" y="4086185"/>
                <a:ext cx="1177920" cy="703440"/>
              </p14:xfrm>
            </p:contentPart>
          </mc:Choice>
          <mc:Fallback xmlns="">
            <p:pic>
              <p:nvPicPr>
                <p:cNvPr id="8" name="Ink 7">
                  <a:extLst>
                    <a:ext uri="{FF2B5EF4-FFF2-40B4-BE49-F238E27FC236}">
                      <a16:creationId xmlns:a16="http://schemas.microsoft.com/office/drawing/2014/main" id="{4973E622-FDD4-2FD2-F10F-193EDC946090}"/>
                    </a:ext>
                  </a:extLst>
                </p:cNvPr>
                <p:cNvPicPr/>
                <p:nvPr/>
              </p:nvPicPr>
              <p:blipFill>
                <a:blip r:embed="rId59"/>
                <a:stretch>
                  <a:fillRect/>
                </a:stretch>
              </p:blipFill>
              <p:spPr>
                <a:xfrm>
                  <a:off x="1898511" y="4077185"/>
                  <a:ext cx="1195560" cy="7210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9" name="Ink 8">
                  <a:extLst>
                    <a:ext uri="{FF2B5EF4-FFF2-40B4-BE49-F238E27FC236}">
                      <a16:creationId xmlns:a16="http://schemas.microsoft.com/office/drawing/2014/main" id="{FBB038AF-14B5-912E-71E4-33F7E6DB4FED}"/>
                    </a:ext>
                  </a:extLst>
                </p14:cNvPr>
                <p14:cNvContentPartPr/>
                <p14:nvPr/>
              </p14:nvContentPartPr>
              <p14:xfrm>
                <a:off x="2181831" y="4333505"/>
                <a:ext cx="216000" cy="223560"/>
              </p14:xfrm>
            </p:contentPart>
          </mc:Choice>
          <mc:Fallback xmlns="">
            <p:pic>
              <p:nvPicPr>
                <p:cNvPr id="9" name="Ink 8">
                  <a:extLst>
                    <a:ext uri="{FF2B5EF4-FFF2-40B4-BE49-F238E27FC236}">
                      <a16:creationId xmlns:a16="http://schemas.microsoft.com/office/drawing/2014/main" id="{FBB038AF-14B5-912E-71E4-33F7E6DB4FED}"/>
                    </a:ext>
                  </a:extLst>
                </p:cNvPr>
                <p:cNvPicPr/>
                <p:nvPr/>
              </p:nvPicPr>
              <p:blipFill>
                <a:blip r:embed="rId61"/>
                <a:stretch>
                  <a:fillRect/>
                </a:stretch>
              </p:blipFill>
              <p:spPr>
                <a:xfrm>
                  <a:off x="2173191" y="4324505"/>
                  <a:ext cx="23364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0" name="Ink 9">
                  <a:extLst>
                    <a:ext uri="{FF2B5EF4-FFF2-40B4-BE49-F238E27FC236}">
                      <a16:creationId xmlns:a16="http://schemas.microsoft.com/office/drawing/2014/main" id="{A7CE899A-E172-7DD0-1F4F-E89BB68EF49D}"/>
                    </a:ext>
                  </a:extLst>
                </p14:cNvPr>
                <p14:cNvContentPartPr/>
                <p14:nvPr/>
              </p14:nvContentPartPr>
              <p14:xfrm>
                <a:off x="2475231" y="4482905"/>
                <a:ext cx="26280" cy="43200"/>
              </p14:xfrm>
            </p:contentPart>
          </mc:Choice>
          <mc:Fallback xmlns="">
            <p:pic>
              <p:nvPicPr>
                <p:cNvPr id="10" name="Ink 9">
                  <a:extLst>
                    <a:ext uri="{FF2B5EF4-FFF2-40B4-BE49-F238E27FC236}">
                      <a16:creationId xmlns:a16="http://schemas.microsoft.com/office/drawing/2014/main" id="{A7CE899A-E172-7DD0-1F4F-E89BB68EF49D}"/>
                    </a:ext>
                  </a:extLst>
                </p:cNvPr>
                <p:cNvPicPr/>
                <p:nvPr/>
              </p:nvPicPr>
              <p:blipFill>
                <a:blip r:embed="rId63"/>
                <a:stretch>
                  <a:fillRect/>
                </a:stretch>
              </p:blipFill>
              <p:spPr>
                <a:xfrm>
                  <a:off x="2466591" y="4473905"/>
                  <a:ext cx="4392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1" name="Ink 10">
                  <a:extLst>
                    <a:ext uri="{FF2B5EF4-FFF2-40B4-BE49-F238E27FC236}">
                      <a16:creationId xmlns:a16="http://schemas.microsoft.com/office/drawing/2014/main" id="{EF329678-D54F-5712-5F9C-459C32C1E996}"/>
                    </a:ext>
                  </a:extLst>
                </p14:cNvPr>
                <p14:cNvContentPartPr/>
                <p14:nvPr/>
              </p14:nvContentPartPr>
              <p14:xfrm>
                <a:off x="2535711" y="4388225"/>
                <a:ext cx="360" cy="2160"/>
              </p14:xfrm>
            </p:contentPart>
          </mc:Choice>
          <mc:Fallback xmlns="">
            <p:pic>
              <p:nvPicPr>
                <p:cNvPr id="11" name="Ink 10">
                  <a:extLst>
                    <a:ext uri="{FF2B5EF4-FFF2-40B4-BE49-F238E27FC236}">
                      <a16:creationId xmlns:a16="http://schemas.microsoft.com/office/drawing/2014/main" id="{EF329678-D54F-5712-5F9C-459C32C1E996}"/>
                    </a:ext>
                  </a:extLst>
                </p:cNvPr>
                <p:cNvPicPr/>
                <p:nvPr/>
              </p:nvPicPr>
              <p:blipFill>
                <a:blip r:embed="rId10"/>
                <a:stretch>
                  <a:fillRect/>
                </a:stretch>
              </p:blipFill>
              <p:spPr>
                <a:xfrm>
                  <a:off x="2527071" y="4379585"/>
                  <a:ext cx="18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2" name="Ink 11">
                  <a:extLst>
                    <a:ext uri="{FF2B5EF4-FFF2-40B4-BE49-F238E27FC236}">
                      <a16:creationId xmlns:a16="http://schemas.microsoft.com/office/drawing/2014/main" id="{586A2956-D157-BD55-2341-1E0AFF26B156}"/>
                    </a:ext>
                  </a:extLst>
                </p14:cNvPr>
                <p14:cNvContentPartPr/>
                <p14:nvPr/>
              </p14:nvContentPartPr>
              <p14:xfrm>
                <a:off x="2580711" y="4436465"/>
                <a:ext cx="57600" cy="124920"/>
              </p14:xfrm>
            </p:contentPart>
          </mc:Choice>
          <mc:Fallback xmlns="">
            <p:pic>
              <p:nvPicPr>
                <p:cNvPr id="12" name="Ink 11">
                  <a:extLst>
                    <a:ext uri="{FF2B5EF4-FFF2-40B4-BE49-F238E27FC236}">
                      <a16:creationId xmlns:a16="http://schemas.microsoft.com/office/drawing/2014/main" id="{586A2956-D157-BD55-2341-1E0AFF26B156}"/>
                    </a:ext>
                  </a:extLst>
                </p:cNvPr>
                <p:cNvPicPr/>
                <p:nvPr/>
              </p:nvPicPr>
              <p:blipFill>
                <a:blip r:embed="rId66"/>
                <a:stretch>
                  <a:fillRect/>
                </a:stretch>
              </p:blipFill>
              <p:spPr>
                <a:xfrm>
                  <a:off x="2571711" y="4427465"/>
                  <a:ext cx="7524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3" name="Ink 12">
                  <a:extLst>
                    <a:ext uri="{FF2B5EF4-FFF2-40B4-BE49-F238E27FC236}">
                      <a16:creationId xmlns:a16="http://schemas.microsoft.com/office/drawing/2014/main" id="{48298A8F-4113-4D6C-6194-A0DBF41AA39E}"/>
                    </a:ext>
                  </a:extLst>
                </p14:cNvPr>
                <p14:cNvContentPartPr/>
                <p14:nvPr/>
              </p14:nvContentPartPr>
              <p14:xfrm>
                <a:off x="2672151" y="4448705"/>
                <a:ext cx="86400" cy="101880"/>
              </p14:xfrm>
            </p:contentPart>
          </mc:Choice>
          <mc:Fallback xmlns="">
            <p:pic>
              <p:nvPicPr>
                <p:cNvPr id="13" name="Ink 12">
                  <a:extLst>
                    <a:ext uri="{FF2B5EF4-FFF2-40B4-BE49-F238E27FC236}">
                      <a16:creationId xmlns:a16="http://schemas.microsoft.com/office/drawing/2014/main" id="{48298A8F-4113-4D6C-6194-A0DBF41AA39E}"/>
                    </a:ext>
                  </a:extLst>
                </p:cNvPr>
                <p:cNvPicPr/>
                <p:nvPr/>
              </p:nvPicPr>
              <p:blipFill>
                <a:blip r:embed="rId68"/>
                <a:stretch>
                  <a:fillRect/>
                </a:stretch>
              </p:blipFill>
              <p:spPr>
                <a:xfrm>
                  <a:off x="2663511" y="4439705"/>
                  <a:ext cx="10404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4" name="Ink 13">
                  <a:extLst>
                    <a:ext uri="{FF2B5EF4-FFF2-40B4-BE49-F238E27FC236}">
                      <a16:creationId xmlns:a16="http://schemas.microsoft.com/office/drawing/2014/main" id="{A1AEC10D-B580-7B80-6939-B50E2A68CC1A}"/>
                    </a:ext>
                  </a:extLst>
                </p14:cNvPr>
                <p14:cNvContentPartPr/>
                <p14:nvPr/>
              </p14:nvContentPartPr>
              <p14:xfrm>
                <a:off x="2813631" y="4390025"/>
                <a:ext cx="9720" cy="164160"/>
              </p14:xfrm>
            </p:contentPart>
          </mc:Choice>
          <mc:Fallback xmlns="">
            <p:pic>
              <p:nvPicPr>
                <p:cNvPr id="14" name="Ink 13">
                  <a:extLst>
                    <a:ext uri="{FF2B5EF4-FFF2-40B4-BE49-F238E27FC236}">
                      <a16:creationId xmlns:a16="http://schemas.microsoft.com/office/drawing/2014/main" id="{A1AEC10D-B580-7B80-6939-B50E2A68CC1A}"/>
                    </a:ext>
                  </a:extLst>
                </p:cNvPr>
                <p:cNvPicPr/>
                <p:nvPr/>
              </p:nvPicPr>
              <p:blipFill>
                <a:blip r:embed="rId70"/>
                <a:stretch>
                  <a:fillRect/>
                </a:stretch>
              </p:blipFill>
              <p:spPr>
                <a:xfrm>
                  <a:off x="2804991" y="4381025"/>
                  <a:ext cx="2736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5" name="Ink 14">
                  <a:extLst>
                    <a:ext uri="{FF2B5EF4-FFF2-40B4-BE49-F238E27FC236}">
                      <a16:creationId xmlns:a16="http://schemas.microsoft.com/office/drawing/2014/main" id="{2EA81EE9-D7B8-2858-F376-44AF547EAA2A}"/>
                    </a:ext>
                  </a:extLst>
                </p14:cNvPr>
                <p14:cNvContentPartPr/>
                <p14:nvPr/>
              </p14:nvContentPartPr>
              <p14:xfrm>
                <a:off x="2818671" y="4441865"/>
                <a:ext cx="60480" cy="24120"/>
              </p14:xfrm>
            </p:contentPart>
          </mc:Choice>
          <mc:Fallback xmlns="">
            <p:pic>
              <p:nvPicPr>
                <p:cNvPr id="15" name="Ink 14">
                  <a:extLst>
                    <a:ext uri="{FF2B5EF4-FFF2-40B4-BE49-F238E27FC236}">
                      <a16:creationId xmlns:a16="http://schemas.microsoft.com/office/drawing/2014/main" id="{2EA81EE9-D7B8-2858-F376-44AF547EAA2A}"/>
                    </a:ext>
                  </a:extLst>
                </p:cNvPr>
                <p:cNvPicPr/>
                <p:nvPr/>
              </p:nvPicPr>
              <p:blipFill>
                <a:blip r:embed="rId72"/>
                <a:stretch>
                  <a:fillRect/>
                </a:stretch>
              </p:blipFill>
              <p:spPr>
                <a:xfrm>
                  <a:off x="2810031" y="4433225"/>
                  <a:ext cx="781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31" name="Ink 30">
                  <a:extLst>
                    <a:ext uri="{FF2B5EF4-FFF2-40B4-BE49-F238E27FC236}">
                      <a16:creationId xmlns:a16="http://schemas.microsoft.com/office/drawing/2014/main" id="{FA8EAF14-561A-3C77-9953-1882BBB3E34E}"/>
                    </a:ext>
                  </a:extLst>
                </p14:cNvPr>
                <p14:cNvContentPartPr/>
                <p14:nvPr/>
              </p14:nvContentPartPr>
              <p14:xfrm>
                <a:off x="1402791" y="4279145"/>
                <a:ext cx="136800" cy="160920"/>
              </p14:xfrm>
            </p:contentPart>
          </mc:Choice>
          <mc:Fallback xmlns="">
            <p:pic>
              <p:nvPicPr>
                <p:cNvPr id="31" name="Ink 30">
                  <a:extLst>
                    <a:ext uri="{FF2B5EF4-FFF2-40B4-BE49-F238E27FC236}">
                      <a16:creationId xmlns:a16="http://schemas.microsoft.com/office/drawing/2014/main" id="{FA8EAF14-561A-3C77-9953-1882BBB3E34E}"/>
                    </a:ext>
                  </a:extLst>
                </p:cNvPr>
                <p:cNvPicPr/>
                <p:nvPr/>
              </p:nvPicPr>
              <p:blipFill>
                <a:blip r:embed="rId74"/>
                <a:stretch>
                  <a:fillRect/>
                </a:stretch>
              </p:blipFill>
              <p:spPr>
                <a:xfrm>
                  <a:off x="1394151" y="4270505"/>
                  <a:ext cx="15444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32" name="Ink 31">
                  <a:extLst>
                    <a:ext uri="{FF2B5EF4-FFF2-40B4-BE49-F238E27FC236}">
                      <a16:creationId xmlns:a16="http://schemas.microsoft.com/office/drawing/2014/main" id="{57B68E88-3E0C-2D8A-20B1-EB6036BB9D56}"/>
                    </a:ext>
                  </a:extLst>
                </p14:cNvPr>
                <p14:cNvContentPartPr/>
                <p14:nvPr/>
              </p14:nvContentPartPr>
              <p14:xfrm>
                <a:off x="1586751" y="4276265"/>
                <a:ext cx="74520" cy="140040"/>
              </p14:xfrm>
            </p:contentPart>
          </mc:Choice>
          <mc:Fallback xmlns="">
            <p:pic>
              <p:nvPicPr>
                <p:cNvPr id="32" name="Ink 31">
                  <a:extLst>
                    <a:ext uri="{FF2B5EF4-FFF2-40B4-BE49-F238E27FC236}">
                      <a16:creationId xmlns:a16="http://schemas.microsoft.com/office/drawing/2014/main" id="{57B68E88-3E0C-2D8A-20B1-EB6036BB9D56}"/>
                    </a:ext>
                  </a:extLst>
                </p:cNvPr>
                <p:cNvPicPr/>
                <p:nvPr/>
              </p:nvPicPr>
              <p:blipFill>
                <a:blip r:embed="rId76"/>
                <a:stretch>
                  <a:fillRect/>
                </a:stretch>
              </p:blipFill>
              <p:spPr>
                <a:xfrm>
                  <a:off x="1578111" y="4267625"/>
                  <a:ext cx="9216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34" name="Ink 33">
                  <a:extLst>
                    <a:ext uri="{FF2B5EF4-FFF2-40B4-BE49-F238E27FC236}">
                      <a16:creationId xmlns:a16="http://schemas.microsoft.com/office/drawing/2014/main" id="{837A6E5B-A8EA-7ED5-196D-DE1B6CD30D8F}"/>
                    </a:ext>
                  </a:extLst>
                </p14:cNvPr>
                <p14:cNvContentPartPr/>
                <p14:nvPr/>
              </p14:nvContentPartPr>
              <p14:xfrm>
                <a:off x="2041071" y="4826705"/>
                <a:ext cx="10800" cy="107640"/>
              </p14:xfrm>
            </p:contentPart>
          </mc:Choice>
          <mc:Fallback xmlns="">
            <p:pic>
              <p:nvPicPr>
                <p:cNvPr id="34" name="Ink 33">
                  <a:extLst>
                    <a:ext uri="{FF2B5EF4-FFF2-40B4-BE49-F238E27FC236}">
                      <a16:creationId xmlns:a16="http://schemas.microsoft.com/office/drawing/2014/main" id="{837A6E5B-A8EA-7ED5-196D-DE1B6CD30D8F}"/>
                    </a:ext>
                  </a:extLst>
                </p:cNvPr>
                <p:cNvPicPr/>
                <p:nvPr/>
              </p:nvPicPr>
              <p:blipFill>
                <a:blip r:embed="rId78"/>
                <a:stretch>
                  <a:fillRect/>
                </a:stretch>
              </p:blipFill>
              <p:spPr>
                <a:xfrm>
                  <a:off x="2032071" y="4818065"/>
                  <a:ext cx="2844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35" name="Ink 34">
                  <a:extLst>
                    <a:ext uri="{FF2B5EF4-FFF2-40B4-BE49-F238E27FC236}">
                      <a16:creationId xmlns:a16="http://schemas.microsoft.com/office/drawing/2014/main" id="{C6F8C0F6-6C4B-B0AC-B3EF-9991EC214815}"/>
                    </a:ext>
                  </a:extLst>
                </p14:cNvPr>
                <p14:cNvContentPartPr/>
                <p14:nvPr/>
              </p14:nvContentPartPr>
              <p14:xfrm>
                <a:off x="2020551" y="4775225"/>
                <a:ext cx="171360" cy="200160"/>
              </p14:xfrm>
            </p:contentPart>
          </mc:Choice>
          <mc:Fallback xmlns="">
            <p:pic>
              <p:nvPicPr>
                <p:cNvPr id="35" name="Ink 34">
                  <a:extLst>
                    <a:ext uri="{FF2B5EF4-FFF2-40B4-BE49-F238E27FC236}">
                      <a16:creationId xmlns:a16="http://schemas.microsoft.com/office/drawing/2014/main" id="{C6F8C0F6-6C4B-B0AC-B3EF-9991EC214815}"/>
                    </a:ext>
                  </a:extLst>
                </p:cNvPr>
                <p:cNvPicPr/>
                <p:nvPr/>
              </p:nvPicPr>
              <p:blipFill>
                <a:blip r:embed="rId80"/>
                <a:stretch>
                  <a:fillRect/>
                </a:stretch>
              </p:blipFill>
              <p:spPr>
                <a:xfrm>
                  <a:off x="2011911" y="4766225"/>
                  <a:ext cx="18900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36" name="Ink 35">
                  <a:extLst>
                    <a:ext uri="{FF2B5EF4-FFF2-40B4-BE49-F238E27FC236}">
                      <a16:creationId xmlns:a16="http://schemas.microsoft.com/office/drawing/2014/main" id="{7F27B2EB-EB47-8373-1BAA-445A152C2724}"/>
                    </a:ext>
                  </a:extLst>
                </p14:cNvPr>
                <p14:cNvContentPartPr/>
                <p14:nvPr/>
              </p14:nvContentPartPr>
              <p14:xfrm>
                <a:off x="2228631" y="4856945"/>
                <a:ext cx="60480" cy="73440"/>
              </p14:xfrm>
            </p:contentPart>
          </mc:Choice>
          <mc:Fallback xmlns="">
            <p:pic>
              <p:nvPicPr>
                <p:cNvPr id="36" name="Ink 35">
                  <a:extLst>
                    <a:ext uri="{FF2B5EF4-FFF2-40B4-BE49-F238E27FC236}">
                      <a16:creationId xmlns:a16="http://schemas.microsoft.com/office/drawing/2014/main" id="{7F27B2EB-EB47-8373-1BAA-445A152C2724}"/>
                    </a:ext>
                  </a:extLst>
                </p:cNvPr>
                <p:cNvPicPr/>
                <p:nvPr/>
              </p:nvPicPr>
              <p:blipFill>
                <a:blip r:embed="rId82"/>
                <a:stretch>
                  <a:fillRect/>
                </a:stretch>
              </p:blipFill>
              <p:spPr>
                <a:xfrm>
                  <a:off x="2219991" y="4847945"/>
                  <a:ext cx="7812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37" name="Ink 36">
                  <a:extLst>
                    <a:ext uri="{FF2B5EF4-FFF2-40B4-BE49-F238E27FC236}">
                      <a16:creationId xmlns:a16="http://schemas.microsoft.com/office/drawing/2014/main" id="{28A00045-9E41-40D9-40B8-C7DD01DDE48F}"/>
                    </a:ext>
                  </a:extLst>
                </p14:cNvPr>
                <p14:cNvContentPartPr/>
                <p14:nvPr/>
              </p14:nvContentPartPr>
              <p14:xfrm>
                <a:off x="2312871" y="4843265"/>
                <a:ext cx="68760" cy="118440"/>
              </p14:xfrm>
            </p:contentPart>
          </mc:Choice>
          <mc:Fallback xmlns="">
            <p:pic>
              <p:nvPicPr>
                <p:cNvPr id="37" name="Ink 36">
                  <a:extLst>
                    <a:ext uri="{FF2B5EF4-FFF2-40B4-BE49-F238E27FC236}">
                      <a16:creationId xmlns:a16="http://schemas.microsoft.com/office/drawing/2014/main" id="{28A00045-9E41-40D9-40B8-C7DD01DDE48F}"/>
                    </a:ext>
                  </a:extLst>
                </p:cNvPr>
                <p:cNvPicPr/>
                <p:nvPr/>
              </p:nvPicPr>
              <p:blipFill>
                <a:blip r:embed="rId84"/>
                <a:stretch>
                  <a:fillRect/>
                </a:stretch>
              </p:blipFill>
              <p:spPr>
                <a:xfrm>
                  <a:off x="2303871" y="4834265"/>
                  <a:ext cx="864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38" name="Ink 37">
                  <a:extLst>
                    <a:ext uri="{FF2B5EF4-FFF2-40B4-BE49-F238E27FC236}">
                      <a16:creationId xmlns:a16="http://schemas.microsoft.com/office/drawing/2014/main" id="{DE1DB89A-A837-EBB6-038C-E537D0E1AE3E}"/>
                    </a:ext>
                  </a:extLst>
                </p14:cNvPr>
                <p14:cNvContentPartPr/>
                <p14:nvPr/>
              </p14:nvContentPartPr>
              <p14:xfrm>
                <a:off x="2443911" y="4843625"/>
                <a:ext cx="154080" cy="105120"/>
              </p14:xfrm>
            </p:contentPart>
          </mc:Choice>
          <mc:Fallback xmlns="">
            <p:pic>
              <p:nvPicPr>
                <p:cNvPr id="38" name="Ink 37">
                  <a:extLst>
                    <a:ext uri="{FF2B5EF4-FFF2-40B4-BE49-F238E27FC236}">
                      <a16:creationId xmlns:a16="http://schemas.microsoft.com/office/drawing/2014/main" id="{DE1DB89A-A837-EBB6-038C-E537D0E1AE3E}"/>
                    </a:ext>
                  </a:extLst>
                </p:cNvPr>
                <p:cNvPicPr/>
                <p:nvPr/>
              </p:nvPicPr>
              <p:blipFill>
                <a:blip r:embed="rId86"/>
                <a:stretch>
                  <a:fillRect/>
                </a:stretch>
              </p:blipFill>
              <p:spPr>
                <a:xfrm>
                  <a:off x="2435271" y="4834625"/>
                  <a:ext cx="17172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39" name="Ink 38">
                  <a:extLst>
                    <a:ext uri="{FF2B5EF4-FFF2-40B4-BE49-F238E27FC236}">
                      <a16:creationId xmlns:a16="http://schemas.microsoft.com/office/drawing/2014/main" id="{D4414DF5-C47D-AA1A-5749-5DD6DF410733}"/>
                    </a:ext>
                  </a:extLst>
                </p14:cNvPr>
                <p14:cNvContentPartPr/>
                <p14:nvPr/>
              </p14:nvContentPartPr>
              <p14:xfrm>
                <a:off x="2654511" y="4823825"/>
                <a:ext cx="55800" cy="121680"/>
              </p14:xfrm>
            </p:contentPart>
          </mc:Choice>
          <mc:Fallback xmlns="">
            <p:pic>
              <p:nvPicPr>
                <p:cNvPr id="39" name="Ink 38">
                  <a:extLst>
                    <a:ext uri="{FF2B5EF4-FFF2-40B4-BE49-F238E27FC236}">
                      <a16:creationId xmlns:a16="http://schemas.microsoft.com/office/drawing/2014/main" id="{D4414DF5-C47D-AA1A-5749-5DD6DF410733}"/>
                    </a:ext>
                  </a:extLst>
                </p:cNvPr>
                <p:cNvPicPr/>
                <p:nvPr/>
              </p:nvPicPr>
              <p:blipFill>
                <a:blip r:embed="rId88"/>
                <a:stretch>
                  <a:fillRect/>
                </a:stretch>
              </p:blipFill>
              <p:spPr>
                <a:xfrm>
                  <a:off x="2645871" y="4815185"/>
                  <a:ext cx="7344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40" name="Ink 39">
                  <a:extLst>
                    <a:ext uri="{FF2B5EF4-FFF2-40B4-BE49-F238E27FC236}">
                      <a16:creationId xmlns:a16="http://schemas.microsoft.com/office/drawing/2014/main" id="{994BDA2F-CDD8-9132-E5BC-4F50ED20AB42}"/>
                    </a:ext>
                  </a:extLst>
                </p14:cNvPr>
                <p14:cNvContentPartPr/>
                <p14:nvPr/>
              </p14:nvContentPartPr>
              <p14:xfrm>
                <a:off x="2742711" y="4836065"/>
                <a:ext cx="83880" cy="105480"/>
              </p14:xfrm>
            </p:contentPart>
          </mc:Choice>
          <mc:Fallback xmlns="">
            <p:pic>
              <p:nvPicPr>
                <p:cNvPr id="40" name="Ink 39">
                  <a:extLst>
                    <a:ext uri="{FF2B5EF4-FFF2-40B4-BE49-F238E27FC236}">
                      <a16:creationId xmlns:a16="http://schemas.microsoft.com/office/drawing/2014/main" id="{994BDA2F-CDD8-9132-E5BC-4F50ED20AB42}"/>
                    </a:ext>
                  </a:extLst>
                </p:cNvPr>
                <p:cNvPicPr/>
                <p:nvPr/>
              </p:nvPicPr>
              <p:blipFill>
                <a:blip r:embed="rId90"/>
                <a:stretch>
                  <a:fillRect/>
                </a:stretch>
              </p:blipFill>
              <p:spPr>
                <a:xfrm>
                  <a:off x="2733711" y="4827065"/>
                  <a:ext cx="1015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41" name="Ink 40">
                  <a:extLst>
                    <a:ext uri="{FF2B5EF4-FFF2-40B4-BE49-F238E27FC236}">
                      <a16:creationId xmlns:a16="http://schemas.microsoft.com/office/drawing/2014/main" id="{F2F4096D-901E-E7B0-0167-B17E13870AF9}"/>
                    </a:ext>
                  </a:extLst>
                </p14:cNvPr>
                <p14:cNvContentPartPr/>
                <p14:nvPr/>
              </p14:nvContentPartPr>
              <p14:xfrm>
                <a:off x="2853951" y="4842185"/>
                <a:ext cx="83880" cy="99360"/>
              </p14:xfrm>
            </p:contentPart>
          </mc:Choice>
          <mc:Fallback xmlns="">
            <p:pic>
              <p:nvPicPr>
                <p:cNvPr id="41" name="Ink 40">
                  <a:extLst>
                    <a:ext uri="{FF2B5EF4-FFF2-40B4-BE49-F238E27FC236}">
                      <a16:creationId xmlns:a16="http://schemas.microsoft.com/office/drawing/2014/main" id="{F2F4096D-901E-E7B0-0167-B17E13870AF9}"/>
                    </a:ext>
                  </a:extLst>
                </p:cNvPr>
                <p:cNvPicPr/>
                <p:nvPr/>
              </p:nvPicPr>
              <p:blipFill>
                <a:blip r:embed="rId92"/>
                <a:stretch>
                  <a:fillRect/>
                </a:stretch>
              </p:blipFill>
              <p:spPr>
                <a:xfrm>
                  <a:off x="2845311" y="4833545"/>
                  <a:ext cx="10152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42" name="Ink 41">
                  <a:extLst>
                    <a:ext uri="{FF2B5EF4-FFF2-40B4-BE49-F238E27FC236}">
                      <a16:creationId xmlns:a16="http://schemas.microsoft.com/office/drawing/2014/main" id="{0D25420E-E91E-C1AD-8616-40E36187429C}"/>
                    </a:ext>
                  </a:extLst>
                </p14:cNvPr>
                <p14:cNvContentPartPr/>
                <p14:nvPr/>
              </p14:nvContentPartPr>
              <p14:xfrm>
                <a:off x="2283711" y="4154225"/>
                <a:ext cx="268920" cy="146520"/>
              </p14:xfrm>
            </p:contentPart>
          </mc:Choice>
          <mc:Fallback xmlns="">
            <p:pic>
              <p:nvPicPr>
                <p:cNvPr id="42" name="Ink 41">
                  <a:extLst>
                    <a:ext uri="{FF2B5EF4-FFF2-40B4-BE49-F238E27FC236}">
                      <a16:creationId xmlns:a16="http://schemas.microsoft.com/office/drawing/2014/main" id="{0D25420E-E91E-C1AD-8616-40E36187429C}"/>
                    </a:ext>
                  </a:extLst>
                </p:cNvPr>
                <p:cNvPicPr/>
                <p:nvPr/>
              </p:nvPicPr>
              <p:blipFill>
                <a:blip r:embed="rId94"/>
                <a:stretch>
                  <a:fillRect/>
                </a:stretch>
              </p:blipFill>
              <p:spPr>
                <a:xfrm>
                  <a:off x="2274711" y="4145225"/>
                  <a:ext cx="28656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43" name="Ink 42">
                  <a:extLst>
                    <a:ext uri="{FF2B5EF4-FFF2-40B4-BE49-F238E27FC236}">
                      <a16:creationId xmlns:a16="http://schemas.microsoft.com/office/drawing/2014/main" id="{9D0435A1-0AEB-F767-347B-F34ABAAF9F01}"/>
                    </a:ext>
                  </a:extLst>
                </p14:cNvPr>
                <p14:cNvContentPartPr/>
                <p14:nvPr/>
              </p14:nvContentPartPr>
              <p14:xfrm>
                <a:off x="2283351" y="4146665"/>
                <a:ext cx="382320" cy="129240"/>
              </p14:xfrm>
            </p:contentPart>
          </mc:Choice>
          <mc:Fallback xmlns="">
            <p:pic>
              <p:nvPicPr>
                <p:cNvPr id="43" name="Ink 42">
                  <a:extLst>
                    <a:ext uri="{FF2B5EF4-FFF2-40B4-BE49-F238E27FC236}">
                      <a16:creationId xmlns:a16="http://schemas.microsoft.com/office/drawing/2014/main" id="{9D0435A1-0AEB-F767-347B-F34ABAAF9F01}"/>
                    </a:ext>
                  </a:extLst>
                </p:cNvPr>
                <p:cNvPicPr/>
                <p:nvPr/>
              </p:nvPicPr>
              <p:blipFill>
                <a:blip r:embed="rId96"/>
                <a:stretch>
                  <a:fillRect/>
                </a:stretch>
              </p:blipFill>
              <p:spPr>
                <a:xfrm>
                  <a:off x="2274351" y="4138025"/>
                  <a:ext cx="39996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6" name="Ink 15">
                  <a:extLst>
                    <a:ext uri="{FF2B5EF4-FFF2-40B4-BE49-F238E27FC236}">
                      <a16:creationId xmlns:a16="http://schemas.microsoft.com/office/drawing/2014/main" id="{27373521-7062-A608-F12B-E45CE7F8F743}"/>
                    </a:ext>
                  </a:extLst>
                </p14:cNvPr>
                <p14:cNvContentPartPr/>
                <p14:nvPr/>
              </p14:nvContentPartPr>
              <p14:xfrm>
                <a:off x="3081471" y="4273745"/>
                <a:ext cx="1991160" cy="40680"/>
              </p14:xfrm>
            </p:contentPart>
          </mc:Choice>
          <mc:Fallback xmlns="">
            <p:pic>
              <p:nvPicPr>
                <p:cNvPr id="16" name="Ink 15">
                  <a:extLst>
                    <a:ext uri="{FF2B5EF4-FFF2-40B4-BE49-F238E27FC236}">
                      <a16:creationId xmlns:a16="http://schemas.microsoft.com/office/drawing/2014/main" id="{27373521-7062-A608-F12B-E45CE7F8F743}"/>
                    </a:ext>
                  </a:extLst>
                </p:cNvPr>
                <p:cNvPicPr/>
                <p:nvPr/>
              </p:nvPicPr>
              <p:blipFill>
                <a:blip r:embed="rId98"/>
                <a:stretch>
                  <a:fillRect/>
                </a:stretch>
              </p:blipFill>
              <p:spPr>
                <a:xfrm>
                  <a:off x="3072471" y="4265105"/>
                  <a:ext cx="200880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7" name="Ink 16">
                  <a:extLst>
                    <a:ext uri="{FF2B5EF4-FFF2-40B4-BE49-F238E27FC236}">
                      <a16:creationId xmlns:a16="http://schemas.microsoft.com/office/drawing/2014/main" id="{8CB338A8-3EB6-91E2-BEBF-52E206CE211F}"/>
                    </a:ext>
                  </a:extLst>
                </p14:cNvPr>
                <p14:cNvContentPartPr/>
                <p14:nvPr/>
              </p14:nvContentPartPr>
              <p14:xfrm>
                <a:off x="5011431" y="4223345"/>
                <a:ext cx="99720" cy="101520"/>
              </p14:xfrm>
            </p:contentPart>
          </mc:Choice>
          <mc:Fallback xmlns="">
            <p:pic>
              <p:nvPicPr>
                <p:cNvPr id="17" name="Ink 16">
                  <a:extLst>
                    <a:ext uri="{FF2B5EF4-FFF2-40B4-BE49-F238E27FC236}">
                      <a16:creationId xmlns:a16="http://schemas.microsoft.com/office/drawing/2014/main" id="{8CB338A8-3EB6-91E2-BEBF-52E206CE211F}"/>
                    </a:ext>
                  </a:extLst>
                </p:cNvPr>
                <p:cNvPicPr/>
                <p:nvPr/>
              </p:nvPicPr>
              <p:blipFill>
                <a:blip r:embed="rId100"/>
                <a:stretch>
                  <a:fillRect/>
                </a:stretch>
              </p:blipFill>
              <p:spPr>
                <a:xfrm>
                  <a:off x="5002431" y="4214345"/>
                  <a:ext cx="11736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8" name="Ink 17">
                  <a:extLst>
                    <a:ext uri="{FF2B5EF4-FFF2-40B4-BE49-F238E27FC236}">
                      <a16:creationId xmlns:a16="http://schemas.microsoft.com/office/drawing/2014/main" id="{1FB0BDE7-1D64-B51D-50CA-A5A6F85F219B}"/>
                    </a:ext>
                  </a:extLst>
                </p14:cNvPr>
                <p14:cNvContentPartPr/>
                <p14:nvPr/>
              </p14:nvContentPartPr>
              <p14:xfrm>
                <a:off x="5194671" y="4210745"/>
                <a:ext cx="906840" cy="555120"/>
              </p14:xfrm>
            </p:contentPart>
          </mc:Choice>
          <mc:Fallback xmlns="">
            <p:pic>
              <p:nvPicPr>
                <p:cNvPr id="18" name="Ink 17">
                  <a:extLst>
                    <a:ext uri="{FF2B5EF4-FFF2-40B4-BE49-F238E27FC236}">
                      <a16:creationId xmlns:a16="http://schemas.microsoft.com/office/drawing/2014/main" id="{1FB0BDE7-1D64-B51D-50CA-A5A6F85F219B}"/>
                    </a:ext>
                  </a:extLst>
                </p:cNvPr>
                <p:cNvPicPr/>
                <p:nvPr/>
              </p:nvPicPr>
              <p:blipFill>
                <a:blip r:embed="rId102"/>
                <a:stretch>
                  <a:fillRect/>
                </a:stretch>
              </p:blipFill>
              <p:spPr>
                <a:xfrm>
                  <a:off x="5186031" y="4201745"/>
                  <a:ext cx="924480" cy="5727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9" name="Ink 18">
                  <a:extLst>
                    <a:ext uri="{FF2B5EF4-FFF2-40B4-BE49-F238E27FC236}">
                      <a16:creationId xmlns:a16="http://schemas.microsoft.com/office/drawing/2014/main" id="{B90DDF03-3353-8231-67D5-E6C6347CBEBB}"/>
                    </a:ext>
                  </a:extLst>
                </p14:cNvPr>
                <p14:cNvContentPartPr/>
                <p14:nvPr/>
              </p14:nvContentPartPr>
              <p14:xfrm>
                <a:off x="5132751" y="4192745"/>
                <a:ext cx="982080" cy="496080"/>
              </p14:xfrm>
            </p:contentPart>
          </mc:Choice>
          <mc:Fallback xmlns="">
            <p:pic>
              <p:nvPicPr>
                <p:cNvPr id="19" name="Ink 18">
                  <a:extLst>
                    <a:ext uri="{FF2B5EF4-FFF2-40B4-BE49-F238E27FC236}">
                      <a16:creationId xmlns:a16="http://schemas.microsoft.com/office/drawing/2014/main" id="{B90DDF03-3353-8231-67D5-E6C6347CBEBB}"/>
                    </a:ext>
                  </a:extLst>
                </p:cNvPr>
                <p:cNvPicPr/>
                <p:nvPr/>
              </p:nvPicPr>
              <p:blipFill>
                <a:blip r:embed="rId104"/>
                <a:stretch>
                  <a:fillRect/>
                </a:stretch>
              </p:blipFill>
              <p:spPr>
                <a:xfrm>
                  <a:off x="5124111" y="4183745"/>
                  <a:ext cx="999720" cy="5137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20" name="Ink 19">
                  <a:extLst>
                    <a:ext uri="{FF2B5EF4-FFF2-40B4-BE49-F238E27FC236}">
                      <a16:creationId xmlns:a16="http://schemas.microsoft.com/office/drawing/2014/main" id="{67C0FD9B-5F7B-50B0-04C9-988844A38339}"/>
                    </a:ext>
                  </a:extLst>
                </p14:cNvPr>
                <p14:cNvContentPartPr/>
                <p14:nvPr/>
              </p14:nvContentPartPr>
              <p14:xfrm>
                <a:off x="5583471" y="4801145"/>
                <a:ext cx="23760" cy="92160"/>
              </p14:xfrm>
            </p:contentPart>
          </mc:Choice>
          <mc:Fallback xmlns="">
            <p:pic>
              <p:nvPicPr>
                <p:cNvPr id="20" name="Ink 19">
                  <a:extLst>
                    <a:ext uri="{FF2B5EF4-FFF2-40B4-BE49-F238E27FC236}">
                      <a16:creationId xmlns:a16="http://schemas.microsoft.com/office/drawing/2014/main" id="{67C0FD9B-5F7B-50B0-04C9-988844A38339}"/>
                    </a:ext>
                  </a:extLst>
                </p:cNvPr>
                <p:cNvPicPr/>
                <p:nvPr/>
              </p:nvPicPr>
              <p:blipFill>
                <a:blip r:embed="rId106"/>
                <a:stretch>
                  <a:fillRect/>
                </a:stretch>
              </p:blipFill>
              <p:spPr>
                <a:xfrm>
                  <a:off x="5574831" y="4792145"/>
                  <a:ext cx="414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21" name="Ink 20">
                  <a:extLst>
                    <a:ext uri="{FF2B5EF4-FFF2-40B4-BE49-F238E27FC236}">
                      <a16:creationId xmlns:a16="http://schemas.microsoft.com/office/drawing/2014/main" id="{8C358C76-0B9D-80E5-7EAD-B83289ECCD15}"/>
                    </a:ext>
                  </a:extLst>
                </p14:cNvPr>
                <p14:cNvContentPartPr/>
                <p14:nvPr/>
              </p14:nvContentPartPr>
              <p14:xfrm>
                <a:off x="5521551" y="4964585"/>
                <a:ext cx="91800" cy="93960"/>
              </p14:xfrm>
            </p:contentPart>
          </mc:Choice>
          <mc:Fallback xmlns="">
            <p:pic>
              <p:nvPicPr>
                <p:cNvPr id="21" name="Ink 20">
                  <a:extLst>
                    <a:ext uri="{FF2B5EF4-FFF2-40B4-BE49-F238E27FC236}">
                      <a16:creationId xmlns:a16="http://schemas.microsoft.com/office/drawing/2014/main" id="{8C358C76-0B9D-80E5-7EAD-B83289ECCD15}"/>
                    </a:ext>
                  </a:extLst>
                </p:cNvPr>
                <p:cNvPicPr/>
                <p:nvPr/>
              </p:nvPicPr>
              <p:blipFill>
                <a:blip r:embed="rId108"/>
                <a:stretch>
                  <a:fillRect/>
                </a:stretch>
              </p:blipFill>
              <p:spPr>
                <a:xfrm>
                  <a:off x="5512551" y="4955585"/>
                  <a:ext cx="10944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22" name="Ink 21">
                  <a:extLst>
                    <a:ext uri="{FF2B5EF4-FFF2-40B4-BE49-F238E27FC236}">
                      <a16:creationId xmlns:a16="http://schemas.microsoft.com/office/drawing/2014/main" id="{C93C3B73-96B2-69EB-BDCE-1B9A6D8902E0}"/>
                    </a:ext>
                  </a:extLst>
                </p14:cNvPr>
                <p14:cNvContentPartPr/>
                <p14:nvPr/>
              </p14:nvContentPartPr>
              <p14:xfrm>
                <a:off x="5309511" y="4986185"/>
                <a:ext cx="34920" cy="5400"/>
              </p14:xfrm>
            </p:contentPart>
          </mc:Choice>
          <mc:Fallback xmlns="">
            <p:pic>
              <p:nvPicPr>
                <p:cNvPr id="22" name="Ink 21">
                  <a:extLst>
                    <a:ext uri="{FF2B5EF4-FFF2-40B4-BE49-F238E27FC236}">
                      <a16:creationId xmlns:a16="http://schemas.microsoft.com/office/drawing/2014/main" id="{C93C3B73-96B2-69EB-BDCE-1B9A6D8902E0}"/>
                    </a:ext>
                  </a:extLst>
                </p:cNvPr>
                <p:cNvPicPr/>
                <p:nvPr/>
              </p:nvPicPr>
              <p:blipFill>
                <a:blip r:embed="rId110"/>
                <a:stretch>
                  <a:fillRect/>
                </a:stretch>
              </p:blipFill>
              <p:spPr>
                <a:xfrm>
                  <a:off x="5300511" y="4977185"/>
                  <a:ext cx="525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24" name="Ink 23">
                  <a:extLst>
                    <a:ext uri="{FF2B5EF4-FFF2-40B4-BE49-F238E27FC236}">
                      <a16:creationId xmlns:a16="http://schemas.microsoft.com/office/drawing/2014/main" id="{ECB3FA04-A7DC-FB82-0E8D-4AB8C542F139}"/>
                    </a:ext>
                  </a:extLst>
                </p14:cNvPr>
                <p14:cNvContentPartPr/>
                <p14:nvPr/>
              </p14:nvContentPartPr>
              <p14:xfrm>
                <a:off x="5336511" y="4285265"/>
                <a:ext cx="129240" cy="271440"/>
              </p14:xfrm>
            </p:contentPart>
          </mc:Choice>
          <mc:Fallback xmlns="">
            <p:pic>
              <p:nvPicPr>
                <p:cNvPr id="24" name="Ink 23">
                  <a:extLst>
                    <a:ext uri="{FF2B5EF4-FFF2-40B4-BE49-F238E27FC236}">
                      <a16:creationId xmlns:a16="http://schemas.microsoft.com/office/drawing/2014/main" id="{ECB3FA04-A7DC-FB82-0E8D-4AB8C542F139}"/>
                    </a:ext>
                  </a:extLst>
                </p:cNvPr>
                <p:cNvPicPr/>
                <p:nvPr/>
              </p:nvPicPr>
              <p:blipFill>
                <a:blip r:embed="rId112"/>
                <a:stretch>
                  <a:fillRect/>
                </a:stretch>
              </p:blipFill>
              <p:spPr>
                <a:xfrm>
                  <a:off x="5327871" y="4276625"/>
                  <a:ext cx="14688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25" name="Ink 24">
                  <a:extLst>
                    <a:ext uri="{FF2B5EF4-FFF2-40B4-BE49-F238E27FC236}">
                      <a16:creationId xmlns:a16="http://schemas.microsoft.com/office/drawing/2014/main" id="{D4FC56FC-BA40-B845-04FC-FDB3648B585D}"/>
                    </a:ext>
                  </a:extLst>
                </p14:cNvPr>
                <p14:cNvContentPartPr/>
                <p14:nvPr/>
              </p14:nvContentPartPr>
              <p14:xfrm>
                <a:off x="5471871" y="4448345"/>
                <a:ext cx="66240" cy="137160"/>
              </p14:xfrm>
            </p:contentPart>
          </mc:Choice>
          <mc:Fallback xmlns="">
            <p:pic>
              <p:nvPicPr>
                <p:cNvPr id="25" name="Ink 24">
                  <a:extLst>
                    <a:ext uri="{FF2B5EF4-FFF2-40B4-BE49-F238E27FC236}">
                      <a16:creationId xmlns:a16="http://schemas.microsoft.com/office/drawing/2014/main" id="{D4FC56FC-BA40-B845-04FC-FDB3648B585D}"/>
                    </a:ext>
                  </a:extLst>
                </p:cNvPr>
                <p:cNvPicPr/>
                <p:nvPr/>
              </p:nvPicPr>
              <p:blipFill>
                <a:blip r:embed="rId114"/>
                <a:stretch>
                  <a:fillRect/>
                </a:stretch>
              </p:blipFill>
              <p:spPr>
                <a:xfrm>
                  <a:off x="5462871" y="4439705"/>
                  <a:ext cx="8388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26" name="Ink 25">
                  <a:extLst>
                    <a:ext uri="{FF2B5EF4-FFF2-40B4-BE49-F238E27FC236}">
                      <a16:creationId xmlns:a16="http://schemas.microsoft.com/office/drawing/2014/main" id="{A7391FF4-311B-1AD6-B995-13769BB1A45A}"/>
                    </a:ext>
                  </a:extLst>
                </p14:cNvPr>
                <p14:cNvContentPartPr/>
                <p14:nvPr/>
              </p14:nvContentPartPr>
              <p14:xfrm>
                <a:off x="5577711" y="4483985"/>
                <a:ext cx="57960" cy="85320"/>
              </p14:xfrm>
            </p:contentPart>
          </mc:Choice>
          <mc:Fallback xmlns="">
            <p:pic>
              <p:nvPicPr>
                <p:cNvPr id="26" name="Ink 25">
                  <a:extLst>
                    <a:ext uri="{FF2B5EF4-FFF2-40B4-BE49-F238E27FC236}">
                      <a16:creationId xmlns:a16="http://schemas.microsoft.com/office/drawing/2014/main" id="{A7391FF4-311B-1AD6-B995-13769BB1A45A}"/>
                    </a:ext>
                  </a:extLst>
                </p:cNvPr>
                <p:cNvPicPr/>
                <p:nvPr/>
              </p:nvPicPr>
              <p:blipFill>
                <a:blip r:embed="rId116"/>
                <a:stretch>
                  <a:fillRect/>
                </a:stretch>
              </p:blipFill>
              <p:spPr>
                <a:xfrm>
                  <a:off x="5569071" y="4475345"/>
                  <a:ext cx="7560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27" name="Ink 26">
                  <a:extLst>
                    <a:ext uri="{FF2B5EF4-FFF2-40B4-BE49-F238E27FC236}">
                      <a16:creationId xmlns:a16="http://schemas.microsoft.com/office/drawing/2014/main" id="{7A7821DF-214B-B29F-6588-3C7E46D7E308}"/>
                    </a:ext>
                  </a:extLst>
                </p14:cNvPr>
                <p14:cNvContentPartPr/>
                <p14:nvPr/>
              </p14:nvContentPartPr>
              <p14:xfrm>
                <a:off x="5657991" y="4463105"/>
                <a:ext cx="77760" cy="102240"/>
              </p14:xfrm>
            </p:contentPart>
          </mc:Choice>
          <mc:Fallback xmlns="">
            <p:pic>
              <p:nvPicPr>
                <p:cNvPr id="27" name="Ink 26">
                  <a:extLst>
                    <a:ext uri="{FF2B5EF4-FFF2-40B4-BE49-F238E27FC236}">
                      <a16:creationId xmlns:a16="http://schemas.microsoft.com/office/drawing/2014/main" id="{7A7821DF-214B-B29F-6588-3C7E46D7E308}"/>
                    </a:ext>
                  </a:extLst>
                </p:cNvPr>
                <p:cNvPicPr/>
                <p:nvPr/>
              </p:nvPicPr>
              <p:blipFill>
                <a:blip r:embed="rId118"/>
                <a:stretch>
                  <a:fillRect/>
                </a:stretch>
              </p:blipFill>
              <p:spPr>
                <a:xfrm>
                  <a:off x="5649351" y="4454105"/>
                  <a:ext cx="9540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28" name="Ink 27">
                  <a:extLst>
                    <a:ext uri="{FF2B5EF4-FFF2-40B4-BE49-F238E27FC236}">
                      <a16:creationId xmlns:a16="http://schemas.microsoft.com/office/drawing/2014/main" id="{FF29F611-5125-C19B-C4EF-8AD51AE4937B}"/>
                    </a:ext>
                  </a:extLst>
                </p14:cNvPr>
                <p14:cNvContentPartPr/>
                <p14:nvPr/>
              </p14:nvContentPartPr>
              <p14:xfrm>
                <a:off x="5765271" y="4454825"/>
                <a:ext cx="68400" cy="123120"/>
              </p14:xfrm>
            </p:contentPart>
          </mc:Choice>
          <mc:Fallback xmlns="">
            <p:pic>
              <p:nvPicPr>
                <p:cNvPr id="28" name="Ink 27">
                  <a:extLst>
                    <a:ext uri="{FF2B5EF4-FFF2-40B4-BE49-F238E27FC236}">
                      <a16:creationId xmlns:a16="http://schemas.microsoft.com/office/drawing/2014/main" id="{FF29F611-5125-C19B-C4EF-8AD51AE4937B}"/>
                    </a:ext>
                  </a:extLst>
                </p:cNvPr>
                <p:cNvPicPr/>
                <p:nvPr/>
              </p:nvPicPr>
              <p:blipFill>
                <a:blip r:embed="rId120"/>
                <a:stretch>
                  <a:fillRect/>
                </a:stretch>
              </p:blipFill>
              <p:spPr>
                <a:xfrm>
                  <a:off x="5756271" y="4446185"/>
                  <a:ext cx="860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29" name="Ink 28">
                  <a:extLst>
                    <a:ext uri="{FF2B5EF4-FFF2-40B4-BE49-F238E27FC236}">
                      <a16:creationId xmlns:a16="http://schemas.microsoft.com/office/drawing/2014/main" id="{F7FD5EA6-C42B-F3DA-BE79-41DC976DFE6C}"/>
                    </a:ext>
                  </a:extLst>
                </p14:cNvPr>
                <p14:cNvContentPartPr/>
                <p14:nvPr/>
              </p14:nvContentPartPr>
              <p14:xfrm>
                <a:off x="5870391" y="4416665"/>
                <a:ext cx="106200" cy="136080"/>
              </p14:xfrm>
            </p:contentPart>
          </mc:Choice>
          <mc:Fallback xmlns="">
            <p:pic>
              <p:nvPicPr>
                <p:cNvPr id="29" name="Ink 28">
                  <a:extLst>
                    <a:ext uri="{FF2B5EF4-FFF2-40B4-BE49-F238E27FC236}">
                      <a16:creationId xmlns:a16="http://schemas.microsoft.com/office/drawing/2014/main" id="{F7FD5EA6-C42B-F3DA-BE79-41DC976DFE6C}"/>
                    </a:ext>
                  </a:extLst>
                </p:cNvPr>
                <p:cNvPicPr/>
                <p:nvPr/>
              </p:nvPicPr>
              <p:blipFill>
                <a:blip r:embed="rId122"/>
                <a:stretch>
                  <a:fillRect/>
                </a:stretch>
              </p:blipFill>
              <p:spPr>
                <a:xfrm>
                  <a:off x="5861391" y="4408025"/>
                  <a:ext cx="12384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2" name="Ink 71">
                  <a:extLst>
                    <a:ext uri="{FF2B5EF4-FFF2-40B4-BE49-F238E27FC236}">
                      <a16:creationId xmlns:a16="http://schemas.microsoft.com/office/drawing/2014/main" id="{1BD565DD-E3C8-371F-7390-04C38F832F3D}"/>
                    </a:ext>
                  </a:extLst>
                </p14:cNvPr>
                <p14:cNvContentPartPr/>
                <p14:nvPr/>
              </p14:nvContentPartPr>
              <p14:xfrm>
                <a:off x="1237551" y="4318025"/>
                <a:ext cx="10440" cy="93960"/>
              </p14:xfrm>
            </p:contentPart>
          </mc:Choice>
          <mc:Fallback xmlns="">
            <p:pic>
              <p:nvPicPr>
                <p:cNvPr id="72" name="Ink 71">
                  <a:extLst>
                    <a:ext uri="{FF2B5EF4-FFF2-40B4-BE49-F238E27FC236}">
                      <a16:creationId xmlns:a16="http://schemas.microsoft.com/office/drawing/2014/main" id="{1BD565DD-E3C8-371F-7390-04C38F832F3D}"/>
                    </a:ext>
                  </a:extLst>
                </p:cNvPr>
                <p:cNvPicPr/>
                <p:nvPr/>
              </p:nvPicPr>
              <p:blipFill>
                <a:blip r:embed="rId124"/>
                <a:stretch>
                  <a:fillRect/>
                </a:stretch>
              </p:blipFill>
              <p:spPr>
                <a:xfrm>
                  <a:off x="1228551" y="4309385"/>
                  <a:ext cx="2808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3" name="Ink 72">
                  <a:extLst>
                    <a:ext uri="{FF2B5EF4-FFF2-40B4-BE49-F238E27FC236}">
                      <a16:creationId xmlns:a16="http://schemas.microsoft.com/office/drawing/2014/main" id="{99885F41-A1F5-05CE-870D-DF39E73BB957}"/>
                    </a:ext>
                  </a:extLst>
                </p14:cNvPr>
                <p14:cNvContentPartPr/>
                <p14:nvPr/>
              </p14:nvContentPartPr>
              <p14:xfrm>
                <a:off x="1170591" y="4248545"/>
                <a:ext cx="156960" cy="208440"/>
              </p14:xfrm>
            </p:contentPart>
          </mc:Choice>
          <mc:Fallback xmlns="">
            <p:pic>
              <p:nvPicPr>
                <p:cNvPr id="73" name="Ink 72">
                  <a:extLst>
                    <a:ext uri="{FF2B5EF4-FFF2-40B4-BE49-F238E27FC236}">
                      <a16:creationId xmlns:a16="http://schemas.microsoft.com/office/drawing/2014/main" id="{99885F41-A1F5-05CE-870D-DF39E73BB957}"/>
                    </a:ext>
                  </a:extLst>
                </p:cNvPr>
                <p:cNvPicPr/>
                <p:nvPr/>
              </p:nvPicPr>
              <p:blipFill>
                <a:blip r:embed="rId126"/>
                <a:stretch>
                  <a:fillRect/>
                </a:stretch>
              </p:blipFill>
              <p:spPr>
                <a:xfrm>
                  <a:off x="1161591" y="4239545"/>
                  <a:ext cx="17460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8" name="Ink 77">
                  <a:extLst>
                    <a:ext uri="{FF2B5EF4-FFF2-40B4-BE49-F238E27FC236}">
                      <a16:creationId xmlns:a16="http://schemas.microsoft.com/office/drawing/2014/main" id="{4DD5C8D2-0B1F-5CF0-4ADC-540D079A9BA9}"/>
                    </a:ext>
                  </a:extLst>
                </p14:cNvPr>
                <p14:cNvContentPartPr/>
                <p14:nvPr/>
              </p14:nvContentPartPr>
              <p14:xfrm>
                <a:off x="2360391" y="4181585"/>
                <a:ext cx="90360" cy="83880"/>
              </p14:xfrm>
            </p:contentPart>
          </mc:Choice>
          <mc:Fallback xmlns="">
            <p:pic>
              <p:nvPicPr>
                <p:cNvPr id="78" name="Ink 77">
                  <a:extLst>
                    <a:ext uri="{FF2B5EF4-FFF2-40B4-BE49-F238E27FC236}">
                      <a16:creationId xmlns:a16="http://schemas.microsoft.com/office/drawing/2014/main" id="{4DD5C8D2-0B1F-5CF0-4ADC-540D079A9BA9}"/>
                    </a:ext>
                  </a:extLst>
                </p:cNvPr>
                <p:cNvPicPr/>
                <p:nvPr/>
              </p:nvPicPr>
              <p:blipFill>
                <a:blip r:embed="rId128"/>
                <a:stretch>
                  <a:fillRect/>
                </a:stretch>
              </p:blipFill>
              <p:spPr>
                <a:xfrm>
                  <a:off x="2351391" y="4172585"/>
                  <a:ext cx="10800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9" name="Ink 78">
                  <a:extLst>
                    <a:ext uri="{FF2B5EF4-FFF2-40B4-BE49-F238E27FC236}">
                      <a16:creationId xmlns:a16="http://schemas.microsoft.com/office/drawing/2014/main" id="{1A0A079A-F3C3-31EB-943F-7859492C7F24}"/>
                    </a:ext>
                  </a:extLst>
                </p14:cNvPr>
                <p14:cNvContentPartPr/>
                <p14:nvPr/>
              </p14:nvContentPartPr>
              <p14:xfrm>
                <a:off x="2369031" y="4221185"/>
                <a:ext cx="52920" cy="12600"/>
              </p14:xfrm>
            </p:contentPart>
          </mc:Choice>
          <mc:Fallback xmlns="">
            <p:pic>
              <p:nvPicPr>
                <p:cNvPr id="79" name="Ink 78">
                  <a:extLst>
                    <a:ext uri="{FF2B5EF4-FFF2-40B4-BE49-F238E27FC236}">
                      <a16:creationId xmlns:a16="http://schemas.microsoft.com/office/drawing/2014/main" id="{1A0A079A-F3C3-31EB-943F-7859492C7F24}"/>
                    </a:ext>
                  </a:extLst>
                </p:cNvPr>
                <p:cNvPicPr/>
                <p:nvPr/>
              </p:nvPicPr>
              <p:blipFill>
                <a:blip r:embed="rId130"/>
                <a:stretch>
                  <a:fillRect/>
                </a:stretch>
              </p:blipFill>
              <p:spPr>
                <a:xfrm>
                  <a:off x="2360391" y="4212185"/>
                  <a:ext cx="7056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1" name="Ink 80">
                  <a:extLst>
                    <a:ext uri="{FF2B5EF4-FFF2-40B4-BE49-F238E27FC236}">
                      <a16:creationId xmlns:a16="http://schemas.microsoft.com/office/drawing/2014/main" id="{663F4332-41D4-3021-DD95-3566FF083FA5}"/>
                    </a:ext>
                  </a:extLst>
                </p14:cNvPr>
                <p14:cNvContentPartPr/>
                <p14:nvPr/>
              </p14:nvContentPartPr>
              <p14:xfrm>
                <a:off x="2601591" y="3818705"/>
                <a:ext cx="1186920" cy="409680"/>
              </p14:xfrm>
            </p:contentPart>
          </mc:Choice>
          <mc:Fallback xmlns="">
            <p:pic>
              <p:nvPicPr>
                <p:cNvPr id="81" name="Ink 80">
                  <a:extLst>
                    <a:ext uri="{FF2B5EF4-FFF2-40B4-BE49-F238E27FC236}">
                      <a16:creationId xmlns:a16="http://schemas.microsoft.com/office/drawing/2014/main" id="{663F4332-41D4-3021-DD95-3566FF083FA5}"/>
                    </a:ext>
                  </a:extLst>
                </p:cNvPr>
                <p:cNvPicPr/>
                <p:nvPr/>
              </p:nvPicPr>
              <p:blipFill>
                <a:blip r:embed="rId132"/>
                <a:stretch>
                  <a:fillRect/>
                </a:stretch>
              </p:blipFill>
              <p:spPr>
                <a:xfrm>
                  <a:off x="2592951" y="3810065"/>
                  <a:ext cx="1204560" cy="42732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2" name="Ink 81">
                  <a:extLst>
                    <a:ext uri="{FF2B5EF4-FFF2-40B4-BE49-F238E27FC236}">
                      <a16:creationId xmlns:a16="http://schemas.microsoft.com/office/drawing/2014/main" id="{F5DCC1B2-07E1-A85E-C6AD-BD5734AA7279}"/>
                    </a:ext>
                  </a:extLst>
                </p14:cNvPr>
                <p14:cNvContentPartPr/>
                <p14:nvPr/>
              </p14:nvContentPartPr>
              <p14:xfrm>
                <a:off x="3740631" y="3808985"/>
                <a:ext cx="76680" cy="133200"/>
              </p14:xfrm>
            </p:contentPart>
          </mc:Choice>
          <mc:Fallback xmlns="">
            <p:pic>
              <p:nvPicPr>
                <p:cNvPr id="82" name="Ink 81">
                  <a:extLst>
                    <a:ext uri="{FF2B5EF4-FFF2-40B4-BE49-F238E27FC236}">
                      <a16:creationId xmlns:a16="http://schemas.microsoft.com/office/drawing/2014/main" id="{F5DCC1B2-07E1-A85E-C6AD-BD5734AA7279}"/>
                    </a:ext>
                  </a:extLst>
                </p:cNvPr>
                <p:cNvPicPr/>
                <p:nvPr/>
              </p:nvPicPr>
              <p:blipFill>
                <a:blip r:embed="rId134"/>
                <a:stretch>
                  <a:fillRect/>
                </a:stretch>
              </p:blipFill>
              <p:spPr>
                <a:xfrm>
                  <a:off x="3731991" y="3799985"/>
                  <a:ext cx="9432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3" name="Ink 82">
                  <a:extLst>
                    <a:ext uri="{FF2B5EF4-FFF2-40B4-BE49-F238E27FC236}">
                      <a16:creationId xmlns:a16="http://schemas.microsoft.com/office/drawing/2014/main" id="{D32033A6-625F-CE03-C888-31F720FEB614}"/>
                    </a:ext>
                  </a:extLst>
                </p14:cNvPr>
                <p14:cNvContentPartPr/>
                <p14:nvPr/>
              </p14:nvContentPartPr>
              <p14:xfrm>
                <a:off x="4057431" y="3829145"/>
                <a:ext cx="395640" cy="243360"/>
              </p14:xfrm>
            </p:contentPart>
          </mc:Choice>
          <mc:Fallback xmlns="">
            <p:pic>
              <p:nvPicPr>
                <p:cNvPr id="83" name="Ink 82">
                  <a:extLst>
                    <a:ext uri="{FF2B5EF4-FFF2-40B4-BE49-F238E27FC236}">
                      <a16:creationId xmlns:a16="http://schemas.microsoft.com/office/drawing/2014/main" id="{D32033A6-625F-CE03-C888-31F720FEB614}"/>
                    </a:ext>
                  </a:extLst>
                </p:cNvPr>
                <p:cNvPicPr/>
                <p:nvPr/>
              </p:nvPicPr>
              <p:blipFill>
                <a:blip r:embed="rId136"/>
                <a:stretch>
                  <a:fillRect/>
                </a:stretch>
              </p:blipFill>
              <p:spPr>
                <a:xfrm>
                  <a:off x="4048791" y="3820505"/>
                  <a:ext cx="41328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84" name="Ink 83">
                  <a:extLst>
                    <a:ext uri="{FF2B5EF4-FFF2-40B4-BE49-F238E27FC236}">
                      <a16:creationId xmlns:a16="http://schemas.microsoft.com/office/drawing/2014/main" id="{EF5B3DDE-6E85-FA6A-2AE3-D1062FDBCF7A}"/>
                    </a:ext>
                  </a:extLst>
                </p14:cNvPr>
                <p14:cNvContentPartPr/>
                <p14:nvPr/>
              </p14:nvContentPartPr>
              <p14:xfrm>
                <a:off x="4053831" y="3818345"/>
                <a:ext cx="451440" cy="207360"/>
              </p14:xfrm>
            </p:contentPart>
          </mc:Choice>
          <mc:Fallback xmlns="">
            <p:pic>
              <p:nvPicPr>
                <p:cNvPr id="84" name="Ink 83">
                  <a:extLst>
                    <a:ext uri="{FF2B5EF4-FFF2-40B4-BE49-F238E27FC236}">
                      <a16:creationId xmlns:a16="http://schemas.microsoft.com/office/drawing/2014/main" id="{EF5B3DDE-6E85-FA6A-2AE3-D1062FDBCF7A}"/>
                    </a:ext>
                  </a:extLst>
                </p:cNvPr>
                <p:cNvPicPr/>
                <p:nvPr/>
              </p:nvPicPr>
              <p:blipFill>
                <a:blip r:embed="rId138"/>
                <a:stretch>
                  <a:fillRect/>
                </a:stretch>
              </p:blipFill>
              <p:spPr>
                <a:xfrm>
                  <a:off x="4044831" y="3809705"/>
                  <a:ext cx="4690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6" name="Ink 85">
                  <a:extLst>
                    <a:ext uri="{FF2B5EF4-FFF2-40B4-BE49-F238E27FC236}">
                      <a16:creationId xmlns:a16="http://schemas.microsoft.com/office/drawing/2014/main" id="{2EC57ADD-8F4B-98E2-2BAF-B371E8899FE2}"/>
                    </a:ext>
                  </a:extLst>
                </p14:cNvPr>
                <p14:cNvContentPartPr/>
                <p14:nvPr/>
              </p14:nvContentPartPr>
              <p14:xfrm>
                <a:off x="4133391" y="3515945"/>
                <a:ext cx="105120" cy="234000"/>
              </p14:xfrm>
            </p:contentPart>
          </mc:Choice>
          <mc:Fallback xmlns="">
            <p:pic>
              <p:nvPicPr>
                <p:cNvPr id="86" name="Ink 85">
                  <a:extLst>
                    <a:ext uri="{FF2B5EF4-FFF2-40B4-BE49-F238E27FC236}">
                      <a16:creationId xmlns:a16="http://schemas.microsoft.com/office/drawing/2014/main" id="{2EC57ADD-8F4B-98E2-2BAF-B371E8899FE2}"/>
                    </a:ext>
                  </a:extLst>
                </p:cNvPr>
                <p:cNvPicPr/>
                <p:nvPr/>
              </p:nvPicPr>
              <p:blipFill>
                <a:blip r:embed="rId140"/>
                <a:stretch>
                  <a:fillRect/>
                </a:stretch>
              </p:blipFill>
              <p:spPr>
                <a:xfrm>
                  <a:off x="4124751" y="3506945"/>
                  <a:ext cx="12276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7" name="Ink 86">
                  <a:extLst>
                    <a:ext uri="{FF2B5EF4-FFF2-40B4-BE49-F238E27FC236}">
                      <a16:creationId xmlns:a16="http://schemas.microsoft.com/office/drawing/2014/main" id="{51622BB5-1AD4-DC88-A34C-CC93A4357C04}"/>
                    </a:ext>
                  </a:extLst>
                </p14:cNvPr>
                <p14:cNvContentPartPr/>
                <p14:nvPr/>
              </p14:nvContentPartPr>
              <p14:xfrm>
                <a:off x="4162551" y="3743105"/>
                <a:ext cx="235800" cy="25200"/>
              </p14:xfrm>
            </p:contentPart>
          </mc:Choice>
          <mc:Fallback xmlns="">
            <p:pic>
              <p:nvPicPr>
                <p:cNvPr id="87" name="Ink 86">
                  <a:extLst>
                    <a:ext uri="{FF2B5EF4-FFF2-40B4-BE49-F238E27FC236}">
                      <a16:creationId xmlns:a16="http://schemas.microsoft.com/office/drawing/2014/main" id="{51622BB5-1AD4-DC88-A34C-CC93A4357C04}"/>
                    </a:ext>
                  </a:extLst>
                </p:cNvPr>
                <p:cNvPicPr/>
                <p:nvPr/>
              </p:nvPicPr>
              <p:blipFill>
                <a:blip r:embed="rId142"/>
                <a:stretch>
                  <a:fillRect/>
                </a:stretch>
              </p:blipFill>
              <p:spPr>
                <a:xfrm>
                  <a:off x="4153911" y="3734465"/>
                  <a:ext cx="25344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8" name="Ink 87">
                  <a:extLst>
                    <a:ext uri="{FF2B5EF4-FFF2-40B4-BE49-F238E27FC236}">
                      <a16:creationId xmlns:a16="http://schemas.microsoft.com/office/drawing/2014/main" id="{CA7199F0-D6CE-3532-80C8-769983744AF3}"/>
                    </a:ext>
                  </a:extLst>
                </p14:cNvPr>
                <p14:cNvContentPartPr/>
                <p14:nvPr/>
              </p14:nvContentPartPr>
              <p14:xfrm>
                <a:off x="4212951" y="3546185"/>
                <a:ext cx="183240" cy="200520"/>
              </p14:xfrm>
            </p:contentPart>
          </mc:Choice>
          <mc:Fallback xmlns="">
            <p:pic>
              <p:nvPicPr>
                <p:cNvPr id="88" name="Ink 87">
                  <a:extLst>
                    <a:ext uri="{FF2B5EF4-FFF2-40B4-BE49-F238E27FC236}">
                      <a16:creationId xmlns:a16="http://schemas.microsoft.com/office/drawing/2014/main" id="{CA7199F0-D6CE-3532-80C8-769983744AF3}"/>
                    </a:ext>
                  </a:extLst>
                </p:cNvPr>
                <p:cNvPicPr/>
                <p:nvPr/>
              </p:nvPicPr>
              <p:blipFill>
                <a:blip r:embed="rId144"/>
                <a:stretch>
                  <a:fillRect/>
                </a:stretch>
              </p:blipFill>
              <p:spPr>
                <a:xfrm>
                  <a:off x="4204311" y="3537545"/>
                  <a:ext cx="20088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9" name="Ink 88">
                  <a:extLst>
                    <a:ext uri="{FF2B5EF4-FFF2-40B4-BE49-F238E27FC236}">
                      <a16:creationId xmlns:a16="http://schemas.microsoft.com/office/drawing/2014/main" id="{9D26D461-F594-A1B8-A03D-BE52AFCF4706}"/>
                    </a:ext>
                  </a:extLst>
                </p14:cNvPr>
                <p14:cNvContentPartPr/>
                <p14:nvPr/>
              </p14:nvContentPartPr>
              <p14:xfrm>
                <a:off x="4470711" y="3681545"/>
                <a:ext cx="98640" cy="1080"/>
              </p14:xfrm>
            </p:contentPart>
          </mc:Choice>
          <mc:Fallback xmlns="">
            <p:pic>
              <p:nvPicPr>
                <p:cNvPr id="89" name="Ink 88">
                  <a:extLst>
                    <a:ext uri="{FF2B5EF4-FFF2-40B4-BE49-F238E27FC236}">
                      <a16:creationId xmlns:a16="http://schemas.microsoft.com/office/drawing/2014/main" id="{9D26D461-F594-A1B8-A03D-BE52AFCF4706}"/>
                    </a:ext>
                  </a:extLst>
                </p:cNvPr>
                <p:cNvPicPr/>
                <p:nvPr/>
              </p:nvPicPr>
              <p:blipFill>
                <a:blip r:embed="rId146"/>
                <a:stretch>
                  <a:fillRect/>
                </a:stretch>
              </p:blipFill>
              <p:spPr>
                <a:xfrm>
                  <a:off x="4462071" y="3672905"/>
                  <a:ext cx="1162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90" name="Ink 89">
                  <a:extLst>
                    <a:ext uri="{FF2B5EF4-FFF2-40B4-BE49-F238E27FC236}">
                      <a16:creationId xmlns:a16="http://schemas.microsoft.com/office/drawing/2014/main" id="{8ACC067A-E088-7900-169F-F97EF1A7C9EB}"/>
                    </a:ext>
                  </a:extLst>
                </p14:cNvPr>
                <p14:cNvContentPartPr/>
                <p14:nvPr/>
              </p14:nvContentPartPr>
              <p14:xfrm>
                <a:off x="4489791" y="3624665"/>
                <a:ext cx="32040" cy="107640"/>
              </p14:xfrm>
            </p:contentPart>
          </mc:Choice>
          <mc:Fallback xmlns="">
            <p:pic>
              <p:nvPicPr>
                <p:cNvPr id="90" name="Ink 89">
                  <a:extLst>
                    <a:ext uri="{FF2B5EF4-FFF2-40B4-BE49-F238E27FC236}">
                      <a16:creationId xmlns:a16="http://schemas.microsoft.com/office/drawing/2014/main" id="{8ACC067A-E088-7900-169F-F97EF1A7C9EB}"/>
                    </a:ext>
                  </a:extLst>
                </p:cNvPr>
                <p:cNvPicPr/>
                <p:nvPr/>
              </p:nvPicPr>
              <p:blipFill>
                <a:blip r:embed="rId148"/>
                <a:stretch>
                  <a:fillRect/>
                </a:stretch>
              </p:blipFill>
              <p:spPr>
                <a:xfrm>
                  <a:off x="4480791" y="3616025"/>
                  <a:ext cx="496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92" name="Ink 91">
                  <a:extLst>
                    <a:ext uri="{FF2B5EF4-FFF2-40B4-BE49-F238E27FC236}">
                      <a16:creationId xmlns:a16="http://schemas.microsoft.com/office/drawing/2014/main" id="{67C482D8-463A-BFA2-01B3-A7CF8A3B44FD}"/>
                    </a:ext>
                  </a:extLst>
                </p14:cNvPr>
                <p14:cNvContentPartPr/>
                <p14:nvPr/>
              </p14:nvContentPartPr>
              <p14:xfrm>
                <a:off x="3930351" y="3551225"/>
                <a:ext cx="150120" cy="628920"/>
              </p14:xfrm>
            </p:contentPart>
          </mc:Choice>
          <mc:Fallback xmlns="">
            <p:pic>
              <p:nvPicPr>
                <p:cNvPr id="92" name="Ink 91">
                  <a:extLst>
                    <a:ext uri="{FF2B5EF4-FFF2-40B4-BE49-F238E27FC236}">
                      <a16:creationId xmlns:a16="http://schemas.microsoft.com/office/drawing/2014/main" id="{67C482D8-463A-BFA2-01B3-A7CF8A3B44FD}"/>
                    </a:ext>
                  </a:extLst>
                </p:cNvPr>
                <p:cNvPicPr/>
                <p:nvPr/>
              </p:nvPicPr>
              <p:blipFill>
                <a:blip r:embed="rId150"/>
                <a:stretch>
                  <a:fillRect/>
                </a:stretch>
              </p:blipFill>
              <p:spPr>
                <a:xfrm>
                  <a:off x="3921351" y="3542585"/>
                  <a:ext cx="167760" cy="64656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93" name="Ink 92">
                  <a:extLst>
                    <a:ext uri="{FF2B5EF4-FFF2-40B4-BE49-F238E27FC236}">
                      <a16:creationId xmlns:a16="http://schemas.microsoft.com/office/drawing/2014/main" id="{CB4D9E0B-9823-69CB-6109-4AD5930831D4}"/>
                    </a:ext>
                  </a:extLst>
                </p14:cNvPr>
                <p14:cNvContentPartPr/>
                <p14:nvPr/>
              </p14:nvContentPartPr>
              <p14:xfrm>
                <a:off x="3882111" y="3465185"/>
                <a:ext cx="973440" cy="700920"/>
              </p14:xfrm>
            </p:contentPart>
          </mc:Choice>
          <mc:Fallback xmlns="">
            <p:pic>
              <p:nvPicPr>
                <p:cNvPr id="93" name="Ink 92">
                  <a:extLst>
                    <a:ext uri="{FF2B5EF4-FFF2-40B4-BE49-F238E27FC236}">
                      <a16:creationId xmlns:a16="http://schemas.microsoft.com/office/drawing/2014/main" id="{CB4D9E0B-9823-69CB-6109-4AD5930831D4}"/>
                    </a:ext>
                  </a:extLst>
                </p:cNvPr>
                <p:cNvPicPr/>
                <p:nvPr/>
              </p:nvPicPr>
              <p:blipFill>
                <a:blip r:embed="rId152"/>
                <a:stretch>
                  <a:fillRect/>
                </a:stretch>
              </p:blipFill>
              <p:spPr>
                <a:xfrm>
                  <a:off x="3873111" y="3456545"/>
                  <a:ext cx="991080" cy="71856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94" name="Ink 93">
                  <a:extLst>
                    <a:ext uri="{FF2B5EF4-FFF2-40B4-BE49-F238E27FC236}">
                      <a16:creationId xmlns:a16="http://schemas.microsoft.com/office/drawing/2014/main" id="{349B00D6-C001-8BD8-83E9-F164AFE5FD1B}"/>
                    </a:ext>
                  </a:extLst>
                </p14:cNvPr>
                <p14:cNvContentPartPr/>
                <p14:nvPr/>
              </p14:nvContentPartPr>
              <p14:xfrm>
                <a:off x="4885071" y="3817265"/>
                <a:ext cx="283680" cy="17640"/>
              </p14:xfrm>
            </p:contentPart>
          </mc:Choice>
          <mc:Fallback xmlns="">
            <p:pic>
              <p:nvPicPr>
                <p:cNvPr id="94" name="Ink 93">
                  <a:extLst>
                    <a:ext uri="{FF2B5EF4-FFF2-40B4-BE49-F238E27FC236}">
                      <a16:creationId xmlns:a16="http://schemas.microsoft.com/office/drawing/2014/main" id="{349B00D6-C001-8BD8-83E9-F164AFE5FD1B}"/>
                    </a:ext>
                  </a:extLst>
                </p:cNvPr>
                <p:cNvPicPr/>
                <p:nvPr/>
              </p:nvPicPr>
              <p:blipFill>
                <a:blip r:embed="rId154"/>
                <a:stretch>
                  <a:fillRect/>
                </a:stretch>
              </p:blipFill>
              <p:spPr>
                <a:xfrm>
                  <a:off x="4876071" y="3808265"/>
                  <a:ext cx="30132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5" name="Ink 94">
                  <a:extLst>
                    <a:ext uri="{FF2B5EF4-FFF2-40B4-BE49-F238E27FC236}">
                      <a16:creationId xmlns:a16="http://schemas.microsoft.com/office/drawing/2014/main" id="{90026C90-CDE4-8CF7-043F-751BAB1D6AAD}"/>
                    </a:ext>
                  </a:extLst>
                </p14:cNvPr>
                <p14:cNvContentPartPr/>
                <p14:nvPr/>
              </p14:nvContentPartPr>
              <p14:xfrm>
                <a:off x="5218791" y="3760025"/>
                <a:ext cx="136800" cy="187920"/>
              </p14:xfrm>
            </p:contentPart>
          </mc:Choice>
          <mc:Fallback xmlns="">
            <p:pic>
              <p:nvPicPr>
                <p:cNvPr id="95" name="Ink 94">
                  <a:extLst>
                    <a:ext uri="{FF2B5EF4-FFF2-40B4-BE49-F238E27FC236}">
                      <a16:creationId xmlns:a16="http://schemas.microsoft.com/office/drawing/2014/main" id="{90026C90-CDE4-8CF7-043F-751BAB1D6AAD}"/>
                    </a:ext>
                  </a:extLst>
                </p:cNvPr>
                <p:cNvPicPr/>
                <p:nvPr/>
              </p:nvPicPr>
              <p:blipFill>
                <a:blip r:embed="rId156"/>
                <a:stretch>
                  <a:fillRect/>
                </a:stretch>
              </p:blipFill>
              <p:spPr>
                <a:xfrm>
                  <a:off x="5210151" y="3751025"/>
                  <a:ext cx="15444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6" name="Ink 95">
                  <a:extLst>
                    <a:ext uri="{FF2B5EF4-FFF2-40B4-BE49-F238E27FC236}">
                      <a16:creationId xmlns:a16="http://schemas.microsoft.com/office/drawing/2014/main" id="{C7CFFC1F-EBDC-8B9B-5DF6-879A0066227C}"/>
                    </a:ext>
                  </a:extLst>
                </p14:cNvPr>
                <p14:cNvContentPartPr/>
                <p14:nvPr/>
              </p14:nvContentPartPr>
              <p14:xfrm>
                <a:off x="5425791" y="3799985"/>
                <a:ext cx="40680" cy="115200"/>
              </p14:xfrm>
            </p:contentPart>
          </mc:Choice>
          <mc:Fallback xmlns="">
            <p:pic>
              <p:nvPicPr>
                <p:cNvPr id="96" name="Ink 95">
                  <a:extLst>
                    <a:ext uri="{FF2B5EF4-FFF2-40B4-BE49-F238E27FC236}">
                      <a16:creationId xmlns:a16="http://schemas.microsoft.com/office/drawing/2014/main" id="{C7CFFC1F-EBDC-8B9B-5DF6-879A0066227C}"/>
                    </a:ext>
                  </a:extLst>
                </p:cNvPr>
                <p:cNvPicPr/>
                <p:nvPr/>
              </p:nvPicPr>
              <p:blipFill>
                <a:blip r:embed="rId158"/>
                <a:stretch>
                  <a:fillRect/>
                </a:stretch>
              </p:blipFill>
              <p:spPr>
                <a:xfrm>
                  <a:off x="5416791" y="3790985"/>
                  <a:ext cx="5832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7" name="Ink 96">
                  <a:extLst>
                    <a:ext uri="{FF2B5EF4-FFF2-40B4-BE49-F238E27FC236}">
                      <a16:creationId xmlns:a16="http://schemas.microsoft.com/office/drawing/2014/main" id="{87670787-EB9D-57CF-63D9-3719D2632A80}"/>
                    </a:ext>
                  </a:extLst>
                </p14:cNvPr>
                <p14:cNvContentPartPr/>
                <p14:nvPr/>
              </p14:nvContentPartPr>
              <p14:xfrm>
                <a:off x="5522271" y="3739865"/>
                <a:ext cx="60840" cy="169200"/>
              </p14:xfrm>
            </p:contentPart>
          </mc:Choice>
          <mc:Fallback xmlns="">
            <p:pic>
              <p:nvPicPr>
                <p:cNvPr id="97" name="Ink 96">
                  <a:extLst>
                    <a:ext uri="{FF2B5EF4-FFF2-40B4-BE49-F238E27FC236}">
                      <a16:creationId xmlns:a16="http://schemas.microsoft.com/office/drawing/2014/main" id="{87670787-EB9D-57CF-63D9-3719D2632A80}"/>
                    </a:ext>
                  </a:extLst>
                </p:cNvPr>
                <p:cNvPicPr/>
                <p:nvPr/>
              </p:nvPicPr>
              <p:blipFill>
                <a:blip r:embed="rId160"/>
                <a:stretch>
                  <a:fillRect/>
                </a:stretch>
              </p:blipFill>
              <p:spPr>
                <a:xfrm>
                  <a:off x="5513631" y="3730865"/>
                  <a:ext cx="7848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8" name="Ink 97">
                  <a:extLst>
                    <a:ext uri="{FF2B5EF4-FFF2-40B4-BE49-F238E27FC236}">
                      <a16:creationId xmlns:a16="http://schemas.microsoft.com/office/drawing/2014/main" id="{B0D2451E-06E3-D7AE-BC6A-1D95C8A0D4A8}"/>
                    </a:ext>
                  </a:extLst>
                </p14:cNvPr>
                <p14:cNvContentPartPr/>
                <p14:nvPr/>
              </p14:nvContentPartPr>
              <p14:xfrm>
                <a:off x="5612631" y="3824465"/>
                <a:ext cx="56520" cy="101160"/>
              </p14:xfrm>
            </p:contentPart>
          </mc:Choice>
          <mc:Fallback xmlns="">
            <p:pic>
              <p:nvPicPr>
                <p:cNvPr id="98" name="Ink 97">
                  <a:extLst>
                    <a:ext uri="{FF2B5EF4-FFF2-40B4-BE49-F238E27FC236}">
                      <a16:creationId xmlns:a16="http://schemas.microsoft.com/office/drawing/2014/main" id="{B0D2451E-06E3-D7AE-BC6A-1D95C8A0D4A8}"/>
                    </a:ext>
                  </a:extLst>
                </p:cNvPr>
                <p:cNvPicPr/>
                <p:nvPr/>
              </p:nvPicPr>
              <p:blipFill>
                <a:blip r:embed="rId162"/>
                <a:stretch>
                  <a:fillRect/>
                </a:stretch>
              </p:blipFill>
              <p:spPr>
                <a:xfrm>
                  <a:off x="5603631" y="3815465"/>
                  <a:ext cx="7416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99" name="Ink 98">
                  <a:extLst>
                    <a:ext uri="{FF2B5EF4-FFF2-40B4-BE49-F238E27FC236}">
                      <a16:creationId xmlns:a16="http://schemas.microsoft.com/office/drawing/2014/main" id="{086010BC-1EDD-1A9A-2AD0-86AB5CAC9A5F}"/>
                    </a:ext>
                  </a:extLst>
                </p14:cNvPr>
                <p14:cNvContentPartPr/>
                <p14:nvPr/>
              </p14:nvContentPartPr>
              <p14:xfrm>
                <a:off x="5656911" y="3843545"/>
                <a:ext cx="62640" cy="182880"/>
              </p14:xfrm>
            </p:contentPart>
          </mc:Choice>
          <mc:Fallback xmlns="">
            <p:pic>
              <p:nvPicPr>
                <p:cNvPr id="99" name="Ink 98">
                  <a:extLst>
                    <a:ext uri="{FF2B5EF4-FFF2-40B4-BE49-F238E27FC236}">
                      <a16:creationId xmlns:a16="http://schemas.microsoft.com/office/drawing/2014/main" id="{086010BC-1EDD-1A9A-2AD0-86AB5CAC9A5F}"/>
                    </a:ext>
                  </a:extLst>
                </p:cNvPr>
                <p:cNvPicPr/>
                <p:nvPr/>
              </p:nvPicPr>
              <p:blipFill>
                <a:blip r:embed="rId164"/>
                <a:stretch>
                  <a:fillRect/>
                </a:stretch>
              </p:blipFill>
              <p:spPr>
                <a:xfrm>
                  <a:off x="5647911" y="3834905"/>
                  <a:ext cx="8028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0" name="Ink 99">
                  <a:extLst>
                    <a:ext uri="{FF2B5EF4-FFF2-40B4-BE49-F238E27FC236}">
                      <a16:creationId xmlns:a16="http://schemas.microsoft.com/office/drawing/2014/main" id="{5EA40F52-7610-3D42-339E-7CDBDADD5140}"/>
                    </a:ext>
                  </a:extLst>
                </p14:cNvPr>
                <p14:cNvContentPartPr/>
                <p14:nvPr/>
              </p14:nvContentPartPr>
              <p14:xfrm>
                <a:off x="5762031" y="3798185"/>
                <a:ext cx="74520" cy="98280"/>
              </p14:xfrm>
            </p:contentPart>
          </mc:Choice>
          <mc:Fallback xmlns="">
            <p:pic>
              <p:nvPicPr>
                <p:cNvPr id="100" name="Ink 99">
                  <a:extLst>
                    <a:ext uri="{FF2B5EF4-FFF2-40B4-BE49-F238E27FC236}">
                      <a16:creationId xmlns:a16="http://schemas.microsoft.com/office/drawing/2014/main" id="{5EA40F52-7610-3D42-339E-7CDBDADD5140}"/>
                    </a:ext>
                  </a:extLst>
                </p:cNvPr>
                <p:cNvPicPr/>
                <p:nvPr/>
              </p:nvPicPr>
              <p:blipFill>
                <a:blip r:embed="rId166"/>
                <a:stretch>
                  <a:fillRect/>
                </a:stretch>
              </p:blipFill>
              <p:spPr>
                <a:xfrm>
                  <a:off x="5753031" y="3789545"/>
                  <a:ext cx="921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01" name="Ink 100">
                  <a:extLst>
                    <a:ext uri="{FF2B5EF4-FFF2-40B4-BE49-F238E27FC236}">
                      <a16:creationId xmlns:a16="http://schemas.microsoft.com/office/drawing/2014/main" id="{F690E5DC-791F-C865-32AD-FB7E90C72935}"/>
                    </a:ext>
                  </a:extLst>
                </p14:cNvPr>
                <p14:cNvContentPartPr/>
                <p14:nvPr/>
              </p14:nvContentPartPr>
              <p14:xfrm>
                <a:off x="5708391" y="3753185"/>
                <a:ext cx="5400" cy="5400"/>
              </p14:xfrm>
            </p:contentPart>
          </mc:Choice>
          <mc:Fallback xmlns="">
            <p:pic>
              <p:nvPicPr>
                <p:cNvPr id="101" name="Ink 100">
                  <a:extLst>
                    <a:ext uri="{FF2B5EF4-FFF2-40B4-BE49-F238E27FC236}">
                      <a16:creationId xmlns:a16="http://schemas.microsoft.com/office/drawing/2014/main" id="{F690E5DC-791F-C865-32AD-FB7E90C72935}"/>
                    </a:ext>
                  </a:extLst>
                </p:cNvPr>
                <p:cNvPicPr/>
                <p:nvPr/>
              </p:nvPicPr>
              <p:blipFill>
                <a:blip r:embed="rId10"/>
                <a:stretch>
                  <a:fillRect/>
                </a:stretch>
              </p:blipFill>
              <p:spPr>
                <a:xfrm>
                  <a:off x="5699751" y="3744545"/>
                  <a:ext cx="230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3" name="Ink 102">
                  <a:extLst>
                    <a:ext uri="{FF2B5EF4-FFF2-40B4-BE49-F238E27FC236}">
                      <a16:creationId xmlns:a16="http://schemas.microsoft.com/office/drawing/2014/main" id="{BF661413-A73D-9EF3-519A-A9BAB30E5BAA}"/>
                    </a:ext>
                  </a:extLst>
                </p14:cNvPr>
                <p14:cNvContentPartPr/>
                <p14:nvPr/>
              </p14:nvContentPartPr>
              <p14:xfrm>
                <a:off x="6019431" y="3803225"/>
                <a:ext cx="167040" cy="379800"/>
              </p14:xfrm>
            </p:contentPart>
          </mc:Choice>
          <mc:Fallback xmlns="">
            <p:pic>
              <p:nvPicPr>
                <p:cNvPr id="103" name="Ink 102">
                  <a:extLst>
                    <a:ext uri="{FF2B5EF4-FFF2-40B4-BE49-F238E27FC236}">
                      <a16:creationId xmlns:a16="http://schemas.microsoft.com/office/drawing/2014/main" id="{BF661413-A73D-9EF3-519A-A9BAB30E5BAA}"/>
                    </a:ext>
                  </a:extLst>
                </p:cNvPr>
                <p:cNvPicPr/>
                <p:nvPr/>
              </p:nvPicPr>
              <p:blipFill>
                <a:blip r:embed="rId169"/>
                <a:stretch>
                  <a:fillRect/>
                </a:stretch>
              </p:blipFill>
              <p:spPr>
                <a:xfrm>
                  <a:off x="6010791" y="3794585"/>
                  <a:ext cx="18468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4" name="Ink 103">
                  <a:extLst>
                    <a:ext uri="{FF2B5EF4-FFF2-40B4-BE49-F238E27FC236}">
                      <a16:creationId xmlns:a16="http://schemas.microsoft.com/office/drawing/2014/main" id="{E7B06E24-531F-D1B2-9A33-B503371B379A}"/>
                    </a:ext>
                  </a:extLst>
                </p14:cNvPr>
                <p14:cNvContentPartPr/>
                <p14:nvPr/>
              </p14:nvContentPartPr>
              <p14:xfrm>
                <a:off x="6092511" y="4152425"/>
                <a:ext cx="54000" cy="30600"/>
              </p14:xfrm>
            </p:contentPart>
          </mc:Choice>
          <mc:Fallback xmlns="">
            <p:pic>
              <p:nvPicPr>
                <p:cNvPr id="104" name="Ink 103">
                  <a:extLst>
                    <a:ext uri="{FF2B5EF4-FFF2-40B4-BE49-F238E27FC236}">
                      <a16:creationId xmlns:a16="http://schemas.microsoft.com/office/drawing/2014/main" id="{E7B06E24-531F-D1B2-9A33-B503371B379A}"/>
                    </a:ext>
                  </a:extLst>
                </p:cNvPr>
                <p:cNvPicPr/>
                <p:nvPr/>
              </p:nvPicPr>
              <p:blipFill>
                <a:blip r:embed="rId171"/>
                <a:stretch>
                  <a:fillRect/>
                </a:stretch>
              </p:blipFill>
              <p:spPr>
                <a:xfrm>
                  <a:off x="6083511" y="4143785"/>
                  <a:ext cx="7164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5" name="Ink 104">
                  <a:extLst>
                    <a:ext uri="{FF2B5EF4-FFF2-40B4-BE49-F238E27FC236}">
                      <a16:creationId xmlns:a16="http://schemas.microsoft.com/office/drawing/2014/main" id="{6C24A97C-680F-0A18-B151-C0EC79D3E900}"/>
                    </a:ext>
                  </a:extLst>
                </p14:cNvPr>
                <p14:cNvContentPartPr/>
                <p14:nvPr/>
              </p14:nvContentPartPr>
              <p14:xfrm>
                <a:off x="6134991" y="4154225"/>
                <a:ext cx="119160" cy="72360"/>
              </p14:xfrm>
            </p:contentPart>
          </mc:Choice>
          <mc:Fallback xmlns="">
            <p:pic>
              <p:nvPicPr>
                <p:cNvPr id="105" name="Ink 104">
                  <a:extLst>
                    <a:ext uri="{FF2B5EF4-FFF2-40B4-BE49-F238E27FC236}">
                      <a16:creationId xmlns:a16="http://schemas.microsoft.com/office/drawing/2014/main" id="{6C24A97C-680F-0A18-B151-C0EC79D3E900}"/>
                    </a:ext>
                  </a:extLst>
                </p:cNvPr>
                <p:cNvPicPr/>
                <p:nvPr/>
              </p:nvPicPr>
              <p:blipFill>
                <a:blip r:embed="rId173"/>
                <a:stretch>
                  <a:fillRect/>
                </a:stretch>
              </p:blipFill>
              <p:spPr>
                <a:xfrm>
                  <a:off x="6126351" y="4145225"/>
                  <a:ext cx="136800" cy="90000"/>
                </a:xfrm>
                <a:prstGeom prst="rect">
                  <a:avLst/>
                </a:prstGeom>
              </p:spPr>
            </p:pic>
          </mc:Fallback>
        </mc:AlternateContent>
      </p:grpSp>
    </p:spTree>
    <p:extLst>
      <p:ext uri="{BB962C8B-B14F-4D97-AF65-F5344CB8AC3E}">
        <p14:creationId xmlns:p14="http://schemas.microsoft.com/office/powerpoint/2010/main" val="30297237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8EED9-A534-F979-B1AE-82F960CF149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F1686C57-8D8F-9254-2DD5-ED33ACEA3B80}"/>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NPM – Node Package Manager</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8C03E59-B17E-2522-6551-38E70D696A6F}"/>
              </a:ext>
            </a:extLst>
          </p:cNvPr>
          <p:cNvSpPr txBox="1"/>
          <p:nvPr/>
        </p:nvSpPr>
        <p:spPr>
          <a:xfrm>
            <a:off x="134426" y="490759"/>
            <a:ext cx="8615133" cy="3831802"/>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When we want to download any reusable node module from internet, and use it in our code, then we can opt for node module package manager to download and install any module from node eco system.</a:t>
            </a:r>
          </a:p>
          <a:p>
            <a:r>
              <a:rPr lang="en-IN" sz="1350" b="1" dirty="0" err="1">
                <a:latin typeface="Amasis MT Pro" panose="02040504050005020304" pitchFamily="18" charset="0"/>
              </a:rPr>
              <a:t>npm</a:t>
            </a:r>
            <a:r>
              <a:rPr lang="en-IN" sz="1350" b="1" dirty="0">
                <a:latin typeface="Amasis MT Pro" panose="02040504050005020304" pitchFamily="18" charset="0"/>
              </a:rPr>
              <a:t> install &lt;MODULE NAME&gt;</a:t>
            </a:r>
          </a:p>
          <a:p>
            <a:r>
              <a:rPr lang="en-IN" sz="1350" b="1" dirty="0" err="1">
                <a:latin typeface="Amasis MT Pro" panose="02040504050005020304" pitchFamily="18" charset="0"/>
              </a:rPr>
              <a:t>npm</a:t>
            </a:r>
            <a:r>
              <a:rPr lang="en-IN" sz="1350" b="1" dirty="0">
                <a:latin typeface="Amasis MT Pro" panose="02040504050005020304" pitchFamily="18" charset="0"/>
              </a:rPr>
              <a:t> install -g &lt;MODULE NAME&gt;</a:t>
            </a:r>
          </a:p>
          <a:p>
            <a:endParaRPr lang="en-IN" sz="1350" b="1" dirty="0">
              <a:latin typeface="Amasis MT Pro" panose="02040504050005020304" pitchFamily="18" charset="0"/>
            </a:endParaRPr>
          </a:p>
          <a:p>
            <a:r>
              <a:rPr lang="en-IN" sz="1350" dirty="0">
                <a:latin typeface="Amasis MT Pro" panose="02040504050005020304" pitchFamily="18" charset="0"/>
              </a:rPr>
              <a:t>SAP also provide lots of node modules for us, to design and develop Fiori/UI5 applications. These are called UI5 tooling node modules. </a:t>
            </a:r>
          </a:p>
          <a:p>
            <a:endParaRPr lang="en-IN" sz="1350" dirty="0">
              <a:latin typeface="Amasis MT Pro" panose="02040504050005020304" pitchFamily="18" charset="0"/>
            </a:endParaRPr>
          </a:p>
          <a:p>
            <a:r>
              <a:rPr lang="en-IN" sz="1350" dirty="0">
                <a:latin typeface="Amasis MT Pro" panose="02040504050005020304" pitchFamily="18" charset="0"/>
              </a:rPr>
              <a:t>How to create our first node project:</a:t>
            </a:r>
          </a:p>
          <a:p>
            <a:pPr marL="342900" indent="-342900">
              <a:buAutoNum type="arabicPeriod"/>
            </a:pPr>
            <a:r>
              <a:rPr lang="en-IN" sz="1350" dirty="0">
                <a:latin typeface="Amasis MT Pro" panose="02040504050005020304" pitchFamily="18" charset="0"/>
              </a:rPr>
              <a:t>Create a empty folder </a:t>
            </a:r>
            <a:r>
              <a:rPr lang="en-IN" sz="1350" b="1" dirty="0" err="1">
                <a:latin typeface="Amasis MT Pro" panose="02040504050005020304" pitchFamily="18" charset="0"/>
              </a:rPr>
              <a:t>mkdir</a:t>
            </a:r>
            <a:r>
              <a:rPr lang="en-IN" sz="1350" b="1" dirty="0">
                <a:latin typeface="Amasis MT Pro" panose="02040504050005020304" pitchFamily="18" charset="0"/>
              </a:rPr>
              <a:t> </a:t>
            </a:r>
            <a:r>
              <a:rPr lang="en-IN" sz="1350" b="1" dirty="0" err="1">
                <a:latin typeface="Amasis MT Pro" panose="02040504050005020304" pitchFamily="18" charset="0"/>
              </a:rPr>
              <a:t>nodebasics</a:t>
            </a:r>
            <a:endParaRPr lang="en-IN" sz="1350" b="1" dirty="0">
              <a:latin typeface="Amasis MT Pro" panose="02040504050005020304" pitchFamily="18" charset="0"/>
            </a:endParaRPr>
          </a:p>
          <a:p>
            <a:pPr marL="342900" indent="-342900">
              <a:buAutoNum type="arabicPeriod"/>
            </a:pPr>
            <a:r>
              <a:rPr lang="en-IN" sz="1350" dirty="0">
                <a:latin typeface="Amasis MT Pro" panose="02040504050005020304" pitchFamily="18" charset="0"/>
              </a:rPr>
              <a:t>Go inside the folder </a:t>
            </a:r>
            <a:r>
              <a:rPr lang="en-IN" sz="1350" b="1" dirty="0">
                <a:latin typeface="Amasis MT Pro" panose="02040504050005020304" pitchFamily="18" charset="0"/>
              </a:rPr>
              <a:t>cd </a:t>
            </a:r>
            <a:r>
              <a:rPr lang="en-IN" sz="1350" b="1" dirty="0" err="1">
                <a:latin typeface="Amasis MT Pro" panose="02040504050005020304" pitchFamily="18" charset="0"/>
              </a:rPr>
              <a:t>nodebasics</a:t>
            </a:r>
            <a:endParaRPr lang="en-IN" sz="1350" b="1" dirty="0">
              <a:latin typeface="Amasis MT Pro" panose="02040504050005020304" pitchFamily="18" charset="0"/>
            </a:endParaRPr>
          </a:p>
          <a:p>
            <a:pPr marL="342900" indent="-342900">
              <a:buAutoNum type="arabicPeriod"/>
            </a:pPr>
            <a:r>
              <a:rPr lang="en-IN" sz="1350" dirty="0">
                <a:latin typeface="Amasis MT Pro" panose="02040504050005020304" pitchFamily="18" charset="0"/>
              </a:rPr>
              <a:t>Run initialization using </a:t>
            </a:r>
            <a:r>
              <a:rPr lang="en-IN" sz="1350" b="1" dirty="0" err="1">
                <a:latin typeface="Amasis MT Pro" panose="02040504050005020304" pitchFamily="18" charset="0"/>
              </a:rPr>
              <a:t>npm</a:t>
            </a:r>
            <a:r>
              <a:rPr lang="en-IN" sz="1350" b="1" dirty="0">
                <a:latin typeface="Amasis MT Pro" panose="02040504050005020304" pitchFamily="18" charset="0"/>
              </a:rPr>
              <a:t> </a:t>
            </a:r>
            <a:r>
              <a:rPr lang="en-IN" sz="1350" b="1" dirty="0" err="1">
                <a:latin typeface="Amasis MT Pro" panose="02040504050005020304" pitchFamily="18" charset="0"/>
              </a:rPr>
              <a:t>init</a:t>
            </a:r>
            <a:r>
              <a:rPr lang="en-IN" sz="1350" b="1" dirty="0">
                <a:latin typeface="Amasis MT Pro" panose="02040504050005020304" pitchFamily="18" charset="0"/>
              </a:rPr>
              <a:t> </a:t>
            </a:r>
            <a:r>
              <a:rPr lang="en-IN" sz="1350" dirty="0">
                <a:latin typeface="Amasis MT Pro" panose="02040504050005020304" pitchFamily="18" charset="0"/>
              </a:rPr>
              <a:t>(this will create a </a:t>
            </a:r>
            <a:r>
              <a:rPr lang="en-IN" sz="1350" b="1" dirty="0" err="1">
                <a:latin typeface="Amasis MT Pro" panose="02040504050005020304" pitchFamily="18" charset="0"/>
              </a:rPr>
              <a:t>package.json</a:t>
            </a:r>
            <a:r>
              <a:rPr lang="en-IN" sz="1350" dirty="0">
                <a:latin typeface="Amasis MT Pro" panose="02040504050005020304" pitchFamily="18" charset="0"/>
              </a:rPr>
              <a:t> file, which contains our project details)</a:t>
            </a:r>
          </a:p>
          <a:p>
            <a:pPr marL="342900" indent="-342900">
              <a:buAutoNum type="arabicPeriod"/>
            </a:pPr>
            <a:r>
              <a:rPr lang="en-IN" sz="1350" dirty="0">
                <a:latin typeface="Amasis MT Pro" panose="02040504050005020304" pitchFamily="18" charset="0"/>
              </a:rPr>
              <a:t>We create our starting file</a:t>
            </a:r>
          </a:p>
          <a:p>
            <a:pPr marL="342900" indent="-342900">
              <a:buAutoNum type="arabicPeriod"/>
            </a:pPr>
            <a:r>
              <a:rPr lang="en-IN" sz="1350" dirty="0">
                <a:latin typeface="Amasis MT Pro" panose="02040504050005020304" pitchFamily="18" charset="0"/>
              </a:rPr>
              <a:t>And add code</a:t>
            </a:r>
          </a:p>
          <a:p>
            <a:pPr marL="342900" indent="-342900">
              <a:buAutoNum type="arabicPeriod"/>
            </a:pPr>
            <a:r>
              <a:rPr lang="en-IN" sz="1350" dirty="0">
                <a:latin typeface="Amasis MT Pro" panose="02040504050005020304" pitchFamily="18" charset="0"/>
              </a:rPr>
              <a:t>[optional]Create a start script to launch our file</a:t>
            </a:r>
          </a:p>
          <a:p>
            <a:pPr marL="342900" indent="-342900">
              <a:buAutoNum type="arabicPeriod"/>
            </a:pPr>
            <a:r>
              <a:rPr lang="en-IN" sz="1350" dirty="0">
                <a:latin typeface="Amasis MT Pro" panose="02040504050005020304" pitchFamily="18" charset="0"/>
              </a:rPr>
              <a:t>We can install any module from internet and reuse it</a:t>
            </a:r>
          </a:p>
          <a:p>
            <a:pPr marL="342900" indent="-342900">
              <a:buAutoNum type="arabicPeriod"/>
            </a:pPr>
            <a:endParaRPr lang="en-IN" sz="1350" dirty="0">
              <a:latin typeface="Amasis MT Pro" panose="02040504050005020304" pitchFamily="18" charset="0"/>
            </a:endParaRPr>
          </a:p>
          <a:p>
            <a:r>
              <a:rPr lang="en-IN" sz="1350" dirty="0">
                <a:latin typeface="Amasis MT Pro" panose="02040504050005020304" pitchFamily="18" charset="0"/>
              </a:rPr>
              <a:t>In BAS tool, the node </a:t>
            </a:r>
            <a:r>
              <a:rPr lang="en-IN" sz="1350" dirty="0" err="1">
                <a:latin typeface="Amasis MT Pro" panose="02040504050005020304" pitchFamily="18" charset="0"/>
              </a:rPr>
              <a:t>js</a:t>
            </a:r>
            <a:r>
              <a:rPr lang="en-IN" sz="1350" dirty="0">
                <a:latin typeface="Amasis MT Pro" panose="02040504050005020304" pitchFamily="18" charset="0"/>
              </a:rPr>
              <a:t> is already installed.</a:t>
            </a:r>
          </a:p>
        </p:txBody>
      </p:sp>
      <p:sp>
        <p:nvSpPr>
          <p:cNvPr id="4" name="TextBox 3">
            <a:extLst>
              <a:ext uri="{FF2B5EF4-FFF2-40B4-BE49-F238E27FC236}">
                <a16:creationId xmlns:a16="http://schemas.microsoft.com/office/drawing/2014/main" id="{CF07E913-4F6B-45F7-AFC4-338B206986E5}"/>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4D344096-8EEA-8EC8-9E95-65801C7723C8}"/>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9C57A620-B095-25AB-110B-77ED2BD47D29}"/>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40993062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52F12-43F0-6866-864D-5DEAD76DE428}"/>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A4A5C832-5BC3-3B79-4218-F96F6699226F}"/>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Exercise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9995D55-BD69-2FE5-AC3B-7302B1DCDC2F}"/>
              </a:ext>
            </a:extLst>
          </p:cNvPr>
          <p:cNvSpPr txBox="1"/>
          <p:nvPr/>
        </p:nvSpPr>
        <p:spPr>
          <a:xfrm>
            <a:off x="134426" y="490759"/>
            <a:ext cx="8615133" cy="1131063"/>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Design a web server using </a:t>
            </a:r>
            <a:r>
              <a:rPr lang="en-IN" sz="1350" b="1" dirty="0">
                <a:latin typeface="Amasis MT Pro" panose="02040504050005020304" pitchFamily="18" charset="0"/>
              </a:rPr>
              <a:t>express</a:t>
            </a:r>
            <a:r>
              <a:rPr lang="en-IN" sz="1350" dirty="0">
                <a:latin typeface="Amasis MT Pro" panose="02040504050005020304" pitchFamily="18" charset="0"/>
              </a:rPr>
              <a:t> module provided by node eco-system, which has an endpoint to return employee data and building material data.</a:t>
            </a:r>
          </a:p>
          <a:p>
            <a:endParaRPr lang="en-IN" sz="1350" dirty="0">
              <a:latin typeface="Amasis MT Pro" panose="02040504050005020304" pitchFamily="18" charset="0"/>
            </a:endParaRPr>
          </a:p>
          <a:p>
            <a:r>
              <a:rPr lang="en-IN" sz="1350" dirty="0">
                <a:highlight>
                  <a:srgbClr val="FFFF00"/>
                </a:highlight>
                <a:latin typeface="Amasis MT Pro" panose="02040504050005020304" pitchFamily="18" charset="0"/>
              </a:rPr>
              <a:t>For running any specific script mentioned in </a:t>
            </a:r>
            <a:r>
              <a:rPr lang="en-IN" sz="1350" b="1" i="1" dirty="0" err="1">
                <a:highlight>
                  <a:srgbClr val="FFFF00"/>
                </a:highlight>
                <a:latin typeface="Amasis MT Pro" panose="02040504050005020304" pitchFamily="18" charset="0"/>
              </a:rPr>
              <a:t>package.json</a:t>
            </a:r>
            <a:r>
              <a:rPr lang="en-IN" sz="1350" i="1" dirty="0">
                <a:highlight>
                  <a:srgbClr val="FFFF00"/>
                </a:highlight>
                <a:latin typeface="Amasis MT Pro" panose="02040504050005020304" pitchFamily="18" charset="0"/>
              </a:rPr>
              <a:t> </a:t>
            </a:r>
            <a:r>
              <a:rPr lang="en-IN" sz="1350" dirty="0">
                <a:highlight>
                  <a:srgbClr val="FFFF00"/>
                </a:highlight>
                <a:latin typeface="Amasis MT Pro" panose="02040504050005020304" pitchFamily="18" charset="0"/>
              </a:rPr>
              <a:t>then we need to use </a:t>
            </a:r>
            <a:r>
              <a:rPr lang="en-IN" sz="1350" dirty="0" err="1">
                <a:highlight>
                  <a:srgbClr val="FFFF00"/>
                </a:highlight>
                <a:latin typeface="Amasis MT Pro" panose="02040504050005020304" pitchFamily="18" charset="0"/>
              </a:rPr>
              <a:t>npm</a:t>
            </a:r>
            <a:r>
              <a:rPr lang="en-IN" sz="1350" dirty="0">
                <a:highlight>
                  <a:srgbClr val="FFFF00"/>
                </a:highlight>
                <a:latin typeface="Amasis MT Pro" panose="02040504050005020304" pitchFamily="18" charset="0"/>
              </a:rPr>
              <a:t> run &lt;SCRIPT NAME&gt;</a:t>
            </a:r>
          </a:p>
          <a:p>
            <a:r>
              <a:rPr lang="en-IN" sz="1350" dirty="0">
                <a:highlight>
                  <a:srgbClr val="FFFF00"/>
                </a:highlight>
                <a:latin typeface="Amasis MT Pro" panose="02040504050005020304" pitchFamily="18" charset="0"/>
              </a:rPr>
              <a:t>Example – </a:t>
            </a:r>
            <a:r>
              <a:rPr lang="en-IN" sz="1350" dirty="0" err="1">
                <a:highlight>
                  <a:srgbClr val="FFFF00"/>
                </a:highlight>
                <a:latin typeface="Amasis MT Pro" panose="02040504050005020304" pitchFamily="18" charset="0"/>
              </a:rPr>
              <a:t>npm</a:t>
            </a:r>
            <a:r>
              <a:rPr lang="en-IN" sz="1350" dirty="0">
                <a:highlight>
                  <a:srgbClr val="FFFF00"/>
                </a:highlight>
                <a:latin typeface="Amasis MT Pro" panose="02040504050005020304" pitchFamily="18" charset="0"/>
              </a:rPr>
              <a:t> run start where start </a:t>
            </a:r>
            <a:r>
              <a:rPr lang="en-IN" sz="1350" b="1" dirty="0">
                <a:highlight>
                  <a:srgbClr val="FFFF00"/>
                </a:highlight>
                <a:latin typeface="Amasis MT Pro" panose="02040504050005020304" pitchFamily="18" charset="0"/>
              </a:rPr>
              <a:t>&lt;node server.js&gt;</a:t>
            </a:r>
          </a:p>
        </p:txBody>
      </p:sp>
      <p:sp>
        <p:nvSpPr>
          <p:cNvPr id="4" name="TextBox 3">
            <a:extLst>
              <a:ext uri="{FF2B5EF4-FFF2-40B4-BE49-F238E27FC236}">
                <a16:creationId xmlns:a16="http://schemas.microsoft.com/office/drawing/2014/main" id="{55DE74CA-F1CA-F14D-1B6B-D72C75712E5C}"/>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CBEA9C2A-447F-1193-4600-557141D6C5AC}"/>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4D6E422A-88FF-1A89-C5F7-74D950327E46}"/>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36627620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681BA-3FFE-443D-F782-92CEB9C3AC8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5BECB6-E410-25F4-57C7-C0A23F799845}"/>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What is SAP UI5</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88E943E-BBE1-1130-9AB3-A8BC9A11C786}"/>
              </a:ext>
            </a:extLst>
          </p:cNvPr>
          <p:cNvSpPr txBox="1"/>
          <p:nvPr/>
        </p:nvSpPr>
        <p:spPr>
          <a:xfrm>
            <a:off x="134426" y="490759"/>
            <a:ext cx="8615133" cy="1338812"/>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SAP UI5 is a </a:t>
            </a:r>
            <a:r>
              <a:rPr lang="en-IN" sz="1350" b="1" dirty="0">
                <a:latin typeface="Amasis MT Pro" panose="02040504050005020304" pitchFamily="18" charset="0"/>
              </a:rPr>
              <a:t>framework</a:t>
            </a:r>
            <a:r>
              <a:rPr lang="en-IN" sz="1350" dirty="0">
                <a:latin typeface="Amasis MT Pro" panose="02040504050005020304" pitchFamily="18" charset="0"/>
              </a:rPr>
              <a:t> offered by SAP to design and develop </a:t>
            </a:r>
            <a:r>
              <a:rPr lang="en-IN" sz="1350" b="1" dirty="0">
                <a:latin typeface="Amasis MT Pro" panose="02040504050005020304" pitchFamily="18" charset="0"/>
              </a:rPr>
              <a:t>responsive </a:t>
            </a:r>
            <a:r>
              <a:rPr lang="en-IN" sz="1350" dirty="0">
                <a:latin typeface="Amasis MT Pro" panose="02040504050005020304" pitchFamily="18" charset="0"/>
              </a:rPr>
              <a:t> web applications. </a:t>
            </a:r>
          </a:p>
          <a:p>
            <a:r>
              <a:rPr lang="en-IN" sz="1350" dirty="0">
                <a:latin typeface="Amasis MT Pro" panose="02040504050005020304" pitchFamily="18" charset="0"/>
              </a:rPr>
              <a:t>Framework = Collection of libraries</a:t>
            </a:r>
          </a:p>
          <a:p>
            <a:r>
              <a:rPr lang="en-IN" sz="1350" dirty="0">
                <a:latin typeface="Amasis MT Pro" panose="02040504050005020304" pitchFamily="18" charset="0"/>
              </a:rPr>
              <a:t>Library = Collection of classes</a:t>
            </a:r>
          </a:p>
          <a:p>
            <a:r>
              <a:rPr lang="en-IN" sz="1350" dirty="0">
                <a:latin typeface="Amasis MT Pro" panose="02040504050005020304" pitchFamily="18" charset="0"/>
              </a:rPr>
              <a:t>Class = Collection of Attributes, methods and associations</a:t>
            </a:r>
          </a:p>
          <a:p>
            <a:r>
              <a:rPr lang="en-IN" sz="1350" dirty="0">
                <a:latin typeface="Amasis MT Pro" panose="02040504050005020304" pitchFamily="18" charset="0"/>
              </a:rPr>
              <a:t>Responsive – A web application which adapt itself according to the device. </a:t>
            </a:r>
          </a:p>
          <a:p>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3F79EDA8-4AF7-3B8C-6340-AE11376D1B44}"/>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2D1CA826-B10F-9F7F-9766-0A78E3C74E64}"/>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110D5302-E2FF-5DD8-E9EF-8661C921F3DB}"/>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549F5C41-6E7A-6C94-D9A6-E0A75AB031FE}"/>
              </a:ext>
            </a:extLst>
          </p:cNvPr>
          <p:cNvSpPr/>
          <p:nvPr/>
        </p:nvSpPr>
        <p:spPr>
          <a:xfrm>
            <a:off x="533400" y="2800350"/>
            <a:ext cx="5791200" cy="1752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b="1" dirty="0">
              <a:solidFill>
                <a:schemeClr val="tx1"/>
              </a:solidFill>
            </a:endParaRPr>
          </a:p>
          <a:p>
            <a:pPr algn="ctr"/>
            <a:endParaRPr lang="en-IN" b="1" dirty="0">
              <a:solidFill>
                <a:schemeClr val="tx1"/>
              </a:solidFill>
            </a:endParaRPr>
          </a:p>
          <a:p>
            <a:pPr algn="ctr"/>
            <a:endParaRPr lang="en-IN" b="1" dirty="0">
              <a:solidFill>
                <a:schemeClr val="tx1"/>
              </a:solidFill>
            </a:endParaRPr>
          </a:p>
          <a:p>
            <a:pPr algn="ctr"/>
            <a:endParaRPr lang="en-IN" b="1" dirty="0">
              <a:solidFill>
                <a:schemeClr val="tx1"/>
              </a:solidFill>
            </a:endParaRPr>
          </a:p>
          <a:p>
            <a:pPr algn="ctr"/>
            <a:endParaRPr lang="en-IN" b="1" dirty="0">
              <a:solidFill>
                <a:schemeClr val="tx1"/>
              </a:solidFill>
            </a:endParaRPr>
          </a:p>
          <a:p>
            <a:pPr algn="ctr"/>
            <a:r>
              <a:rPr lang="en-IN" b="1" dirty="0">
                <a:solidFill>
                  <a:schemeClr val="tx1"/>
                </a:solidFill>
              </a:rPr>
              <a:t>SAP UI5 Design time</a:t>
            </a:r>
          </a:p>
        </p:txBody>
      </p:sp>
      <p:sp>
        <p:nvSpPr>
          <p:cNvPr id="8" name="Rectangle 7">
            <a:extLst>
              <a:ext uri="{FF2B5EF4-FFF2-40B4-BE49-F238E27FC236}">
                <a16:creationId xmlns:a16="http://schemas.microsoft.com/office/drawing/2014/main" id="{26D27160-C348-467E-DC53-99CD812D9A5F}"/>
              </a:ext>
            </a:extLst>
          </p:cNvPr>
          <p:cNvSpPr/>
          <p:nvPr/>
        </p:nvSpPr>
        <p:spPr>
          <a:xfrm>
            <a:off x="5562599" y="2800350"/>
            <a:ext cx="3378391" cy="1752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b="1" dirty="0">
              <a:solidFill>
                <a:schemeClr val="tx1"/>
              </a:solidFill>
            </a:endParaRPr>
          </a:p>
          <a:p>
            <a:pPr algn="ctr"/>
            <a:endParaRPr lang="en-IN" b="1" dirty="0">
              <a:solidFill>
                <a:schemeClr val="tx1"/>
              </a:solidFill>
            </a:endParaRPr>
          </a:p>
          <a:p>
            <a:pPr algn="ctr"/>
            <a:endParaRPr lang="en-IN" b="1" dirty="0">
              <a:solidFill>
                <a:schemeClr val="tx1"/>
              </a:solidFill>
            </a:endParaRPr>
          </a:p>
          <a:p>
            <a:pPr algn="ctr"/>
            <a:endParaRPr lang="en-IN" b="1" dirty="0">
              <a:solidFill>
                <a:schemeClr val="tx1"/>
              </a:solidFill>
            </a:endParaRPr>
          </a:p>
          <a:p>
            <a:pPr algn="ctr"/>
            <a:endParaRPr lang="en-IN" b="1" dirty="0">
              <a:solidFill>
                <a:schemeClr val="tx1"/>
              </a:solidFill>
            </a:endParaRPr>
          </a:p>
          <a:p>
            <a:pPr algn="ctr"/>
            <a:r>
              <a:rPr lang="en-IN" b="1" dirty="0">
                <a:solidFill>
                  <a:schemeClr val="tx1"/>
                </a:solidFill>
              </a:rPr>
              <a:t>SAP UI5 Runtime Component</a:t>
            </a:r>
          </a:p>
        </p:txBody>
      </p:sp>
      <p:sp>
        <p:nvSpPr>
          <p:cNvPr id="9" name="Rectangle 8">
            <a:extLst>
              <a:ext uri="{FF2B5EF4-FFF2-40B4-BE49-F238E27FC236}">
                <a16:creationId xmlns:a16="http://schemas.microsoft.com/office/drawing/2014/main" id="{C5F6803B-5FFB-ACAC-C458-778A364C7FA5}"/>
              </a:ext>
            </a:extLst>
          </p:cNvPr>
          <p:cNvSpPr/>
          <p:nvPr/>
        </p:nvSpPr>
        <p:spPr>
          <a:xfrm>
            <a:off x="762000" y="2924561"/>
            <a:ext cx="14478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ln w="0"/>
                <a:solidFill>
                  <a:schemeClr val="tx1"/>
                </a:solidFill>
                <a:effectLst>
                  <a:outerShdw blurRad="38100" dist="19050" dir="2700000" algn="tl" rotWithShape="0">
                    <a:schemeClr val="dk1">
                      <a:alpha val="40000"/>
                    </a:schemeClr>
                  </a:outerShdw>
                </a:effectLst>
              </a:rPr>
              <a:t>sap.m</a:t>
            </a:r>
            <a:endParaRPr lang="en-IN" dirty="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D4B9772B-0D38-625E-36DB-1517EF5D229F}"/>
              </a:ext>
            </a:extLst>
          </p:cNvPr>
          <p:cNvSpPr/>
          <p:nvPr/>
        </p:nvSpPr>
        <p:spPr>
          <a:xfrm>
            <a:off x="762000" y="3867150"/>
            <a:ext cx="1447800" cy="30480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ln w="0"/>
                <a:solidFill>
                  <a:schemeClr val="tx1"/>
                </a:solidFill>
                <a:effectLst>
                  <a:outerShdw blurRad="38100" dist="19050" dir="2700000" algn="tl" rotWithShape="0">
                    <a:schemeClr val="dk1">
                      <a:alpha val="40000"/>
                    </a:schemeClr>
                  </a:outerShdw>
                </a:effectLst>
              </a:rPr>
              <a:t>sap.ui.core</a:t>
            </a:r>
            <a:endParaRPr lang="en-IN"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194B0F53-846F-CA6D-B6EB-DD2409E23C41}"/>
              </a:ext>
            </a:extLst>
          </p:cNvPr>
          <p:cNvSpPr/>
          <p:nvPr/>
        </p:nvSpPr>
        <p:spPr>
          <a:xfrm>
            <a:off x="2438400" y="3867150"/>
            <a:ext cx="1447800" cy="30480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err="1">
                <a:ln w="0"/>
                <a:solidFill>
                  <a:schemeClr val="tx1"/>
                </a:solidFill>
                <a:effectLst>
                  <a:outerShdw blurRad="38100" dist="19050" dir="2700000" algn="tl" rotWithShape="0">
                    <a:schemeClr val="dk1">
                      <a:alpha val="40000"/>
                    </a:schemeClr>
                  </a:outerShdw>
                </a:effectLst>
              </a:rPr>
              <a:t>sap.ui.core.mvc</a:t>
            </a:r>
            <a:endParaRPr lang="en-IN" sz="1400" dirty="0">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EEEA7F0D-273D-F32E-6607-D03A528E9F10}"/>
              </a:ext>
            </a:extLst>
          </p:cNvPr>
          <p:cNvSpPr/>
          <p:nvPr/>
        </p:nvSpPr>
        <p:spPr>
          <a:xfrm>
            <a:off x="4000499" y="3860730"/>
            <a:ext cx="1447800" cy="30480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ln w="0"/>
                <a:solidFill>
                  <a:schemeClr val="tx1"/>
                </a:solidFill>
                <a:effectLst>
                  <a:outerShdw blurRad="38100" dist="19050" dir="2700000" algn="tl" rotWithShape="0">
                    <a:schemeClr val="dk1">
                      <a:alpha val="40000"/>
                    </a:schemeClr>
                  </a:outerShdw>
                </a:effectLst>
              </a:rPr>
              <a:t>sap.ui.unified</a:t>
            </a:r>
            <a:endParaRPr lang="en-IN" dirty="0">
              <a:ln w="0"/>
              <a:solidFill>
                <a:schemeClr val="tx1"/>
              </a:solidFill>
              <a:effectLst>
                <a:outerShdw blurRad="38100" dist="19050" dir="2700000" algn="tl" rotWithShape="0">
                  <a:schemeClr val="dk1">
                    <a:alpha val="40000"/>
                  </a:schemeClr>
                </a:outerShdw>
              </a:effectLst>
            </a:endParaRPr>
          </a:p>
        </p:txBody>
      </p:sp>
      <p:sp>
        <p:nvSpPr>
          <p:cNvPr id="13" name="Rectangle 12">
            <a:extLst>
              <a:ext uri="{FF2B5EF4-FFF2-40B4-BE49-F238E27FC236}">
                <a16:creationId xmlns:a16="http://schemas.microsoft.com/office/drawing/2014/main" id="{CC7CCBCB-7C59-1234-32B4-190F17149C6E}"/>
              </a:ext>
            </a:extLst>
          </p:cNvPr>
          <p:cNvSpPr/>
          <p:nvPr/>
        </p:nvSpPr>
        <p:spPr>
          <a:xfrm>
            <a:off x="762000" y="3333750"/>
            <a:ext cx="14478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ln w="0"/>
                <a:solidFill>
                  <a:schemeClr val="tx1"/>
                </a:solidFill>
                <a:effectLst>
                  <a:outerShdw blurRad="38100" dist="19050" dir="2700000" algn="tl" rotWithShape="0">
                    <a:schemeClr val="dk1">
                      <a:alpha val="40000"/>
                    </a:schemeClr>
                  </a:outerShdw>
                </a:effectLst>
              </a:rPr>
              <a:t>sap.ui.table</a:t>
            </a:r>
            <a:endParaRPr lang="en-IN" dirty="0">
              <a:ln w="0"/>
              <a:solidFill>
                <a:schemeClr val="tx1"/>
              </a:solidFill>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BD2991FE-67FA-7A1A-C94C-215C81BBC5FB}"/>
              </a:ext>
            </a:extLst>
          </p:cNvPr>
          <p:cNvSpPr/>
          <p:nvPr/>
        </p:nvSpPr>
        <p:spPr>
          <a:xfrm>
            <a:off x="2362200" y="2924561"/>
            <a:ext cx="14478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ln w="0"/>
                <a:solidFill>
                  <a:schemeClr val="tx1"/>
                </a:solidFill>
                <a:effectLst>
                  <a:outerShdw blurRad="38100" dist="19050" dir="2700000" algn="tl" rotWithShape="0">
                    <a:schemeClr val="dk1">
                      <a:alpha val="40000"/>
                    </a:schemeClr>
                  </a:outerShdw>
                </a:effectLst>
              </a:rPr>
              <a:t>sap.ui.layout</a:t>
            </a:r>
            <a:endParaRPr lang="en-IN" dirty="0">
              <a:ln w="0"/>
              <a:solidFill>
                <a:schemeClr val="tx1"/>
              </a:solidFill>
              <a:effectLst>
                <a:outerShdw blurRad="38100" dist="19050" dir="2700000" algn="tl" rotWithShape="0">
                  <a:schemeClr val="dk1">
                    <a:alpha val="40000"/>
                  </a:schemeClr>
                </a:outerShdw>
              </a:effectLst>
            </a:endParaRPr>
          </a:p>
        </p:txBody>
      </p:sp>
      <p:sp>
        <p:nvSpPr>
          <p:cNvPr id="15" name="Rectangle 14">
            <a:extLst>
              <a:ext uri="{FF2B5EF4-FFF2-40B4-BE49-F238E27FC236}">
                <a16:creationId xmlns:a16="http://schemas.microsoft.com/office/drawing/2014/main" id="{6FDEC909-C657-2FCB-A738-F2276522DA58}"/>
              </a:ext>
            </a:extLst>
          </p:cNvPr>
          <p:cNvSpPr/>
          <p:nvPr/>
        </p:nvSpPr>
        <p:spPr>
          <a:xfrm>
            <a:off x="2362200" y="3333750"/>
            <a:ext cx="14478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ln w="0"/>
                <a:solidFill>
                  <a:schemeClr val="tx1"/>
                </a:solidFill>
                <a:effectLst>
                  <a:outerShdw blurRad="38100" dist="19050" dir="2700000" algn="tl" rotWithShape="0">
                    <a:schemeClr val="dk1">
                      <a:alpha val="40000"/>
                    </a:schemeClr>
                  </a:outerShdw>
                </a:effectLst>
              </a:rPr>
              <a:t>sap.ui.comp</a:t>
            </a:r>
            <a:endParaRPr lang="en-IN" dirty="0">
              <a:ln w="0"/>
              <a:solidFill>
                <a:schemeClr val="tx1"/>
              </a:solidFill>
              <a:effectLst>
                <a:outerShdw blurRad="38100" dist="19050" dir="2700000" algn="tl" rotWithShape="0">
                  <a:schemeClr val="dk1">
                    <a:alpha val="40000"/>
                  </a:schemeClr>
                </a:outerShdw>
              </a:effectLst>
            </a:endParaRPr>
          </a:p>
        </p:txBody>
      </p:sp>
      <p:sp>
        <p:nvSpPr>
          <p:cNvPr id="16" name="Rectangle 15">
            <a:extLst>
              <a:ext uri="{FF2B5EF4-FFF2-40B4-BE49-F238E27FC236}">
                <a16:creationId xmlns:a16="http://schemas.microsoft.com/office/drawing/2014/main" id="{D5D0FA5C-668E-D0CC-2007-59B0057CE09C}"/>
              </a:ext>
            </a:extLst>
          </p:cNvPr>
          <p:cNvSpPr/>
          <p:nvPr/>
        </p:nvSpPr>
        <p:spPr>
          <a:xfrm>
            <a:off x="3976502" y="2924561"/>
            <a:ext cx="14478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ln w="0"/>
                <a:solidFill>
                  <a:schemeClr val="tx1"/>
                </a:solidFill>
                <a:effectLst>
                  <a:outerShdw blurRad="38100" dist="19050" dir="2700000" algn="tl" rotWithShape="0">
                    <a:schemeClr val="dk1">
                      <a:alpha val="40000"/>
                    </a:schemeClr>
                  </a:outerShdw>
                </a:effectLst>
              </a:rPr>
              <a:t>sap.viz</a:t>
            </a:r>
            <a:endParaRPr lang="en-IN" dirty="0">
              <a:ln w="0"/>
              <a:solidFill>
                <a:schemeClr val="tx1"/>
              </a:solidFill>
              <a:effectLst>
                <a:outerShdw blurRad="38100" dist="19050" dir="2700000" algn="tl" rotWithShape="0">
                  <a:schemeClr val="dk1">
                    <a:alpha val="40000"/>
                  </a:schemeClr>
                </a:outerShdw>
              </a:effectLst>
            </a:endParaRPr>
          </a:p>
        </p:txBody>
      </p:sp>
      <p:sp>
        <p:nvSpPr>
          <p:cNvPr id="17" name="Rectangle 16">
            <a:extLst>
              <a:ext uri="{FF2B5EF4-FFF2-40B4-BE49-F238E27FC236}">
                <a16:creationId xmlns:a16="http://schemas.microsoft.com/office/drawing/2014/main" id="{C865A200-593C-D705-E8B0-B80ED9968ED4}"/>
              </a:ext>
            </a:extLst>
          </p:cNvPr>
          <p:cNvSpPr/>
          <p:nvPr/>
        </p:nvSpPr>
        <p:spPr>
          <a:xfrm>
            <a:off x="3976502" y="3333750"/>
            <a:ext cx="14478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ln w="0"/>
                <a:solidFill>
                  <a:schemeClr val="tx1"/>
                </a:solidFill>
                <a:effectLst>
                  <a:outerShdw blurRad="38100" dist="19050" dir="2700000" algn="tl" rotWithShape="0">
                    <a:schemeClr val="dk1">
                      <a:alpha val="40000"/>
                    </a:schemeClr>
                  </a:outerShdw>
                </a:effectLst>
              </a:rPr>
              <a:t>sap.suite.ui</a:t>
            </a:r>
            <a:endParaRPr lang="en-IN" dirty="0">
              <a:ln w="0"/>
              <a:solidFill>
                <a:schemeClr val="tx1"/>
              </a:solidFill>
              <a:effectLst>
                <a:outerShdw blurRad="38100" dist="19050" dir="2700000" algn="tl" rotWithShape="0">
                  <a:schemeClr val="dk1">
                    <a:alpha val="40000"/>
                  </a:schemeClr>
                </a:outerShdw>
              </a:effectLst>
            </a:endParaRPr>
          </a:p>
        </p:txBody>
      </p:sp>
      <p:sp>
        <p:nvSpPr>
          <p:cNvPr id="18" name="Smiley Face 17">
            <a:extLst>
              <a:ext uri="{FF2B5EF4-FFF2-40B4-BE49-F238E27FC236}">
                <a16:creationId xmlns:a16="http://schemas.microsoft.com/office/drawing/2014/main" id="{0B5F00C3-5E8C-55FC-54AD-E64A46C62BF6}"/>
              </a:ext>
            </a:extLst>
          </p:cNvPr>
          <p:cNvSpPr/>
          <p:nvPr/>
        </p:nvSpPr>
        <p:spPr>
          <a:xfrm>
            <a:off x="256476" y="2038350"/>
            <a:ext cx="353124" cy="30480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38B9E14C-3C34-0925-9974-1FF43DB00F14}"/>
              </a:ext>
            </a:extLst>
          </p:cNvPr>
          <p:cNvSpPr/>
          <p:nvPr/>
        </p:nvSpPr>
        <p:spPr>
          <a:xfrm>
            <a:off x="1219200" y="1860550"/>
            <a:ext cx="1447800" cy="581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BAS/VS Code</a:t>
            </a:r>
          </a:p>
        </p:txBody>
      </p:sp>
      <p:sp>
        <p:nvSpPr>
          <p:cNvPr id="20" name="Rectangle: Rounded Corners 19">
            <a:extLst>
              <a:ext uri="{FF2B5EF4-FFF2-40B4-BE49-F238E27FC236}">
                <a16:creationId xmlns:a16="http://schemas.microsoft.com/office/drawing/2014/main" id="{6ACC22DF-89E5-C16A-C236-C457BF18185E}"/>
              </a:ext>
            </a:extLst>
          </p:cNvPr>
          <p:cNvSpPr/>
          <p:nvPr/>
        </p:nvSpPr>
        <p:spPr>
          <a:xfrm>
            <a:off x="6172200" y="3105150"/>
            <a:ext cx="2057400" cy="76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Renderer</a:t>
            </a:r>
          </a:p>
        </p:txBody>
      </p:sp>
      <p:sp>
        <p:nvSpPr>
          <p:cNvPr id="21" name="Arrow: Right 20">
            <a:extLst>
              <a:ext uri="{FF2B5EF4-FFF2-40B4-BE49-F238E27FC236}">
                <a16:creationId xmlns:a16="http://schemas.microsoft.com/office/drawing/2014/main" id="{3C98FA47-E64F-AD6B-6A65-B0E232D5E5F3}"/>
              </a:ext>
            </a:extLst>
          </p:cNvPr>
          <p:cNvSpPr/>
          <p:nvPr/>
        </p:nvSpPr>
        <p:spPr>
          <a:xfrm>
            <a:off x="2667000" y="2038350"/>
            <a:ext cx="685800" cy="2484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704695DD-37B1-9CE3-2E99-653BC15D05B9}"/>
              </a:ext>
            </a:extLst>
          </p:cNvPr>
          <p:cNvSpPr/>
          <p:nvPr/>
        </p:nvSpPr>
        <p:spPr>
          <a:xfrm>
            <a:off x="3352800" y="1860550"/>
            <a:ext cx="1676400" cy="5814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Application Code</a:t>
            </a:r>
          </a:p>
        </p:txBody>
      </p:sp>
      <p:cxnSp>
        <p:nvCxnSpPr>
          <p:cNvPr id="24" name="Connector: Elbow 23">
            <a:extLst>
              <a:ext uri="{FF2B5EF4-FFF2-40B4-BE49-F238E27FC236}">
                <a16:creationId xmlns:a16="http://schemas.microsoft.com/office/drawing/2014/main" id="{5BC4A4BD-3213-6DD7-08F3-2593EC4C886C}"/>
              </a:ext>
            </a:extLst>
          </p:cNvPr>
          <p:cNvCxnSpPr>
            <a:cxnSpLocks/>
            <a:stCxn id="22" idx="3"/>
            <a:endCxn id="20" idx="1"/>
          </p:cNvCxnSpPr>
          <p:nvPr/>
        </p:nvCxnSpPr>
        <p:spPr>
          <a:xfrm>
            <a:off x="5029200" y="2151256"/>
            <a:ext cx="1143000" cy="1334894"/>
          </a:xfrm>
          <a:prstGeom prst="bentConnector3">
            <a:avLst>
              <a:gd name="adj1" fmla="val 66796"/>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Arrow: Up 26">
            <a:extLst>
              <a:ext uri="{FF2B5EF4-FFF2-40B4-BE49-F238E27FC236}">
                <a16:creationId xmlns:a16="http://schemas.microsoft.com/office/drawing/2014/main" id="{FA6A3A7D-3E93-C337-A96E-9A892209AB74}"/>
              </a:ext>
            </a:extLst>
          </p:cNvPr>
          <p:cNvSpPr/>
          <p:nvPr/>
        </p:nvSpPr>
        <p:spPr>
          <a:xfrm>
            <a:off x="7010400" y="2286771"/>
            <a:ext cx="381000" cy="818379"/>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86BF8AED-03CC-2C9B-BC38-9C5E3D6B52B3}"/>
              </a:ext>
            </a:extLst>
          </p:cNvPr>
          <p:cNvSpPr/>
          <p:nvPr/>
        </p:nvSpPr>
        <p:spPr>
          <a:xfrm>
            <a:off x="6424798" y="1781560"/>
            <a:ext cx="1600200" cy="5135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HTML5+CSS</a:t>
            </a:r>
          </a:p>
        </p:txBody>
      </p:sp>
    </p:spTree>
    <p:extLst>
      <p:ext uri="{BB962C8B-B14F-4D97-AF65-F5344CB8AC3E}">
        <p14:creationId xmlns:p14="http://schemas.microsoft.com/office/powerpoint/2010/main" val="8594842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82C73-88E9-004E-9CE5-E12EA6AB976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C5A3A006-D0D3-D958-BCFC-D3172E637082}"/>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SAP UI5 SDK (Software Development Kit)</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F620579-C9AF-1337-2934-798811372AA1}"/>
              </a:ext>
            </a:extLst>
          </p:cNvPr>
          <p:cNvSpPr txBox="1"/>
          <p:nvPr/>
        </p:nvSpPr>
        <p:spPr>
          <a:xfrm>
            <a:off x="134426" y="490759"/>
            <a:ext cx="8615133" cy="923314"/>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SAP UI5 SDK is the main documentation for developers provided by SAP. Any one can go and learn SAP UI5 and Fiori from there directly. It contains components like Documentation, API Reference, Demo Apps, Tools etc.</a:t>
            </a:r>
          </a:p>
          <a:p>
            <a:r>
              <a:rPr lang="en-IN" sz="1350" dirty="0">
                <a:latin typeface="Amasis MT Pro" panose="02040504050005020304" pitchFamily="18" charset="0"/>
                <a:hlinkClick r:id="rId2"/>
              </a:rPr>
              <a:t>https://ui5.sap.com</a:t>
            </a:r>
            <a:endParaRPr lang="en-IN" sz="1350" dirty="0">
              <a:latin typeface="Amasis MT Pro" panose="02040504050005020304" pitchFamily="18" charset="0"/>
            </a:endParaRPr>
          </a:p>
          <a:p>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4FC08787-0CF8-851F-0D87-BD2FF0FFFA92}"/>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CA59B90D-9B82-6D19-CFD6-F4B0C13FB328}"/>
              </a:ext>
            </a:extLst>
          </p:cNvPr>
          <p:cNvPicPr>
            <a:picLocks noChangeAspect="1"/>
          </p:cNvPicPr>
          <p:nvPr/>
        </p:nvPicPr>
        <p:blipFill>
          <a:blip r:embed="rId3"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75B7E246-8775-FCFD-E863-53F47F322CEB}"/>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D7EBCD94-E01B-3E2C-2ED3-6BB7E9EB6949}"/>
              </a:ext>
            </a:extLst>
          </p:cNvPr>
          <p:cNvSpPr/>
          <p:nvPr/>
        </p:nvSpPr>
        <p:spPr>
          <a:xfrm>
            <a:off x="1066800" y="1769592"/>
            <a:ext cx="2667000" cy="307159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32FC009B-4E58-B18E-286B-DD64FF58F589}"/>
              </a:ext>
            </a:extLst>
          </p:cNvPr>
          <p:cNvSpPr/>
          <p:nvPr/>
        </p:nvSpPr>
        <p:spPr>
          <a:xfrm>
            <a:off x="1181100" y="1935522"/>
            <a:ext cx="2438400" cy="5600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Initialization - Bootstrapping</a:t>
            </a:r>
          </a:p>
        </p:txBody>
      </p:sp>
      <p:sp>
        <p:nvSpPr>
          <p:cNvPr id="9" name="Rectangle 8">
            <a:extLst>
              <a:ext uri="{FF2B5EF4-FFF2-40B4-BE49-F238E27FC236}">
                <a16:creationId xmlns:a16="http://schemas.microsoft.com/office/drawing/2014/main" id="{5C23799B-D96A-719E-8054-4E3390DF356F}"/>
              </a:ext>
            </a:extLst>
          </p:cNvPr>
          <p:cNvSpPr/>
          <p:nvPr/>
        </p:nvSpPr>
        <p:spPr>
          <a:xfrm>
            <a:off x="1181100" y="2661480"/>
            <a:ext cx="2438400" cy="10352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&lt;&lt;Code&gt;&gt;</a:t>
            </a:r>
          </a:p>
          <a:p>
            <a:pPr algn="ctr"/>
            <a:r>
              <a:rPr lang="en-IN" b="1" dirty="0"/>
              <a:t>Actual usage</a:t>
            </a:r>
          </a:p>
        </p:txBody>
      </p:sp>
      <p:sp>
        <p:nvSpPr>
          <p:cNvPr id="10" name="Rectangle 9">
            <a:extLst>
              <a:ext uri="{FF2B5EF4-FFF2-40B4-BE49-F238E27FC236}">
                <a16:creationId xmlns:a16="http://schemas.microsoft.com/office/drawing/2014/main" id="{057888B9-2952-C89E-6560-14BF7163CDDA}"/>
              </a:ext>
            </a:extLst>
          </p:cNvPr>
          <p:cNvSpPr/>
          <p:nvPr/>
        </p:nvSpPr>
        <p:spPr>
          <a:xfrm>
            <a:off x="1165102" y="3867149"/>
            <a:ext cx="2438400" cy="8641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Present output to user</a:t>
            </a:r>
          </a:p>
        </p:txBody>
      </p:sp>
      <p:sp>
        <p:nvSpPr>
          <p:cNvPr id="11" name="TextBox 10">
            <a:extLst>
              <a:ext uri="{FF2B5EF4-FFF2-40B4-BE49-F238E27FC236}">
                <a16:creationId xmlns:a16="http://schemas.microsoft.com/office/drawing/2014/main" id="{8633B777-CA92-E9B9-7B9B-AA39448347E8}"/>
              </a:ext>
            </a:extLst>
          </p:cNvPr>
          <p:cNvSpPr txBox="1"/>
          <p:nvPr/>
        </p:nvSpPr>
        <p:spPr>
          <a:xfrm>
            <a:off x="3733800" y="1541443"/>
            <a:ext cx="5073304" cy="738664"/>
          </a:xfrm>
          <a:prstGeom prst="rect">
            <a:avLst/>
          </a:prstGeom>
          <a:noFill/>
        </p:spPr>
        <p:txBody>
          <a:bodyPr wrap="square" rtlCol="0">
            <a:spAutoFit/>
          </a:bodyPr>
          <a:lstStyle/>
          <a:p>
            <a:r>
              <a:rPr lang="en-IN" sz="1400" dirty="0">
                <a:highlight>
                  <a:srgbClr val="FFFF00"/>
                </a:highlight>
                <a:latin typeface="72 Monospace" panose="020B0509030603020204" pitchFamily="49" charset="0"/>
                <a:cs typeface="72 Monospace" panose="020B0509030603020204" pitchFamily="49" charset="0"/>
              </a:rPr>
              <a:t>Bootstrapping is a Process to Load the SAP UI5 framework to start our application</a:t>
            </a:r>
            <a:r>
              <a:rPr lang="en-IN" sz="1400" dirty="0">
                <a:latin typeface="72 Monospace" panose="020B0509030603020204" pitchFamily="49" charset="0"/>
                <a:cs typeface="72 Monospace" panose="020B0509030603020204" pitchFamily="49" charset="0"/>
              </a:rPr>
              <a:t>. Just like </a:t>
            </a:r>
            <a:r>
              <a:rPr lang="en-IN" sz="1400" dirty="0" err="1">
                <a:latin typeface="72 Monospace" panose="020B0509030603020204" pitchFamily="49" charset="0"/>
                <a:cs typeface="72 Monospace" panose="020B0509030603020204" pitchFamily="49" charset="0"/>
              </a:rPr>
              <a:t>jQurey</a:t>
            </a:r>
            <a:r>
              <a:rPr lang="en-IN" sz="1400" dirty="0">
                <a:latin typeface="72 Monospace" panose="020B0509030603020204" pitchFamily="49" charset="0"/>
                <a:cs typeface="72 Monospace" panose="020B0509030603020204" pitchFamily="49" charset="0"/>
              </a:rPr>
              <a:t> will use &lt;script&gt; tag with address of ui5 CDN including theme, libs and namespace</a:t>
            </a:r>
          </a:p>
        </p:txBody>
      </p:sp>
      <p:sp>
        <p:nvSpPr>
          <p:cNvPr id="12" name="TextBox 11">
            <a:extLst>
              <a:ext uri="{FF2B5EF4-FFF2-40B4-BE49-F238E27FC236}">
                <a16:creationId xmlns:a16="http://schemas.microsoft.com/office/drawing/2014/main" id="{36782C57-249F-5E37-FD50-8850D2FF75BB}"/>
              </a:ext>
            </a:extLst>
          </p:cNvPr>
          <p:cNvSpPr txBox="1"/>
          <p:nvPr/>
        </p:nvSpPr>
        <p:spPr>
          <a:xfrm>
            <a:off x="3733800" y="2690088"/>
            <a:ext cx="5073304" cy="923330"/>
          </a:xfrm>
          <a:prstGeom prst="rect">
            <a:avLst/>
          </a:prstGeom>
          <a:noFill/>
        </p:spPr>
        <p:txBody>
          <a:bodyPr wrap="square" rtlCol="0">
            <a:spAutoFit/>
          </a:bodyPr>
          <a:lstStyle/>
          <a:p>
            <a:r>
              <a:rPr lang="en-IN" sz="1400" dirty="0">
                <a:latin typeface="72 Monospace" panose="020B0509030603020204" pitchFamily="49" charset="0"/>
                <a:cs typeface="72 Monospace" panose="020B0509030603020204" pitchFamily="49" charset="0"/>
              </a:rPr>
              <a:t>Create a simple Button class object.</a:t>
            </a:r>
          </a:p>
          <a:p>
            <a:r>
              <a:rPr lang="en-IN" sz="1200" dirty="0">
                <a:effectLst>
                  <a:outerShdw blurRad="38100" dist="38100" dir="2700000" algn="tl">
                    <a:srgbClr val="000000">
                      <a:alpha val="43137"/>
                    </a:srgbClr>
                  </a:outerShdw>
                </a:effectLst>
                <a:latin typeface="72 Monospace" panose="020B0509030603020204" pitchFamily="49" charset="0"/>
                <a:cs typeface="72 Monospace" panose="020B0509030603020204" pitchFamily="49" charset="0"/>
              </a:rPr>
              <a:t>var </a:t>
            </a:r>
            <a:r>
              <a:rPr lang="en-IN" sz="1200" dirty="0" err="1">
                <a:effectLst>
                  <a:outerShdw blurRad="38100" dist="38100" dir="2700000" algn="tl">
                    <a:srgbClr val="000000">
                      <a:alpha val="43137"/>
                    </a:srgbClr>
                  </a:outerShdw>
                </a:effectLst>
                <a:latin typeface="72 Monospace" panose="020B0509030603020204" pitchFamily="49" charset="0"/>
                <a:cs typeface="72 Monospace" panose="020B0509030603020204" pitchFamily="49" charset="0"/>
              </a:rPr>
              <a:t>objName</a:t>
            </a:r>
            <a:r>
              <a:rPr lang="en-IN" sz="1200" dirty="0">
                <a:effectLst>
                  <a:outerShdw blurRad="38100" dist="38100" dir="2700000" algn="tl">
                    <a:srgbClr val="000000">
                      <a:alpha val="43137"/>
                    </a:srgbClr>
                  </a:outerShdw>
                </a:effectLst>
                <a:latin typeface="72 Monospace" panose="020B0509030603020204" pitchFamily="49" charset="0"/>
                <a:cs typeface="72 Monospace" panose="020B0509030603020204" pitchFamily="49" charset="0"/>
              </a:rPr>
              <a:t> = </a:t>
            </a:r>
            <a:r>
              <a:rPr lang="en-IN" sz="1200" b="1" dirty="0">
                <a:effectLst>
                  <a:outerShdw blurRad="38100" dist="38100" dir="2700000" algn="tl">
                    <a:srgbClr val="000000">
                      <a:alpha val="43137"/>
                    </a:srgbClr>
                  </a:outerShdw>
                </a:effectLst>
                <a:latin typeface="72 Monospace" panose="020B0509030603020204" pitchFamily="49" charset="0"/>
                <a:cs typeface="72 Monospace" panose="020B0509030603020204" pitchFamily="49" charset="0"/>
              </a:rPr>
              <a:t>new </a:t>
            </a:r>
            <a:r>
              <a:rPr lang="en-IN" sz="1200" dirty="0" err="1">
                <a:effectLst>
                  <a:outerShdw blurRad="38100" dist="38100" dir="2700000" algn="tl">
                    <a:srgbClr val="000000">
                      <a:alpha val="43137"/>
                    </a:srgbClr>
                  </a:outerShdw>
                </a:effectLst>
                <a:latin typeface="72 Monospace" panose="020B0509030603020204" pitchFamily="49" charset="0"/>
                <a:cs typeface="72 Monospace" panose="020B0509030603020204" pitchFamily="49" charset="0"/>
              </a:rPr>
              <a:t>lib.ClassName</a:t>
            </a:r>
            <a:r>
              <a:rPr lang="en-IN" sz="1200" dirty="0">
                <a:effectLst>
                  <a:outerShdw blurRad="38100" dist="38100" dir="2700000" algn="tl">
                    <a:srgbClr val="000000">
                      <a:alpha val="43137"/>
                    </a:srgbClr>
                  </a:outerShdw>
                </a:effectLst>
                <a:latin typeface="72 Monospace" panose="020B0509030603020204" pitchFamily="49" charset="0"/>
                <a:cs typeface="72 Monospace" panose="020B0509030603020204" pitchFamily="49" charset="0"/>
              </a:rPr>
              <a:t>(</a:t>
            </a:r>
            <a:r>
              <a:rPr lang="en-IN" sz="1200" dirty="0" err="1">
                <a:effectLst>
                  <a:outerShdw blurRad="38100" dist="38100" dir="2700000" algn="tl">
                    <a:srgbClr val="000000">
                      <a:alpha val="43137"/>
                    </a:srgbClr>
                  </a:outerShdw>
                </a:effectLst>
                <a:latin typeface="72 Monospace" panose="020B0509030603020204" pitchFamily="49" charset="0"/>
                <a:cs typeface="72 Monospace" panose="020B0509030603020204" pitchFamily="49" charset="0"/>
              </a:rPr>
              <a:t>sId</a:t>
            </a:r>
            <a:r>
              <a:rPr lang="en-IN" sz="1200" dirty="0">
                <a:effectLst>
                  <a:outerShdw blurRad="38100" dist="38100" dir="2700000" algn="tl">
                    <a:srgbClr val="000000">
                      <a:alpha val="43137"/>
                    </a:srgbClr>
                  </a:outerShdw>
                </a:effectLst>
                <a:latin typeface="72 Monospace" panose="020B0509030603020204" pitchFamily="49" charset="0"/>
                <a:cs typeface="72 Monospace" panose="020B0509030603020204" pitchFamily="49" charset="0"/>
              </a:rPr>
              <a:t>,{</a:t>
            </a:r>
            <a:r>
              <a:rPr lang="en-IN" sz="1200" dirty="0" err="1">
                <a:effectLst>
                  <a:outerShdw blurRad="38100" dist="38100" dir="2700000" algn="tl">
                    <a:srgbClr val="000000">
                      <a:alpha val="43137"/>
                    </a:srgbClr>
                  </a:outerShdw>
                </a:effectLst>
                <a:latin typeface="72 Monospace" panose="020B0509030603020204" pitchFamily="49" charset="0"/>
                <a:cs typeface="72 Monospace" panose="020B0509030603020204" pitchFamily="49" charset="0"/>
              </a:rPr>
              <a:t>mProperties</a:t>
            </a:r>
            <a:r>
              <a:rPr lang="en-IN" sz="1200" dirty="0">
                <a:effectLst>
                  <a:outerShdw blurRad="38100" dist="38100" dir="2700000" algn="tl">
                    <a:srgbClr val="000000">
                      <a:alpha val="43137"/>
                    </a:srgbClr>
                  </a:outerShdw>
                </a:effectLst>
                <a:latin typeface="72 Monospace" panose="020B0509030603020204" pitchFamily="49" charset="0"/>
                <a:cs typeface="72 Monospace" panose="020B0509030603020204" pitchFamily="49" charset="0"/>
              </a:rPr>
              <a:t>});</a:t>
            </a:r>
          </a:p>
          <a:p>
            <a:r>
              <a:rPr lang="en-IN" sz="1400" dirty="0" err="1">
                <a:latin typeface="72 Monospace" panose="020B0509030603020204" pitchFamily="49" charset="0"/>
                <a:cs typeface="72 Monospace" panose="020B0509030603020204" pitchFamily="49" charset="0"/>
              </a:rPr>
              <a:t>objName.method</a:t>
            </a:r>
            <a:r>
              <a:rPr lang="en-IN" sz="1400" dirty="0">
                <a:latin typeface="72 Monospace" panose="020B0509030603020204" pitchFamily="49" charset="0"/>
                <a:cs typeface="72 Monospace" panose="020B0509030603020204" pitchFamily="49" charset="0"/>
              </a:rPr>
              <a:t>();</a:t>
            </a:r>
          </a:p>
          <a:p>
            <a:r>
              <a:rPr lang="en-IN" sz="1400" dirty="0" err="1">
                <a:latin typeface="72 Monospace" panose="020B0509030603020204" pitchFamily="49" charset="0"/>
                <a:cs typeface="72 Monospace" panose="020B0509030603020204" pitchFamily="49" charset="0"/>
              </a:rPr>
              <a:t>mProperties</a:t>
            </a:r>
            <a:r>
              <a:rPr lang="en-IN" sz="1400" dirty="0">
                <a:latin typeface="72 Monospace" panose="020B0509030603020204" pitchFamily="49" charset="0"/>
                <a:cs typeface="72 Monospace" panose="020B0509030603020204" pitchFamily="49" charset="0"/>
              </a:rPr>
              <a:t> – control properties in JS object</a:t>
            </a:r>
          </a:p>
        </p:txBody>
      </p:sp>
    </p:spTree>
    <p:extLst>
      <p:ext uri="{BB962C8B-B14F-4D97-AF65-F5344CB8AC3E}">
        <p14:creationId xmlns:p14="http://schemas.microsoft.com/office/powerpoint/2010/main" val="9594687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08257-B0D2-496D-D766-5D888836D246}"/>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4A4F8C3E-5FD5-2068-8349-1CEA888EE541}"/>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Funda Fox</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88B7358-DA93-5710-8B77-EE43BFF59DA7}"/>
              </a:ext>
            </a:extLst>
          </p:cNvPr>
          <p:cNvSpPr txBox="1"/>
          <p:nvPr/>
        </p:nvSpPr>
        <p:spPr>
          <a:xfrm>
            <a:off x="134426" y="490759"/>
            <a:ext cx="8615133" cy="2169809"/>
          </a:xfrm>
          <a:prstGeom prst="rect">
            <a:avLst/>
          </a:prstGeom>
          <a:noFill/>
        </p:spPr>
        <p:txBody>
          <a:bodyPr wrap="square" lIns="91424" tIns="45712" rIns="91424" bIns="45712" rtlCol="0">
            <a:spAutoFit/>
          </a:bodyPr>
          <a:lstStyle/>
          <a:p>
            <a:pPr marL="285750" indent="-285750">
              <a:buFont typeface="Arial" panose="020B0604020202020204" pitchFamily="34" charset="0"/>
              <a:buChar char="•"/>
            </a:pPr>
            <a:r>
              <a:rPr lang="en-IN" sz="1350" dirty="0">
                <a:latin typeface="Amasis MT Pro" panose="02040504050005020304" pitchFamily="18" charset="0"/>
              </a:rPr>
              <a:t>A library name always starts with small letter, a class name starts with capital letter and follow camel case</a:t>
            </a:r>
          </a:p>
          <a:p>
            <a:pPr marL="285750" indent="-285750">
              <a:buFont typeface="Arial" panose="020B0604020202020204" pitchFamily="34" charset="0"/>
              <a:buChar char="•"/>
            </a:pPr>
            <a:r>
              <a:rPr lang="en-IN" sz="1350" dirty="0">
                <a:latin typeface="Amasis MT Pro" panose="02040504050005020304" pitchFamily="18" charset="0"/>
              </a:rPr>
              <a:t>We provide a unique id for every control and later on we can access this control object in our code using a special UI5 function called </a:t>
            </a:r>
            <a:r>
              <a:rPr lang="en-IN" sz="1350" b="1" dirty="0" err="1">
                <a:latin typeface="Amasis MT Pro" panose="02040504050005020304" pitchFamily="18" charset="0"/>
              </a:rPr>
              <a:t>sap.ui.getCore</a:t>
            </a:r>
            <a:r>
              <a:rPr lang="en-IN" sz="1350" b="1" dirty="0">
                <a:latin typeface="Amasis MT Pro" panose="02040504050005020304" pitchFamily="18" charset="0"/>
              </a:rPr>
              <a:t>()</a:t>
            </a:r>
            <a:r>
              <a:rPr lang="en-IN" sz="1350" dirty="0">
                <a:latin typeface="Amasis MT Pro" panose="02040504050005020304" pitchFamily="18" charset="0"/>
              </a:rPr>
              <a:t>, it will provide us the runtime object of running application. On top we call </a:t>
            </a:r>
            <a:r>
              <a:rPr lang="en-IN" sz="1350" b="1" dirty="0" err="1">
                <a:latin typeface="Amasis MT Pro" panose="02040504050005020304" pitchFamily="18" charset="0"/>
              </a:rPr>
              <a:t>byId</a:t>
            </a:r>
            <a:r>
              <a:rPr lang="en-IN" sz="1350" dirty="0">
                <a:latin typeface="Amasis MT Pro" panose="02040504050005020304" pitchFamily="18" charset="0"/>
              </a:rPr>
              <a:t> method to get the control object by its id.</a:t>
            </a:r>
          </a:p>
          <a:p>
            <a:pPr marL="285750" indent="-285750">
              <a:buFont typeface="Arial" panose="020B0604020202020204" pitchFamily="34" charset="0"/>
              <a:buChar char="•"/>
            </a:pPr>
            <a:r>
              <a:rPr lang="en-IN" sz="1350" dirty="0">
                <a:latin typeface="Amasis MT Pro" panose="02040504050005020304" pitchFamily="18" charset="0"/>
              </a:rPr>
              <a:t>When we have a </a:t>
            </a:r>
            <a:r>
              <a:rPr lang="en-IN" sz="1350" b="1" dirty="0">
                <a:latin typeface="Amasis MT Pro" panose="02040504050005020304" pitchFamily="18" charset="0"/>
              </a:rPr>
              <a:t>UI5 control </a:t>
            </a:r>
            <a:r>
              <a:rPr lang="en-IN" sz="1350" dirty="0">
                <a:latin typeface="Amasis MT Pro" panose="02040504050005020304" pitchFamily="18" charset="0"/>
              </a:rPr>
              <a:t>with certain properties, for every property we will have the </a:t>
            </a:r>
            <a:r>
              <a:rPr lang="en-IN" sz="1350" b="1" dirty="0">
                <a:latin typeface="Amasis MT Pro" panose="02040504050005020304" pitchFamily="18" charset="0"/>
              </a:rPr>
              <a:t>setter </a:t>
            </a:r>
            <a:r>
              <a:rPr lang="en-IN" sz="1350" dirty="0">
                <a:latin typeface="Amasis MT Pro" panose="02040504050005020304" pitchFamily="18" charset="0"/>
              </a:rPr>
              <a:t>and </a:t>
            </a:r>
            <a:r>
              <a:rPr lang="en-IN" sz="1350" b="1" dirty="0">
                <a:latin typeface="Amasis MT Pro" panose="02040504050005020304" pitchFamily="18" charset="0"/>
              </a:rPr>
              <a:t>getter </a:t>
            </a:r>
            <a:r>
              <a:rPr lang="en-IN" sz="1350" dirty="0">
                <a:latin typeface="Amasis MT Pro" panose="02040504050005020304" pitchFamily="18" charset="0"/>
              </a:rPr>
              <a:t>functions.</a:t>
            </a:r>
          </a:p>
          <a:p>
            <a:pPr marL="285750" indent="-285750">
              <a:buFont typeface="Arial" panose="020B0604020202020204" pitchFamily="34" charset="0"/>
              <a:buChar char="•"/>
            </a:pPr>
            <a:r>
              <a:rPr lang="en-IN" sz="1350" dirty="0">
                <a:latin typeface="Amasis MT Pro" panose="02040504050005020304" pitchFamily="18" charset="0"/>
              </a:rPr>
              <a:t>When we try to get object of a control, never use the </a:t>
            </a:r>
            <a:r>
              <a:rPr lang="en-IN" sz="1350" b="1" dirty="0" err="1">
                <a:latin typeface="Amasis MT Pro" panose="02040504050005020304" pitchFamily="18" charset="0"/>
              </a:rPr>
              <a:t>document.getElementById</a:t>
            </a:r>
            <a:r>
              <a:rPr lang="en-IN" sz="1350" dirty="0">
                <a:latin typeface="Amasis MT Pro" panose="02040504050005020304" pitchFamily="18" charset="0"/>
              </a:rPr>
              <a:t>, if you do use it to get control object, it will lead to errors when we try to consume SAP UI5 standard SDK function for class. E.g. you will not be able to use </a:t>
            </a:r>
            <a:r>
              <a:rPr lang="en-IN" sz="1350" i="1" dirty="0" err="1">
                <a:latin typeface="Amasis MT Pro" panose="02040504050005020304" pitchFamily="18" charset="0"/>
              </a:rPr>
              <a:t>getValue</a:t>
            </a:r>
            <a:r>
              <a:rPr lang="en-IN" sz="1350" b="1" i="1" dirty="0">
                <a:latin typeface="Amasis MT Pro" panose="02040504050005020304" pitchFamily="18" charset="0"/>
              </a:rPr>
              <a:t> </a:t>
            </a:r>
            <a:r>
              <a:rPr lang="en-IN" sz="1350" dirty="0">
                <a:latin typeface="Amasis MT Pro" panose="02040504050005020304" pitchFamily="18" charset="0"/>
              </a:rPr>
              <a:t>function on that HTML object.</a:t>
            </a:r>
          </a:p>
          <a:p>
            <a:pPr marL="285750" indent="-285750">
              <a:buFont typeface="Arial" panose="020B0604020202020204" pitchFamily="34" charset="0"/>
              <a:buChar char="•"/>
            </a:pPr>
            <a:r>
              <a:rPr lang="en-IN" sz="1350" b="1" dirty="0">
                <a:latin typeface="Amasis MT Pro" panose="02040504050005020304" pitchFamily="18" charset="0"/>
              </a:rPr>
              <a:t>extend</a:t>
            </a:r>
            <a:r>
              <a:rPr lang="en-IN" sz="1350" dirty="0">
                <a:latin typeface="Amasis MT Pro" panose="02040504050005020304" pitchFamily="18" charset="0"/>
              </a:rPr>
              <a:t> is the keyword in JS to indicate inheritance.</a:t>
            </a:r>
          </a:p>
        </p:txBody>
      </p:sp>
      <p:sp>
        <p:nvSpPr>
          <p:cNvPr id="4" name="TextBox 3">
            <a:extLst>
              <a:ext uri="{FF2B5EF4-FFF2-40B4-BE49-F238E27FC236}">
                <a16:creationId xmlns:a16="http://schemas.microsoft.com/office/drawing/2014/main" id="{D4351B07-259F-290A-2B61-AF382161A6A2}"/>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B46769ED-6771-0E69-8054-338916E61551}"/>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E93E1D22-AE54-0E9E-7BF2-4957BD26EC84}"/>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29231720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DFFA2-33FD-53FD-0FCD-F13BC2607DFB}"/>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045767A8-E3E6-EB4F-6061-C86E9B0C933C}"/>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Exercise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01B0233-6EB5-47C5-9F51-897535FDD9FB}"/>
              </a:ext>
            </a:extLst>
          </p:cNvPr>
          <p:cNvSpPr txBox="1"/>
          <p:nvPr/>
        </p:nvSpPr>
        <p:spPr>
          <a:xfrm>
            <a:off x="134426" y="490759"/>
            <a:ext cx="8615133" cy="1131063"/>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Create 2 input fields with label, user name and password</a:t>
            </a:r>
          </a:p>
          <a:p>
            <a:r>
              <a:rPr lang="en-IN" sz="1350" dirty="0">
                <a:latin typeface="Amasis MT Pro" panose="02040504050005020304" pitchFamily="18" charset="0"/>
              </a:rPr>
              <a:t>Create a login button</a:t>
            </a:r>
          </a:p>
          <a:p>
            <a:r>
              <a:rPr lang="en-IN" sz="1350" dirty="0">
                <a:latin typeface="Amasis MT Pro" panose="02040504050005020304" pitchFamily="18" charset="0"/>
              </a:rPr>
              <a:t>When user clicks the button check if user and password are equal, if yes, alert as Login success</a:t>
            </a:r>
          </a:p>
          <a:p>
            <a:r>
              <a:rPr lang="en-IN" sz="1350" dirty="0">
                <a:latin typeface="Amasis MT Pro" panose="02040504050005020304" pitchFamily="18" charset="0"/>
              </a:rPr>
              <a:t>Else, alert as login failed.</a:t>
            </a:r>
          </a:p>
          <a:p>
            <a:r>
              <a:rPr lang="en-IN" sz="1350" dirty="0">
                <a:latin typeface="Amasis MT Pro" panose="02040504050005020304" pitchFamily="18" charset="0"/>
              </a:rPr>
              <a:t>Note: Use only UI5 control object not plain HTML.</a:t>
            </a:r>
          </a:p>
        </p:txBody>
      </p:sp>
      <p:sp>
        <p:nvSpPr>
          <p:cNvPr id="4" name="TextBox 3">
            <a:extLst>
              <a:ext uri="{FF2B5EF4-FFF2-40B4-BE49-F238E27FC236}">
                <a16:creationId xmlns:a16="http://schemas.microsoft.com/office/drawing/2014/main" id="{FE5998AB-C0B0-7D1F-A9EC-E99B9EAFD41D}"/>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3DA245FC-8449-5739-954B-B743BA954257}"/>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48DD26AE-04AB-3BBB-FAC6-AAAC0FB593E8}"/>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32157793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C2386-1A03-CFE6-AD6F-7C04EDD7CC8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043620D9-7510-CF89-36B1-694FAD2D5400}"/>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MVC Architecture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F98E3EB-3DC0-A80C-4C7F-7A8FC540C4E9}"/>
              </a:ext>
            </a:extLst>
          </p:cNvPr>
          <p:cNvSpPr txBox="1"/>
          <p:nvPr/>
        </p:nvSpPr>
        <p:spPr>
          <a:xfrm>
            <a:off x="134426" y="490759"/>
            <a:ext cx="8615133" cy="507815"/>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It is the standard way to design and develop the UI applications in industry. According to that we have a Model (data), Controller (logic) and View (screen/UI) where we write modular code so that we can achieve reusability.</a:t>
            </a:r>
          </a:p>
        </p:txBody>
      </p:sp>
      <p:sp>
        <p:nvSpPr>
          <p:cNvPr id="4" name="TextBox 3">
            <a:extLst>
              <a:ext uri="{FF2B5EF4-FFF2-40B4-BE49-F238E27FC236}">
                <a16:creationId xmlns:a16="http://schemas.microsoft.com/office/drawing/2014/main" id="{87E4C710-32DE-A330-B6F2-380221D836E9}"/>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BE55BD20-732A-014D-D0A2-813E881C7374}"/>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40E306D2-8770-33EB-96A1-C84313F9A890}"/>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88E28EC4-8D83-FC97-05A6-54E628CFA6EA}"/>
              </a:ext>
            </a:extLst>
          </p:cNvPr>
          <p:cNvSpPr/>
          <p:nvPr/>
        </p:nvSpPr>
        <p:spPr>
          <a:xfrm>
            <a:off x="5562600" y="3181350"/>
            <a:ext cx="1893158"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Model (data)</a:t>
            </a:r>
          </a:p>
        </p:txBody>
      </p:sp>
      <p:sp>
        <p:nvSpPr>
          <p:cNvPr id="8" name="Rectangle 7">
            <a:extLst>
              <a:ext uri="{FF2B5EF4-FFF2-40B4-BE49-F238E27FC236}">
                <a16:creationId xmlns:a16="http://schemas.microsoft.com/office/drawing/2014/main" id="{66E62596-1492-514C-EF19-FA930A8E134D}"/>
              </a:ext>
            </a:extLst>
          </p:cNvPr>
          <p:cNvSpPr/>
          <p:nvPr/>
        </p:nvSpPr>
        <p:spPr>
          <a:xfrm>
            <a:off x="1219200" y="3181350"/>
            <a:ext cx="1893158"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View</a:t>
            </a:r>
          </a:p>
          <a:p>
            <a:pPr algn="ctr"/>
            <a:r>
              <a:rPr lang="en-IN" dirty="0"/>
              <a:t>(IO)</a:t>
            </a:r>
          </a:p>
        </p:txBody>
      </p:sp>
      <p:sp>
        <p:nvSpPr>
          <p:cNvPr id="9" name="Rectangle 8">
            <a:extLst>
              <a:ext uri="{FF2B5EF4-FFF2-40B4-BE49-F238E27FC236}">
                <a16:creationId xmlns:a16="http://schemas.microsoft.com/office/drawing/2014/main" id="{064BA6F2-03D2-9D7A-B8D3-9701BE030E3D}"/>
              </a:ext>
            </a:extLst>
          </p:cNvPr>
          <p:cNvSpPr/>
          <p:nvPr/>
        </p:nvSpPr>
        <p:spPr>
          <a:xfrm>
            <a:off x="3276600" y="1276350"/>
            <a:ext cx="1893158"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Controller</a:t>
            </a:r>
          </a:p>
          <a:p>
            <a:pPr algn="ctr"/>
            <a:r>
              <a:rPr lang="en-IN" dirty="0"/>
              <a:t>(processing logic)</a:t>
            </a:r>
          </a:p>
        </p:txBody>
      </p:sp>
      <p:sp>
        <p:nvSpPr>
          <p:cNvPr id="10" name="Smiley Face 9">
            <a:extLst>
              <a:ext uri="{FF2B5EF4-FFF2-40B4-BE49-F238E27FC236}">
                <a16:creationId xmlns:a16="http://schemas.microsoft.com/office/drawing/2014/main" id="{2C1B8FA1-C69A-D5E8-5D45-20461FB88C24}"/>
              </a:ext>
            </a:extLst>
          </p:cNvPr>
          <p:cNvSpPr/>
          <p:nvPr/>
        </p:nvSpPr>
        <p:spPr>
          <a:xfrm>
            <a:off x="1828800" y="4324350"/>
            <a:ext cx="609600" cy="53340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Up 10">
            <a:extLst>
              <a:ext uri="{FF2B5EF4-FFF2-40B4-BE49-F238E27FC236}">
                <a16:creationId xmlns:a16="http://schemas.microsoft.com/office/drawing/2014/main" id="{A7F08899-1736-7E1C-3172-7DAE9CF064E0}"/>
              </a:ext>
            </a:extLst>
          </p:cNvPr>
          <p:cNvSpPr/>
          <p:nvPr/>
        </p:nvSpPr>
        <p:spPr>
          <a:xfrm>
            <a:off x="2057400" y="3867150"/>
            <a:ext cx="152400" cy="38100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Connector: Elbow 12">
            <a:extLst>
              <a:ext uri="{FF2B5EF4-FFF2-40B4-BE49-F238E27FC236}">
                <a16:creationId xmlns:a16="http://schemas.microsoft.com/office/drawing/2014/main" id="{95BD2BAC-28C6-DB6D-378B-26CDC2393F90}"/>
              </a:ext>
            </a:extLst>
          </p:cNvPr>
          <p:cNvCxnSpPr>
            <a:stCxn id="8" idx="0"/>
            <a:endCxn id="9" idx="1"/>
          </p:cNvCxnSpPr>
          <p:nvPr/>
        </p:nvCxnSpPr>
        <p:spPr>
          <a:xfrm rot="5400000" flipH="1" flipV="1">
            <a:off x="1940139" y="1844890"/>
            <a:ext cx="1562100" cy="11108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6EAECAA-E7E8-95B7-0489-84806D0823D7}"/>
              </a:ext>
            </a:extLst>
          </p:cNvPr>
          <p:cNvSpPr txBox="1"/>
          <p:nvPr/>
        </p:nvSpPr>
        <p:spPr>
          <a:xfrm>
            <a:off x="2133600" y="2190750"/>
            <a:ext cx="1295400" cy="276999"/>
          </a:xfrm>
          <a:prstGeom prst="rect">
            <a:avLst/>
          </a:prstGeom>
          <a:noFill/>
        </p:spPr>
        <p:txBody>
          <a:bodyPr wrap="square" rtlCol="0">
            <a:spAutoFit/>
          </a:bodyPr>
          <a:lstStyle/>
          <a:p>
            <a:r>
              <a:rPr lang="en-IN" sz="1200" b="1" dirty="0"/>
              <a:t>&lt;event&gt;</a:t>
            </a:r>
          </a:p>
        </p:txBody>
      </p:sp>
      <p:sp>
        <p:nvSpPr>
          <p:cNvPr id="15" name="TextBox 14">
            <a:extLst>
              <a:ext uri="{FF2B5EF4-FFF2-40B4-BE49-F238E27FC236}">
                <a16:creationId xmlns:a16="http://schemas.microsoft.com/office/drawing/2014/main" id="{51C6ECA1-D541-85B0-A298-B4DFB8DC5FFC}"/>
              </a:ext>
            </a:extLst>
          </p:cNvPr>
          <p:cNvSpPr txBox="1"/>
          <p:nvPr/>
        </p:nvSpPr>
        <p:spPr>
          <a:xfrm>
            <a:off x="3636008" y="999351"/>
            <a:ext cx="1295400" cy="276999"/>
          </a:xfrm>
          <a:prstGeom prst="rect">
            <a:avLst/>
          </a:prstGeom>
          <a:noFill/>
        </p:spPr>
        <p:txBody>
          <a:bodyPr wrap="square" rtlCol="0">
            <a:spAutoFit/>
          </a:bodyPr>
          <a:lstStyle/>
          <a:p>
            <a:r>
              <a:rPr lang="en-IN" sz="1200" b="1" dirty="0" err="1"/>
              <a:t>eventHandler</a:t>
            </a:r>
            <a:r>
              <a:rPr lang="en-IN" sz="1200" b="1" dirty="0"/>
              <a:t>( )</a:t>
            </a:r>
          </a:p>
        </p:txBody>
      </p:sp>
      <p:cxnSp>
        <p:nvCxnSpPr>
          <p:cNvPr id="17" name="Connector: Elbow 16">
            <a:extLst>
              <a:ext uri="{FF2B5EF4-FFF2-40B4-BE49-F238E27FC236}">
                <a16:creationId xmlns:a16="http://schemas.microsoft.com/office/drawing/2014/main" id="{1086A90D-D560-F510-572A-042F8947CED2}"/>
              </a:ext>
            </a:extLst>
          </p:cNvPr>
          <p:cNvCxnSpPr>
            <a:stCxn id="9" idx="3"/>
          </p:cNvCxnSpPr>
          <p:nvPr/>
        </p:nvCxnSpPr>
        <p:spPr>
          <a:xfrm>
            <a:off x="5169758" y="1619250"/>
            <a:ext cx="926242" cy="15621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90FBBD8-75A0-4C1F-7B29-0ED225AF40AD}"/>
              </a:ext>
            </a:extLst>
          </p:cNvPr>
          <p:cNvSpPr txBox="1"/>
          <p:nvPr/>
        </p:nvSpPr>
        <p:spPr>
          <a:xfrm>
            <a:off x="5410200" y="2170807"/>
            <a:ext cx="1295400" cy="276999"/>
          </a:xfrm>
          <a:prstGeom prst="rect">
            <a:avLst/>
          </a:prstGeom>
          <a:noFill/>
        </p:spPr>
        <p:txBody>
          <a:bodyPr wrap="square" rtlCol="0">
            <a:spAutoFit/>
          </a:bodyPr>
          <a:lstStyle/>
          <a:p>
            <a:r>
              <a:rPr lang="en-IN" sz="1200" b="1" dirty="0"/>
              <a:t>&lt;modify&gt;</a:t>
            </a:r>
          </a:p>
        </p:txBody>
      </p:sp>
      <p:cxnSp>
        <p:nvCxnSpPr>
          <p:cNvPr id="20" name="Connector: Elbow 19">
            <a:extLst>
              <a:ext uri="{FF2B5EF4-FFF2-40B4-BE49-F238E27FC236}">
                <a16:creationId xmlns:a16="http://schemas.microsoft.com/office/drawing/2014/main" id="{A92EC49A-E8C2-F661-E7FF-1A2A76828C03}"/>
              </a:ext>
            </a:extLst>
          </p:cNvPr>
          <p:cNvCxnSpPr/>
          <p:nvPr/>
        </p:nvCxnSpPr>
        <p:spPr>
          <a:xfrm rot="16200000" flipV="1">
            <a:off x="5023279" y="1499029"/>
            <a:ext cx="1828800" cy="1535842"/>
          </a:xfrm>
          <a:prstGeom prst="bentConnector3">
            <a:avLst>
              <a:gd name="adj1" fmla="val 100552"/>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E254A37-99A7-84C8-DE09-17F9CEAE8B7E}"/>
              </a:ext>
            </a:extLst>
          </p:cNvPr>
          <p:cNvSpPr txBox="1"/>
          <p:nvPr/>
        </p:nvSpPr>
        <p:spPr>
          <a:xfrm>
            <a:off x="6601952" y="2118565"/>
            <a:ext cx="1295400" cy="276999"/>
          </a:xfrm>
          <a:prstGeom prst="rect">
            <a:avLst/>
          </a:prstGeom>
          <a:noFill/>
        </p:spPr>
        <p:txBody>
          <a:bodyPr wrap="square" rtlCol="0">
            <a:spAutoFit/>
          </a:bodyPr>
          <a:lstStyle/>
          <a:p>
            <a:r>
              <a:rPr lang="en-IN" sz="1200" b="1" dirty="0"/>
              <a:t>&lt;notify&gt;</a:t>
            </a:r>
          </a:p>
        </p:txBody>
      </p:sp>
      <p:cxnSp>
        <p:nvCxnSpPr>
          <p:cNvPr id="24" name="Connector: Elbow 23">
            <a:extLst>
              <a:ext uri="{FF2B5EF4-FFF2-40B4-BE49-F238E27FC236}">
                <a16:creationId xmlns:a16="http://schemas.microsoft.com/office/drawing/2014/main" id="{9E514E71-CAD6-DE52-2D71-469BD828746A}"/>
              </a:ext>
            </a:extLst>
          </p:cNvPr>
          <p:cNvCxnSpPr>
            <a:endCxn id="8" idx="1"/>
          </p:cNvCxnSpPr>
          <p:nvPr/>
        </p:nvCxnSpPr>
        <p:spPr>
          <a:xfrm rot="5400000">
            <a:off x="1200150" y="1447800"/>
            <a:ext cx="2095500" cy="2057400"/>
          </a:xfrm>
          <a:prstGeom prst="bentConnector4">
            <a:avLst>
              <a:gd name="adj1" fmla="val -131"/>
              <a:gd name="adj2" fmla="val 11111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D569ED0-FF63-59AA-03D7-F80857C44B96}"/>
              </a:ext>
            </a:extLst>
          </p:cNvPr>
          <p:cNvSpPr txBox="1"/>
          <p:nvPr/>
        </p:nvSpPr>
        <p:spPr>
          <a:xfrm>
            <a:off x="1181100" y="1165652"/>
            <a:ext cx="1295400" cy="276999"/>
          </a:xfrm>
          <a:prstGeom prst="rect">
            <a:avLst/>
          </a:prstGeom>
          <a:noFill/>
        </p:spPr>
        <p:txBody>
          <a:bodyPr wrap="square" rtlCol="0">
            <a:spAutoFit/>
          </a:bodyPr>
          <a:lstStyle/>
          <a:p>
            <a:r>
              <a:rPr lang="en-IN" sz="1200" b="1" dirty="0"/>
              <a:t>&lt;update&gt;</a:t>
            </a:r>
          </a:p>
        </p:txBody>
      </p:sp>
      <p:cxnSp>
        <p:nvCxnSpPr>
          <p:cNvPr id="28" name="Straight Arrow Connector 27">
            <a:extLst>
              <a:ext uri="{FF2B5EF4-FFF2-40B4-BE49-F238E27FC236}">
                <a16:creationId xmlns:a16="http://schemas.microsoft.com/office/drawing/2014/main" id="{3645F645-0AF3-3155-CAA6-4E3D073A04DB}"/>
              </a:ext>
            </a:extLst>
          </p:cNvPr>
          <p:cNvCxnSpPr>
            <a:stCxn id="8" idx="3"/>
            <a:endCxn id="7" idx="1"/>
          </p:cNvCxnSpPr>
          <p:nvPr/>
        </p:nvCxnSpPr>
        <p:spPr>
          <a:xfrm>
            <a:off x="3112358" y="3524250"/>
            <a:ext cx="245024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F06C242-7C1E-9CD8-41AD-5D90E3BE9A6E}"/>
              </a:ext>
            </a:extLst>
          </p:cNvPr>
          <p:cNvSpPr txBox="1"/>
          <p:nvPr/>
        </p:nvSpPr>
        <p:spPr>
          <a:xfrm>
            <a:off x="3930431" y="3309551"/>
            <a:ext cx="1295400" cy="276999"/>
          </a:xfrm>
          <a:prstGeom prst="rect">
            <a:avLst/>
          </a:prstGeom>
          <a:noFill/>
        </p:spPr>
        <p:txBody>
          <a:bodyPr wrap="square" rtlCol="0">
            <a:spAutoFit/>
          </a:bodyPr>
          <a:lstStyle/>
          <a:p>
            <a:r>
              <a:rPr lang="en-IN" sz="1200" b="1" dirty="0"/>
              <a:t>Data binding</a:t>
            </a:r>
          </a:p>
        </p:txBody>
      </p:sp>
      <p:sp>
        <p:nvSpPr>
          <p:cNvPr id="30" name="TextBox 29">
            <a:extLst>
              <a:ext uri="{FF2B5EF4-FFF2-40B4-BE49-F238E27FC236}">
                <a16:creationId xmlns:a16="http://schemas.microsoft.com/office/drawing/2014/main" id="{988DAFFA-6E53-4A9E-7EDB-D1C42BDD0ED4}"/>
              </a:ext>
            </a:extLst>
          </p:cNvPr>
          <p:cNvSpPr txBox="1"/>
          <p:nvPr/>
        </p:nvSpPr>
        <p:spPr>
          <a:xfrm>
            <a:off x="2762775" y="3959655"/>
            <a:ext cx="6292507" cy="507815"/>
          </a:xfrm>
          <a:prstGeom prst="rect">
            <a:avLst/>
          </a:prstGeom>
          <a:noFill/>
        </p:spPr>
        <p:txBody>
          <a:bodyPr wrap="square" lIns="91424" tIns="45712" rIns="91424" bIns="45712" rtlCol="0">
            <a:spAutoFit/>
          </a:bodyPr>
          <a:lstStyle/>
          <a:p>
            <a:r>
              <a:rPr lang="en-IN" sz="1350" dirty="0">
                <a:highlight>
                  <a:srgbClr val="FFFF00"/>
                </a:highlight>
                <a:latin typeface="Amasis MT Pro" panose="02040504050005020304" pitchFamily="18" charset="0"/>
              </a:rPr>
              <a:t>Data binding is a process of connecting model with the view, so the exchange of data can happen between the model and view</a:t>
            </a:r>
            <a:r>
              <a:rPr lang="en-IN" sz="1350" dirty="0">
                <a:latin typeface="Amasis MT Pro" panose="02040504050005020304" pitchFamily="18" charset="0"/>
              </a:rPr>
              <a:t>.</a:t>
            </a:r>
          </a:p>
        </p:txBody>
      </p:sp>
      <p:grpSp>
        <p:nvGrpSpPr>
          <p:cNvPr id="19" name="Group 18">
            <a:extLst>
              <a:ext uri="{FF2B5EF4-FFF2-40B4-BE49-F238E27FC236}">
                <a16:creationId xmlns:a16="http://schemas.microsoft.com/office/drawing/2014/main" id="{B385AE5E-6798-1092-AEE6-7A87A46314B4}"/>
              </a:ext>
            </a:extLst>
          </p:cNvPr>
          <p:cNvGrpSpPr/>
          <p:nvPr/>
        </p:nvGrpSpPr>
        <p:grpSpPr>
          <a:xfrm>
            <a:off x="2644071" y="4506660"/>
            <a:ext cx="90720" cy="303480"/>
            <a:chOff x="2644071" y="4506660"/>
            <a:chExt cx="90720" cy="303480"/>
          </a:xfrm>
        </p:grpSpPr>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EC8D0A51-5051-3694-B0E9-2717F0CA7778}"/>
                    </a:ext>
                  </a:extLst>
                </p14:cNvPr>
                <p14:cNvContentPartPr/>
                <p14:nvPr/>
              </p14:nvContentPartPr>
              <p14:xfrm>
                <a:off x="2647671" y="4506660"/>
                <a:ext cx="87120" cy="303480"/>
              </p14:xfrm>
            </p:contentPart>
          </mc:Choice>
          <mc:Fallback xmlns="">
            <p:pic>
              <p:nvPicPr>
                <p:cNvPr id="12" name="Ink 11">
                  <a:extLst>
                    <a:ext uri="{FF2B5EF4-FFF2-40B4-BE49-F238E27FC236}">
                      <a16:creationId xmlns:a16="http://schemas.microsoft.com/office/drawing/2014/main" id="{EC8D0A51-5051-3694-B0E9-2717F0CA7778}"/>
                    </a:ext>
                  </a:extLst>
                </p:cNvPr>
                <p:cNvPicPr/>
                <p:nvPr/>
              </p:nvPicPr>
              <p:blipFill>
                <a:blip r:embed="rId4"/>
                <a:stretch>
                  <a:fillRect/>
                </a:stretch>
              </p:blipFill>
              <p:spPr>
                <a:xfrm>
                  <a:off x="2641551" y="4500540"/>
                  <a:ext cx="99360" cy="315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A41BDC2A-DE9D-A844-ABFA-8119D573B8AE}"/>
                    </a:ext>
                  </a:extLst>
                </p14:cNvPr>
                <p14:cNvContentPartPr/>
                <p14:nvPr/>
              </p14:nvContentPartPr>
              <p14:xfrm>
                <a:off x="2644071" y="4514580"/>
                <a:ext cx="42120" cy="64800"/>
              </p14:xfrm>
            </p:contentPart>
          </mc:Choice>
          <mc:Fallback xmlns="">
            <p:pic>
              <p:nvPicPr>
                <p:cNvPr id="16" name="Ink 15">
                  <a:extLst>
                    <a:ext uri="{FF2B5EF4-FFF2-40B4-BE49-F238E27FC236}">
                      <a16:creationId xmlns:a16="http://schemas.microsoft.com/office/drawing/2014/main" id="{A41BDC2A-DE9D-A844-ABFA-8119D573B8AE}"/>
                    </a:ext>
                  </a:extLst>
                </p:cNvPr>
                <p:cNvPicPr/>
                <p:nvPr/>
              </p:nvPicPr>
              <p:blipFill>
                <a:blip r:embed="rId6"/>
                <a:stretch>
                  <a:fillRect/>
                </a:stretch>
              </p:blipFill>
              <p:spPr>
                <a:xfrm>
                  <a:off x="2637951" y="4508460"/>
                  <a:ext cx="54360" cy="77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B79FFCA6-4D9B-0726-87D0-8D9E4C63B286}"/>
                  </a:ext>
                </a:extLst>
              </p14:cNvPr>
              <p14:cNvContentPartPr/>
              <p14:nvPr/>
            </p14:nvContentPartPr>
            <p14:xfrm>
              <a:off x="2421951" y="2473380"/>
              <a:ext cx="268200" cy="236160"/>
            </p14:xfrm>
          </p:contentPart>
        </mc:Choice>
        <mc:Fallback xmlns="">
          <p:pic>
            <p:nvPicPr>
              <p:cNvPr id="21" name="Ink 20">
                <a:extLst>
                  <a:ext uri="{FF2B5EF4-FFF2-40B4-BE49-F238E27FC236}">
                    <a16:creationId xmlns:a16="http://schemas.microsoft.com/office/drawing/2014/main" id="{B79FFCA6-4D9B-0726-87D0-8D9E4C63B286}"/>
                  </a:ext>
                </a:extLst>
              </p:cNvPr>
              <p:cNvPicPr/>
              <p:nvPr/>
            </p:nvPicPr>
            <p:blipFill>
              <a:blip r:embed="rId8"/>
              <a:stretch>
                <a:fillRect/>
              </a:stretch>
            </p:blipFill>
            <p:spPr>
              <a:xfrm>
                <a:off x="2415831" y="2467260"/>
                <a:ext cx="28044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C13742EF-A86B-80C4-3F58-2751D1E62D4E}"/>
                  </a:ext>
                </a:extLst>
              </p14:cNvPr>
              <p14:cNvContentPartPr/>
              <p14:nvPr/>
            </p14:nvContentPartPr>
            <p14:xfrm>
              <a:off x="2412591" y="2478420"/>
              <a:ext cx="69480" cy="3600"/>
            </p14:xfrm>
          </p:contentPart>
        </mc:Choice>
        <mc:Fallback xmlns="">
          <p:pic>
            <p:nvPicPr>
              <p:cNvPr id="23" name="Ink 22">
                <a:extLst>
                  <a:ext uri="{FF2B5EF4-FFF2-40B4-BE49-F238E27FC236}">
                    <a16:creationId xmlns:a16="http://schemas.microsoft.com/office/drawing/2014/main" id="{C13742EF-A86B-80C4-3F58-2751D1E62D4E}"/>
                  </a:ext>
                </a:extLst>
              </p:cNvPr>
              <p:cNvPicPr/>
              <p:nvPr/>
            </p:nvPicPr>
            <p:blipFill>
              <a:blip r:embed="rId10"/>
              <a:stretch>
                <a:fillRect/>
              </a:stretch>
            </p:blipFill>
            <p:spPr>
              <a:xfrm>
                <a:off x="2406471" y="2472300"/>
                <a:ext cx="81720" cy="15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5" name="Ink 24">
                <a:extLst>
                  <a:ext uri="{FF2B5EF4-FFF2-40B4-BE49-F238E27FC236}">
                    <a16:creationId xmlns:a16="http://schemas.microsoft.com/office/drawing/2014/main" id="{5F4B0142-9894-03CB-9B30-C243FDCE8857}"/>
                  </a:ext>
                </a:extLst>
              </p14:cNvPr>
              <p14:cNvContentPartPr/>
              <p14:nvPr/>
            </p14:nvContentPartPr>
            <p14:xfrm>
              <a:off x="5470071" y="2481300"/>
              <a:ext cx="172800" cy="302040"/>
            </p14:xfrm>
          </p:contentPart>
        </mc:Choice>
        <mc:Fallback xmlns="">
          <p:pic>
            <p:nvPicPr>
              <p:cNvPr id="25" name="Ink 24">
                <a:extLst>
                  <a:ext uri="{FF2B5EF4-FFF2-40B4-BE49-F238E27FC236}">
                    <a16:creationId xmlns:a16="http://schemas.microsoft.com/office/drawing/2014/main" id="{5F4B0142-9894-03CB-9B30-C243FDCE8857}"/>
                  </a:ext>
                </a:extLst>
              </p:cNvPr>
              <p:cNvPicPr/>
              <p:nvPr/>
            </p:nvPicPr>
            <p:blipFill>
              <a:blip r:embed="rId12"/>
              <a:stretch>
                <a:fillRect/>
              </a:stretch>
            </p:blipFill>
            <p:spPr>
              <a:xfrm>
                <a:off x="5463951" y="2475180"/>
                <a:ext cx="18504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7" name="Ink 26">
                <a:extLst>
                  <a:ext uri="{FF2B5EF4-FFF2-40B4-BE49-F238E27FC236}">
                    <a16:creationId xmlns:a16="http://schemas.microsoft.com/office/drawing/2014/main" id="{AD2B90BE-D1A9-613C-0181-3F40A9D18674}"/>
                  </a:ext>
                </a:extLst>
              </p14:cNvPr>
              <p14:cNvContentPartPr/>
              <p14:nvPr/>
            </p14:nvContentPartPr>
            <p14:xfrm>
              <a:off x="6913311" y="1722780"/>
              <a:ext cx="129600" cy="247680"/>
            </p14:xfrm>
          </p:contentPart>
        </mc:Choice>
        <mc:Fallback xmlns="">
          <p:pic>
            <p:nvPicPr>
              <p:cNvPr id="27" name="Ink 26">
                <a:extLst>
                  <a:ext uri="{FF2B5EF4-FFF2-40B4-BE49-F238E27FC236}">
                    <a16:creationId xmlns:a16="http://schemas.microsoft.com/office/drawing/2014/main" id="{AD2B90BE-D1A9-613C-0181-3F40A9D18674}"/>
                  </a:ext>
                </a:extLst>
              </p:cNvPr>
              <p:cNvPicPr/>
              <p:nvPr/>
            </p:nvPicPr>
            <p:blipFill>
              <a:blip r:embed="rId14"/>
              <a:stretch>
                <a:fillRect/>
              </a:stretch>
            </p:blipFill>
            <p:spPr>
              <a:xfrm>
                <a:off x="6907191" y="1716660"/>
                <a:ext cx="14184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1" name="Ink 30">
                <a:extLst>
                  <a:ext uri="{FF2B5EF4-FFF2-40B4-BE49-F238E27FC236}">
                    <a16:creationId xmlns:a16="http://schemas.microsoft.com/office/drawing/2014/main" id="{EFD8C7E7-202D-1BBC-4D0E-0F664144E8E1}"/>
                  </a:ext>
                </a:extLst>
              </p14:cNvPr>
              <p14:cNvContentPartPr/>
              <p14:nvPr/>
            </p14:nvContentPartPr>
            <p14:xfrm>
              <a:off x="685311" y="1632420"/>
              <a:ext cx="122760" cy="329040"/>
            </p14:xfrm>
          </p:contentPart>
        </mc:Choice>
        <mc:Fallback xmlns="">
          <p:pic>
            <p:nvPicPr>
              <p:cNvPr id="31" name="Ink 30">
                <a:extLst>
                  <a:ext uri="{FF2B5EF4-FFF2-40B4-BE49-F238E27FC236}">
                    <a16:creationId xmlns:a16="http://schemas.microsoft.com/office/drawing/2014/main" id="{EFD8C7E7-202D-1BBC-4D0E-0F664144E8E1}"/>
                  </a:ext>
                </a:extLst>
              </p:cNvPr>
              <p:cNvPicPr/>
              <p:nvPr/>
            </p:nvPicPr>
            <p:blipFill>
              <a:blip r:embed="rId16"/>
              <a:stretch>
                <a:fillRect/>
              </a:stretch>
            </p:blipFill>
            <p:spPr>
              <a:xfrm>
                <a:off x="679191" y="1626300"/>
                <a:ext cx="135000" cy="341280"/>
              </a:xfrm>
              <a:prstGeom prst="rect">
                <a:avLst/>
              </a:prstGeom>
            </p:spPr>
          </p:pic>
        </mc:Fallback>
      </mc:AlternateContent>
      <p:cxnSp>
        <p:nvCxnSpPr>
          <p:cNvPr id="35" name="Straight Arrow Connector 34">
            <a:extLst>
              <a:ext uri="{FF2B5EF4-FFF2-40B4-BE49-F238E27FC236}">
                <a16:creationId xmlns:a16="http://schemas.microsoft.com/office/drawing/2014/main" id="{F8E5066F-90C3-7052-F2B3-27B7766B5A7A}"/>
              </a:ext>
            </a:extLst>
          </p:cNvPr>
          <p:cNvCxnSpPr/>
          <p:nvPr/>
        </p:nvCxnSpPr>
        <p:spPr>
          <a:xfrm>
            <a:off x="4343400" y="3586550"/>
            <a:ext cx="0" cy="3731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77416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EDFBE-7E53-BABF-BFE3-36AB6B25A05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F9C478F5-F208-990C-C825-37CC2444B17D}"/>
              </a:ext>
            </a:extLst>
          </p:cNvPr>
          <p:cNvSpPr txBox="1">
            <a:spLocks/>
          </p:cNvSpPr>
          <p:nvPr/>
        </p:nvSpPr>
        <p:spPr>
          <a:xfrm>
            <a:off x="107001" y="57150"/>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View</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058DF0E-D5E1-2787-652E-3A7BD2539628}"/>
              </a:ext>
            </a:extLst>
          </p:cNvPr>
          <p:cNvSpPr txBox="1"/>
          <p:nvPr/>
        </p:nvSpPr>
        <p:spPr>
          <a:xfrm>
            <a:off x="134426" y="490759"/>
            <a:ext cx="8615133" cy="4039551"/>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A view represents the IO of the application, it is our screen (UI) with which our user will interact. A view contains collection of UI Controls (e.g. Button, Image, </a:t>
            </a:r>
            <a:r>
              <a:rPr lang="en-IN" sz="1350" dirty="0" err="1">
                <a:latin typeface="Amasis MT Pro" panose="02040504050005020304" pitchFamily="18" charset="0"/>
              </a:rPr>
              <a:t>DropDown</a:t>
            </a:r>
            <a:r>
              <a:rPr lang="en-IN" sz="1350" dirty="0">
                <a:latin typeface="Amasis MT Pro" panose="02040504050005020304" pitchFamily="18" charset="0"/>
              </a:rPr>
              <a:t>, Input, Table, Charts etc.). These UI controls are the classes of UI5 framework from SAP UI5 framework libraries (</a:t>
            </a:r>
            <a:r>
              <a:rPr lang="en-IN" sz="1350" dirty="0" err="1">
                <a:latin typeface="Amasis MT Pro" panose="02040504050005020304" pitchFamily="18" charset="0"/>
              </a:rPr>
              <a:t>sap.m</a:t>
            </a:r>
            <a:r>
              <a:rPr lang="en-IN" sz="1350" dirty="0">
                <a:latin typeface="Amasis MT Pro" panose="02040504050005020304" pitchFamily="18" charset="0"/>
              </a:rPr>
              <a:t>).</a:t>
            </a:r>
          </a:p>
          <a:p>
            <a:endParaRPr lang="en-IN" sz="1350" dirty="0">
              <a:latin typeface="Amasis MT Pro" panose="02040504050005020304" pitchFamily="18" charset="0"/>
            </a:endParaRPr>
          </a:p>
          <a:p>
            <a:r>
              <a:rPr lang="en-IN" sz="1350" dirty="0">
                <a:latin typeface="Amasis MT Pro" panose="02040504050005020304" pitchFamily="18" charset="0"/>
              </a:rPr>
              <a:t>There are 4 types of views in UI5</a:t>
            </a:r>
          </a:p>
          <a:p>
            <a:pPr marL="285750" indent="-285750">
              <a:buFont typeface="Arial" panose="020B0604020202020204" pitchFamily="34" charset="0"/>
              <a:buChar char="•"/>
            </a:pPr>
            <a:r>
              <a:rPr lang="en-IN" sz="1350" dirty="0">
                <a:latin typeface="Amasis MT Pro" panose="02040504050005020304" pitchFamily="18" charset="0"/>
              </a:rPr>
              <a:t>JS View – 0-5% </a:t>
            </a:r>
          </a:p>
          <a:p>
            <a:pPr marL="285750" indent="-285750">
              <a:buFont typeface="Arial" panose="020B0604020202020204" pitchFamily="34" charset="0"/>
              <a:buChar char="•"/>
            </a:pPr>
            <a:r>
              <a:rPr lang="en-IN" sz="1350" dirty="0">
                <a:highlight>
                  <a:srgbClr val="FFFF00"/>
                </a:highlight>
                <a:latin typeface="Amasis MT Pro" panose="02040504050005020304" pitchFamily="18" charset="0"/>
              </a:rPr>
              <a:t>XML View </a:t>
            </a:r>
            <a:r>
              <a:rPr lang="en-IN" sz="1350" dirty="0">
                <a:latin typeface="Amasis MT Pro" panose="02040504050005020304" pitchFamily="18" charset="0"/>
              </a:rPr>
              <a:t>– 95-99%</a:t>
            </a:r>
          </a:p>
          <a:p>
            <a:pPr marL="285750" indent="-285750">
              <a:buFont typeface="Arial" panose="020B0604020202020204" pitchFamily="34" charset="0"/>
              <a:buChar char="•"/>
            </a:pPr>
            <a:r>
              <a:rPr lang="en-IN" sz="1350" dirty="0">
                <a:latin typeface="Amasis MT Pro" panose="02040504050005020304" pitchFamily="18" charset="0"/>
              </a:rPr>
              <a:t>HTML View – 0%</a:t>
            </a:r>
          </a:p>
          <a:p>
            <a:pPr marL="285750" indent="-285750">
              <a:buFont typeface="Arial" panose="020B0604020202020204" pitchFamily="34" charset="0"/>
              <a:buChar char="•"/>
            </a:pPr>
            <a:r>
              <a:rPr lang="en-IN" sz="1350" dirty="0">
                <a:latin typeface="Amasis MT Pro" panose="02040504050005020304" pitchFamily="18" charset="0"/>
              </a:rPr>
              <a:t>JSON View – 0%</a:t>
            </a:r>
          </a:p>
          <a:p>
            <a:pPr marL="285750" indent="-285750">
              <a:buFont typeface="Arial" panose="020B0604020202020204" pitchFamily="34" charset="0"/>
              <a:buChar char="•"/>
            </a:pPr>
            <a:endParaRPr lang="en-IN" sz="1350" dirty="0">
              <a:latin typeface="Amasis MT Pro" panose="02040504050005020304" pitchFamily="18" charset="0"/>
            </a:endParaRPr>
          </a:p>
          <a:p>
            <a:r>
              <a:rPr lang="en-IN" sz="1350" dirty="0">
                <a:latin typeface="Amasis MT Pro" panose="02040504050005020304" pitchFamily="18" charset="0"/>
              </a:rPr>
              <a:t>Syntax to create a JS View:</a:t>
            </a:r>
          </a:p>
          <a:p>
            <a:r>
              <a:rPr lang="en-IN" sz="1350" b="1" dirty="0" err="1">
                <a:latin typeface="Amasis MT Pro" panose="02040504050005020304" pitchFamily="18" charset="0"/>
              </a:rPr>
              <a:t>sap.ui.jsview</a:t>
            </a:r>
            <a:r>
              <a:rPr lang="en-IN" sz="1350" b="1" dirty="0">
                <a:latin typeface="Amasis MT Pro" panose="02040504050005020304" pitchFamily="18" charset="0"/>
              </a:rPr>
              <a:t>(“address of our view”, { </a:t>
            </a:r>
          </a:p>
          <a:p>
            <a:r>
              <a:rPr lang="en-IN" sz="1350" b="1" dirty="0">
                <a:latin typeface="Amasis MT Pro" panose="02040504050005020304" pitchFamily="18" charset="0"/>
              </a:rPr>
              <a:t>				</a:t>
            </a:r>
            <a:r>
              <a:rPr lang="en-IN" sz="1350" i="1" dirty="0" err="1">
                <a:latin typeface="Amasis MT Pro" panose="02040504050005020304" pitchFamily="18" charset="0"/>
              </a:rPr>
              <a:t>getControllerName</a:t>
            </a:r>
            <a:r>
              <a:rPr lang="en-IN" sz="1350" dirty="0">
                <a:latin typeface="Amasis MT Pro" panose="02040504050005020304" pitchFamily="18" charset="0"/>
              </a:rPr>
              <a:t>: function(){</a:t>
            </a:r>
          </a:p>
          <a:p>
            <a:r>
              <a:rPr lang="en-IN" sz="1350" dirty="0">
                <a:latin typeface="Amasis MT Pro" panose="02040504050005020304" pitchFamily="18" charset="0"/>
              </a:rPr>
              <a:t>					return “address of the controller”;</a:t>
            </a:r>
          </a:p>
          <a:p>
            <a:r>
              <a:rPr lang="en-IN" sz="1350" dirty="0">
                <a:latin typeface="Amasis MT Pro" panose="02040504050005020304" pitchFamily="18" charset="0"/>
              </a:rPr>
              <a:t>				},</a:t>
            </a:r>
          </a:p>
          <a:p>
            <a:r>
              <a:rPr lang="en-IN" sz="1350" b="1" dirty="0">
                <a:latin typeface="Amasis MT Pro" panose="02040504050005020304" pitchFamily="18" charset="0"/>
              </a:rPr>
              <a:t>				</a:t>
            </a:r>
            <a:r>
              <a:rPr lang="en-IN" sz="1350" i="1" dirty="0" err="1">
                <a:latin typeface="Amasis MT Pro" panose="02040504050005020304" pitchFamily="18" charset="0"/>
              </a:rPr>
              <a:t>createContent</a:t>
            </a:r>
            <a:r>
              <a:rPr lang="en-IN" sz="1350" dirty="0">
                <a:latin typeface="Amasis MT Pro" panose="02040504050005020304" pitchFamily="18" charset="0"/>
              </a:rPr>
              <a:t>: function() {</a:t>
            </a:r>
          </a:p>
          <a:p>
            <a:r>
              <a:rPr lang="en-IN" sz="1350" dirty="0">
                <a:latin typeface="Amasis MT Pro" panose="02040504050005020304" pitchFamily="18" charset="0"/>
              </a:rPr>
              <a:t>					return “Array of our control objects”;</a:t>
            </a:r>
          </a:p>
          <a:p>
            <a:r>
              <a:rPr lang="en-IN" sz="1350" b="1" dirty="0">
                <a:latin typeface="Amasis MT Pro" panose="02040504050005020304" pitchFamily="18" charset="0"/>
              </a:rPr>
              <a:t>				}</a:t>
            </a:r>
          </a:p>
          <a:p>
            <a:r>
              <a:rPr lang="en-IN" sz="1350" b="1" dirty="0">
                <a:latin typeface="Amasis MT Pro" panose="02040504050005020304" pitchFamily="18" charset="0"/>
              </a:rPr>
              <a:t>});</a:t>
            </a:r>
          </a:p>
        </p:txBody>
      </p:sp>
      <p:sp>
        <p:nvSpPr>
          <p:cNvPr id="4" name="TextBox 3">
            <a:extLst>
              <a:ext uri="{FF2B5EF4-FFF2-40B4-BE49-F238E27FC236}">
                <a16:creationId xmlns:a16="http://schemas.microsoft.com/office/drawing/2014/main" id="{7C327716-F46F-2145-4CFE-334E1B82EAA7}"/>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74934A6F-9F0D-4662-DCAE-9D7D4B7ADC39}"/>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44DAF9BA-0DD1-3900-904B-7887D7DA7A70}"/>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7822988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85C4A-3808-205A-369A-FBFA6E3EF510}"/>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8D9C022B-9597-372A-6ACB-EFB3D52B8D2F}"/>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OOPS Basics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CF37DA7-01AC-8F4B-2CE4-DFCFEDA1700D}"/>
              </a:ext>
            </a:extLst>
          </p:cNvPr>
          <p:cNvSpPr txBox="1"/>
          <p:nvPr/>
        </p:nvSpPr>
        <p:spPr>
          <a:xfrm>
            <a:off x="134426" y="490759"/>
            <a:ext cx="8615133" cy="300066"/>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According to Object Oriented programming, we will have set of classes in our software that works together.</a:t>
            </a:r>
          </a:p>
        </p:txBody>
      </p:sp>
      <p:sp>
        <p:nvSpPr>
          <p:cNvPr id="4" name="TextBox 3">
            <a:extLst>
              <a:ext uri="{FF2B5EF4-FFF2-40B4-BE49-F238E27FC236}">
                <a16:creationId xmlns:a16="http://schemas.microsoft.com/office/drawing/2014/main" id="{0410989B-788E-60F6-58EB-3C7FBB6F2DA1}"/>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A9724D64-77BC-BBF4-90CC-8A3D2901693A}"/>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069D6504-6B3D-F661-1AEB-A7EC16E4FBA3}"/>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79B01D6C-A050-6C18-FBC7-53A8E0A4FE24}"/>
              </a:ext>
            </a:extLst>
          </p:cNvPr>
          <p:cNvSpPr/>
          <p:nvPr/>
        </p:nvSpPr>
        <p:spPr>
          <a:xfrm>
            <a:off x="2329862" y="1123950"/>
            <a:ext cx="3080338" cy="990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Airplane</a:t>
            </a:r>
          </a:p>
          <a:p>
            <a:pPr algn="ctr"/>
            <a:r>
              <a:rPr lang="en-IN" dirty="0"/>
              <a:t>+width  +height  +size</a:t>
            </a:r>
          </a:p>
          <a:p>
            <a:pPr algn="ctr"/>
            <a:r>
              <a:rPr lang="en-IN" dirty="0"/>
              <a:t>fly()   landing( )</a:t>
            </a:r>
          </a:p>
        </p:txBody>
      </p:sp>
      <p:sp>
        <p:nvSpPr>
          <p:cNvPr id="8" name="Rectangle 7">
            <a:extLst>
              <a:ext uri="{FF2B5EF4-FFF2-40B4-BE49-F238E27FC236}">
                <a16:creationId xmlns:a16="http://schemas.microsoft.com/office/drawing/2014/main" id="{9C89A400-BB07-7241-C7EA-2617987490F6}"/>
              </a:ext>
            </a:extLst>
          </p:cNvPr>
          <p:cNvSpPr/>
          <p:nvPr/>
        </p:nvSpPr>
        <p:spPr>
          <a:xfrm>
            <a:off x="172596" y="3257550"/>
            <a:ext cx="2113404"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Passenger Airplane</a:t>
            </a:r>
          </a:p>
          <a:p>
            <a:pPr algn="ctr"/>
            <a:r>
              <a:rPr lang="en-IN" dirty="0"/>
              <a:t>+</a:t>
            </a:r>
            <a:r>
              <a:rPr lang="en-IN" dirty="0" err="1"/>
              <a:t>no_of_seats</a:t>
            </a:r>
            <a:endParaRPr lang="en-IN" dirty="0"/>
          </a:p>
          <a:p>
            <a:pPr algn="ctr"/>
            <a:r>
              <a:rPr lang="en-IN" dirty="0"/>
              <a:t>Boarding( )</a:t>
            </a:r>
          </a:p>
        </p:txBody>
      </p:sp>
      <p:cxnSp>
        <p:nvCxnSpPr>
          <p:cNvPr id="10" name="Connector: Elbow 9">
            <a:extLst>
              <a:ext uri="{FF2B5EF4-FFF2-40B4-BE49-F238E27FC236}">
                <a16:creationId xmlns:a16="http://schemas.microsoft.com/office/drawing/2014/main" id="{6E9F9B8B-5213-5234-B8D0-D8FE5F5CD831}"/>
              </a:ext>
            </a:extLst>
          </p:cNvPr>
          <p:cNvCxnSpPr>
            <a:cxnSpLocks/>
            <a:stCxn id="8" idx="0"/>
            <a:endCxn id="7" idx="2"/>
          </p:cNvCxnSpPr>
          <p:nvPr/>
        </p:nvCxnSpPr>
        <p:spPr>
          <a:xfrm rot="5400000" flipH="1" flipV="1">
            <a:off x="1978164" y="1365684"/>
            <a:ext cx="1143000" cy="264073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9025B40-A007-1D3F-693D-886FD4AAAEB7}"/>
              </a:ext>
            </a:extLst>
          </p:cNvPr>
          <p:cNvSpPr txBox="1"/>
          <p:nvPr/>
        </p:nvSpPr>
        <p:spPr>
          <a:xfrm>
            <a:off x="1712765" y="2495550"/>
            <a:ext cx="2402035" cy="261610"/>
          </a:xfrm>
          <a:prstGeom prst="rect">
            <a:avLst/>
          </a:prstGeom>
          <a:noFill/>
        </p:spPr>
        <p:txBody>
          <a:bodyPr wrap="square" rtlCol="0">
            <a:spAutoFit/>
          </a:bodyPr>
          <a:lstStyle/>
          <a:p>
            <a:r>
              <a:rPr lang="en-IN" sz="1100" b="1" dirty="0"/>
              <a:t>Inheritance (Reusability)</a:t>
            </a:r>
          </a:p>
        </p:txBody>
      </p:sp>
      <p:sp>
        <p:nvSpPr>
          <p:cNvPr id="12" name="TextBox 11">
            <a:extLst>
              <a:ext uri="{FF2B5EF4-FFF2-40B4-BE49-F238E27FC236}">
                <a16:creationId xmlns:a16="http://schemas.microsoft.com/office/drawing/2014/main" id="{32C50A80-D63F-9545-D9A1-CA6A4282EF65}"/>
              </a:ext>
            </a:extLst>
          </p:cNvPr>
          <p:cNvSpPr txBox="1"/>
          <p:nvPr/>
        </p:nvSpPr>
        <p:spPr>
          <a:xfrm>
            <a:off x="1343598" y="1011125"/>
            <a:ext cx="1447800" cy="1077218"/>
          </a:xfrm>
          <a:prstGeom prst="rect">
            <a:avLst/>
          </a:prstGeom>
          <a:noFill/>
        </p:spPr>
        <p:txBody>
          <a:bodyPr wrap="square" rtlCol="0">
            <a:spAutoFit/>
          </a:bodyPr>
          <a:lstStyle/>
          <a:p>
            <a:r>
              <a:rPr lang="en-IN" sz="1600" dirty="0">
                <a:latin typeface="Agency FB" panose="020B0503020202020204" pitchFamily="34" charset="0"/>
              </a:rPr>
              <a:t>Parent</a:t>
            </a:r>
          </a:p>
          <a:p>
            <a:r>
              <a:rPr lang="en-IN" sz="1600" dirty="0">
                <a:latin typeface="Agency FB" panose="020B0503020202020204" pitchFamily="34" charset="0"/>
              </a:rPr>
              <a:t>Base Class</a:t>
            </a:r>
          </a:p>
          <a:p>
            <a:r>
              <a:rPr lang="en-IN" sz="1600" dirty="0">
                <a:latin typeface="Agency FB" panose="020B0503020202020204" pitchFamily="34" charset="0"/>
              </a:rPr>
              <a:t>Mother Class</a:t>
            </a:r>
          </a:p>
          <a:p>
            <a:r>
              <a:rPr lang="en-IN" sz="1600" dirty="0">
                <a:latin typeface="Agency FB" panose="020B0503020202020204" pitchFamily="34" charset="0"/>
              </a:rPr>
              <a:t>Super Class</a:t>
            </a:r>
          </a:p>
        </p:txBody>
      </p:sp>
      <p:sp>
        <p:nvSpPr>
          <p:cNvPr id="13" name="TextBox 12">
            <a:extLst>
              <a:ext uri="{FF2B5EF4-FFF2-40B4-BE49-F238E27FC236}">
                <a16:creationId xmlns:a16="http://schemas.microsoft.com/office/drawing/2014/main" id="{EA7F6F6F-0D60-C82A-C5DE-4A7A8D8090DA}"/>
              </a:ext>
            </a:extLst>
          </p:cNvPr>
          <p:cNvSpPr txBox="1"/>
          <p:nvPr/>
        </p:nvSpPr>
        <p:spPr>
          <a:xfrm>
            <a:off x="-990600" y="3315688"/>
            <a:ext cx="1447800" cy="830997"/>
          </a:xfrm>
          <a:prstGeom prst="rect">
            <a:avLst/>
          </a:prstGeom>
          <a:noFill/>
        </p:spPr>
        <p:txBody>
          <a:bodyPr wrap="square" rtlCol="0">
            <a:spAutoFit/>
          </a:bodyPr>
          <a:lstStyle/>
          <a:p>
            <a:r>
              <a:rPr lang="en-IN" sz="1600" dirty="0">
                <a:latin typeface="Agency FB" panose="020B0503020202020204" pitchFamily="34" charset="0"/>
              </a:rPr>
              <a:t>Child</a:t>
            </a:r>
          </a:p>
          <a:p>
            <a:r>
              <a:rPr lang="en-IN" sz="1600" dirty="0">
                <a:latin typeface="Agency FB" panose="020B0503020202020204" pitchFamily="34" charset="0"/>
              </a:rPr>
              <a:t>Sub Class</a:t>
            </a:r>
          </a:p>
          <a:p>
            <a:r>
              <a:rPr lang="en-IN" sz="1600" dirty="0">
                <a:latin typeface="Agency FB" panose="020B0503020202020204" pitchFamily="34" charset="0"/>
              </a:rPr>
              <a:t>Daughter Class</a:t>
            </a:r>
          </a:p>
        </p:txBody>
      </p:sp>
      <p:sp>
        <p:nvSpPr>
          <p:cNvPr id="14" name="Rectangle 13">
            <a:extLst>
              <a:ext uri="{FF2B5EF4-FFF2-40B4-BE49-F238E27FC236}">
                <a16:creationId xmlns:a16="http://schemas.microsoft.com/office/drawing/2014/main" id="{93DD7658-795A-8B22-3E91-1E533C2A00A6}"/>
              </a:ext>
            </a:extLst>
          </p:cNvPr>
          <p:cNvSpPr/>
          <p:nvPr/>
        </p:nvSpPr>
        <p:spPr>
          <a:xfrm>
            <a:off x="2412946" y="3283758"/>
            <a:ext cx="1600200" cy="914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Cargo Airplane</a:t>
            </a:r>
          </a:p>
          <a:p>
            <a:pPr algn="ctr"/>
            <a:r>
              <a:rPr lang="en-IN" dirty="0"/>
              <a:t>+</a:t>
            </a:r>
            <a:r>
              <a:rPr lang="en-IN" dirty="0" err="1"/>
              <a:t>cargo_space</a:t>
            </a:r>
            <a:endParaRPr lang="en-IN" dirty="0"/>
          </a:p>
          <a:p>
            <a:pPr algn="ctr"/>
            <a:r>
              <a:rPr lang="en-IN" dirty="0"/>
              <a:t>Loading( )</a:t>
            </a:r>
          </a:p>
        </p:txBody>
      </p:sp>
      <p:cxnSp>
        <p:nvCxnSpPr>
          <p:cNvPr id="16" name="Connector: Elbow 15">
            <a:extLst>
              <a:ext uri="{FF2B5EF4-FFF2-40B4-BE49-F238E27FC236}">
                <a16:creationId xmlns:a16="http://schemas.microsoft.com/office/drawing/2014/main" id="{AE3566E7-784A-F5FF-83E8-3B07C93D18BD}"/>
              </a:ext>
            </a:extLst>
          </p:cNvPr>
          <p:cNvCxnSpPr>
            <a:cxnSpLocks/>
            <a:stCxn id="14" idx="0"/>
            <a:endCxn id="7" idx="2"/>
          </p:cNvCxnSpPr>
          <p:nvPr/>
        </p:nvCxnSpPr>
        <p:spPr>
          <a:xfrm rot="5400000" flipH="1" flipV="1">
            <a:off x="2956934" y="2370662"/>
            <a:ext cx="1169208" cy="65698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ED7157D-D7C5-4E82-1BC3-B4B2096C1DA7}"/>
              </a:ext>
            </a:extLst>
          </p:cNvPr>
          <p:cNvSpPr txBox="1"/>
          <p:nvPr/>
        </p:nvSpPr>
        <p:spPr>
          <a:xfrm>
            <a:off x="3152481" y="2699154"/>
            <a:ext cx="2402035" cy="261610"/>
          </a:xfrm>
          <a:prstGeom prst="rect">
            <a:avLst/>
          </a:prstGeom>
          <a:noFill/>
        </p:spPr>
        <p:txBody>
          <a:bodyPr wrap="square" rtlCol="0">
            <a:spAutoFit/>
          </a:bodyPr>
          <a:lstStyle/>
          <a:p>
            <a:r>
              <a:rPr lang="en-IN" sz="1100" b="1" dirty="0"/>
              <a:t>Inheritance (Reusability)</a:t>
            </a:r>
          </a:p>
        </p:txBody>
      </p:sp>
      <p:sp>
        <p:nvSpPr>
          <p:cNvPr id="18" name="Rectangle 17">
            <a:extLst>
              <a:ext uri="{FF2B5EF4-FFF2-40B4-BE49-F238E27FC236}">
                <a16:creationId xmlns:a16="http://schemas.microsoft.com/office/drawing/2014/main" id="{C5078500-60AA-A6F3-78E3-8A5B8FC6F9F4}"/>
              </a:ext>
            </a:extLst>
          </p:cNvPr>
          <p:cNvSpPr/>
          <p:nvPr/>
        </p:nvSpPr>
        <p:spPr>
          <a:xfrm>
            <a:off x="6553200" y="812831"/>
            <a:ext cx="3080338" cy="844519"/>
          </a:xfrm>
          <a:prstGeom prst="rect">
            <a:avLst/>
          </a:prstGeom>
          <a:solidFill>
            <a:schemeClr val="accent6">
              <a:lumMod val="2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Passenger</a:t>
            </a:r>
          </a:p>
          <a:p>
            <a:pPr algn="ctr"/>
            <a:r>
              <a:rPr lang="en-IN" dirty="0"/>
              <a:t>+passport  +name +age</a:t>
            </a:r>
          </a:p>
        </p:txBody>
      </p:sp>
      <p:cxnSp>
        <p:nvCxnSpPr>
          <p:cNvPr id="20" name="Connector: Elbow 19">
            <a:extLst>
              <a:ext uri="{FF2B5EF4-FFF2-40B4-BE49-F238E27FC236}">
                <a16:creationId xmlns:a16="http://schemas.microsoft.com/office/drawing/2014/main" id="{18A2CD73-B9F6-E4DD-C611-C13B4CE7E948}"/>
              </a:ext>
            </a:extLst>
          </p:cNvPr>
          <p:cNvCxnSpPr>
            <a:cxnSpLocks/>
            <a:endCxn id="18" idx="1"/>
          </p:cNvCxnSpPr>
          <p:nvPr/>
        </p:nvCxnSpPr>
        <p:spPr>
          <a:xfrm flipV="1">
            <a:off x="5638800" y="1235091"/>
            <a:ext cx="914400" cy="114498"/>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473D39F-B521-9C63-FDCB-811F0251BD27}"/>
              </a:ext>
            </a:extLst>
          </p:cNvPr>
          <p:cNvSpPr txBox="1"/>
          <p:nvPr/>
        </p:nvSpPr>
        <p:spPr>
          <a:xfrm>
            <a:off x="4114800" y="3138160"/>
            <a:ext cx="4856604" cy="1754310"/>
          </a:xfrm>
          <a:prstGeom prst="rect">
            <a:avLst/>
          </a:prstGeom>
          <a:noFill/>
        </p:spPr>
        <p:txBody>
          <a:bodyPr wrap="square" lIns="91424" tIns="45712" rIns="91424" bIns="45712" rtlCol="0">
            <a:spAutoFit/>
          </a:bodyPr>
          <a:lstStyle/>
          <a:p>
            <a:r>
              <a:rPr lang="en-IN" sz="1200" dirty="0">
                <a:latin typeface="Amasis MT Pro" panose="02040504050005020304" pitchFamily="18" charset="0"/>
              </a:rPr>
              <a:t>Association – relationship between 2 or more than 2 classes to design a reusable and extensible software. We connect many classes together which are not family using association.</a:t>
            </a:r>
          </a:p>
          <a:p>
            <a:r>
              <a:rPr lang="en-IN" sz="1200" b="1" dirty="0">
                <a:latin typeface="Amasis MT Pro" panose="02040504050005020304" pitchFamily="18" charset="0"/>
              </a:rPr>
              <a:t>Aggregation – </a:t>
            </a:r>
            <a:r>
              <a:rPr lang="en-IN" sz="1200" dirty="0">
                <a:latin typeface="Amasis MT Pro" panose="02040504050005020304" pitchFamily="18" charset="0"/>
              </a:rPr>
              <a:t>When 2 objects are loosely coupled, both can function independently, It is a </a:t>
            </a:r>
            <a:r>
              <a:rPr lang="en-IN" sz="1200" b="1" dirty="0">
                <a:latin typeface="Amasis MT Pro" panose="02040504050005020304" pitchFamily="18" charset="0"/>
              </a:rPr>
              <a:t>should have </a:t>
            </a:r>
            <a:r>
              <a:rPr lang="en-IN" sz="1200" dirty="0">
                <a:latin typeface="Amasis MT Pro" panose="02040504050005020304" pitchFamily="18" charset="0"/>
              </a:rPr>
              <a:t>relationship. Like passenger and plane. The min cardinality is 0</a:t>
            </a:r>
            <a:endParaRPr lang="en-IN" sz="1200" b="1" dirty="0">
              <a:latin typeface="Amasis MT Pro" panose="02040504050005020304" pitchFamily="18" charset="0"/>
            </a:endParaRPr>
          </a:p>
          <a:p>
            <a:r>
              <a:rPr lang="en-IN" sz="1200" b="1" dirty="0">
                <a:latin typeface="Amasis MT Pro" panose="02040504050005020304" pitchFamily="18" charset="0"/>
              </a:rPr>
              <a:t>Composition –</a:t>
            </a:r>
            <a:r>
              <a:rPr lang="en-IN" sz="1200" dirty="0">
                <a:latin typeface="Amasis MT Pro" panose="02040504050005020304" pitchFamily="18" charset="0"/>
              </a:rPr>
              <a:t> When 2 objects are tightly coupled, both cannot function independently, It is a </a:t>
            </a:r>
            <a:r>
              <a:rPr lang="en-IN" sz="1200" b="1" dirty="0">
                <a:latin typeface="Amasis MT Pro" panose="02040504050005020304" pitchFamily="18" charset="0"/>
              </a:rPr>
              <a:t>must have</a:t>
            </a:r>
            <a:r>
              <a:rPr lang="en-IN" sz="1200" dirty="0">
                <a:latin typeface="Amasis MT Pro" panose="02040504050005020304" pitchFamily="18" charset="0"/>
              </a:rPr>
              <a:t> relationship, like Wings and Plane. The min cardinality is 1</a:t>
            </a:r>
            <a:endParaRPr lang="en-IN" sz="1200" b="1" dirty="0">
              <a:latin typeface="Amasis MT Pro" panose="02040504050005020304" pitchFamily="18" charset="0"/>
            </a:endParaRPr>
          </a:p>
        </p:txBody>
      </p:sp>
      <p:sp>
        <p:nvSpPr>
          <p:cNvPr id="27" name="TextBox 26">
            <a:extLst>
              <a:ext uri="{FF2B5EF4-FFF2-40B4-BE49-F238E27FC236}">
                <a16:creationId xmlns:a16="http://schemas.microsoft.com/office/drawing/2014/main" id="{0DB77947-C08B-FF57-4160-4A287F097953}"/>
              </a:ext>
            </a:extLst>
          </p:cNvPr>
          <p:cNvSpPr txBox="1"/>
          <p:nvPr/>
        </p:nvSpPr>
        <p:spPr>
          <a:xfrm>
            <a:off x="5867400" y="873075"/>
            <a:ext cx="922484" cy="307777"/>
          </a:xfrm>
          <a:prstGeom prst="rect">
            <a:avLst/>
          </a:prstGeom>
          <a:noFill/>
        </p:spPr>
        <p:txBody>
          <a:bodyPr wrap="square" rtlCol="0">
            <a:spAutoFit/>
          </a:bodyPr>
          <a:lstStyle/>
          <a:p>
            <a:r>
              <a:rPr lang="en-IN" sz="1400" b="1" dirty="0"/>
              <a:t>0..n</a:t>
            </a:r>
          </a:p>
        </p:txBody>
      </p:sp>
      <p:sp>
        <p:nvSpPr>
          <p:cNvPr id="28" name="Rectangle 27">
            <a:extLst>
              <a:ext uri="{FF2B5EF4-FFF2-40B4-BE49-F238E27FC236}">
                <a16:creationId xmlns:a16="http://schemas.microsoft.com/office/drawing/2014/main" id="{54DF144B-F6D0-06AE-DC89-8BB15686D681}"/>
              </a:ext>
            </a:extLst>
          </p:cNvPr>
          <p:cNvSpPr/>
          <p:nvPr/>
        </p:nvSpPr>
        <p:spPr>
          <a:xfrm>
            <a:off x="6543102" y="1819170"/>
            <a:ext cx="3080338" cy="844519"/>
          </a:xfrm>
          <a:prstGeom prst="rect">
            <a:avLst/>
          </a:prstGeom>
          <a:solidFill>
            <a:schemeClr val="accent3">
              <a:lumMod val="75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Wings</a:t>
            </a:r>
          </a:p>
          <a:p>
            <a:pPr algn="ctr"/>
            <a:r>
              <a:rPr lang="en-IN" dirty="0"/>
              <a:t>+size +company +</a:t>
            </a:r>
            <a:r>
              <a:rPr lang="en-IN" dirty="0" err="1"/>
              <a:t>color</a:t>
            </a:r>
            <a:endParaRPr lang="en-IN" dirty="0"/>
          </a:p>
        </p:txBody>
      </p:sp>
      <p:cxnSp>
        <p:nvCxnSpPr>
          <p:cNvPr id="30" name="Connector: Elbow 29">
            <a:extLst>
              <a:ext uri="{FF2B5EF4-FFF2-40B4-BE49-F238E27FC236}">
                <a16:creationId xmlns:a16="http://schemas.microsoft.com/office/drawing/2014/main" id="{40ED2099-A56E-F4AE-6BB1-B4418EAC59F7}"/>
              </a:ext>
            </a:extLst>
          </p:cNvPr>
          <p:cNvCxnSpPr>
            <a:stCxn id="7" idx="3"/>
            <a:endCxn id="28" idx="1"/>
          </p:cNvCxnSpPr>
          <p:nvPr/>
        </p:nvCxnSpPr>
        <p:spPr>
          <a:xfrm>
            <a:off x="5410200" y="1619250"/>
            <a:ext cx="1132902" cy="622180"/>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19BEAF7-175B-0693-CDB7-A3BB84B95D88}"/>
              </a:ext>
            </a:extLst>
          </p:cNvPr>
          <p:cNvSpPr txBox="1"/>
          <p:nvPr/>
        </p:nvSpPr>
        <p:spPr>
          <a:xfrm>
            <a:off x="5715000" y="2236902"/>
            <a:ext cx="922484" cy="307777"/>
          </a:xfrm>
          <a:prstGeom prst="rect">
            <a:avLst/>
          </a:prstGeom>
          <a:noFill/>
        </p:spPr>
        <p:txBody>
          <a:bodyPr wrap="square" rtlCol="0">
            <a:spAutoFit/>
          </a:bodyPr>
          <a:lstStyle/>
          <a:p>
            <a:r>
              <a:rPr lang="en-IN" sz="1400" b="1" dirty="0"/>
              <a:t>1..n</a:t>
            </a:r>
          </a:p>
        </p:txBody>
      </p:sp>
      <p:sp>
        <p:nvSpPr>
          <p:cNvPr id="15" name="Flowchart: Decision 14">
            <a:extLst>
              <a:ext uri="{FF2B5EF4-FFF2-40B4-BE49-F238E27FC236}">
                <a16:creationId xmlns:a16="http://schemas.microsoft.com/office/drawing/2014/main" id="{F7F700C2-ABBC-BDF6-8790-F8098E06EF35}"/>
              </a:ext>
            </a:extLst>
          </p:cNvPr>
          <p:cNvSpPr/>
          <p:nvPr/>
        </p:nvSpPr>
        <p:spPr>
          <a:xfrm>
            <a:off x="5410200" y="1235090"/>
            <a:ext cx="228600" cy="206764"/>
          </a:xfrm>
          <a:prstGeom prst="flowChartDecision">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9" name="Flowchart: Decision 18">
            <a:extLst>
              <a:ext uri="{FF2B5EF4-FFF2-40B4-BE49-F238E27FC236}">
                <a16:creationId xmlns:a16="http://schemas.microsoft.com/office/drawing/2014/main" id="{A9029375-A57D-7224-9987-B1F05094A980}"/>
              </a:ext>
            </a:extLst>
          </p:cNvPr>
          <p:cNvSpPr/>
          <p:nvPr/>
        </p:nvSpPr>
        <p:spPr>
          <a:xfrm>
            <a:off x="5410200" y="1581150"/>
            <a:ext cx="228600" cy="101564"/>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69728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FEB0F-7565-603C-73FA-26F6F2439A12}"/>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167F9BBA-0C44-D82D-AD1D-5ACEC1E533C7}"/>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How to create JS files and Controller Classes in UI5</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2726C3F-6928-7553-FFAB-BB561423158F}"/>
              </a:ext>
            </a:extLst>
          </p:cNvPr>
          <p:cNvSpPr txBox="1"/>
          <p:nvPr/>
        </p:nvSpPr>
        <p:spPr>
          <a:xfrm>
            <a:off x="134426" y="490759"/>
            <a:ext cx="8615133" cy="3000805"/>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Every JS file except Views, must follow a special syntax in SAP UI5. It is called as AMD (Asynchronous Module Definition) OR Scaffolding Syntax. With this we define a class/module, Often a class have dependencies on other classes like passenger plane inherit the plane class, so we can add all these dependencies nicely.</a:t>
            </a:r>
          </a:p>
          <a:p>
            <a:endParaRPr lang="en-IN" sz="1350" dirty="0">
              <a:latin typeface="Amasis MT Pro" panose="02040504050005020304" pitchFamily="18" charset="0"/>
            </a:endParaRPr>
          </a:p>
          <a:p>
            <a:r>
              <a:rPr lang="en-IN" sz="1350" b="1" dirty="0" err="1">
                <a:latin typeface="Amasis MT Pro" panose="02040504050005020304" pitchFamily="18" charset="0"/>
              </a:rPr>
              <a:t>sap.ui.define</a:t>
            </a:r>
            <a:r>
              <a:rPr lang="en-IN" sz="1350" b="1" dirty="0">
                <a:latin typeface="Amasis MT Pro" panose="02040504050005020304" pitchFamily="18" charset="0"/>
              </a:rPr>
              <a:t>(</a:t>
            </a:r>
          </a:p>
          <a:p>
            <a:r>
              <a:rPr lang="en-IN" sz="1350" b="1" dirty="0">
                <a:latin typeface="Amasis MT Pro" panose="02040504050005020304" pitchFamily="18" charset="0"/>
              </a:rPr>
              <a:t>	     [ </a:t>
            </a:r>
            <a:r>
              <a:rPr lang="en-IN" sz="1350" i="1" dirty="0">
                <a:latin typeface="Amasis MT Pro" panose="02040504050005020304" pitchFamily="18" charset="0"/>
              </a:rPr>
              <a:t>“</a:t>
            </a:r>
            <a:r>
              <a:rPr lang="en-IN" sz="1350" i="1" dirty="0" err="1">
                <a:latin typeface="Amasis MT Pro" panose="02040504050005020304" pitchFamily="18" charset="0"/>
              </a:rPr>
              <a:t>plane_class</a:t>
            </a:r>
            <a:r>
              <a:rPr lang="en-IN" sz="1350" i="1" dirty="0">
                <a:latin typeface="Amasis MT Pro" panose="02040504050005020304" pitchFamily="18" charset="0"/>
              </a:rPr>
              <a:t>”, “module 2”, “module 3”</a:t>
            </a:r>
            <a:r>
              <a:rPr lang="en-IN" sz="1350" b="1" dirty="0">
                <a:latin typeface="Amasis MT Pro" panose="02040504050005020304" pitchFamily="18" charset="0"/>
              </a:rPr>
              <a:t> ],</a:t>
            </a:r>
          </a:p>
          <a:p>
            <a:r>
              <a:rPr lang="en-IN" sz="1350" b="1" dirty="0">
                <a:latin typeface="Amasis MT Pro" panose="02040504050005020304" pitchFamily="18" charset="0"/>
              </a:rPr>
              <a:t>	     </a:t>
            </a:r>
          </a:p>
          <a:p>
            <a:r>
              <a:rPr lang="en-IN" sz="1350" b="1" dirty="0">
                <a:latin typeface="Amasis MT Pro" panose="02040504050005020304" pitchFamily="18" charset="0"/>
              </a:rPr>
              <a:t>                        function ( </a:t>
            </a:r>
            <a:r>
              <a:rPr lang="en-IN" sz="1350" i="1" dirty="0">
                <a:latin typeface="Amasis MT Pro" panose="02040504050005020304" pitchFamily="18" charset="0"/>
              </a:rPr>
              <a:t>oDep1, oDep2, oDep3</a:t>
            </a:r>
            <a:r>
              <a:rPr lang="en-IN" sz="1350" b="1" dirty="0">
                <a:latin typeface="Amasis MT Pro" panose="02040504050005020304" pitchFamily="18" charset="0"/>
              </a:rPr>
              <a:t> ){</a:t>
            </a:r>
          </a:p>
          <a:p>
            <a:r>
              <a:rPr lang="en-IN" sz="1350" b="1" dirty="0">
                <a:latin typeface="Amasis MT Pro" panose="02040504050005020304" pitchFamily="18" charset="0"/>
              </a:rPr>
              <a:t>		</a:t>
            </a:r>
            <a:r>
              <a:rPr lang="en-IN" sz="1350" i="1" dirty="0">
                <a:latin typeface="Amasis MT Pro" panose="02040504050005020304" pitchFamily="18" charset="0"/>
              </a:rPr>
              <a:t>return oDep1.extend( </a:t>
            </a:r>
            <a:r>
              <a:rPr lang="en-IN" sz="1350" b="1" dirty="0">
                <a:latin typeface="Amasis MT Pro" panose="02040504050005020304" pitchFamily="18" charset="0"/>
              </a:rPr>
              <a:t>“current class”, {</a:t>
            </a:r>
          </a:p>
          <a:p>
            <a:r>
              <a:rPr lang="en-IN" sz="1350" b="1" dirty="0">
                <a:latin typeface="Amasis MT Pro" panose="02040504050005020304" pitchFamily="18" charset="0"/>
              </a:rPr>
              <a:t>			</a:t>
            </a:r>
            <a:r>
              <a:rPr lang="en-IN" sz="1350" dirty="0">
                <a:effectLst>
                  <a:outerShdw blurRad="38100" dist="38100" dir="2700000" algn="tl">
                    <a:srgbClr val="000000">
                      <a:alpha val="43137"/>
                    </a:srgbClr>
                  </a:outerShdw>
                </a:effectLst>
                <a:latin typeface="Amasis MT Pro" panose="02040504050005020304" pitchFamily="18" charset="0"/>
              </a:rPr>
              <a:t>demo1 : function() {},</a:t>
            </a:r>
          </a:p>
          <a:p>
            <a:r>
              <a:rPr lang="en-IN" sz="1350" b="1" dirty="0">
                <a:effectLst>
                  <a:outerShdw blurRad="38100" dist="38100" dir="2700000" algn="tl">
                    <a:srgbClr val="000000">
                      <a:alpha val="43137"/>
                    </a:srgbClr>
                  </a:outerShdw>
                </a:effectLst>
                <a:latin typeface="Amasis MT Pro" panose="02040504050005020304" pitchFamily="18" charset="0"/>
              </a:rPr>
              <a:t>		</a:t>
            </a:r>
            <a:r>
              <a:rPr lang="en-IN" sz="1350" dirty="0">
                <a:effectLst>
                  <a:outerShdw blurRad="38100" dist="38100" dir="2700000" algn="tl">
                    <a:srgbClr val="000000">
                      <a:alpha val="43137"/>
                    </a:srgbClr>
                  </a:outerShdw>
                </a:effectLst>
                <a:latin typeface="Amasis MT Pro" panose="02040504050005020304" pitchFamily="18" charset="0"/>
              </a:rPr>
              <a:t>	demo2: function() {}</a:t>
            </a:r>
            <a:endParaRPr lang="en-IN" sz="1350" dirty="0">
              <a:latin typeface="Amasis MT Pro" panose="02040504050005020304" pitchFamily="18" charset="0"/>
            </a:endParaRPr>
          </a:p>
          <a:p>
            <a:r>
              <a:rPr lang="en-IN" sz="1350" b="1" dirty="0">
                <a:latin typeface="Amasis MT Pro" panose="02040504050005020304" pitchFamily="18" charset="0"/>
              </a:rPr>
              <a:t>		}</a:t>
            </a:r>
            <a:r>
              <a:rPr lang="en-IN" sz="1350" i="1" dirty="0">
                <a:latin typeface="Amasis MT Pro" panose="02040504050005020304" pitchFamily="18" charset="0"/>
              </a:rPr>
              <a:t> );</a:t>
            </a:r>
            <a:endParaRPr lang="en-IN" sz="1350" b="1" dirty="0">
              <a:latin typeface="Amasis MT Pro" panose="02040504050005020304" pitchFamily="18" charset="0"/>
            </a:endParaRPr>
          </a:p>
          <a:p>
            <a:r>
              <a:rPr lang="en-IN" sz="1350" b="1" dirty="0">
                <a:latin typeface="Amasis MT Pro" panose="02040504050005020304" pitchFamily="18" charset="0"/>
              </a:rPr>
              <a:t>	     }</a:t>
            </a:r>
          </a:p>
          <a:p>
            <a:r>
              <a:rPr lang="en-IN" sz="1350" b="1" dirty="0">
                <a:latin typeface="Amasis MT Pro" panose="02040504050005020304" pitchFamily="18" charset="0"/>
              </a:rPr>
              <a:t>);</a:t>
            </a:r>
          </a:p>
        </p:txBody>
      </p:sp>
      <p:sp>
        <p:nvSpPr>
          <p:cNvPr id="4" name="TextBox 3">
            <a:extLst>
              <a:ext uri="{FF2B5EF4-FFF2-40B4-BE49-F238E27FC236}">
                <a16:creationId xmlns:a16="http://schemas.microsoft.com/office/drawing/2014/main" id="{141D6D36-269E-EEEF-E491-81D4701623FA}"/>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C93CB495-C051-348C-6620-D3BFB1887E0F}"/>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91D85C99-7CDD-8B0E-3DCA-C78FB0B1981A}"/>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32279291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805D-5276-045B-C093-AD4FA88B57A6}"/>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1AD00825-7D79-B583-B84A-8AD196C4F351}"/>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A Controller Module/Class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8302892-8ED5-D0FF-C66B-D09FAFF0937E}"/>
              </a:ext>
            </a:extLst>
          </p:cNvPr>
          <p:cNvSpPr txBox="1"/>
          <p:nvPr/>
        </p:nvSpPr>
        <p:spPr>
          <a:xfrm>
            <a:off x="134426" y="490759"/>
            <a:ext cx="8615133" cy="3624053"/>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In JS, we can inherit another module using </a:t>
            </a:r>
            <a:r>
              <a:rPr lang="en-IN" sz="1350" b="1" dirty="0">
                <a:latin typeface="Amasis MT Pro" panose="02040504050005020304" pitchFamily="18" charset="0"/>
              </a:rPr>
              <a:t>extend</a:t>
            </a:r>
            <a:r>
              <a:rPr lang="en-IN" sz="1350" dirty="0">
                <a:latin typeface="Amasis MT Pro" panose="02040504050005020304" pitchFamily="18" charset="0"/>
              </a:rPr>
              <a:t> keyword</a:t>
            </a:r>
          </a:p>
          <a:p>
            <a:r>
              <a:rPr lang="en-IN" sz="1350" dirty="0">
                <a:latin typeface="Amasis MT Pro" panose="02040504050005020304" pitchFamily="18" charset="0"/>
              </a:rPr>
              <a:t>A controller is a class which is special, Because it is not a ordinary class, The purpose is to contain our processing logic of the view. To mark a class as controller class, We must inherit from standard SAP UI5 class called </a:t>
            </a:r>
            <a:r>
              <a:rPr lang="en-IN" sz="1350" b="1" dirty="0" err="1">
                <a:latin typeface="Amasis MT Pro" panose="02040504050005020304" pitchFamily="18" charset="0"/>
              </a:rPr>
              <a:t>sap.ui.core.mvc.Controller</a:t>
            </a:r>
            <a:r>
              <a:rPr lang="en-IN" sz="1350" dirty="0">
                <a:latin typeface="Amasis MT Pro" panose="02040504050005020304" pitchFamily="18" charset="0"/>
              </a:rPr>
              <a:t> class. To convert a class name to module name, we simply replace dot with slash.</a:t>
            </a:r>
          </a:p>
          <a:p>
            <a:r>
              <a:rPr lang="en-IN" sz="1350" dirty="0">
                <a:latin typeface="Amasis MT Pro" panose="02040504050005020304" pitchFamily="18" charset="0"/>
              </a:rPr>
              <a:t>So hence our module name is </a:t>
            </a:r>
            <a:r>
              <a:rPr lang="en-IN" sz="1350" b="1" dirty="0">
                <a:latin typeface="Amasis MT Pro" panose="02040504050005020304" pitchFamily="18" charset="0"/>
              </a:rPr>
              <a:t>sap/</a:t>
            </a:r>
            <a:r>
              <a:rPr lang="en-IN" sz="1350" b="1" dirty="0" err="1">
                <a:latin typeface="Amasis MT Pro" panose="02040504050005020304" pitchFamily="18" charset="0"/>
              </a:rPr>
              <a:t>ui</a:t>
            </a:r>
            <a:r>
              <a:rPr lang="en-IN" sz="1350" b="1" dirty="0">
                <a:latin typeface="Amasis MT Pro" panose="02040504050005020304" pitchFamily="18" charset="0"/>
              </a:rPr>
              <a:t>/core/</a:t>
            </a:r>
            <a:r>
              <a:rPr lang="en-IN" sz="1350" b="1" dirty="0" err="1">
                <a:latin typeface="Amasis MT Pro" panose="02040504050005020304" pitchFamily="18" charset="0"/>
              </a:rPr>
              <a:t>mvc</a:t>
            </a:r>
            <a:r>
              <a:rPr lang="en-IN" sz="1350" b="1" dirty="0">
                <a:latin typeface="Amasis MT Pro" panose="02040504050005020304" pitchFamily="18" charset="0"/>
              </a:rPr>
              <a:t>/Controller</a:t>
            </a:r>
          </a:p>
          <a:p>
            <a:endParaRPr lang="en-IN" sz="1350" dirty="0">
              <a:latin typeface="Amasis MT Pro" panose="02040504050005020304" pitchFamily="18" charset="0"/>
            </a:endParaRPr>
          </a:p>
          <a:p>
            <a:r>
              <a:rPr lang="en-IN" sz="1350" b="1" dirty="0" err="1">
                <a:latin typeface="Amasis MT Pro" panose="02040504050005020304" pitchFamily="18" charset="0"/>
              </a:rPr>
              <a:t>sap.ui.define</a:t>
            </a:r>
            <a:r>
              <a:rPr lang="en-IN" sz="1350" b="1" dirty="0">
                <a:latin typeface="Amasis MT Pro" panose="02040504050005020304" pitchFamily="18" charset="0"/>
              </a:rPr>
              <a:t>(</a:t>
            </a:r>
          </a:p>
          <a:p>
            <a:r>
              <a:rPr lang="en-IN" sz="1350" b="1" dirty="0">
                <a:latin typeface="Amasis MT Pro" panose="02040504050005020304" pitchFamily="18" charset="0"/>
              </a:rPr>
              <a:t>	     [ </a:t>
            </a:r>
            <a:r>
              <a:rPr lang="en-IN" sz="1350" i="1" dirty="0">
                <a:latin typeface="Amasis MT Pro" panose="02040504050005020304" pitchFamily="18" charset="0"/>
              </a:rPr>
              <a:t>“sap/</a:t>
            </a:r>
            <a:r>
              <a:rPr lang="en-IN" sz="1350" i="1" dirty="0" err="1">
                <a:latin typeface="Amasis MT Pro" panose="02040504050005020304" pitchFamily="18" charset="0"/>
              </a:rPr>
              <a:t>ui</a:t>
            </a:r>
            <a:r>
              <a:rPr lang="en-IN" sz="1350" i="1" dirty="0">
                <a:latin typeface="Amasis MT Pro" panose="02040504050005020304" pitchFamily="18" charset="0"/>
              </a:rPr>
              <a:t>/core/</a:t>
            </a:r>
            <a:r>
              <a:rPr lang="en-IN" sz="1350" i="1" dirty="0" err="1">
                <a:latin typeface="Amasis MT Pro" panose="02040504050005020304" pitchFamily="18" charset="0"/>
              </a:rPr>
              <a:t>mvc</a:t>
            </a:r>
            <a:r>
              <a:rPr lang="en-IN" sz="1350" i="1" dirty="0">
                <a:latin typeface="Amasis MT Pro" panose="02040504050005020304" pitchFamily="18" charset="0"/>
              </a:rPr>
              <a:t>/Controller”</a:t>
            </a:r>
            <a:r>
              <a:rPr lang="en-IN" sz="1350" b="1" dirty="0">
                <a:latin typeface="Amasis MT Pro" panose="02040504050005020304" pitchFamily="18" charset="0"/>
              </a:rPr>
              <a:t> ],</a:t>
            </a:r>
          </a:p>
          <a:p>
            <a:endParaRPr lang="en-IN" sz="1350" b="1" dirty="0">
              <a:latin typeface="Amasis MT Pro" panose="02040504050005020304" pitchFamily="18" charset="0"/>
            </a:endParaRPr>
          </a:p>
          <a:p>
            <a:r>
              <a:rPr lang="en-IN" sz="1350" b="1" dirty="0">
                <a:latin typeface="Amasis MT Pro" panose="02040504050005020304" pitchFamily="18" charset="0"/>
              </a:rPr>
              <a:t>                        function (</a:t>
            </a:r>
            <a:r>
              <a:rPr lang="en-IN" sz="1350" i="1" dirty="0">
                <a:latin typeface="Amasis MT Pro" panose="02040504050005020304" pitchFamily="18" charset="0"/>
              </a:rPr>
              <a:t>Controller </a:t>
            </a:r>
            <a:r>
              <a:rPr lang="en-IN" sz="1350" b="1" dirty="0">
                <a:latin typeface="Amasis MT Pro" panose="02040504050005020304" pitchFamily="18" charset="0"/>
              </a:rPr>
              <a:t>){</a:t>
            </a:r>
          </a:p>
          <a:p>
            <a:r>
              <a:rPr lang="en-IN" sz="1350" b="1" dirty="0">
                <a:latin typeface="Amasis MT Pro" panose="02040504050005020304" pitchFamily="18" charset="0"/>
              </a:rPr>
              <a:t>		</a:t>
            </a:r>
            <a:r>
              <a:rPr lang="en-IN" sz="1350" i="1" dirty="0">
                <a:latin typeface="Amasis MT Pro" panose="02040504050005020304" pitchFamily="18" charset="0"/>
              </a:rPr>
              <a:t>return </a:t>
            </a:r>
            <a:r>
              <a:rPr lang="en-IN" sz="1350" i="1" dirty="0" err="1">
                <a:latin typeface="Amasis MT Pro" panose="02040504050005020304" pitchFamily="18" charset="0"/>
              </a:rPr>
              <a:t>Controller.extend</a:t>
            </a:r>
            <a:r>
              <a:rPr lang="en-IN" sz="1350" i="1" dirty="0">
                <a:latin typeface="Amasis MT Pro" panose="02040504050005020304" pitchFamily="18" charset="0"/>
              </a:rPr>
              <a:t>( </a:t>
            </a:r>
            <a:r>
              <a:rPr lang="en-IN" sz="1350" b="1" dirty="0">
                <a:latin typeface="Amasis MT Pro" panose="02040504050005020304" pitchFamily="18" charset="0"/>
              </a:rPr>
              <a:t>“current class”, {</a:t>
            </a:r>
          </a:p>
          <a:p>
            <a:r>
              <a:rPr lang="en-IN" sz="1350" b="1" dirty="0">
                <a:latin typeface="Amasis MT Pro" panose="02040504050005020304" pitchFamily="18" charset="0"/>
              </a:rPr>
              <a:t>			</a:t>
            </a:r>
            <a:r>
              <a:rPr lang="en-IN" sz="1350" dirty="0">
                <a:effectLst>
                  <a:outerShdw blurRad="38100" dist="38100" dir="2700000" algn="tl">
                    <a:srgbClr val="000000">
                      <a:alpha val="43137"/>
                    </a:srgbClr>
                  </a:outerShdw>
                </a:effectLst>
                <a:latin typeface="Amasis MT Pro" panose="02040504050005020304" pitchFamily="18" charset="0"/>
              </a:rPr>
              <a:t>demo1 : function() {},</a:t>
            </a:r>
          </a:p>
          <a:p>
            <a:r>
              <a:rPr lang="en-IN" sz="1350" b="1" dirty="0">
                <a:effectLst>
                  <a:outerShdw blurRad="38100" dist="38100" dir="2700000" algn="tl">
                    <a:srgbClr val="000000">
                      <a:alpha val="43137"/>
                    </a:srgbClr>
                  </a:outerShdw>
                </a:effectLst>
                <a:latin typeface="Amasis MT Pro" panose="02040504050005020304" pitchFamily="18" charset="0"/>
              </a:rPr>
              <a:t>		</a:t>
            </a:r>
            <a:r>
              <a:rPr lang="en-IN" sz="1350" dirty="0">
                <a:effectLst>
                  <a:outerShdw blurRad="38100" dist="38100" dir="2700000" algn="tl">
                    <a:srgbClr val="000000">
                      <a:alpha val="43137"/>
                    </a:srgbClr>
                  </a:outerShdw>
                </a:effectLst>
                <a:latin typeface="Amasis MT Pro" panose="02040504050005020304" pitchFamily="18" charset="0"/>
              </a:rPr>
              <a:t>	demo2: function() {}</a:t>
            </a:r>
            <a:endParaRPr lang="en-IN" sz="1350" dirty="0">
              <a:latin typeface="Amasis MT Pro" panose="02040504050005020304" pitchFamily="18" charset="0"/>
            </a:endParaRPr>
          </a:p>
          <a:p>
            <a:r>
              <a:rPr lang="en-IN" sz="1350" b="1" dirty="0">
                <a:latin typeface="Amasis MT Pro" panose="02040504050005020304" pitchFamily="18" charset="0"/>
              </a:rPr>
              <a:t>		}</a:t>
            </a:r>
            <a:r>
              <a:rPr lang="en-IN" sz="1350" i="1" dirty="0">
                <a:latin typeface="Amasis MT Pro" panose="02040504050005020304" pitchFamily="18" charset="0"/>
              </a:rPr>
              <a:t> );</a:t>
            </a:r>
            <a:endParaRPr lang="en-IN" sz="1350" b="1" dirty="0">
              <a:latin typeface="Amasis MT Pro" panose="02040504050005020304" pitchFamily="18" charset="0"/>
            </a:endParaRPr>
          </a:p>
          <a:p>
            <a:r>
              <a:rPr lang="en-IN" sz="1350" b="1" dirty="0">
                <a:latin typeface="Amasis MT Pro" panose="02040504050005020304" pitchFamily="18" charset="0"/>
              </a:rPr>
              <a:t>	     }</a:t>
            </a:r>
          </a:p>
          <a:p>
            <a:r>
              <a:rPr lang="en-IN" sz="1350" b="1" dirty="0">
                <a:latin typeface="Amasis MT Pro" panose="02040504050005020304" pitchFamily="18" charset="0"/>
              </a:rPr>
              <a:t>);</a:t>
            </a:r>
          </a:p>
          <a:p>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D74F5C82-F564-7669-13AF-9B63BD3374DA}"/>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17983183-CC12-5A5B-98E7-C63B04FF53F6}"/>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04966002-F67F-D858-C5A0-F50FBE982DA9}"/>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22500861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92E4F-EB87-BE56-A72F-59E62F2E4AE6}"/>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75F8595A-C9C1-C4BA-3E38-298B3A80A58C}"/>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Title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34FBD5B-F374-78DB-CE8B-A9E7716204C7}"/>
              </a:ext>
            </a:extLst>
          </p:cNvPr>
          <p:cNvSpPr txBox="1"/>
          <p:nvPr/>
        </p:nvSpPr>
        <p:spPr>
          <a:xfrm>
            <a:off x="134426" y="490759"/>
            <a:ext cx="8615133" cy="2377558"/>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How does it all works behind the scenes like the view and controller coordination</a:t>
            </a:r>
          </a:p>
          <a:p>
            <a:r>
              <a:rPr lang="en-IN" sz="1350" dirty="0">
                <a:latin typeface="Amasis MT Pro" panose="02040504050005020304" pitchFamily="18" charset="0"/>
              </a:rPr>
              <a:t>Can we have multiple controllers. – Yes we can have multiple controllers in an application</a:t>
            </a:r>
          </a:p>
          <a:p>
            <a:r>
              <a:rPr lang="en-IN" sz="1350" dirty="0">
                <a:latin typeface="Amasis MT Pro" panose="02040504050005020304" pitchFamily="18" charset="0"/>
              </a:rPr>
              <a:t>Can a view talk to multiple controllers – No, a view precisely point to exactly one controller</a:t>
            </a:r>
          </a:p>
          <a:p>
            <a:r>
              <a:rPr lang="en-IN" sz="1350" b="1" dirty="0">
                <a:latin typeface="Amasis MT Pro" panose="02040504050005020304" pitchFamily="18" charset="0"/>
              </a:rPr>
              <a:t>Can 2 view talk to one controller. – Yes, possible</a:t>
            </a:r>
          </a:p>
          <a:p>
            <a:r>
              <a:rPr lang="en-IN" sz="1350" dirty="0">
                <a:latin typeface="Amasis MT Pro" panose="02040504050005020304" pitchFamily="18" charset="0"/>
              </a:rPr>
              <a:t>What is the best practice for relation between view and controller. – Ideally we should have one to one relation between view and controller, </a:t>
            </a:r>
            <a:r>
              <a:rPr lang="en-IN" sz="1350" b="1" u="sng" dirty="0">
                <a:latin typeface="Amasis MT Pro" panose="02040504050005020304" pitchFamily="18" charset="0"/>
              </a:rPr>
              <a:t>We have 1 controller per view</a:t>
            </a:r>
            <a:r>
              <a:rPr lang="en-IN" sz="1350" dirty="0">
                <a:latin typeface="Amasis MT Pro" panose="02040504050005020304" pitchFamily="18" charset="0"/>
              </a:rPr>
              <a:t>. Usually we keep the controller name same as the view name so its easy to find in the large application.</a:t>
            </a:r>
          </a:p>
          <a:p>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dirty="0">
                <a:latin typeface="Amasis MT Pro" panose="02040504050005020304" pitchFamily="18" charset="0"/>
              </a:rPr>
              <a:t>Anubhav, you have taught us UI5 SDK, I was checking the SDK for the function </a:t>
            </a:r>
            <a:r>
              <a:rPr lang="en-IN" sz="1350" b="1" dirty="0" err="1">
                <a:latin typeface="Amasis MT Pro" panose="02040504050005020304" pitchFamily="18" charset="0"/>
              </a:rPr>
              <a:t>placeAt</a:t>
            </a:r>
            <a:r>
              <a:rPr lang="en-IN" sz="1350" b="1" dirty="0">
                <a:latin typeface="Amasis MT Pro" panose="02040504050005020304" pitchFamily="18" charset="0"/>
              </a:rPr>
              <a:t>, </a:t>
            </a:r>
            <a:r>
              <a:rPr lang="en-IN" sz="1350" dirty="0">
                <a:latin typeface="Amasis MT Pro" panose="02040504050005020304" pitchFamily="18" charset="0"/>
              </a:rPr>
              <a:t>but I cannot find it?</a:t>
            </a:r>
          </a:p>
          <a:p>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C72CF4E2-3C01-C398-7722-279F4DC6F241}"/>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27CBC22A-0AA2-D582-B3AC-BAF82177A5C6}"/>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9F94D4C6-35F0-B690-53C4-5321F5C9EE23}"/>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22826228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F4AD0-167F-3560-0E6D-2990B727756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702198F8-2664-8AE1-5A96-E9C3AAEC59A8}"/>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Under the hood</a:t>
            </a:r>
            <a:endParaRPr lang="en-IN" sz="2000"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47D860D-5D8E-1864-0690-1280E706BF0B}"/>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CE92261D-4FF7-E800-13FD-085BEA3650E7}"/>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9025D795-CDA3-2274-679B-B3319E959D8E}"/>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ABCCF6BC-57BF-E859-CC86-16A89D94CD97}"/>
              </a:ext>
            </a:extLst>
          </p:cNvPr>
          <p:cNvSpPr/>
          <p:nvPr/>
        </p:nvSpPr>
        <p:spPr>
          <a:xfrm>
            <a:off x="152400" y="590550"/>
            <a:ext cx="1828800" cy="1981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Index.html</a:t>
            </a:r>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sp>
        <p:nvSpPr>
          <p:cNvPr id="8" name="Rectangle 7">
            <a:extLst>
              <a:ext uri="{FF2B5EF4-FFF2-40B4-BE49-F238E27FC236}">
                <a16:creationId xmlns:a16="http://schemas.microsoft.com/office/drawing/2014/main" id="{A0480BD5-FD62-A042-83A8-CCDC95564C2B}"/>
              </a:ext>
            </a:extLst>
          </p:cNvPr>
          <p:cNvSpPr/>
          <p:nvPr/>
        </p:nvSpPr>
        <p:spPr>
          <a:xfrm>
            <a:off x="304800" y="971550"/>
            <a:ext cx="1524000" cy="6096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bootstrap</a:t>
            </a:r>
          </a:p>
        </p:txBody>
      </p:sp>
      <p:sp>
        <p:nvSpPr>
          <p:cNvPr id="9" name="Cloud 8">
            <a:extLst>
              <a:ext uri="{FF2B5EF4-FFF2-40B4-BE49-F238E27FC236}">
                <a16:creationId xmlns:a16="http://schemas.microsoft.com/office/drawing/2014/main" id="{18F2E0F7-B32A-6A6A-4187-D0C3AC5BF49F}"/>
              </a:ext>
            </a:extLst>
          </p:cNvPr>
          <p:cNvSpPr/>
          <p:nvPr/>
        </p:nvSpPr>
        <p:spPr>
          <a:xfrm>
            <a:off x="2362200" y="105387"/>
            <a:ext cx="1143000" cy="408963"/>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CDN</a:t>
            </a:r>
          </a:p>
        </p:txBody>
      </p:sp>
      <p:cxnSp>
        <p:nvCxnSpPr>
          <p:cNvPr id="11" name="Straight Arrow Connector 10">
            <a:extLst>
              <a:ext uri="{FF2B5EF4-FFF2-40B4-BE49-F238E27FC236}">
                <a16:creationId xmlns:a16="http://schemas.microsoft.com/office/drawing/2014/main" id="{921EEDEA-C389-D0B3-1DCA-EBEDF84ECECE}"/>
              </a:ext>
            </a:extLst>
          </p:cNvPr>
          <p:cNvCxnSpPr/>
          <p:nvPr/>
        </p:nvCxnSpPr>
        <p:spPr>
          <a:xfrm flipV="1">
            <a:off x="1828800" y="490760"/>
            <a:ext cx="685800" cy="63319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2" name="Straight Arrow Connector 11">
            <a:extLst>
              <a:ext uri="{FF2B5EF4-FFF2-40B4-BE49-F238E27FC236}">
                <a16:creationId xmlns:a16="http://schemas.microsoft.com/office/drawing/2014/main" id="{5E154B63-1C5D-0F81-6462-1A22B133DBBE}"/>
              </a:ext>
            </a:extLst>
          </p:cNvPr>
          <p:cNvCxnSpPr>
            <a:cxnSpLocks/>
            <a:endCxn id="8" idx="3"/>
          </p:cNvCxnSpPr>
          <p:nvPr/>
        </p:nvCxnSpPr>
        <p:spPr>
          <a:xfrm flipH="1">
            <a:off x="1828800" y="522650"/>
            <a:ext cx="843462" cy="75370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15" name="Rectangle 14">
            <a:extLst>
              <a:ext uri="{FF2B5EF4-FFF2-40B4-BE49-F238E27FC236}">
                <a16:creationId xmlns:a16="http://schemas.microsoft.com/office/drawing/2014/main" id="{9C9F6C2E-A898-FB6F-16FE-27EAD3DDA653}"/>
              </a:ext>
            </a:extLst>
          </p:cNvPr>
          <p:cNvSpPr/>
          <p:nvPr/>
        </p:nvSpPr>
        <p:spPr>
          <a:xfrm>
            <a:off x="278698" y="1741233"/>
            <a:ext cx="1524000" cy="6096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Locate and load our view</a:t>
            </a:r>
          </a:p>
        </p:txBody>
      </p:sp>
      <p:sp>
        <p:nvSpPr>
          <p:cNvPr id="16" name="Rectangle 15">
            <a:extLst>
              <a:ext uri="{FF2B5EF4-FFF2-40B4-BE49-F238E27FC236}">
                <a16:creationId xmlns:a16="http://schemas.microsoft.com/office/drawing/2014/main" id="{14768222-2FD2-CD9E-AB51-931A54B26CEE}"/>
              </a:ext>
            </a:extLst>
          </p:cNvPr>
          <p:cNvSpPr/>
          <p:nvPr/>
        </p:nvSpPr>
        <p:spPr>
          <a:xfrm>
            <a:off x="2543558" y="590550"/>
            <a:ext cx="3200400" cy="449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r>
              <a:rPr lang="en-IN" dirty="0"/>
              <a:t>UI5 Framework</a:t>
            </a:r>
          </a:p>
        </p:txBody>
      </p:sp>
      <p:cxnSp>
        <p:nvCxnSpPr>
          <p:cNvPr id="18" name="Straight Arrow Connector 17">
            <a:extLst>
              <a:ext uri="{FF2B5EF4-FFF2-40B4-BE49-F238E27FC236}">
                <a16:creationId xmlns:a16="http://schemas.microsoft.com/office/drawing/2014/main" id="{A79D4479-7E47-DED6-0002-B801E47E205C}"/>
              </a:ext>
            </a:extLst>
          </p:cNvPr>
          <p:cNvCxnSpPr>
            <a:stCxn id="15" idx="3"/>
          </p:cNvCxnSpPr>
          <p:nvPr/>
        </p:nvCxnSpPr>
        <p:spPr>
          <a:xfrm flipV="1">
            <a:off x="1802698" y="895350"/>
            <a:ext cx="2921702" cy="115068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 name="Oval 18">
            <a:extLst>
              <a:ext uri="{FF2B5EF4-FFF2-40B4-BE49-F238E27FC236}">
                <a16:creationId xmlns:a16="http://schemas.microsoft.com/office/drawing/2014/main" id="{C0B6A044-FD24-3962-3868-BCE07C11C2B5}"/>
              </a:ext>
            </a:extLst>
          </p:cNvPr>
          <p:cNvSpPr/>
          <p:nvPr/>
        </p:nvSpPr>
        <p:spPr>
          <a:xfrm>
            <a:off x="4724400" y="666750"/>
            <a:ext cx="914400" cy="457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19926F48-BB4C-5011-D1DC-989E8FD3A7E7}"/>
              </a:ext>
            </a:extLst>
          </p:cNvPr>
          <p:cNvSpPr/>
          <p:nvPr/>
        </p:nvSpPr>
        <p:spPr>
          <a:xfrm>
            <a:off x="5943600" y="298073"/>
            <a:ext cx="3048000" cy="21212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Main.view.js</a:t>
            </a:r>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sp>
        <p:nvSpPr>
          <p:cNvPr id="21" name="Rectangle 20">
            <a:extLst>
              <a:ext uri="{FF2B5EF4-FFF2-40B4-BE49-F238E27FC236}">
                <a16:creationId xmlns:a16="http://schemas.microsoft.com/office/drawing/2014/main" id="{E5F0E237-C18A-A6AD-B990-E9306281C426}"/>
              </a:ext>
            </a:extLst>
          </p:cNvPr>
          <p:cNvSpPr/>
          <p:nvPr/>
        </p:nvSpPr>
        <p:spPr>
          <a:xfrm>
            <a:off x="6222298" y="590550"/>
            <a:ext cx="2616902" cy="6858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IN" sz="1050" dirty="0" err="1">
                <a:latin typeface="72 Monospace" panose="020B0509030603020204" pitchFamily="49" charset="0"/>
                <a:cs typeface="72 Monospace" panose="020B0509030603020204" pitchFamily="49" charset="0"/>
              </a:rPr>
              <a:t>getControllerName</a:t>
            </a:r>
            <a:r>
              <a:rPr lang="en-IN" sz="1050" dirty="0">
                <a:latin typeface="72 Monospace" panose="020B0509030603020204" pitchFamily="49" charset="0"/>
                <a:cs typeface="72 Monospace" panose="020B0509030603020204" pitchFamily="49" charset="0"/>
              </a:rPr>
              <a:t>: function(){</a:t>
            </a:r>
          </a:p>
          <a:p>
            <a:r>
              <a:rPr lang="en-IN" sz="1050" dirty="0">
                <a:latin typeface="72 Monospace" panose="020B0509030603020204" pitchFamily="49" charset="0"/>
                <a:cs typeface="72 Monospace" panose="020B0509030603020204" pitchFamily="49" charset="0"/>
              </a:rPr>
              <a:t> return “</a:t>
            </a:r>
            <a:r>
              <a:rPr lang="en-IN" sz="900" u="sng" dirty="0">
                <a:latin typeface="72 Monospace" panose="020B0509030603020204" pitchFamily="49" charset="0"/>
                <a:cs typeface="72 Monospace" panose="020B0509030603020204" pitchFamily="49" charset="0"/>
              </a:rPr>
              <a:t>address of controller</a:t>
            </a:r>
            <a:r>
              <a:rPr lang="en-IN" sz="1050" dirty="0">
                <a:latin typeface="72 Monospace" panose="020B0509030603020204" pitchFamily="49" charset="0"/>
                <a:cs typeface="72 Monospace" panose="020B0509030603020204" pitchFamily="49" charset="0"/>
              </a:rPr>
              <a:t>”</a:t>
            </a:r>
          </a:p>
          <a:p>
            <a:r>
              <a:rPr lang="en-IN" sz="1050" dirty="0">
                <a:latin typeface="72 Monospace" panose="020B0509030603020204" pitchFamily="49" charset="0"/>
                <a:cs typeface="72 Monospace" panose="020B0509030603020204" pitchFamily="49" charset="0"/>
              </a:rPr>
              <a:t>}</a:t>
            </a:r>
          </a:p>
        </p:txBody>
      </p:sp>
      <p:cxnSp>
        <p:nvCxnSpPr>
          <p:cNvPr id="22" name="Straight Arrow Connector 21">
            <a:extLst>
              <a:ext uri="{FF2B5EF4-FFF2-40B4-BE49-F238E27FC236}">
                <a16:creationId xmlns:a16="http://schemas.microsoft.com/office/drawing/2014/main" id="{E812A699-D688-88B9-1809-B204AD5B37CE}"/>
              </a:ext>
            </a:extLst>
          </p:cNvPr>
          <p:cNvCxnSpPr>
            <a:cxnSpLocks/>
          </p:cNvCxnSpPr>
          <p:nvPr/>
        </p:nvCxnSpPr>
        <p:spPr>
          <a:xfrm>
            <a:off x="5638800" y="819150"/>
            <a:ext cx="58349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8FD2CAB2-11E5-3F70-1FE7-24FB9AD133B6}"/>
              </a:ext>
            </a:extLst>
          </p:cNvPr>
          <p:cNvCxnSpPr>
            <a:cxnSpLocks/>
          </p:cNvCxnSpPr>
          <p:nvPr/>
        </p:nvCxnSpPr>
        <p:spPr>
          <a:xfrm flipH="1">
            <a:off x="5612698" y="993336"/>
            <a:ext cx="6096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8" name="Straight Arrow Connector 27">
            <a:extLst>
              <a:ext uri="{FF2B5EF4-FFF2-40B4-BE49-F238E27FC236}">
                <a16:creationId xmlns:a16="http://schemas.microsoft.com/office/drawing/2014/main" id="{ADCA8CC1-8DC5-EB81-63DC-E71A0C6B4901}"/>
              </a:ext>
            </a:extLst>
          </p:cNvPr>
          <p:cNvCxnSpPr>
            <a:cxnSpLocks/>
          </p:cNvCxnSpPr>
          <p:nvPr/>
        </p:nvCxnSpPr>
        <p:spPr>
          <a:xfrm>
            <a:off x="5612698" y="1741233"/>
            <a:ext cx="58349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 name="Straight Arrow Connector 28">
            <a:extLst>
              <a:ext uri="{FF2B5EF4-FFF2-40B4-BE49-F238E27FC236}">
                <a16:creationId xmlns:a16="http://schemas.microsoft.com/office/drawing/2014/main" id="{6BAADC35-C566-4E82-095D-BA408E9D9DC7}"/>
              </a:ext>
            </a:extLst>
          </p:cNvPr>
          <p:cNvCxnSpPr>
            <a:cxnSpLocks/>
          </p:cNvCxnSpPr>
          <p:nvPr/>
        </p:nvCxnSpPr>
        <p:spPr>
          <a:xfrm flipH="1">
            <a:off x="5586596" y="1915419"/>
            <a:ext cx="6096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56911EBE-B864-69E2-1EA0-222FFC2E443F}"/>
              </a:ext>
            </a:extLst>
          </p:cNvPr>
          <p:cNvCxnSpPr>
            <a:cxnSpLocks/>
          </p:cNvCxnSpPr>
          <p:nvPr/>
        </p:nvCxnSpPr>
        <p:spPr>
          <a:xfrm>
            <a:off x="5512502" y="3028950"/>
            <a:ext cx="58349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a:extLst>
              <a:ext uri="{FF2B5EF4-FFF2-40B4-BE49-F238E27FC236}">
                <a16:creationId xmlns:a16="http://schemas.microsoft.com/office/drawing/2014/main" id="{A2FFE665-17F4-5ABA-9D7B-4900F559C1F4}"/>
              </a:ext>
            </a:extLst>
          </p:cNvPr>
          <p:cNvCxnSpPr>
            <a:cxnSpLocks/>
          </p:cNvCxnSpPr>
          <p:nvPr/>
        </p:nvCxnSpPr>
        <p:spPr>
          <a:xfrm flipH="1">
            <a:off x="5486400" y="3203136"/>
            <a:ext cx="6096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2" name="Rectangle: Rounded Corners 31">
            <a:extLst>
              <a:ext uri="{FF2B5EF4-FFF2-40B4-BE49-F238E27FC236}">
                <a16:creationId xmlns:a16="http://schemas.microsoft.com/office/drawing/2014/main" id="{1632B8A7-AC28-5725-C026-293F7796EE88}"/>
              </a:ext>
            </a:extLst>
          </p:cNvPr>
          <p:cNvSpPr/>
          <p:nvPr/>
        </p:nvSpPr>
        <p:spPr>
          <a:xfrm>
            <a:off x="6096000" y="2495550"/>
            <a:ext cx="2878376" cy="242466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r>
              <a:rPr lang="en-IN" dirty="0"/>
              <a:t>Main.cotntroller.js</a:t>
            </a:r>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cxnSp>
        <p:nvCxnSpPr>
          <p:cNvPr id="33" name="Straight Arrow Connector 32">
            <a:extLst>
              <a:ext uri="{FF2B5EF4-FFF2-40B4-BE49-F238E27FC236}">
                <a16:creationId xmlns:a16="http://schemas.microsoft.com/office/drawing/2014/main" id="{62CAEF28-99BC-CDCC-96C6-4C3F9701E3DD}"/>
              </a:ext>
            </a:extLst>
          </p:cNvPr>
          <p:cNvCxnSpPr>
            <a:cxnSpLocks/>
          </p:cNvCxnSpPr>
          <p:nvPr/>
        </p:nvCxnSpPr>
        <p:spPr>
          <a:xfrm>
            <a:off x="5512502" y="4095750"/>
            <a:ext cx="119309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4" name="Straight Arrow Connector 33">
            <a:extLst>
              <a:ext uri="{FF2B5EF4-FFF2-40B4-BE49-F238E27FC236}">
                <a16:creationId xmlns:a16="http://schemas.microsoft.com/office/drawing/2014/main" id="{0D485A54-C93D-3C21-24D7-2B399F921BEE}"/>
              </a:ext>
            </a:extLst>
          </p:cNvPr>
          <p:cNvCxnSpPr>
            <a:cxnSpLocks/>
          </p:cNvCxnSpPr>
          <p:nvPr/>
        </p:nvCxnSpPr>
        <p:spPr>
          <a:xfrm flipH="1">
            <a:off x="5486400" y="4269936"/>
            <a:ext cx="152610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9" name="Rectangle 38">
            <a:extLst>
              <a:ext uri="{FF2B5EF4-FFF2-40B4-BE49-F238E27FC236}">
                <a16:creationId xmlns:a16="http://schemas.microsoft.com/office/drawing/2014/main" id="{5D04A3C6-62FD-48C7-9A71-B94FDB92313B}"/>
              </a:ext>
            </a:extLst>
          </p:cNvPr>
          <p:cNvSpPr/>
          <p:nvPr/>
        </p:nvSpPr>
        <p:spPr>
          <a:xfrm>
            <a:off x="6705600" y="3871255"/>
            <a:ext cx="2007302" cy="6858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IN" sz="1050" dirty="0" err="1">
                <a:latin typeface="72 Monospace" panose="020B0509030603020204" pitchFamily="49" charset="0"/>
                <a:cs typeface="72 Monospace" panose="020B0509030603020204" pitchFamily="49" charset="0"/>
              </a:rPr>
              <a:t>onInit</a:t>
            </a:r>
            <a:r>
              <a:rPr lang="en-IN" sz="1050" dirty="0">
                <a:latin typeface="72 Monospace" panose="020B0509030603020204" pitchFamily="49" charset="0"/>
                <a:cs typeface="72 Monospace" panose="020B0509030603020204" pitchFamily="49" charset="0"/>
              </a:rPr>
              <a:t>: function(){</a:t>
            </a:r>
          </a:p>
          <a:p>
            <a:r>
              <a:rPr lang="en-IN" sz="1050" dirty="0">
                <a:latin typeface="72 Monospace" panose="020B0509030603020204" pitchFamily="49" charset="0"/>
                <a:cs typeface="72 Monospace" panose="020B0509030603020204" pitchFamily="49" charset="0"/>
              </a:rPr>
              <a:t>}</a:t>
            </a:r>
          </a:p>
        </p:txBody>
      </p:sp>
      <p:sp>
        <p:nvSpPr>
          <p:cNvPr id="40" name="Cube 39">
            <a:extLst>
              <a:ext uri="{FF2B5EF4-FFF2-40B4-BE49-F238E27FC236}">
                <a16:creationId xmlns:a16="http://schemas.microsoft.com/office/drawing/2014/main" id="{AE6A86B8-FDE3-BFFA-D4C4-FE1F488B4730}"/>
              </a:ext>
            </a:extLst>
          </p:cNvPr>
          <p:cNvSpPr/>
          <p:nvPr/>
        </p:nvSpPr>
        <p:spPr>
          <a:xfrm>
            <a:off x="4330485" y="2716469"/>
            <a:ext cx="1143000" cy="761997"/>
          </a:xfrm>
          <a:prstGeom prst="cub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err="1"/>
              <a:t>oCont</a:t>
            </a:r>
            <a:endParaRPr lang="en-IN" dirty="0"/>
          </a:p>
        </p:txBody>
      </p:sp>
      <p:sp>
        <p:nvSpPr>
          <p:cNvPr id="41" name="Oval 40">
            <a:extLst>
              <a:ext uri="{FF2B5EF4-FFF2-40B4-BE49-F238E27FC236}">
                <a16:creationId xmlns:a16="http://schemas.microsoft.com/office/drawing/2014/main" id="{B832ED09-C075-B145-C1BE-C48A8CD76942}"/>
              </a:ext>
            </a:extLst>
          </p:cNvPr>
          <p:cNvSpPr/>
          <p:nvPr/>
        </p:nvSpPr>
        <p:spPr>
          <a:xfrm>
            <a:off x="4454031" y="1574203"/>
            <a:ext cx="1144188" cy="457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Arrow: Curved Right 41">
            <a:extLst>
              <a:ext uri="{FF2B5EF4-FFF2-40B4-BE49-F238E27FC236}">
                <a16:creationId xmlns:a16="http://schemas.microsoft.com/office/drawing/2014/main" id="{C0D98B52-E678-B77C-9E04-6BAF40019DE1}"/>
              </a:ext>
            </a:extLst>
          </p:cNvPr>
          <p:cNvSpPr/>
          <p:nvPr/>
        </p:nvSpPr>
        <p:spPr>
          <a:xfrm flipV="1">
            <a:off x="3983907" y="1680190"/>
            <a:ext cx="441166" cy="144779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3" name="Rectangle 42">
            <a:extLst>
              <a:ext uri="{FF2B5EF4-FFF2-40B4-BE49-F238E27FC236}">
                <a16:creationId xmlns:a16="http://schemas.microsoft.com/office/drawing/2014/main" id="{1B751A25-A761-FF07-B837-F16F82405C2F}"/>
              </a:ext>
            </a:extLst>
          </p:cNvPr>
          <p:cNvSpPr/>
          <p:nvPr/>
        </p:nvSpPr>
        <p:spPr>
          <a:xfrm>
            <a:off x="6222298" y="1336237"/>
            <a:ext cx="2616902" cy="101459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IN" sz="1050" dirty="0" err="1">
                <a:latin typeface="72 Monospace" panose="020B0509030603020204" pitchFamily="49" charset="0"/>
                <a:cs typeface="72 Monospace" panose="020B0509030603020204" pitchFamily="49" charset="0"/>
              </a:rPr>
              <a:t>createContent</a:t>
            </a:r>
            <a:r>
              <a:rPr lang="en-IN" sz="1050" dirty="0">
                <a:latin typeface="72 Monospace" panose="020B0509030603020204" pitchFamily="49" charset="0"/>
                <a:cs typeface="72 Monospace" panose="020B0509030603020204" pitchFamily="49" charset="0"/>
              </a:rPr>
              <a:t>: function(</a:t>
            </a:r>
            <a:r>
              <a:rPr lang="en-IN" sz="1050" dirty="0" err="1">
                <a:latin typeface="72 Monospace" panose="020B0509030603020204" pitchFamily="49" charset="0"/>
                <a:cs typeface="72 Monospace" panose="020B0509030603020204" pitchFamily="49" charset="0"/>
              </a:rPr>
              <a:t>oCon</a:t>
            </a:r>
            <a:r>
              <a:rPr lang="en-IN" sz="1050" dirty="0">
                <a:latin typeface="72 Monospace" panose="020B0509030603020204" pitchFamily="49" charset="0"/>
                <a:cs typeface="72 Monospace" panose="020B0509030603020204" pitchFamily="49" charset="0"/>
              </a:rPr>
              <a:t>){</a:t>
            </a:r>
          </a:p>
          <a:p>
            <a:r>
              <a:rPr lang="en-IN" sz="1050" dirty="0">
                <a:latin typeface="72 Monospace" panose="020B0509030603020204" pitchFamily="49" charset="0"/>
                <a:cs typeface="72 Monospace" panose="020B0509030603020204" pitchFamily="49" charset="0"/>
              </a:rPr>
              <a:t>  --our UI logic</a:t>
            </a:r>
          </a:p>
          <a:p>
            <a:r>
              <a:rPr lang="en-IN" sz="1050" dirty="0">
                <a:latin typeface="72 Monospace" panose="020B0509030603020204" pitchFamily="49" charset="0"/>
                <a:cs typeface="72 Monospace" panose="020B0509030603020204" pitchFamily="49" charset="0"/>
              </a:rPr>
              <a:t>  return [</a:t>
            </a:r>
            <a:r>
              <a:rPr lang="en-IN" sz="1050" dirty="0" err="1">
                <a:latin typeface="72 Monospace" panose="020B0509030603020204" pitchFamily="49" charset="0"/>
                <a:cs typeface="72 Monospace" panose="020B0509030603020204" pitchFamily="49" charset="0"/>
              </a:rPr>
              <a:t>oLabel,oInp</a:t>
            </a:r>
            <a:r>
              <a:rPr lang="en-IN" sz="1050" dirty="0">
                <a:latin typeface="72 Monospace" panose="020B0509030603020204" pitchFamily="49" charset="0"/>
                <a:cs typeface="72 Monospace" panose="020B0509030603020204" pitchFamily="49" charset="0"/>
              </a:rPr>
              <a:t>, </a:t>
            </a:r>
            <a:r>
              <a:rPr lang="en-IN" sz="1050" dirty="0" err="1">
                <a:latin typeface="72 Monospace" panose="020B0509030603020204" pitchFamily="49" charset="0"/>
                <a:cs typeface="72 Monospace" panose="020B0509030603020204" pitchFamily="49" charset="0"/>
              </a:rPr>
              <a:t>oBtn</a:t>
            </a:r>
            <a:r>
              <a:rPr lang="en-IN" sz="1050" dirty="0">
                <a:latin typeface="72 Monospace" panose="020B0509030603020204" pitchFamily="49" charset="0"/>
                <a:cs typeface="72 Monospace" panose="020B0509030603020204" pitchFamily="49" charset="0"/>
              </a:rPr>
              <a:t>]</a:t>
            </a:r>
          </a:p>
          <a:p>
            <a:r>
              <a:rPr lang="en-IN" sz="1050" dirty="0">
                <a:latin typeface="72 Monospace" panose="020B0509030603020204" pitchFamily="49" charset="0"/>
                <a:cs typeface="72 Monospace" panose="020B0509030603020204" pitchFamily="49" charset="0"/>
              </a:rPr>
              <a:t>}</a:t>
            </a:r>
          </a:p>
        </p:txBody>
      </p:sp>
      <p:sp>
        <p:nvSpPr>
          <p:cNvPr id="44" name="Rectangle: Rounded Corners 43">
            <a:extLst>
              <a:ext uri="{FF2B5EF4-FFF2-40B4-BE49-F238E27FC236}">
                <a16:creationId xmlns:a16="http://schemas.microsoft.com/office/drawing/2014/main" id="{5C4F709D-E3D0-D081-26CF-CF5FAB81C568}"/>
              </a:ext>
            </a:extLst>
          </p:cNvPr>
          <p:cNvSpPr/>
          <p:nvPr/>
        </p:nvSpPr>
        <p:spPr>
          <a:xfrm>
            <a:off x="2681479" y="3653701"/>
            <a:ext cx="1752600" cy="91440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Renderer</a:t>
            </a:r>
          </a:p>
        </p:txBody>
      </p:sp>
      <p:cxnSp>
        <p:nvCxnSpPr>
          <p:cNvPr id="45" name="Straight Arrow Connector 44">
            <a:extLst>
              <a:ext uri="{FF2B5EF4-FFF2-40B4-BE49-F238E27FC236}">
                <a16:creationId xmlns:a16="http://schemas.microsoft.com/office/drawing/2014/main" id="{CB9DC2B7-0D13-41A4-A8DA-35A36F556D33}"/>
              </a:ext>
            </a:extLst>
          </p:cNvPr>
          <p:cNvCxnSpPr>
            <a:cxnSpLocks/>
          </p:cNvCxnSpPr>
          <p:nvPr/>
        </p:nvCxnSpPr>
        <p:spPr>
          <a:xfrm flipH="1">
            <a:off x="3048000" y="1962150"/>
            <a:ext cx="1686376" cy="169155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7" name="Arrow: Right 46">
            <a:extLst>
              <a:ext uri="{FF2B5EF4-FFF2-40B4-BE49-F238E27FC236}">
                <a16:creationId xmlns:a16="http://schemas.microsoft.com/office/drawing/2014/main" id="{CEDC8C65-2AA1-C12B-946D-A8005BE2C42D}"/>
              </a:ext>
            </a:extLst>
          </p:cNvPr>
          <p:cNvSpPr/>
          <p:nvPr/>
        </p:nvSpPr>
        <p:spPr>
          <a:xfrm flipH="1">
            <a:off x="1679715" y="3638550"/>
            <a:ext cx="992547" cy="6313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Rectangle 47">
            <a:extLst>
              <a:ext uri="{FF2B5EF4-FFF2-40B4-BE49-F238E27FC236}">
                <a16:creationId xmlns:a16="http://schemas.microsoft.com/office/drawing/2014/main" id="{84CFBF98-7EEC-4E2A-F1A6-08812187AA8E}"/>
              </a:ext>
            </a:extLst>
          </p:cNvPr>
          <p:cNvSpPr/>
          <p:nvPr/>
        </p:nvSpPr>
        <p:spPr>
          <a:xfrm>
            <a:off x="103474" y="3639392"/>
            <a:ext cx="1524000" cy="6096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HTML+CSS</a:t>
            </a:r>
          </a:p>
        </p:txBody>
      </p:sp>
      <p:sp>
        <p:nvSpPr>
          <p:cNvPr id="49" name="Oval 48">
            <a:extLst>
              <a:ext uri="{FF2B5EF4-FFF2-40B4-BE49-F238E27FC236}">
                <a16:creationId xmlns:a16="http://schemas.microsoft.com/office/drawing/2014/main" id="{855CC9DE-9088-DA48-E858-6ECD01CBD4FF}"/>
              </a:ext>
            </a:extLst>
          </p:cNvPr>
          <p:cNvSpPr/>
          <p:nvPr/>
        </p:nvSpPr>
        <p:spPr>
          <a:xfrm>
            <a:off x="22888" y="438150"/>
            <a:ext cx="467176" cy="381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1</a:t>
            </a:r>
          </a:p>
        </p:txBody>
      </p:sp>
      <p:sp>
        <p:nvSpPr>
          <p:cNvPr id="50" name="Oval 49">
            <a:extLst>
              <a:ext uri="{FF2B5EF4-FFF2-40B4-BE49-F238E27FC236}">
                <a16:creationId xmlns:a16="http://schemas.microsoft.com/office/drawing/2014/main" id="{621B522B-4AA5-F840-3A46-20F3653514E1}"/>
              </a:ext>
            </a:extLst>
          </p:cNvPr>
          <p:cNvSpPr/>
          <p:nvPr/>
        </p:nvSpPr>
        <p:spPr>
          <a:xfrm>
            <a:off x="1981200" y="609803"/>
            <a:ext cx="467176" cy="38100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2</a:t>
            </a:r>
          </a:p>
        </p:txBody>
      </p:sp>
      <p:sp>
        <p:nvSpPr>
          <p:cNvPr id="51" name="Oval 50">
            <a:extLst>
              <a:ext uri="{FF2B5EF4-FFF2-40B4-BE49-F238E27FC236}">
                <a16:creationId xmlns:a16="http://schemas.microsoft.com/office/drawing/2014/main" id="{60377FDC-192C-F75D-1708-AA3E73654A46}"/>
              </a:ext>
            </a:extLst>
          </p:cNvPr>
          <p:cNvSpPr/>
          <p:nvPr/>
        </p:nvSpPr>
        <p:spPr>
          <a:xfrm>
            <a:off x="5701676" y="735779"/>
            <a:ext cx="405541" cy="33778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3</a:t>
            </a:r>
          </a:p>
        </p:txBody>
      </p:sp>
      <p:sp>
        <p:nvSpPr>
          <p:cNvPr id="52" name="Oval 51">
            <a:extLst>
              <a:ext uri="{FF2B5EF4-FFF2-40B4-BE49-F238E27FC236}">
                <a16:creationId xmlns:a16="http://schemas.microsoft.com/office/drawing/2014/main" id="{2A097368-5D51-E4BC-C672-E72E581459B7}"/>
              </a:ext>
            </a:extLst>
          </p:cNvPr>
          <p:cNvSpPr/>
          <p:nvPr/>
        </p:nvSpPr>
        <p:spPr>
          <a:xfrm>
            <a:off x="5588429" y="2957863"/>
            <a:ext cx="405541" cy="33778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4</a:t>
            </a:r>
          </a:p>
        </p:txBody>
      </p:sp>
      <p:sp>
        <p:nvSpPr>
          <p:cNvPr id="53" name="Oval 52">
            <a:extLst>
              <a:ext uri="{FF2B5EF4-FFF2-40B4-BE49-F238E27FC236}">
                <a16:creationId xmlns:a16="http://schemas.microsoft.com/office/drawing/2014/main" id="{9DD29774-0A18-5BA8-B479-FD5721672E2E}"/>
              </a:ext>
            </a:extLst>
          </p:cNvPr>
          <p:cNvSpPr/>
          <p:nvPr/>
        </p:nvSpPr>
        <p:spPr>
          <a:xfrm>
            <a:off x="5750889" y="3999780"/>
            <a:ext cx="405541" cy="33778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5</a:t>
            </a:r>
          </a:p>
        </p:txBody>
      </p:sp>
      <p:sp>
        <p:nvSpPr>
          <p:cNvPr id="56" name="Oval 55">
            <a:extLst>
              <a:ext uri="{FF2B5EF4-FFF2-40B4-BE49-F238E27FC236}">
                <a16:creationId xmlns:a16="http://schemas.microsoft.com/office/drawing/2014/main" id="{B5A20B71-851E-BE1E-DF1B-1C0DD4550B0B}"/>
              </a:ext>
            </a:extLst>
          </p:cNvPr>
          <p:cNvSpPr/>
          <p:nvPr/>
        </p:nvSpPr>
        <p:spPr>
          <a:xfrm>
            <a:off x="3851795" y="2066301"/>
            <a:ext cx="405541" cy="33778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6</a:t>
            </a:r>
          </a:p>
        </p:txBody>
      </p:sp>
      <p:sp>
        <p:nvSpPr>
          <p:cNvPr id="57" name="Oval 56">
            <a:extLst>
              <a:ext uri="{FF2B5EF4-FFF2-40B4-BE49-F238E27FC236}">
                <a16:creationId xmlns:a16="http://schemas.microsoft.com/office/drawing/2014/main" id="{E2D43AB8-0345-3261-E325-E8DF24134687}"/>
              </a:ext>
            </a:extLst>
          </p:cNvPr>
          <p:cNvSpPr/>
          <p:nvPr/>
        </p:nvSpPr>
        <p:spPr>
          <a:xfrm>
            <a:off x="5673299" y="1636805"/>
            <a:ext cx="405541" cy="33778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7</a:t>
            </a:r>
          </a:p>
        </p:txBody>
      </p:sp>
      <p:sp>
        <p:nvSpPr>
          <p:cNvPr id="58" name="Oval 57">
            <a:extLst>
              <a:ext uri="{FF2B5EF4-FFF2-40B4-BE49-F238E27FC236}">
                <a16:creationId xmlns:a16="http://schemas.microsoft.com/office/drawing/2014/main" id="{3F680E03-E252-81A0-C829-FF01C13018B4}"/>
              </a:ext>
            </a:extLst>
          </p:cNvPr>
          <p:cNvSpPr/>
          <p:nvPr/>
        </p:nvSpPr>
        <p:spPr>
          <a:xfrm>
            <a:off x="3429094" y="2934854"/>
            <a:ext cx="405541" cy="33778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8</a:t>
            </a:r>
          </a:p>
        </p:txBody>
      </p:sp>
      <p:sp>
        <p:nvSpPr>
          <p:cNvPr id="59" name="Oval 58">
            <a:extLst>
              <a:ext uri="{FF2B5EF4-FFF2-40B4-BE49-F238E27FC236}">
                <a16:creationId xmlns:a16="http://schemas.microsoft.com/office/drawing/2014/main" id="{E354A3E3-6708-00BF-2A36-A0DC3E7BC603}"/>
              </a:ext>
            </a:extLst>
          </p:cNvPr>
          <p:cNvSpPr/>
          <p:nvPr/>
        </p:nvSpPr>
        <p:spPr>
          <a:xfrm>
            <a:off x="2035988" y="3775298"/>
            <a:ext cx="405541" cy="337787"/>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9</a:t>
            </a:r>
          </a:p>
        </p:txBody>
      </p:sp>
    </p:spTree>
    <p:extLst>
      <p:ext uri="{BB962C8B-B14F-4D97-AF65-F5344CB8AC3E}">
        <p14:creationId xmlns:p14="http://schemas.microsoft.com/office/powerpoint/2010/main" val="12505714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EB205-9E54-C213-1495-7B48C8DEA052}"/>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3190B501-D85D-7D25-8FBB-4F73F2932EDD}"/>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Control Hierarchy</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B65D97-EBF7-99D0-6AA8-3C43B5E8CFDB}"/>
              </a:ext>
            </a:extLst>
          </p:cNvPr>
          <p:cNvSpPr txBox="1"/>
          <p:nvPr/>
        </p:nvSpPr>
        <p:spPr>
          <a:xfrm>
            <a:off x="134426" y="490759"/>
            <a:ext cx="8615133" cy="300066"/>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Represents the OO Design pattern which is followed by SAP to design the framework</a:t>
            </a:r>
          </a:p>
        </p:txBody>
      </p:sp>
      <p:sp>
        <p:nvSpPr>
          <p:cNvPr id="4" name="TextBox 3">
            <a:extLst>
              <a:ext uri="{FF2B5EF4-FFF2-40B4-BE49-F238E27FC236}">
                <a16:creationId xmlns:a16="http://schemas.microsoft.com/office/drawing/2014/main" id="{438899DC-17EA-E45D-1C87-BE5D59E7DA96}"/>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8236ABF6-F2A0-4FA5-0709-85B7F625B737}"/>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FAF0D401-A336-8252-9D0D-DF66A9F01961}"/>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38D58001-3747-9F94-33CD-5B424F22E482}"/>
              </a:ext>
            </a:extLst>
          </p:cNvPr>
          <p:cNvSpPr/>
          <p:nvPr/>
        </p:nvSpPr>
        <p:spPr>
          <a:xfrm>
            <a:off x="228600" y="4324350"/>
            <a:ext cx="15240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err="1">
                <a:latin typeface="72 Condensed" panose="020B0506030000000003" pitchFamily="34" charset="0"/>
                <a:cs typeface="72 Condensed" panose="020B0506030000000003" pitchFamily="34" charset="0"/>
              </a:rPr>
              <a:t>sap.m.Button</a:t>
            </a:r>
            <a:endParaRPr lang="en-IN" sz="1600" b="1" dirty="0">
              <a:latin typeface="72 Condensed" panose="020B0506030000000003" pitchFamily="34" charset="0"/>
              <a:cs typeface="72 Condensed" panose="020B0506030000000003" pitchFamily="34" charset="0"/>
            </a:endParaRPr>
          </a:p>
        </p:txBody>
      </p:sp>
      <p:sp>
        <p:nvSpPr>
          <p:cNvPr id="8" name="Rectangle 7">
            <a:extLst>
              <a:ext uri="{FF2B5EF4-FFF2-40B4-BE49-F238E27FC236}">
                <a16:creationId xmlns:a16="http://schemas.microsoft.com/office/drawing/2014/main" id="{CA390FA7-B691-B60D-D61A-E8EE5BACA706}"/>
              </a:ext>
            </a:extLst>
          </p:cNvPr>
          <p:cNvSpPr/>
          <p:nvPr/>
        </p:nvSpPr>
        <p:spPr>
          <a:xfrm>
            <a:off x="1910654" y="4321719"/>
            <a:ext cx="15240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err="1">
                <a:latin typeface="72 Condensed" panose="020B0506030000000003" pitchFamily="34" charset="0"/>
                <a:cs typeface="72 Condensed" panose="020B0506030000000003" pitchFamily="34" charset="0"/>
              </a:rPr>
              <a:t>sap.m.Input</a:t>
            </a:r>
            <a:endParaRPr lang="en-IN" sz="1600" b="1" dirty="0">
              <a:latin typeface="72 Condensed" panose="020B0506030000000003" pitchFamily="34" charset="0"/>
              <a:cs typeface="72 Condensed" panose="020B0506030000000003" pitchFamily="34" charset="0"/>
            </a:endParaRPr>
          </a:p>
        </p:txBody>
      </p:sp>
      <p:sp>
        <p:nvSpPr>
          <p:cNvPr id="9" name="Rectangle 8">
            <a:extLst>
              <a:ext uri="{FF2B5EF4-FFF2-40B4-BE49-F238E27FC236}">
                <a16:creationId xmlns:a16="http://schemas.microsoft.com/office/drawing/2014/main" id="{4EE7FA0B-2D4F-80C4-C75D-723243F5017E}"/>
              </a:ext>
            </a:extLst>
          </p:cNvPr>
          <p:cNvSpPr/>
          <p:nvPr/>
        </p:nvSpPr>
        <p:spPr>
          <a:xfrm>
            <a:off x="3609548" y="4321719"/>
            <a:ext cx="15240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err="1">
                <a:latin typeface="72 Condensed" panose="020B0506030000000003" pitchFamily="34" charset="0"/>
                <a:cs typeface="72 Condensed" panose="020B0506030000000003" pitchFamily="34" charset="0"/>
              </a:rPr>
              <a:t>sap.m.Label</a:t>
            </a:r>
            <a:endParaRPr lang="en-IN" sz="1600" b="1" dirty="0">
              <a:latin typeface="72 Condensed" panose="020B0506030000000003" pitchFamily="34" charset="0"/>
              <a:cs typeface="72 Condensed" panose="020B0506030000000003" pitchFamily="34" charset="0"/>
            </a:endParaRPr>
          </a:p>
        </p:txBody>
      </p:sp>
      <p:sp>
        <p:nvSpPr>
          <p:cNvPr id="10" name="Rectangle 9">
            <a:extLst>
              <a:ext uri="{FF2B5EF4-FFF2-40B4-BE49-F238E27FC236}">
                <a16:creationId xmlns:a16="http://schemas.microsoft.com/office/drawing/2014/main" id="{EFA16DB7-7039-0488-BD51-904279BAD869}"/>
              </a:ext>
            </a:extLst>
          </p:cNvPr>
          <p:cNvSpPr/>
          <p:nvPr/>
        </p:nvSpPr>
        <p:spPr>
          <a:xfrm>
            <a:off x="5257800" y="4321719"/>
            <a:ext cx="15240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err="1">
                <a:latin typeface="72 Condensed" panose="020B0506030000000003" pitchFamily="34" charset="0"/>
                <a:cs typeface="72 Condensed" panose="020B0506030000000003" pitchFamily="34" charset="0"/>
              </a:rPr>
              <a:t>sap.ui.core.View</a:t>
            </a:r>
            <a:endParaRPr lang="en-IN" sz="1600" b="1" dirty="0">
              <a:latin typeface="72 Condensed" panose="020B0506030000000003" pitchFamily="34" charset="0"/>
              <a:cs typeface="72 Condensed" panose="020B0506030000000003" pitchFamily="34" charset="0"/>
            </a:endParaRPr>
          </a:p>
        </p:txBody>
      </p:sp>
      <p:sp>
        <p:nvSpPr>
          <p:cNvPr id="11" name="Rectangle 10">
            <a:extLst>
              <a:ext uri="{FF2B5EF4-FFF2-40B4-BE49-F238E27FC236}">
                <a16:creationId xmlns:a16="http://schemas.microsoft.com/office/drawing/2014/main" id="{20B373CC-CC42-1441-F7E1-D0E5DD989908}"/>
              </a:ext>
            </a:extLst>
          </p:cNvPr>
          <p:cNvSpPr/>
          <p:nvPr/>
        </p:nvSpPr>
        <p:spPr>
          <a:xfrm>
            <a:off x="6906052" y="4321719"/>
            <a:ext cx="1893158"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err="1">
                <a:latin typeface="72 Condensed" panose="020B0506030000000003" pitchFamily="34" charset="0"/>
                <a:cs typeface="72 Condensed" panose="020B0506030000000003" pitchFamily="34" charset="0"/>
              </a:rPr>
              <a:t>sap.ui.table.Table</a:t>
            </a:r>
            <a:endParaRPr lang="en-IN" sz="1600" b="1" dirty="0">
              <a:latin typeface="72 Condensed" panose="020B0506030000000003" pitchFamily="34" charset="0"/>
              <a:cs typeface="72 Condensed" panose="020B0506030000000003" pitchFamily="34" charset="0"/>
            </a:endParaRPr>
          </a:p>
        </p:txBody>
      </p:sp>
      <p:sp>
        <p:nvSpPr>
          <p:cNvPr id="12" name="Rectangle 11">
            <a:extLst>
              <a:ext uri="{FF2B5EF4-FFF2-40B4-BE49-F238E27FC236}">
                <a16:creationId xmlns:a16="http://schemas.microsoft.com/office/drawing/2014/main" id="{EE3BD01C-7D0B-41BC-A372-4CDDB3087D91}"/>
              </a:ext>
            </a:extLst>
          </p:cNvPr>
          <p:cNvSpPr/>
          <p:nvPr/>
        </p:nvSpPr>
        <p:spPr>
          <a:xfrm>
            <a:off x="2895600" y="3105149"/>
            <a:ext cx="2667000" cy="4571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err="1">
                <a:latin typeface="72 Condensed" panose="020B0506030000000003" pitchFamily="34" charset="0"/>
                <a:cs typeface="72 Condensed" panose="020B0506030000000003" pitchFamily="34" charset="0"/>
              </a:rPr>
              <a:t>sap.ui.core.Control</a:t>
            </a:r>
            <a:endParaRPr lang="en-IN" sz="1600" b="1" dirty="0">
              <a:latin typeface="72 Condensed" panose="020B0506030000000003" pitchFamily="34" charset="0"/>
              <a:cs typeface="72 Condensed" panose="020B0506030000000003" pitchFamily="34" charset="0"/>
            </a:endParaRPr>
          </a:p>
        </p:txBody>
      </p:sp>
      <p:cxnSp>
        <p:nvCxnSpPr>
          <p:cNvPr id="14" name="Connector: Elbow 13">
            <a:extLst>
              <a:ext uri="{FF2B5EF4-FFF2-40B4-BE49-F238E27FC236}">
                <a16:creationId xmlns:a16="http://schemas.microsoft.com/office/drawing/2014/main" id="{0368E7C6-0E57-FA5C-40DE-D309AC5F16DB}"/>
              </a:ext>
            </a:extLst>
          </p:cNvPr>
          <p:cNvCxnSpPr>
            <a:cxnSpLocks/>
            <a:stCxn id="7" idx="0"/>
            <a:endCxn id="12" idx="2"/>
          </p:cNvCxnSpPr>
          <p:nvPr/>
        </p:nvCxnSpPr>
        <p:spPr>
          <a:xfrm rot="5400000" flipH="1" flipV="1">
            <a:off x="2228849" y="2324099"/>
            <a:ext cx="762002" cy="3238500"/>
          </a:xfrm>
          <a:prstGeom prst="bentConnector3">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Connector: Elbow 14">
            <a:extLst>
              <a:ext uri="{FF2B5EF4-FFF2-40B4-BE49-F238E27FC236}">
                <a16:creationId xmlns:a16="http://schemas.microsoft.com/office/drawing/2014/main" id="{164B44FB-B96C-258D-068C-C96ECFCD62F4}"/>
              </a:ext>
            </a:extLst>
          </p:cNvPr>
          <p:cNvCxnSpPr>
            <a:cxnSpLocks/>
            <a:stCxn id="8" idx="0"/>
            <a:endCxn id="12" idx="2"/>
          </p:cNvCxnSpPr>
          <p:nvPr/>
        </p:nvCxnSpPr>
        <p:spPr>
          <a:xfrm rot="5400000" flipH="1" flipV="1">
            <a:off x="3071192" y="3163811"/>
            <a:ext cx="759371" cy="1556446"/>
          </a:xfrm>
          <a:prstGeom prst="bentConnector3">
            <a:avLst>
              <a:gd name="adj1" fmla="val 50000"/>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Connector: Elbow 17">
            <a:extLst>
              <a:ext uri="{FF2B5EF4-FFF2-40B4-BE49-F238E27FC236}">
                <a16:creationId xmlns:a16="http://schemas.microsoft.com/office/drawing/2014/main" id="{26AC7392-9BF8-1896-37E1-6CD0DBD39E76}"/>
              </a:ext>
            </a:extLst>
          </p:cNvPr>
          <p:cNvCxnSpPr>
            <a:cxnSpLocks/>
            <a:stCxn id="9" idx="0"/>
            <a:endCxn id="12" idx="2"/>
          </p:cNvCxnSpPr>
          <p:nvPr/>
        </p:nvCxnSpPr>
        <p:spPr>
          <a:xfrm rot="16200000" flipV="1">
            <a:off x="3920639" y="3870810"/>
            <a:ext cx="759371" cy="142448"/>
          </a:xfrm>
          <a:prstGeom prst="bentConnector3">
            <a:avLst>
              <a:gd name="adj1" fmla="val 50000"/>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Connector: Elbow 20">
            <a:extLst>
              <a:ext uri="{FF2B5EF4-FFF2-40B4-BE49-F238E27FC236}">
                <a16:creationId xmlns:a16="http://schemas.microsoft.com/office/drawing/2014/main" id="{7652A212-6A44-672C-242E-1DC83EAA5D20}"/>
              </a:ext>
            </a:extLst>
          </p:cNvPr>
          <p:cNvCxnSpPr>
            <a:cxnSpLocks/>
            <a:stCxn id="10" idx="0"/>
            <a:endCxn id="12" idx="2"/>
          </p:cNvCxnSpPr>
          <p:nvPr/>
        </p:nvCxnSpPr>
        <p:spPr>
          <a:xfrm rot="16200000" flipV="1">
            <a:off x="4744765" y="3046684"/>
            <a:ext cx="759371" cy="1790700"/>
          </a:xfrm>
          <a:prstGeom prst="bentConnector3">
            <a:avLst>
              <a:gd name="adj1" fmla="val 50000"/>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Connector: Elbow 23">
            <a:extLst>
              <a:ext uri="{FF2B5EF4-FFF2-40B4-BE49-F238E27FC236}">
                <a16:creationId xmlns:a16="http://schemas.microsoft.com/office/drawing/2014/main" id="{52DA9B95-4654-15FC-614E-983C9CB5A032}"/>
              </a:ext>
            </a:extLst>
          </p:cNvPr>
          <p:cNvCxnSpPr>
            <a:cxnSpLocks/>
          </p:cNvCxnSpPr>
          <p:nvPr/>
        </p:nvCxnSpPr>
        <p:spPr>
          <a:xfrm rot="16200000" flipV="1">
            <a:off x="5640116" y="2130268"/>
            <a:ext cx="759371" cy="3623531"/>
          </a:xfrm>
          <a:prstGeom prst="bentConnector3">
            <a:avLst>
              <a:gd name="adj1" fmla="val 50000"/>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7" name="Rectangle 36">
            <a:extLst>
              <a:ext uri="{FF2B5EF4-FFF2-40B4-BE49-F238E27FC236}">
                <a16:creationId xmlns:a16="http://schemas.microsoft.com/office/drawing/2014/main" id="{35AA1D36-C18F-9D50-1656-2F314FD4C6B9}"/>
              </a:ext>
            </a:extLst>
          </p:cNvPr>
          <p:cNvSpPr/>
          <p:nvPr/>
        </p:nvSpPr>
        <p:spPr>
          <a:xfrm>
            <a:off x="2895600" y="2268264"/>
            <a:ext cx="2667000" cy="4571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err="1">
                <a:latin typeface="72 Condensed" panose="020B0506030000000003" pitchFamily="34" charset="0"/>
                <a:cs typeface="72 Condensed" panose="020B0506030000000003" pitchFamily="34" charset="0"/>
              </a:rPr>
              <a:t>sap.ui.core.Element</a:t>
            </a:r>
            <a:endParaRPr lang="en-IN" sz="1600" b="1" dirty="0">
              <a:latin typeface="72 Condensed" panose="020B0506030000000003" pitchFamily="34" charset="0"/>
              <a:cs typeface="72 Condensed" panose="020B0506030000000003" pitchFamily="34" charset="0"/>
            </a:endParaRPr>
          </a:p>
        </p:txBody>
      </p:sp>
      <p:cxnSp>
        <p:nvCxnSpPr>
          <p:cNvPr id="39" name="Straight Arrow Connector 38">
            <a:extLst>
              <a:ext uri="{FF2B5EF4-FFF2-40B4-BE49-F238E27FC236}">
                <a16:creationId xmlns:a16="http://schemas.microsoft.com/office/drawing/2014/main" id="{08BC53F0-716B-C97B-CCB6-57DD07D8ADA9}"/>
              </a:ext>
            </a:extLst>
          </p:cNvPr>
          <p:cNvCxnSpPr>
            <a:stCxn id="12" idx="0"/>
            <a:endCxn id="37" idx="2"/>
          </p:cNvCxnSpPr>
          <p:nvPr/>
        </p:nvCxnSpPr>
        <p:spPr>
          <a:xfrm flipV="1">
            <a:off x="4229100" y="2725463"/>
            <a:ext cx="0" cy="3796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FF567DBC-9E1F-60F2-2CC8-97B437D10DB2}"/>
              </a:ext>
            </a:extLst>
          </p:cNvPr>
          <p:cNvSpPr/>
          <p:nvPr/>
        </p:nvSpPr>
        <p:spPr>
          <a:xfrm>
            <a:off x="2895600" y="1397991"/>
            <a:ext cx="2667000" cy="4571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err="1">
                <a:solidFill>
                  <a:schemeClr val="bg2"/>
                </a:solidFill>
                <a:hlinkClick r:id="rId3">
                  <a:extLst>
                    <a:ext uri="{A12FA001-AC4F-418D-AE19-62706E023703}">
                      <ahyp:hlinkClr xmlns:ahyp="http://schemas.microsoft.com/office/drawing/2018/hyperlinkcolor" val="tx"/>
                    </a:ext>
                  </a:extLst>
                </a:hlinkClick>
              </a:rPr>
              <a:t>sap.ui.base.ManagedObject</a:t>
            </a:r>
            <a:endParaRPr lang="en-IN" sz="1200" b="1" dirty="0">
              <a:solidFill>
                <a:schemeClr val="bg2"/>
              </a:solidFill>
              <a:latin typeface="72 Condensed" panose="020B0506030000000003" pitchFamily="34" charset="0"/>
              <a:cs typeface="72 Condensed" panose="020B0506030000000003" pitchFamily="34" charset="0"/>
            </a:endParaRPr>
          </a:p>
        </p:txBody>
      </p:sp>
      <p:cxnSp>
        <p:nvCxnSpPr>
          <p:cNvPr id="43" name="Straight Arrow Connector 42">
            <a:extLst>
              <a:ext uri="{FF2B5EF4-FFF2-40B4-BE49-F238E27FC236}">
                <a16:creationId xmlns:a16="http://schemas.microsoft.com/office/drawing/2014/main" id="{6AC0682D-49A7-F214-C3E6-977C98443007}"/>
              </a:ext>
            </a:extLst>
          </p:cNvPr>
          <p:cNvCxnSpPr>
            <a:stCxn id="37" idx="0"/>
            <a:endCxn id="41" idx="2"/>
          </p:cNvCxnSpPr>
          <p:nvPr/>
        </p:nvCxnSpPr>
        <p:spPr>
          <a:xfrm flipV="1">
            <a:off x="4229100" y="1855190"/>
            <a:ext cx="0" cy="4130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1E28CF6-9CB1-763E-607F-A35AD18290B3}"/>
              </a:ext>
            </a:extLst>
          </p:cNvPr>
          <p:cNvSpPr txBox="1"/>
          <p:nvPr/>
        </p:nvSpPr>
        <p:spPr>
          <a:xfrm>
            <a:off x="5558962" y="3198475"/>
            <a:ext cx="1148654" cy="286360"/>
          </a:xfrm>
          <a:prstGeom prst="rect">
            <a:avLst/>
          </a:prstGeom>
          <a:noFill/>
        </p:spPr>
        <p:txBody>
          <a:bodyPr wrap="square">
            <a:spAutoFit/>
          </a:bodyPr>
          <a:lstStyle/>
          <a:p>
            <a:pPr>
              <a:lnSpc>
                <a:spcPts val="1425"/>
              </a:lnSpc>
              <a:buNone/>
            </a:pPr>
            <a:r>
              <a:rPr lang="en-IN" b="0" dirty="0" err="1">
                <a:solidFill>
                  <a:srgbClr val="6A9955"/>
                </a:solidFill>
                <a:effectLst/>
                <a:latin typeface="Consolas" panose="020B0609020204030204" pitchFamily="49" charset="0"/>
              </a:rPr>
              <a:t>placeAt</a:t>
            </a:r>
            <a:endParaRPr lang="en-IN" b="0" dirty="0">
              <a:solidFill>
                <a:srgbClr val="CCCCCC"/>
              </a:solidFill>
              <a:effectLst/>
              <a:latin typeface="Consolas" panose="020B0609020204030204" pitchFamily="49" charset="0"/>
            </a:endParaRPr>
          </a:p>
        </p:txBody>
      </p:sp>
      <p:sp>
        <p:nvSpPr>
          <p:cNvPr id="46" name="TextBox 45">
            <a:extLst>
              <a:ext uri="{FF2B5EF4-FFF2-40B4-BE49-F238E27FC236}">
                <a16:creationId xmlns:a16="http://schemas.microsoft.com/office/drawing/2014/main" id="{88E48A23-BA54-EC20-6BBE-CF1548F2AD8E}"/>
              </a:ext>
            </a:extLst>
          </p:cNvPr>
          <p:cNvSpPr txBox="1"/>
          <p:nvPr/>
        </p:nvSpPr>
        <p:spPr>
          <a:xfrm>
            <a:off x="603946" y="4821358"/>
            <a:ext cx="1148654" cy="286360"/>
          </a:xfrm>
          <a:prstGeom prst="rect">
            <a:avLst/>
          </a:prstGeom>
          <a:noFill/>
        </p:spPr>
        <p:txBody>
          <a:bodyPr wrap="square">
            <a:spAutoFit/>
          </a:bodyPr>
          <a:lstStyle/>
          <a:p>
            <a:pPr>
              <a:lnSpc>
                <a:spcPts val="1425"/>
              </a:lnSpc>
              <a:buNone/>
            </a:pPr>
            <a:r>
              <a:rPr lang="en-IN" b="0" dirty="0" err="1">
                <a:solidFill>
                  <a:srgbClr val="6A9955"/>
                </a:solidFill>
                <a:effectLst/>
                <a:latin typeface="Consolas" panose="020B0609020204030204" pitchFamily="49" charset="0"/>
              </a:rPr>
              <a:t>placeAt</a:t>
            </a:r>
            <a:endParaRPr lang="en-IN" b="0" dirty="0">
              <a:solidFill>
                <a:srgbClr val="CCCCCC"/>
              </a:solidFill>
              <a:effectLst/>
              <a:latin typeface="Consolas" panose="020B0609020204030204" pitchFamily="49" charset="0"/>
            </a:endParaRPr>
          </a:p>
        </p:txBody>
      </p:sp>
      <p:sp>
        <p:nvSpPr>
          <p:cNvPr id="47" name="TextBox 46">
            <a:extLst>
              <a:ext uri="{FF2B5EF4-FFF2-40B4-BE49-F238E27FC236}">
                <a16:creationId xmlns:a16="http://schemas.microsoft.com/office/drawing/2014/main" id="{52E563B5-3088-BC4B-1CC5-AF64534E319A}"/>
              </a:ext>
            </a:extLst>
          </p:cNvPr>
          <p:cNvSpPr txBox="1"/>
          <p:nvPr/>
        </p:nvSpPr>
        <p:spPr>
          <a:xfrm>
            <a:off x="2133600" y="4822516"/>
            <a:ext cx="1148654" cy="286360"/>
          </a:xfrm>
          <a:prstGeom prst="rect">
            <a:avLst/>
          </a:prstGeom>
          <a:noFill/>
        </p:spPr>
        <p:txBody>
          <a:bodyPr wrap="square">
            <a:spAutoFit/>
          </a:bodyPr>
          <a:lstStyle/>
          <a:p>
            <a:pPr>
              <a:lnSpc>
                <a:spcPts val="1425"/>
              </a:lnSpc>
              <a:buNone/>
            </a:pPr>
            <a:r>
              <a:rPr lang="en-IN" b="0" dirty="0" err="1">
                <a:solidFill>
                  <a:srgbClr val="6A9955"/>
                </a:solidFill>
                <a:effectLst/>
                <a:latin typeface="Consolas" panose="020B0609020204030204" pitchFamily="49" charset="0"/>
              </a:rPr>
              <a:t>placeAt</a:t>
            </a:r>
            <a:endParaRPr lang="en-IN" b="0" dirty="0">
              <a:solidFill>
                <a:srgbClr val="CCCCCC"/>
              </a:solidFill>
              <a:effectLst/>
              <a:latin typeface="Consolas" panose="020B0609020204030204" pitchFamily="49" charset="0"/>
            </a:endParaRPr>
          </a:p>
        </p:txBody>
      </p:sp>
      <p:sp>
        <p:nvSpPr>
          <p:cNvPr id="48" name="TextBox 47">
            <a:extLst>
              <a:ext uri="{FF2B5EF4-FFF2-40B4-BE49-F238E27FC236}">
                <a16:creationId xmlns:a16="http://schemas.microsoft.com/office/drawing/2014/main" id="{AE5FB598-0601-CCAF-2238-9842321FCB25}"/>
              </a:ext>
            </a:extLst>
          </p:cNvPr>
          <p:cNvSpPr txBox="1"/>
          <p:nvPr/>
        </p:nvSpPr>
        <p:spPr>
          <a:xfrm>
            <a:off x="3797221" y="4800284"/>
            <a:ext cx="1148654" cy="286360"/>
          </a:xfrm>
          <a:prstGeom prst="rect">
            <a:avLst/>
          </a:prstGeom>
          <a:noFill/>
        </p:spPr>
        <p:txBody>
          <a:bodyPr wrap="square">
            <a:spAutoFit/>
          </a:bodyPr>
          <a:lstStyle/>
          <a:p>
            <a:pPr>
              <a:lnSpc>
                <a:spcPts val="1425"/>
              </a:lnSpc>
              <a:buNone/>
            </a:pPr>
            <a:r>
              <a:rPr lang="en-IN" b="0" dirty="0" err="1">
                <a:solidFill>
                  <a:srgbClr val="6A9955"/>
                </a:solidFill>
                <a:effectLst/>
                <a:latin typeface="Consolas" panose="020B0609020204030204" pitchFamily="49" charset="0"/>
              </a:rPr>
              <a:t>placeAt</a:t>
            </a:r>
            <a:endParaRPr lang="en-IN" b="0" dirty="0">
              <a:solidFill>
                <a:srgbClr val="CCCCCC"/>
              </a:solidFill>
              <a:effectLst/>
              <a:latin typeface="Consolas" panose="020B0609020204030204" pitchFamily="49" charset="0"/>
            </a:endParaRPr>
          </a:p>
        </p:txBody>
      </p:sp>
      <p:sp>
        <p:nvSpPr>
          <p:cNvPr id="49" name="TextBox 48">
            <a:extLst>
              <a:ext uri="{FF2B5EF4-FFF2-40B4-BE49-F238E27FC236}">
                <a16:creationId xmlns:a16="http://schemas.microsoft.com/office/drawing/2014/main" id="{0D2C153D-6652-AEA4-A3E8-1B01E04691C6}"/>
              </a:ext>
            </a:extLst>
          </p:cNvPr>
          <p:cNvSpPr txBox="1"/>
          <p:nvPr/>
        </p:nvSpPr>
        <p:spPr>
          <a:xfrm>
            <a:off x="5523436" y="4794731"/>
            <a:ext cx="1148654" cy="286360"/>
          </a:xfrm>
          <a:prstGeom prst="rect">
            <a:avLst/>
          </a:prstGeom>
          <a:noFill/>
        </p:spPr>
        <p:txBody>
          <a:bodyPr wrap="square">
            <a:spAutoFit/>
          </a:bodyPr>
          <a:lstStyle/>
          <a:p>
            <a:pPr>
              <a:lnSpc>
                <a:spcPts val="1425"/>
              </a:lnSpc>
              <a:buNone/>
            </a:pPr>
            <a:r>
              <a:rPr lang="en-IN" b="0" dirty="0" err="1">
                <a:solidFill>
                  <a:srgbClr val="6A9955"/>
                </a:solidFill>
                <a:effectLst/>
                <a:latin typeface="Consolas" panose="020B0609020204030204" pitchFamily="49" charset="0"/>
              </a:rPr>
              <a:t>placeAt</a:t>
            </a:r>
            <a:endParaRPr lang="en-IN" b="0" dirty="0">
              <a:solidFill>
                <a:srgbClr val="CCCCCC"/>
              </a:solidFill>
              <a:effectLst/>
              <a:latin typeface="Consolas" panose="020B0609020204030204" pitchFamily="49" charset="0"/>
            </a:endParaRPr>
          </a:p>
        </p:txBody>
      </p:sp>
      <p:sp>
        <p:nvSpPr>
          <p:cNvPr id="50" name="TextBox 49">
            <a:extLst>
              <a:ext uri="{FF2B5EF4-FFF2-40B4-BE49-F238E27FC236}">
                <a16:creationId xmlns:a16="http://schemas.microsoft.com/office/drawing/2014/main" id="{4A77DB90-D623-E7B4-32DA-8F993D38ABD0}"/>
              </a:ext>
            </a:extLst>
          </p:cNvPr>
          <p:cNvSpPr txBox="1"/>
          <p:nvPr/>
        </p:nvSpPr>
        <p:spPr>
          <a:xfrm>
            <a:off x="7359361" y="4778919"/>
            <a:ext cx="1148654" cy="286360"/>
          </a:xfrm>
          <a:prstGeom prst="rect">
            <a:avLst/>
          </a:prstGeom>
          <a:noFill/>
        </p:spPr>
        <p:txBody>
          <a:bodyPr wrap="square">
            <a:spAutoFit/>
          </a:bodyPr>
          <a:lstStyle/>
          <a:p>
            <a:pPr>
              <a:lnSpc>
                <a:spcPts val="1425"/>
              </a:lnSpc>
              <a:buNone/>
            </a:pPr>
            <a:r>
              <a:rPr lang="en-IN" b="0" dirty="0" err="1">
                <a:solidFill>
                  <a:srgbClr val="6A9955"/>
                </a:solidFill>
                <a:effectLst/>
                <a:latin typeface="Consolas" panose="020B0609020204030204" pitchFamily="49" charset="0"/>
              </a:rPr>
              <a:t>placeAt</a:t>
            </a:r>
            <a:endParaRPr lang="en-IN" b="0" dirty="0">
              <a:solidFill>
                <a:srgbClr val="CCCCCC"/>
              </a:solidFill>
              <a:effectLst/>
              <a:latin typeface="Consolas" panose="020B0609020204030204" pitchFamily="49" charset="0"/>
            </a:endParaRPr>
          </a:p>
        </p:txBody>
      </p:sp>
      <p:sp>
        <p:nvSpPr>
          <p:cNvPr id="13" name="TextBox 12">
            <a:extLst>
              <a:ext uri="{FF2B5EF4-FFF2-40B4-BE49-F238E27FC236}">
                <a16:creationId xmlns:a16="http://schemas.microsoft.com/office/drawing/2014/main" id="{4C0A0A9E-7A39-544F-B651-B43616826B28}"/>
              </a:ext>
            </a:extLst>
          </p:cNvPr>
          <p:cNvSpPr txBox="1"/>
          <p:nvPr/>
        </p:nvSpPr>
        <p:spPr>
          <a:xfrm>
            <a:off x="-680146" y="4321719"/>
            <a:ext cx="972626" cy="369332"/>
          </a:xfrm>
          <a:prstGeom prst="rect">
            <a:avLst/>
          </a:prstGeom>
          <a:noFill/>
        </p:spPr>
        <p:txBody>
          <a:bodyPr wrap="square" rtlCol="0">
            <a:spAutoFit/>
          </a:bodyPr>
          <a:lstStyle/>
          <a:p>
            <a:r>
              <a:rPr lang="en-IN" dirty="0"/>
              <a:t>baby</a:t>
            </a:r>
          </a:p>
        </p:txBody>
      </p:sp>
      <p:sp>
        <p:nvSpPr>
          <p:cNvPr id="16" name="TextBox 15">
            <a:extLst>
              <a:ext uri="{FF2B5EF4-FFF2-40B4-BE49-F238E27FC236}">
                <a16:creationId xmlns:a16="http://schemas.microsoft.com/office/drawing/2014/main" id="{DAEF4C0B-504D-3D95-890A-9881C101967D}"/>
              </a:ext>
            </a:extLst>
          </p:cNvPr>
          <p:cNvSpPr txBox="1"/>
          <p:nvPr/>
        </p:nvSpPr>
        <p:spPr>
          <a:xfrm>
            <a:off x="1990866" y="3187838"/>
            <a:ext cx="972626" cy="369332"/>
          </a:xfrm>
          <a:prstGeom prst="rect">
            <a:avLst/>
          </a:prstGeom>
          <a:noFill/>
        </p:spPr>
        <p:txBody>
          <a:bodyPr wrap="square" rtlCol="0">
            <a:spAutoFit/>
          </a:bodyPr>
          <a:lstStyle/>
          <a:p>
            <a:r>
              <a:rPr lang="en-IN" dirty="0"/>
              <a:t>papa</a:t>
            </a:r>
          </a:p>
        </p:txBody>
      </p:sp>
      <p:sp>
        <p:nvSpPr>
          <p:cNvPr id="17" name="TextBox 16">
            <a:extLst>
              <a:ext uri="{FF2B5EF4-FFF2-40B4-BE49-F238E27FC236}">
                <a16:creationId xmlns:a16="http://schemas.microsoft.com/office/drawing/2014/main" id="{51884E8E-A61D-EFF4-F053-34F3AF72F8D6}"/>
              </a:ext>
            </a:extLst>
          </p:cNvPr>
          <p:cNvSpPr txBox="1"/>
          <p:nvPr/>
        </p:nvSpPr>
        <p:spPr>
          <a:xfrm>
            <a:off x="1371601" y="2321925"/>
            <a:ext cx="1592801" cy="369332"/>
          </a:xfrm>
          <a:prstGeom prst="rect">
            <a:avLst/>
          </a:prstGeom>
          <a:noFill/>
        </p:spPr>
        <p:txBody>
          <a:bodyPr wrap="square" rtlCol="0">
            <a:spAutoFit/>
          </a:bodyPr>
          <a:lstStyle/>
          <a:p>
            <a:r>
              <a:rPr lang="en-IN" dirty="0"/>
              <a:t>Grand father</a:t>
            </a:r>
          </a:p>
        </p:txBody>
      </p:sp>
      <p:sp>
        <p:nvSpPr>
          <p:cNvPr id="20" name="TextBox 19">
            <a:extLst>
              <a:ext uri="{FF2B5EF4-FFF2-40B4-BE49-F238E27FC236}">
                <a16:creationId xmlns:a16="http://schemas.microsoft.com/office/drawing/2014/main" id="{AFA24E8B-9D8F-3338-811C-1D1EFDA24BE0}"/>
              </a:ext>
            </a:extLst>
          </p:cNvPr>
          <p:cNvSpPr txBox="1"/>
          <p:nvPr/>
        </p:nvSpPr>
        <p:spPr>
          <a:xfrm>
            <a:off x="812558" y="1439195"/>
            <a:ext cx="4939392" cy="369332"/>
          </a:xfrm>
          <a:prstGeom prst="rect">
            <a:avLst/>
          </a:prstGeom>
          <a:noFill/>
        </p:spPr>
        <p:txBody>
          <a:bodyPr wrap="square">
            <a:spAutoFit/>
          </a:bodyPr>
          <a:lstStyle/>
          <a:p>
            <a:r>
              <a:rPr lang="en-IN" dirty="0"/>
              <a:t>Great grand father</a:t>
            </a:r>
          </a:p>
        </p:txBody>
      </p:sp>
    </p:spTree>
    <p:extLst>
      <p:ext uri="{BB962C8B-B14F-4D97-AF65-F5344CB8AC3E}">
        <p14:creationId xmlns:p14="http://schemas.microsoft.com/office/powerpoint/2010/main" val="32097051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3D63D-5EC2-A124-F06C-C1E7C2AF431B}"/>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E47E5F42-EBB9-50DC-C42F-85B58686A12E}"/>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Funda Fox</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BCF72DC-1B1D-9B01-46DF-5588A0A9F921}"/>
              </a:ext>
            </a:extLst>
          </p:cNvPr>
          <p:cNvSpPr txBox="1"/>
          <p:nvPr/>
        </p:nvSpPr>
        <p:spPr>
          <a:xfrm>
            <a:off x="134426" y="490759"/>
            <a:ext cx="8615133" cy="3300887"/>
          </a:xfrm>
          <a:prstGeom prst="rect">
            <a:avLst/>
          </a:prstGeom>
          <a:noFill/>
        </p:spPr>
        <p:txBody>
          <a:bodyPr wrap="square" lIns="91424" tIns="45712" rIns="91424" bIns="45712" rtlCol="0">
            <a:spAutoFit/>
          </a:bodyPr>
          <a:lstStyle/>
          <a:p>
            <a:pPr marL="285750" indent="-285750">
              <a:buFont typeface="Arial" panose="020B0604020202020204" pitchFamily="34" charset="0"/>
              <a:buChar char="•"/>
            </a:pPr>
            <a:r>
              <a:rPr lang="en-IN" sz="1350" dirty="0">
                <a:latin typeface="Amasis MT Pro" panose="02040504050005020304" pitchFamily="18" charset="0"/>
              </a:rPr>
              <a:t>If you trying to find a attribute, method, association, event or aggregation, inside a control class but you cannot find. You can check the parent class, because that </a:t>
            </a:r>
            <a:r>
              <a:rPr lang="en-IN" sz="1350" dirty="0" err="1">
                <a:latin typeface="Amasis MT Pro" panose="02040504050005020304" pitchFamily="18" charset="0"/>
              </a:rPr>
              <a:t>attr</a:t>
            </a:r>
            <a:r>
              <a:rPr lang="en-IN" sz="1350" dirty="0">
                <a:latin typeface="Amasis MT Pro" panose="02040504050005020304" pitchFamily="18" charset="0"/>
              </a:rPr>
              <a:t>, function, </a:t>
            </a:r>
            <a:r>
              <a:rPr lang="en-IN" sz="1350" dirty="0" err="1">
                <a:latin typeface="Amasis MT Pro" panose="02040504050005020304" pitchFamily="18" charset="0"/>
              </a:rPr>
              <a:t>agg</a:t>
            </a:r>
            <a:r>
              <a:rPr lang="en-IN" sz="1350" dirty="0">
                <a:latin typeface="Amasis MT Pro" panose="02040504050005020304" pitchFamily="18" charset="0"/>
              </a:rPr>
              <a:t>. Might be inherited from base class.</a:t>
            </a:r>
          </a:p>
          <a:p>
            <a:pPr marL="285750" indent="-285750">
              <a:buFont typeface="Arial" panose="020B0604020202020204" pitchFamily="34" charset="0"/>
              <a:buChar char="•"/>
            </a:pPr>
            <a:r>
              <a:rPr lang="en-IN" sz="1350" dirty="0">
                <a:latin typeface="Amasis MT Pro" panose="02040504050005020304" pitchFamily="18" charset="0"/>
              </a:rPr>
              <a:t>When we find an event of a controller, we will usually have 3 methods like </a:t>
            </a:r>
            <a:r>
              <a:rPr lang="en-IN" sz="1350" b="1" dirty="0" err="1">
                <a:latin typeface="Amasis MT Pro" panose="02040504050005020304" pitchFamily="18" charset="0"/>
              </a:rPr>
              <a:t>fireEvent</a:t>
            </a:r>
            <a:r>
              <a:rPr lang="en-IN" sz="1350" b="1" dirty="0">
                <a:latin typeface="Amasis MT Pro" panose="02040504050005020304" pitchFamily="18" charset="0"/>
              </a:rPr>
              <a:t>, </a:t>
            </a:r>
            <a:r>
              <a:rPr lang="en-IN" sz="1350" b="1" dirty="0" err="1">
                <a:latin typeface="Amasis MT Pro" panose="02040504050005020304" pitchFamily="18" charset="0"/>
              </a:rPr>
              <a:t>attachEvent</a:t>
            </a:r>
            <a:r>
              <a:rPr lang="en-IN" sz="1350" b="1" dirty="0">
                <a:latin typeface="Amasis MT Pro" panose="02040504050005020304" pitchFamily="18" charset="0"/>
              </a:rPr>
              <a:t>, </a:t>
            </a:r>
            <a:r>
              <a:rPr lang="en-IN" sz="1350" b="1" dirty="0" err="1">
                <a:latin typeface="Amasis MT Pro" panose="02040504050005020304" pitchFamily="18" charset="0"/>
              </a:rPr>
              <a:t>detachEvent</a:t>
            </a:r>
            <a:r>
              <a:rPr lang="en-IN" sz="1350" b="1" dirty="0">
                <a:latin typeface="Amasis MT Pro" panose="02040504050005020304" pitchFamily="18" charset="0"/>
              </a:rPr>
              <a:t> </a:t>
            </a:r>
            <a:r>
              <a:rPr lang="en-IN" sz="1350" dirty="0">
                <a:latin typeface="Amasis MT Pro" panose="02040504050005020304" pitchFamily="18" charset="0"/>
              </a:rPr>
              <a:t>methods for each of the event in a class. If we have </a:t>
            </a:r>
            <a:r>
              <a:rPr lang="en-IN" sz="1350" b="1" dirty="0">
                <a:latin typeface="Amasis MT Pro" panose="02040504050005020304" pitchFamily="18" charset="0"/>
              </a:rPr>
              <a:t>press</a:t>
            </a:r>
            <a:r>
              <a:rPr lang="en-IN" sz="1350" dirty="0">
                <a:latin typeface="Amasis MT Pro" panose="02040504050005020304" pitchFamily="18" charset="0"/>
              </a:rPr>
              <a:t> event for button, we will have </a:t>
            </a:r>
            <a:r>
              <a:rPr lang="en-IN" sz="1350" dirty="0" err="1">
                <a:latin typeface="Amasis MT Pro" panose="02040504050005020304" pitchFamily="18" charset="0"/>
              </a:rPr>
              <a:t>firePress</a:t>
            </a:r>
            <a:r>
              <a:rPr lang="en-IN" sz="1350" dirty="0">
                <a:latin typeface="Amasis MT Pro" panose="02040504050005020304" pitchFamily="18" charset="0"/>
              </a:rPr>
              <a:t>, </a:t>
            </a:r>
            <a:r>
              <a:rPr lang="en-IN" sz="1350" dirty="0" err="1">
                <a:latin typeface="Amasis MT Pro" panose="02040504050005020304" pitchFamily="18" charset="0"/>
              </a:rPr>
              <a:t>attachPress</a:t>
            </a:r>
            <a:r>
              <a:rPr lang="en-IN" sz="1350" dirty="0">
                <a:latin typeface="Amasis MT Pro" panose="02040504050005020304" pitchFamily="18" charset="0"/>
              </a:rPr>
              <a:t> and </a:t>
            </a:r>
            <a:r>
              <a:rPr lang="en-IN" sz="1350" dirty="0" err="1">
                <a:latin typeface="Amasis MT Pro" panose="02040504050005020304" pitchFamily="18" charset="0"/>
              </a:rPr>
              <a:t>detachPress</a:t>
            </a:r>
            <a:r>
              <a:rPr lang="en-IN" sz="1350" dirty="0">
                <a:latin typeface="Amasis MT Pro" panose="02040504050005020304" pitchFamily="18" charset="0"/>
              </a:rPr>
              <a:t> methods.</a:t>
            </a:r>
          </a:p>
          <a:p>
            <a:pPr marL="285750" indent="-285750">
              <a:buFont typeface="Arial" panose="020B0604020202020204" pitchFamily="34" charset="0"/>
              <a:buChar char="•"/>
            </a:pPr>
            <a:r>
              <a:rPr lang="en-IN" sz="1350" dirty="0">
                <a:latin typeface="Amasis MT Pro" panose="02040504050005020304" pitchFamily="18" charset="0"/>
              </a:rPr>
              <a:t>Since we are using the SAP UI5 framework, to use the full benefits of the framework, we should always work with SAP UI5 objects rather HTML objects.</a:t>
            </a:r>
          </a:p>
          <a:p>
            <a:pPr marL="285750" indent="-285750">
              <a:buFont typeface="Arial" panose="020B0604020202020204" pitchFamily="34" charset="0"/>
              <a:buChar char="•"/>
            </a:pPr>
            <a:r>
              <a:rPr lang="en-IN" sz="1350" dirty="0">
                <a:latin typeface="Amasis MT Pro" panose="02040504050005020304" pitchFamily="18" charset="0"/>
              </a:rPr>
              <a:t>In SAP UI5, every library name starts with small letter and Class name starts with Capital letter and follow camel case.</a:t>
            </a:r>
          </a:p>
          <a:p>
            <a:pPr marL="285750" indent="-285750">
              <a:buFont typeface="Arial" panose="020B0604020202020204" pitchFamily="34" charset="0"/>
              <a:buChar char="•"/>
            </a:pPr>
            <a:r>
              <a:rPr lang="en-IN" sz="1350" dirty="0">
                <a:highlight>
                  <a:srgbClr val="FFFF00"/>
                </a:highlight>
                <a:latin typeface="Amasis MT Pro" panose="02040504050005020304" pitchFamily="18" charset="0"/>
              </a:rPr>
              <a:t>In case of XML views, the control IDs are made by using </a:t>
            </a:r>
            <a:r>
              <a:rPr lang="en-IN" sz="1350" b="1" dirty="0" err="1">
                <a:highlight>
                  <a:srgbClr val="FFFF00"/>
                </a:highlight>
                <a:latin typeface="Amasis MT Pro" panose="02040504050005020304" pitchFamily="18" charset="0"/>
              </a:rPr>
              <a:t>viewId</a:t>
            </a:r>
            <a:r>
              <a:rPr lang="en-IN" sz="1350" b="1" dirty="0">
                <a:highlight>
                  <a:srgbClr val="FFFF00"/>
                </a:highlight>
                <a:latin typeface="Amasis MT Pro" panose="02040504050005020304" pitchFamily="18" charset="0"/>
              </a:rPr>
              <a:t>--</a:t>
            </a:r>
            <a:r>
              <a:rPr lang="en-IN" sz="1350" b="1" dirty="0" err="1">
                <a:highlight>
                  <a:srgbClr val="FFFF00"/>
                </a:highlight>
                <a:latin typeface="Amasis MT Pro" panose="02040504050005020304" pitchFamily="18" charset="0"/>
              </a:rPr>
              <a:t>controlId</a:t>
            </a:r>
            <a:r>
              <a:rPr lang="en-IN" sz="1350" dirty="0">
                <a:highlight>
                  <a:srgbClr val="FFFF00"/>
                </a:highlight>
                <a:latin typeface="Amasis MT Pro" panose="02040504050005020304" pitchFamily="18" charset="0"/>
              </a:rPr>
              <a:t>, so when we use </a:t>
            </a:r>
            <a:r>
              <a:rPr lang="en-IN" sz="1350" dirty="0" err="1">
                <a:highlight>
                  <a:srgbClr val="FFFF00"/>
                </a:highlight>
                <a:latin typeface="Amasis MT Pro" panose="02040504050005020304" pitchFamily="18" charset="0"/>
              </a:rPr>
              <a:t>sap.ui.getCore</a:t>
            </a:r>
            <a:r>
              <a:rPr lang="en-IN" sz="1350" dirty="0">
                <a:highlight>
                  <a:srgbClr val="FFFF00"/>
                </a:highlight>
                <a:latin typeface="Amasis MT Pro" panose="02040504050005020304" pitchFamily="18" charset="0"/>
              </a:rPr>
              <a:t>().</a:t>
            </a:r>
            <a:r>
              <a:rPr lang="en-IN" sz="1350" dirty="0" err="1">
                <a:highlight>
                  <a:srgbClr val="FFFF00"/>
                </a:highlight>
                <a:latin typeface="Amasis MT Pro" panose="02040504050005020304" pitchFamily="18" charset="0"/>
              </a:rPr>
              <a:t>byId</a:t>
            </a:r>
            <a:r>
              <a:rPr lang="en-IN" sz="1350" dirty="0">
                <a:highlight>
                  <a:srgbClr val="FFFF00"/>
                </a:highlight>
                <a:latin typeface="Amasis MT Pro" panose="02040504050005020304" pitchFamily="18" charset="0"/>
              </a:rPr>
              <a:t>(), we have to pass this complete id to get the object.</a:t>
            </a:r>
          </a:p>
          <a:p>
            <a:pPr marL="285750" indent="-285750">
              <a:buFont typeface="Arial" panose="020B0604020202020204" pitchFamily="34" charset="0"/>
              <a:buChar char="•"/>
            </a:pPr>
            <a:r>
              <a:rPr lang="en-IN" sz="1350" dirty="0">
                <a:latin typeface="Amasis MT Pro" panose="02040504050005020304" pitchFamily="18" charset="0"/>
              </a:rPr>
              <a:t>Why we use XML Views over JS Views?</a:t>
            </a:r>
          </a:p>
          <a:p>
            <a:pPr marL="285750" indent="-285750">
              <a:buFont typeface="Wingdings" panose="05000000000000000000" pitchFamily="2" charset="2"/>
              <a:buChar char="q"/>
            </a:pPr>
            <a:r>
              <a:rPr lang="en-IN" sz="1100" dirty="0">
                <a:latin typeface="Amasis MT Pro" panose="02040504050005020304" pitchFamily="18" charset="0"/>
              </a:rPr>
              <a:t>Industry standard = XML Views are best practice over JS View, Apple, Google all of them use XML as preferred way to create views.</a:t>
            </a:r>
          </a:p>
          <a:p>
            <a:pPr marL="285750" indent="-285750">
              <a:buFont typeface="Wingdings" panose="05000000000000000000" pitchFamily="2" charset="2"/>
              <a:buChar char="q"/>
            </a:pPr>
            <a:r>
              <a:rPr lang="en-IN" sz="1100" dirty="0">
                <a:latin typeface="Amasis MT Pro" panose="02040504050005020304" pitchFamily="18" charset="0"/>
              </a:rPr>
              <a:t>XML views are processed faster than JS views</a:t>
            </a:r>
          </a:p>
          <a:p>
            <a:pPr marL="285750" indent="-285750">
              <a:buFont typeface="Wingdings" panose="05000000000000000000" pitchFamily="2" charset="2"/>
              <a:buChar char="q"/>
            </a:pPr>
            <a:r>
              <a:rPr lang="en-IN" sz="1100" dirty="0">
                <a:latin typeface="Amasis MT Pro" panose="02040504050005020304" pitchFamily="18" charset="0"/>
              </a:rPr>
              <a:t>JS views have possibility to violate MVC principles</a:t>
            </a:r>
          </a:p>
          <a:p>
            <a:pPr marL="285750" indent="-285750">
              <a:buFont typeface="Arial" panose="020B0604020202020204" pitchFamily="34" charset="0"/>
              <a:buChar char="•"/>
            </a:pPr>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D9D183E8-69F4-2A09-E1AC-C6EA51F68115}"/>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D7ED4A55-187E-2FFD-158F-57A43B3913F4}"/>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ACC58C41-FA3B-AF38-9ABA-4068DBFE1077}"/>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32923641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D3D94-3DF8-3812-688C-2268D547E059}"/>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2AEC300F-7D33-F059-0D07-76400A52D5B6}"/>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What is XML?</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FFC2BBE-7B93-393A-930C-340A3576540D}"/>
              </a:ext>
            </a:extLst>
          </p:cNvPr>
          <p:cNvSpPr txBox="1"/>
          <p:nvPr/>
        </p:nvSpPr>
        <p:spPr>
          <a:xfrm>
            <a:off x="134426" y="490759"/>
            <a:ext cx="8615133" cy="3831802"/>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XML stands for </a:t>
            </a:r>
            <a:r>
              <a:rPr lang="en-IN" sz="1350" dirty="0" err="1">
                <a:latin typeface="Amasis MT Pro" panose="02040504050005020304" pitchFamily="18" charset="0"/>
              </a:rPr>
              <a:t>eXtensible</a:t>
            </a:r>
            <a:r>
              <a:rPr lang="en-IN" sz="1350" dirty="0">
                <a:latin typeface="Amasis MT Pro" panose="02040504050005020304" pitchFamily="18" charset="0"/>
              </a:rPr>
              <a:t> Markup Language, it was designed to exchange data between heterogeneous technologies.</a:t>
            </a: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dirty="0">
                <a:latin typeface="Amasis MT Pro" panose="02040504050005020304" pitchFamily="18" charset="0"/>
              </a:rPr>
              <a:t>Data object </a:t>
            </a:r>
            <a:r>
              <a:rPr lang="en-IN" sz="1350" dirty="0">
                <a:latin typeface="Amasis MT Pro" panose="02040504050005020304" pitchFamily="18" charset="0"/>
                <a:sym typeface="Wingdings" panose="05000000000000000000" pitchFamily="2" charset="2"/>
              </a:rPr>
              <a:t> XML = rendering</a:t>
            </a:r>
          </a:p>
          <a:p>
            <a:r>
              <a:rPr lang="en-IN" sz="1350" dirty="0">
                <a:latin typeface="Amasis MT Pro" panose="02040504050005020304" pitchFamily="18" charset="0"/>
                <a:sym typeface="Wingdings" panose="05000000000000000000" pitchFamily="2" charset="2"/>
              </a:rPr>
              <a:t>XML  Data object = parsing</a:t>
            </a:r>
          </a:p>
          <a:p>
            <a:endParaRPr lang="en-IN" sz="1350" dirty="0">
              <a:latin typeface="Amasis MT Pro" panose="02040504050005020304" pitchFamily="18" charset="0"/>
              <a:sym typeface="Wingdings" panose="05000000000000000000" pitchFamily="2" charset="2"/>
            </a:endParaRPr>
          </a:p>
          <a:p>
            <a:pPr marL="285750" indent="-285750">
              <a:buFont typeface="Arial" panose="020B0604020202020204" pitchFamily="34" charset="0"/>
              <a:buChar char="•"/>
            </a:pPr>
            <a:r>
              <a:rPr lang="en-IN" sz="1350" dirty="0">
                <a:latin typeface="Amasis MT Pro" panose="02040504050005020304" pitchFamily="18" charset="0"/>
                <a:sym typeface="Wingdings" panose="05000000000000000000" pitchFamily="2" charset="2"/>
              </a:rPr>
              <a:t>We can define the skeleton of the data as well using XML – metadata</a:t>
            </a:r>
          </a:p>
          <a:p>
            <a:pPr marL="285750" indent="-285750">
              <a:buFont typeface="Arial" panose="020B0604020202020204" pitchFamily="34" charset="0"/>
              <a:buChar char="•"/>
            </a:pPr>
            <a:r>
              <a:rPr lang="en-IN" sz="1350" dirty="0">
                <a:latin typeface="Amasis MT Pro" panose="02040504050005020304" pitchFamily="18" charset="0"/>
                <a:sym typeface="Wingdings" panose="05000000000000000000" pitchFamily="2" charset="2"/>
              </a:rPr>
              <a:t>XML is the common mode of communication between different technologies</a:t>
            </a:r>
          </a:p>
          <a:p>
            <a:pPr marL="285750" indent="-285750">
              <a:buFont typeface="Arial" panose="020B0604020202020204" pitchFamily="34" charset="0"/>
              <a:buChar char="•"/>
            </a:pPr>
            <a:r>
              <a:rPr lang="en-IN" sz="1350" dirty="0">
                <a:latin typeface="Amasis MT Pro" panose="02040504050005020304" pitchFamily="18" charset="0"/>
                <a:sym typeface="Wingdings" panose="05000000000000000000" pitchFamily="2" charset="2"/>
              </a:rPr>
              <a:t>XML is also a tree data structure but unlike HTML, it doesn’t have fixed tags</a:t>
            </a:r>
          </a:p>
          <a:p>
            <a:pPr marL="285750" indent="-285750">
              <a:buFont typeface="Arial" panose="020B0604020202020204" pitchFamily="34" charset="0"/>
              <a:buChar char="•"/>
            </a:pPr>
            <a:r>
              <a:rPr lang="en-IN" sz="1350" dirty="0">
                <a:latin typeface="Amasis MT Pro" panose="02040504050005020304" pitchFamily="18" charset="0"/>
                <a:sym typeface="Wingdings" panose="05000000000000000000" pitchFamily="2" charset="2"/>
              </a:rPr>
              <a:t>You as a developer decide the tag name</a:t>
            </a:r>
          </a:p>
          <a:p>
            <a:pPr marL="285750" indent="-285750">
              <a:buFont typeface="Arial" panose="020B0604020202020204" pitchFamily="34" charset="0"/>
              <a:buChar char="•"/>
            </a:pPr>
            <a:r>
              <a:rPr lang="en-IN" sz="1350" dirty="0">
                <a:latin typeface="Amasis MT Pro" panose="02040504050005020304" pitchFamily="18" charset="0"/>
                <a:sym typeface="Wingdings" panose="05000000000000000000" pitchFamily="2" charset="2"/>
              </a:rPr>
              <a:t>In order to design a view, XML is the default best practice/gold standard.</a:t>
            </a:r>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36FF3B3E-8F9C-39AB-55C1-CA8CFECEA2E8}"/>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45178F06-8886-5D54-84AC-C7309DCB047B}"/>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B0B061F6-C932-F15A-1802-123166697D08}"/>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497DA46B-EF7B-292E-8C23-544F37D12880}"/>
              </a:ext>
            </a:extLst>
          </p:cNvPr>
          <p:cNvSpPr/>
          <p:nvPr/>
        </p:nvSpPr>
        <p:spPr>
          <a:xfrm>
            <a:off x="1143000" y="1352550"/>
            <a:ext cx="1600200" cy="838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ABAP</a:t>
            </a:r>
          </a:p>
        </p:txBody>
      </p:sp>
      <p:sp>
        <p:nvSpPr>
          <p:cNvPr id="8" name="Rectangle 7">
            <a:extLst>
              <a:ext uri="{FF2B5EF4-FFF2-40B4-BE49-F238E27FC236}">
                <a16:creationId xmlns:a16="http://schemas.microsoft.com/office/drawing/2014/main" id="{090EB942-45E5-601F-9892-755E6B182015}"/>
              </a:ext>
            </a:extLst>
          </p:cNvPr>
          <p:cNvSpPr/>
          <p:nvPr/>
        </p:nvSpPr>
        <p:spPr>
          <a:xfrm>
            <a:off x="6240822" y="1352550"/>
            <a:ext cx="1600200" cy="838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Java</a:t>
            </a:r>
          </a:p>
        </p:txBody>
      </p:sp>
      <p:sp>
        <p:nvSpPr>
          <p:cNvPr id="9" name="TextBox 8">
            <a:extLst>
              <a:ext uri="{FF2B5EF4-FFF2-40B4-BE49-F238E27FC236}">
                <a16:creationId xmlns:a16="http://schemas.microsoft.com/office/drawing/2014/main" id="{D24F64D9-F7D9-FF6A-5DBE-AC561E131225}"/>
              </a:ext>
            </a:extLst>
          </p:cNvPr>
          <p:cNvSpPr txBox="1"/>
          <p:nvPr/>
        </p:nvSpPr>
        <p:spPr>
          <a:xfrm>
            <a:off x="1066800" y="1043029"/>
            <a:ext cx="1981200" cy="276999"/>
          </a:xfrm>
          <a:prstGeom prst="rect">
            <a:avLst/>
          </a:prstGeom>
          <a:noFill/>
        </p:spPr>
        <p:txBody>
          <a:bodyPr wrap="square" rtlCol="0">
            <a:spAutoFit/>
          </a:bodyPr>
          <a:lstStyle/>
          <a:p>
            <a:r>
              <a:rPr lang="en-IN" sz="1200" b="1" dirty="0"/>
              <a:t>Itab </a:t>
            </a:r>
            <a:r>
              <a:rPr lang="en-IN" sz="1200" b="1" dirty="0">
                <a:sym typeface="Wingdings" panose="05000000000000000000" pitchFamily="2" charset="2"/>
              </a:rPr>
              <a:t> XML</a:t>
            </a:r>
            <a:endParaRPr lang="en-IN" sz="1200" b="1" dirty="0"/>
          </a:p>
        </p:txBody>
      </p:sp>
      <p:sp>
        <p:nvSpPr>
          <p:cNvPr id="10" name="TextBox 9">
            <a:extLst>
              <a:ext uri="{FF2B5EF4-FFF2-40B4-BE49-F238E27FC236}">
                <a16:creationId xmlns:a16="http://schemas.microsoft.com/office/drawing/2014/main" id="{26AA6C13-01AB-24E6-065F-4D43E02C1A22}"/>
              </a:ext>
            </a:extLst>
          </p:cNvPr>
          <p:cNvSpPr txBox="1"/>
          <p:nvPr/>
        </p:nvSpPr>
        <p:spPr>
          <a:xfrm>
            <a:off x="6172200" y="1071478"/>
            <a:ext cx="1981200" cy="276999"/>
          </a:xfrm>
          <a:prstGeom prst="rect">
            <a:avLst/>
          </a:prstGeom>
          <a:noFill/>
        </p:spPr>
        <p:txBody>
          <a:bodyPr wrap="square" rtlCol="0">
            <a:spAutoFit/>
          </a:bodyPr>
          <a:lstStyle/>
          <a:p>
            <a:r>
              <a:rPr lang="en-IN" sz="1200" b="1" dirty="0"/>
              <a:t>Xml </a:t>
            </a:r>
            <a:r>
              <a:rPr lang="en-IN" sz="1200" b="1" dirty="0">
                <a:sym typeface="Wingdings" panose="05000000000000000000" pitchFamily="2" charset="2"/>
              </a:rPr>
              <a:t> </a:t>
            </a:r>
            <a:r>
              <a:rPr lang="en-IN" sz="1200" b="1" dirty="0"/>
              <a:t>collections</a:t>
            </a:r>
          </a:p>
        </p:txBody>
      </p:sp>
      <p:sp>
        <p:nvSpPr>
          <p:cNvPr id="11" name="Arrow: Right 10">
            <a:extLst>
              <a:ext uri="{FF2B5EF4-FFF2-40B4-BE49-F238E27FC236}">
                <a16:creationId xmlns:a16="http://schemas.microsoft.com/office/drawing/2014/main" id="{3790F054-6353-21D1-9505-114FB675334B}"/>
              </a:ext>
            </a:extLst>
          </p:cNvPr>
          <p:cNvSpPr/>
          <p:nvPr/>
        </p:nvSpPr>
        <p:spPr>
          <a:xfrm>
            <a:off x="2743200" y="1428750"/>
            <a:ext cx="3429000" cy="381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&lt;xml&gt;</a:t>
            </a:r>
          </a:p>
        </p:txBody>
      </p:sp>
      <p:sp>
        <p:nvSpPr>
          <p:cNvPr id="12" name="TextBox 11">
            <a:extLst>
              <a:ext uri="{FF2B5EF4-FFF2-40B4-BE49-F238E27FC236}">
                <a16:creationId xmlns:a16="http://schemas.microsoft.com/office/drawing/2014/main" id="{ABE1F63F-C13A-47C1-9EBF-94C96D434BC3}"/>
              </a:ext>
            </a:extLst>
          </p:cNvPr>
          <p:cNvSpPr txBox="1"/>
          <p:nvPr/>
        </p:nvSpPr>
        <p:spPr>
          <a:xfrm>
            <a:off x="6206722" y="2190750"/>
            <a:ext cx="1981200" cy="276999"/>
          </a:xfrm>
          <a:prstGeom prst="rect">
            <a:avLst/>
          </a:prstGeom>
          <a:noFill/>
        </p:spPr>
        <p:txBody>
          <a:bodyPr wrap="square" rtlCol="0">
            <a:spAutoFit/>
          </a:bodyPr>
          <a:lstStyle/>
          <a:p>
            <a:r>
              <a:rPr lang="en-IN" sz="1200" b="1" dirty="0"/>
              <a:t>Collections </a:t>
            </a:r>
            <a:r>
              <a:rPr lang="en-IN" sz="1200" b="1" dirty="0">
                <a:sym typeface="Wingdings" panose="05000000000000000000" pitchFamily="2" charset="2"/>
              </a:rPr>
              <a:t> xml</a:t>
            </a:r>
            <a:endParaRPr lang="en-IN" sz="1200" b="1" dirty="0"/>
          </a:p>
        </p:txBody>
      </p:sp>
      <p:sp>
        <p:nvSpPr>
          <p:cNvPr id="13" name="Arrow: Right 12">
            <a:extLst>
              <a:ext uri="{FF2B5EF4-FFF2-40B4-BE49-F238E27FC236}">
                <a16:creationId xmlns:a16="http://schemas.microsoft.com/office/drawing/2014/main" id="{69689124-33A5-B380-A679-707F0184979A}"/>
              </a:ext>
            </a:extLst>
          </p:cNvPr>
          <p:cNvSpPr/>
          <p:nvPr/>
        </p:nvSpPr>
        <p:spPr>
          <a:xfrm flipH="1">
            <a:off x="2743200" y="1782515"/>
            <a:ext cx="3352800" cy="381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&lt;xml&gt;</a:t>
            </a:r>
          </a:p>
        </p:txBody>
      </p:sp>
      <p:sp>
        <p:nvSpPr>
          <p:cNvPr id="14" name="TextBox 13">
            <a:extLst>
              <a:ext uri="{FF2B5EF4-FFF2-40B4-BE49-F238E27FC236}">
                <a16:creationId xmlns:a16="http://schemas.microsoft.com/office/drawing/2014/main" id="{6B47B7CB-F9C7-2BF1-FA5A-3A4C68F17559}"/>
              </a:ext>
            </a:extLst>
          </p:cNvPr>
          <p:cNvSpPr txBox="1"/>
          <p:nvPr/>
        </p:nvSpPr>
        <p:spPr>
          <a:xfrm>
            <a:off x="1039014" y="2160972"/>
            <a:ext cx="1981200" cy="276999"/>
          </a:xfrm>
          <a:prstGeom prst="rect">
            <a:avLst/>
          </a:prstGeom>
          <a:noFill/>
        </p:spPr>
        <p:txBody>
          <a:bodyPr wrap="square" rtlCol="0">
            <a:spAutoFit/>
          </a:bodyPr>
          <a:lstStyle/>
          <a:p>
            <a:r>
              <a:rPr lang="en-IN" sz="1200" b="1" dirty="0"/>
              <a:t>XML </a:t>
            </a:r>
            <a:r>
              <a:rPr lang="en-IN" sz="1200" b="1" dirty="0">
                <a:sym typeface="Wingdings" panose="05000000000000000000" pitchFamily="2" charset="2"/>
              </a:rPr>
              <a:t> </a:t>
            </a:r>
            <a:r>
              <a:rPr lang="en-IN" sz="1200" b="1" dirty="0" err="1">
                <a:sym typeface="Wingdings" panose="05000000000000000000" pitchFamily="2" charset="2"/>
              </a:rPr>
              <a:t>itab</a:t>
            </a:r>
            <a:endParaRPr lang="en-IN" sz="1200" b="1" dirty="0"/>
          </a:p>
        </p:txBody>
      </p:sp>
    </p:spTree>
    <p:extLst>
      <p:ext uri="{BB962C8B-B14F-4D97-AF65-F5344CB8AC3E}">
        <p14:creationId xmlns:p14="http://schemas.microsoft.com/office/powerpoint/2010/main" val="14404833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CA76C-2F74-9CF0-CA8E-5A9EAFFC3608}"/>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9C0224C9-372F-F3A2-4E21-B85B57DC8FFC}"/>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Example of XML and View syntax</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3605A07-BBDA-0956-4D8F-D95F184FAE41}"/>
              </a:ext>
            </a:extLst>
          </p:cNvPr>
          <p:cNvSpPr txBox="1"/>
          <p:nvPr/>
        </p:nvSpPr>
        <p:spPr>
          <a:xfrm>
            <a:off x="134426" y="490759"/>
            <a:ext cx="8615133" cy="4231912"/>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&lt;data&gt;</a:t>
            </a:r>
          </a:p>
          <a:p>
            <a:r>
              <a:rPr lang="en-IN" sz="1350" dirty="0">
                <a:latin typeface="Amasis MT Pro" panose="02040504050005020304" pitchFamily="18" charset="0"/>
              </a:rPr>
              <a:t>	&lt;</a:t>
            </a:r>
            <a:r>
              <a:rPr lang="en-IN" sz="1350" dirty="0" err="1">
                <a:latin typeface="Amasis MT Pro" panose="02040504050005020304" pitchFamily="18" charset="0"/>
              </a:rPr>
              <a:t>empStr</a:t>
            </a:r>
            <a:r>
              <a:rPr lang="en-IN" sz="1350" dirty="0">
                <a:latin typeface="Amasis MT Pro" panose="02040504050005020304" pitchFamily="18" charset="0"/>
              </a:rPr>
              <a:t>&gt;</a:t>
            </a:r>
          </a:p>
          <a:p>
            <a:r>
              <a:rPr lang="en-IN" sz="1350" dirty="0">
                <a:latin typeface="Amasis MT Pro" panose="02040504050005020304" pitchFamily="18" charset="0"/>
              </a:rPr>
              <a:t>		&lt;</a:t>
            </a:r>
            <a:r>
              <a:rPr lang="en-IN" sz="1350" dirty="0" err="1">
                <a:latin typeface="Amasis MT Pro" panose="02040504050005020304" pitchFamily="18" charset="0"/>
              </a:rPr>
              <a:t>empId</a:t>
            </a:r>
            <a:r>
              <a:rPr lang="en-IN" sz="1350" dirty="0">
                <a:latin typeface="Amasis MT Pro" panose="02040504050005020304" pitchFamily="18" charset="0"/>
              </a:rPr>
              <a:t>&gt;1002&lt;/</a:t>
            </a:r>
            <a:r>
              <a:rPr lang="en-IN" sz="1350" dirty="0" err="1">
                <a:latin typeface="Amasis MT Pro" panose="02040504050005020304" pitchFamily="18" charset="0"/>
              </a:rPr>
              <a:t>empId</a:t>
            </a:r>
            <a:r>
              <a:rPr lang="en-IN" sz="1350" dirty="0">
                <a:latin typeface="Amasis MT Pro" panose="02040504050005020304" pitchFamily="18" charset="0"/>
              </a:rPr>
              <a:t>&gt;</a:t>
            </a:r>
          </a:p>
          <a:p>
            <a:r>
              <a:rPr lang="en-IN" sz="1350" dirty="0">
                <a:latin typeface="Amasis MT Pro" panose="02040504050005020304" pitchFamily="18" charset="0"/>
              </a:rPr>
              <a:t>		&lt;</a:t>
            </a:r>
            <a:r>
              <a:rPr lang="en-IN" sz="1350" dirty="0" err="1">
                <a:latin typeface="Amasis MT Pro" panose="02040504050005020304" pitchFamily="18" charset="0"/>
              </a:rPr>
              <a:t>empName</a:t>
            </a:r>
            <a:r>
              <a:rPr lang="en-IN" sz="1350" dirty="0">
                <a:latin typeface="Amasis MT Pro" panose="02040504050005020304" pitchFamily="18" charset="0"/>
              </a:rPr>
              <a:t>&gt;Anubhav&lt;/</a:t>
            </a:r>
            <a:r>
              <a:rPr lang="en-IN" sz="1350" dirty="0" err="1">
                <a:latin typeface="Amasis MT Pro" panose="02040504050005020304" pitchFamily="18" charset="0"/>
              </a:rPr>
              <a:t>empName</a:t>
            </a:r>
            <a:r>
              <a:rPr lang="en-IN" sz="1350" dirty="0">
                <a:latin typeface="Amasis MT Pro" panose="02040504050005020304" pitchFamily="18" charset="0"/>
              </a:rPr>
              <a:t>&gt;</a:t>
            </a:r>
          </a:p>
          <a:p>
            <a:r>
              <a:rPr lang="en-IN" sz="1350" dirty="0">
                <a:latin typeface="Amasis MT Pro" panose="02040504050005020304" pitchFamily="18" charset="0"/>
              </a:rPr>
              <a:t>		&lt;salary&gt;15000&lt;/salary&gt;</a:t>
            </a:r>
          </a:p>
          <a:p>
            <a:r>
              <a:rPr lang="en-IN" sz="1350" dirty="0">
                <a:latin typeface="Amasis MT Pro" panose="02040504050005020304" pitchFamily="18" charset="0"/>
              </a:rPr>
              <a:t>		&lt;currency&gt;EUR&lt;/currency&gt;</a:t>
            </a:r>
          </a:p>
          <a:p>
            <a:r>
              <a:rPr lang="en-IN" sz="1350" dirty="0">
                <a:latin typeface="Amasis MT Pro" panose="02040504050005020304" pitchFamily="18" charset="0"/>
              </a:rPr>
              <a:t>	&lt;/</a:t>
            </a:r>
            <a:r>
              <a:rPr lang="en-IN" sz="1350" dirty="0" err="1">
                <a:latin typeface="Amasis MT Pro" panose="02040504050005020304" pitchFamily="18" charset="0"/>
              </a:rPr>
              <a:t>empStr</a:t>
            </a:r>
            <a:r>
              <a:rPr lang="en-IN" sz="1350" dirty="0">
                <a:latin typeface="Amasis MT Pro" panose="02040504050005020304" pitchFamily="18" charset="0"/>
              </a:rPr>
              <a:t>&gt;</a:t>
            </a:r>
          </a:p>
          <a:p>
            <a:r>
              <a:rPr lang="en-IN" sz="1350" dirty="0">
                <a:latin typeface="Amasis MT Pro" panose="02040504050005020304" pitchFamily="18" charset="0"/>
              </a:rPr>
              <a:t>&lt;/data&gt;</a:t>
            </a:r>
          </a:p>
          <a:p>
            <a:endParaRPr lang="en-IN" sz="1350" dirty="0">
              <a:latin typeface="Amasis MT Pro" panose="02040504050005020304" pitchFamily="18" charset="0"/>
            </a:endParaRPr>
          </a:p>
          <a:p>
            <a:r>
              <a:rPr lang="en-IN" sz="1350" b="1" dirty="0">
                <a:latin typeface="Amasis MT Pro" panose="02040504050005020304" pitchFamily="18" charset="0"/>
              </a:rPr>
              <a:t>Syntax to create XML View – a view is also a class from </a:t>
            </a:r>
            <a:r>
              <a:rPr lang="en-IN" sz="1350" b="1" dirty="0" err="1">
                <a:latin typeface="Amasis MT Pro" panose="02040504050005020304" pitchFamily="18" charset="0"/>
              </a:rPr>
              <a:t>sap.ui.core.mvc</a:t>
            </a:r>
            <a:endParaRPr lang="en-IN" sz="1350" b="1" dirty="0">
              <a:latin typeface="Amasis MT Pro" panose="02040504050005020304" pitchFamily="18" charset="0"/>
            </a:endParaRPr>
          </a:p>
          <a:p>
            <a:r>
              <a:rPr lang="en-IN" sz="1350" i="1" dirty="0" err="1">
                <a:latin typeface="Amasis MT Pro" panose="02040504050005020304" pitchFamily="18" charset="0"/>
              </a:rPr>
              <a:t>Xmlns</a:t>
            </a:r>
            <a:r>
              <a:rPr lang="en-IN" sz="1350" i="1" dirty="0">
                <a:latin typeface="Amasis MT Pro" panose="02040504050005020304" pitchFamily="18" charset="0"/>
              </a:rPr>
              <a:t> is a way to define a variable in xml (namespace)</a:t>
            </a:r>
          </a:p>
          <a:p>
            <a:r>
              <a:rPr lang="en-IN" sz="1350" i="1" dirty="0">
                <a:latin typeface="Amasis MT Pro" panose="02040504050005020304" pitchFamily="18" charset="0"/>
              </a:rPr>
              <a:t>In addition, we provide a default namespace (ONLY ONE), which will be used in case of no namespace provided before class name like Button</a:t>
            </a:r>
          </a:p>
          <a:p>
            <a:endParaRPr lang="en-IN" sz="1350" b="1" dirty="0">
              <a:latin typeface="Amasis MT Pro" panose="02040504050005020304" pitchFamily="18" charset="0"/>
            </a:endParaRPr>
          </a:p>
          <a:p>
            <a:r>
              <a:rPr lang="en-IN" sz="1600" dirty="0">
                <a:latin typeface="72 Condensed" panose="020B0506030000000003" pitchFamily="34" charset="0"/>
                <a:cs typeface="72 Condensed" panose="020B0506030000000003" pitchFamily="34" charset="0"/>
              </a:rPr>
              <a:t>&lt;</a:t>
            </a:r>
            <a:r>
              <a:rPr lang="en-IN" sz="1600" dirty="0" err="1">
                <a:solidFill>
                  <a:srgbClr val="FF0000"/>
                </a:solidFill>
                <a:latin typeface="72 Condensed" panose="020B0506030000000003" pitchFamily="34" charset="0"/>
                <a:cs typeface="72 Condensed" panose="020B0506030000000003" pitchFamily="34" charset="0"/>
              </a:rPr>
              <a:t>nikita</a:t>
            </a:r>
            <a:r>
              <a:rPr lang="en-IN" sz="1600" dirty="0" err="1">
                <a:latin typeface="72 Condensed" panose="020B0506030000000003" pitchFamily="34" charset="0"/>
                <a:cs typeface="72 Condensed" panose="020B0506030000000003" pitchFamily="34" charset="0"/>
              </a:rPr>
              <a:t>:View</a:t>
            </a:r>
            <a:r>
              <a:rPr lang="en-IN" sz="1600" dirty="0">
                <a:latin typeface="72 Condensed" panose="020B0506030000000003" pitchFamily="34" charset="0"/>
                <a:cs typeface="72 Condensed" panose="020B0506030000000003" pitchFamily="34" charset="0"/>
              </a:rPr>
              <a:t> </a:t>
            </a:r>
            <a:r>
              <a:rPr lang="en-IN" sz="1600" b="1" dirty="0" err="1">
                <a:latin typeface="72 Condensed" panose="020B0506030000000003" pitchFamily="34" charset="0"/>
                <a:cs typeface="72 Condensed" panose="020B0506030000000003" pitchFamily="34" charset="0"/>
              </a:rPr>
              <a:t>xmlns:</a:t>
            </a:r>
            <a:r>
              <a:rPr lang="en-IN" sz="1600" b="1" dirty="0" err="1">
                <a:solidFill>
                  <a:srgbClr val="FF0000"/>
                </a:solidFill>
                <a:latin typeface="72 Condensed" panose="020B0506030000000003" pitchFamily="34" charset="0"/>
                <a:cs typeface="72 Condensed" panose="020B0506030000000003" pitchFamily="34" charset="0"/>
              </a:rPr>
              <a:t>nikita</a:t>
            </a:r>
            <a:r>
              <a:rPr lang="en-IN" sz="1600" b="1" dirty="0">
                <a:latin typeface="72 Condensed" panose="020B0506030000000003" pitchFamily="34" charset="0"/>
                <a:cs typeface="72 Condensed" panose="020B0506030000000003" pitchFamily="34" charset="0"/>
              </a:rPr>
              <a:t>=“</a:t>
            </a:r>
            <a:r>
              <a:rPr lang="en-IN" sz="1600" b="1" dirty="0" err="1">
                <a:latin typeface="72 Condensed" panose="020B0506030000000003" pitchFamily="34" charset="0"/>
                <a:cs typeface="72 Condensed" panose="020B0506030000000003" pitchFamily="34" charset="0"/>
              </a:rPr>
              <a:t>sap.ui.core.mvc</a:t>
            </a:r>
            <a:r>
              <a:rPr lang="en-IN" sz="1600" b="1" dirty="0">
                <a:latin typeface="72 Condensed" panose="020B0506030000000003" pitchFamily="34" charset="0"/>
                <a:cs typeface="72 Condensed" panose="020B0506030000000003" pitchFamily="34" charset="0"/>
              </a:rPr>
              <a:t>”  </a:t>
            </a:r>
            <a:r>
              <a:rPr lang="en-IN" sz="1600" b="1" dirty="0" err="1">
                <a:latin typeface="72 Condensed" panose="020B0506030000000003" pitchFamily="34" charset="0"/>
                <a:cs typeface="72 Condensed" panose="020B0506030000000003" pitchFamily="34" charset="0"/>
              </a:rPr>
              <a:t>xmlns</a:t>
            </a:r>
            <a:r>
              <a:rPr lang="en-IN" sz="1600" b="1" dirty="0">
                <a:latin typeface="72 Condensed" panose="020B0506030000000003" pitchFamily="34" charset="0"/>
                <a:cs typeface="72 Condensed" panose="020B0506030000000003" pitchFamily="34" charset="0"/>
              </a:rPr>
              <a:t>=“</a:t>
            </a:r>
            <a:r>
              <a:rPr lang="en-IN" sz="1600" b="1" dirty="0" err="1">
                <a:latin typeface="72 Condensed" panose="020B0506030000000003" pitchFamily="34" charset="0"/>
                <a:cs typeface="72 Condensed" panose="020B0506030000000003" pitchFamily="34" charset="0"/>
              </a:rPr>
              <a:t>sap.m</a:t>
            </a:r>
            <a:r>
              <a:rPr lang="en-IN" sz="1600" b="1" dirty="0">
                <a:latin typeface="72 Condensed" panose="020B0506030000000003" pitchFamily="34" charset="0"/>
                <a:cs typeface="72 Condensed" panose="020B0506030000000003" pitchFamily="34" charset="0"/>
              </a:rPr>
              <a:t>”</a:t>
            </a:r>
            <a:r>
              <a:rPr lang="en-IN" sz="1600" dirty="0">
                <a:latin typeface="72 Condensed" panose="020B0506030000000003" pitchFamily="34" charset="0"/>
                <a:cs typeface="72 Condensed" panose="020B0506030000000003" pitchFamily="34" charset="0"/>
              </a:rPr>
              <a:t>&gt;</a:t>
            </a:r>
          </a:p>
          <a:p>
            <a:endParaRPr lang="en-IN" sz="1600" dirty="0">
              <a:latin typeface="72 Condensed" panose="020B0506030000000003" pitchFamily="34" charset="0"/>
              <a:cs typeface="72 Condensed" panose="020B0506030000000003" pitchFamily="34" charset="0"/>
            </a:endParaRPr>
          </a:p>
          <a:p>
            <a:r>
              <a:rPr lang="en-IN" sz="1600" dirty="0">
                <a:latin typeface="72 Condensed" panose="020B0506030000000003" pitchFamily="34" charset="0"/>
                <a:cs typeface="72 Condensed" panose="020B0506030000000003" pitchFamily="34" charset="0"/>
              </a:rPr>
              <a:t>	&lt;Button text=“click me”&gt;&lt;/Button&gt;</a:t>
            </a:r>
          </a:p>
          <a:p>
            <a:endParaRPr lang="en-IN" sz="1600" dirty="0">
              <a:latin typeface="72 Condensed" panose="020B0506030000000003" pitchFamily="34" charset="0"/>
              <a:cs typeface="72 Condensed" panose="020B0506030000000003" pitchFamily="34" charset="0"/>
            </a:endParaRPr>
          </a:p>
          <a:p>
            <a:r>
              <a:rPr lang="en-IN" sz="1600" dirty="0">
                <a:latin typeface="72 Condensed" panose="020B0506030000000003" pitchFamily="34" charset="0"/>
                <a:cs typeface="72 Condensed" panose="020B0506030000000003" pitchFamily="34" charset="0"/>
              </a:rPr>
              <a:t>&lt;/</a:t>
            </a:r>
            <a:r>
              <a:rPr lang="en-IN" sz="1600" dirty="0" err="1">
                <a:solidFill>
                  <a:srgbClr val="FF0000"/>
                </a:solidFill>
                <a:latin typeface="72 Condensed" panose="020B0506030000000003" pitchFamily="34" charset="0"/>
                <a:cs typeface="72 Condensed" panose="020B0506030000000003" pitchFamily="34" charset="0"/>
              </a:rPr>
              <a:t>nikita</a:t>
            </a:r>
            <a:r>
              <a:rPr lang="en-IN" sz="1600" dirty="0" err="1">
                <a:latin typeface="72 Condensed" panose="020B0506030000000003" pitchFamily="34" charset="0"/>
                <a:cs typeface="72 Condensed" panose="020B0506030000000003" pitchFamily="34" charset="0"/>
              </a:rPr>
              <a:t>:View</a:t>
            </a:r>
            <a:r>
              <a:rPr lang="en-IN" sz="1600" dirty="0">
                <a:latin typeface="72 Condensed" panose="020B0506030000000003" pitchFamily="34" charset="0"/>
                <a:cs typeface="72 Condensed" panose="020B0506030000000003" pitchFamily="34" charset="0"/>
              </a:rPr>
              <a:t>&gt;</a:t>
            </a:r>
          </a:p>
        </p:txBody>
      </p:sp>
      <p:sp>
        <p:nvSpPr>
          <p:cNvPr id="4" name="TextBox 3">
            <a:extLst>
              <a:ext uri="{FF2B5EF4-FFF2-40B4-BE49-F238E27FC236}">
                <a16:creationId xmlns:a16="http://schemas.microsoft.com/office/drawing/2014/main" id="{8ADBA40B-A476-53A5-5570-85AE51155B9C}"/>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12704125-DFB3-889D-FF10-DA80188F9B76}"/>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39ECFE71-0599-1FE5-5E39-35B771AA0446}"/>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3251684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28C73-4F80-B0BD-9C17-FD77A37ED24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A63D87DF-4EC3-B2D0-B926-115E7F6CBD13}"/>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Exercise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010BEBF-14E7-AD6E-46D8-CDE83CFA4C7E}"/>
              </a:ext>
            </a:extLst>
          </p:cNvPr>
          <p:cNvSpPr txBox="1"/>
          <p:nvPr/>
        </p:nvSpPr>
        <p:spPr>
          <a:xfrm>
            <a:off x="134426" y="490759"/>
            <a:ext cx="8615133" cy="1131063"/>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Add the controller logic to show the data of input field in the popup which </a:t>
            </a:r>
            <a:r>
              <a:rPr lang="en-IN" sz="1350" b="1" dirty="0">
                <a:latin typeface="Amasis MT Pro" panose="02040504050005020304" pitchFamily="18" charset="0"/>
              </a:rPr>
              <a:t>click </a:t>
            </a:r>
            <a:r>
              <a:rPr lang="en-IN" sz="1350" b="1" dirty="0" err="1">
                <a:latin typeface="Amasis MT Pro" panose="02040504050005020304" pitchFamily="18" charset="0"/>
              </a:rPr>
              <a:t>maddi</a:t>
            </a:r>
            <a:r>
              <a:rPr lang="en-IN" sz="1350" b="1" dirty="0">
                <a:latin typeface="Amasis MT Pro" panose="02040504050005020304" pitchFamily="18" charset="0"/>
              </a:rPr>
              <a:t> </a:t>
            </a:r>
            <a:r>
              <a:rPr lang="en-IN" sz="1350" dirty="0">
                <a:latin typeface="Amasis MT Pro" panose="02040504050005020304" pitchFamily="18" charset="0"/>
              </a:rPr>
              <a:t>button is pressed in the xml view.</a:t>
            </a:r>
          </a:p>
          <a:p>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b="1" i="1" dirty="0">
                <a:latin typeface="Amasis MT Pro" panose="02040504050005020304" pitchFamily="18" charset="0"/>
              </a:rPr>
              <a:t>Which view is preferred XML or JS and why?</a:t>
            </a:r>
          </a:p>
        </p:txBody>
      </p:sp>
      <p:sp>
        <p:nvSpPr>
          <p:cNvPr id="4" name="TextBox 3">
            <a:extLst>
              <a:ext uri="{FF2B5EF4-FFF2-40B4-BE49-F238E27FC236}">
                <a16:creationId xmlns:a16="http://schemas.microsoft.com/office/drawing/2014/main" id="{F2CC6E4B-D9A0-0DB3-6EEB-0BBA811FBD11}"/>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A64ADE41-1929-1E66-1578-92FD7C0E1561}"/>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2DA438F4-F7EB-ADAC-D795-D99C7FA30732}"/>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11738242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38A48-C667-ECD8-680D-8E0F94879F2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86071C4-A83D-0F92-93CE-C7BB48EB04F2}"/>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Aggregation: funda fox</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7CDC496-371F-7EA6-C48D-00F66009D1A9}"/>
              </a:ext>
            </a:extLst>
          </p:cNvPr>
          <p:cNvSpPr txBox="1"/>
          <p:nvPr/>
        </p:nvSpPr>
        <p:spPr>
          <a:xfrm>
            <a:off x="134426" y="490759"/>
            <a:ext cx="8615133" cy="2793056"/>
          </a:xfrm>
          <a:prstGeom prst="rect">
            <a:avLst/>
          </a:prstGeom>
          <a:noFill/>
        </p:spPr>
        <p:txBody>
          <a:bodyPr wrap="square" lIns="91424" tIns="45712" rIns="91424" bIns="45712" rtlCol="0">
            <a:spAutoFit/>
          </a:bodyPr>
          <a:lstStyle/>
          <a:p>
            <a:pPr marL="285750" indent="-285750">
              <a:buFont typeface="Arial" panose="020B0604020202020204" pitchFamily="34" charset="0"/>
              <a:buChar char="•"/>
            </a:pPr>
            <a:r>
              <a:rPr lang="en-IN" sz="1350" dirty="0">
                <a:latin typeface="Amasis MT Pro" panose="02040504050005020304" pitchFamily="18" charset="0"/>
              </a:rPr>
              <a:t>Aggregation name always starts with small letter and follows camel case</a:t>
            </a:r>
          </a:p>
          <a:p>
            <a:pPr marL="285750" indent="-285750">
              <a:buFont typeface="Arial" panose="020B0604020202020204" pitchFamily="34" charset="0"/>
              <a:buChar char="•"/>
            </a:pPr>
            <a:r>
              <a:rPr lang="en-IN" sz="1350" dirty="0">
                <a:latin typeface="Amasis MT Pro" panose="02040504050005020304" pitchFamily="18" charset="0"/>
              </a:rPr>
              <a:t>An aggregation always comes with the same namespace of its parent.</a:t>
            </a:r>
          </a:p>
          <a:p>
            <a:pPr marL="285750" indent="-285750">
              <a:buFont typeface="Arial" panose="020B0604020202020204" pitchFamily="34" charset="0"/>
              <a:buChar char="•"/>
            </a:pPr>
            <a:r>
              <a:rPr lang="en-IN" sz="1350" dirty="0">
                <a:latin typeface="Amasis MT Pro" panose="02040504050005020304" pitchFamily="18" charset="0"/>
              </a:rPr>
              <a:t>When we see a class aggregate the parent or grand parent class, any of the grand child/child classes can provide the object in the aggregation.</a:t>
            </a:r>
          </a:p>
          <a:p>
            <a:pPr marL="285750" indent="-285750">
              <a:buFont typeface="Arial" panose="020B0604020202020204" pitchFamily="34" charset="0"/>
              <a:buChar char="•"/>
            </a:pPr>
            <a:r>
              <a:rPr lang="en-IN" sz="1350" dirty="0">
                <a:latin typeface="Amasis MT Pro" panose="02040504050005020304" pitchFamily="18" charset="0"/>
              </a:rPr>
              <a:t>If an aggregation is default, then whether we write it or not write it, it does not matter.</a:t>
            </a:r>
          </a:p>
          <a:p>
            <a:pPr marL="285750" indent="-285750">
              <a:buFont typeface="Arial" panose="020B0604020202020204" pitchFamily="34" charset="0"/>
              <a:buChar char="•"/>
            </a:pPr>
            <a:r>
              <a:rPr lang="en-IN" sz="1350" dirty="0">
                <a:latin typeface="Amasis MT Pro" panose="02040504050005020304" pitchFamily="18" charset="0"/>
              </a:rPr>
              <a:t>We can define global variables at a class level using </a:t>
            </a:r>
            <a:r>
              <a:rPr lang="en-IN" sz="1350" b="1" dirty="0">
                <a:latin typeface="Amasis MT Pro" panose="02040504050005020304" pitchFamily="18" charset="0"/>
              </a:rPr>
              <a:t>this </a:t>
            </a:r>
            <a:r>
              <a:rPr lang="en-IN" sz="1350" dirty="0">
                <a:latin typeface="Amasis MT Pro" panose="02040504050005020304" pitchFamily="18" charset="0"/>
              </a:rPr>
              <a:t>pointer. We can do this at controller class with 2 options</a:t>
            </a:r>
          </a:p>
          <a:p>
            <a:pPr marL="285750" indent="-285750">
              <a:buFont typeface="Arial" panose="020B0604020202020204" pitchFamily="34" charset="0"/>
              <a:buChar char="•"/>
            </a:pPr>
            <a:r>
              <a:rPr lang="en-IN" sz="1350" dirty="0">
                <a:latin typeface="Amasis MT Pro" panose="02040504050005020304" pitchFamily="18" charset="0"/>
              </a:rPr>
              <a:t>First, </a:t>
            </a:r>
            <a:r>
              <a:rPr lang="en-IN" sz="1350" b="1" dirty="0">
                <a:latin typeface="Amasis MT Pro" panose="02040504050005020304" pitchFamily="18" charset="0"/>
              </a:rPr>
              <a:t>variable: value, </a:t>
            </a:r>
            <a:r>
              <a:rPr lang="en-IN" sz="1350" dirty="0">
                <a:latin typeface="Amasis MT Pro" panose="02040504050005020304" pitchFamily="18" charset="0"/>
              </a:rPr>
              <a:t>at a controller level</a:t>
            </a:r>
          </a:p>
          <a:p>
            <a:pPr marL="285750" indent="-285750">
              <a:buFont typeface="Arial" panose="020B0604020202020204" pitchFamily="34" charset="0"/>
              <a:buChar char="•"/>
            </a:pPr>
            <a:r>
              <a:rPr lang="en-IN" sz="1350" dirty="0">
                <a:latin typeface="Amasis MT Pro" panose="02040504050005020304" pitchFamily="18" charset="0"/>
              </a:rPr>
              <a:t>Second, define </a:t>
            </a:r>
            <a:r>
              <a:rPr lang="en-IN" sz="1350" b="1" dirty="0" err="1">
                <a:latin typeface="Amasis MT Pro" panose="02040504050005020304" pitchFamily="18" charset="0"/>
              </a:rPr>
              <a:t>this.variable</a:t>
            </a:r>
            <a:r>
              <a:rPr lang="en-IN" sz="1350" b="1" dirty="0">
                <a:latin typeface="Amasis MT Pro" panose="02040504050005020304" pitchFamily="18" charset="0"/>
              </a:rPr>
              <a:t> = value;</a:t>
            </a:r>
            <a:r>
              <a:rPr lang="en-IN" sz="1350" dirty="0">
                <a:latin typeface="Amasis MT Pro" panose="02040504050005020304" pitchFamily="18" charset="0"/>
              </a:rPr>
              <a:t> inside the </a:t>
            </a:r>
            <a:r>
              <a:rPr lang="en-IN" sz="1350" dirty="0" err="1">
                <a:latin typeface="Amasis MT Pro" panose="02040504050005020304" pitchFamily="18" charset="0"/>
              </a:rPr>
              <a:t>onInit</a:t>
            </a:r>
            <a:r>
              <a:rPr lang="en-IN" sz="1350" dirty="0">
                <a:latin typeface="Amasis MT Pro" panose="02040504050005020304" pitchFamily="18" charset="0"/>
              </a:rPr>
              <a:t> function, which is the constructor, gets called automatically at the start of the application.</a:t>
            </a:r>
          </a:p>
          <a:p>
            <a:pPr marL="285750" indent="-285750">
              <a:buFont typeface="Arial" panose="020B0604020202020204" pitchFamily="34" charset="0"/>
              <a:buChar char="•"/>
            </a:pPr>
            <a:endParaRPr lang="en-IN" sz="1350" dirty="0">
              <a:latin typeface="Amasis MT Pro" panose="02040504050005020304" pitchFamily="18" charset="0"/>
            </a:endParaRPr>
          </a:p>
          <a:p>
            <a:pPr marL="285750" indent="-285750">
              <a:buFont typeface="Arial" panose="020B0604020202020204" pitchFamily="34" charset="0"/>
              <a:buChar char="•"/>
            </a:pPr>
            <a:endParaRPr lang="en-IN" sz="1350" dirty="0">
              <a:latin typeface="Amasis MT Pro" panose="02040504050005020304" pitchFamily="18" charset="0"/>
            </a:endParaRPr>
          </a:p>
          <a:p>
            <a:pPr marL="285750" indent="-285750">
              <a:buFont typeface="Arial" panose="020B0604020202020204" pitchFamily="34" charset="0"/>
              <a:buChar char="•"/>
            </a:pPr>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C3D8BD90-2272-B3E0-C4E1-46AE97CDA43F}"/>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2FA1194E-B421-3E5A-43F7-E43A49F13207}"/>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61D94394-D7F5-9FF3-E741-0F15E0BB5FEC}"/>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39818280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7B2D5-226D-8E24-DA57-4102F8AAA858}"/>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E81CB9D3-111C-B42E-7642-6003FB49CD62}"/>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Exercise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66B1CE0-0B18-965B-80C2-8CF06F1C191A}"/>
              </a:ext>
            </a:extLst>
          </p:cNvPr>
          <p:cNvSpPr txBox="1"/>
          <p:nvPr/>
        </p:nvSpPr>
        <p:spPr>
          <a:xfrm>
            <a:off x="134426" y="490759"/>
            <a:ext cx="8615133" cy="1754310"/>
          </a:xfrm>
          <a:prstGeom prst="rect">
            <a:avLst/>
          </a:prstGeom>
          <a:noFill/>
        </p:spPr>
        <p:txBody>
          <a:bodyPr wrap="square" lIns="91424" tIns="45712" rIns="91424" bIns="45712" rtlCol="0">
            <a:spAutoFit/>
          </a:bodyPr>
          <a:lstStyle/>
          <a:p>
            <a:pPr marL="285750" indent="-285750">
              <a:buFont typeface="Arial" panose="020B0604020202020204" pitchFamily="34" charset="0"/>
              <a:buChar char="•"/>
            </a:pPr>
            <a:r>
              <a:rPr lang="en-IN" sz="1350" dirty="0">
                <a:latin typeface="Amasis MT Pro" panose="02040504050005020304" pitchFamily="18" charset="0"/>
              </a:rPr>
              <a:t>Align the label and fields in a simple form</a:t>
            </a:r>
          </a:p>
          <a:p>
            <a:pPr marL="285750" indent="-285750">
              <a:buFont typeface="Arial" panose="020B0604020202020204" pitchFamily="34" charset="0"/>
              <a:buChar char="•"/>
            </a:pPr>
            <a:r>
              <a:rPr lang="en-IN" sz="1350" dirty="0">
                <a:latin typeface="Amasis MT Pro" panose="02040504050005020304" pitchFamily="18" charset="0"/>
              </a:rPr>
              <a:t>Create a button called “load data”, on click of the button, set some default value to all your input fields.</a:t>
            </a:r>
          </a:p>
          <a:p>
            <a:pPr marL="285750" indent="-285750">
              <a:buFont typeface="Arial" panose="020B0604020202020204" pitchFamily="34" charset="0"/>
              <a:buChar char="•"/>
            </a:pPr>
            <a:endParaRPr lang="en-IN" sz="1350" dirty="0">
              <a:latin typeface="Amasis MT Pro" panose="02040504050005020304" pitchFamily="18" charset="0"/>
            </a:endParaRPr>
          </a:p>
          <a:p>
            <a:pPr marL="285750" indent="-285750">
              <a:buFont typeface="Arial" panose="020B0604020202020204" pitchFamily="34" charset="0"/>
              <a:buChar char="•"/>
            </a:pPr>
            <a:endParaRPr lang="en-IN" sz="1350" dirty="0">
              <a:latin typeface="Amasis MT Pro" panose="02040504050005020304" pitchFamily="18" charset="0"/>
            </a:endParaRPr>
          </a:p>
          <a:p>
            <a:r>
              <a:rPr lang="en-IN" sz="1350" dirty="0">
                <a:latin typeface="Amasis MT Pro" panose="02040504050005020304" pitchFamily="18" charset="0"/>
              </a:rPr>
              <a:t>Right now to set the value in all the fields, we have to get the view object. From the view object, we get the field by its id. Then we set the value.</a:t>
            </a:r>
          </a:p>
          <a:p>
            <a:r>
              <a:rPr lang="en-IN" sz="1350" dirty="0">
                <a:latin typeface="Amasis MT Pro" panose="02040504050005020304" pitchFamily="18" charset="0"/>
              </a:rPr>
              <a:t>But if we have 500 fields on the screen, we have to write 500 lines of code. To avoid that, and to exchange data between view and controller, we create model in SAP UI5 and we perform Binding (data Binding).</a:t>
            </a:r>
          </a:p>
        </p:txBody>
      </p:sp>
      <p:sp>
        <p:nvSpPr>
          <p:cNvPr id="4" name="TextBox 3">
            <a:extLst>
              <a:ext uri="{FF2B5EF4-FFF2-40B4-BE49-F238E27FC236}">
                <a16:creationId xmlns:a16="http://schemas.microsoft.com/office/drawing/2014/main" id="{B329FDA5-B341-C1E3-9637-6296F8B6BFA9}"/>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942C4736-310D-2798-8AE5-A83597DE8B64}"/>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F8780D39-709A-357E-74A9-E0D81E60CE1C}"/>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890712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27EEC-15EA-8616-6968-207FE08CDDB9}"/>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6962693A-4C6F-FD6C-EEAC-9F3155D47112}"/>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Model </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4382B2C-46DF-C643-4307-C7AEC72A9EA4}"/>
              </a:ext>
            </a:extLst>
          </p:cNvPr>
          <p:cNvSpPr txBox="1"/>
          <p:nvPr/>
        </p:nvSpPr>
        <p:spPr>
          <a:xfrm>
            <a:off x="134426" y="490759"/>
            <a:ext cx="8615133" cy="1754310"/>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Model is a </a:t>
            </a:r>
            <a:r>
              <a:rPr lang="en-IN" sz="1350" b="1" u="sng" dirty="0">
                <a:latin typeface="Amasis MT Pro" panose="02040504050005020304" pitchFamily="18" charset="0"/>
              </a:rPr>
              <a:t>object</a:t>
            </a:r>
            <a:r>
              <a:rPr lang="en-IN" sz="1350" b="1" dirty="0">
                <a:latin typeface="Amasis MT Pro" panose="02040504050005020304" pitchFamily="18" charset="0"/>
              </a:rPr>
              <a:t> </a:t>
            </a:r>
            <a:r>
              <a:rPr lang="en-IN" sz="1350" dirty="0">
                <a:latin typeface="Amasis MT Pro" panose="02040504050005020304" pitchFamily="18" charset="0"/>
              </a:rPr>
              <a:t>of the data, which we want to use in our application to hold our application data or communicate to data source. There are 4 types of model which are categorized into 2 categories.</a:t>
            </a:r>
          </a:p>
          <a:p>
            <a:endParaRPr lang="en-IN" sz="1350" dirty="0">
              <a:latin typeface="Amasis MT Pro" panose="02040504050005020304" pitchFamily="18" charset="0"/>
            </a:endParaRPr>
          </a:p>
          <a:p>
            <a:r>
              <a:rPr lang="en-IN" sz="1350" dirty="0">
                <a:latin typeface="Amasis MT Pro" panose="02040504050005020304" pitchFamily="18" charset="0"/>
              </a:rPr>
              <a:t>JSON Model – 80%</a:t>
            </a:r>
          </a:p>
          <a:p>
            <a:r>
              <a:rPr lang="en-IN" sz="1350" dirty="0">
                <a:latin typeface="Amasis MT Pro" panose="02040504050005020304" pitchFamily="18" charset="0"/>
              </a:rPr>
              <a:t>XML Model – 0%</a:t>
            </a:r>
          </a:p>
          <a:p>
            <a:r>
              <a:rPr lang="en-IN" sz="1350" dirty="0">
                <a:latin typeface="Amasis MT Pro" panose="02040504050005020304" pitchFamily="18" charset="0"/>
              </a:rPr>
              <a:t>Resource Model – 100%</a:t>
            </a:r>
          </a:p>
          <a:p>
            <a:endParaRPr lang="en-IN" sz="1350" dirty="0">
              <a:latin typeface="Amasis MT Pro" panose="02040504050005020304" pitchFamily="18" charset="0"/>
            </a:endParaRPr>
          </a:p>
          <a:p>
            <a:r>
              <a:rPr lang="en-IN" sz="1350" dirty="0">
                <a:latin typeface="Amasis MT Pro" panose="02040504050005020304" pitchFamily="18" charset="0"/>
              </a:rPr>
              <a:t>OData Model – 90%</a:t>
            </a:r>
          </a:p>
        </p:txBody>
      </p:sp>
      <p:sp>
        <p:nvSpPr>
          <p:cNvPr id="4" name="TextBox 3">
            <a:extLst>
              <a:ext uri="{FF2B5EF4-FFF2-40B4-BE49-F238E27FC236}">
                <a16:creationId xmlns:a16="http://schemas.microsoft.com/office/drawing/2014/main" id="{EA4DC379-D016-213D-C65C-8162A1C0553A}"/>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371245D7-500A-E764-CB56-93C43043AE2A}"/>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E9AC9985-95EE-DD89-087D-C633A9D174AA}"/>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ight Brace 6">
            <a:extLst>
              <a:ext uri="{FF2B5EF4-FFF2-40B4-BE49-F238E27FC236}">
                <a16:creationId xmlns:a16="http://schemas.microsoft.com/office/drawing/2014/main" id="{44BA72DC-DEA6-4FDD-546F-F6E6545F5EDF}"/>
              </a:ext>
            </a:extLst>
          </p:cNvPr>
          <p:cNvSpPr/>
          <p:nvPr/>
        </p:nvSpPr>
        <p:spPr>
          <a:xfrm>
            <a:off x="1447800" y="1123950"/>
            <a:ext cx="457200" cy="685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8" name="Right Brace 7">
            <a:extLst>
              <a:ext uri="{FF2B5EF4-FFF2-40B4-BE49-F238E27FC236}">
                <a16:creationId xmlns:a16="http://schemas.microsoft.com/office/drawing/2014/main" id="{7C8EEB46-3FFF-41D8-9247-11EAA52F3CE9}"/>
              </a:ext>
            </a:extLst>
          </p:cNvPr>
          <p:cNvSpPr/>
          <p:nvPr/>
        </p:nvSpPr>
        <p:spPr>
          <a:xfrm>
            <a:off x="1475225" y="1809750"/>
            <a:ext cx="457200" cy="685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 name="TextBox 9">
            <a:extLst>
              <a:ext uri="{FF2B5EF4-FFF2-40B4-BE49-F238E27FC236}">
                <a16:creationId xmlns:a16="http://schemas.microsoft.com/office/drawing/2014/main" id="{B87249EC-9FB1-855E-B138-FF21C6AD7B63}"/>
              </a:ext>
            </a:extLst>
          </p:cNvPr>
          <p:cNvSpPr txBox="1"/>
          <p:nvPr/>
        </p:nvSpPr>
        <p:spPr>
          <a:xfrm>
            <a:off x="1828943" y="993562"/>
            <a:ext cx="7283204" cy="830997"/>
          </a:xfrm>
          <a:prstGeom prst="rect">
            <a:avLst/>
          </a:prstGeom>
          <a:noFill/>
        </p:spPr>
        <p:txBody>
          <a:bodyPr wrap="square">
            <a:spAutoFit/>
          </a:bodyPr>
          <a:lstStyle/>
          <a:p>
            <a:r>
              <a:rPr lang="en-IN" sz="1200" b="1" dirty="0">
                <a:latin typeface="Amasis MT Pro" panose="02040504050005020304" pitchFamily="18" charset="0"/>
              </a:rPr>
              <a:t>Client Side Model: </a:t>
            </a:r>
            <a:r>
              <a:rPr lang="en-IN" sz="1200" dirty="0">
                <a:latin typeface="Amasis MT Pro" panose="02040504050005020304" pitchFamily="18" charset="0"/>
              </a:rPr>
              <a:t>the models which keeps all the data in client side(browser) when app starts. Throughout the execution of the app, data is kept in the browser. These models are suitable for data manipulation @ runtime. In ABAP we have concept of internal table. These models should be used if we don’t want to persist data permanently and data volume is low.</a:t>
            </a:r>
            <a:endParaRPr lang="en-IN" sz="1200" b="1" dirty="0"/>
          </a:p>
        </p:txBody>
      </p:sp>
      <p:sp>
        <p:nvSpPr>
          <p:cNvPr id="11" name="TextBox 10">
            <a:extLst>
              <a:ext uri="{FF2B5EF4-FFF2-40B4-BE49-F238E27FC236}">
                <a16:creationId xmlns:a16="http://schemas.microsoft.com/office/drawing/2014/main" id="{855381C3-F022-EF22-6453-C02A0CDA5ADB}"/>
              </a:ext>
            </a:extLst>
          </p:cNvPr>
          <p:cNvSpPr txBox="1"/>
          <p:nvPr/>
        </p:nvSpPr>
        <p:spPr>
          <a:xfrm>
            <a:off x="1828943" y="1828871"/>
            <a:ext cx="7283204" cy="830997"/>
          </a:xfrm>
          <a:prstGeom prst="rect">
            <a:avLst/>
          </a:prstGeom>
          <a:noFill/>
        </p:spPr>
        <p:txBody>
          <a:bodyPr wrap="square">
            <a:spAutoFit/>
          </a:bodyPr>
          <a:lstStyle/>
          <a:p>
            <a:r>
              <a:rPr lang="en-IN" sz="1200" b="1" dirty="0">
                <a:latin typeface="Amasis MT Pro" panose="02040504050005020304" pitchFamily="18" charset="0"/>
              </a:rPr>
              <a:t>Server Side Model: </a:t>
            </a:r>
            <a:r>
              <a:rPr lang="en-IN" sz="1200" dirty="0">
                <a:latin typeface="Amasis MT Pro" panose="02040504050005020304" pitchFamily="18" charset="0"/>
              </a:rPr>
              <a:t>the models which keeps all the data in server side(SAP system ECC, S/4HANA). Throughout the execution of the app, data is kept in the server and loaded via the server side model in the application </a:t>
            </a:r>
            <a:r>
              <a:rPr lang="en-IN" sz="1200" b="1" dirty="0">
                <a:latin typeface="Amasis MT Pro" panose="02040504050005020304" pitchFamily="18" charset="0"/>
              </a:rPr>
              <a:t>on-demand</a:t>
            </a:r>
            <a:r>
              <a:rPr lang="en-IN" sz="1200" dirty="0">
                <a:latin typeface="Amasis MT Pro" panose="02040504050005020304" pitchFamily="18" charset="0"/>
              </a:rPr>
              <a:t>. These models are suitable for data store in SAP system. These models should be used if we want to persist data permanently and data volume is high.</a:t>
            </a:r>
            <a:endParaRPr lang="en-IN" sz="1200" b="1" dirty="0"/>
          </a:p>
        </p:txBody>
      </p:sp>
      <p:sp>
        <p:nvSpPr>
          <p:cNvPr id="12" name="TextBox 11">
            <a:extLst>
              <a:ext uri="{FF2B5EF4-FFF2-40B4-BE49-F238E27FC236}">
                <a16:creationId xmlns:a16="http://schemas.microsoft.com/office/drawing/2014/main" id="{943DA12A-07F1-3DA7-35C2-74CF85B775F9}"/>
              </a:ext>
            </a:extLst>
          </p:cNvPr>
          <p:cNvSpPr txBox="1"/>
          <p:nvPr/>
        </p:nvSpPr>
        <p:spPr>
          <a:xfrm>
            <a:off x="88717" y="2744100"/>
            <a:ext cx="9023430" cy="1754326"/>
          </a:xfrm>
          <a:prstGeom prst="rect">
            <a:avLst/>
          </a:prstGeom>
          <a:noFill/>
        </p:spPr>
        <p:txBody>
          <a:bodyPr wrap="square">
            <a:spAutoFit/>
          </a:bodyPr>
          <a:lstStyle/>
          <a:p>
            <a:r>
              <a:rPr lang="en-IN" sz="1200" b="1" dirty="0">
                <a:latin typeface="Amasis MT Pro" panose="02040504050005020304" pitchFamily="18" charset="0"/>
              </a:rPr>
              <a:t>Steps to create and use model:</a:t>
            </a:r>
          </a:p>
          <a:p>
            <a:pPr marL="228600" indent="-228600">
              <a:buAutoNum type="arabicPeriod"/>
            </a:pPr>
            <a:r>
              <a:rPr lang="en-IN" sz="1200" dirty="0">
                <a:latin typeface="Amasis MT Pro" panose="02040504050005020304" pitchFamily="18" charset="0"/>
              </a:rPr>
              <a:t>Create a brand new model object</a:t>
            </a:r>
          </a:p>
          <a:p>
            <a:pPr lvl="1"/>
            <a:r>
              <a:rPr lang="en-IN" sz="1200" dirty="0">
                <a:latin typeface="Amasis MT Pro" panose="02040504050005020304" pitchFamily="18" charset="0"/>
              </a:rPr>
              <a:t>var </a:t>
            </a:r>
            <a:r>
              <a:rPr lang="en-IN" sz="1200" dirty="0" err="1">
                <a:latin typeface="Amasis MT Pro" panose="02040504050005020304" pitchFamily="18" charset="0"/>
              </a:rPr>
              <a:t>oModel</a:t>
            </a:r>
            <a:r>
              <a:rPr lang="en-IN" sz="1200" dirty="0">
                <a:latin typeface="Amasis MT Pro" panose="02040504050005020304" pitchFamily="18" charset="0"/>
              </a:rPr>
              <a:t> = </a:t>
            </a:r>
            <a:r>
              <a:rPr lang="en-IN" sz="1200" b="1" dirty="0">
                <a:latin typeface="Amasis MT Pro" panose="02040504050005020304" pitchFamily="18" charset="0"/>
              </a:rPr>
              <a:t>new </a:t>
            </a:r>
            <a:r>
              <a:rPr lang="en-IN" sz="1200" dirty="0" err="1">
                <a:latin typeface="Amasis MT Pro" panose="02040504050005020304" pitchFamily="18" charset="0"/>
              </a:rPr>
              <a:t>sap.ui.model.</a:t>
            </a:r>
            <a:r>
              <a:rPr lang="en-IN" sz="1200" b="1" dirty="0" err="1">
                <a:latin typeface="Amasis MT Pro" panose="02040504050005020304" pitchFamily="18" charset="0"/>
              </a:rPr>
              <a:t>json.JSONModel</a:t>
            </a:r>
            <a:r>
              <a:rPr lang="en-IN" sz="1200" b="1" dirty="0">
                <a:latin typeface="Amasis MT Pro" panose="02040504050005020304" pitchFamily="18" charset="0"/>
              </a:rPr>
              <a:t>();</a:t>
            </a:r>
          </a:p>
          <a:p>
            <a:pPr lvl="1"/>
            <a:r>
              <a:rPr lang="en-IN" sz="1200" dirty="0">
                <a:latin typeface="Amasis MT Pro" panose="02040504050005020304" pitchFamily="18" charset="0"/>
              </a:rPr>
              <a:t>var </a:t>
            </a:r>
            <a:r>
              <a:rPr lang="en-IN" sz="1200" dirty="0" err="1">
                <a:latin typeface="Amasis MT Pro" panose="02040504050005020304" pitchFamily="18" charset="0"/>
              </a:rPr>
              <a:t>oModel</a:t>
            </a:r>
            <a:r>
              <a:rPr lang="en-IN" sz="1200" dirty="0">
                <a:latin typeface="Amasis MT Pro" panose="02040504050005020304" pitchFamily="18" charset="0"/>
              </a:rPr>
              <a:t> = </a:t>
            </a:r>
            <a:r>
              <a:rPr lang="en-IN" sz="1200" b="1" dirty="0">
                <a:latin typeface="Amasis MT Pro" panose="02040504050005020304" pitchFamily="18" charset="0"/>
              </a:rPr>
              <a:t>new </a:t>
            </a:r>
            <a:r>
              <a:rPr lang="en-IN" sz="1200" dirty="0" err="1">
                <a:latin typeface="Amasis MT Pro" panose="02040504050005020304" pitchFamily="18" charset="0"/>
              </a:rPr>
              <a:t>sap.ui.model.</a:t>
            </a:r>
            <a:r>
              <a:rPr lang="en-IN" sz="1200" b="1" dirty="0" err="1">
                <a:latin typeface="Amasis MT Pro" panose="02040504050005020304" pitchFamily="18" charset="0"/>
              </a:rPr>
              <a:t>xml.XMLModel</a:t>
            </a:r>
            <a:r>
              <a:rPr lang="en-IN" sz="1200" b="1" dirty="0">
                <a:latin typeface="Amasis MT Pro" panose="02040504050005020304" pitchFamily="18" charset="0"/>
              </a:rPr>
              <a:t>();</a:t>
            </a:r>
          </a:p>
          <a:p>
            <a:pPr lvl="1"/>
            <a:r>
              <a:rPr lang="en-IN" sz="1200" dirty="0">
                <a:latin typeface="Amasis MT Pro" panose="02040504050005020304" pitchFamily="18" charset="0"/>
              </a:rPr>
              <a:t>var </a:t>
            </a:r>
            <a:r>
              <a:rPr lang="en-IN" sz="1200" dirty="0" err="1">
                <a:latin typeface="Amasis MT Pro" panose="02040504050005020304" pitchFamily="18" charset="0"/>
              </a:rPr>
              <a:t>oModel</a:t>
            </a:r>
            <a:r>
              <a:rPr lang="en-IN" sz="1200" dirty="0">
                <a:latin typeface="Amasis MT Pro" panose="02040504050005020304" pitchFamily="18" charset="0"/>
              </a:rPr>
              <a:t> = </a:t>
            </a:r>
            <a:r>
              <a:rPr lang="en-IN" sz="1200" b="1" dirty="0">
                <a:latin typeface="Amasis MT Pro" panose="02040504050005020304" pitchFamily="18" charset="0"/>
              </a:rPr>
              <a:t>new </a:t>
            </a:r>
            <a:r>
              <a:rPr lang="en-IN" sz="1200" dirty="0" err="1">
                <a:latin typeface="Amasis MT Pro" panose="02040504050005020304" pitchFamily="18" charset="0"/>
              </a:rPr>
              <a:t>sap.ui.model.</a:t>
            </a:r>
            <a:r>
              <a:rPr lang="en-IN" sz="1200" b="1" dirty="0" err="1">
                <a:latin typeface="Amasis MT Pro" panose="02040504050005020304" pitchFamily="18" charset="0"/>
              </a:rPr>
              <a:t>resource.ResourceModel</a:t>
            </a:r>
            <a:r>
              <a:rPr lang="en-IN" sz="1200" b="1" dirty="0">
                <a:latin typeface="Amasis MT Pro" panose="02040504050005020304" pitchFamily="18" charset="0"/>
              </a:rPr>
              <a:t>();</a:t>
            </a:r>
          </a:p>
          <a:p>
            <a:pPr lvl="1"/>
            <a:endParaRPr lang="en-IN" sz="1200" dirty="0">
              <a:latin typeface="Amasis MT Pro" panose="02040504050005020304" pitchFamily="18" charset="0"/>
            </a:endParaRPr>
          </a:p>
          <a:p>
            <a:pPr marL="228600" indent="-228600">
              <a:buAutoNum type="arabicPeriod"/>
            </a:pPr>
            <a:r>
              <a:rPr lang="en-IN" sz="1200" dirty="0">
                <a:latin typeface="Amasis MT Pro" panose="02040504050005020304" pitchFamily="18" charset="0"/>
              </a:rPr>
              <a:t>Set or Load data to the model object</a:t>
            </a:r>
          </a:p>
          <a:p>
            <a:pPr lvl="1"/>
            <a:r>
              <a:rPr lang="en-IN" sz="1200" b="1" dirty="0" err="1">
                <a:latin typeface="Amasis MT Pro" panose="02040504050005020304" pitchFamily="18" charset="0"/>
              </a:rPr>
              <a:t>oModel.setData</a:t>
            </a:r>
            <a:r>
              <a:rPr lang="en-IN" sz="1200" b="1" dirty="0">
                <a:latin typeface="Amasis MT Pro" panose="02040504050005020304" pitchFamily="18" charset="0"/>
              </a:rPr>
              <a:t>(</a:t>
            </a:r>
            <a:r>
              <a:rPr lang="en-IN" sz="1200" b="1" i="1" dirty="0">
                <a:latin typeface="Amasis MT Pro" panose="02040504050005020304" pitchFamily="18" charset="0"/>
              </a:rPr>
              <a:t>data</a:t>
            </a:r>
            <a:r>
              <a:rPr lang="en-IN" sz="1200" b="1" dirty="0">
                <a:latin typeface="Amasis MT Pro" panose="02040504050005020304" pitchFamily="18" charset="0"/>
              </a:rPr>
              <a:t>);      -- option 1              </a:t>
            </a:r>
          </a:p>
          <a:p>
            <a:pPr lvl="1"/>
            <a:r>
              <a:rPr lang="en-IN" sz="1200" b="1" dirty="0" err="1">
                <a:latin typeface="Amasis MT Pro" panose="02040504050005020304" pitchFamily="18" charset="0"/>
              </a:rPr>
              <a:t>oModel.loadData</a:t>
            </a:r>
            <a:r>
              <a:rPr lang="en-IN" sz="1200" b="1" dirty="0">
                <a:latin typeface="Amasis MT Pro" panose="02040504050005020304" pitchFamily="18" charset="0"/>
              </a:rPr>
              <a:t>(</a:t>
            </a:r>
            <a:r>
              <a:rPr lang="en-IN" sz="1200" b="1" i="1" dirty="0">
                <a:latin typeface="Amasis MT Pro" panose="02040504050005020304" pitchFamily="18" charset="0"/>
              </a:rPr>
              <a:t>address of the file where we need to load data from</a:t>
            </a:r>
            <a:r>
              <a:rPr lang="en-IN" sz="1200" b="1" dirty="0">
                <a:latin typeface="Amasis MT Pro" panose="02040504050005020304" pitchFamily="18" charset="0"/>
              </a:rPr>
              <a:t>); -- option 2</a:t>
            </a:r>
          </a:p>
        </p:txBody>
      </p:sp>
    </p:spTree>
    <p:extLst>
      <p:ext uri="{BB962C8B-B14F-4D97-AF65-F5344CB8AC3E}">
        <p14:creationId xmlns:p14="http://schemas.microsoft.com/office/powerpoint/2010/main" val="17701700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60865-6D19-7F29-6F00-2DD856A94B76}"/>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B0D9DECE-8364-42BF-DE52-7E82A0CBA020}"/>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000" b="1" dirty="0">
                <a:latin typeface="Amasis MT Pro" panose="02040504050005020304" pitchFamily="18" charset="0"/>
              </a:rPr>
              <a:t>Steps to create and use model: </a:t>
            </a:r>
            <a:r>
              <a:rPr lang="en-US" sz="2000" b="1" dirty="0">
                <a:latin typeface="Cooper Black" panose="0208090404030B020404" pitchFamily="18" charset="0"/>
                <a:cs typeface="Times New Roman" panose="02020603050405020304" pitchFamily="18" charset="0"/>
              </a:rPr>
              <a:t>Continued</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DCD2365-7B39-72F5-F6CA-D834B458648D}"/>
              </a:ext>
            </a:extLst>
          </p:cNvPr>
          <p:cNvSpPr txBox="1"/>
          <p:nvPr/>
        </p:nvSpPr>
        <p:spPr>
          <a:xfrm>
            <a:off x="134426" y="490759"/>
            <a:ext cx="8615133" cy="3970302"/>
          </a:xfrm>
          <a:prstGeom prst="rect">
            <a:avLst/>
          </a:prstGeom>
          <a:noFill/>
        </p:spPr>
        <p:txBody>
          <a:bodyPr wrap="square" lIns="91424" tIns="45712" rIns="91424" bIns="45712" rtlCol="0">
            <a:spAutoFit/>
          </a:bodyPr>
          <a:lstStyle/>
          <a:p>
            <a:pPr marL="342900" indent="-342900">
              <a:buAutoNum type="arabicPeriod" startAt="3"/>
            </a:pPr>
            <a:r>
              <a:rPr lang="en-IN" sz="1400" dirty="0">
                <a:latin typeface="Amasis MT Pro" panose="02040504050005020304" pitchFamily="18" charset="0"/>
              </a:rPr>
              <a:t>Make the model aware to the application/View/Control</a:t>
            </a:r>
          </a:p>
          <a:p>
            <a:pPr lvl="1"/>
            <a:endParaRPr lang="en-IN" sz="1400" dirty="0">
              <a:latin typeface="Amasis MT Pro" panose="02040504050005020304" pitchFamily="18" charset="0"/>
            </a:endParaRPr>
          </a:p>
          <a:p>
            <a:pPr lvl="1"/>
            <a:r>
              <a:rPr lang="en-IN" sz="1400" dirty="0" err="1">
                <a:latin typeface="Amasis MT Pro" panose="02040504050005020304" pitchFamily="18" charset="0"/>
              </a:rPr>
              <a:t>sap.ui.getCore</a:t>
            </a:r>
            <a:r>
              <a:rPr lang="en-IN" sz="1400" dirty="0">
                <a:latin typeface="Amasis MT Pro" panose="02040504050005020304" pitchFamily="18" charset="0"/>
              </a:rPr>
              <a:t>( ).</a:t>
            </a:r>
            <a:r>
              <a:rPr lang="en-IN" sz="1400" dirty="0" err="1">
                <a:latin typeface="Amasis MT Pro" panose="02040504050005020304" pitchFamily="18" charset="0"/>
              </a:rPr>
              <a:t>setModel</a:t>
            </a:r>
            <a:r>
              <a:rPr lang="en-IN" sz="1400" dirty="0">
                <a:latin typeface="Amasis MT Pro" panose="02040504050005020304" pitchFamily="18" charset="0"/>
              </a:rPr>
              <a:t>(</a:t>
            </a:r>
            <a:r>
              <a:rPr lang="en-IN" sz="1400" b="1" dirty="0" err="1">
                <a:latin typeface="Amasis MT Pro" panose="02040504050005020304" pitchFamily="18" charset="0"/>
              </a:rPr>
              <a:t>oModel</a:t>
            </a:r>
            <a:r>
              <a:rPr lang="en-IN" sz="1400" dirty="0">
                <a:latin typeface="Amasis MT Pro" panose="02040504050005020304" pitchFamily="18" charset="0"/>
              </a:rPr>
              <a:t>);   --All the views, controls they will know our model</a:t>
            </a:r>
          </a:p>
          <a:p>
            <a:pPr lvl="1"/>
            <a:r>
              <a:rPr lang="en-IN" sz="1400" dirty="0" err="1">
                <a:latin typeface="Amasis MT Pro" panose="02040504050005020304" pitchFamily="18" charset="0"/>
              </a:rPr>
              <a:t>this.getView</a:t>
            </a:r>
            <a:r>
              <a:rPr lang="en-IN" sz="1400" dirty="0">
                <a:latin typeface="Amasis MT Pro" panose="02040504050005020304" pitchFamily="18" charset="0"/>
              </a:rPr>
              <a:t>( ).</a:t>
            </a:r>
            <a:r>
              <a:rPr lang="en-IN" sz="1400" dirty="0" err="1">
                <a:latin typeface="Amasis MT Pro" panose="02040504050005020304" pitchFamily="18" charset="0"/>
              </a:rPr>
              <a:t>setModel</a:t>
            </a:r>
            <a:r>
              <a:rPr lang="en-IN" sz="1400" dirty="0">
                <a:latin typeface="Amasis MT Pro" panose="02040504050005020304" pitchFamily="18" charset="0"/>
              </a:rPr>
              <a:t>(</a:t>
            </a:r>
            <a:r>
              <a:rPr lang="en-IN" sz="1400" b="1" dirty="0" err="1">
                <a:latin typeface="Amasis MT Pro" panose="02040504050005020304" pitchFamily="18" charset="0"/>
              </a:rPr>
              <a:t>oModel</a:t>
            </a:r>
            <a:r>
              <a:rPr lang="en-IN" sz="1400" dirty="0">
                <a:latin typeface="Amasis MT Pro" panose="02040504050005020304" pitchFamily="18" charset="0"/>
              </a:rPr>
              <a:t>);      --Only single view and its child controls can access our data</a:t>
            </a:r>
          </a:p>
          <a:p>
            <a:pPr lvl="1"/>
            <a:r>
              <a:rPr lang="en-IN" sz="1400" dirty="0" err="1">
                <a:latin typeface="Amasis MT Pro" panose="02040504050005020304" pitchFamily="18" charset="0"/>
              </a:rPr>
              <a:t>this.getView</a:t>
            </a:r>
            <a:r>
              <a:rPr lang="en-IN" sz="1400" dirty="0">
                <a:latin typeface="Amasis MT Pro" panose="02040504050005020304" pitchFamily="18" charset="0"/>
              </a:rPr>
              <a:t>( ).</a:t>
            </a:r>
            <a:r>
              <a:rPr lang="en-IN" sz="1400" dirty="0" err="1">
                <a:latin typeface="Amasis MT Pro" panose="02040504050005020304" pitchFamily="18" charset="0"/>
              </a:rPr>
              <a:t>byId</a:t>
            </a:r>
            <a:r>
              <a:rPr lang="en-IN" sz="1400" dirty="0">
                <a:latin typeface="Amasis MT Pro" panose="02040504050005020304" pitchFamily="18" charset="0"/>
              </a:rPr>
              <a:t>( </a:t>
            </a:r>
            <a:r>
              <a:rPr lang="en-IN" sz="1400" dirty="0" err="1">
                <a:latin typeface="Amasis MT Pro" panose="02040504050005020304" pitchFamily="18" charset="0"/>
              </a:rPr>
              <a:t>controlId</a:t>
            </a:r>
            <a:r>
              <a:rPr lang="en-IN" sz="1400" dirty="0">
                <a:latin typeface="Amasis MT Pro" panose="02040504050005020304" pitchFamily="18" charset="0"/>
              </a:rPr>
              <a:t> ).</a:t>
            </a:r>
            <a:r>
              <a:rPr lang="en-IN" sz="1400" dirty="0" err="1">
                <a:latin typeface="Amasis MT Pro" panose="02040504050005020304" pitchFamily="18" charset="0"/>
              </a:rPr>
              <a:t>setModel</a:t>
            </a:r>
            <a:r>
              <a:rPr lang="en-IN" sz="1400" b="1" dirty="0">
                <a:latin typeface="Amasis MT Pro" panose="02040504050005020304" pitchFamily="18" charset="0"/>
              </a:rPr>
              <a:t>(</a:t>
            </a:r>
            <a:r>
              <a:rPr lang="en-IN" sz="1400" b="1" dirty="0" err="1">
                <a:latin typeface="Amasis MT Pro" panose="02040504050005020304" pitchFamily="18" charset="0"/>
              </a:rPr>
              <a:t>oModel</a:t>
            </a:r>
            <a:r>
              <a:rPr lang="en-IN" sz="1400" b="1" dirty="0">
                <a:latin typeface="Amasis MT Pro" panose="02040504050005020304" pitchFamily="18" charset="0"/>
              </a:rPr>
              <a:t>);</a:t>
            </a:r>
            <a:r>
              <a:rPr lang="en-IN" sz="1400" dirty="0">
                <a:latin typeface="Amasis MT Pro" panose="02040504050005020304" pitchFamily="18" charset="0"/>
              </a:rPr>
              <a:t>  --only one control can access data</a:t>
            </a:r>
            <a:endParaRPr lang="en-IN" sz="1400" b="1" dirty="0">
              <a:latin typeface="Amasis MT Pro" panose="02040504050005020304" pitchFamily="18" charset="0"/>
            </a:endParaRPr>
          </a:p>
          <a:p>
            <a:pPr lvl="1"/>
            <a:endParaRPr lang="en-IN" sz="1400" dirty="0">
              <a:latin typeface="Amasis MT Pro" panose="02040504050005020304" pitchFamily="18" charset="0"/>
            </a:endParaRPr>
          </a:p>
          <a:p>
            <a:endParaRPr lang="en-IN" sz="1400" dirty="0">
              <a:latin typeface="Amasis MT Pro" panose="02040504050005020304" pitchFamily="18" charset="0"/>
            </a:endParaRPr>
          </a:p>
          <a:p>
            <a:pPr marL="342900" indent="-342900">
              <a:buAutoNum type="arabicPeriod" startAt="4"/>
            </a:pPr>
            <a:r>
              <a:rPr lang="en-IN" sz="1400" dirty="0">
                <a:latin typeface="Amasis MT Pro" panose="02040504050005020304" pitchFamily="18" charset="0"/>
              </a:rPr>
              <a:t>Perform Data binding</a:t>
            </a:r>
          </a:p>
          <a:p>
            <a:r>
              <a:rPr lang="en-IN" sz="1400" dirty="0">
                <a:latin typeface="Amasis MT Pro" panose="02040504050005020304" pitchFamily="18" charset="0"/>
              </a:rPr>
              <a:t>There are 4 ways to achieve data binding – all are property bindings</a:t>
            </a:r>
          </a:p>
          <a:p>
            <a:pPr lvl="1"/>
            <a:r>
              <a:rPr lang="en-IN" sz="1400" dirty="0">
                <a:latin typeface="Amasis MT Pro" panose="02040504050005020304" pitchFamily="18" charset="0"/>
              </a:rPr>
              <a:t>View – {address of data}</a:t>
            </a:r>
          </a:p>
          <a:p>
            <a:pPr lvl="1"/>
            <a:r>
              <a:rPr lang="en-IN" sz="1400" dirty="0">
                <a:latin typeface="Amasis MT Pro" panose="02040504050005020304" pitchFamily="18" charset="0"/>
              </a:rPr>
              <a:t>View – {path: ‘address of data’}</a:t>
            </a:r>
          </a:p>
          <a:p>
            <a:pPr lvl="1"/>
            <a:r>
              <a:rPr lang="en-IN" sz="1400" dirty="0">
                <a:latin typeface="Amasis MT Pro" panose="02040504050005020304" pitchFamily="18" charset="0"/>
              </a:rPr>
              <a:t>Controller – </a:t>
            </a:r>
            <a:r>
              <a:rPr lang="en-IN" sz="1400" dirty="0" err="1">
                <a:latin typeface="Amasis MT Pro" panose="02040504050005020304" pitchFamily="18" charset="0"/>
              </a:rPr>
              <a:t>oControl.bindValue</a:t>
            </a:r>
            <a:r>
              <a:rPr lang="en-IN" sz="1400" dirty="0">
                <a:latin typeface="Amasis MT Pro" panose="02040504050005020304" pitchFamily="18" charset="0"/>
              </a:rPr>
              <a:t>(address of data);</a:t>
            </a:r>
          </a:p>
          <a:p>
            <a:pPr lvl="1"/>
            <a:r>
              <a:rPr lang="en-IN" sz="1400" dirty="0">
                <a:latin typeface="Amasis MT Pro" panose="02040504050005020304" pitchFamily="18" charset="0"/>
              </a:rPr>
              <a:t>Controller – </a:t>
            </a:r>
            <a:r>
              <a:rPr lang="en-IN" sz="1400" dirty="0" err="1">
                <a:latin typeface="Amasis MT Pro" panose="02040504050005020304" pitchFamily="18" charset="0"/>
              </a:rPr>
              <a:t>oControl.bindProperty</a:t>
            </a:r>
            <a:r>
              <a:rPr lang="en-IN" sz="1400" dirty="0">
                <a:latin typeface="Amasis MT Pro" panose="02040504050005020304" pitchFamily="18" charset="0"/>
              </a:rPr>
              <a:t>( </a:t>
            </a:r>
            <a:r>
              <a:rPr lang="en-IN" sz="1400" dirty="0" err="1">
                <a:latin typeface="Amasis MT Pro" panose="02040504050005020304" pitchFamily="18" charset="0"/>
              </a:rPr>
              <a:t>propertyName</a:t>
            </a:r>
            <a:r>
              <a:rPr lang="en-IN" sz="1400" dirty="0">
                <a:latin typeface="Amasis MT Pro" panose="02040504050005020304" pitchFamily="18" charset="0"/>
              </a:rPr>
              <a:t>, ‘address of data’ ); // preferred, use with Agg also</a:t>
            </a:r>
          </a:p>
          <a:p>
            <a:pPr lvl="1"/>
            <a:endParaRPr lang="en-IN" sz="1400" dirty="0">
              <a:latin typeface="Amasis MT Pro" panose="02040504050005020304" pitchFamily="18" charset="0"/>
            </a:endParaRPr>
          </a:p>
          <a:p>
            <a:pPr lvl="1"/>
            <a:r>
              <a:rPr lang="en-US" sz="1400" b="1" dirty="0"/>
              <a:t>Composite Binding</a:t>
            </a:r>
            <a:br>
              <a:rPr lang="en-US" sz="1400" dirty="0"/>
            </a:br>
            <a:r>
              <a:rPr lang="en-US" sz="1400" dirty="0"/>
              <a:t>A composite property binding which combines data from multiple model paths can be declared using the parts parameter instead of path. The formatter function or a </a:t>
            </a:r>
            <a:r>
              <a:rPr lang="en-US" sz="1400" dirty="0">
                <a:hlinkClick r:id="rId2"/>
              </a:rPr>
              <a:t>composite type</a:t>
            </a:r>
            <a:r>
              <a:rPr lang="en-US" sz="1400" dirty="0"/>
              <a:t> then can be used to combine the parts, Properties with a composite binding are also known as "</a:t>
            </a:r>
            <a:r>
              <a:rPr lang="en-US" sz="1400" b="1" dirty="0"/>
              <a:t>calculated fields</a:t>
            </a:r>
            <a:r>
              <a:rPr lang="en-US" sz="1400" dirty="0"/>
              <a:t>".</a:t>
            </a:r>
            <a:endParaRPr lang="en-IN" sz="1400" dirty="0">
              <a:latin typeface="Amasis MT Pro" panose="02040504050005020304" pitchFamily="18" charset="0"/>
            </a:endParaRPr>
          </a:p>
        </p:txBody>
      </p:sp>
      <p:sp>
        <p:nvSpPr>
          <p:cNvPr id="4" name="TextBox 3">
            <a:extLst>
              <a:ext uri="{FF2B5EF4-FFF2-40B4-BE49-F238E27FC236}">
                <a16:creationId xmlns:a16="http://schemas.microsoft.com/office/drawing/2014/main" id="{BF0FD397-2FA4-A353-F7AD-968B0C04AA1E}"/>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F88B0D9F-C628-E97E-8F82-5AC4E8DA5E0B}"/>
              </a:ext>
            </a:extLst>
          </p:cNvPr>
          <p:cNvPicPr>
            <a:picLocks noChangeAspect="1"/>
          </p:cNvPicPr>
          <p:nvPr/>
        </p:nvPicPr>
        <p:blipFill>
          <a:blip r:embed="rId3"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040DAF8B-EFBE-BE7E-3D48-5C974EBE4546}"/>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21104906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30E1D-5278-22C4-57E2-251D17645C1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316FAEF4-D325-A60C-BDDC-B024732CD6EA}"/>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err="1">
                <a:latin typeface="Cooper Black" panose="0208090404030B020404" pitchFamily="18" charset="0"/>
                <a:cs typeface="Times New Roman" panose="02020603050405020304" pitchFamily="18" charset="0"/>
              </a:rPr>
              <a:t>xPath</a:t>
            </a:r>
            <a:r>
              <a:rPr lang="en-US" sz="2000" dirty="0">
                <a:latin typeface="Cooper Black" panose="0208090404030B020404" pitchFamily="18" charset="0"/>
                <a:cs typeface="Times New Roman" panose="02020603050405020304" pitchFamily="18" charset="0"/>
              </a:rPr>
              <a:t> – address of the data</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65D192B-9AE4-E4B1-10A5-EB4329E390C6}"/>
              </a:ext>
            </a:extLst>
          </p:cNvPr>
          <p:cNvSpPr txBox="1"/>
          <p:nvPr/>
        </p:nvSpPr>
        <p:spPr>
          <a:xfrm>
            <a:off x="134426" y="490759"/>
            <a:ext cx="8615133" cy="4455050"/>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Every curly braces is a slash (/) and every array index is a </a:t>
            </a:r>
            <a:r>
              <a:rPr lang="en-IN" sz="1350" dirty="0" err="1">
                <a:latin typeface="Amasis MT Pro" panose="02040504050005020304" pitchFamily="18" charset="0"/>
              </a:rPr>
              <a:t>slash+index</a:t>
            </a:r>
            <a:r>
              <a:rPr lang="en-IN" sz="1350" dirty="0">
                <a:latin typeface="Amasis MT Pro" panose="02040504050005020304" pitchFamily="18" charset="0"/>
              </a:rPr>
              <a:t> (/index) in the JSON model.</a:t>
            </a:r>
          </a:p>
          <a:p>
            <a:endParaRPr lang="en-IN" sz="1350" dirty="0">
              <a:latin typeface="Amasis MT Pro" panose="02040504050005020304" pitchFamily="18" charset="0"/>
            </a:endParaRPr>
          </a:p>
          <a:p>
            <a:r>
              <a:rPr lang="en-IN" sz="1350" dirty="0">
                <a:latin typeface="Amasis MT Pro" panose="02040504050005020304" pitchFamily="18" charset="0"/>
              </a:rPr>
              <a:t>{</a:t>
            </a:r>
          </a:p>
          <a:p>
            <a:r>
              <a:rPr lang="en-IN" sz="1350" dirty="0">
                <a:latin typeface="Amasis MT Pro" panose="02040504050005020304" pitchFamily="18" charset="0"/>
              </a:rPr>
              <a:t>   “</a:t>
            </a:r>
            <a:r>
              <a:rPr lang="en-IN" sz="1350" dirty="0" err="1">
                <a:latin typeface="Amasis MT Pro" panose="02040504050005020304" pitchFamily="18" charset="0"/>
              </a:rPr>
              <a:t>empStr</a:t>
            </a:r>
            <a:r>
              <a:rPr lang="en-IN" sz="1350" dirty="0">
                <a:latin typeface="Amasis MT Pro" panose="02040504050005020304" pitchFamily="18" charset="0"/>
              </a:rPr>
              <a:t>” : {</a:t>
            </a:r>
          </a:p>
          <a:p>
            <a:r>
              <a:rPr lang="en-IN" sz="1350" dirty="0">
                <a:latin typeface="Amasis MT Pro" panose="02040504050005020304" pitchFamily="18" charset="0"/>
              </a:rPr>
              <a:t>                “</a:t>
            </a:r>
            <a:r>
              <a:rPr lang="en-IN" sz="1350" dirty="0" err="1">
                <a:latin typeface="Amasis MT Pro" panose="02040504050005020304" pitchFamily="18" charset="0"/>
              </a:rPr>
              <a:t>empId</a:t>
            </a:r>
            <a:r>
              <a:rPr lang="en-IN" sz="1350" dirty="0">
                <a:latin typeface="Amasis MT Pro" panose="02040504050005020304" pitchFamily="18" charset="0"/>
              </a:rPr>
              <a:t>”: 1001,</a:t>
            </a:r>
          </a:p>
          <a:p>
            <a:r>
              <a:rPr lang="en-IN" sz="1350" dirty="0">
                <a:latin typeface="Amasis MT Pro" panose="02040504050005020304" pitchFamily="18" charset="0"/>
              </a:rPr>
              <a:t>                “</a:t>
            </a:r>
            <a:r>
              <a:rPr lang="en-IN" sz="1350" dirty="0" err="1">
                <a:latin typeface="Amasis MT Pro" panose="02040504050005020304" pitchFamily="18" charset="0"/>
              </a:rPr>
              <a:t>empName</a:t>
            </a:r>
            <a:r>
              <a:rPr lang="en-IN" sz="1350" dirty="0">
                <a:latin typeface="Amasis MT Pro" panose="02040504050005020304" pitchFamily="18" charset="0"/>
              </a:rPr>
              <a:t>”: “Anubhav”,</a:t>
            </a:r>
          </a:p>
          <a:p>
            <a:r>
              <a:rPr lang="en-IN" sz="1350" dirty="0">
                <a:latin typeface="Amasis MT Pro" panose="02040504050005020304" pitchFamily="18" charset="0"/>
              </a:rPr>
              <a:t>                “smoker”: false</a:t>
            </a:r>
          </a:p>
          <a:p>
            <a:r>
              <a:rPr lang="en-IN" sz="1350" dirty="0">
                <a:latin typeface="Amasis MT Pro" panose="02040504050005020304" pitchFamily="18" charset="0"/>
              </a:rPr>
              <a:t>    },</a:t>
            </a:r>
          </a:p>
          <a:p>
            <a:r>
              <a:rPr lang="en-IN" sz="1350" dirty="0">
                <a:latin typeface="Amasis MT Pro" panose="02040504050005020304" pitchFamily="18" charset="0"/>
              </a:rPr>
              <a:t>   “</a:t>
            </a:r>
            <a:r>
              <a:rPr lang="en-IN" sz="1350" dirty="0" err="1">
                <a:latin typeface="Amasis MT Pro" panose="02040504050005020304" pitchFamily="18" charset="0"/>
              </a:rPr>
              <a:t>empTab</a:t>
            </a:r>
            <a:r>
              <a:rPr lang="en-IN" sz="1350" dirty="0">
                <a:latin typeface="Amasis MT Pro" panose="02040504050005020304" pitchFamily="18" charset="0"/>
              </a:rPr>
              <a:t>”: [ </a:t>
            </a:r>
          </a:p>
          <a:p>
            <a:r>
              <a:rPr lang="en-IN" sz="1350" dirty="0">
                <a:latin typeface="Amasis MT Pro" panose="02040504050005020304" pitchFamily="18" charset="0"/>
              </a:rPr>
              <a:t>	</a:t>
            </a:r>
            <a:r>
              <a:rPr lang="en-IN" sz="1350" dirty="0">
                <a:solidFill>
                  <a:schemeClr val="accent1"/>
                </a:solidFill>
                <a:latin typeface="Amasis MT Pro" panose="02040504050005020304" pitchFamily="18" charset="0"/>
              </a:rPr>
              <a:t>{</a:t>
            </a:r>
          </a:p>
          <a:p>
            <a:r>
              <a:rPr lang="en-IN" sz="1350" dirty="0">
                <a:solidFill>
                  <a:schemeClr val="accent1"/>
                </a:solidFill>
                <a:latin typeface="Amasis MT Pro" panose="02040504050005020304" pitchFamily="18" charset="0"/>
              </a:rPr>
              <a:t>                		“</a:t>
            </a:r>
            <a:r>
              <a:rPr lang="en-IN" sz="1350" dirty="0" err="1">
                <a:solidFill>
                  <a:schemeClr val="accent1"/>
                </a:solidFill>
                <a:latin typeface="Amasis MT Pro" panose="02040504050005020304" pitchFamily="18" charset="0"/>
              </a:rPr>
              <a:t>empId</a:t>
            </a:r>
            <a:r>
              <a:rPr lang="en-IN" sz="1350" dirty="0">
                <a:solidFill>
                  <a:schemeClr val="accent1"/>
                </a:solidFill>
                <a:latin typeface="Amasis MT Pro" panose="02040504050005020304" pitchFamily="18" charset="0"/>
              </a:rPr>
              <a:t>”: 9001,</a:t>
            </a:r>
          </a:p>
          <a:p>
            <a:r>
              <a:rPr lang="en-IN" sz="1350" dirty="0">
                <a:solidFill>
                  <a:schemeClr val="accent1"/>
                </a:solidFill>
                <a:latin typeface="Amasis MT Pro" panose="02040504050005020304" pitchFamily="18" charset="0"/>
              </a:rPr>
              <a:t>                		“</a:t>
            </a:r>
            <a:r>
              <a:rPr lang="en-IN" sz="1350" dirty="0" err="1">
                <a:solidFill>
                  <a:schemeClr val="accent1"/>
                </a:solidFill>
                <a:latin typeface="Amasis MT Pro" panose="02040504050005020304" pitchFamily="18" charset="0"/>
              </a:rPr>
              <a:t>empName</a:t>
            </a:r>
            <a:r>
              <a:rPr lang="en-IN" sz="1350" dirty="0">
                <a:solidFill>
                  <a:schemeClr val="accent1"/>
                </a:solidFill>
                <a:latin typeface="Amasis MT Pro" panose="02040504050005020304" pitchFamily="18" charset="0"/>
              </a:rPr>
              <a:t>”: “Deepak”,</a:t>
            </a:r>
          </a:p>
          <a:p>
            <a:r>
              <a:rPr lang="en-IN" sz="1350" dirty="0">
                <a:solidFill>
                  <a:schemeClr val="accent1"/>
                </a:solidFill>
                <a:latin typeface="Amasis MT Pro" panose="02040504050005020304" pitchFamily="18" charset="0"/>
              </a:rPr>
              <a:t>                		“smoker”: false</a:t>
            </a:r>
          </a:p>
          <a:p>
            <a:r>
              <a:rPr lang="en-IN" sz="1350" dirty="0">
                <a:solidFill>
                  <a:schemeClr val="accent1"/>
                </a:solidFill>
                <a:latin typeface="Amasis MT Pro" panose="02040504050005020304" pitchFamily="18" charset="0"/>
              </a:rPr>
              <a:t>	 }</a:t>
            </a:r>
            <a:r>
              <a:rPr lang="en-IN" sz="1350" dirty="0">
                <a:latin typeface="Amasis MT Pro" panose="02040504050005020304" pitchFamily="18" charset="0"/>
              </a:rPr>
              <a:t>,                                                                                                                       This is Entity set in purple</a:t>
            </a:r>
          </a:p>
          <a:p>
            <a:r>
              <a:rPr lang="en-IN" sz="1350" dirty="0">
                <a:latin typeface="Amasis MT Pro" panose="02040504050005020304" pitchFamily="18" charset="0"/>
              </a:rPr>
              <a:t>	</a:t>
            </a:r>
            <a:r>
              <a:rPr lang="en-IN" sz="1350" dirty="0">
                <a:solidFill>
                  <a:schemeClr val="accent2">
                    <a:lumMod val="75000"/>
                  </a:schemeClr>
                </a:solidFill>
                <a:latin typeface="Amasis MT Pro" panose="02040504050005020304" pitchFamily="18" charset="0"/>
              </a:rPr>
              <a:t>{                                                                                                                         </a:t>
            </a:r>
          </a:p>
          <a:p>
            <a:r>
              <a:rPr lang="en-IN" sz="1350" dirty="0">
                <a:solidFill>
                  <a:schemeClr val="accent2">
                    <a:lumMod val="75000"/>
                  </a:schemeClr>
                </a:solidFill>
                <a:latin typeface="Amasis MT Pro" panose="02040504050005020304" pitchFamily="18" charset="0"/>
              </a:rPr>
              <a:t>                		“</a:t>
            </a:r>
            <a:r>
              <a:rPr lang="en-IN" sz="1350" dirty="0" err="1">
                <a:solidFill>
                  <a:schemeClr val="accent2">
                    <a:lumMod val="75000"/>
                  </a:schemeClr>
                </a:solidFill>
                <a:latin typeface="Amasis MT Pro" panose="02040504050005020304" pitchFamily="18" charset="0"/>
              </a:rPr>
              <a:t>empId</a:t>
            </a:r>
            <a:r>
              <a:rPr lang="en-IN" sz="1350" dirty="0">
                <a:solidFill>
                  <a:schemeClr val="accent2">
                    <a:lumMod val="75000"/>
                  </a:schemeClr>
                </a:solidFill>
                <a:latin typeface="Amasis MT Pro" panose="02040504050005020304" pitchFamily="18" charset="0"/>
              </a:rPr>
              <a:t>”: 9002,</a:t>
            </a:r>
          </a:p>
          <a:p>
            <a:r>
              <a:rPr lang="en-IN" sz="1350" dirty="0">
                <a:solidFill>
                  <a:schemeClr val="accent2">
                    <a:lumMod val="75000"/>
                  </a:schemeClr>
                </a:solidFill>
                <a:latin typeface="Amasis MT Pro" panose="02040504050005020304" pitchFamily="18" charset="0"/>
              </a:rPr>
              <a:t>                		“</a:t>
            </a:r>
            <a:r>
              <a:rPr lang="en-IN" sz="1350" dirty="0" err="1">
                <a:solidFill>
                  <a:schemeClr val="accent2">
                    <a:lumMod val="75000"/>
                  </a:schemeClr>
                </a:solidFill>
                <a:latin typeface="Amasis MT Pro" panose="02040504050005020304" pitchFamily="18" charset="0"/>
              </a:rPr>
              <a:t>empName</a:t>
            </a:r>
            <a:r>
              <a:rPr lang="en-IN" sz="1350" dirty="0">
                <a:solidFill>
                  <a:schemeClr val="accent2">
                    <a:lumMod val="75000"/>
                  </a:schemeClr>
                </a:solidFill>
                <a:latin typeface="Amasis MT Pro" panose="02040504050005020304" pitchFamily="18" charset="0"/>
              </a:rPr>
              <a:t>”: “Rahul”,</a:t>
            </a:r>
          </a:p>
          <a:p>
            <a:r>
              <a:rPr lang="en-IN" sz="1350" dirty="0">
                <a:solidFill>
                  <a:schemeClr val="accent2">
                    <a:lumMod val="75000"/>
                  </a:schemeClr>
                </a:solidFill>
                <a:latin typeface="Amasis MT Pro" panose="02040504050005020304" pitchFamily="18" charset="0"/>
              </a:rPr>
              <a:t>                		“smoker”: false</a:t>
            </a:r>
          </a:p>
          <a:p>
            <a:r>
              <a:rPr lang="en-IN" sz="1350" dirty="0">
                <a:solidFill>
                  <a:schemeClr val="accent2">
                    <a:lumMod val="75000"/>
                  </a:schemeClr>
                </a:solidFill>
                <a:latin typeface="Amasis MT Pro" panose="02040504050005020304" pitchFamily="18" charset="0"/>
              </a:rPr>
              <a:t>	 }</a:t>
            </a:r>
          </a:p>
          <a:p>
            <a:r>
              <a:rPr lang="en-IN" sz="1350" dirty="0">
                <a:latin typeface="Amasis MT Pro" panose="02040504050005020304" pitchFamily="18" charset="0"/>
              </a:rPr>
              <a:t>    ]                                                                                                                                 This is element of entity {}</a:t>
            </a:r>
          </a:p>
          <a:p>
            <a:r>
              <a:rPr lang="en-IN" sz="1350" dirty="0">
                <a:latin typeface="Amasis MT Pro" panose="02040504050005020304" pitchFamily="18" charset="0"/>
              </a:rPr>
              <a:t>}</a:t>
            </a:r>
          </a:p>
        </p:txBody>
      </p:sp>
      <p:sp>
        <p:nvSpPr>
          <p:cNvPr id="4" name="TextBox 3">
            <a:extLst>
              <a:ext uri="{FF2B5EF4-FFF2-40B4-BE49-F238E27FC236}">
                <a16:creationId xmlns:a16="http://schemas.microsoft.com/office/drawing/2014/main" id="{6AD89BC8-BBBD-085C-9548-0B809DD0B462}"/>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CF860A84-AF5E-F0DB-9A37-6569FFA61397}"/>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79ADA2B9-D192-3E8C-EB09-01CBC63C27B9}"/>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Rounded Corners 6">
            <a:extLst>
              <a:ext uri="{FF2B5EF4-FFF2-40B4-BE49-F238E27FC236}">
                <a16:creationId xmlns:a16="http://schemas.microsoft.com/office/drawing/2014/main" id="{4C8CE247-5807-3B07-121B-870EFB5B2649}"/>
              </a:ext>
            </a:extLst>
          </p:cNvPr>
          <p:cNvSpPr/>
          <p:nvPr/>
        </p:nvSpPr>
        <p:spPr>
          <a:xfrm>
            <a:off x="325429" y="1141425"/>
            <a:ext cx="775441" cy="228600"/>
          </a:xfrm>
          <a:prstGeom prst="roundRect">
            <a:avLst/>
          </a:prstGeom>
          <a:solidFill>
            <a:schemeClr val="accent1">
              <a:alpha val="4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E24597B6-524D-E831-33E9-1CCF2AF4C8CA}"/>
              </a:ext>
            </a:extLst>
          </p:cNvPr>
          <p:cNvSpPr/>
          <p:nvPr/>
        </p:nvSpPr>
        <p:spPr>
          <a:xfrm>
            <a:off x="330060" y="2202607"/>
            <a:ext cx="775441" cy="203607"/>
          </a:xfrm>
          <a:prstGeom prst="roundRect">
            <a:avLst/>
          </a:prstGeom>
          <a:solidFill>
            <a:schemeClr val="accent1">
              <a:alpha val="4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Arrow: Pentagon 8">
            <a:extLst>
              <a:ext uri="{FF2B5EF4-FFF2-40B4-BE49-F238E27FC236}">
                <a16:creationId xmlns:a16="http://schemas.microsoft.com/office/drawing/2014/main" id="{043672AC-6F88-4811-D466-28C10D901FD9}"/>
              </a:ext>
            </a:extLst>
          </p:cNvPr>
          <p:cNvSpPr/>
          <p:nvPr/>
        </p:nvSpPr>
        <p:spPr>
          <a:xfrm>
            <a:off x="495901" y="2653879"/>
            <a:ext cx="609600" cy="5334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0</a:t>
            </a:r>
          </a:p>
        </p:txBody>
      </p:sp>
      <p:sp>
        <p:nvSpPr>
          <p:cNvPr id="10" name="Arrow: Pentagon 9">
            <a:extLst>
              <a:ext uri="{FF2B5EF4-FFF2-40B4-BE49-F238E27FC236}">
                <a16:creationId xmlns:a16="http://schemas.microsoft.com/office/drawing/2014/main" id="{6FEF6909-982B-638F-1842-7F3B670316CE}"/>
              </a:ext>
            </a:extLst>
          </p:cNvPr>
          <p:cNvSpPr/>
          <p:nvPr/>
        </p:nvSpPr>
        <p:spPr>
          <a:xfrm>
            <a:off x="533400" y="3638550"/>
            <a:ext cx="609600" cy="533400"/>
          </a:xfrm>
          <a:prstGeom prst="homePlat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1</a:t>
            </a:r>
          </a:p>
        </p:txBody>
      </p:sp>
      <p:sp>
        <p:nvSpPr>
          <p:cNvPr id="11" name="TextBox 10">
            <a:extLst>
              <a:ext uri="{FF2B5EF4-FFF2-40B4-BE49-F238E27FC236}">
                <a16:creationId xmlns:a16="http://schemas.microsoft.com/office/drawing/2014/main" id="{8FE4489D-7E73-39A4-BAFA-5E15C0F52E4E}"/>
              </a:ext>
            </a:extLst>
          </p:cNvPr>
          <p:cNvSpPr txBox="1"/>
          <p:nvPr/>
        </p:nvSpPr>
        <p:spPr>
          <a:xfrm>
            <a:off x="4038600" y="971550"/>
            <a:ext cx="4970974" cy="1569660"/>
          </a:xfrm>
          <a:prstGeom prst="rect">
            <a:avLst/>
          </a:prstGeom>
          <a:noFill/>
        </p:spPr>
        <p:txBody>
          <a:bodyPr wrap="square" rtlCol="0">
            <a:spAutoFit/>
          </a:bodyPr>
          <a:lstStyle/>
          <a:p>
            <a:r>
              <a:rPr lang="en-IN" sz="1200" dirty="0"/>
              <a:t>What is the name of the employee 1001</a:t>
            </a:r>
          </a:p>
          <a:p>
            <a:r>
              <a:rPr lang="en-IN" sz="1200" b="1" dirty="0"/>
              <a:t>/</a:t>
            </a:r>
            <a:r>
              <a:rPr lang="en-IN" sz="1200" b="1" dirty="0" err="1"/>
              <a:t>empStr</a:t>
            </a:r>
            <a:r>
              <a:rPr lang="en-IN" sz="1200" b="1" dirty="0"/>
              <a:t>/</a:t>
            </a:r>
            <a:r>
              <a:rPr lang="en-IN" sz="1200" b="1" dirty="0" err="1"/>
              <a:t>empName</a:t>
            </a:r>
            <a:endParaRPr lang="en-IN" sz="1200" b="1" dirty="0"/>
          </a:p>
          <a:p>
            <a:endParaRPr lang="en-IN" sz="1200" b="1" dirty="0"/>
          </a:p>
          <a:p>
            <a:r>
              <a:rPr lang="en-IN" sz="1200" dirty="0"/>
              <a:t>What is the empid of Rahul</a:t>
            </a:r>
          </a:p>
          <a:p>
            <a:r>
              <a:rPr lang="en-IN" sz="1200" b="1" dirty="0"/>
              <a:t>/</a:t>
            </a:r>
            <a:r>
              <a:rPr lang="en-IN" sz="1200" b="1" dirty="0" err="1"/>
              <a:t>empTab</a:t>
            </a:r>
            <a:r>
              <a:rPr lang="en-IN" sz="1200" b="1" dirty="0"/>
              <a:t>/1/</a:t>
            </a:r>
            <a:r>
              <a:rPr lang="en-IN" sz="1200" b="1" dirty="0" err="1"/>
              <a:t>empId</a:t>
            </a:r>
            <a:endParaRPr lang="en-IN" sz="1200" b="1" dirty="0"/>
          </a:p>
          <a:p>
            <a:endParaRPr lang="en-IN" sz="1200" b="1" dirty="0"/>
          </a:p>
          <a:p>
            <a:r>
              <a:rPr lang="en-IN" sz="1200" dirty="0"/>
              <a:t>What is the smoker status of Deepak</a:t>
            </a:r>
          </a:p>
          <a:p>
            <a:r>
              <a:rPr lang="en-IN" sz="1200" dirty="0"/>
              <a:t>/</a:t>
            </a:r>
            <a:r>
              <a:rPr lang="en-IN" sz="1200" dirty="0" err="1"/>
              <a:t>empTab</a:t>
            </a:r>
            <a:r>
              <a:rPr lang="en-IN" sz="1200" dirty="0"/>
              <a:t>/0/smoker </a:t>
            </a:r>
          </a:p>
        </p:txBody>
      </p:sp>
      <p:cxnSp>
        <p:nvCxnSpPr>
          <p:cNvPr id="13" name="Connector: Elbow 12">
            <a:extLst>
              <a:ext uri="{FF2B5EF4-FFF2-40B4-BE49-F238E27FC236}">
                <a16:creationId xmlns:a16="http://schemas.microsoft.com/office/drawing/2014/main" id="{F9A6CFE6-B8C8-99AD-ED26-85213E391B6E}"/>
              </a:ext>
            </a:extLst>
          </p:cNvPr>
          <p:cNvCxnSpPr/>
          <p:nvPr/>
        </p:nvCxnSpPr>
        <p:spPr>
          <a:xfrm>
            <a:off x="1143000" y="1141425"/>
            <a:ext cx="5257800" cy="22685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AEAA50B-E993-3A65-6F4E-2112AA0E664B}"/>
              </a:ext>
            </a:extLst>
          </p:cNvPr>
          <p:cNvCxnSpPr/>
          <p:nvPr/>
        </p:nvCxnSpPr>
        <p:spPr>
          <a:xfrm>
            <a:off x="1219200" y="4171950"/>
            <a:ext cx="4876800"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77051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5D781-6464-6EA9-EF9E-4DA38C1EA0CA}"/>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634923D7-7E1C-379C-9E1B-10748DA19240}"/>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Hook Methods/ Lifecycle methods in controller</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2639921-68CC-B377-ED68-235CF89AD951}"/>
              </a:ext>
            </a:extLst>
          </p:cNvPr>
          <p:cNvSpPr txBox="1"/>
          <p:nvPr/>
        </p:nvSpPr>
        <p:spPr>
          <a:xfrm>
            <a:off x="134426" y="490759"/>
            <a:ext cx="8615133" cy="3416304"/>
          </a:xfrm>
          <a:prstGeom prst="rect">
            <a:avLst/>
          </a:prstGeom>
          <a:noFill/>
        </p:spPr>
        <p:txBody>
          <a:bodyPr wrap="square" lIns="91424" tIns="45712" rIns="91424" bIns="45712" rtlCol="0">
            <a:spAutoFit/>
          </a:bodyPr>
          <a:lstStyle/>
          <a:p>
            <a:r>
              <a:rPr lang="en-IN" sz="1350" dirty="0" err="1">
                <a:latin typeface="Amasis MT Pro" panose="02040504050005020304" pitchFamily="18" charset="0"/>
              </a:rPr>
              <a:t>onInit</a:t>
            </a:r>
            <a:r>
              <a:rPr lang="en-IN" sz="1350" dirty="0">
                <a:latin typeface="Amasis MT Pro" panose="02040504050005020304" pitchFamily="18" charset="0"/>
              </a:rPr>
              <a:t> – is like the constructor of the class, which gets called automatically once the class object is created. This method gets called only once in the lifecycle of the controller class. We can use the </a:t>
            </a:r>
            <a:r>
              <a:rPr lang="en-IN" sz="1350" dirty="0" err="1">
                <a:latin typeface="Amasis MT Pro" panose="02040504050005020304" pitchFamily="18" charset="0"/>
              </a:rPr>
              <a:t>onInit</a:t>
            </a:r>
            <a:r>
              <a:rPr lang="en-IN" sz="1350" dirty="0">
                <a:latin typeface="Amasis MT Pro" panose="02040504050005020304" pitchFamily="18" charset="0"/>
              </a:rPr>
              <a:t> function to keep any kind of initialization code like model creation, setting up global variable etc.</a:t>
            </a:r>
          </a:p>
          <a:p>
            <a:endParaRPr lang="en-IN" sz="1350" dirty="0">
              <a:latin typeface="Amasis MT Pro" panose="02040504050005020304" pitchFamily="18" charset="0"/>
            </a:endParaRPr>
          </a:p>
          <a:p>
            <a:r>
              <a:rPr lang="en-IN" sz="1350" dirty="0" err="1">
                <a:latin typeface="Amasis MT Pro" panose="02040504050005020304" pitchFamily="18" charset="0"/>
              </a:rPr>
              <a:t>onExit</a:t>
            </a:r>
            <a:r>
              <a:rPr lang="en-IN" sz="1350" dirty="0">
                <a:latin typeface="Amasis MT Pro" panose="02040504050005020304" pitchFamily="18" charset="0"/>
              </a:rPr>
              <a:t> – it is like a destructor of the class, which gets called automatically once the class object is destroyed. This method gets called only once in the lifecycle of the controller class. We can use the </a:t>
            </a:r>
            <a:r>
              <a:rPr lang="en-IN" sz="1350" dirty="0" err="1">
                <a:latin typeface="Amasis MT Pro" panose="02040504050005020304" pitchFamily="18" charset="0"/>
              </a:rPr>
              <a:t>onExit</a:t>
            </a:r>
            <a:r>
              <a:rPr lang="en-IN" sz="1350" dirty="0">
                <a:latin typeface="Amasis MT Pro" panose="02040504050005020304" pitchFamily="18" charset="0"/>
              </a:rPr>
              <a:t> function to keep any kind of clean-up code like removing a connection to external system. It is called first before all life cycle method.</a:t>
            </a:r>
          </a:p>
          <a:p>
            <a:endParaRPr lang="en-IN" sz="1350" dirty="0">
              <a:latin typeface="Amasis MT Pro" panose="02040504050005020304" pitchFamily="18" charset="0"/>
            </a:endParaRPr>
          </a:p>
          <a:p>
            <a:r>
              <a:rPr lang="en-IN" sz="1350" dirty="0" err="1">
                <a:latin typeface="Amasis MT Pro" panose="02040504050005020304" pitchFamily="18" charset="0"/>
              </a:rPr>
              <a:t>onBeforeRendering</a:t>
            </a:r>
            <a:r>
              <a:rPr lang="en-IN" sz="1350" dirty="0">
                <a:latin typeface="Amasis MT Pro" panose="02040504050005020304" pitchFamily="18" charset="0"/>
              </a:rPr>
              <a:t> – This lifecycle function will be called MULTIPLE times just before the view is displayed to the user. We can write any pre-processing code in this function. It like PBO of a dialog program in ABAP. E.g. we can write code to do some checks and change the value of a field/control.</a:t>
            </a:r>
          </a:p>
          <a:p>
            <a:endParaRPr lang="en-IN" sz="1350" dirty="0">
              <a:latin typeface="Amasis MT Pro" panose="02040504050005020304" pitchFamily="18" charset="0"/>
            </a:endParaRPr>
          </a:p>
          <a:p>
            <a:r>
              <a:rPr lang="en-IN" sz="1350" dirty="0" err="1">
                <a:latin typeface="Amasis MT Pro" panose="02040504050005020304" pitchFamily="18" charset="0"/>
              </a:rPr>
              <a:t>onAfterRendering</a:t>
            </a:r>
            <a:r>
              <a:rPr lang="en-IN" sz="1350" dirty="0">
                <a:latin typeface="Amasis MT Pro" panose="02040504050005020304" pitchFamily="18" charset="0"/>
              </a:rPr>
              <a:t> - This lifecycle function will be called MULTIPLE times just after the view is displayed to the user. We can write any post-processing code in this function. E.g. we can write code to do some effects display to the user once the view is displayed.</a:t>
            </a:r>
          </a:p>
          <a:p>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4CA39CC3-851C-F7AB-8377-74D7026C727C}"/>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152FACFF-6FD9-F63E-5CBD-5305884317DD}"/>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FD06ECCE-759A-ADDA-17C7-6513B2423063}"/>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17588442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A1F57-44AD-41E3-E46C-6E1A3EB8C0E9}"/>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06B0C8A1-6FC2-AB53-A5FF-11B571E7970E}"/>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Types of binding in SAP UI5</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73714F8-2F5C-6943-E229-8B8856C48B4D}"/>
              </a:ext>
            </a:extLst>
          </p:cNvPr>
          <p:cNvSpPr txBox="1"/>
          <p:nvPr/>
        </p:nvSpPr>
        <p:spPr>
          <a:xfrm>
            <a:off x="134426" y="490759"/>
            <a:ext cx="8615133" cy="4247300"/>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There are 4 types of binding in UI5</a:t>
            </a:r>
          </a:p>
          <a:p>
            <a:pPr marL="285750" indent="-285750">
              <a:buFont typeface="Arial" panose="020B0604020202020204" pitchFamily="34" charset="0"/>
              <a:buChar char="•"/>
            </a:pPr>
            <a:r>
              <a:rPr lang="en-IN" sz="1350" dirty="0">
                <a:latin typeface="Amasis MT Pro" panose="02040504050005020304" pitchFamily="18" charset="0"/>
              </a:rPr>
              <a:t>Property Binding – When we bind property of a control class with the address of data from our model, then its called property binding. E.g. we bound the </a:t>
            </a:r>
            <a:r>
              <a:rPr lang="en-IN" sz="1350" b="1" dirty="0">
                <a:latin typeface="Amasis MT Pro" panose="02040504050005020304" pitchFamily="18" charset="0"/>
              </a:rPr>
              <a:t>value</a:t>
            </a:r>
            <a:r>
              <a:rPr lang="en-IN" sz="1350" dirty="0">
                <a:latin typeface="Amasis MT Pro" panose="02040504050005020304" pitchFamily="18" charset="0"/>
              </a:rPr>
              <a:t> property of our </a:t>
            </a:r>
            <a:r>
              <a:rPr lang="en-IN" sz="1350" b="1" dirty="0">
                <a:latin typeface="Amasis MT Pro" panose="02040504050005020304" pitchFamily="18" charset="0"/>
              </a:rPr>
              <a:t>Input</a:t>
            </a:r>
            <a:r>
              <a:rPr lang="en-IN" sz="1350" dirty="0">
                <a:latin typeface="Amasis MT Pro" panose="02040504050005020304" pitchFamily="18" charset="0"/>
              </a:rPr>
              <a:t> control with the JSON model, so it was the property binding. There were 4 ways of achieving property binding.</a:t>
            </a:r>
          </a:p>
          <a:p>
            <a:pPr marL="285750" indent="-285750">
              <a:buFont typeface="Arial" panose="020B0604020202020204" pitchFamily="34" charset="0"/>
              <a:buChar char="•"/>
            </a:pPr>
            <a:endParaRPr lang="en-IN" sz="1350" dirty="0">
              <a:latin typeface="Amasis MT Pro" panose="02040504050005020304" pitchFamily="18" charset="0"/>
            </a:endParaRPr>
          </a:p>
          <a:p>
            <a:pPr marL="285750" indent="-285750">
              <a:buFont typeface="Arial" panose="020B0604020202020204" pitchFamily="34" charset="0"/>
              <a:buChar char="•"/>
            </a:pPr>
            <a:r>
              <a:rPr lang="en-IN" sz="1350" dirty="0">
                <a:latin typeface="Amasis MT Pro" panose="02040504050005020304" pitchFamily="18" charset="0"/>
              </a:rPr>
              <a:t>Expression Binding – When we bind a rule/expression/conditional expression to a control instead of direct path, then its called expression binding. </a:t>
            </a:r>
            <a:r>
              <a:rPr lang="en-IN" sz="1350" dirty="0">
                <a:highlight>
                  <a:srgbClr val="FFFF00"/>
                </a:highlight>
                <a:latin typeface="Amasis MT Pro" panose="02040504050005020304" pitchFamily="18" charset="0"/>
              </a:rPr>
              <a:t>We do expression binding to compute and bind the data</a:t>
            </a:r>
            <a:r>
              <a:rPr lang="en-IN" sz="1350" dirty="0">
                <a:latin typeface="Amasis MT Pro" panose="02040504050005020304" pitchFamily="18" charset="0"/>
              </a:rPr>
              <a:t>, where we can check a condition and then bind it.</a:t>
            </a:r>
          </a:p>
          <a:p>
            <a:pPr lvl="1"/>
            <a:r>
              <a:rPr lang="en-IN" sz="1350" b="1" i="1" dirty="0">
                <a:latin typeface="Amasis MT Pro" panose="02040504050005020304" pitchFamily="18" charset="0"/>
              </a:rPr>
              <a:t>{= condition ? True : false}</a:t>
            </a:r>
          </a:p>
          <a:p>
            <a:pPr lvl="1"/>
            <a:r>
              <a:rPr lang="en-IN" sz="1350" dirty="0">
                <a:latin typeface="Amasis MT Pro" panose="02040504050005020304" pitchFamily="18" charset="0"/>
              </a:rPr>
              <a:t>If the employee name is Anubhav, Set the default value of the salary to 50555. </a:t>
            </a:r>
            <a:r>
              <a:rPr lang="en-IN" sz="1350" b="1" dirty="0">
                <a:highlight>
                  <a:srgbClr val="00D040"/>
                </a:highlight>
                <a:latin typeface="Amasis MT Pro" panose="02040504050005020304" pitchFamily="18" charset="0"/>
              </a:rPr>
              <a:t>If the Employee name is Rahul, make the salary field greyed out.</a:t>
            </a:r>
          </a:p>
          <a:p>
            <a:pPr lvl="1"/>
            <a:r>
              <a:rPr lang="en-IN" sz="1350" dirty="0">
                <a:solidFill>
                  <a:schemeClr val="bg2">
                    <a:lumMod val="50000"/>
                  </a:schemeClr>
                </a:solidFill>
                <a:latin typeface="Amasis MT Pro" panose="02040504050005020304" pitchFamily="18" charset="0"/>
              </a:rPr>
              <a:t>What is the condition – </a:t>
            </a:r>
            <a:r>
              <a:rPr lang="en-IN" sz="1350" dirty="0" err="1">
                <a:solidFill>
                  <a:schemeClr val="bg2">
                    <a:lumMod val="50000"/>
                  </a:schemeClr>
                </a:solidFill>
                <a:latin typeface="Amasis MT Pro" panose="02040504050005020304" pitchFamily="18" charset="0"/>
              </a:rPr>
              <a:t>empName</a:t>
            </a:r>
            <a:r>
              <a:rPr lang="en-IN" sz="1350" dirty="0">
                <a:solidFill>
                  <a:schemeClr val="bg2">
                    <a:lumMod val="50000"/>
                  </a:schemeClr>
                </a:solidFill>
                <a:latin typeface="Amasis MT Pro" panose="02040504050005020304" pitchFamily="18" charset="0"/>
              </a:rPr>
              <a:t> === ‘Anubhav’</a:t>
            </a:r>
          </a:p>
          <a:p>
            <a:pPr lvl="1"/>
            <a:r>
              <a:rPr lang="en-IN" sz="1350" dirty="0">
                <a:solidFill>
                  <a:schemeClr val="bg2">
                    <a:lumMod val="50000"/>
                  </a:schemeClr>
                </a:solidFill>
                <a:latin typeface="Amasis MT Pro" panose="02040504050005020304" pitchFamily="18" charset="0"/>
              </a:rPr>
              <a:t>Which field is your target, what property = Salary field with </a:t>
            </a:r>
            <a:r>
              <a:rPr lang="en-IN" sz="1350" i="1" dirty="0">
                <a:solidFill>
                  <a:schemeClr val="bg2">
                    <a:lumMod val="50000"/>
                  </a:schemeClr>
                </a:solidFill>
                <a:latin typeface="Amasis MT Pro" panose="02040504050005020304" pitchFamily="18" charset="0"/>
              </a:rPr>
              <a:t>value</a:t>
            </a:r>
            <a:r>
              <a:rPr lang="en-IN" sz="1350" dirty="0">
                <a:solidFill>
                  <a:schemeClr val="bg2">
                    <a:lumMod val="50000"/>
                  </a:schemeClr>
                </a:solidFill>
                <a:latin typeface="Amasis MT Pro" panose="02040504050005020304" pitchFamily="18" charset="0"/>
              </a:rPr>
              <a:t> property</a:t>
            </a:r>
          </a:p>
          <a:p>
            <a:pPr lvl="1"/>
            <a:r>
              <a:rPr lang="en-IN" sz="1350" dirty="0">
                <a:solidFill>
                  <a:schemeClr val="bg2">
                    <a:lumMod val="50000"/>
                  </a:schemeClr>
                </a:solidFill>
                <a:latin typeface="Amasis MT Pro" panose="02040504050005020304" pitchFamily="18" charset="0"/>
              </a:rPr>
              <a:t>Which field is your source for condition - </a:t>
            </a:r>
            <a:r>
              <a:rPr lang="en-IN" sz="1350" dirty="0" err="1">
                <a:solidFill>
                  <a:schemeClr val="bg2">
                    <a:lumMod val="50000"/>
                  </a:schemeClr>
                </a:solidFill>
                <a:latin typeface="Amasis MT Pro" panose="02040504050005020304" pitchFamily="18" charset="0"/>
              </a:rPr>
              <a:t>empName</a:t>
            </a:r>
            <a:endParaRPr lang="en-IN" sz="1350" dirty="0">
              <a:solidFill>
                <a:schemeClr val="bg2">
                  <a:lumMod val="50000"/>
                </a:schemeClr>
              </a:solidFill>
              <a:latin typeface="Amasis MT Pro" panose="02040504050005020304" pitchFamily="18" charset="0"/>
            </a:endParaRPr>
          </a:p>
          <a:p>
            <a:pPr lvl="1"/>
            <a:r>
              <a:rPr lang="en-IN" sz="1350" dirty="0">
                <a:latin typeface="Amasis MT Pro" panose="02040504050005020304" pitchFamily="18" charset="0"/>
              </a:rPr>
              <a:t>If we want to use existing field value from model in the expression ${path} - </a:t>
            </a:r>
            <a:r>
              <a:rPr lang="en-IN" sz="1350" i="1" dirty="0">
                <a:latin typeface="Amasis MT Pro" panose="02040504050005020304" pitchFamily="18" charset="0"/>
              </a:rPr>
              <a:t>${/</a:t>
            </a:r>
            <a:r>
              <a:rPr lang="en-IN" sz="1350" i="1" dirty="0" err="1">
                <a:latin typeface="Amasis MT Pro" panose="02040504050005020304" pitchFamily="18" charset="0"/>
              </a:rPr>
              <a:t>empStr</a:t>
            </a:r>
            <a:r>
              <a:rPr lang="en-IN" sz="1350" i="1" dirty="0">
                <a:latin typeface="Amasis MT Pro" panose="02040504050005020304" pitchFamily="18" charset="0"/>
              </a:rPr>
              <a:t>/</a:t>
            </a:r>
            <a:r>
              <a:rPr lang="en-IN" sz="1350" i="1" dirty="0" err="1">
                <a:latin typeface="Amasis MT Pro" panose="02040504050005020304" pitchFamily="18" charset="0"/>
              </a:rPr>
              <a:t>empName</a:t>
            </a:r>
            <a:r>
              <a:rPr lang="en-IN" sz="1350" i="1" dirty="0">
                <a:latin typeface="Amasis MT Pro" panose="02040504050005020304" pitchFamily="18" charset="0"/>
              </a:rPr>
              <a:t>}</a:t>
            </a:r>
          </a:p>
          <a:p>
            <a:pPr lvl="1"/>
            <a:r>
              <a:rPr lang="en-IN" sz="1350" dirty="0">
                <a:latin typeface="Amasis MT Pro" panose="02040504050005020304" pitchFamily="18" charset="0"/>
              </a:rPr>
              <a:t>{= </a:t>
            </a:r>
            <a:r>
              <a:rPr lang="en-IN" sz="1350" i="1" dirty="0">
                <a:highlight>
                  <a:srgbClr val="FFFF00"/>
                </a:highlight>
                <a:latin typeface="Amasis MT Pro" panose="02040504050005020304" pitchFamily="18" charset="0"/>
              </a:rPr>
              <a:t>${/</a:t>
            </a:r>
            <a:r>
              <a:rPr lang="en-IN" sz="1350" i="1" dirty="0" err="1">
                <a:highlight>
                  <a:srgbClr val="FFFF00"/>
                </a:highlight>
                <a:latin typeface="Amasis MT Pro" panose="02040504050005020304" pitchFamily="18" charset="0"/>
              </a:rPr>
              <a:t>empStr</a:t>
            </a:r>
            <a:r>
              <a:rPr lang="en-IN" sz="1350" i="1" dirty="0">
                <a:highlight>
                  <a:srgbClr val="FFFF00"/>
                </a:highlight>
                <a:latin typeface="Amasis MT Pro" panose="02040504050005020304" pitchFamily="18" charset="0"/>
              </a:rPr>
              <a:t>/</a:t>
            </a:r>
            <a:r>
              <a:rPr lang="en-IN" sz="1350" i="1" dirty="0" err="1">
                <a:highlight>
                  <a:srgbClr val="FFFF00"/>
                </a:highlight>
                <a:latin typeface="Amasis MT Pro" panose="02040504050005020304" pitchFamily="18" charset="0"/>
              </a:rPr>
              <a:t>empName</a:t>
            </a:r>
            <a:r>
              <a:rPr lang="en-IN" sz="1350" i="1" dirty="0">
                <a:highlight>
                  <a:srgbClr val="FFFF00"/>
                </a:highlight>
                <a:latin typeface="Amasis MT Pro" panose="02040504050005020304" pitchFamily="18" charset="0"/>
              </a:rPr>
              <a:t>}</a:t>
            </a:r>
            <a:r>
              <a:rPr lang="en-IN" sz="1350" dirty="0">
                <a:solidFill>
                  <a:schemeClr val="bg2">
                    <a:lumMod val="50000"/>
                  </a:schemeClr>
                </a:solidFill>
                <a:highlight>
                  <a:srgbClr val="FFFF00"/>
                </a:highlight>
                <a:latin typeface="Amasis MT Pro" panose="02040504050005020304" pitchFamily="18" charset="0"/>
              </a:rPr>
              <a:t> === ‘Anubhav’ </a:t>
            </a:r>
            <a:r>
              <a:rPr lang="en-IN" sz="1350" dirty="0">
                <a:solidFill>
                  <a:schemeClr val="bg2">
                    <a:lumMod val="50000"/>
                  </a:schemeClr>
                </a:solidFill>
                <a:latin typeface="Amasis MT Pro" panose="02040504050005020304" pitchFamily="18" charset="0"/>
              </a:rPr>
              <a:t>?</a:t>
            </a:r>
            <a:r>
              <a:rPr lang="en-IN" sz="1350" dirty="0">
                <a:latin typeface="Amasis MT Pro" panose="02040504050005020304" pitchFamily="18" charset="0"/>
              </a:rPr>
              <a:t> 50555 : </a:t>
            </a:r>
            <a:r>
              <a:rPr lang="en-IN" sz="1350" i="1" dirty="0">
                <a:latin typeface="Amasis MT Pro" panose="02040504050005020304" pitchFamily="18" charset="0"/>
              </a:rPr>
              <a:t>${/</a:t>
            </a:r>
            <a:r>
              <a:rPr lang="en-IN" sz="1350" i="1" dirty="0" err="1">
                <a:latin typeface="Amasis MT Pro" panose="02040504050005020304" pitchFamily="18" charset="0"/>
              </a:rPr>
              <a:t>empStr</a:t>
            </a:r>
            <a:r>
              <a:rPr lang="en-IN" sz="1350" i="1" dirty="0">
                <a:latin typeface="Amasis MT Pro" panose="02040504050005020304" pitchFamily="18" charset="0"/>
              </a:rPr>
              <a:t>/salary}</a:t>
            </a:r>
            <a:r>
              <a:rPr lang="en-IN" sz="1350" dirty="0">
                <a:latin typeface="Amasis MT Pro" panose="02040504050005020304" pitchFamily="18" charset="0"/>
              </a:rPr>
              <a:t>}</a:t>
            </a:r>
          </a:p>
          <a:p>
            <a:pPr lvl="1"/>
            <a:endParaRPr lang="en-IN" sz="1350" dirty="0">
              <a:latin typeface="Amasis MT Pro" panose="02040504050005020304" pitchFamily="18" charset="0"/>
            </a:endParaRPr>
          </a:p>
          <a:p>
            <a:pPr marL="285750" indent="-285750">
              <a:buFont typeface="Arial" panose="020B0604020202020204" pitchFamily="34" charset="0"/>
              <a:buChar char="•"/>
            </a:pPr>
            <a:r>
              <a:rPr lang="en-IN" sz="1350" dirty="0">
                <a:latin typeface="Amasis MT Pro" panose="02040504050005020304" pitchFamily="18" charset="0"/>
              </a:rPr>
              <a:t>Aggregation Binding</a:t>
            </a:r>
          </a:p>
          <a:p>
            <a:pPr marL="285750" indent="-285750">
              <a:buFont typeface="Arial" panose="020B0604020202020204" pitchFamily="34" charset="0"/>
              <a:buChar char="•"/>
            </a:pPr>
            <a:r>
              <a:rPr lang="en-IN" sz="1350" dirty="0">
                <a:latin typeface="Amasis MT Pro" panose="02040504050005020304" pitchFamily="18" charset="0"/>
              </a:rPr>
              <a:t>Element Binding</a:t>
            </a:r>
          </a:p>
          <a:p>
            <a:pPr marL="285750" indent="-285750">
              <a:buFont typeface="Arial" panose="020B0604020202020204" pitchFamily="34" charset="0"/>
              <a:buChar char="•"/>
            </a:pPr>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A19FEB94-2644-1B92-FB0E-E85D917A37BE}"/>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796599BB-21B7-3D37-6AD8-0D8F3A609A81}"/>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FD603EE3-4B6A-ED22-4AF4-7ADFB62789C1}"/>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9214587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148B1-2BE3-2854-8949-91E41DC34C1E}"/>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90E27459-4C67-F831-918E-F4C14F12ED7E}"/>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Exercise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9F9E955-D7DB-D9C8-8921-D000AB0E63A8}"/>
              </a:ext>
            </a:extLst>
          </p:cNvPr>
          <p:cNvSpPr txBox="1"/>
          <p:nvPr/>
        </p:nvSpPr>
        <p:spPr>
          <a:xfrm>
            <a:off x="134426" y="490759"/>
            <a:ext cx="8615133" cy="4455050"/>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Create a button on the UI called Magic, On click of magic button, all the input field values except salary field should become read only, when we click Magic again, all the field should become editable again.</a:t>
            </a:r>
          </a:p>
          <a:p>
            <a:endParaRPr lang="en-IN" sz="1350" dirty="0">
              <a:latin typeface="Amasis MT Pro" panose="02040504050005020304" pitchFamily="18" charset="0"/>
            </a:endParaRPr>
          </a:p>
          <a:p>
            <a:r>
              <a:rPr lang="en-IN" sz="1350" dirty="0">
                <a:highlight>
                  <a:srgbClr val="FFFF00"/>
                </a:highlight>
                <a:latin typeface="Amasis MT Pro" panose="02040504050005020304" pitchFamily="18" charset="0"/>
              </a:rPr>
              <a:t>API / functions</a:t>
            </a:r>
          </a:p>
          <a:p>
            <a:r>
              <a:rPr lang="en-IN" sz="1350" dirty="0">
                <a:latin typeface="Amasis MT Pro" panose="02040504050005020304" pitchFamily="18" charset="0"/>
              </a:rPr>
              <a:t>To </a:t>
            </a:r>
            <a:r>
              <a:rPr lang="en-IN" sz="1350" u="sng" dirty="0">
                <a:latin typeface="Amasis MT Pro" panose="02040504050005020304" pitchFamily="18" charset="0"/>
              </a:rPr>
              <a:t>play with the model data</a:t>
            </a:r>
            <a:r>
              <a:rPr lang="en-IN" sz="1350" dirty="0">
                <a:latin typeface="Amasis MT Pro" panose="02040504050005020304" pitchFamily="18" charset="0"/>
              </a:rPr>
              <a:t>, SAP already provide standard functions at model level, there are 2 functions to deal with data in the model</a:t>
            </a:r>
          </a:p>
          <a:p>
            <a:r>
              <a:rPr lang="en-IN" sz="1350" b="1" i="1" dirty="0" err="1">
                <a:latin typeface="Amasis MT Pro" panose="02040504050005020304" pitchFamily="18" charset="0"/>
              </a:rPr>
              <a:t>oModel.getProperty</a:t>
            </a:r>
            <a:r>
              <a:rPr lang="en-IN" sz="1350" b="1" i="1" dirty="0">
                <a:latin typeface="Amasis MT Pro" panose="02040504050005020304" pitchFamily="18" charset="0"/>
              </a:rPr>
              <a:t>( </a:t>
            </a:r>
            <a:r>
              <a:rPr lang="en-IN" sz="1350" b="1" i="1" dirty="0" err="1">
                <a:latin typeface="Amasis MT Pro" panose="02040504050005020304" pitchFamily="18" charset="0"/>
              </a:rPr>
              <a:t>xPath</a:t>
            </a:r>
            <a:r>
              <a:rPr lang="en-IN" sz="1350" b="1" i="1" dirty="0">
                <a:latin typeface="Amasis MT Pro" panose="02040504050005020304" pitchFamily="18" charset="0"/>
              </a:rPr>
              <a:t> )  --read data</a:t>
            </a:r>
          </a:p>
          <a:p>
            <a:r>
              <a:rPr lang="en-IN" sz="1350" b="1" i="1" dirty="0" err="1">
                <a:latin typeface="Amasis MT Pro" panose="02040504050005020304" pitchFamily="18" charset="0"/>
              </a:rPr>
              <a:t>oModel.setProperty</a:t>
            </a:r>
            <a:r>
              <a:rPr lang="en-IN" sz="1350" b="1" i="1" dirty="0">
                <a:latin typeface="Amasis MT Pro" panose="02040504050005020304" pitchFamily="18" charset="0"/>
              </a:rPr>
              <a:t>( </a:t>
            </a:r>
            <a:r>
              <a:rPr lang="en-IN" sz="1350" b="1" i="1" dirty="0" err="1">
                <a:latin typeface="Amasis MT Pro" panose="02040504050005020304" pitchFamily="18" charset="0"/>
              </a:rPr>
              <a:t>xPath</a:t>
            </a:r>
            <a:r>
              <a:rPr lang="en-IN" sz="1350" b="1" i="1" dirty="0">
                <a:latin typeface="Amasis MT Pro" panose="02040504050005020304" pitchFamily="18" charset="0"/>
              </a:rPr>
              <a:t>, “data” ) –change data inside model</a:t>
            </a:r>
          </a:p>
          <a:p>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b="1" u="sng" dirty="0">
                <a:latin typeface="Amasis MT Pro" panose="02040504050005020304" pitchFamily="18" charset="0"/>
              </a:rPr>
              <a:t>Questions:</a:t>
            </a:r>
          </a:p>
          <a:p>
            <a:pPr marL="285750" indent="-285750">
              <a:buFont typeface="Arial" panose="020B0604020202020204" pitchFamily="34" charset="0"/>
              <a:buChar char="•"/>
            </a:pPr>
            <a:r>
              <a:rPr lang="en-IN" sz="1350" dirty="0">
                <a:latin typeface="Amasis MT Pro" panose="02040504050005020304" pitchFamily="18" charset="0"/>
              </a:rPr>
              <a:t>Can we have multiple models in same application of different kind / same kind.</a:t>
            </a:r>
          </a:p>
          <a:p>
            <a:r>
              <a:rPr lang="en-IN" sz="1350" b="1" dirty="0">
                <a:latin typeface="Amasis MT Pro" panose="02040504050005020304" pitchFamily="18" charset="0"/>
              </a:rPr>
              <a:t>yes</a:t>
            </a:r>
          </a:p>
          <a:p>
            <a:pPr marL="285750" indent="-285750">
              <a:buFont typeface="Arial" panose="020B0604020202020204" pitchFamily="34" charset="0"/>
              <a:buChar char="•"/>
            </a:pPr>
            <a:r>
              <a:rPr lang="en-IN" sz="1350" dirty="0">
                <a:latin typeface="Amasis MT Pro" panose="02040504050005020304" pitchFamily="18" charset="0"/>
              </a:rPr>
              <a:t>If we allowed to use multiple models, how are we going to recognize them in the application.</a:t>
            </a:r>
          </a:p>
          <a:p>
            <a:r>
              <a:rPr lang="en-IN" sz="1350" b="1" dirty="0">
                <a:latin typeface="Amasis MT Pro" panose="02040504050005020304" pitchFamily="18" charset="0"/>
              </a:rPr>
              <a:t>Every model should be given a unique name, its called named model</a:t>
            </a:r>
          </a:p>
          <a:p>
            <a:pPr marL="285750" indent="-285750">
              <a:buFont typeface="Arial" panose="020B0604020202020204" pitchFamily="34" charset="0"/>
              <a:buChar char="•"/>
            </a:pPr>
            <a:r>
              <a:rPr lang="en-IN" sz="1350" dirty="0">
                <a:latin typeface="Amasis MT Pro" panose="02040504050005020304" pitchFamily="18" charset="0"/>
              </a:rPr>
              <a:t>Can we also modularize our model code like we have separate view folder and controller folder. So we can show proper MVC.</a:t>
            </a:r>
          </a:p>
          <a:p>
            <a:r>
              <a:rPr lang="en-IN" sz="1350" b="1" dirty="0">
                <a:latin typeface="Amasis MT Pro" panose="02040504050005020304" pitchFamily="18" charset="0"/>
              </a:rPr>
              <a:t>Yes</a:t>
            </a:r>
          </a:p>
          <a:p>
            <a:endParaRPr lang="en-IN" sz="1350" b="1" dirty="0">
              <a:latin typeface="Amasis MT Pro" panose="02040504050005020304" pitchFamily="18" charset="0"/>
            </a:endParaRPr>
          </a:p>
          <a:p>
            <a:r>
              <a:rPr lang="en-IN" sz="1350" b="1" dirty="0">
                <a:latin typeface="Amasis MT Pro" panose="02040504050005020304" pitchFamily="18" charset="0"/>
              </a:rPr>
              <a:t>In ui5, if we have a class/dependency, simply replace dot with slash to create a dependency (module name).</a:t>
            </a:r>
          </a:p>
        </p:txBody>
      </p:sp>
      <p:sp>
        <p:nvSpPr>
          <p:cNvPr id="4" name="TextBox 3">
            <a:extLst>
              <a:ext uri="{FF2B5EF4-FFF2-40B4-BE49-F238E27FC236}">
                <a16:creationId xmlns:a16="http://schemas.microsoft.com/office/drawing/2014/main" id="{4E08D48B-82E0-91CA-F88A-162682DCA809}"/>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3987640F-E4F9-939B-06AD-7CACCB827E61}"/>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4FE6ECB0-9D56-704E-31B5-F9596C9C1559}"/>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20870121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71C9D-ECF2-708F-0962-C4F5182A55DD}"/>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88AE763D-28FD-A8EE-3BDE-B5D9CE95A951}"/>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Binding Modes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D2C648A-4E0C-D573-3FE2-3AAC88D29645}"/>
              </a:ext>
            </a:extLst>
          </p:cNvPr>
          <p:cNvSpPr txBox="1"/>
          <p:nvPr/>
        </p:nvSpPr>
        <p:spPr>
          <a:xfrm>
            <a:off x="134426" y="490759"/>
            <a:ext cx="8615133" cy="4662799"/>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When we change data inside the model using </a:t>
            </a:r>
            <a:r>
              <a:rPr lang="en-IN" sz="1350" dirty="0" err="1">
                <a:latin typeface="Amasis MT Pro" panose="02040504050005020304" pitchFamily="18" charset="0"/>
              </a:rPr>
              <a:t>setProperty</a:t>
            </a:r>
            <a:r>
              <a:rPr lang="en-IN" sz="1350" dirty="0">
                <a:latin typeface="Amasis MT Pro" panose="02040504050005020304" pitchFamily="18" charset="0"/>
              </a:rPr>
              <a:t>, the data reflect on the UI. When we change data in the UI, will it reflect back to the model?</a:t>
            </a:r>
          </a:p>
          <a:p>
            <a:pPr marL="285750" indent="-285750">
              <a:buFont typeface="Wingdings" panose="05000000000000000000" pitchFamily="2" charset="2"/>
              <a:buChar char="è"/>
            </a:pPr>
            <a:r>
              <a:rPr lang="en-IN" sz="1350" dirty="0">
                <a:latin typeface="Amasis MT Pro" panose="02040504050005020304" pitchFamily="18" charset="0"/>
                <a:sym typeface="Wingdings" panose="05000000000000000000" pitchFamily="2" charset="2"/>
              </a:rPr>
              <a:t>One Way – When we change data in the model, it always reflect on UI, but vice-versa not possible. </a:t>
            </a:r>
            <a:r>
              <a:rPr lang="en-IN" sz="1350" b="1" dirty="0">
                <a:latin typeface="Amasis MT Pro" panose="02040504050005020304" pitchFamily="18" charset="0"/>
                <a:sym typeface="Wingdings" panose="05000000000000000000" pitchFamily="2" charset="2"/>
              </a:rPr>
              <a:t>( using </a:t>
            </a:r>
            <a:r>
              <a:rPr lang="en-IN" sz="1350" b="1" dirty="0" err="1">
                <a:latin typeface="Amasis MT Pro" panose="02040504050005020304" pitchFamily="18" charset="0"/>
                <a:sym typeface="Wingdings" panose="05000000000000000000" pitchFamily="2" charset="2"/>
              </a:rPr>
              <a:t>setProperty</a:t>
            </a:r>
            <a:r>
              <a:rPr lang="en-IN" sz="1350" b="1" dirty="0">
                <a:latin typeface="Amasis MT Pro" panose="02040504050005020304" pitchFamily="18" charset="0"/>
                <a:sym typeface="Wingdings" panose="05000000000000000000" pitchFamily="2" charset="2"/>
              </a:rPr>
              <a:t> we can change data on Model )</a:t>
            </a:r>
          </a:p>
          <a:p>
            <a:pPr marL="285750" indent="-285750">
              <a:buFont typeface="Wingdings" panose="05000000000000000000" pitchFamily="2" charset="2"/>
              <a:buChar char="è"/>
            </a:pPr>
            <a:r>
              <a:rPr lang="en-IN" sz="1350" dirty="0">
                <a:latin typeface="Amasis MT Pro" panose="02040504050005020304" pitchFamily="18" charset="0"/>
                <a:sym typeface="Wingdings" panose="05000000000000000000" pitchFamily="2" charset="2"/>
              </a:rPr>
              <a:t>Two Way – When we change data in the model, it reflect on UI, and when we change data on UI, it will also reflect back to the model.</a:t>
            </a:r>
          </a:p>
          <a:p>
            <a:pPr marL="285750" indent="-285750">
              <a:buFont typeface="Wingdings" panose="05000000000000000000" pitchFamily="2" charset="2"/>
              <a:buChar char="è"/>
            </a:pPr>
            <a:r>
              <a:rPr lang="en-IN" sz="1350" dirty="0">
                <a:latin typeface="Amasis MT Pro" panose="02040504050005020304" pitchFamily="18" charset="0"/>
                <a:sym typeface="Wingdings" panose="05000000000000000000" pitchFamily="2" charset="2"/>
              </a:rPr>
              <a:t>One Time – The data will reflect from model to the UI only once when app starts, after that they have absolutely no connection between each other.</a:t>
            </a:r>
          </a:p>
          <a:p>
            <a:pPr marL="285750" indent="-285750">
              <a:buFont typeface="Wingdings" panose="05000000000000000000" pitchFamily="2" charset="2"/>
              <a:buChar char="è"/>
            </a:pPr>
            <a:endParaRPr lang="en-IN" sz="1350" dirty="0">
              <a:latin typeface="Amasis MT Pro" panose="02040504050005020304" pitchFamily="18" charset="0"/>
              <a:sym typeface="Wingdings" panose="05000000000000000000" pitchFamily="2" charset="2"/>
            </a:endParaRPr>
          </a:p>
          <a:p>
            <a:pPr marL="285750" indent="-285750">
              <a:buFont typeface="Wingdings" panose="05000000000000000000" pitchFamily="2" charset="2"/>
              <a:buChar char="è"/>
            </a:pPr>
            <a:endParaRPr lang="en-IN" sz="1350" dirty="0">
              <a:latin typeface="Amasis MT Pro" panose="02040504050005020304" pitchFamily="18" charset="0"/>
              <a:sym typeface="Wingdings" panose="05000000000000000000" pitchFamily="2" charset="2"/>
            </a:endParaRPr>
          </a:p>
          <a:p>
            <a:pPr marL="285750" indent="-285750">
              <a:buFont typeface="Wingdings" panose="05000000000000000000" pitchFamily="2" charset="2"/>
              <a:buChar char="è"/>
            </a:pPr>
            <a:endParaRPr lang="en-IN" sz="1350" dirty="0">
              <a:latin typeface="Amasis MT Pro" panose="02040504050005020304" pitchFamily="18" charset="0"/>
              <a:sym typeface="Wingdings" panose="05000000000000000000" pitchFamily="2" charset="2"/>
            </a:endParaRPr>
          </a:p>
          <a:p>
            <a:pPr marL="285750" indent="-285750">
              <a:buFont typeface="Wingdings" panose="05000000000000000000" pitchFamily="2" charset="2"/>
              <a:buChar char="è"/>
            </a:pPr>
            <a:endParaRPr lang="en-IN" sz="1350" dirty="0">
              <a:latin typeface="Amasis MT Pro" panose="02040504050005020304" pitchFamily="18" charset="0"/>
              <a:sym typeface="Wingdings" panose="05000000000000000000" pitchFamily="2" charset="2"/>
            </a:endParaRPr>
          </a:p>
          <a:p>
            <a:pPr marL="285750" indent="-285750">
              <a:buFont typeface="Wingdings" panose="05000000000000000000" pitchFamily="2" charset="2"/>
              <a:buChar char="è"/>
            </a:pPr>
            <a:endParaRPr lang="en-IN" sz="1350" dirty="0">
              <a:latin typeface="Amasis MT Pro" panose="02040504050005020304" pitchFamily="18" charset="0"/>
              <a:sym typeface="Wingdings" panose="05000000000000000000" pitchFamily="2" charset="2"/>
            </a:endParaRPr>
          </a:p>
          <a:p>
            <a:pPr marL="285750" indent="-285750">
              <a:buFont typeface="Wingdings" panose="05000000000000000000" pitchFamily="2" charset="2"/>
              <a:buChar char="è"/>
            </a:pPr>
            <a:endParaRPr lang="en-IN" sz="1350" dirty="0">
              <a:latin typeface="Amasis MT Pro" panose="02040504050005020304" pitchFamily="18" charset="0"/>
              <a:sym typeface="Wingdings" panose="05000000000000000000" pitchFamily="2" charset="2"/>
            </a:endParaRPr>
          </a:p>
          <a:p>
            <a:pPr marL="285750" indent="-285750">
              <a:buFont typeface="Wingdings" panose="05000000000000000000" pitchFamily="2" charset="2"/>
              <a:buChar char="è"/>
            </a:pPr>
            <a:endParaRPr lang="en-IN" sz="1350" dirty="0">
              <a:latin typeface="Amasis MT Pro" panose="02040504050005020304" pitchFamily="18" charset="0"/>
              <a:sym typeface="Wingdings" panose="05000000000000000000" pitchFamily="2" charset="2"/>
            </a:endParaRPr>
          </a:p>
          <a:p>
            <a:r>
              <a:rPr lang="en-IN" sz="1350" dirty="0">
                <a:latin typeface="Amasis MT Pro" panose="02040504050005020304" pitchFamily="18" charset="0"/>
                <a:sym typeface="Wingdings" panose="05000000000000000000" pitchFamily="2" charset="2"/>
              </a:rPr>
              <a:t>What is the default binding mode for JSON model?</a:t>
            </a:r>
          </a:p>
          <a:p>
            <a:r>
              <a:rPr lang="en-IN" sz="1350" dirty="0" err="1">
                <a:latin typeface="Amasis MT Pro" panose="02040504050005020304" pitchFamily="18" charset="0"/>
                <a:sym typeface="Wingdings" panose="05000000000000000000" pitchFamily="2" charset="2"/>
              </a:rPr>
              <a:t>TwoWay</a:t>
            </a:r>
            <a:endParaRPr lang="en-IN" sz="1350" dirty="0">
              <a:latin typeface="Amasis MT Pro" panose="02040504050005020304" pitchFamily="18" charset="0"/>
              <a:sym typeface="Wingdings" panose="05000000000000000000" pitchFamily="2" charset="2"/>
            </a:endParaRPr>
          </a:p>
          <a:p>
            <a:r>
              <a:rPr lang="en-IN" sz="1350" dirty="0">
                <a:latin typeface="Amasis MT Pro" panose="02040504050005020304" pitchFamily="18" charset="0"/>
                <a:sym typeface="Wingdings" panose="05000000000000000000" pitchFamily="2" charset="2"/>
              </a:rPr>
              <a:t> </a:t>
            </a:r>
          </a:p>
          <a:p>
            <a:r>
              <a:rPr lang="en-IN" sz="1350" dirty="0">
                <a:latin typeface="Amasis MT Pro" panose="02040504050005020304" pitchFamily="18" charset="0"/>
                <a:sym typeface="Wingdings" panose="05000000000000000000" pitchFamily="2" charset="2"/>
              </a:rPr>
              <a:t>Can I also change it?</a:t>
            </a:r>
          </a:p>
          <a:p>
            <a:r>
              <a:rPr lang="en-IN" sz="1350" dirty="0">
                <a:latin typeface="Amasis MT Pro" panose="02040504050005020304" pitchFamily="18" charset="0"/>
                <a:sym typeface="Wingdings" panose="05000000000000000000" pitchFamily="2" charset="2"/>
              </a:rPr>
              <a:t>Yes</a:t>
            </a:r>
          </a:p>
          <a:p>
            <a:endParaRPr lang="en-IN" sz="1350" dirty="0">
              <a:latin typeface="Amasis MT Pro" panose="02040504050005020304" pitchFamily="18" charset="0"/>
              <a:sym typeface="Wingdings" panose="05000000000000000000" pitchFamily="2" charset="2"/>
            </a:endParaRPr>
          </a:p>
          <a:p>
            <a:r>
              <a:rPr lang="en-IN" sz="1350" b="1" dirty="0">
                <a:highlight>
                  <a:srgbClr val="FFFF00"/>
                </a:highlight>
                <a:latin typeface="Amasis MT Pro" panose="02040504050005020304" pitchFamily="18" charset="0"/>
                <a:sym typeface="Wingdings" panose="05000000000000000000" pitchFamily="2" charset="2"/>
              </a:rPr>
              <a:t>Recommendation is to not change default behavior else our expression binding will stop working</a:t>
            </a:r>
            <a:r>
              <a:rPr lang="en-IN" sz="1350" dirty="0">
                <a:latin typeface="Amasis MT Pro" panose="02040504050005020304" pitchFamily="18" charset="0"/>
                <a:sym typeface="Wingdings" panose="05000000000000000000" pitchFamily="2" charset="2"/>
              </a:rPr>
              <a:t>.</a:t>
            </a:r>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8DC49EE1-AE43-5C21-F8E2-68F2AF857357}"/>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388E5B07-C125-E39F-5213-DF6A7668EAAF}"/>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1E120435-23CB-B981-B7C1-1804703FBF4C}"/>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grpSp>
        <p:nvGrpSpPr>
          <p:cNvPr id="18" name="Group 17">
            <a:extLst>
              <a:ext uri="{FF2B5EF4-FFF2-40B4-BE49-F238E27FC236}">
                <a16:creationId xmlns:a16="http://schemas.microsoft.com/office/drawing/2014/main" id="{534DA66D-E6FF-EC10-7EF1-B4F1F66DB989}"/>
              </a:ext>
            </a:extLst>
          </p:cNvPr>
          <p:cNvGrpSpPr/>
          <p:nvPr/>
        </p:nvGrpSpPr>
        <p:grpSpPr>
          <a:xfrm>
            <a:off x="297591" y="2323625"/>
            <a:ext cx="2266920" cy="561960"/>
            <a:chOff x="297591" y="2323625"/>
            <a:chExt cx="2266920" cy="561960"/>
          </a:xfrm>
        </p:grpSpPr>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4E81570A-37D1-7DED-3CD2-C6D11E78800A}"/>
                    </a:ext>
                  </a:extLst>
                </p14:cNvPr>
                <p14:cNvContentPartPr/>
                <p14:nvPr/>
              </p14:nvContentPartPr>
              <p14:xfrm>
                <a:off x="297591" y="2358905"/>
                <a:ext cx="700920" cy="526680"/>
              </p14:xfrm>
            </p:contentPart>
          </mc:Choice>
          <mc:Fallback xmlns="">
            <p:pic>
              <p:nvPicPr>
                <p:cNvPr id="7" name="Ink 6">
                  <a:extLst>
                    <a:ext uri="{FF2B5EF4-FFF2-40B4-BE49-F238E27FC236}">
                      <a16:creationId xmlns:a16="http://schemas.microsoft.com/office/drawing/2014/main" id="{4E81570A-37D1-7DED-3CD2-C6D11E78800A}"/>
                    </a:ext>
                  </a:extLst>
                </p:cNvPr>
                <p:cNvPicPr/>
                <p:nvPr/>
              </p:nvPicPr>
              <p:blipFill>
                <a:blip r:embed="rId4"/>
                <a:stretch>
                  <a:fillRect/>
                </a:stretch>
              </p:blipFill>
              <p:spPr>
                <a:xfrm>
                  <a:off x="288951" y="2349905"/>
                  <a:ext cx="718560" cy="544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71FB01E0-8346-4267-8EE9-8E52E59E6B5B}"/>
                    </a:ext>
                  </a:extLst>
                </p14:cNvPr>
                <p14:cNvContentPartPr/>
                <p14:nvPr/>
              </p14:nvContentPartPr>
              <p14:xfrm>
                <a:off x="499191" y="2580665"/>
                <a:ext cx="118080" cy="146880"/>
              </p14:xfrm>
            </p:contentPart>
          </mc:Choice>
          <mc:Fallback xmlns="">
            <p:pic>
              <p:nvPicPr>
                <p:cNvPr id="8" name="Ink 7">
                  <a:extLst>
                    <a:ext uri="{FF2B5EF4-FFF2-40B4-BE49-F238E27FC236}">
                      <a16:creationId xmlns:a16="http://schemas.microsoft.com/office/drawing/2014/main" id="{71FB01E0-8346-4267-8EE9-8E52E59E6B5B}"/>
                    </a:ext>
                  </a:extLst>
                </p:cNvPr>
                <p:cNvPicPr/>
                <p:nvPr/>
              </p:nvPicPr>
              <p:blipFill>
                <a:blip r:embed="rId6"/>
                <a:stretch>
                  <a:fillRect/>
                </a:stretch>
              </p:blipFill>
              <p:spPr>
                <a:xfrm>
                  <a:off x="490551" y="2572025"/>
                  <a:ext cx="13572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0A6EC3CE-F60B-D29A-9131-0D2B8198526D}"/>
                    </a:ext>
                  </a:extLst>
                </p14:cNvPr>
                <p14:cNvContentPartPr/>
                <p14:nvPr/>
              </p14:nvContentPartPr>
              <p14:xfrm>
                <a:off x="676671" y="2571305"/>
                <a:ext cx="12600" cy="141480"/>
              </p14:xfrm>
            </p:contentPart>
          </mc:Choice>
          <mc:Fallback xmlns="">
            <p:pic>
              <p:nvPicPr>
                <p:cNvPr id="9" name="Ink 8">
                  <a:extLst>
                    <a:ext uri="{FF2B5EF4-FFF2-40B4-BE49-F238E27FC236}">
                      <a16:creationId xmlns:a16="http://schemas.microsoft.com/office/drawing/2014/main" id="{0A6EC3CE-F60B-D29A-9131-0D2B8198526D}"/>
                    </a:ext>
                  </a:extLst>
                </p:cNvPr>
                <p:cNvPicPr/>
                <p:nvPr/>
              </p:nvPicPr>
              <p:blipFill>
                <a:blip r:embed="rId8"/>
                <a:stretch>
                  <a:fillRect/>
                </a:stretch>
              </p:blipFill>
              <p:spPr>
                <a:xfrm>
                  <a:off x="668031" y="2562305"/>
                  <a:ext cx="3024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6C7B913B-B54B-A170-A3F7-5AE96E25320D}"/>
                    </a:ext>
                  </a:extLst>
                </p14:cNvPr>
                <p14:cNvContentPartPr/>
                <p14:nvPr/>
              </p14:nvContentPartPr>
              <p14:xfrm>
                <a:off x="1702311" y="2323625"/>
                <a:ext cx="862200" cy="545760"/>
              </p14:xfrm>
            </p:contentPart>
          </mc:Choice>
          <mc:Fallback xmlns="">
            <p:pic>
              <p:nvPicPr>
                <p:cNvPr id="11" name="Ink 10">
                  <a:extLst>
                    <a:ext uri="{FF2B5EF4-FFF2-40B4-BE49-F238E27FC236}">
                      <a16:creationId xmlns:a16="http://schemas.microsoft.com/office/drawing/2014/main" id="{6C7B913B-B54B-A170-A3F7-5AE96E25320D}"/>
                    </a:ext>
                  </a:extLst>
                </p:cNvPr>
                <p:cNvPicPr/>
                <p:nvPr/>
              </p:nvPicPr>
              <p:blipFill>
                <a:blip r:embed="rId10"/>
                <a:stretch>
                  <a:fillRect/>
                </a:stretch>
              </p:blipFill>
              <p:spPr>
                <a:xfrm>
                  <a:off x="1693671" y="2314625"/>
                  <a:ext cx="879840" cy="5634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282AD6DE-59DD-35BF-736E-AAD3B8FB0253}"/>
                    </a:ext>
                  </a:extLst>
                </p14:cNvPr>
                <p14:cNvContentPartPr/>
                <p14:nvPr/>
              </p14:nvContentPartPr>
              <p14:xfrm>
                <a:off x="1865031" y="2552945"/>
                <a:ext cx="172440" cy="138960"/>
              </p14:xfrm>
            </p:contentPart>
          </mc:Choice>
          <mc:Fallback xmlns="">
            <p:pic>
              <p:nvPicPr>
                <p:cNvPr id="12" name="Ink 11">
                  <a:extLst>
                    <a:ext uri="{FF2B5EF4-FFF2-40B4-BE49-F238E27FC236}">
                      <a16:creationId xmlns:a16="http://schemas.microsoft.com/office/drawing/2014/main" id="{282AD6DE-59DD-35BF-736E-AAD3B8FB0253}"/>
                    </a:ext>
                  </a:extLst>
                </p:cNvPr>
                <p:cNvPicPr/>
                <p:nvPr/>
              </p:nvPicPr>
              <p:blipFill>
                <a:blip r:embed="rId12"/>
                <a:stretch>
                  <a:fillRect/>
                </a:stretch>
              </p:blipFill>
              <p:spPr>
                <a:xfrm>
                  <a:off x="1856031" y="2543945"/>
                  <a:ext cx="19008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7B74577F-5EBF-7C36-AB72-ED80015877DE}"/>
                    </a:ext>
                  </a:extLst>
                </p14:cNvPr>
                <p14:cNvContentPartPr/>
                <p14:nvPr/>
              </p14:nvContentPartPr>
              <p14:xfrm>
                <a:off x="2110551" y="2565545"/>
                <a:ext cx="52920" cy="111960"/>
              </p14:xfrm>
            </p:contentPart>
          </mc:Choice>
          <mc:Fallback xmlns="">
            <p:pic>
              <p:nvPicPr>
                <p:cNvPr id="13" name="Ink 12">
                  <a:extLst>
                    <a:ext uri="{FF2B5EF4-FFF2-40B4-BE49-F238E27FC236}">
                      <a16:creationId xmlns:a16="http://schemas.microsoft.com/office/drawing/2014/main" id="{7B74577F-5EBF-7C36-AB72-ED80015877DE}"/>
                    </a:ext>
                  </a:extLst>
                </p:cNvPr>
                <p:cNvPicPr/>
                <p:nvPr/>
              </p:nvPicPr>
              <p:blipFill>
                <a:blip r:embed="rId14"/>
                <a:stretch>
                  <a:fillRect/>
                </a:stretch>
              </p:blipFill>
              <p:spPr>
                <a:xfrm>
                  <a:off x="2101911" y="2556905"/>
                  <a:ext cx="7056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14020F81-D0C3-CDC5-2DEB-C5D738CDE6F4}"/>
                    </a:ext>
                  </a:extLst>
                </p14:cNvPr>
                <p14:cNvContentPartPr/>
                <p14:nvPr/>
              </p14:nvContentPartPr>
              <p14:xfrm>
                <a:off x="2216391" y="2497865"/>
                <a:ext cx="75600" cy="186480"/>
              </p14:xfrm>
            </p:contentPart>
          </mc:Choice>
          <mc:Fallback xmlns="">
            <p:pic>
              <p:nvPicPr>
                <p:cNvPr id="14" name="Ink 13">
                  <a:extLst>
                    <a:ext uri="{FF2B5EF4-FFF2-40B4-BE49-F238E27FC236}">
                      <a16:creationId xmlns:a16="http://schemas.microsoft.com/office/drawing/2014/main" id="{14020F81-D0C3-CDC5-2DEB-C5D738CDE6F4}"/>
                    </a:ext>
                  </a:extLst>
                </p:cNvPr>
                <p:cNvPicPr/>
                <p:nvPr/>
              </p:nvPicPr>
              <p:blipFill>
                <a:blip r:embed="rId16"/>
                <a:stretch>
                  <a:fillRect/>
                </a:stretch>
              </p:blipFill>
              <p:spPr>
                <a:xfrm>
                  <a:off x="2207391" y="2489225"/>
                  <a:ext cx="9324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5B55180D-2C6A-CCAF-7DF1-708436D2295D}"/>
                    </a:ext>
                  </a:extLst>
                </p14:cNvPr>
                <p14:cNvContentPartPr/>
                <p14:nvPr/>
              </p14:nvContentPartPr>
              <p14:xfrm>
                <a:off x="2313591" y="2494625"/>
                <a:ext cx="144000" cy="182880"/>
              </p14:xfrm>
            </p:contentPart>
          </mc:Choice>
          <mc:Fallback xmlns="">
            <p:pic>
              <p:nvPicPr>
                <p:cNvPr id="15" name="Ink 14">
                  <a:extLst>
                    <a:ext uri="{FF2B5EF4-FFF2-40B4-BE49-F238E27FC236}">
                      <a16:creationId xmlns:a16="http://schemas.microsoft.com/office/drawing/2014/main" id="{5B55180D-2C6A-CCAF-7DF1-708436D2295D}"/>
                    </a:ext>
                  </a:extLst>
                </p:cNvPr>
                <p:cNvPicPr/>
                <p:nvPr/>
              </p:nvPicPr>
              <p:blipFill>
                <a:blip r:embed="rId18"/>
                <a:stretch>
                  <a:fillRect/>
                </a:stretch>
              </p:blipFill>
              <p:spPr>
                <a:xfrm>
                  <a:off x="2304591" y="2485625"/>
                  <a:ext cx="16164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599FB978-F7B5-900D-150E-EC46086C7C2F}"/>
                    </a:ext>
                  </a:extLst>
                </p14:cNvPr>
                <p14:cNvContentPartPr/>
                <p14:nvPr/>
              </p14:nvContentPartPr>
              <p14:xfrm>
                <a:off x="991311" y="2586425"/>
                <a:ext cx="714240" cy="10800"/>
              </p14:xfrm>
            </p:contentPart>
          </mc:Choice>
          <mc:Fallback xmlns="">
            <p:pic>
              <p:nvPicPr>
                <p:cNvPr id="16" name="Ink 15">
                  <a:extLst>
                    <a:ext uri="{FF2B5EF4-FFF2-40B4-BE49-F238E27FC236}">
                      <a16:creationId xmlns:a16="http://schemas.microsoft.com/office/drawing/2014/main" id="{599FB978-F7B5-900D-150E-EC46086C7C2F}"/>
                    </a:ext>
                  </a:extLst>
                </p:cNvPr>
                <p:cNvPicPr/>
                <p:nvPr/>
              </p:nvPicPr>
              <p:blipFill>
                <a:blip r:embed="rId20"/>
                <a:stretch>
                  <a:fillRect/>
                </a:stretch>
              </p:blipFill>
              <p:spPr>
                <a:xfrm>
                  <a:off x="982311" y="2577425"/>
                  <a:ext cx="73188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5AB89909-42E3-4D01-5D8B-FF65D7A07DDD}"/>
                    </a:ext>
                  </a:extLst>
                </p14:cNvPr>
                <p14:cNvContentPartPr/>
                <p14:nvPr/>
              </p14:nvContentPartPr>
              <p14:xfrm>
                <a:off x="993471" y="2545385"/>
                <a:ext cx="108720" cy="96480"/>
              </p14:xfrm>
            </p:contentPart>
          </mc:Choice>
          <mc:Fallback xmlns="">
            <p:pic>
              <p:nvPicPr>
                <p:cNvPr id="17" name="Ink 16">
                  <a:extLst>
                    <a:ext uri="{FF2B5EF4-FFF2-40B4-BE49-F238E27FC236}">
                      <a16:creationId xmlns:a16="http://schemas.microsoft.com/office/drawing/2014/main" id="{5AB89909-42E3-4D01-5D8B-FF65D7A07DDD}"/>
                    </a:ext>
                  </a:extLst>
                </p:cNvPr>
                <p:cNvPicPr/>
                <p:nvPr/>
              </p:nvPicPr>
              <p:blipFill>
                <a:blip r:embed="rId22"/>
                <a:stretch>
                  <a:fillRect/>
                </a:stretch>
              </p:blipFill>
              <p:spPr>
                <a:xfrm>
                  <a:off x="984471" y="2536745"/>
                  <a:ext cx="126360" cy="114120"/>
                </a:xfrm>
                <a:prstGeom prst="rect">
                  <a:avLst/>
                </a:prstGeom>
              </p:spPr>
            </p:pic>
          </mc:Fallback>
        </mc:AlternateContent>
      </p:grpSp>
      <p:grpSp>
        <p:nvGrpSpPr>
          <p:cNvPr id="39" name="Group 38">
            <a:extLst>
              <a:ext uri="{FF2B5EF4-FFF2-40B4-BE49-F238E27FC236}">
                <a16:creationId xmlns:a16="http://schemas.microsoft.com/office/drawing/2014/main" id="{EC2203A4-7B7F-0880-3DBD-1E8D64DBE6CD}"/>
              </a:ext>
            </a:extLst>
          </p:cNvPr>
          <p:cNvGrpSpPr/>
          <p:nvPr/>
        </p:nvGrpSpPr>
        <p:grpSpPr>
          <a:xfrm>
            <a:off x="968271" y="3005105"/>
            <a:ext cx="1075320" cy="295200"/>
            <a:chOff x="968271" y="3005105"/>
            <a:chExt cx="1075320" cy="295200"/>
          </a:xfrm>
        </p:grpSpPr>
        <mc:AlternateContent xmlns:mc="http://schemas.openxmlformats.org/markup-compatibility/2006" xmlns:p14="http://schemas.microsoft.com/office/powerpoint/2010/main">
          <mc:Choice Requires="p14">
            <p:contentPart p14:bwMode="auto" r:id="rId23">
              <p14:nvContentPartPr>
                <p14:cNvPr id="19" name="Ink 18">
                  <a:extLst>
                    <a:ext uri="{FF2B5EF4-FFF2-40B4-BE49-F238E27FC236}">
                      <a16:creationId xmlns:a16="http://schemas.microsoft.com/office/drawing/2014/main" id="{8157A1B6-D24F-42AC-B870-40030AF836C7}"/>
                    </a:ext>
                  </a:extLst>
                </p14:cNvPr>
                <p14:cNvContentPartPr/>
                <p14:nvPr/>
              </p14:nvContentPartPr>
              <p14:xfrm>
                <a:off x="968271" y="3005105"/>
                <a:ext cx="162360" cy="151920"/>
              </p14:xfrm>
            </p:contentPart>
          </mc:Choice>
          <mc:Fallback xmlns="">
            <p:pic>
              <p:nvPicPr>
                <p:cNvPr id="19" name="Ink 18">
                  <a:extLst>
                    <a:ext uri="{FF2B5EF4-FFF2-40B4-BE49-F238E27FC236}">
                      <a16:creationId xmlns:a16="http://schemas.microsoft.com/office/drawing/2014/main" id="{8157A1B6-D24F-42AC-B870-40030AF836C7}"/>
                    </a:ext>
                  </a:extLst>
                </p:cNvPr>
                <p:cNvPicPr/>
                <p:nvPr/>
              </p:nvPicPr>
              <p:blipFill>
                <a:blip r:embed="rId24"/>
                <a:stretch>
                  <a:fillRect/>
                </a:stretch>
              </p:blipFill>
              <p:spPr>
                <a:xfrm>
                  <a:off x="959271" y="2996465"/>
                  <a:ext cx="18000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0" name="Ink 19">
                  <a:extLst>
                    <a:ext uri="{FF2B5EF4-FFF2-40B4-BE49-F238E27FC236}">
                      <a16:creationId xmlns:a16="http://schemas.microsoft.com/office/drawing/2014/main" id="{8CA6AC74-A35D-B6DC-2AA8-78CFE320FEF9}"/>
                    </a:ext>
                  </a:extLst>
                </p14:cNvPr>
                <p14:cNvContentPartPr/>
                <p14:nvPr/>
              </p14:nvContentPartPr>
              <p14:xfrm>
                <a:off x="1159431" y="3033185"/>
                <a:ext cx="155520" cy="98280"/>
              </p14:xfrm>
            </p:contentPart>
          </mc:Choice>
          <mc:Fallback xmlns="">
            <p:pic>
              <p:nvPicPr>
                <p:cNvPr id="20" name="Ink 19">
                  <a:extLst>
                    <a:ext uri="{FF2B5EF4-FFF2-40B4-BE49-F238E27FC236}">
                      <a16:creationId xmlns:a16="http://schemas.microsoft.com/office/drawing/2014/main" id="{8CA6AC74-A35D-B6DC-2AA8-78CFE320FEF9}"/>
                    </a:ext>
                  </a:extLst>
                </p:cNvPr>
                <p:cNvPicPr/>
                <p:nvPr/>
              </p:nvPicPr>
              <p:blipFill>
                <a:blip r:embed="rId26"/>
                <a:stretch>
                  <a:fillRect/>
                </a:stretch>
              </p:blipFill>
              <p:spPr>
                <a:xfrm>
                  <a:off x="1150791" y="3024185"/>
                  <a:ext cx="1731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1" name="Ink 20">
                  <a:extLst>
                    <a:ext uri="{FF2B5EF4-FFF2-40B4-BE49-F238E27FC236}">
                      <a16:creationId xmlns:a16="http://schemas.microsoft.com/office/drawing/2014/main" id="{B7541184-8377-34B6-90A6-8D189920192F}"/>
                    </a:ext>
                  </a:extLst>
                </p14:cNvPr>
                <p14:cNvContentPartPr/>
                <p14:nvPr/>
              </p14:nvContentPartPr>
              <p14:xfrm>
                <a:off x="1333671" y="3034265"/>
                <a:ext cx="135000" cy="116640"/>
              </p14:xfrm>
            </p:contentPart>
          </mc:Choice>
          <mc:Fallback xmlns="">
            <p:pic>
              <p:nvPicPr>
                <p:cNvPr id="21" name="Ink 20">
                  <a:extLst>
                    <a:ext uri="{FF2B5EF4-FFF2-40B4-BE49-F238E27FC236}">
                      <a16:creationId xmlns:a16="http://schemas.microsoft.com/office/drawing/2014/main" id="{B7541184-8377-34B6-90A6-8D189920192F}"/>
                    </a:ext>
                  </a:extLst>
                </p:cNvPr>
                <p:cNvPicPr/>
                <p:nvPr/>
              </p:nvPicPr>
              <p:blipFill>
                <a:blip r:embed="rId28"/>
                <a:stretch>
                  <a:fillRect/>
                </a:stretch>
              </p:blipFill>
              <p:spPr>
                <a:xfrm>
                  <a:off x="1325031" y="3025265"/>
                  <a:ext cx="15264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2" name="Ink 21">
                  <a:extLst>
                    <a:ext uri="{FF2B5EF4-FFF2-40B4-BE49-F238E27FC236}">
                      <a16:creationId xmlns:a16="http://schemas.microsoft.com/office/drawing/2014/main" id="{D848C026-C03F-B7F1-551B-324DAEEAE11E}"/>
                    </a:ext>
                  </a:extLst>
                </p14:cNvPr>
                <p14:cNvContentPartPr/>
                <p14:nvPr/>
              </p14:nvContentPartPr>
              <p14:xfrm>
                <a:off x="1557591" y="3033905"/>
                <a:ext cx="182160" cy="114120"/>
              </p14:xfrm>
            </p:contentPart>
          </mc:Choice>
          <mc:Fallback xmlns="">
            <p:pic>
              <p:nvPicPr>
                <p:cNvPr id="22" name="Ink 21">
                  <a:extLst>
                    <a:ext uri="{FF2B5EF4-FFF2-40B4-BE49-F238E27FC236}">
                      <a16:creationId xmlns:a16="http://schemas.microsoft.com/office/drawing/2014/main" id="{D848C026-C03F-B7F1-551B-324DAEEAE11E}"/>
                    </a:ext>
                  </a:extLst>
                </p:cNvPr>
                <p:cNvPicPr/>
                <p:nvPr/>
              </p:nvPicPr>
              <p:blipFill>
                <a:blip r:embed="rId30"/>
                <a:stretch>
                  <a:fillRect/>
                </a:stretch>
              </p:blipFill>
              <p:spPr>
                <a:xfrm>
                  <a:off x="1548951" y="3025265"/>
                  <a:ext cx="19980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Ink 22">
                  <a:extLst>
                    <a:ext uri="{FF2B5EF4-FFF2-40B4-BE49-F238E27FC236}">
                      <a16:creationId xmlns:a16="http://schemas.microsoft.com/office/drawing/2014/main" id="{0784BEA9-D703-63DD-9EA6-E31978490EFD}"/>
                    </a:ext>
                  </a:extLst>
                </p14:cNvPr>
                <p14:cNvContentPartPr/>
                <p14:nvPr/>
              </p14:nvContentPartPr>
              <p14:xfrm>
                <a:off x="1732911" y="3045785"/>
                <a:ext cx="101520" cy="92880"/>
              </p14:xfrm>
            </p:contentPart>
          </mc:Choice>
          <mc:Fallback xmlns="">
            <p:pic>
              <p:nvPicPr>
                <p:cNvPr id="23" name="Ink 22">
                  <a:extLst>
                    <a:ext uri="{FF2B5EF4-FFF2-40B4-BE49-F238E27FC236}">
                      <a16:creationId xmlns:a16="http://schemas.microsoft.com/office/drawing/2014/main" id="{0784BEA9-D703-63DD-9EA6-E31978490EFD}"/>
                    </a:ext>
                  </a:extLst>
                </p:cNvPr>
                <p:cNvPicPr/>
                <p:nvPr/>
              </p:nvPicPr>
              <p:blipFill>
                <a:blip r:embed="rId32"/>
                <a:stretch>
                  <a:fillRect/>
                </a:stretch>
              </p:blipFill>
              <p:spPr>
                <a:xfrm>
                  <a:off x="1724271" y="3037145"/>
                  <a:ext cx="11916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Ink 23">
                  <a:extLst>
                    <a:ext uri="{FF2B5EF4-FFF2-40B4-BE49-F238E27FC236}">
                      <a16:creationId xmlns:a16="http://schemas.microsoft.com/office/drawing/2014/main" id="{63A71A8E-0656-DFA4-8BD8-7EEF10327CBA}"/>
                    </a:ext>
                  </a:extLst>
                </p14:cNvPr>
                <p14:cNvContentPartPr/>
                <p14:nvPr/>
              </p14:nvContentPartPr>
              <p14:xfrm>
                <a:off x="1896351" y="3033545"/>
                <a:ext cx="147240" cy="266760"/>
              </p14:xfrm>
            </p:contentPart>
          </mc:Choice>
          <mc:Fallback xmlns="">
            <p:pic>
              <p:nvPicPr>
                <p:cNvPr id="24" name="Ink 23">
                  <a:extLst>
                    <a:ext uri="{FF2B5EF4-FFF2-40B4-BE49-F238E27FC236}">
                      <a16:creationId xmlns:a16="http://schemas.microsoft.com/office/drawing/2014/main" id="{63A71A8E-0656-DFA4-8BD8-7EEF10327CBA}"/>
                    </a:ext>
                  </a:extLst>
                </p:cNvPr>
                <p:cNvPicPr/>
                <p:nvPr/>
              </p:nvPicPr>
              <p:blipFill>
                <a:blip r:embed="rId34"/>
                <a:stretch>
                  <a:fillRect/>
                </a:stretch>
              </p:blipFill>
              <p:spPr>
                <a:xfrm>
                  <a:off x="1887351" y="3024545"/>
                  <a:ext cx="164880" cy="284400"/>
                </a:xfrm>
                <a:prstGeom prst="rect">
                  <a:avLst/>
                </a:prstGeom>
              </p:spPr>
            </p:pic>
          </mc:Fallback>
        </mc:AlternateContent>
      </p:grpSp>
      <p:grpSp>
        <p:nvGrpSpPr>
          <p:cNvPr id="46" name="Group 45">
            <a:extLst>
              <a:ext uri="{FF2B5EF4-FFF2-40B4-BE49-F238E27FC236}">
                <a16:creationId xmlns:a16="http://schemas.microsoft.com/office/drawing/2014/main" id="{15C37CD0-B9D0-3077-7357-5C5FB8B08741}"/>
              </a:ext>
            </a:extLst>
          </p:cNvPr>
          <p:cNvGrpSpPr/>
          <p:nvPr/>
        </p:nvGrpSpPr>
        <p:grpSpPr>
          <a:xfrm>
            <a:off x="3126831" y="2297705"/>
            <a:ext cx="2463480" cy="1063080"/>
            <a:chOff x="3126831" y="2297705"/>
            <a:chExt cx="2463480" cy="1063080"/>
          </a:xfrm>
        </p:grpSpPr>
        <mc:AlternateContent xmlns:mc="http://schemas.openxmlformats.org/markup-compatibility/2006" xmlns:p14="http://schemas.microsoft.com/office/powerpoint/2010/main">
          <mc:Choice Requires="p14">
            <p:contentPart p14:bwMode="auto" r:id="rId35">
              <p14:nvContentPartPr>
                <p14:cNvPr id="25" name="Ink 24">
                  <a:extLst>
                    <a:ext uri="{FF2B5EF4-FFF2-40B4-BE49-F238E27FC236}">
                      <a16:creationId xmlns:a16="http://schemas.microsoft.com/office/drawing/2014/main" id="{9DECDC8B-F342-0DD0-815C-1BCD1E226778}"/>
                    </a:ext>
                  </a:extLst>
                </p14:cNvPr>
                <p14:cNvContentPartPr/>
                <p14:nvPr/>
              </p14:nvContentPartPr>
              <p14:xfrm>
                <a:off x="3126831" y="2407865"/>
                <a:ext cx="738720" cy="432000"/>
              </p14:xfrm>
            </p:contentPart>
          </mc:Choice>
          <mc:Fallback xmlns="">
            <p:pic>
              <p:nvPicPr>
                <p:cNvPr id="25" name="Ink 24">
                  <a:extLst>
                    <a:ext uri="{FF2B5EF4-FFF2-40B4-BE49-F238E27FC236}">
                      <a16:creationId xmlns:a16="http://schemas.microsoft.com/office/drawing/2014/main" id="{9DECDC8B-F342-0DD0-815C-1BCD1E226778}"/>
                    </a:ext>
                  </a:extLst>
                </p:cNvPr>
                <p:cNvPicPr/>
                <p:nvPr/>
              </p:nvPicPr>
              <p:blipFill>
                <a:blip r:embed="rId36"/>
                <a:stretch>
                  <a:fillRect/>
                </a:stretch>
              </p:blipFill>
              <p:spPr>
                <a:xfrm>
                  <a:off x="3118191" y="2398865"/>
                  <a:ext cx="756360" cy="4496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6" name="Ink 25">
                  <a:extLst>
                    <a:ext uri="{FF2B5EF4-FFF2-40B4-BE49-F238E27FC236}">
                      <a16:creationId xmlns:a16="http://schemas.microsoft.com/office/drawing/2014/main" id="{0FFCD545-99B2-55DF-2DCE-C998F1569D6B}"/>
                    </a:ext>
                  </a:extLst>
                </p14:cNvPr>
                <p14:cNvContentPartPr/>
                <p14:nvPr/>
              </p14:nvContentPartPr>
              <p14:xfrm>
                <a:off x="3212871" y="2297705"/>
                <a:ext cx="900720" cy="537840"/>
              </p14:xfrm>
            </p:contentPart>
          </mc:Choice>
          <mc:Fallback xmlns="">
            <p:pic>
              <p:nvPicPr>
                <p:cNvPr id="26" name="Ink 25">
                  <a:extLst>
                    <a:ext uri="{FF2B5EF4-FFF2-40B4-BE49-F238E27FC236}">
                      <a16:creationId xmlns:a16="http://schemas.microsoft.com/office/drawing/2014/main" id="{0FFCD545-99B2-55DF-2DCE-C998F1569D6B}"/>
                    </a:ext>
                  </a:extLst>
                </p:cNvPr>
                <p:cNvPicPr/>
                <p:nvPr/>
              </p:nvPicPr>
              <p:blipFill>
                <a:blip r:embed="rId38"/>
                <a:stretch>
                  <a:fillRect/>
                </a:stretch>
              </p:blipFill>
              <p:spPr>
                <a:xfrm>
                  <a:off x="3204231" y="2288705"/>
                  <a:ext cx="918360" cy="5554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A0E64956-123D-83D6-972C-7475E3EE897D}"/>
                    </a:ext>
                  </a:extLst>
                </p14:cNvPr>
                <p14:cNvContentPartPr/>
                <p14:nvPr/>
              </p14:nvContentPartPr>
              <p14:xfrm>
                <a:off x="3357591" y="2488505"/>
                <a:ext cx="160560" cy="176400"/>
              </p14:xfrm>
            </p:contentPart>
          </mc:Choice>
          <mc:Fallback xmlns="">
            <p:pic>
              <p:nvPicPr>
                <p:cNvPr id="27" name="Ink 26">
                  <a:extLst>
                    <a:ext uri="{FF2B5EF4-FFF2-40B4-BE49-F238E27FC236}">
                      <a16:creationId xmlns:a16="http://schemas.microsoft.com/office/drawing/2014/main" id="{A0E64956-123D-83D6-972C-7475E3EE897D}"/>
                    </a:ext>
                  </a:extLst>
                </p:cNvPr>
                <p:cNvPicPr/>
                <p:nvPr/>
              </p:nvPicPr>
              <p:blipFill>
                <a:blip r:embed="rId40"/>
                <a:stretch>
                  <a:fillRect/>
                </a:stretch>
              </p:blipFill>
              <p:spPr>
                <a:xfrm>
                  <a:off x="3348591" y="2479865"/>
                  <a:ext cx="17820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6E2D1D7A-8BB2-3FC0-976A-99B978AD01F1}"/>
                    </a:ext>
                  </a:extLst>
                </p14:cNvPr>
                <p14:cNvContentPartPr/>
                <p14:nvPr/>
              </p14:nvContentPartPr>
              <p14:xfrm>
                <a:off x="3627231" y="2503625"/>
                <a:ext cx="16200" cy="127080"/>
              </p14:xfrm>
            </p:contentPart>
          </mc:Choice>
          <mc:Fallback xmlns="">
            <p:pic>
              <p:nvPicPr>
                <p:cNvPr id="28" name="Ink 27">
                  <a:extLst>
                    <a:ext uri="{FF2B5EF4-FFF2-40B4-BE49-F238E27FC236}">
                      <a16:creationId xmlns:a16="http://schemas.microsoft.com/office/drawing/2014/main" id="{6E2D1D7A-8BB2-3FC0-976A-99B978AD01F1}"/>
                    </a:ext>
                  </a:extLst>
                </p:cNvPr>
                <p:cNvPicPr/>
                <p:nvPr/>
              </p:nvPicPr>
              <p:blipFill>
                <a:blip r:embed="rId42"/>
                <a:stretch>
                  <a:fillRect/>
                </a:stretch>
              </p:blipFill>
              <p:spPr>
                <a:xfrm>
                  <a:off x="3618231" y="2494985"/>
                  <a:ext cx="3384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Ink 28">
                  <a:extLst>
                    <a:ext uri="{FF2B5EF4-FFF2-40B4-BE49-F238E27FC236}">
                      <a16:creationId xmlns:a16="http://schemas.microsoft.com/office/drawing/2014/main" id="{3803DFC6-7E9B-99D1-ECB0-7AB20A608AB0}"/>
                    </a:ext>
                  </a:extLst>
                </p14:cNvPr>
                <p14:cNvContentPartPr/>
                <p14:nvPr/>
              </p14:nvContentPartPr>
              <p14:xfrm>
                <a:off x="4559991" y="2334425"/>
                <a:ext cx="1030320" cy="586080"/>
              </p14:xfrm>
            </p:contentPart>
          </mc:Choice>
          <mc:Fallback xmlns="">
            <p:pic>
              <p:nvPicPr>
                <p:cNvPr id="29" name="Ink 28">
                  <a:extLst>
                    <a:ext uri="{FF2B5EF4-FFF2-40B4-BE49-F238E27FC236}">
                      <a16:creationId xmlns:a16="http://schemas.microsoft.com/office/drawing/2014/main" id="{3803DFC6-7E9B-99D1-ECB0-7AB20A608AB0}"/>
                    </a:ext>
                  </a:extLst>
                </p:cNvPr>
                <p:cNvPicPr/>
                <p:nvPr/>
              </p:nvPicPr>
              <p:blipFill>
                <a:blip r:embed="rId44"/>
                <a:stretch>
                  <a:fillRect/>
                </a:stretch>
              </p:blipFill>
              <p:spPr>
                <a:xfrm>
                  <a:off x="4550991" y="2325425"/>
                  <a:ext cx="1047960" cy="6037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 name="Ink 29">
                  <a:extLst>
                    <a:ext uri="{FF2B5EF4-FFF2-40B4-BE49-F238E27FC236}">
                      <a16:creationId xmlns:a16="http://schemas.microsoft.com/office/drawing/2014/main" id="{47EAB066-8A2E-462E-41A0-52B04B7EF293}"/>
                    </a:ext>
                  </a:extLst>
                </p14:cNvPr>
                <p14:cNvContentPartPr/>
                <p14:nvPr/>
              </p14:nvContentPartPr>
              <p14:xfrm>
                <a:off x="4693191" y="2627465"/>
                <a:ext cx="199440" cy="128160"/>
              </p14:xfrm>
            </p:contentPart>
          </mc:Choice>
          <mc:Fallback xmlns="">
            <p:pic>
              <p:nvPicPr>
                <p:cNvPr id="30" name="Ink 29">
                  <a:extLst>
                    <a:ext uri="{FF2B5EF4-FFF2-40B4-BE49-F238E27FC236}">
                      <a16:creationId xmlns:a16="http://schemas.microsoft.com/office/drawing/2014/main" id="{47EAB066-8A2E-462E-41A0-52B04B7EF293}"/>
                    </a:ext>
                  </a:extLst>
                </p:cNvPr>
                <p:cNvPicPr/>
                <p:nvPr/>
              </p:nvPicPr>
              <p:blipFill>
                <a:blip r:embed="rId46"/>
                <a:stretch>
                  <a:fillRect/>
                </a:stretch>
              </p:blipFill>
              <p:spPr>
                <a:xfrm>
                  <a:off x="4684191" y="2618465"/>
                  <a:ext cx="21708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1" name="Ink 30">
                  <a:extLst>
                    <a:ext uri="{FF2B5EF4-FFF2-40B4-BE49-F238E27FC236}">
                      <a16:creationId xmlns:a16="http://schemas.microsoft.com/office/drawing/2014/main" id="{FD0965C8-80ED-2B8F-6E90-A3C96186484A}"/>
                    </a:ext>
                  </a:extLst>
                </p14:cNvPr>
                <p14:cNvContentPartPr/>
                <p14:nvPr/>
              </p14:nvContentPartPr>
              <p14:xfrm>
                <a:off x="4954191" y="2631065"/>
                <a:ext cx="72720" cy="98280"/>
              </p14:xfrm>
            </p:contentPart>
          </mc:Choice>
          <mc:Fallback xmlns="">
            <p:pic>
              <p:nvPicPr>
                <p:cNvPr id="31" name="Ink 30">
                  <a:extLst>
                    <a:ext uri="{FF2B5EF4-FFF2-40B4-BE49-F238E27FC236}">
                      <a16:creationId xmlns:a16="http://schemas.microsoft.com/office/drawing/2014/main" id="{FD0965C8-80ED-2B8F-6E90-A3C96186484A}"/>
                    </a:ext>
                  </a:extLst>
                </p:cNvPr>
                <p:cNvPicPr/>
                <p:nvPr/>
              </p:nvPicPr>
              <p:blipFill>
                <a:blip r:embed="rId48"/>
                <a:stretch>
                  <a:fillRect/>
                </a:stretch>
              </p:blipFill>
              <p:spPr>
                <a:xfrm>
                  <a:off x="4945191" y="2622425"/>
                  <a:ext cx="903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2" name="Ink 31">
                  <a:extLst>
                    <a:ext uri="{FF2B5EF4-FFF2-40B4-BE49-F238E27FC236}">
                      <a16:creationId xmlns:a16="http://schemas.microsoft.com/office/drawing/2014/main" id="{107759FA-D210-9731-1C67-531986141E22}"/>
                    </a:ext>
                  </a:extLst>
                </p14:cNvPr>
                <p14:cNvContentPartPr/>
                <p14:nvPr/>
              </p14:nvContentPartPr>
              <p14:xfrm>
                <a:off x="5111871" y="2569145"/>
                <a:ext cx="66600" cy="172440"/>
              </p14:xfrm>
            </p:contentPart>
          </mc:Choice>
          <mc:Fallback xmlns="">
            <p:pic>
              <p:nvPicPr>
                <p:cNvPr id="32" name="Ink 31">
                  <a:extLst>
                    <a:ext uri="{FF2B5EF4-FFF2-40B4-BE49-F238E27FC236}">
                      <a16:creationId xmlns:a16="http://schemas.microsoft.com/office/drawing/2014/main" id="{107759FA-D210-9731-1C67-531986141E22}"/>
                    </a:ext>
                  </a:extLst>
                </p:cNvPr>
                <p:cNvPicPr/>
                <p:nvPr/>
              </p:nvPicPr>
              <p:blipFill>
                <a:blip r:embed="rId50"/>
                <a:stretch>
                  <a:fillRect/>
                </a:stretch>
              </p:blipFill>
              <p:spPr>
                <a:xfrm>
                  <a:off x="5102871" y="2560505"/>
                  <a:ext cx="8424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3" name="Ink 32">
                  <a:extLst>
                    <a:ext uri="{FF2B5EF4-FFF2-40B4-BE49-F238E27FC236}">
                      <a16:creationId xmlns:a16="http://schemas.microsoft.com/office/drawing/2014/main" id="{6A36C407-92DA-4A43-5961-1B55A677262C}"/>
                    </a:ext>
                  </a:extLst>
                </p14:cNvPr>
                <p14:cNvContentPartPr/>
                <p14:nvPr/>
              </p14:nvContentPartPr>
              <p14:xfrm>
                <a:off x="5243991" y="2491025"/>
                <a:ext cx="194760" cy="242280"/>
              </p14:xfrm>
            </p:contentPart>
          </mc:Choice>
          <mc:Fallback xmlns="">
            <p:pic>
              <p:nvPicPr>
                <p:cNvPr id="33" name="Ink 32">
                  <a:extLst>
                    <a:ext uri="{FF2B5EF4-FFF2-40B4-BE49-F238E27FC236}">
                      <a16:creationId xmlns:a16="http://schemas.microsoft.com/office/drawing/2014/main" id="{6A36C407-92DA-4A43-5961-1B55A677262C}"/>
                    </a:ext>
                  </a:extLst>
                </p:cNvPr>
                <p:cNvPicPr/>
                <p:nvPr/>
              </p:nvPicPr>
              <p:blipFill>
                <a:blip r:embed="rId52"/>
                <a:stretch>
                  <a:fillRect/>
                </a:stretch>
              </p:blipFill>
              <p:spPr>
                <a:xfrm>
                  <a:off x="5234991" y="2482385"/>
                  <a:ext cx="21240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4" name="Ink 33">
                  <a:extLst>
                    <a:ext uri="{FF2B5EF4-FFF2-40B4-BE49-F238E27FC236}">
                      <a16:creationId xmlns:a16="http://schemas.microsoft.com/office/drawing/2014/main" id="{F82715AB-B16F-4F33-9135-FC1D5049B92D}"/>
                    </a:ext>
                  </a:extLst>
                </p14:cNvPr>
                <p14:cNvContentPartPr/>
                <p14:nvPr/>
              </p14:nvContentPartPr>
              <p14:xfrm>
                <a:off x="4035111" y="2475905"/>
                <a:ext cx="567720" cy="51120"/>
              </p14:xfrm>
            </p:contentPart>
          </mc:Choice>
          <mc:Fallback xmlns="">
            <p:pic>
              <p:nvPicPr>
                <p:cNvPr id="34" name="Ink 33">
                  <a:extLst>
                    <a:ext uri="{FF2B5EF4-FFF2-40B4-BE49-F238E27FC236}">
                      <a16:creationId xmlns:a16="http://schemas.microsoft.com/office/drawing/2014/main" id="{F82715AB-B16F-4F33-9135-FC1D5049B92D}"/>
                    </a:ext>
                  </a:extLst>
                </p:cNvPr>
                <p:cNvPicPr/>
                <p:nvPr/>
              </p:nvPicPr>
              <p:blipFill>
                <a:blip r:embed="rId54"/>
                <a:stretch>
                  <a:fillRect/>
                </a:stretch>
              </p:blipFill>
              <p:spPr>
                <a:xfrm>
                  <a:off x="4026111" y="2466905"/>
                  <a:ext cx="58536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5" name="Ink 34">
                  <a:extLst>
                    <a:ext uri="{FF2B5EF4-FFF2-40B4-BE49-F238E27FC236}">
                      <a16:creationId xmlns:a16="http://schemas.microsoft.com/office/drawing/2014/main" id="{383CA432-1943-A06A-5C02-DDE3CDE0607D}"/>
                    </a:ext>
                  </a:extLst>
                </p14:cNvPr>
                <p14:cNvContentPartPr/>
                <p14:nvPr/>
              </p14:nvContentPartPr>
              <p14:xfrm>
                <a:off x="4507071" y="2467985"/>
                <a:ext cx="90720" cy="154800"/>
              </p14:xfrm>
            </p:contentPart>
          </mc:Choice>
          <mc:Fallback xmlns="">
            <p:pic>
              <p:nvPicPr>
                <p:cNvPr id="35" name="Ink 34">
                  <a:extLst>
                    <a:ext uri="{FF2B5EF4-FFF2-40B4-BE49-F238E27FC236}">
                      <a16:creationId xmlns:a16="http://schemas.microsoft.com/office/drawing/2014/main" id="{383CA432-1943-A06A-5C02-DDE3CDE0607D}"/>
                    </a:ext>
                  </a:extLst>
                </p:cNvPr>
                <p:cNvPicPr/>
                <p:nvPr/>
              </p:nvPicPr>
              <p:blipFill>
                <a:blip r:embed="rId56"/>
                <a:stretch>
                  <a:fillRect/>
                </a:stretch>
              </p:blipFill>
              <p:spPr>
                <a:xfrm>
                  <a:off x="4498431" y="2458985"/>
                  <a:ext cx="10836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6" name="Ink 35">
                  <a:extLst>
                    <a:ext uri="{FF2B5EF4-FFF2-40B4-BE49-F238E27FC236}">
                      <a16:creationId xmlns:a16="http://schemas.microsoft.com/office/drawing/2014/main" id="{E32D5B7F-E1E3-9663-4ACC-4E89733298FB}"/>
                    </a:ext>
                  </a:extLst>
                </p14:cNvPr>
                <p14:cNvContentPartPr/>
                <p14:nvPr/>
              </p14:nvContentPartPr>
              <p14:xfrm>
                <a:off x="4076151" y="2615585"/>
                <a:ext cx="169560" cy="149760"/>
              </p14:xfrm>
            </p:contentPart>
          </mc:Choice>
          <mc:Fallback xmlns="">
            <p:pic>
              <p:nvPicPr>
                <p:cNvPr id="36" name="Ink 35">
                  <a:extLst>
                    <a:ext uri="{FF2B5EF4-FFF2-40B4-BE49-F238E27FC236}">
                      <a16:creationId xmlns:a16="http://schemas.microsoft.com/office/drawing/2014/main" id="{E32D5B7F-E1E3-9663-4ACC-4E89733298FB}"/>
                    </a:ext>
                  </a:extLst>
                </p:cNvPr>
                <p:cNvPicPr/>
                <p:nvPr/>
              </p:nvPicPr>
              <p:blipFill>
                <a:blip r:embed="rId58"/>
                <a:stretch>
                  <a:fillRect/>
                </a:stretch>
              </p:blipFill>
              <p:spPr>
                <a:xfrm>
                  <a:off x="4067151" y="2606585"/>
                  <a:ext cx="1872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7" name="Ink 36">
                  <a:extLst>
                    <a:ext uri="{FF2B5EF4-FFF2-40B4-BE49-F238E27FC236}">
                      <a16:creationId xmlns:a16="http://schemas.microsoft.com/office/drawing/2014/main" id="{DC5E4D3E-51D4-643D-97E8-2A59C1386B67}"/>
                    </a:ext>
                  </a:extLst>
                </p14:cNvPr>
                <p14:cNvContentPartPr/>
                <p14:nvPr/>
              </p14:nvContentPartPr>
              <p14:xfrm>
                <a:off x="4160031" y="2672465"/>
                <a:ext cx="448920" cy="22680"/>
              </p14:xfrm>
            </p:contentPart>
          </mc:Choice>
          <mc:Fallback xmlns="">
            <p:pic>
              <p:nvPicPr>
                <p:cNvPr id="37" name="Ink 36">
                  <a:extLst>
                    <a:ext uri="{FF2B5EF4-FFF2-40B4-BE49-F238E27FC236}">
                      <a16:creationId xmlns:a16="http://schemas.microsoft.com/office/drawing/2014/main" id="{DC5E4D3E-51D4-643D-97E8-2A59C1386B67}"/>
                    </a:ext>
                  </a:extLst>
                </p:cNvPr>
                <p:cNvPicPr/>
                <p:nvPr/>
              </p:nvPicPr>
              <p:blipFill>
                <a:blip r:embed="rId60"/>
                <a:stretch>
                  <a:fillRect/>
                </a:stretch>
              </p:blipFill>
              <p:spPr>
                <a:xfrm>
                  <a:off x="4151031" y="2663465"/>
                  <a:ext cx="46656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0" name="Ink 39">
                  <a:extLst>
                    <a:ext uri="{FF2B5EF4-FFF2-40B4-BE49-F238E27FC236}">
                      <a16:creationId xmlns:a16="http://schemas.microsoft.com/office/drawing/2014/main" id="{F46ED864-DC8C-492D-13BA-AAF68C32A6E4}"/>
                    </a:ext>
                  </a:extLst>
                </p14:cNvPr>
                <p14:cNvContentPartPr/>
                <p14:nvPr/>
              </p14:nvContentPartPr>
              <p14:xfrm>
                <a:off x="3904791" y="2994305"/>
                <a:ext cx="42480" cy="148320"/>
              </p14:xfrm>
            </p:contentPart>
          </mc:Choice>
          <mc:Fallback xmlns="">
            <p:pic>
              <p:nvPicPr>
                <p:cNvPr id="40" name="Ink 39">
                  <a:extLst>
                    <a:ext uri="{FF2B5EF4-FFF2-40B4-BE49-F238E27FC236}">
                      <a16:creationId xmlns:a16="http://schemas.microsoft.com/office/drawing/2014/main" id="{F46ED864-DC8C-492D-13BA-AAF68C32A6E4}"/>
                    </a:ext>
                  </a:extLst>
                </p:cNvPr>
                <p:cNvPicPr/>
                <p:nvPr/>
              </p:nvPicPr>
              <p:blipFill>
                <a:blip r:embed="rId62"/>
                <a:stretch>
                  <a:fillRect/>
                </a:stretch>
              </p:blipFill>
              <p:spPr>
                <a:xfrm>
                  <a:off x="3896151" y="2985665"/>
                  <a:ext cx="6012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1" name="Ink 40">
                  <a:extLst>
                    <a:ext uri="{FF2B5EF4-FFF2-40B4-BE49-F238E27FC236}">
                      <a16:creationId xmlns:a16="http://schemas.microsoft.com/office/drawing/2014/main" id="{1C26D69E-9E02-DCDA-B82E-F189E63983E0}"/>
                    </a:ext>
                  </a:extLst>
                </p14:cNvPr>
                <p14:cNvContentPartPr/>
                <p14:nvPr/>
              </p14:nvContentPartPr>
              <p14:xfrm>
                <a:off x="3786351" y="2954705"/>
                <a:ext cx="304920" cy="30960"/>
              </p14:xfrm>
            </p:contentPart>
          </mc:Choice>
          <mc:Fallback xmlns="">
            <p:pic>
              <p:nvPicPr>
                <p:cNvPr id="41" name="Ink 40">
                  <a:extLst>
                    <a:ext uri="{FF2B5EF4-FFF2-40B4-BE49-F238E27FC236}">
                      <a16:creationId xmlns:a16="http://schemas.microsoft.com/office/drawing/2014/main" id="{1C26D69E-9E02-DCDA-B82E-F189E63983E0}"/>
                    </a:ext>
                  </a:extLst>
                </p:cNvPr>
                <p:cNvPicPr/>
                <p:nvPr/>
              </p:nvPicPr>
              <p:blipFill>
                <a:blip r:embed="rId64"/>
                <a:stretch>
                  <a:fillRect/>
                </a:stretch>
              </p:blipFill>
              <p:spPr>
                <a:xfrm>
                  <a:off x="3777351" y="2946065"/>
                  <a:ext cx="32256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2" name="Ink 41">
                  <a:extLst>
                    <a:ext uri="{FF2B5EF4-FFF2-40B4-BE49-F238E27FC236}">
                      <a16:creationId xmlns:a16="http://schemas.microsoft.com/office/drawing/2014/main" id="{83799F28-AD9C-43E2-65DC-C8D52DCA4A97}"/>
                    </a:ext>
                  </a:extLst>
                </p14:cNvPr>
                <p14:cNvContentPartPr/>
                <p14:nvPr/>
              </p14:nvContentPartPr>
              <p14:xfrm>
                <a:off x="4041231" y="3066305"/>
                <a:ext cx="219960" cy="115560"/>
              </p14:xfrm>
            </p:contentPart>
          </mc:Choice>
          <mc:Fallback xmlns="">
            <p:pic>
              <p:nvPicPr>
                <p:cNvPr id="42" name="Ink 41">
                  <a:extLst>
                    <a:ext uri="{FF2B5EF4-FFF2-40B4-BE49-F238E27FC236}">
                      <a16:creationId xmlns:a16="http://schemas.microsoft.com/office/drawing/2014/main" id="{83799F28-AD9C-43E2-65DC-C8D52DCA4A97}"/>
                    </a:ext>
                  </a:extLst>
                </p:cNvPr>
                <p:cNvPicPr/>
                <p:nvPr/>
              </p:nvPicPr>
              <p:blipFill>
                <a:blip r:embed="rId66"/>
                <a:stretch>
                  <a:fillRect/>
                </a:stretch>
              </p:blipFill>
              <p:spPr>
                <a:xfrm>
                  <a:off x="4032231" y="3057665"/>
                  <a:ext cx="23760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3" name="Ink 42">
                  <a:extLst>
                    <a:ext uri="{FF2B5EF4-FFF2-40B4-BE49-F238E27FC236}">
                      <a16:creationId xmlns:a16="http://schemas.microsoft.com/office/drawing/2014/main" id="{43061E95-E90C-F239-6739-F14E9FAA76F7}"/>
                    </a:ext>
                  </a:extLst>
                </p14:cNvPr>
                <p14:cNvContentPartPr/>
                <p14:nvPr/>
              </p14:nvContentPartPr>
              <p14:xfrm>
                <a:off x="4323111" y="3065585"/>
                <a:ext cx="77400" cy="87480"/>
              </p14:xfrm>
            </p:contentPart>
          </mc:Choice>
          <mc:Fallback xmlns="">
            <p:pic>
              <p:nvPicPr>
                <p:cNvPr id="43" name="Ink 42">
                  <a:extLst>
                    <a:ext uri="{FF2B5EF4-FFF2-40B4-BE49-F238E27FC236}">
                      <a16:creationId xmlns:a16="http://schemas.microsoft.com/office/drawing/2014/main" id="{43061E95-E90C-F239-6739-F14E9FAA76F7}"/>
                    </a:ext>
                  </a:extLst>
                </p:cNvPr>
                <p:cNvPicPr/>
                <p:nvPr/>
              </p:nvPicPr>
              <p:blipFill>
                <a:blip r:embed="rId68"/>
                <a:stretch>
                  <a:fillRect/>
                </a:stretch>
              </p:blipFill>
              <p:spPr>
                <a:xfrm>
                  <a:off x="4314471" y="3056945"/>
                  <a:ext cx="9504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4" name="Ink 43">
                  <a:extLst>
                    <a:ext uri="{FF2B5EF4-FFF2-40B4-BE49-F238E27FC236}">
                      <a16:creationId xmlns:a16="http://schemas.microsoft.com/office/drawing/2014/main" id="{087F53FE-FF9D-71E5-0A30-2FDF40D8D7AE}"/>
                    </a:ext>
                  </a:extLst>
                </p14:cNvPr>
                <p14:cNvContentPartPr/>
                <p14:nvPr/>
              </p14:nvContentPartPr>
              <p14:xfrm>
                <a:off x="4505631" y="3030305"/>
                <a:ext cx="195120" cy="168840"/>
              </p14:xfrm>
            </p:contentPart>
          </mc:Choice>
          <mc:Fallback xmlns="">
            <p:pic>
              <p:nvPicPr>
                <p:cNvPr id="44" name="Ink 43">
                  <a:extLst>
                    <a:ext uri="{FF2B5EF4-FFF2-40B4-BE49-F238E27FC236}">
                      <a16:creationId xmlns:a16="http://schemas.microsoft.com/office/drawing/2014/main" id="{087F53FE-FF9D-71E5-0A30-2FDF40D8D7AE}"/>
                    </a:ext>
                  </a:extLst>
                </p:cNvPr>
                <p:cNvPicPr/>
                <p:nvPr/>
              </p:nvPicPr>
              <p:blipFill>
                <a:blip r:embed="rId70"/>
                <a:stretch>
                  <a:fillRect/>
                </a:stretch>
              </p:blipFill>
              <p:spPr>
                <a:xfrm>
                  <a:off x="4496991" y="3021305"/>
                  <a:ext cx="21276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5" name="Ink 44">
                  <a:extLst>
                    <a:ext uri="{FF2B5EF4-FFF2-40B4-BE49-F238E27FC236}">
                      <a16:creationId xmlns:a16="http://schemas.microsoft.com/office/drawing/2014/main" id="{59E50D35-7BCB-7377-F0E5-A9DB77534276}"/>
                    </a:ext>
                  </a:extLst>
                </p14:cNvPr>
                <p14:cNvContentPartPr/>
                <p14:nvPr/>
              </p14:nvContentPartPr>
              <p14:xfrm>
                <a:off x="4742511" y="3075305"/>
                <a:ext cx="293400" cy="285480"/>
              </p14:xfrm>
            </p:contentPart>
          </mc:Choice>
          <mc:Fallback xmlns="">
            <p:pic>
              <p:nvPicPr>
                <p:cNvPr id="45" name="Ink 44">
                  <a:extLst>
                    <a:ext uri="{FF2B5EF4-FFF2-40B4-BE49-F238E27FC236}">
                      <a16:creationId xmlns:a16="http://schemas.microsoft.com/office/drawing/2014/main" id="{59E50D35-7BCB-7377-F0E5-A9DB77534276}"/>
                    </a:ext>
                  </a:extLst>
                </p:cNvPr>
                <p:cNvPicPr/>
                <p:nvPr/>
              </p:nvPicPr>
              <p:blipFill>
                <a:blip r:embed="rId72"/>
                <a:stretch>
                  <a:fillRect/>
                </a:stretch>
              </p:blipFill>
              <p:spPr>
                <a:xfrm>
                  <a:off x="4733511" y="3066665"/>
                  <a:ext cx="311040" cy="303120"/>
                </a:xfrm>
                <a:prstGeom prst="rect">
                  <a:avLst/>
                </a:prstGeom>
              </p:spPr>
            </p:pic>
          </mc:Fallback>
        </mc:AlternateContent>
      </p:grpSp>
      <p:grpSp>
        <p:nvGrpSpPr>
          <p:cNvPr id="74" name="Group 73">
            <a:extLst>
              <a:ext uri="{FF2B5EF4-FFF2-40B4-BE49-F238E27FC236}">
                <a16:creationId xmlns:a16="http://schemas.microsoft.com/office/drawing/2014/main" id="{9F8A9710-EE56-483D-D356-52F20541D967}"/>
              </a:ext>
            </a:extLst>
          </p:cNvPr>
          <p:cNvGrpSpPr/>
          <p:nvPr/>
        </p:nvGrpSpPr>
        <p:grpSpPr>
          <a:xfrm>
            <a:off x="6125991" y="2297705"/>
            <a:ext cx="2295000" cy="1009080"/>
            <a:chOff x="6607671" y="2287625"/>
            <a:chExt cx="2295000" cy="1009080"/>
          </a:xfrm>
        </p:grpSpPr>
        <mc:AlternateContent xmlns:mc="http://schemas.openxmlformats.org/markup-compatibility/2006" xmlns:p14="http://schemas.microsoft.com/office/powerpoint/2010/main">
          <mc:Choice Requires="p14">
            <p:contentPart p14:bwMode="auto" r:id="rId73">
              <p14:nvContentPartPr>
                <p14:cNvPr id="47" name="Ink 46">
                  <a:extLst>
                    <a:ext uri="{FF2B5EF4-FFF2-40B4-BE49-F238E27FC236}">
                      <a16:creationId xmlns:a16="http://schemas.microsoft.com/office/drawing/2014/main" id="{7518982D-07BE-33EB-3ECC-91D5B9124B7E}"/>
                    </a:ext>
                  </a:extLst>
                </p14:cNvPr>
                <p14:cNvContentPartPr/>
                <p14:nvPr/>
              </p14:nvContentPartPr>
              <p14:xfrm>
                <a:off x="6656271" y="2333705"/>
                <a:ext cx="709920" cy="547200"/>
              </p14:xfrm>
            </p:contentPart>
          </mc:Choice>
          <mc:Fallback xmlns="">
            <p:pic>
              <p:nvPicPr>
                <p:cNvPr id="47" name="Ink 46">
                  <a:extLst>
                    <a:ext uri="{FF2B5EF4-FFF2-40B4-BE49-F238E27FC236}">
                      <a16:creationId xmlns:a16="http://schemas.microsoft.com/office/drawing/2014/main" id="{7518982D-07BE-33EB-3ECC-91D5B9124B7E}"/>
                    </a:ext>
                  </a:extLst>
                </p:cNvPr>
                <p:cNvPicPr/>
                <p:nvPr/>
              </p:nvPicPr>
              <p:blipFill>
                <a:blip r:embed="rId74"/>
                <a:stretch>
                  <a:fillRect/>
                </a:stretch>
              </p:blipFill>
              <p:spPr>
                <a:xfrm>
                  <a:off x="6647271" y="2325065"/>
                  <a:ext cx="727560" cy="5648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8" name="Ink 47">
                  <a:extLst>
                    <a:ext uri="{FF2B5EF4-FFF2-40B4-BE49-F238E27FC236}">
                      <a16:creationId xmlns:a16="http://schemas.microsoft.com/office/drawing/2014/main" id="{C815BF9A-F9CE-1A3D-CADA-3B4E35FA63D4}"/>
                    </a:ext>
                  </a:extLst>
                </p14:cNvPr>
                <p14:cNvContentPartPr/>
                <p14:nvPr/>
              </p14:nvContentPartPr>
              <p14:xfrm>
                <a:off x="6607671" y="2287625"/>
                <a:ext cx="964440" cy="577440"/>
              </p14:xfrm>
            </p:contentPart>
          </mc:Choice>
          <mc:Fallback xmlns="">
            <p:pic>
              <p:nvPicPr>
                <p:cNvPr id="48" name="Ink 47">
                  <a:extLst>
                    <a:ext uri="{FF2B5EF4-FFF2-40B4-BE49-F238E27FC236}">
                      <a16:creationId xmlns:a16="http://schemas.microsoft.com/office/drawing/2014/main" id="{C815BF9A-F9CE-1A3D-CADA-3B4E35FA63D4}"/>
                    </a:ext>
                  </a:extLst>
                </p:cNvPr>
                <p:cNvPicPr/>
                <p:nvPr/>
              </p:nvPicPr>
              <p:blipFill>
                <a:blip r:embed="rId76"/>
                <a:stretch>
                  <a:fillRect/>
                </a:stretch>
              </p:blipFill>
              <p:spPr>
                <a:xfrm>
                  <a:off x="6599031" y="2278625"/>
                  <a:ext cx="982080" cy="5950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2" name="Ink 51">
                  <a:extLst>
                    <a:ext uri="{FF2B5EF4-FFF2-40B4-BE49-F238E27FC236}">
                      <a16:creationId xmlns:a16="http://schemas.microsoft.com/office/drawing/2014/main" id="{C3E8AA86-F75D-29E1-A765-6CA115E834C4}"/>
                    </a:ext>
                  </a:extLst>
                </p14:cNvPr>
                <p14:cNvContentPartPr/>
                <p14:nvPr/>
              </p14:nvContentPartPr>
              <p14:xfrm>
                <a:off x="6798831" y="2500385"/>
                <a:ext cx="126720" cy="163800"/>
              </p14:xfrm>
            </p:contentPart>
          </mc:Choice>
          <mc:Fallback xmlns="">
            <p:pic>
              <p:nvPicPr>
                <p:cNvPr id="52" name="Ink 51">
                  <a:extLst>
                    <a:ext uri="{FF2B5EF4-FFF2-40B4-BE49-F238E27FC236}">
                      <a16:creationId xmlns:a16="http://schemas.microsoft.com/office/drawing/2014/main" id="{C3E8AA86-F75D-29E1-A765-6CA115E834C4}"/>
                    </a:ext>
                  </a:extLst>
                </p:cNvPr>
                <p:cNvPicPr/>
                <p:nvPr/>
              </p:nvPicPr>
              <p:blipFill>
                <a:blip r:embed="rId78"/>
                <a:stretch>
                  <a:fillRect/>
                </a:stretch>
              </p:blipFill>
              <p:spPr>
                <a:xfrm>
                  <a:off x="6789831" y="2491745"/>
                  <a:ext cx="14436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3" name="Ink 52">
                  <a:extLst>
                    <a:ext uri="{FF2B5EF4-FFF2-40B4-BE49-F238E27FC236}">
                      <a16:creationId xmlns:a16="http://schemas.microsoft.com/office/drawing/2014/main" id="{952F9E4E-2A2D-2DE5-7786-BB5DB6C8B58D}"/>
                    </a:ext>
                  </a:extLst>
                </p14:cNvPr>
                <p14:cNvContentPartPr/>
                <p14:nvPr/>
              </p14:nvContentPartPr>
              <p14:xfrm>
                <a:off x="6998271" y="2500745"/>
                <a:ext cx="24120" cy="120960"/>
              </p14:xfrm>
            </p:contentPart>
          </mc:Choice>
          <mc:Fallback xmlns="">
            <p:pic>
              <p:nvPicPr>
                <p:cNvPr id="53" name="Ink 52">
                  <a:extLst>
                    <a:ext uri="{FF2B5EF4-FFF2-40B4-BE49-F238E27FC236}">
                      <a16:creationId xmlns:a16="http://schemas.microsoft.com/office/drawing/2014/main" id="{952F9E4E-2A2D-2DE5-7786-BB5DB6C8B58D}"/>
                    </a:ext>
                  </a:extLst>
                </p:cNvPr>
                <p:cNvPicPr/>
                <p:nvPr/>
              </p:nvPicPr>
              <p:blipFill>
                <a:blip r:embed="rId80"/>
                <a:stretch>
                  <a:fillRect/>
                </a:stretch>
              </p:blipFill>
              <p:spPr>
                <a:xfrm>
                  <a:off x="6989271" y="2491745"/>
                  <a:ext cx="4176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9" name="Ink 48">
                  <a:extLst>
                    <a:ext uri="{FF2B5EF4-FFF2-40B4-BE49-F238E27FC236}">
                      <a16:creationId xmlns:a16="http://schemas.microsoft.com/office/drawing/2014/main" id="{CE5586E2-A247-0B21-09B1-E78A4D2CE5B7}"/>
                    </a:ext>
                  </a:extLst>
                </p14:cNvPr>
                <p14:cNvContentPartPr/>
                <p14:nvPr/>
              </p14:nvContentPartPr>
              <p14:xfrm>
                <a:off x="8026071" y="2358905"/>
                <a:ext cx="810720" cy="576720"/>
              </p14:xfrm>
            </p:contentPart>
          </mc:Choice>
          <mc:Fallback xmlns="">
            <p:pic>
              <p:nvPicPr>
                <p:cNvPr id="49" name="Ink 48">
                  <a:extLst>
                    <a:ext uri="{FF2B5EF4-FFF2-40B4-BE49-F238E27FC236}">
                      <a16:creationId xmlns:a16="http://schemas.microsoft.com/office/drawing/2014/main" id="{CE5586E2-A247-0B21-09B1-E78A4D2CE5B7}"/>
                    </a:ext>
                  </a:extLst>
                </p:cNvPr>
                <p:cNvPicPr/>
                <p:nvPr/>
              </p:nvPicPr>
              <p:blipFill>
                <a:blip r:embed="rId82"/>
                <a:stretch>
                  <a:fillRect/>
                </a:stretch>
              </p:blipFill>
              <p:spPr>
                <a:xfrm>
                  <a:off x="8017071" y="2350265"/>
                  <a:ext cx="828360" cy="5943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0" name="Ink 49">
                  <a:extLst>
                    <a:ext uri="{FF2B5EF4-FFF2-40B4-BE49-F238E27FC236}">
                      <a16:creationId xmlns:a16="http://schemas.microsoft.com/office/drawing/2014/main" id="{E90B34E8-9C09-282B-8124-AEA991792302}"/>
                    </a:ext>
                  </a:extLst>
                </p14:cNvPr>
                <p14:cNvContentPartPr/>
                <p14:nvPr/>
              </p14:nvContentPartPr>
              <p14:xfrm>
                <a:off x="8087991" y="2374385"/>
                <a:ext cx="814680" cy="604080"/>
              </p14:xfrm>
            </p:contentPart>
          </mc:Choice>
          <mc:Fallback xmlns="">
            <p:pic>
              <p:nvPicPr>
                <p:cNvPr id="50" name="Ink 49">
                  <a:extLst>
                    <a:ext uri="{FF2B5EF4-FFF2-40B4-BE49-F238E27FC236}">
                      <a16:creationId xmlns:a16="http://schemas.microsoft.com/office/drawing/2014/main" id="{E90B34E8-9C09-282B-8124-AEA991792302}"/>
                    </a:ext>
                  </a:extLst>
                </p:cNvPr>
                <p:cNvPicPr/>
                <p:nvPr/>
              </p:nvPicPr>
              <p:blipFill>
                <a:blip r:embed="rId84"/>
                <a:stretch>
                  <a:fillRect/>
                </a:stretch>
              </p:blipFill>
              <p:spPr>
                <a:xfrm>
                  <a:off x="8078991" y="2365385"/>
                  <a:ext cx="832320" cy="6217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4" name="Ink 53">
                  <a:extLst>
                    <a:ext uri="{FF2B5EF4-FFF2-40B4-BE49-F238E27FC236}">
                      <a16:creationId xmlns:a16="http://schemas.microsoft.com/office/drawing/2014/main" id="{3FE5EA4A-DB09-03CA-0F1D-66181F6B3AD6}"/>
                    </a:ext>
                  </a:extLst>
                </p14:cNvPr>
                <p14:cNvContentPartPr/>
                <p14:nvPr/>
              </p14:nvContentPartPr>
              <p14:xfrm>
                <a:off x="8189871" y="2601545"/>
                <a:ext cx="194760" cy="145080"/>
              </p14:xfrm>
            </p:contentPart>
          </mc:Choice>
          <mc:Fallback xmlns="">
            <p:pic>
              <p:nvPicPr>
                <p:cNvPr id="54" name="Ink 53">
                  <a:extLst>
                    <a:ext uri="{FF2B5EF4-FFF2-40B4-BE49-F238E27FC236}">
                      <a16:creationId xmlns:a16="http://schemas.microsoft.com/office/drawing/2014/main" id="{3FE5EA4A-DB09-03CA-0F1D-66181F6B3AD6}"/>
                    </a:ext>
                  </a:extLst>
                </p:cNvPr>
                <p:cNvPicPr/>
                <p:nvPr/>
              </p:nvPicPr>
              <p:blipFill>
                <a:blip r:embed="rId86"/>
                <a:stretch>
                  <a:fillRect/>
                </a:stretch>
              </p:blipFill>
              <p:spPr>
                <a:xfrm>
                  <a:off x="8181231" y="2592905"/>
                  <a:ext cx="21240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5" name="Ink 54">
                  <a:extLst>
                    <a:ext uri="{FF2B5EF4-FFF2-40B4-BE49-F238E27FC236}">
                      <a16:creationId xmlns:a16="http://schemas.microsoft.com/office/drawing/2014/main" id="{B5B0CAAE-B3FA-2CF2-50AD-472D34EA0630}"/>
                    </a:ext>
                  </a:extLst>
                </p14:cNvPr>
                <p14:cNvContentPartPr/>
                <p14:nvPr/>
              </p14:nvContentPartPr>
              <p14:xfrm>
                <a:off x="8418471" y="2529185"/>
                <a:ext cx="186840" cy="204120"/>
              </p14:xfrm>
            </p:contentPart>
          </mc:Choice>
          <mc:Fallback xmlns="">
            <p:pic>
              <p:nvPicPr>
                <p:cNvPr id="55" name="Ink 54">
                  <a:extLst>
                    <a:ext uri="{FF2B5EF4-FFF2-40B4-BE49-F238E27FC236}">
                      <a16:creationId xmlns:a16="http://schemas.microsoft.com/office/drawing/2014/main" id="{B5B0CAAE-B3FA-2CF2-50AD-472D34EA0630}"/>
                    </a:ext>
                  </a:extLst>
                </p:cNvPr>
                <p:cNvPicPr/>
                <p:nvPr/>
              </p:nvPicPr>
              <p:blipFill>
                <a:blip r:embed="rId88"/>
                <a:stretch>
                  <a:fillRect/>
                </a:stretch>
              </p:blipFill>
              <p:spPr>
                <a:xfrm>
                  <a:off x="8409471" y="2520545"/>
                  <a:ext cx="20448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6" name="Ink 55">
                  <a:extLst>
                    <a:ext uri="{FF2B5EF4-FFF2-40B4-BE49-F238E27FC236}">
                      <a16:creationId xmlns:a16="http://schemas.microsoft.com/office/drawing/2014/main" id="{49B2BA3B-9AAB-046F-FDDD-A04093371DA0}"/>
                    </a:ext>
                  </a:extLst>
                </p14:cNvPr>
                <p14:cNvContentPartPr/>
                <p14:nvPr/>
              </p14:nvContentPartPr>
              <p14:xfrm>
                <a:off x="8648871" y="2572745"/>
                <a:ext cx="137160" cy="151560"/>
              </p14:xfrm>
            </p:contentPart>
          </mc:Choice>
          <mc:Fallback xmlns="">
            <p:pic>
              <p:nvPicPr>
                <p:cNvPr id="56" name="Ink 55">
                  <a:extLst>
                    <a:ext uri="{FF2B5EF4-FFF2-40B4-BE49-F238E27FC236}">
                      <a16:creationId xmlns:a16="http://schemas.microsoft.com/office/drawing/2014/main" id="{49B2BA3B-9AAB-046F-FDDD-A04093371DA0}"/>
                    </a:ext>
                  </a:extLst>
                </p:cNvPr>
                <p:cNvPicPr/>
                <p:nvPr/>
              </p:nvPicPr>
              <p:blipFill>
                <a:blip r:embed="rId90"/>
                <a:stretch>
                  <a:fillRect/>
                </a:stretch>
              </p:blipFill>
              <p:spPr>
                <a:xfrm>
                  <a:off x="8639871" y="2564105"/>
                  <a:ext cx="15480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9" name="Ink 58">
                  <a:extLst>
                    <a:ext uri="{FF2B5EF4-FFF2-40B4-BE49-F238E27FC236}">
                      <a16:creationId xmlns:a16="http://schemas.microsoft.com/office/drawing/2014/main" id="{EAB569CA-C99F-854F-54E9-983E3959FB37}"/>
                    </a:ext>
                  </a:extLst>
                </p14:cNvPr>
                <p14:cNvContentPartPr/>
                <p14:nvPr/>
              </p14:nvContentPartPr>
              <p14:xfrm>
                <a:off x="7707471" y="2596145"/>
                <a:ext cx="406080" cy="25920"/>
              </p14:xfrm>
            </p:contentPart>
          </mc:Choice>
          <mc:Fallback xmlns="">
            <p:pic>
              <p:nvPicPr>
                <p:cNvPr id="59" name="Ink 58">
                  <a:extLst>
                    <a:ext uri="{FF2B5EF4-FFF2-40B4-BE49-F238E27FC236}">
                      <a16:creationId xmlns:a16="http://schemas.microsoft.com/office/drawing/2014/main" id="{EAB569CA-C99F-854F-54E9-983E3959FB37}"/>
                    </a:ext>
                  </a:extLst>
                </p:cNvPr>
                <p:cNvPicPr/>
                <p:nvPr/>
              </p:nvPicPr>
              <p:blipFill>
                <a:blip r:embed="rId92"/>
                <a:stretch>
                  <a:fillRect/>
                </a:stretch>
              </p:blipFill>
              <p:spPr>
                <a:xfrm>
                  <a:off x="7698471" y="2587505"/>
                  <a:ext cx="4237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0" name="Ink 59">
                  <a:extLst>
                    <a:ext uri="{FF2B5EF4-FFF2-40B4-BE49-F238E27FC236}">
                      <a16:creationId xmlns:a16="http://schemas.microsoft.com/office/drawing/2014/main" id="{F47BC379-A91C-B046-F056-B2F55814965C}"/>
                    </a:ext>
                  </a:extLst>
                </p14:cNvPr>
                <p14:cNvContentPartPr/>
                <p14:nvPr/>
              </p14:nvContentPartPr>
              <p14:xfrm>
                <a:off x="7645191" y="2556185"/>
                <a:ext cx="88920" cy="123120"/>
              </p14:xfrm>
            </p:contentPart>
          </mc:Choice>
          <mc:Fallback xmlns="">
            <p:pic>
              <p:nvPicPr>
                <p:cNvPr id="60" name="Ink 59">
                  <a:extLst>
                    <a:ext uri="{FF2B5EF4-FFF2-40B4-BE49-F238E27FC236}">
                      <a16:creationId xmlns:a16="http://schemas.microsoft.com/office/drawing/2014/main" id="{F47BC379-A91C-B046-F056-B2F55814965C}"/>
                    </a:ext>
                  </a:extLst>
                </p:cNvPr>
                <p:cNvPicPr/>
                <p:nvPr/>
              </p:nvPicPr>
              <p:blipFill>
                <a:blip r:embed="rId94"/>
                <a:stretch>
                  <a:fillRect/>
                </a:stretch>
              </p:blipFill>
              <p:spPr>
                <a:xfrm>
                  <a:off x="7636191" y="2547185"/>
                  <a:ext cx="10656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2" name="Ink 61">
                  <a:extLst>
                    <a:ext uri="{FF2B5EF4-FFF2-40B4-BE49-F238E27FC236}">
                      <a16:creationId xmlns:a16="http://schemas.microsoft.com/office/drawing/2014/main" id="{F59C0483-5C65-301C-579C-C0A7C0CE609A}"/>
                    </a:ext>
                  </a:extLst>
                </p14:cNvPr>
                <p14:cNvContentPartPr/>
                <p14:nvPr/>
              </p14:nvContentPartPr>
              <p14:xfrm>
                <a:off x="7799991" y="2490665"/>
                <a:ext cx="192240" cy="268200"/>
              </p14:xfrm>
            </p:contentPart>
          </mc:Choice>
          <mc:Fallback xmlns="">
            <p:pic>
              <p:nvPicPr>
                <p:cNvPr id="62" name="Ink 61">
                  <a:extLst>
                    <a:ext uri="{FF2B5EF4-FFF2-40B4-BE49-F238E27FC236}">
                      <a16:creationId xmlns:a16="http://schemas.microsoft.com/office/drawing/2014/main" id="{F59C0483-5C65-301C-579C-C0A7C0CE609A}"/>
                    </a:ext>
                  </a:extLst>
                </p:cNvPr>
                <p:cNvPicPr/>
                <p:nvPr/>
              </p:nvPicPr>
              <p:blipFill>
                <a:blip r:embed="rId96"/>
                <a:stretch>
                  <a:fillRect/>
                </a:stretch>
              </p:blipFill>
              <p:spPr>
                <a:xfrm>
                  <a:off x="7791351" y="2481665"/>
                  <a:ext cx="209880" cy="2858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3" name="Ink 62">
                  <a:extLst>
                    <a:ext uri="{FF2B5EF4-FFF2-40B4-BE49-F238E27FC236}">
                      <a16:creationId xmlns:a16="http://schemas.microsoft.com/office/drawing/2014/main" id="{01399393-09A8-B8B9-43D0-AB333F129BE8}"/>
                    </a:ext>
                  </a:extLst>
                </p14:cNvPr>
                <p14:cNvContentPartPr/>
                <p14:nvPr/>
              </p14:nvContentPartPr>
              <p14:xfrm>
                <a:off x="7765071" y="2519825"/>
                <a:ext cx="222480" cy="231120"/>
              </p14:xfrm>
            </p:contentPart>
          </mc:Choice>
          <mc:Fallback xmlns="">
            <p:pic>
              <p:nvPicPr>
                <p:cNvPr id="63" name="Ink 62">
                  <a:extLst>
                    <a:ext uri="{FF2B5EF4-FFF2-40B4-BE49-F238E27FC236}">
                      <a16:creationId xmlns:a16="http://schemas.microsoft.com/office/drawing/2014/main" id="{01399393-09A8-B8B9-43D0-AB333F129BE8}"/>
                    </a:ext>
                  </a:extLst>
                </p:cNvPr>
                <p:cNvPicPr/>
                <p:nvPr/>
              </p:nvPicPr>
              <p:blipFill>
                <a:blip r:embed="rId98"/>
                <a:stretch>
                  <a:fillRect/>
                </a:stretch>
              </p:blipFill>
              <p:spPr>
                <a:xfrm>
                  <a:off x="7756071" y="2511185"/>
                  <a:ext cx="24012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5" name="Ink 64">
                  <a:extLst>
                    <a:ext uri="{FF2B5EF4-FFF2-40B4-BE49-F238E27FC236}">
                      <a16:creationId xmlns:a16="http://schemas.microsoft.com/office/drawing/2014/main" id="{989FE9FC-D71D-D81F-6FE1-F44BD3734607}"/>
                    </a:ext>
                  </a:extLst>
                </p14:cNvPr>
                <p14:cNvContentPartPr/>
                <p14:nvPr/>
              </p14:nvContentPartPr>
              <p14:xfrm>
                <a:off x="7312551" y="3051545"/>
                <a:ext cx="136440" cy="167760"/>
              </p14:xfrm>
            </p:contentPart>
          </mc:Choice>
          <mc:Fallback xmlns="">
            <p:pic>
              <p:nvPicPr>
                <p:cNvPr id="65" name="Ink 64">
                  <a:extLst>
                    <a:ext uri="{FF2B5EF4-FFF2-40B4-BE49-F238E27FC236}">
                      <a16:creationId xmlns:a16="http://schemas.microsoft.com/office/drawing/2014/main" id="{989FE9FC-D71D-D81F-6FE1-F44BD3734607}"/>
                    </a:ext>
                  </a:extLst>
                </p:cNvPr>
                <p:cNvPicPr/>
                <p:nvPr/>
              </p:nvPicPr>
              <p:blipFill>
                <a:blip r:embed="rId100"/>
                <a:stretch>
                  <a:fillRect/>
                </a:stretch>
              </p:blipFill>
              <p:spPr>
                <a:xfrm>
                  <a:off x="7303551" y="3042545"/>
                  <a:ext cx="15408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6" name="Ink 65">
                  <a:extLst>
                    <a:ext uri="{FF2B5EF4-FFF2-40B4-BE49-F238E27FC236}">
                      <a16:creationId xmlns:a16="http://schemas.microsoft.com/office/drawing/2014/main" id="{6F3FDC4C-89DF-BFD4-F883-FCDC2A5CF1D0}"/>
                    </a:ext>
                  </a:extLst>
                </p14:cNvPr>
                <p14:cNvContentPartPr/>
                <p14:nvPr/>
              </p14:nvContentPartPr>
              <p14:xfrm>
                <a:off x="7511991" y="3098705"/>
                <a:ext cx="129240" cy="102240"/>
              </p14:xfrm>
            </p:contentPart>
          </mc:Choice>
          <mc:Fallback xmlns="">
            <p:pic>
              <p:nvPicPr>
                <p:cNvPr id="66" name="Ink 65">
                  <a:extLst>
                    <a:ext uri="{FF2B5EF4-FFF2-40B4-BE49-F238E27FC236}">
                      <a16:creationId xmlns:a16="http://schemas.microsoft.com/office/drawing/2014/main" id="{6F3FDC4C-89DF-BFD4-F883-FCDC2A5CF1D0}"/>
                    </a:ext>
                  </a:extLst>
                </p:cNvPr>
                <p:cNvPicPr/>
                <p:nvPr/>
              </p:nvPicPr>
              <p:blipFill>
                <a:blip r:embed="rId102"/>
                <a:stretch>
                  <a:fillRect/>
                </a:stretch>
              </p:blipFill>
              <p:spPr>
                <a:xfrm>
                  <a:off x="7502991" y="3090065"/>
                  <a:ext cx="14688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7" name="Ink 66">
                  <a:extLst>
                    <a:ext uri="{FF2B5EF4-FFF2-40B4-BE49-F238E27FC236}">
                      <a16:creationId xmlns:a16="http://schemas.microsoft.com/office/drawing/2014/main" id="{4912BAF4-F930-967D-3C30-45D5353EBF87}"/>
                    </a:ext>
                  </a:extLst>
                </p14:cNvPr>
                <p14:cNvContentPartPr/>
                <p14:nvPr/>
              </p14:nvContentPartPr>
              <p14:xfrm>
                <a:off x="7667871" y="3104105"/>
                <a:ext cx="107640" cy="125280"/>
              </p14:xfrm>
            </p:contentPart>
          </mc:Choice>
          <mc:Fallback xmlns="">
            <p:pic>
              <p:nvPicPr>
                <p:cNvPr id="67" name="Ink 66">
                  <a:extLst>
                    <a:ext uri="{FF2B5EF4-FFF2-40B4-BE49-F238E27FC236}">
                      <a16:creationId xmlns:a16="http://schemas.microsoft.com/office/drawing/2014/main" id="{4912BAF4-F930-967D-3C30-45D5353EBF87}"/>
                    </a:ext>
                  </a:extLst>
                </p:cNvPr>
                <p:cNvPicPr/>
                <p:nvPr/>
              </p:nvPicPr>
              <p:blipFill>
                <a:blip r:embed="rId104"/>
                <a:stretch>
                  <a:fillRect/>
                </a:stretch>
              </p:blipFill>
              <p:spPr>
                <a:xfrm>
                  <a:off x="7658871" y="3095105"/>
                  <a:ext cx="12528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8" name="Ink 67">
                  <a:extLst>
                    <a:ext uri="{FF2B5EF4-FFF2-40B4-BE49-F238E27FC236}">
                      <a16:creationId xmlns:a16="http://schemas.microsoft.com/office/drawing/2014/main" id="{24FC153F-D38E-91D5-7873-0E0078C86943}"/>
                    </a:ext>
                  </a:extLst>
                </p14:cNvPr>
                <p14:cNvContentPartPr/>
                <p14:nvPr/>
              </p14:nvContentPartPr>
              <p14:xfrm>
                <a:off x="7931031" y="3054065"/>
                <a:ext cx="127800" cy="74160"/>
              </p14:xfrm>
            </p:contentPart>
          </mc:Choice>
          <mc:Fallback xmlns="">
            <p:pic>
              <p:nvPicPr>
                <p:cNvPr id="68" name="Ink 67">
                  <a:extLst>
                    <a:ext uri="{FF2B5EF4-FFF2-40B4-BE49-F238E27FC236}">
                      <a16:creationId xmlns:a16="http://schemas.microsoft.com/office/drawing/2014/main" id="{24FC153F-D38E-91D5-7873-0E0078C86943}"/>
                    </a:ext>
                  </a:extLst>
                </p:cNvPr>
                <p:cNvPicPr/>
                <p:nvPr/>
              </p:nvPicPr>
              <p:blipFill>
                <a:blip r:embed="rId106"/>
                <a:stretch>
                  <a:fillRect/>
                </a:stretch>
              </p:blipFill>
              <p:spPr>
                <a:xfrm>
                  <a:off x="7922391" y="3045425"/>
                  <a:ext cx="14544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9" name="Ink 68">
                  <a:extLst>
                    <a:ext uri="{FF2B5EF4-FFF2-40B4-BE49-F238E27FC236}">
                      <a16:creationId xmlns:a16="http://schemas.microsoft.com/office/drawing/2014/main" id="{4EF69540-8A97-2F7C-F7D2-7A67EB0D9946}"/>
                    </a:ext>
                  </a:extLst>
                </p14:cNvPr>
                <p14:cNvContentPartPr/>
                <p14:nvPr/>
              </p14:nvContentPartPr>
              <p14:xfrm>
                <a:off x="7937151" y="3081425"/>
                <a:ext cx="45360" cy="206640"/>
              </p14:xfrm>
            </p:contentPart>
          </mc:Choice>
          <mc:Fallback xmlns="">
            <p:pic>
              <p:nvPicPr>
                <p:cNvPr id="69" name="Ink 68">
                  <a:extLst>
                    <a:ext uri="{FF2B5EF4-FFF2-40B4-BE49-F238E27FC236}">
                      <a16:creationId xmlns:a16="http://schemas.microsoft.com/office/drawing/2014/main" id="{4EF69540-8A97-2F7C-F7D2-7A67EB0D9946}"/>
                    </a:ext>
                  </a:extLst>
                </p:cNvPr>
                <p:cNvPicPr/>
                <p:nvPr/>
              </p:nvPicPr>
              <p:blipFill>
                <a:blip r:embed="rId108"/>
                <a:stretch>
                  <a:fillRect/>
                </a:stretch>
              </p:blipFill>
              <p:spPr>
                <a:xfrm>
                  <a:off x="7928151" y="3072425"/>
                  <a:ext cx="6300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70" name="Ink 69">
                  <a:extLst>
                    <a:ext uri="{FF2B5EF4-FFF2-40B4-BE49-F238E27FC236}">
                      <a16:creationId xmlns:a16="http://schemas.microsoft.com/office/drawing/2014/main" id="{27F79927-640F-90BC-8108-104D394FB4BF}"/>
                    </a:ext>
                  </a:extLst>
                </p14:cNvPr>
                <p14:cNvContentPartPr/>
                <p14:nvPr/>
              </p14:nvContentPartPr>
              <p14:xfrm>
                <a:off x="8097711" y="3197705"/>
                <a:ext cx="15840" cy="99000"/>
              </p14:xfrm>
            </p:contentPart>
          </mc:Choice>
          <mc:Fallback xmlns="">
            <p:pic>
              <p:nvPicPr>
                <p:cNvPr id="70" name="Ink 69">
                  <a:extLst>
                    <a:ext uri="{FF2B5EF4-FFF2-40B4-BE49-F238E27FC236}">
                      <a16:creationId xmlns:a16="http://schemas.microsoft.com/office/drawing/2014/main" id="{27F79927-640F-90BC-8108-104D394FB4BF}"/>
                    </a:ext>
                  </a:extLst>
                </p:cNvPr>
                <p:cNvPicPr/>
                <p:nvPr/>
              </p:nvPicPr>
              <p:blipFill>
                <a:blip r:embed="rId110"/>
                <a:stretch>
                  <a:fillRect/>
                </a:stretch>
              </p:blipFill>
              <p:spPr>
                <a:xfrm>
                  <a:off x="8089071" y="3188705"/>
                  <a:ext cx="3348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1" name="Ink 70">
                  <a:extLst>
                    <a:ext uri="{FF2B5EF4-FFF2-40B4-BE49-F238E27FC236}">
                      <a16:creationId xmlns:a16="http://schemas.microsoft.com/office/drawing/2014/main" id="{BA6061CD-B59A-8AE6-7E28-B25A5C24BC15}"/>
                    </a:ext>
                  </a:extLst>
                </p14:cNvPr>
                <p14:cNvContentPartPr/>
                <p14:nvPr/>
              </p14:nvContentPartPr>
              <p14:xfrm>
                <a:off x="8174031" y="3123905"/>
                <a:ext cx="5400" cy="18720"/>
              </p14:xfrm>
            </p:contentPart>
          </mc:Choice>
          <mc:Fallback xmlns="">
            <p:pic>
              <p:nvPicPr>
                <p:cNvPr id="71" name="Ink 70">
                  <a:extLst>
                    <a:ext uri="{FF2B5EF4-FFF2-40B4-BE49-F238E27FC236}">
                      <a16:creationId xmlns:a16="http://schemas.microsoft.com/office/drawing/2014/main" id="{BA6061CD-B59A-8AE6-7E28-B25A5C24BC15}"/>
                    </a:ext>
                  </a:extLst>
                </p:cNvPr>
                <p:cNvPicPr/>
                <p:nvPr/>
              </p:nvPicPr>
              <p:blipFill>
                <a:blip r:embed="rId112"/>
                <a:stretch>
                  <a:fillRect/>
                </a:stretch>
              </p:blipFill>
              <p:spPr>
                <a:xfrm>
                  <a:off x="8165391" y="3115265"/>
                  <a:ext cx="2304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3" name="Ink 72">
                  <a:extLst>
                    <a:ext uri="{FF2B5EF4-FFF2-40B4-BE49-F238E27FC236}">
                      <a16:creationId xmlns:a16="http://schemas.microsoft.com/office/drawing/2014/main" id="{FF99466B-A310-5375-BBDB-4EEF9700228C}"/>
                    </a:ext>
                  </a:extLst>
                </p14:cNvPr>
                <p14:cNvContentPartPr/>
                <p14:nvPr/>
              </p14:nvContentPartPr>
              <p14:xfrm>
                <a:off x="8199231" y="3190505"/>
                <a:ext cx="249480" cy="105120"/>
              </p14:xfrm>
            </p:contentPart>
          </mc:Choice>
          <mc:Fallback xmlns="">
            <p:pic>
              <p:nvPicPr>
                <p:cNvPr id="73" name="Ink 72">
                  <a:extLst>
                    <a:ext uri="{FF2B5EF4-FFF2-40B4-BE49-F238E27FC236}">
                      <a16:creationId xmlns:a16="http://schemas.microsoft.com/office/drawing/2014/main" id="{FF99466B-A310-5375-BBDB-4EEF9700228C}"/>
                    </a:ext>
                  </a:extLst>
                </p:cNvPr>
                <p:cNvPicPr/>
                <p:nvPr/>
              </p:nvPicPr>
              <p:blipFill>
                <a:blip r:embed="rId114"/>
                <a:stretch>
                  <a:fillRect/>
                </a:stretch>
              </p:blipFill>
              <p:spPr>
                <a:xfrm>
                  <a:off x="8190231" y="3181865"/>
                  <a:ext cx="267120" cy="122760"/>
                </a:xfrm>
                <a:prstGeom prst="rect">
                  <a:avLst/>
                </a:prstGeom>
              </p:spPr>
            </p:pic>
          </mc:Fallback>
        </mc:AlternateContent>
      </p:grpSp>
    </p:spTree>
    <p:extLst>
      <p:ext uri="{BB962C8B-B14F-4D97-AF65-F5344CB8AC3E}">
        <p14:creationId xmlns:p14="http://schemas.microsoft.com/office/powerpoint/2010/main" val="20544443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DBBCC-6F14-659A-875C-0D43924898FF}"/>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BEBAE0AE-F950-C469-93AA-945904310466}"/>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Exercise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8B8722D-5600-E365-FCB8-FF11024B5CC3}"/>
              </a:ext>
            </a:extLst>
          </p:cNvPr>
          <p:cNvSpPr txBox="1"/>
          <p:nvPr/>
        </p:nvSpPr>
        <p:spPr>
          <a:xfrm>
            <a:off x="134426" y="490759"/>
            <a:ext cx="8615133" cy="1338812"/>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Create one more sample </a:t>
            </a:r>
            <a:r>
              <a:rPr lang="en-IN" sz="1350" dirty="0" err="1">
                <a:latin typeface="Amasis MT Pro" panose="02040504050005020304" pitchFamily="18" charset="0"/>
              </a:rPr>
              <a:t>json</a:t>
            </a:r>
            <a:r>
              <a:rPr lang="en-IN" sz="1350" dirty="0">
                <a:latin typeface="Amasis MT Pro" panose="02040504050005020304" pitchFamily="18" charset="0"/>
              </a:rPr>
              <a:t> file called sample2.json, add same entities, </a:t>
            </a:r>
            <a:r>
              <a:rPr lang="en-IN" sz="1350" dirty="0" err="1">
                <a:latin typeface="Amasis MT Pro" panose="02040504050005020304" pitchFamily="18" charset="0"/>
              </a:rPr>
              <a:t>empStr</a:t>
            </a:r>
            <a:r>
              <a:rPr lang="en-IN" sz="1350" dirty="0">
                <a:latin typeface="Amasis MT Pro" panose="02040504050005020304" pitchFamily="18" charset="0"/>
              </a:rPr>
              <a:t>, </a:t>
            </a:r>
            <a:r>
              <a:rPr lang="en-IN" sz="1350" dirty="0" err="1">
                <a:latin typeface="Amasis MT Pro" panose="02040504050005020304" pitchFamily="18" charset="0"/>
              </a:rPr>
              <a:t>empTab</a:t>
            </a:r>
            <a:r>
              <a:rPr lang="en-IN" sz="1350" dirty="0">
                <a:latin typeface="Amasis MT Pro" panose="02040504050005020304" pitchFamily="18" charset="0"/>
              </a:rPr>
              <a:t> with different data</a:t>
            </a:r>
          </a:p>
          <a:p>
            <a:r>
              <a:rPr lang="en-IN" sz="1350" dirty="0">
                <a:latin typeface="Amasis MT Pro" panose="02040504050005020304" pitchFamily="18" charset="0"/>
              </a:rPr>
              <a:t>Create one more JSON model again with sample2 file</a:t>
            </a:r>
          </a:p>
          <a:p>
            <a:r>
              <a:rPr lang="en-IN" sz="1350" dirty="0">
                <a:latin typeface="Amasis MT Pro" panose="02040504050005020304" pitchFamily="18" charset="0"/>
              </a:rPr>
              <a:t>Set that model to the app</a:t>
            </a:r>
          </a:p>
          <a:p>
            <a:r>
              <a:rPr lang="en-IN" sz="1350" dirty="0">
                <a:latin typeface="Amasis MT Pro" panose="02040504050005020304" pitchFamily="18" charset="0"/>
              </a:rPr>
              <a:t>Observe which data displayed in app</a:t>
            </a:r>
          </a:p>
          <a:p>
            <a:r>
              <a:rPr lang="en-IN" sz="1350" dirty="0">
                <a:latin typeface="Amasis MT Pro" panose="02040504050005020304" pitchFamily="18" charset="0"/>
              </a:rPr>
              <a:t>Google and find how can you have 2 models in same app work together</a:t>
            </a:r>
          </a:p>
          <a:p>
            <a:r>
              <a:rPr lang="en-IN" sz="1350" dirty="0">
                <a:latin typeface="Amasis MT Pro" panose="02040504050005020304" pitchFamily="18" charset="0"/>
              </a:rPr>
              <a:t>Add a button called Flip Model, interchange the model @ runtime to show data from 2 different models</a:t>
            </a:r>
          </a:p>
        </p:txBody>
      </p:sp>
      <p:sp>
        <p:nvSpPr>
          <p:cNvPr id="4" name="TextBox 3">
            <a:extLst>
              <a:ext uri="{FF2B5EF4-FFF2-40B4-BE49-F238E27FC236}">
                <a16:creationId xmlns:a16="http://schemas.microsoft.com/office/drawing/2014/main" id="{A7420A86-47D5-B175-4220-B5BF2F6C30C5}"/>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E7F11F2A-E28C-FFD2-171F-E0F687F4D0B2}"/>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5CF9476F-1FC3-9FFB-EF36-1ED0CDA616BB}"/>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685154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728AF-F043-2F5C-7180-C23F388E5DD9}"/>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1A6D7F0D-7AD7-A39B-A392-5DBFF2C2D263}"/>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What is Aggregation binding</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DA6741A-D46E-DB62-6ECF-8A9EEE7E12A1}"/>
              </a:ext>
            </a:extLst>
          </p:cNvPr>
          <p:cNvSpPr txBox="1"/>
          <p:nvPr/>
        </p:nvSpPr>
        <p:spPr>
          <a:xfrm>
            <a:off x="134426" y="490759"/>
            <a:ext cx="8615133" cy="1754310"/>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When we bind aggregation of a control with the model </a:t>
            </a:r>
            <a:r>
              <a:rPr lang="en-IN" sz="1350" dirty="0" err="1">
                <a:latin typeface="Amasis MT Pro" panose="02040504050005020304" pitchFamily="18" charset="0"/>
              </a:rPr>
              <a:t>xPath</a:t>
            </a:r>
            <a:r>
              <a:rPr lang="en-IN" sz="1350" dirty="0">
                <a:latin typeface="Amasis MT Pro" panose="02040504050005020304" pitchFamily="18" charset="0"/>
              </a:rPr>
              <a:t>, its called aggregation binding. E.g. When we bind the </a:t>
            </a:r>
            <a:r>
              <a:rPr lang="en-IN" sz="1350" b="1" dirty="0">
                <a:latin typeface="Amasis MT Pro" panose="02040504050005020304" pitchFamily="18" charset="0"/>
              </a:rPr>
              <a:t>rows </a:t>
            </a:r>
            <a:r>
              <a:rPr lang="en-IN" sz="1350" dirty="0">
                <a:latin typeface="Amasis MT Pro" panose="02040504050005020304" pitchFamily="18" charset="0"/>
              </a:rPr>
              <a:t>aggregation of a </a:t>
            </a:r>
            <a:r>
              <a:rPr lang="en-IN" sz="1350" b="1" dirty="0">
                <a:latin typeface="Amasis MT Pro" panose="02040504050005020304" pitchFamily="18" charset="0"/>
              </a:rPr>
              <a:t>Table</a:t>
            </a:r>
            <a:r>
              <a:rPr lang="en-IN" sz="1350" dirty="0">
                <a:latin typeface="Amasis MT Pro" panose="02040504050005020304" pitchFamily="18" charset="0"/>
              </a:rPr>
              <a:t> control with our binding path, it is aggregation binding.</a:t>
            </a:r>
          </a:p>
          <a:p>
            <a:r>
              <a:rPr lang="en-IN" sz="1350" b="1" dirty="0">
                <a:latin typeface="Amasis MT Pro" panose="02040504050005020304" pitchFamily="18" charset="0"/>
              </a:rPr>
              <a:t>Absolute path </a:t>
            </a:r>
            <a:r>
              <a:rPr lang="en-IN" sz="1350" dirty="0">
                <a:latin typeface="Amasis MT Pro" panose="02040504050005020304" pitchFamily="18" charset="0"/>
              </a:rPr>
              <a:t>– the path which we bind to the aggregation of parent control, is called absolute path. It is usually the </a:t>
            </a:r>
            <a:r>
              <a:rPr lang="en-IN" sz="1350" dirty="0" err="1">
                <a:latin typeface="Amasis MT Pro" panose="02040504050005020304" pitchFamily="18" charset="0"/>
              </a:rPr>
              <a:t>entityset</a:t>
            </a:r>
            <a:r>
              <a:rPr lang="en-IN" sz="1350" dirty="0">
                <a:latin typeface="Amasis MT Pro" panose="02040504050005020304" pitchFamily="18" charset="0"/>
              </a:rPr>
              <a:t> of a model. E.g. /</a:t>
            </a:r>
            <a:r>
              <a:rPr lang="en-IN" sz="1350" dirty="0" err="1">
                <a:latin typeface="Amasis MT Pro" panose="02040504050005020304" pitchFamily="18" charset="0"/>
              </a:rPr>
              <a:t>empTab</a:t>
            </a:r>
            <a:r>
              <a:rPr lang="en-IN" sz="1350" dirty="0">
                <a:latin typeface="Amasis MT Pro" panose="02040504050005020304" pitchFamily="18" charset="0"/>
              </a:rPr>
              <a:t> was the absolute path for rows </a:t>
            </a:r>
            <a:r>
              <a:rPr lang="en-IN" sz="1350" dirty="0" err="1">
                <a:latin typeface="Amasis MT Pro" panose="02040504050005020304" pitchFamily="18" charset="0"/>
              </a:rPr>
              <a:t>agg</a:t>
            </a:r>
            <a:r>
              <a:rPr lang="en-IN" sz="1350" dirty="0">
                <a:latin typeface="Amasis MT Pro" panose="02040504050005020304" pitchFamily="18" charset="0"/>
              </a:rPr>
              <a:t>. Of Table.</a:t>
            </a:r>
          </a:p>
          <a:p>
            <a:r>
              <a:rPr lang="en-IN" sz="1350" b="1" dirty="0">
                <a:latin typeface="Amasis MT Pro" panose="02040504050005020304" pitchFamily="18" charset="0"/>
              </a:rPr>
              <a:t>Relative path – </a:t>
            </a:r>
            <a:r>
              <a:rPr lang="en-IN" sz="1350" dirty="0">
                <a:latin typeface="Amasis MT Pro" panose="02040504050005020304" pitchFamily="18" charset="0"/>
              </a:rPr>
              <a:t>the path which we bind to the child control of a parent. So that the child can access the property in-relation to the parent’s absolute address. E.g. the column access </a:t>
            </a:r>
            <a:r>
              <a:rPr lang="en-IN" sz="1350" dirty="0" err="1">
                <a:latin typeface="Amasis MT Pro" panose="02040504050005020304" pitchFamily="18" charset="0"/>
              </a:rPr>
              <a:t>empId</a:t>
            </a:r>
            <a:r>
              <a:rPr lang="en-IN" sz="1350" dirty="0">
                <a:latin typeface="Amasis MT Pro" panose="02040504050005020304" pitchFamily="18" charset="0"/>
              </a:rPr>
              <a:t> which is inside the /</a:t>
            </a:r>
            <a:r>
              <a:rPr lang="en-IN" sz="1350" dirty="0" err="1">
                <a:latin typeface="Amasis MT Pro" panose="02040504050005020304" pitchFamily="18" charset="0"/>
              </a:rPr>
              <a:t>empTab</a:t>
            </a:r>
            <a:r>
              <a:rPr lang="en-IN" sz="1350" dirty="0">
                <a:latin typeface="Amasis MT Pro" panose="02040504050005020304" pitchFamily="18" charset="0"/>
              </a:rPr>
              <a:t>. So here the </a:t>
            </a:r>
            <a:r>
              <a:rPr lang="en-IN" sz="1350" dirty="0" err="1">
                <a:latin typeface="Amasis MT Pro" panose="02040504050005020304" pitchFamily="18" charset="0"/>
              </a:rPr>
              <a:t>empId</a:t>
            </a:r>
            <a:r>
              <a:rPr lang="en-IN" sz="1350" dirty="0">
                <a:latin typeface="Amasis MT Pro" panose="02040504050005020304" pitchFamily="18" charset="0"/>
              </a:rPr>
              <a:t> is the relative path.</a:t>
            </a:r>
          </a:p>
          <a:p>
            <a:endParaRPr lang="en-IN" sz="1350" b="1" dirty="0">
              <a:latin typeface="Amasis MT Pro" panose="02040504050005020304" pitchFamily="18" charset="0"/>
            </a:endParaRPr>
          </a:p>
        </p:txBody>
      </p:sp>
      <p:sp>
        <p:nvSpPr>
          <p:cNvPr id="4" name="TextBox 3">
            <a:extLst>
              <a:ext uri="{FF2B5EF4-FFF2-40B4-BE49-F238E27FC236}">
                <a16:creationId xmlns:a16="http://schemas.microsoft.com/office/drawing/2014/main" id="{36DD9C30-2092-4441-FDCA-C25CBF7AE76F}"/>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8A08194E-4FAA-8FAB-052E-F7F913C574B9}"/>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538030C8-6E1E-A9D7-CB94-5E8122110A48}"/>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pic>
        <p:nvPicPr>
          <p:cNvPr id="8" name="Picture 7">
            <a:extLst>
              <a:ext uri="{FF2B5EF4-FFF2-40B4-BE49-F238E27FC236}">
                <a16:creationId xmlns:a16="http://schemas.microsoft.com/office/drawing/2014/main" id="{701CEDA6-DAEB-1B61-398F-348404CBB514}"/>
              </a:ext>
            </a:extLst>
          </p:cNvPr>
          <p:cNvPicPr>
            <a:picLocks noChangeAspect="1"/>
          </p:cNvPicPr>
          <p:nvPr/>
        </p:nvPicPr>
        <p:blipFill>
          <a:blip r:embed="rId3"/>
          <a:stretch>
            <a:fillRect/>
          </a:stretch>
        </p:blipFill>
        <p:spPr>
          <a:xfrm>
            <a:off x="256476" y="2124442"/>
            <a:ext cx="6705600" cy="2563557"/>
          </a:xfrm>
          <a:prstGeom prst="rect">
            <a:avLst/>
          </a:prstGeom>
        </p:spPr>
      </p:pic>
    </p:spTree>
    <p:extLst>
      <p:ext uri="{BB962C8B-B14F-4D97-AF65-F5344CB8AC3E}">
        <p14:creationId xmlns:p14="http://schemas.microsoft.com/office/powerpoint/2010/main" val="28859264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CC96D-86DC-D527-9CD6-AF5B5D95EC08}"/>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0573DD7B-AACB-BF9F-4D58-30DD6A0AC07D}"/>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Exercise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EEB6DD2-6A0F-3C30-5E78-F63749FF3764}"/>
              </a:ext>
            </a:extLst>
          </p:cNvPr>
          <p:cNvSpPr txBox="1"/>
          <p:nvPr/>
        </p:nvSpPr>
        <p:spPr>
          <a:xfrm>
            <a:off x="134426" y="490759"/>
            <a:ext cx="8615133" cy="1131063"/>
          </a:xfrm>
          <a:prstGeom prst="rect">
            <a:avLst/>
          </a:prstGeom>
          <a:noFill/>
        </p:spPr>
        <p:txBody>
          <a:bodyPr wrap="square" lIns="91424" tIns="45712" rIns="91424" bIns="45712" rtlCol="0">
            <a:spAutoFit/>
          </a:bodyPr>
          <a:lstStyle/>
          <a:p>
            <a:pPr marL="285750" indent="-285750">
              <a:buFont typeface="Arial" panose="020B0604020202020204" pitchFamily="34" charset="0"/>
              <a:buChar char="•"/>
            </a:pPr>
            <a:r>
              <a:rPr lang="en-IN" sz="1350" dirty="0">
                <a:latin typeface="Amasis MT Pro" panose="02040504050005020304" pitchFamily="18" charset="0"/>
              </a:rPr>
              <a:t>By Default my table rows are selectable, we want to only allow one row selection at a time, not all.</a:t>
            </a:r>
          </a:p>
          <a:p>
            <a:pPr marL="285750" indent="-285750">
              <a:buFont typeface="Arial" panose="020B0604020202020204" pitchFamily="34" charset="0"/>
              <a:buChar char="•"/>
            </a:pPr>
            <a:r>
              <a:rPr lang="en-IN" sz="1350" dirty="0">
                <a:latin typeface="Amasis MT Pro" panose="02040504050005020304" pitchFamily="18" charset="0"/>
              </a:rPr>
              <a:t>Also show only 3 rows in table with scrollbar by default.</a:t>
            </a:r>
          </a:p>
          <a:p>
            <a:pPr marL="285750" indent="-285750">
              <a:buFont typeface="Arial" panose="020B0604020202020204" pitchFamily="34" charset="0"/>
              <a:buChar char="•"/>
            </a:pPr>
            <a:r>
              <a:rPr lang="en-IN" sz="1350" dirty="0">
                <a:latin typeface="Amasis MT Pro" panose="02040504050005020304" pitchFamily="18" charset="0"/>
              </a:rPr>
              <a:t>In Flip flop, the other data is not coming, please fix.</a:t>
            </a:r>
          </a:p>
          <a:p>
            <a:pPr marL="285750" indent="-285750">
              <a:buFont typeface="Arial" panose="020B0604020202020204" pitchFamily="34" charset="0"/>
              <a:buChar char="•"/>
            </a:pPr>
            <a:r>
              <a:rPr lang="en-IN" sz="1350" dirty="0">
                <a:latin typeface="Amasis MT Pro" panose="02040504050005020304" pitchFamily="18" charset="0"/>
              </a:rPr>
              <a:t>Whenever I choose a city in drop down, the selected value should show in the next label</a:t>
            </a:r>
          </a:p>
          <a:p>
            <a:r>
              <a:rPr lang="en-IN" sz="1350" dirty="0">
                <a:latin typeface="Amasis MT Pro" panose="02040504050005020304" pitchFamily="18" charset="0"/>
              </a:rPr>
              <a:t>Hint: Simply check </a:t>
            </a:r>
            <a:r>
              <a:rPr lang="en-IN" sz="1350" dirty="0" err="1">
                <a:latin typeface="Amasis MT Pro" panose="02040504050005020304" pitchFamily="18" charset="0"/>
              </a:rPr>
              <a:t>sdk</a:t>
            </a:r>
            <a:r>
              <a:rPr lang="en-IN" sz="1350" dirty="0">
                <a:latin typeface="Amasis MT Pro" panose="02040504050005020304" pitchFamily="18" charset="0"/>
              </a:rPr>
              <a:t> for relevant properties.</a:t>
            </a:r>
          </a:p>
        </p:txBody>
      </p:sp>
      <p:sp>
        <p:nvSpPr>
          <p:cNvPr id="4" name="TextBox 3">
            <a:extLst>
              <a:ext uri="{FF2B5EF4-FFF2-40B4-BE49-F238E27FC236}">
                <a16:creationId xmlns:a16="http://schemas.microsoft.com/office/drawing/2014/main" id="{BFB7FED1-8404-C8C9-DA8C-FF859B062B7A}"/>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F324B0A4-7A38-796F-5114-708F3147DC99}"/>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42222800-92A9-E364-A5E6-9A36E834B107}"/>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27352156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4D141-F652-F35C-F8EC-BC756A6AF6A6}"/>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C59191DD-0F97-0467-1C3A-1C1137A55BFE}"/>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Event Object in event handler function in UI5</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8339542-80C9-C253-6129-BA53F23BF265}"/>
              </a:ext>
            </a:extLst>
          </p:cNvPr>
          <p:cNvSpPr txBox="1"/>
          <p:nvPr/>
        </p:nvSpPr>
        <p:spPr>
          <a:xfrm>
            <a:off x="134426" y="490759"/>
            <a:ext cx="8615133" cy="2169809"/>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Every UI5 action/event in a class would trigger the event handler function. UI5 framework will pass an event object automatically to the event handler function always. This object carries lots of information for the event. We can extract this information with pre-defined function</a:t>
            </a:r>
          </a:p>
          <a:p>
            <a:r>
              <a:rPr lang="en-IN" sz="1350" b="1" dirty="0" err="1">
                <a:latin typeface="Amasis MT Pro" panose="02040504050005020304" pitchFamily="18" charset="0"/>
              </a:rPr>
              <a:t>getSource</a:t>
            </a:r>
            <a:r>
              <a:rPr lang="en-IN" sz="1350" b="1" dirty="0">
                <a:latin typeface="Amasis MT Pro" panose="02040504050005020304" pitchFamily="18" charset="0"/>
              </a:rPr>
              <a:t> – </a:t>
            </a:r>
            <a:r>
              <a:rPr lang="en-IN" sz="1350" dirty="0">
                <a:latin typeface="Amasis MT Pro" panose="02040504050005020304" pitchFamily="18" charset="0"/>
              </a:rPr>
              <a:t>this function will provide us the object of source control from where the event was originated.</a:t>
            </a:r>
            <a:endParaRPr lang="en-IN" sz="1350" b="1" dirty="0">
              <a:latin typeface="Amasis MT Pro" panose="02040504050005020304" pitchFamily="18" charset="0"/>
            </a:endParaRPr>
          </a:p>
          <a:p>
            <a:r>
              <a:rPr lang="en-IN" sz="1350" b="1" dirty="0" err="1">
                <a:latin typeface="Amasis MT Pro" panose="02040504050005020304" pitchFamily="18" charset="0"/>
              </a:rPr>
              <a:t>getParameters</a:t>
            </a:r>
            <a:r>
              <a:rPr lang="en-IN" sz="1350" b="1" dirty="0">
                <a:latin typeface="Amasis MT Pro" panose="02040504050005020304" pitchFamily="18" charset="0"/>
              </a:rPr>
              <a:t> – </a:t>
            </a:r>
            <a:r>
              <a:rPr lang="en-IN" sz="1350" dirty="0">
                <a:latin typeface="Amasis MT Pro" panose="02040504050005020304" pitchFamily="18" charset="0"/>
              </a:rPr>
              <a:t>will provide us all the parameters related to that event. E.g. if we select a row in a table, the list of parameters will provide the index of the row which was selected by the user. In case of a drop down it will provide the parameter related to the object which was selected in drop down by user.</a:t>
            </a:r>
            <a:endParaRPr lang="en-IN" sz="1350" b="1" dirty="0">
              <a:latin typeface="Amasis MT Pro" panose="02040504050005020304" pitchFamily="18" charset="0"/>
            </a:endParaRPr>
          </a:p>
          <a:p>
            <a:r>
              <a:rPr lang="en-IN" sz="1350" b="1" dirty="0" err="1">
                <a:latin typeface="Amasis MT Pro" panose="02040504050005020304" pitchFamily="18" charset="0"/>
              </a:rPr>
              <a:t>getParameter</a:t>
            </a:r>
            <a:r>
              <a:rPr lang="en-IN" sz="1350" b="1" dirty="0">
                <a:latin typeface="Amasis MT Pro" panose="02040504050005020304" pitchFamily="18" charset="0"/>
              </a:rPr>
              <a:t>(</a:t>
            </a:r>
            <a:r>
              <a:rPr lang="en-IN" sz="1350" dirty="0" err="1">
                <a:latin typeface="Amasis MT Pro" panose="02040504050005020304" pitchFamily="18" charset="0"/>
              </a:rPr>
              <a:t>sParameterName</a:t>
            </a:r>
            <a:r>
              <a:rPr lang="en-IN" sz="1350" dirty="0">
                <a:latin typeface="Amasis MT Pro" panose="02040504050005020304" pitchFamily="18" charset="0"/>
              </a:rPr>
              <a:t>) – here we pass single parameter name from SDK and get the single param value for that event. Remember, every event handler object contains these functions but the parameters are different depending on the object.</a:t>
            </a:r>
            <a:endParaRPr lang="en-IN" sz="1350" b="1" dirty="0">
              <a:latin typeface="Amasis MT Pro" panose="02040504050005020304" pitchFamily="18" charset="0"/>
            </a:endParaRPr>
          </a:p>
        </p:txBody>
      </p:sp>
      <p:sp>
        <p:nvSpPr>
          <p:cNvPr id="4" name="TextBox 3">
            <a:extLst>
              <a:ext uri="{FF2B5EF4-FFF2-40B4-BE49-F238E27FC236}">
                <a16:creationId xmlns:a16="http://schemas.microsoft.com/office/drawing/2014/main" id="{127BD19B-E266-653A-5172-78487E45D94B}"/>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EF08CDD2-01C5-DA77-4116-A4B5B3766C79}"/>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5204B25A-64EC-6BD4-2AC4-DDC4A11D2978}"/>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grpSp>
        <p:nvGrpSpPr>
          <p:cNvPr id="168" name="Group 167">
            <a:extLst>
              <a:ext uri="{FF2B5EF4-FFF2-40B4-BE49-F238E27FC236}">
                <a16:creationId xmlns:a16="http://schemas.microsoft.com/office/drawing/2014/main" id="{549FEC8D-19FA-283A-39E6-45E69A6A4642}"/>
              </a:ext>
            </a:extLst>
          </p:cNvPr>
          <p:cNvGrpSpPr/>
          <p:nvPr/>
        </p:nvGrpSpPr>
        <p:grpSpPr>
          <a:xfrm>
            <a:off x="733227" y="2539985"/>
            <a:ext cx="8087760" cy="2450880"/>
            <a:chOff x="733227" y="2539985"/>
            <a:chExt cx="8087760" cy="2450880"/>
          </a:xfrm>
        </p:grpSpPr>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44557ECF-EA5A-E347-96A7-FE9DCD6CBC1C}"/>
                    </a:ext>
                  </a:extLst>
                </p14:cNvPr>
                <p14:cNvContentPartPr/>
                <p14:nvPr/>
              </p14:nvContentPartPr>
              <p14:xfrm>
                <a:off x="5310627" y="3170705"/>
                <a:ext cx="3077280" cy="802080"/>
              </p14:xfrm>
            </p:contentPart>
          </mc:Choice>
          <mc:Fallback xmlns="">
            <p:pic>
              <p:nvPicPr>
                <p:cNvPr id="17" name="Ink 16">
                  <a:extLst>
                    <a:ext uri="{FF2B5EF4-FFF2-40B4-BE49-F238E27FC236}">
                      <a16:creationId xmlns:a16="http://schemas.microsoft.com/office/drawing/2014/main" id="{44557ECF-EA5A-E347-96A7-FE9DCD6CBC1C}"/>
                    </a:ext>
                  </a:extLst>
                </p:cNvPr>
                <p:cNvPicPr/>
                <p:nvPr/>
              </p:nvPicPr>
              <p:blipFill>
                <a:blip r:embed="rId4"/>
                <a:stretch>
                  <a:fillRect/>
                </a:stretch>
              </p:blipFill>
              <p:spPr>
                <a:xfrm>
                  <a:off x="5301627" y="3162065"/>
                  <a:ext cx="3094920" cy="819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8" name="Ink 17">
                  <a:extLst>
                    <a:ext uri="{FF2B5EF4-FFF2-40B4-BE49-F238E27FC236}">
                      <a16:creationId xmlns:a16="http://schemas.microsoft.com/office/drawing/2014/main" id="{AB704BE2-F850-9507-2742-3D0DAEFCBE0B}"/>
                    </a:ext>
                  </a:extLst>
                </p14:cNvPr>
                <p14:cNvContentPartPr/>
                <p14:nvPr/>
              </p14:nvContentPartPr>
              <p14:xfrm>
                <a:off x="5826507" y="3684065"/>
                <a:ext cx="63000" cy="50400"/>
              </p14:xfrm>
            </p:contentPart>
          </mc:Choice>
          <mc:Fallback xmlns="">
            <p:pic>
              <p:nvPicPr>
                <p:cNvPr id="18" name="Ink 17">
                  <a:extLst>
                    <a:ext uri="{FF2B5EF4-FFF2-40B4-BE49-F238E27FC236}">
                      <a16:creationId xmlns:a16="http://schemas.microsoft.com/office/drawing/2014/main" id="{AB704BE2-F850-9507-2742-3D0DAEFCBE0B}"/>
                    </a:ext>
                  </a:extLst>
                </p:cNvPr>
                <p:cNvPicPr/>
                <p:nvPr/>
              </p:nvPicPr>
              <p:blipFill>
                <a:blip r:embed="rId6"/>
                <a:stretch>
                  <a:fillRect/>
                </a:stretch>
              </p:blipFill>
              <p:spPr>
                <a:xfrm>
                  <a:off x="5817867" y="3675065"/>
                  <a:ext cx="806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C13EEC2C-07BE-FE04-0900-6240647F9361}"/>
                    </a:ext>
                  </a:extLst>
                </p14:cNvPr>
                <p14:cNvContentPartPr/>
                <p14:nvPr/>
              </p14:nvContentPartPr>
              <p14:xfrm>
                <a:off x="6093267" y="3699185"/>
                <a:ext cx="55800" cy="50760"/>
              </p14:xfrm>
            </p:contentPart>
          </mc:Choice>
          <mc:Fallback xmlns="">
            <p:pic>
              <p:nvPicPr>
                <p:cNvPr id="19" name="Ink 18">
                  <a:extLst>
                    <a:ext uri="{FF2B5EF4-FFF2-40B4-BE49-F238E27FC236}">
                      <a16:creationId xmlns:a16="http://schemas.microsoft.com/office/drawing/2014/main" id="{C13EEC2C-07BE-FE04-0900-6240647F9361}"/>
                    </a:ext>
                  </a:extLst>
                </p:cNvPr>
                <p:cNvPicPr/>
                <p:nvPr/>
              </p:nvPicPr>
              <p:blipFill>
                <a:blip r:embed="rId8"/>
                <a:stretch>
                  <a:fillRect/>
                </a:stretch>
              </p:blipFill>
              <p:spPr>
                <a:xfrm>
                  <a:off x="6084267" y="3690185"/>
                  <a:ext cx="7344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AAB44417-85B1-3838-2879-517E10CD9314}"/>
                    </a:ext>
                  </a:extLst>
                </p14:cNvPr>
                <p14:cNvContentPartPr/>
                <p14:nvPr/>
              </p14:nvContentPartPr>
              <p14:xfrm>
                <a:off x="6373347" y="3716825"/>
                <a:ext cx="94320" cy="62640"/>
              </p14:xfrm>
            </p:contentPart>
          </mc:Choice>
          <mc:Fallback xmlns="">
            <p:pic>
              <p:nvPicPr>
                <p:cNvPr id="20" name="Ink 19">
                  <a:extLst>
                    <a:ext uri="{FF2B5EF4-FFF2-40B4-BE49-F238E27FC236}">
                      <a16:creationId xmlns:a16="http://schemas.microsoft.com/office/drawing/2014/main" id="{AAB44417-85B1-3838-2879-517E10CD9314}"/>
                    </a:ext>
                  </a:extLst>
                </p:cNvPr>
                <p:cNvPicPr/>
                <p:nvPr/>
              </p:nvPicPr>
              <p:blipFill>
                <a:blip r:embed="rId10"/>
                <a:stretch>
                  <a:fillRect/>
                </a:stretch>
              </p:blipFill>
              <p:spPr>
                <a:xfrm>
                  <a:off x="6364707" y="3708185"/>
                  <a:ext cx="11196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0E10ECD6-174E-9AB5-8887-28F2B5D36F28}"/>
                    </a:ext>
                  </a:extLst>
                </p14:cNvPr>
                <p14:cNvContentPartPr/>
                <p14:nvPr/>
              </p14:nvContentPartPr>
              <p14:xfrm>
                <a:off x="6664227" y="3734105"/>
                <a:ext cx="79920" cy="63000"/>
              </p14:xfrm>
            </p:contentPart>
          </mc:Choice>
          <mc:Fallback xmlns="">
            <p:pic>
              <p:nvPicPr>
                <p:cNvPr id="21" name="Ink 20">
                  <a:extLst>
                    <a:ext uri="{FF2B5EF4-FFF2-40B4-BE49-F238E27FC236}">
                      <a16:creationId xmlns:a16="http://schemas.microsoft.com/office/drawing/2014/main" id="{0E10ECD6-174E-9AB5-8887-28F2B5D36F28}"/>
                    </a:ext>
                  </a:extLst>
                </p:cNvPr>
                <p:cNvPicPr/>
                <p:nvPr/>
              </p:nvPicPr>
              <p:blipFill>
                <a:blip r:embed="rId12"/>
                <a:stretch>
                  <a:fillRect/>
                </a:stretch>
              </p:blipFill>
              <p:spPr>
                <a:xfrm>
                  <a:off x="6655587" y="3725465"/>
                  <a:ext cx="9756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Ink 21">
                  <a:extLst>
                    <a:ext uri="{FF2B5EF4-FFF2-40B4-BE49-F238E27FC236}">
                      <a16:creationId xmlns:a16="http://schemas.microsoft.com/office/drawing/2014/main" id="{E946A28E-BAC9-3FC7-7751-0C4B4DCAE521}"/>
                    </a:ext>
                  </a:extLst>
                </p14:cNvPr>
                <p14:cNvContentPartPr/>
                <p14:nvPr/>
              </p14:nvContentPartPr>
              <p14:xfrm>
                <a:off x="6965547" y="3763985"/>
                <a:ext cx="146880" cy="59760"/>
              </p14:xfrm>
            </p:contentPart>
          </mc:Choice>
          <mc:Fallback xmlns="">
            <p:pic>
              <p:nvPicPr>
                <p:cNvPr id="22" name="Ink 21">
                  <a:extLst>
                    <a:ext uri="{FF2B5EF4-FFF2-40B4-BE49-F238E27FC236}">
                      <a16:creationId xmlns:a16="http://schemas.microsoft.com/office/drawing/2014/main" id="{E946A28E-BAC9-3FC7-7751-0C4B4DCAE521}"/>
                    </a:ext>
                  </a:extLst>
                </p:cNvPr>
                <p:cNvPicPr/>
                <p:nvPr/>
              </p:nvPicPr>
              <p:blipFill>
                <a:blip r:embed="rId14"/>
                <a:stretch>
                  <a:fillRect/>
                </a:stretch>
              </p:blipFill>
              <p:spPr>
                <a:xfrm>
                  <a:off x="6956907" y="3755345"/>
                  <a:ext cx="16452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3" name="Ink 22">
                  <a:extLst>
                    <a:ext uri="{FF2B5EF4-FFF2-40B4-BE49-F238E27FC236}">
                      <a16:creationId xmlns:a16="http://schemas.microsoft.com/office/drawing/2014/main" id="{265418FD-531F-AA89-5E29-5F24BAE01E9C}"/>
                    </a:ext>
                  </a:extLst>
                </p14:cNvPr>
                <p14:cNvContentPartPr/>
                <p14:nvPr/>
              </p14:nvContentPartPr>
              <p14:xfrm>
                <a:off x="6461187" y="3375545"/>
                <a:ext cx="521280" cy="196560"/>
              </p14:xfrm>
            </p:contentPart>
          </mc:Choice>
          <mc:Fallback xmlns="">
            <p:pic>
              <p:nvPicPr>
                <p:cNvPr id="23" name="Ink 22">
                  <a:extLst>
                    <a:ext uri="{FF2B5EF4-FFF2-40B4-BE49-F238E27FC236}">
                      <a16:creationId xmlns:a16="http://schemas.microsoft.com/office/drawing/2014/main" id="{265418FD-531F-AA89-5E29-5F24BAE01E9C}"/>
                    </a:ext>
                  </a:extLst>
                </p:cNvPr>
                <p:cNvPicPr/>
                <p:nvPr/>
              </p:nvPicPr>
              <p:blipFill>
                <a:blip r:embed="rId16"/>
                <a:stretch>
                  <a:fillRect/>
                </a:stretch>
              </p:blipFill>
              <p:spPr>
                <a:xfrm>
                  <a:off x="6452547" y="3366905"/>
                  <a:ext cx="53892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4" name="Ink 23">
                  <a:extLst>
                    <a:ext uri="{FF2B5EF4-FFF2-40B4-BE49-F238E27FC236}">
                      <a16:creationId xmlns:a16="http://schemas.microsoft.com/office/drawing/2014/main" id="{B219EA60-2C7D-EECF-9E45-D9FB79B4E3EC}"/>
                    </a:ext>
                  </a:extLst>
                </p14:cNvPr>
                <p14:cNvContentPartPr/>
                <p14:nvPr/>
              </p14:nvContentPartPr>
              <p14:xfrm>
                <a:off x="6180747" y="3929585"/>
                <a:ext cx="419400" cy="110160"/>
              </p14:xfrm>
            </p:contentPart>
          </mc:Choice>
          <mc:Fallback xmlns="">
            <p:pic>
              <p:nvPicPr>
                <p:cNvPr id="24" name="Ink 23">
                  <a:extLst>
                    <a:ext uri="{FF2B5EF4-FFF2-40B4-BE49-F238E27FC236}">
                      <a16:creationId xmlns:a16="http://schemas.microsoft.com/office/drawing/2014/main" id="{B219EA60-2C7D-EECF-9E45-D9FB79B4E3EC}"/>
                    </a:ext>
                  </a:extLst>
                </p:cNvPr>
                <p:cNvPicPr/>
                <p:nvPr/>
              </p:nvPicPr>
              <p:blipFill>
                <a:blip r:embed="rId18"/>
                <a:stretch>
                  <a:fillRect/>
                </a:stretch>
              </p:blipFill>
              <p:spPr>
                <a:xfrm>
                  <a:off x="6171747" y="3920585"/>
                  <a:ext cx="43704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87" name="Ink 86">
                  <a:extLst>
                    <a:ext uri="{FF2B5EF4-FFF2-40B4-BE49-F238E27FC236}">
                      <a16:creationId xmlns:a16="http://schemas.microsoft.com/office/drawing/2014/main" id="{7E5C6751-3269-6A68-757D-4D858D9E12DA}"/>
                    </a:ext>
                  </a:extLst>
                </p14:cNvPr>
                <p14:cNvContentPartPr/>
                <p14:nvPr/>
              </p14:nvContentPartPr>
              <p14:xfrm>
                <a:off x="7350747" y="3738065"/>
                <a:ext cx="25560" cy="152280"/>
              </p14:xfrm>
            </p:contentPart>
          </mc:Choice>
          <mc:Fallback xmlns="">
            <p:pic>
              <p:nvPicPr>
                <p:cNvPr id="87" name="Ink 86">
                  <a:extLst>
                    <a:ext uri="{FF2B5EF4-FFF2-40B4-BE49-F238E27FC236}">
                      <a16:creationId xmlns:a16="http://schemas.microsoft.com/office/drawing/2014/main" id="{7E5C6751-3269-6A68-757D-4D858D9E12DA}"/>
                    </a:ext>
                  </a:extLst>
                </p:cNvPr>
                <p:cNvPicPr/>
                <p:nvPr/>
              </p:nvPicPr>
              <p:blipFill>
                <a:blip r:embed="rId20"/>
                <a:stretch>
                  <a:fillRect/>
                </a:stretch>
              </p:blipFill>
              <p:spPr>
                <a:xfrm>
                  <a:off x="7341747" y="3729425"/>
                  <a:ext cx="4320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8" name="Ink 87">
                  <a:extLst>
                    <a:ext uri="{FF2B5EF4-FFF2-40B4-BE49-F238E27FC236}">
                      <a16:creationId xmlns:a16="http://schemas.microsoft.com/office/drawing/2014/main" id="{D7669F55-24B2-CE42-F5FC-6269B28DEFEC}"/>
                    </a:ext>
                  </a:extLst>
                </p14:cNvPr>
                <p14:cNvContentPartPr/>
                <p14:nvPr/>
              </p14:nvContentPartPr>
              <p14:xfrm>
                <a:off x="7441107" y="3733385"/>
                <a:ext cx="141480" cy="124200"/>
              </p14:xfrm>
            </p:contentPart>
          </mc:Choice>
          <mc:Fallback xmlns="">
            <p:pic>
              <p:nvPicPr>
                <p:cNvPr id="88" name="Ink 87">
                  <a:extLst>
                    <a:ext uri="{FF2B5EF4-FFF2-40B4-BE49-F238E27FC236}">
                      <a16:creationId xmlns:a16="http://schemas.microsoft.com/office/drawing/2014/main" id="{D7669F55-24B2-CE42-F5FC-6269B28DEFEC}"/>
                    </a:ext>
                  </a:extLst>
                </p:cNvPr>
                <p:cNvPicPr/>
                <p:nvPr/>
              </p:nvPicPr>
              <p:blipFill>
                <a:blip r:embed="rId22"/>
                <a:stretch>
                  <a:fillRect/>
                </a:stretch>
              </p:blipFill>
              <p:spPr>
                <a:xfrm>
                  <a:off x="7432467" y="3724385"/>
                  <a:ext cx="15912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95" name="Ink 94">
                  <a:extLst>
                    <a:ext uri="{FF2B5EF4-FFF2-40B4-BE49-F238E27FC236}">
                      <a16:creationId xmlns:a16="http://schemas.microsoft.com/office/drawing/2014/main" id="{8C7D7450-FFCD-926A-627E-C841895CE896}"/>
                    </a:ext>
                  </a:extLst>
                </p14:cNvPr>
                <p14:cNvContentPartPr/>
                <p14:nvPr/>
              </p14:nvContentPartPr>
              <p14:xfrm>
                <a:off x="7753227" y="2681465"/>
                <a:ext cx="115560" cy="188280"/>
              </p14:xfrm>
            </p:contentPart>
          </mc:Choice>
          <mc:Fallback xmlns="">
            <p:pic>
              <p:nvPicPr>
                <p:cNvPr id="95" name="Ink 94">
                  <a:extLst>
                    <a:ext uri="{FF2B5EF4-FFF2-40B4-BE49-F238E27FC236}">
                      <a16:creationId xmlns:a16="http://schemas.microsoft.com/office/drawing/2014/main" id="{8C7D7450-FFCD-926A-627E-C841895CE896}"/>
                    </a:ext>
                  </a:extLst>
                </p:cNvPr>
                <p:cNvPicPr/>
                <p:nvPr/>
              </p:nvPicPr>
              <p:blipFill>
                <a:blip r:embed="rId24"/>
                <a:stretch>
                  <a:fillRect/>
                </a:stretch>
              </p:blipFill>
              <p:spPr>
                <a:xfrm>
                  <a:off x="7744227" y="2672825"/>
                  <a:ext cx="13320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96" name="Ink 95">
                  <a:extLst>
                    <a:ext uri="{FF2B5EF4-FFF2-40B4-BE49-F238E27FC236}">
                      <a16:creationId xmlns:a16="http://schemas.microsoft.com/office/drawing/2014/main" id="{7482DA94-ADC9-19BF-834C-6B8AB4923717}"/>
                    </a:ext>
                  </a:extLst>
                </p14:cNvPr>
                <p14:cNvContentPartPr/>
                <p14:nvPr/>
              </p14:nvContentPartPr>
              <p14:xfrm>
                <a:off x="7911627" y="2708105"/>
                <a:ext cx="14400" cy="128160"/>
              </p14:xfrm>
            </p:contentPart>
          </mc:Choice>
          <mc:Fallback xmlns="">
            <p:pic>
              <p:nvPicPr>
                <p:cNvPr id="96" name="Ink 95">
                  <a:extLst>
                    <a:ext uri="{FF2B5EF4-FFF2-40B4-BE49-F238E27FC236}">
                      <a16:creationId xmlns:a16="http://schemas.microsoft.com/office/drawing/2014/main" id="{7482DA94-ADC9-19BF-834C-6B8AB4923717}"/>
                    </a:ext>
                  </a:extLst>
                </p:cNvPr>
                <p:cNvPicPr/>
                <p:nvPr/>
              </p:nvPicPr>
              <p:blipFill>
                <a:blip r:embed="rId26"/>
                <a:stretch>
                  <a:fillRect/>
                </a:stretch>
              </p:blipFill>
              <p:spPr>
                <a:xfrm>
                  <a:off x="7902627" y="2699105"/>
                  <a:ext cx="3204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97" name="Ink 96">
                  <a:extLst>
                    <a:ext uri="{FF2B5EF4-FFF2-40B4-BE49-F238E27FC236}">
                      <a16:creationId xmlns:a16="http://schemas.microsoft.com/office/drawing/2014/main" id="{0BB913B3-1031-E5D9-EE6B-0728723848DD}"/>
                    </a:ext>
                  </a:extLst>
                </p14:cNvPr>
                <p14:cNvContentPartPr/>
                <p14:nvPr/>
              </p14:nvContentPartPr>
              <p14:xfrm>
                <a:off x="7904427" y="2769305"/>
                <a:ext cx="194760" cy="105120"/>
              </p14:xfrm>
            </p:contentPart>
          </mc:Choice>
          <mc:Fallback xmlns="">
            <p:pic>
              <p:nvPicPr>
                <p:cNvPr id="97" name="Ink 96">
                  <a:extLst>
                    <a:ext uri="{FF2B5EF4-FFF2-40B4-BE49-F238E27FC236}">
                      <a16:creationId xmlns:a16="http://schemas.microsoft.com/office/drawing/2014/main" id="{0BB913B3-1031-E5D9-EE6B-0728723848DD}"/>
                    </a:ext>
                  </a:extLst>
                </p:cNvPr>
                <p:cNvPicPr/>
                <p:nvPr/>
              </p:nvPicPr>
              <p:blipFill>
                <a:blip r:embed="rId28"/>
                <a:stretch>
                  <a:fillRect/>
                </a:stretch>
              </p:blipFill>
              <p:spPr>
                <a:xfrm>
                  <a:off x="7895427" y="2760305"/>
                  <a:ext cx="2124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98" name="Ink 97">
                  <a:extLst>
                    <a:ext uri="{FF2B5EF4-FFF2-40B4-BE49-F238E27FC236}">
                      <a16:creationId xmlns:a16="http://schemas.microsoft.com/office/drawing/2014/main" id="{ACA646F7-B381-AD49-406F-9ED86777D216}"/>
                    </a:ext>
                  </a:extLst>
                </p14:cNvPr>
                <p14:cNvContentPartPr/>
                <p14:nvPr/>
              </p14:nvContentPartPr>
              <p14:xfrm>
                <a:off x="8328867" y="3720065"/>
                <a:ext cx="110160" cy="43920"/>
              </p14:xfrm>
            </p:contentPart>
          </mc:Choice>
          <mc:Fallback xmlns="">
            <p:pic>
              <p:nvPicPr>
                <p:cNvPr id="98" name="Ink 97">
                  <a:extLst>
                    <a:ext uri="{FF2B5EF4-FFF2-40B4-BE49-F238E27FC236}">
                      <a16:creationId xmlns:a16="http://schemas.microsoft.com/office/drawing/2014/main" id="{ACA646F7-B381-AD49-406F-9ED86777D216}"/>
                    </a:ext>
                  </a:extLst>
                </p:cNvPr>
                <p:cNvPicPr/>
                <p:nvPr/>
              </p:nvPicPr>
              <p:blipFill>
                <a:blip r:embed="rId30"/>
                <a:stretch>
                  <a:fillRect/>
                </a:stretch>
              </p:blipFill>
              <p:spPr>
                <a:xfrm>
                  <a:off x="8319867" y="3711425"/>
                  <a:ext cx="1278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99" name="Ink 98">
                  <a:extLst>
                    <a:ext uri="{FF2B5EF4-FFF2-40B4-BE49-F238E27FC236}">
                      <a16:creationId xmlns:a16="http://schemas.microsoft.com/office/drawing/2014/main" id="{619404A9-8609-035A-2407-F83C43606B3C}"/>
                    </a:ext>
                  </a:extLst>
                </p14:cNvPr>
                <p14:cNvContentPartPr/>
                <p14:nvPr/>
              </p14:nvContentPartPr>
              <p14:xfrm>
                <a:off x="8371707" y="3727985"/>
                <a:ext cx="35280" cy="132840"/>
              </p14:xfrm>
            </p:contentPart>
          </mc:Choice>
          <mc:Fallback xmlns="">
            <p:pic>
              <p:nvPicPr>
                <p:cNvPr id="99" name="Ink 98">
                  <a:extLst>
                    <a:ext uri="{FF2B5EF4-FFF2-40B4-BE49-F238E27FC236}">
                      <a16:creationId xmlns:a16="http://schemas.microsoft.com/office/drawing/2014/main" id="{619404A9-8609-035A-2407-F83C43606B3C}"/>
                    </a:ext>
                  </a:extLst>
                </p:cNvPr>
                <p:cNvPicPr/>
                <p:nvPr/>
              </p:nvPicPr>
              <p:blipFill>
                <a:blip r:embed="rId32"/>
                <a:stretch>
                  <a:fillRect/>
                </a:stretch>
              </p:blipFill>
              <p:spPr>
                <a:xfrm>
                  <a:off x="8362707" y="3719345"/>
                  <a:ext cx="5292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00" name="Ink 99">
                  <a:extLst>
                    <a:ext uri="{FF2B5EF4-FFF2-40B4-BE49-F238E27FC236}">
                      <a16:creationId xmlns:a16="http://schemas.microsoft.com/office/drawing/2014/main" id="{EE53F047-947C-8D89-9A55-49B2ADA162FC}"/>
                    </a:ext>
                  </a:extLst>
                </p14:cNvPr>
                <p14:cNvContentPartPr/>
                <p14:nvPr/>
              </p14:nvContentPartPr>
              <p14:xfrm>
                <a:off x="8440827" y="3738425"/>
                <a:ext cx="199440" cy="96840"/>
              </p14:xfrm>
            </p:contentPart>
          </mc:Choice>
          <mc:Fallback xmlns="">
            <p:pic>
              <p:nvPicPr>
                <p:cNvPr id="100" name="Ink 99">
                  <a:extLst>
                    <a:ext uri="{FF2B5EF4-FFF2-40B4-BE49-F238E27FC236}">
                      <a16:creationId xmlns:a16="http://schemas.microsoft.com/office/drawing/2014/main" id="{EE53F047-947C-8D89-9A55-49B2ADA162FC}"/>
                    </a:ext>
                  </a:extLst>
                </p:cNvPr>
                <p:cNvPicPr/>
                <p:nvPr/>
              </p:nvPicPr>
              <p:blipFill>
                <a:blip r:embed="rId34"/>
                <a:stretch>
                  <a:fillRect/>
                </a:stretch>
              </p:blipFill>
              <p:spPr>
                <a:xfrm>
                  <a:off x="8432187" y="3729425"/>
                  <a:ext cx="2170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01" name="Ink 100">
                  <a:extLst>
                    <a:ext uri="{FF2B5EF4-FFF2-40B4-BE49-F238E27FC236}">
                      <a16:creationId xmlns:a16="http://schemas.microsoft.com/office/drawing/2014/main" id="{0B98BC7C-B6F2-43DC-6657-9E35108BB6A2}"/>
                    </a:ext>
                  </a:extLst>
                </p14:cNvPr>
                <p14:cNvContentPartPr/>
                <p14:nvPr/>
              </p14:nvContentPartPr>
              <p14:xfrm>
                <a:off x="8679147" y="3754265"/>
                <a:ext cx="20880" cy="94680"/>
              </p14:xfrm>
            </p:contentPart>
          </mc:Choice>
          <mc:Fallback xmlns="">
            <p:pic>
              <p:nvPicPr>
                <p:cNvPr id="101" name="Ink 100">
                  <a:extLst>
                    <a:ext uri="{FF2B5EF4-FFF2-40B4-BE49-F238E27FC236}">
                      <a16:creationId xmlns:a16="http://schemas.microsoft.com/office/drawing/2014/main" id="{0B98BC7C-B6F2-43DC-6657-9E35108BB6A2}"/>
                    </a:ext>
                  </a:extLst>
                </p:cNvPr>
                <p:cNvPicPr/>
                <p:nvPr/>
              </p:nvPicPr>
              <p:blipFill>
                <a:blip r:embed="rId36"/>
                <a:stretch>
                  <a:fillRect/>
                </a:stretch>
              </p:blipFill>
              <p:spPr>
                <a:xfrm>
                  <a:off x="8670147" y="3745265"/>
                  <a:ext cx="3852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02" name="Ink 101">
                  <a:extLst>
                    <a:ext uri="{FF2B5EF4-FFF2-40B4-BE49-F238E27FC236}">
                      <a16:creationId xmlns:a16="http://schemas.microsoft.com/office/drawing/2014/main" id="{F563D8DA-914A-1F05-F5C4-36F38D6CDB1E}"/>
                    </a:ext>
                  </a:extLst>
                </p14:cNvPr>
                <p14:cNvContentPartPr/>
                <p14:nvPr/>
              </p14:nvContentPartPr>
              <p14:xfrm>
                <a:off x="8754747" y="3793505"/>
                <a:ext cx="66240" cy="64800"/>
              </p14:xfrm>
            </p:contentPart>
          </mc:Choice>
          <mc:Fallback xmlns="">
            <p:pic>
              <p:nvPicPr>
                <p:cNvPr id="102" name="Ink 101">
                  <a:extLst>
                    <a:ext uri="{FF2B5EF4-FFF2-40B4-BE49-F238E27FC236}">
                      <a16:creationId xmlns:a16="http://schemas.microsoft.com/office/drawing/2014/main" id="{F563D8DA-914A-1F05-F5C4-36F38D6CDB1E}"/>
                    </a:ext>
                  </a:extLst>
                </p:cNvPr>
                <p:cNvPicPr/>
                <p:nvPr/>
              </p:nvPicPr>
              <p:blipFill>
                <a:blip r:embed="rId38"/>
                <a:stretch>
                  <a:fillRect/>
                </a:stretch>
              </p:blipFill>
              <p:spPr>
                <a:xfrm>
                  <a:off x="8746107" y="3784865"/>
                  <a:ext cx="838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05" name="Ink 104">
                  <a:extLst>
                    <a:ext uri="{FF2B5EF4-FFF2-40B4-BE49-F238E27FC236}">
                      <a16:creationId xmlns:a16="http://schemas.microsoft.com/office/drawing/2014/main" id="{B722C308-7883-AC14-339F-3EE42256C283}"/>
                    </a:ext>
                  </a:extLst>
                </p14:cNvPr>
                <p14:cNvContentPartPr/>
                <p14:nvPr/>
              </p14:nvContentPartPr>
              <p14:xfrm>
                <a:off x="6881307" y="4497665"/>
                <a:ext cx="111600" cy="191160"/>
              </p14:xfrm>
            </p:contentPart>
          </mc:Choice>
          <mc:Fallback xmlns="">
            <p:pic>
              <p:nvPicPr>
                <p:cNvPr id="105" name="Ink 104">
                  <a:extLst>
                    <a:ext uri="{FF2B5EF4-FFF2-40B4-BE49-F238E27FC236}">
                      <a16:creationId xmlns:a16="http://schemas.microsoft.com/office/drawing/2014/main" id="{B722C308-7883-AC14-339F-3EE42256C283}"/>
                    </a:ext>
                  </a:extLst>
                </p:cNvPr>
                <p:cNvPicPr/>
                <p:nvPr/>
              </p:nvPicPr>
              <p:blipFill>
                <a:blip r:embed="rId40"/>
                <a:stretch>
                  <a:fillRect/>
                </a:stretch>
              </p:blipFill>
              <p:spPr>
                <a:xfrm>
                  <a:off x="6872307" y="4489025"/>
                  <a:ext cx="12924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06" name="Ink 105">
                  <a:extLst>
                    <a:ext uri="{FF2B5EF4-FFF2-40B4-BE49-F238E27FC236}">
                      <a16:creationId xmlns:a16="http://schemas.microsoft.com/office/drawing/2014/main" id="{8389BBF4-F045-882B-61CA-F3D96A4E301D}"/>
                    </a:ext>
                  </a:extLst>
                </p14:cNvPr>
                <p14:cNvContentPartPr/>
                <p14:nvPr/>
              </p14:nvContentPartPr>
              <p14:xfrm>
                <a:off x="7042227" y="4592705"/>
                <a:ext cx="60480" cy="83160"/>
              </p14:xfrm>
            </p:contentPart>
          </mc:Choice>
          <mc:Fallback xmlns="">
            <p:pic>
              <p:nvPicPr>
                <p:cNvPr id="106" name="Ink 105">
                  <a:extLst>
                    <a:ext uri="{FF2B5EF4-FFF2-40B4-BE49-F238E27FC236}">
                      <a16:creationId xmlns:a16="http://schemas.microsoft.com/office/drawing/2014/main" id="{8389BBF4-F045-882B-61CA-F3D96A4E301D}"/>
                    </a:ext>
                  </a:extLst>
                </p:cNvPr>
                <p:cNvPicPr/>
                <p:nvPr/>
              </p:nvPicPr>
              <p:blipFill>
                <a:blip r:embed="rId42"/>
                <a:stretch>
                  <a:fillRect/>
                </a:stretch>
              </p:blipFill>
              <p:spPr>
                <a:xfrm>
                  <a:off x="7033227" y="4583705"/>
                  <a:ext cx="7812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07" name="Ink 106">
                  <a:extLst>
                    <a:ext uri="{FF2B5EF4-FFF2-40B4-BE49-F238E27FC236}">
                      <a16:creationId xmlns:a16="http://schemas.microsoft.com/office/drawing/2014/main" id="{05FC844E-9994-070F-1A0B-5DD4B9A202A6}"/>
                    </a:ext>
                  </a:extLst>
                </p14:cNvPr>
                <p14:cNvContentPartPr/>
                <p14:nvPr/>
              </p14:nvContentPartPr>
              <p14:xfrm>
                <a:off x="7127907" y="4600625"/>
                <a:ext cx="73440" cy="70920"/>
              </p14:xfrm>
            </p:contentPart>
          </mc:Choice>
          <mc:Fallback xmlns="">
            <p:pic>
              <p:nvPicPr>
                <p:cNvPr id="107" name="Ink 106">
                  <a:extLst>
                    <a:ext uri="{FF2B5EF4-FFF2-40B4-BE49-F238E27FC236}">
                      <a16:creationId xmlns:a16="http://schemas.microsoft.com/office/drawing/2014/main" id="{05FC844E-9994-070F-1A0B-5DD4B9A202A6}"/>
                    </a:ext>
                  </a:extLst>
                </p:cNvPr>
                <p:cNvPicPr/>
                <p:nvPr/>
              </p:nvPicPr>
              <p:blipFill>
                <a:blip r:embed="rId44"/>
                <a:stretch>
                  <a:fillRect/>
                </a:stretch>
              </p:blipFill>
              <p:spPr>
                <a:xfrm>
                  <a:off x="7119267" y="4591985"/>
                  <a:ext cx="910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08" name="Ink 107">
                  <a:extLst>
                    <a:ext uri="{FF2B5EF4-FFF2-40B4-BE49-F238E27FC236}">
                      <a16:creationId xmlns:a16="http://schemas.microsoft.com/office/drawing/2014/main" id="{45F2F6F2-0F20-8E73-0AAC-687EDBC131D6}"/>
                    </a:ext>
                  </a:extLst>
                </p14:cNvPr>
                <p14:cNvContentPartPr/>
                <p14:nvPr/>
              </p14:nvContentPartPr>
              <p14:xfrm>
                <a:off x="7233387" y="4591985"/>
                <a:ext cx="64080" cy="169200"/>
              </p14:xfrm>
            </p:contentPart>
          </mc:Choice>
          <mc:Fallback xmlns="">
            <p:pic>
              <p:nvPicPr>
                <p:cNvPr id="108" name="Ink 107">
                  <a:extLst>
                    <a:ext uri="{FF2B5EF4-FFF2-40B4-BE49-F238E27FC236}">
                      <a16:creationId xmlns:a16="http://schemas.microsoft.com/office/drawing/2014/main" id="{45F2F6F2-0F20-8E73-0AAC-687EDBC131D6}"/>
                    </a:ext>
                  </a:extLst>
                </p:cNvPr>
                <p:cNvPicPr/>
                <p:nvPr/>
              </p:nvPicPr>
              <p:blipFill>
                <a:blip r:embed="rId46"/>
                <a:stretch>
                  <a:fillRect/>
                </a:stretch>
              </p:blipFill>
              <p:spPr>
                <a:xfrm>
                  <a:off x="7224387" y="4582985"/>
                  <a:ext cx="8172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09" name="Ink 108">
                  <a:extLst>
                    <a:ext uri="{FF2B5EF4-FFF2-40B4-BE49-F238E27FC236}">
                      <a16:creationId xmlns:a16="http://schemas.microsoft.com/office/drawing/2014/main" id="{4A26ECF3-FD62-53E9-6D22-BA629B25BCD2}"/>
                    </a:ext>
                  </a:extLst>
                </p14:cNvPr>
                <p14:cNvContentPartPr/>
                <p14:nvPr/>
              </p14:nvContentPartPr>
              <p14:xfrm>
                <a:off x="7347147" y="4491185"/>
                <a:ext cx="115560" cy="167040"/>
              </p14:xfrm>
            </p:contentPart>
          </mc:Choice>
          <mc:Fallback xmlns="">
            <p:pic>
              <p:nvPicPr>
                <p:cNvPr id="109" name="Ink 108">
                  <a:extLst>
                    <a:ext uri="{FF2B5EF4-FFF2-40B4-BE49-F238E27FC236}">
                      <a16:creationId xmlns:a16="http://schemas.microsoft.com/office/drawing/2014/main" id="{4A26ECF3-FD62-53E9-6D22-BA629B25BCD2}"/>
                    </a:ext>
                  </a:extLst>
                </p:cNvPr>
                <p:cNvPicPr/>
                <p:nvPr/>
              </p:nvPicPr>
              <p:blipFill>
                <a:blip r:embed="rId48"/>
                <a:stretch>
                  <a:fillRect/>
                </a:stretch>
              </p:blipFill>
              <p:spPr>
                <a:xfrm>
                  <a:off x="7338147" y="4482545"/>
                  <a:ext cx="13320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10" name="Ink 109">
                  <a:extLst>
                    <a:ext uri="{FF2B5EF4-FFF2-40B4-BE49-F238E27FC236}">
                      <a16:creationId xmlns:a16="http://schemas.microsoft.com/office/drawing/2014/main" id="{3FB3B7C1-AD7B-5EFD-CBBB-3DCF97837B1C}"/>
                    </a:ext>
                  </a:extLst>
                </p14:cNvPr>
                <p14:cNvContentPartPr/>
                <p14:nvPr/>
              </p14:nvContentPartPr>
              <p14:xfrm>
                <a:off x="7506627" y="4550585"/>
                <a:ext cx="201600" cy="83520"/>
              </p14:xfrm>
            </p:contentPart>
          </mc:Choice>
          <mc:Fallback xmlns="">
            <p:pic>
              <p:nvPicPr>
                <p:cNvPr id="110" name="Ink 109">
                  <a:extLst>
                    <a:ext uri="{FF2B5EF4-FFF2-40B4-BE49-F238E27FC236}">
                      <a16:creationId xmlns:a16="http://schemas.microsoft.com/office/drawing/2014/main" id="{3FB3B7C1-AD7B-5EFD-CBBB-3DCF97837B1C}"/>
                    </a:ext>
                  </a:extLst>
                </p:cNvPr>
                <p:cNvPicPr/>
                <p:nvPr/>
              </p:nvPicPr>
              <p:blipFill>
                <a:blip r:embed="rId50"/>
                <a:stretch>
                  <a:fillRect/>
                </a:stretch>
              </p:blipFill>
              <p:spPr>
                <a:xfrm>
                  <a:off x="7497987" y="4541585"/>
                  <a:ext cx="21924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11" name="Ink 110">
                  <a:extLst>
                    <a:ext uri="{FF2B5EF4-FFF2-40B4-BE49-F238E27FC236}">
                      <a16:creationId xmlns:a16="http://schemas.microsoft.com/office/drawing/2014/main" id="{B20EBF32-104B-00BA-63E4-E73A7E51817B}"/>
                    </a:ext>
                  </a:extLst>
                </p14:cNvPr>
                <p14:cNvContentPartPr/>
                <p14:nvPr/>
              </p14:nvContentPartPr>
              <p14:xfrm>
                <a:off x="7769427" y="4560305"/>
                <a:ext cx="110880" cy="83160"/>
              </p14:xfrm>
            </p:contentPart>
          </mc:Choice>
          <mc:Fallback xmlns="">
            <p:pic>
              <p:nvPicPr>
                <p:cNvPr id="111" name="Ink 110">
                  <a:extLst>
                    <a:ext uri="{FF2B5EF4-FFF2-40B4-BE49-F238E27FC236}">
                      <a16:creationId xmlns:a16="http://schemas.microsoft.com/office/drawing/2014/main" id="{B20EBF32-104B-00BA-63E4-E73A7E51817B}"/>
                    </a:ext>
                  </a:extLst>
                </p:cNvPr>
                <p:cNvPicPr/>
                <p:nvPr/>
              </p:nvPicPr>
              <p:blipFill>
                <a:blip r:embed="rId52"/>
                <a:stretch>
                  <a:fillRect/>
                </a:stretch>
              </p:blipFill>
              <p:spPr>
                <a:xfrm>
                  <a:off x="7760427" y="4551665"/>
                  <a:ext cx="12852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6" name="Ink 35">
                  <a:extLst>
                    <a:ext uri="{FF2B5EF4-FFF2-40B4-BE49-F238E27FC236}">
                      <a16:creationId xmlns:a16="http://schemas.microsoft.com/office/drawing/2014/main" id="{17468154-206E-396E-9FA8-14BC74CA1357}"/>
                    </a:ext>
                  </a:extLst>
                </p14:cNvPr>
                <p14:cNvContentPartPr/>
                <p14:nvPr/>
              </p14:nvContentPartPr>
              <p14:xfrm>
                <a:off x="5736867" y="2796665"/>
                <a:ext cx="368280" cy="293760"/>
              </p14:xfrm>
            </p:contentPart>
          </mc:Choice>
          <mc:Fallback xmlns="">
            <p:pic>
              <p:nvPicPr>
                <p:cNvPr id="36" name="Ink 35">
                  <a:extLst>
                    <a:ext uri="{FF2B5EF4-FFF2-40B4-BE49-F238E27FC236}">
                      <a16:creationId xmlns:a16="http://schemas.microsoft.com/office/drawing/2014/main" id="{17468154-206E-396E-9FA8-14BC74CA1357}"/>
                    </a:ext>
                  </a:extLst>
                </p:cNvPr>
                <p:cNvPicPr/>
                <p:nvPr/>
              </p:nvPicPr>
              <p:blipFill>
                <a:blip r:embed="rId54"/>
                <a:stretch>
                  <a:fillRect/>
                </a:stretch>
              </p:blipFill>
              <p:spPr>
                <a:xfrm>
                  <a:off x="5728227" y="2787665"/>
                  <a:ext cx="38592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7" name="Ink 36">
                  <a:extLst>
                    <a:ext uri="{FF2B5EF4-FFF2-40B4-BE49-F238E27FC236}">
                      <a16:creationId xmlns:a16="http://schemas.microsoft.com/office/drawing/2014/main" id="{381643FD-ABCD-3AD2-14FB-EB5F579EEEF7}"/>
                    </a:ext>
                  </a:extLst>
                </p14:cNvPr>
                <p14:cNvContentPartPr/>
                <p14:nvPr/>
              </p14:nvContentPartPr>
              <p14:xfrm>
                <a:off x="6006507" y="2818625"/>
                <a:ext cx="652320" cy="41040"/>
              </p14:xfrm>
            </p:contentPart>
          </mc:Choice>
          <mc:Fallback xmlns="">
            <p:pic>
              <p:nvPicPr>
                <p:cNvPr id="37" name="Ink 36">
                  <a:extLst>
                    <a:ext uri="{FF2B5EF4-FFF2-40B4-BE49-F238E27FC236}">
                      <a16:creationId xmlns:a16="http://schemas.microsoft.com/office/drawing/2014/main" id="{381643FD-ABCD-3AD2-14FB-EB5F579EEEF7}"/>
                    </a:ext>
                  </a:extLst>
                </p:cNvPr>
                <p:cNvPicPr/>
                <p:nvPr/>
              </p:nvPicPr>
              <p:blipFill>
                <a:blip r:embed="rId56"/>
                <a:stretch>
                  <a:fillRect/>
                </a:stretch>
              </p:blipFill>
              <p:spPr>
                <a:xfrm>
                  <a:off x="5997507" y="2809985"/>
                  <a:ext cx="6699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9" name="Ink 38">
                  <a:extLst>
                    <a:ext uri="{FF2B5EF4-FFF2-40B4-BE49-F238E27FC236}">
                      <a16:creationId xmlns:a16="http://schemas.microsoft.com/office/drawing/2014/main" id="{86B72DD0-F6AE-77D4-B637-59FECF8E4A9E}"/>
                    </a:ext>
                  </a:extLst>
                </p14:cNvPr>
                <p14:cNvContentPartPr/>
                <p14:nvPr/>
              </p14:nvContentPartPr>
              <p14:xfrm>
                <a:off x="6061947" y="2539985"/>
                <a:ext cx="1492920" cy="789840"/>
              </p14:xfrm>
            </p:contentPart>
          </mc:Choice>
          <mc:Fallback xmlns="">
            <p:pic>
              <p:nvPicPr>
                <p:cNvPr id="39" name="Ink 38">
                  <a:extLst>
                    <a:ext uri="{FF2B5EF4-FFF2-40B4-BE49-F238E27FC236}">
                      <a16:creationId xmlns:a16="http://schemas.microsoft.com/office/drawing/2014/main" id="{86B72DD0-F6AE-77D4-B637-59FECF8E4A9E}"/>
                    </a:ext>
                  </a:extLst>
                </p:cNvPr>
                <p:cNvPicPr/>
                <p:nvPr/>
              </p:nvPicPr>
              <p:blipFill>
                <a:blip r:embed="rId58"/>
                <a:stretch>
                  <a:fillRect/>
                </a:stretch>
              </p:blipFill>
              <p:spPr>
                <a:xfrm>
                  <a:off x="6053307" y="2530985"/>
                  <a:ext cx="1510560" cy="8074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0" name="Ink 39">
                  <a:extLst>
                    <a:ext uri="{FF2B5EF4-FFF2-40B4-BE49-F238E27FC236}">
                      <a16:creationId xmlns:a16="http://schemas.microsoft.com/office/drawing/2014/main" id="{BC8A3841-756B-66E3-9DA5-C2AD569AD8E5}"/>
                    </a:ext>
                  </a:extLst>
                </p14:cNvPr>
                <p14:cNvContentPartPr/>
                <p14:nvPr/>
              </p14:nvContentPartPr>
              <p14:xfrm>
                <a:off x="6045027" y="2959025"/>
                <a:ext cx="78120" cy="72720"/>
              </p14:xfrm>
            </p:contentPart>
          </mc:Choice>
          <mc:Fallback xmlns="">
            <p:pic>
              <p:nvPicPr>
                <p:cNvPr id="40" name="Ink 39">
                  <a:extLst>
                    <a:ext uri="{FF2B5EF4-FFF2-40B4-BE49-F238E27FC236}">
                      <a16:creationId xmlns:a16="http://schemas.microsoft.com/office/drawing/2014/main" id="{BC8A3841-756B-66E3-9DA5-C2AD569AD8E5}"/>
                    </a:ext>
                  </a:extLst>
                </p:cNvPr>
                <p:cNvPicPr/>
                <p:nvPr/>
              </p:nvPicPr>
              <p:blipFill>
                <a:blip r:embed="rId60"/>
                <a:stretch>
                  <a:fillRect/>
                </a:stretch>
              </p:blipFill>
              <p:spPr>
                <a:xfrm>
                  <a:off x="6036027" y="2950025"/>
                  <a:ext cx="9576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1" name="Ink 40">
                  <a:extLst>
                    <a:ext uri="{FF2B5EF4-FFF2-40B4-BE49-F238E27FC236}">
                      <a16:creationId xmlns:a16="http://schemas.microsoft.com/office/drawing/2014/main" id="{0376EB41-ED60-7242-12A7-823CC3988D73}"/>
                    </a:ext>
                  </a:extLst>
                </p14:cNvPr>
                <p14:cNvContentPartPr/>
                <p14:nvPr/>
              </p14:nvContentPartPr>
              <p14:xfrm>
                <a:off x="6041427" y="2837345"/>
                <a:ext cx="2880" cy="201600"/>
              </p14:xfrm>
            </p:contentPart>
          </mc:Choice>
          <mc:Fallback xmlns="">
            <p:pic>
              <p:nvPicPr>
                <p:cNvPr id="41" name="Ink 40">
                  <a:extLst>
                    <a:ext uri="{FF2B5EF4-FFF2-40B4-BE49-F238E27FC236}">
                      <a16:creationId xmlns:a16="http://schemas.microsoft.com/office/drawing/2014/main" id="{0376EB41-ED60-7242-12A7-823CC3988D73}"/>
                    </a:ext>
                  </a:extLst>
                </p:cNvPr>
                <p:cNvPicPr/>
                <p:nvPr/>
              </p:nvPicPr>
              <p:blipFill>
                <a:blip r:embed="rId62"/>
                <a:stretch>
                  <a:fillRect/>
                </a:stretch>
              </p:blipFill>
              <p:spPr>
                <a:xfrm>
                  <a:off x="6032427" y="2828345"/>
                  <a:ext cx="205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2" name="Ink 41">
                  <a:extLst>
                    <a:ext uri="{FF2B5EF4-FFF2-40B4-BE49-F238E27FC236}">
                      <a16:creationId xmlns:a16="http://schemas.microsoft.com/office/drawing/2014/main" id="{D460B173-3052-E518-C5B2-C08F8C94C9A2}"/>
                    </a:ext>
                  </a:extLst>
                </p14:cNvPr>
                <p14:cNvContentPartPr/>
                <p14:nvPr/>
              </p14:nvContentPartPr>
              <p14:xfrm>
                <a:off x="6192627" y="2737625"/>
                <a:ext cx="541080" cy="106560"/>
              </p14:xfrm>
            </p:contentPart>
          </mc:Choice>
          <mc:Fallback xmlns="">
            <p:pic>
              <p:nvPicPr>
                <p:cNvPr id="42" name="Ink 41">
                  <a:extLst>
                    <a:ext uri="{FF2B5EF4-FFF2-40B4-BE49-F238E27FC236}">
                      <a16:creationId xmlns:a16="http://schemas.microsoft.com/office/drawing/2014/main" id="{D460B173-3052-E518-C5B2-C08F8C94C9A2}"/>
                    </a:ext>
                  </a:extLst>
                </p:cNvPr>
                <p:cNvPicPr/>
                <p:nvPr/>
              </p:nvPicPr>
              <p:blipFill>
                <a:blip r:embed="rId64"/>
                <a:stretch>
                  <a:fillRect/>
                </a:stretch>
              </p:blipFill>
              <p:spPr>
                <a:xfrm>
                  <a:off x="6183627" y="2728985"/>
                  <a:ext cx="55872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4" name="Ink 53">
                  <a:extLst>
                    <a:ext uri="{FF2B5EF4-FFF2-40B4-BE49-F238E27FC236}">
                      <a16:creationId xmlns:a16="http://schemas.microsoft.com/office/drawing/2014/main" id="{8507D293-3D43-9E00-2FC5-2EA055C04584}"/>
                    </a:ext>
                  </a:extLst>
                </p14:cNvPr>
                <p14:cNvContentPartPr/>
                <p14:nvPr/>
              </p14:nvContentPartPr>
              <p14:xfrm>
                <a:off x="5651187" y="2945705"/>
                <a:ext cx="51120" cy="36000"/>
              </p14:xfrm>
            </p:contentPart>
          </mc:Choice>
          <mc:Fallback xmlns="">
            <p:pic>
              <p:nvPicPr>
                <p:cNvPr id="54" name="Ink 53">
                  <a:extLst>
                    <a:ext uri="{FF2B5EF4-FFF2-40B4-BE49-F238E27FC236}">
                      <a16:creationId xmlns:a16="http://schemas.microsoft.com/office/drawing/2014/main" id="{8507D293-3D43-9E00-2FC5-2EA055C04584}"/>
                    </a:ext>
                  </a:extLst>
                </p:cNvPr>
                <p:cNvPicPr/>
                <p:nvPr/>
              </p:nvPicPr>
              <p:blipFill>
                <a:blip r:embed="rId66"/>
                <a:stretch>
                  <a:fillRect/>
                </a:stretch>
              </p:blipFill>
              <p:spPr>
                <a:xfrm>
                  <a:off x="5642547" y="2937065"/>
                  <a:ext cx="6876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5" name="Ink 54">
                  <a:extLst>
                    <a:ext uri="{FF2B5EF4-FFF2-40B4-BE49-F238E27FC236}">
                      <a16:creationId xmlns:a16="http://schemas.microsoft.com/office/drawing/2014/main" id="{939AA4A9-61E1-3834-6C1B-1FB2B0EC1749}"/>
                    </a:ext>
                  </a:extLst>
                </p14:cNvPr>
                <p14:cNvContentPartPr/>
                <p14:nvPr/>
              </p14:nvContentPartPr>
              <p14:xfrm>
                <a:off x="5591787" y="2904665"/>
                <a:ext cx="34560" cy="145800"/>
              </p14:xfrm>
            </p:contentPart>
          </mc:Choice>
          <mc:Fallback xmlns="">
            <p:pic>
              <p:nvPicPr>
                <p:cNvPr id="55" name="Ink 54">
                  <a:extLst>
                    <a:ext uri="{FF2B5EF4-FFF2-40B4-BE49-F238E27FC236}">
                      <a16:creationId xmlns:a16="http://schemas.microsoft.com/office/drawing/2014/main" id="{939AA4A9-61E1-3834-6C1B-1FB2B0EC1749}"/>
                    </a:ext>
                  </a:extLst>
                </p:cNvPr>
                <p:cNvPicPr/>
                <p:nvPr/>
              </p:nvPicPr>
              <p:blipFill>
                <a:blip r:embed="rId68"/>
                <a:stretch>
                  <a:fillRect/>
                </a:stretch>
              </p:blipFill>
              <p:spPr>
                <a:xfrm>
                  <a:off x="5582787" y="2895665"/>
                  <a:ext cx="522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6" name="Ink 55">
                  <a:extLst>
                    <a:ext uri="{FF2B5EF4-FFF2-40B4-BE49-F238E27FC236}">
                      <a16:creationId xmlns:a16="http://schemas.microsoft.com/office/drawing/2014/main" id="{63A63B40-803D-A76A-E457-724E6D8F228F}"/>
                    </a:ext>
                  </a:extLst>
                </p14:cNvPr>
                <p14:cNvContentPartPr/>
                <p14:nvPr/>
              </p14:nvContentPartPr>
              <p14:xfrm>
                <a:off x="5550747" y="2876945"/>
                <a:ext cx="37080" cy="253080"/>
              </p14:xfrm>
            </p:contentPart>
          </mc:Choice>
          <mc:Fallback xmlns="">
            <p:pic>
              <p:nvPicPr>
                <p:cNvPr id="56" name="Ink 55">
                  <a:extLst>
                    <a:ext uri="{FF2B5EF4-FFF2-40B4-BE49-F238E27FC236}">
                      <a16:creationId xmlns:a16="http://schemas.microsoft.com/office/drawing/2014/main" id="{63A63B40-803D-A76A-E457-724E6D8F228F}"/>
                    </a:ext>
                  </a:extLst>
                </p:cNvPr>
                <p:cNvPicPr/>
                <p:nvPr/>
              </p:nvPicPr>
              <p:blipFill>
                <a:blip r:embed="rId70"/>
                <a:stretch>
                  <a:fillRect/>
                </a:stretch>
              </p:blipFill>
              <p:spPr>
                <a:xfrm>
                  <a:off x="5542107" y="2867945"/>
                  <a:ext cx="5472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7" name="Ink 56">
                  <a:extLst>
                    <a:ext uri="{FF2B5EF4-FFF2-40B4-BE49-F238E27FC236}">
                      <a16:creationId xmlns:a16="http://schemas.microsoft.com/office/drawing/2014/main" id="{1B584D56-A962-5FBC-3B26-CE9C875AB7AD}"/>
                    </a:ext>
                  </a:extLst>
                </p14:cNvPr>
                <p14:cNvContentPartPr/>
                <p14:nvPr/>
              </p14:nvContentPartPr>
              <p14:xfrm>
                <a:off x="5465427" y="2839145"/>
                <a:ext cx="70560" cy="326880"/>
              </p14:xfrm>
            </p:contentPart>
          </mc:Choice>
          <mc:Fallback xmlns="">
            <p:pic>
              <p:nvPicPr>
                <p:cNvPr id="57" name="Ink 56">
                  <a:extLst>
                    <a:ext uri="{FF2B5EF4-FFF2-40B4-BE49-F238E27FC236}">
                      <a16:creationId xmlns:a16="http://schemas.microsoft.com/office/drawing/2014/main" id="{1B584D56-A962-5FBC-3B26-CE9C875AB7AD}"/>
                    </a:ext>
                  </a:extLst>
                </p:cNvPr>
                <p:cNvPicPr/>
                <p:nvPr/>
              </p:nvPicPr>
              <p:blipFill>
                <a:blip r:embed="rId72"/>
                <a:stretch>
                  <a:fillRect/>
                </a:stretch>
              </p:blipFill>
              <p:spPr>
                <a:xfrm>
                  <a:off x="5456787" y="2830145"/>
                  <a:ext cx="8820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8" name="Ink 57">
                  <a:extLst>
                    <a:ext uri="{FF2B5EF4-FFF2-40B4-BE49-F238E27FC236}">
                      <a16:creationId xmlns:a16="http://schemas.microsoft.com/office/drawing/2014/main" id="{52595F96-1DC6-7FB9-2AB4-366F4330FAE3}"/>
                    </a:ext>
                  </a:extLst>
                </p14:cNvPr>
                <p14:cNvContentPartPr/>
                <p14:nvPr/>
              </p14:nvContentPartPr>
              <p14:xfrm>
                <a:off x="5319987" y="2803505"/>
                <a:ext cx="108720" cy="401760"/>
              </p14:xfrm>
            </p:contentPart>
          </mc:Choice>
          <mc:Fallback xmlns="">
            <p:pic>
              <p:nvPicPr>
                <p:cNvPr id="58" name="Ink 57">
                  <a:extLst>
                    <a:ext uri="{FF2B5EF4-FFF2-40B4-BE49-F238E27FC236}">
                      <a16:creationId xmlns:a16="http://schemas.microsoft.com/office/drawing/2014/main" id="{52595F96-1DC6-7FB9-2AB4-366F4330FAE3}"/>
                    </a:ext>
                  </a:extLst>
                </p:cNvPr>
                <p:cNvPicPr/>
                <p:nvPr/>
              </p:nvPicPr>
              <p:blipFill>
                <a:blip r:embed="rId74"/>
                <a:stretch>
                  <a:fillRect/>
                </a:stretch>
              </p:blipFill>
              <p:spPr>
                <a:xfrm>
                  <a:off x="5311347" y="2794865"/>
                  <a:ext cx="12636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76" name="Ink 75">
                  <a:extLst>
                    <a:ext uri="{FF2B5EF4-FFF2-40B4-BE49-F238E27FC236}">
                      <a16:creationId xmlns:a16="http://schemas.microsoft.com/office/drawing/2014/main" id="{A70199F0-B895-ABDE-36F5-63158482F3F0}"/>
                    </a:ext>
                  </a:extLst>
                </p14:cNvPr>
                <p14:cNvContentPartPr/>
                <p14:nvPr/>
              </p14:nvContentPartPr>
              <p14:xfrm>
                <a:off x="6598347" y="2950025"/>
                <a:ext cx="19800" cy="140040"/>
              </p14:xfrm>
            </p:contentPart>
          </mc:Choice>
          <mc:Fallback xmlns="">
            <p:pic>
              <p:nvPicPr>
                <p:cNvPr id="76" name="Ink 75">
                  <a:extLst>
                    <a:ext uri="{FF2B5EF4-FFF2-40B4-BE49-F238E27FC236}">
                      <a16:creationId xmlns:a16="http://schemas.microsoft.com/office/drawing/2014/main" id="{A70199F0-B895-ABDE-36F5-63158482F3F0}"/>
                    </a:ext>
                  </a:extLst>
                </p:cNvPr>
                <p:cNvPicPr/>
                <p:nvPr/>
              </p:nvPicPr>
              <p:blipFill>
                <a:blip r:embed="rId76"/>
                <a:stretch>
                  <a:fillRect/>
                </a:stretch>
              </p:blipFill>
              <p:spPr>
                <a:xfrm>
                  <a:off x="6589707" y="2941385"/>
                  <a:ext cx="3744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77" name="Ink 76">
                  <a:extLst>
                    <a:ext uri="{FF2B5EF4-FFF2-40B4-BE49-F238E27FC236}">
                      <a16:creationId xmlns:a16="http://schemas.microsoft.com/office/drawing/2014/main" id="{FF7F26DE-C058-8B0E-5891-CF17C4F1CF0E}"/>
                    </a:ext>
                  </a:extLst>
                </p14:cNvPr>
                <p14:cNvContentPartPr/>
                <p14:nvPr/>
              </p14:nvContentPartPr>
              <p14:xfrm>
                <a:off x="6703827" y="2946065"/>
                <a:ext cx="111600" cy="125280"/>
              </p14:xfrm>
            </p:contentPart>
          </mc:Choice>
          <mc:Fallback xmlns="">
            <p:pic>
              <p:nvPicPr>
                <p:cNvPr id="77" name="Ink 76">
                  <a:extLst>
                    <a:ext uri="{FF2B5EF4-FFF2-40B4-BE49-F238E27FC236}">
                      <a16:creationId xmlns:a16="http://schemas.microsoft.com/office/drawing/2014/main" id="{FF7F26DE-C058-8B0E-5891-CF17C4F1CF0E}"/>
                    </a:ext>
                  </a:extLst>
                </p:cNvPr>
                <p:cNvPicPr/>
                <p:nvPr/>
              </p:nvPicPr>
              <p:blipFill>
                <a:blip r:embed="rId78"/>
                <a:stretch>
                  <a:fillRect/>
                </a:stretch>
              </p:blipFill>
              <p:spPr>
                <a:xfrm>
                  <a:off x="6695187" y="2937425"/>
                  <a:ext cx="12924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78" name="Ink 77">
                  <a:extLst>
                    <a:ext uri="{FF2B5EF4-FFF2-40B4-BE49-F238E27FC236}">
                      <a16:creationId xmlns:a16="http://schemas.microsoft.com/office/drawing/2014/main" id="{DC97BB6B-8B95-57D9-E987-146C2037C991}"/>
                    </a:ext>
                  </a:extLst>
                </p14:cNvPr>
                <p14:cNvContentPartPr/>
                <p14:nvPr/>
              </p14:nvContentPartPr>
              <p14:xfrm>
                <a:off x="6734787" y="3023825"/>
                <a:ext cx="73080" cy="2160"/>
              </p14:xfrm>
            </p:contentPart>
          </mc:Choice>
          <mc:Fallback xmlns="">
            <p:pic>
              <p:nvPicPr>
                <p:cNvPr id="78" name="Ink 77">
                  <a:extLst>
                    <a:ext uri="{FF2B5EF4-FFF2-40B4-BE49-F238E27FC236}">
                      <a16:creationId xmlns:a16="http://schemas.microsoft.com/office/drawing/2014/main" id="{DC97BB6B-8B95-57D9-E987-146C2037C991}"/>
                    </a:ext>
                  </a:extLst>
                </p:cNvPr>
                <p:cNvPicPr/>
                <p:nvPr/>
              </p:nvPicPr>
              <p:blipFill>
                <a:blip r:embed="rId80"/>
                <a:stretch>
                  <a:fillRect/>
                </a:stretch>
              </p:blipFill>
              <p:spPr>
                <a:xfrm>
                  <a:off x="6726147" y="3015185"/>
                  <a:ext cx="9072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79" name="Ink 78">
                  <a:extLst>
                    <a:ext uri="{FF2B5EF4-FFF2-40B4-BE49-F238E27FC236}">
                      <a16:creationId xmlns:a16="http://schemas.microsoft.com/office/drawing/2014/main" id="{B267402D-A9E9-588F-46FE-319F1C47BCE1}"/>
                    </a:ext>
                  </a:extLst>
                </p14:cNvPr>
                <p14:cNvContentPartPr/>
                <p14:nvPr/>
              </p14:nvContentPartPr>
              <p14:xfrm>
                <a:off x="6880587" y="2979545"/>
                <a:ext cx="10440" cy="107640"/>
              </p14:xfrm>
            </p:contentPart>
          </mc:Choice>
          <mc:Fallback xmlns="">
            <p:pic>
              <p:nvPicPr>
                <p:cNvPr id="79" name="Ink 78">
                  <a:extLst>
                    <a:ext uri="{FF2B5EF4-FFF2-40B4-BE49-F238E27FC236}">
                      <a16:creationId xmlns:a16="http://schemas.microsoft.com/office/drawing/2014/main" id="{B267402D-A9E9-588F-46FE-319F1C47BCE1}"/>
                    </a:ext>
                  </a:extLst>
                </p:cNvPr>
                <p:cNvPicPr/>
                <p:nvPr/>
              </p:nvPicPr>
              <p:blipFill>
                <a:blip r:embed="rId82"/>
                <a:stretch>
                  <a:fillRect/>
                </a:stretch>
              </p:blipFill>
              <p:spPr>
                <a:xfrm>
                  <a:off x="6871947" y="2970545"/>
                  <a:ext cx="280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80" name="Ink 79">
                  <a:extLst>
                    <a:ext uri="{FF2B5EF4-FFF2-40B4-BE49-F238E27FC236}">
                      <a16:creationId xmlns:a16="http://schemas.microsoft.com/office/drawing/2014/main" id="{59764203-0FD1-5670-A52B-2A95F723C1B3}"/>
                    </a:ext>
                  </a:extLst>
                </p14:cNvPr>
                <p14:cNvContentPartPr/>
                <p14:nvPr/>
              </p14:nvContentPartPr>
              <p14:xfrm>
                <a:off x="6900747" y="2959745"/>
                <a:ext cx="72000" cy="16200"/>
              </p14:xfrm>
            </p:contentPart>
          </mc:Choice>
          <mc:Fallback xmlns="">
            <p:pic>
              <p:nvPicPr>
                <p:cNvPr id="80" name="Ink 79">
                  <a:extLst>
                    <a:ext uri="{FF2B5EF4-FFF2-40B4-BE49-F238E27FC236}">
                      <a16:creationId xmlns:a16="http://schemas.microsoft.com/office/drawing/2014/main" id="{59764203-0FD1-5670-A52B-2A95F723C1B3}"/>
                    </a:ext>
                  </a:extLst>
                </p:cNvPr>
                <p:cNvPicPr/>
                <p:nvPr/>
              </p:nvPicPr>
              <p:blipFill>
                <a:blip r:embed="rId84"/>
                <a:stretch>
                  <a:fillRect/>
                </a:stretch>
              </p:blipFill>
              <p:spPr>
                <a:xfrm>
                  <a:off x="6891747" y="2950745"/>
                  <a:ext cx="8964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81" name="Ink 80">
                  <a:extLst>
                    <a:ext uri="{FF2B5EF4-FFF2-40B4-BE49-F238E27FC236}">
                      <a16:creationId xmlns:a16="http://schemas.microsoft.com/office/drawing/2014/main" id="{47B7D36E-3556-6BBC-D0A7-25D4A7D55837}"/>
                    </a:ext>
                  </a:extLst>
                </p14:cNvPr>
                <p14:cNvContentPartPr/>
                <p14:nvPr/>
              </p14:nvContentPartPr>
              <p14:xfrm>
                <a:off x="6916227" y="3031025"/>
                <a:ext cx="82080" cy="18360"/>
              </p14:xfrm>
            </p:contentPart>
          </mc:Choice>
          <mc:Fallback xmlns="">
            <p:pic>
              <p:nvPicPr>
                <p:cNvPr id="81" name="Ink 80">
                  <a:extLst>
                    <a:ext uri="{FF2B5EF4-FFF2-40B4-BE49-F238E27FC236}">
                      <a16:creationId xmlns:a16="http://schemas.microsoft.com/office/drawing/2014/main" id="{47B7D36E-3556-6BBC-D0A7-25D4A7D55837}"/>
                    </a:ext>
                  </a:extLst>
                </p:cNvPr>
                <p:cNvPicPr/>
                <p:nvPr/>
              </p:nvPicPr>
              <p:blipFill>
                <a:blip r:embed="rId86"/>
                <a:stretch>
                  <a:fillRect/>
                </a:stretch>
              </p:blipFill>
              <p:spPr>
                <a:xfrm>
                  <a:off x="6907227" y="3022025"/>
                  <a:ext cx="997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13" name="Ink 112">
                  <a:extLst>
                    <a:ext uri="{FF2B5EF4-FFF2-40B4-BE49-F238E27FC236}">
                      <a16:creationId xmlns:a16="http://schemas.microsoft.com/office/drawing/2014/main" id="{F652AAB7-0DC5-8154-F972-A548B362CC54}"/>
                    </a:ext>
                  </a:extLst>
                </p14:cNvPr>
                <p14:cNvContentPartPr/>
                <p14:nvPr/>
              </p14:nvContentPartPr>
              <p14:xfrm>
                <a:off x="5496387" y="2659145"/>
                <a:ext cx="46800" cy="100080"/>
              </p14:xfrm>
            </p:contentPart>
          </mc:Choice>
          <mc:Fallback xmlns="">
            <p:pic>
              <p:nvPicPr>
                <p:cNvPr id="113" name="Ink 112">
                  <a:extLst>
                    <a:ext uri="{FF2B5EF4-FFF2-40B4-BE49-F238E27FC236}">
                      <a16:creationId xmlns:a16="http://schemas.microsoft.com/office/drawing/2014/main" id="{F652AAB7-0DC5-8154-F972-A548B362CC54}"/>
                    </a:ext>
                  </a:extLst>
                </p:cNvPr>
                <p:cNvPicPr/>
                <p:nvPr/>
              </p:nvPicPr>
              <p:blipFill>
                <a:blip r:embed="rId88"/>
                <a:stretch>
                  <a:fillRect/>
                </a:stretch>
              </p:blipFill>
              <p:spPr>
                <a:xfrm>
                  <a:off x="5487387" y="2650145"/>
                  <a:ext cx="6444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14" name="Ink 113">
                  <a:extLst>
                    <a:ext uri="{FF2B5EF4-FFF2-40B4-BE49-F238E27FC236}">
                      <a16:creationId xmlns:a16="http://schemas.microsoft.com/office/drawing/2014/main" id="{FAAF8540-2957-8277-DF90-A6849516FD9F}"/>
                    </a:ext>
                  </a:extLst>
                </p14:cNvPr>
                <p14:cNvContentPartPr/>
                <p14:nvPr/>
              </p14:nvContentPartPr>
              <p14:xfrm>
                <a:off x="5583867" y="2634305"/>
                <a:ext cx="48240" cy="108360"/>
              </p14:xfrm>
            </p:contentPart>
          </mc:Choice>
          <mc:Fallback xmlns="">
            <p:pic>
              <p:nvPicPr>
                <p:cNvPr id="114" name="Ink 113">
                  <a:extLst>
                    <a:ext uri="{FF2B5EF4-FFF2-40B4-BE49-F238E27FC236}">
                      <a16:creationId xmlns:a16="http://schemas.microsoft.com/office/drawing/2014/main" id="{FAAF8540-2957-8277-DF90-A6849516FD9F}"/>
                    </a:ext>
                  </a:extLst>
                </p:cNvPr>
                <p:cNvPicPr/>
                <p:nvPr/>
              </p:nvPicPr>
              <p:blipFill>
                <a:blip r:embed="rId90"/>
                <a:stretch>
                  <a:fillRect/>
                </a:stretch>
              </p:blipFill>
              <p:spPr>
                <a:xfrm>
                  <a:off x="5574867" y="2625665"/>
                  <a:ext cx="658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15" name="Ink 114">
                  <a:extLst>
                    <a:ext uri="{FF2B5EF4-FFF2-40B4-BE49-F238E27FC236}">
                      <a16:creationId xmlns:a16="http://schemas.microsoft.com/office/drawing/2014/main" id="{3288ECED-6393-4BE1-57F3-A93425477C07}"/>
                    </a:ext>
                  </a:extLst>
                </p14:cNvPr>
                <p14:cNvContentPartPr/>
                <p14:nvPr/>
              </p14:nvContentPartPr>
              <p14:xfrm>
                <a:off x="5672067" y="2661305"/>
                <a:ext cx="33120" cy="68040"/>
              </p14:xfrm>
            </p:contentPart>
          </mc:Choice>
          <mc:Fallback xmlns="">
            <p:pic>
              <p:nvPicPr>
                <p:cNvPr id="115" name="Ink 114">
                  <a:extLst>
                    <a:ext uri="{FF2B5EF4-FFF2-40B4-BE49-F238E27FC236}">
                      <a16:creationId xmlns:a16="http://schemas.microsoft.com/office/drawing/2014/main" id="{3288ECED-6393-4BE1-57F3-A93425477C07}"/>
                    </a:ext>
                  </a:extLst>
                </p:cNvPr>
                <p:cNvPicPr/>
                <p:nvPr/>
              </p:nvPicPr>
              <p:blipFill>
                <a:blip r:embed="rId92"/>
                <a:stretch>
                  <a:fillRect/>
                </a:stretch>
              </p:blipFill>
              <p:spPr>
                <a:xfrm>
                  <a:off x="5663067" y="2652305"/>
                  <a:ext cx="5076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16" name="Ink 115">
                  <a:extLst>
                    <a:ext uri="{FF2B5EF4-FFF2-40B4-BE49-F238E27FC236}">
                      <a16:creationId xmlns:a16="http://schemas.microsoft.com/office/drawing/2014/main" id="{006EFA6D-A127-6EBC-3F9E-237BECB2905A}"/>
                    </a:ext>
                  </a:extLst>
                </p14:cNvPr>
                <p14:cNvContentPartPr/>
                <p14:nvPr/>
              </p14:nvContentPartPr>
              <p14:xfrm>
                <a:off x="5738667" y="2593625"/>
                <a:ext cx="133560" cy="143280"/>
              </p14:xfrm>
            </p:contentPart>
          </mc:Choice>
          <mc:Fallback xmlns="">
            <p:pic>
              <p:nvPicPr>
                <p:cNvPr id="116" name="Ink 115">
                  <a:extLst>
                    <a:ext uri="{FF2B5EF4-FFF2-40B4-BE49-F238E27FC236}">
                      <a16:creationId xmlns:a16="http://schemas.microsoft.com/office/drawing/2014/main" id="{006EFA6D-A127-6EBC-3F9E-237BECB2905A}"/>
                    </a:ext>
                  </a:extLst>
                </p:cNvPr>
                <p:cNvPicPr/>
                <p:nvPr/>
              </p:nvPicPr>
              <p:blipFill>
                <a:blip r:embed="rId94"/>
                <a:stretch>
                  <a:fillRect/>
                </a:stretch>
              </p:blipFill>
              <p:spPr>
                <a:xfrm>
                  <a:off x="5729667" y="2584985"/>
                  <a:ext cx="15120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17" name="Ink 116">
                  <a:extLst>
                    <a:ext uri="{FF2B5EF4-FFF2-40B4-BE49-F238E27FC236}">
                      <a16:creationId xmlns:a16="http://schemas.microsoft.com/office/drawing/2014/main" id="{A819393A-6A50-14B9-3F90-1CBE7B3961E7}"/>
                    </a:ext>
                  </a:extLst>
                </p14:cNvPr>
                <p14:cNvContentPartPr/>
                <p14:nvPr/>
              </p14:nvContentPartPr>
              <p14:xfrm>
                <a:off x="5861067" y="2648345"/>
                <a:ext cx="27360" cy="24480"/>
              </p14:xfrm>
            </p:contentPart>
          </mc:Choice>
          <mc:Fallback xmlns="">
            <p:pic>
              <p:nvPicPr>
                <p:cNvPr id="117" name="Ink 116">
                  <a:extLst>
                    <a:ext uri="{FF2B5EF4-FFF2-40B4-BE49-F238E27FC236}">
                      <a16:creationId xmlns:a16="http://schemas.microsoft.com/office/drawing/2014/main" id="{A819393A-6A50-14B9-3F90-1CBE7B3961E7}"/>
                    </a:ext>
                  </a:extLst>
                </p:cNvPr>
                <p:cNvPicPr/>
                <p:nvPr/>
              </p:nvPicPr>
              <p:blipFill>
                <a:blip r:embed="rId96"/>
                <a:stretch>
                  <a:fillRect/>
                </a:stretch>
              </p:blipFill>
              <p:spPr>
                <a:xfrm>
                  <a:off x="5852427" y="2639345"/>
                  <a:ext cx="4500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18" name="Ink 117">
                  <a:extLst>
                    <a:ext uri="{FF2B5EF4-FFF2-40B4-BE49-F238E27FC236}">
                      <a16:creationId xmlns:a16="http://schemas.microsoft.com/office/drawing/2014/main" id="{25F2F76C-38FE-939B-C87A-C3F55B9A87B5}"/>
                    </a:ext>
                  </a:extLst>
                </p14:cNvPr>
                <p14:cNvContentPartPr/>
                <p14:nvPr/>
              </p14:nvContentPartPr>
              <p14:xfrm>
                <a:off x="5919387" y="2652305"/>
                <a:ext cx="35640" cy="70560"/>
              </p14:xfrm>
            </p:contentPart>
          </mc:Choice>
          <mc:Fallback xmlns="">
            <p:pic>
              <p:nvPicPr>
                <p:cNvPr id="118" name="Ink 117">
                  <a:extLst>
                    <a:ext uri="{FF2B5EF4-FFF2-40B4-BE49-F238E27FC236}">
                      <a16:creationId xmlns:a16="http://schemas.microsoft.com/office/drawing/2014/main" id="{25F2F76C-38FE-939B-C87A-C3F55B9A87B5}"/>
                    </a:ext>
                  </a:extLst>
                </p:cNvPr>
                <p:cNvPicPr/>
                <p:nvPr/>
              </p:nvPicPr>
              <p:blipFill>
                <a:blip r:embed="rId98"/>
                <a:stretch>
                  <a:fillRect/>
                </a:stretch>
              </p:blipFill>
              <p:spPr>
                <a:xfrm>
                  <a:off x="5910747" y="2643305"/>
                  <a:ext cx="5328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19" name="Ink 118">
                  <a:extLst>
                    <a:ext uri="{FF2B5EF4-FFF2-40B4-BE49-F238E27FC236}">
                      <a16:creationId xmlns:a16="http://schemas.microsoft.com/office/drawing/2014/main" id="{F01F7FCA-7ABD-710D-AFE2-D7FE5D9127AA}"/>
                    </a:ext>
                  </a:extLst>
                </p14:cNvPr>
                <p14:cNvContentPartPr/>
                <p14:nvPr/>
              </p14:nvContentPartPr>
              <p14:xfrm>
                <a:off x="5960787" y="2609825"/>
                <a:ext cx="41760" cy="127440"/>
              </p14:xfrm>
            </p:contentPart>
          </mc:Choice>
          <mc:Fallback xmlns="">
            <p:pic>
              <p:nvPicPr>
                <p:cNvPr id="119" name="Ink 118">
                  <a:extLst>
                    <a:ext uri="{FF2B5EF4-FFF2-40B4-BE49-F238E27FC236}">
                      <a16:creationId xmlns:a16="http://schemas.microsoft.com/office/drawing/2014/main" id="{F01F7FCA-7ABD-710D-AFE2-D7FE5D9127AA}"/>
                    </a:ext>
                  </a:extLst>
                </p:cNvPr>
                <p:cNvPicPr/>
                <p:nvPr/>
              </p:nvPicPr>
              <p:blipFill>
                <a:blip r:embed="rId100"/>
                <a:stretch>
                  <a:fillRect/>
                </a:stretch>
              </p:blipFill>
              <p:spPr>
                <a:xfrm>
                  <a:off x="5951787" y="2600825"/>
                  <a:ext cx="594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20" name="Ink 119">
                  <a:extLst>
                    <a:ext uri="{FF2B5EF4-FFF2-40B4-BE49-F238E27FC236}">
                      <a16:creationId xmlns:a16="http://schemas.microsoft.com/office/drawing/2014/main" id="{07AAA2AE-7767-0E9A-07E0-777FA58A3C91}"/>
                    </a:ext>
                  </a:extLst>
                </p14:cNvPr>
                <p14:cNvContentPartPr/>
                <p14:nvPr/>
              </p14:nvContentPartPr>
              <p14:xfrm>
                <a:off x="6046827" y="2662025"/>
                <a:ext cx="10440" cy="91080"/>
              </p14:xfrm>
            </p:contentPart>
          </mc:Choice>
          <mc:Fallback xmlns="">
            <p:pic>
              <p:nvPicPr>
                <p:cNvPr id="120" name="Ink 119">
                  <a:extLst>
                    <a:ext uri="{FF2B5EF4-FFF2-40B4-BE49-F238E27FC236}">
                      <a16:creationId xmlns:a16="http://schemas.microsoft.com/office/drawing/2014/main" id="{07AAA2AE-7767-0E9A-07E0-777FA58A3C91}"/>
                    </a:ext>
                  </a:extLst>
                </p:cNvPr>
                <p:cNvPicPr/>
                <p:nvPr/>
              </p:nvPicPr>
              <p:blipFill>
                <a:blip r:embed="rId102"/>
                <a:stretch>
                  <a:fillRect/>
                </a:stretch>
              </p:blipFill>
              <p:spPr>
                <a:xfrm>
                  <a:off x="6038187" y="2653385"/>
                  <a:ext cx="2808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21" name="Ink 120">
                  <a:extLst>
                    <a:ext uri="{FF2B5EF4-FFF2-40B4-BE49-F238E27FC236}">
                      <a16:creationId xmlns:a16="http://schemas.microsoft.com/office/drawing/2014/main" id="{C6FD3E42-CC1F-2F82-000A-C22BF453B48B}"/>
                    </a:ext>
                  </a:extLst>
                </p14:cNvPr>
                <p14:cNvContentPartPr/>
                <p14:nvPr/>
              </p14:nvContentPartPr>
              <p14:xfrm>
                <a:off x="6043587" y="2594345"/>
                <a:ext cx="16920" cy="39240"/>
              </p14:xfrm>
            </p:contentPart>
          </mc:Choice>
          <mc:Fallback xmlns="">
            <p:pic>
              <p:nvPicPr>
                <p:cNvPr id="121" name="Ink 120">
                  <a:extLst>
                    <a:ext uri="{FF2B5EF4-FFF2-40B4-BE49-F238E27FC236}">
                      <a16:creationId xmlns:a16="http://schemas.microsoft.com/office/drawing/2014/main" id="{C6FD3E42-CC1F-2F82-000A-C22BF453B48B}"/>
                    </a:ext>
                  </a:extLst>
                </p:cNvPr>
                <p:cNvPicPr/>
                <p:nvPr/>
              </p:nvPicPr>
              <p:blipFill>
                <a:blip r:embed="rId104"/>
                <a:stretch>
                  <a:fillRect/>
                </a:stretch>
              </p:blipFill>
              <p:spPr>
                <a:xfrm>
                  <a:off x="6034947" y="2585345"/>
                  <a:ext cx="3456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59" name="Ink 58">
                  <a:extLst>
                    <a:ext uri="{FF2B5EF4-FFF2-40B4-BE49-F238E27FC236}">
                      <a16:creationId xmlns:a16="http://schemas.microsoft.com/office/drawing/2014/main" id="{B3C70D35-B044-CD64-4F3F-348E2ECE7170}"/>
                    </a:ext>
                  </a:extLst>
                </p14:cNvPr>
                <p14:cNvContentPartPr/>
                <p14:nvPr/>
              </p14:nvContentPartPr>
              <p14:xfrm>
                <a:off x="5203707" y="3708905"/>
                <a:ext cx="51840" cy="41040"/>
              </p14:xfrm>
            </p:contentPart>
          </mc:Choice>
          <mc:Fallback xmlns="">
            <p:pic>
              <p:nvPicPr>
                <p:cNvPr id="59" name="Ink 58">
                  <a:extLst>
                    <a:ext uri="{FF2B5EF4-FFF2-40B4-BE49-F238E27FC236}">
                      <a16:creationId xmlns:a16="http://schemas.microsoft.com/office/drawing/2014/main" id="{B3C70D35-B044-CD64-4F3F-348E2ECE7170}"/>
                    </a:ext>
                  </a:extLst>
                </p:cNvPr>
                <p:cNvPicPr/>
                <p:nvPr/>
              </p:nvPicPr>
              <p:blipFill>
                <a:blip r:embed="rId106"/>
                <a:stretch>
                  <a:fillRect/>
                </a:stretch>
              </p:blipFill>
              <p:spPr>
                <a:xfrm>
                  <a:off x="5194707" y="3700265"/>
                  <a:ext cx="6948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0" name="Ink 59">
                  <a:extLst>
                    <a:ext uri="{FF2B5EF4-FFF2-40B4-BE49-F238E27FC236}">
                      <a16:creationId xmlns:a16="http://schemas.microsoft.com/office/drawing/2014/main" id="{D58B8FBA-9032-2DB1-AFE7-3C719A9D5AD6}"/>
                    </a:ext>
                  </a:extLst>
                </p14:cNvPr>
                <p14:cNvContentPartPr/>
                <p14:nvPr/>
              </p14:nvContentPartPr>
              <p14:xfrm>
                <a:off x="5168427" y="3662465"/>
                <a:ext cx="39240" cy="152280"/>
              </p14:xfrm>
            </p:contentPart>
          </mc:Choice>
          <mc:Fallback xmlns="">
            <p:pic>
              <p:nvPicPr>
                <p:cNvPr id="60" name="Ink 59">
                  <a:extLst>
                    <a:ext uri="{FF2B5EF4-FFF2-40B4-BE49-F238E27FC236}">
                      <a16:creationId xmlns:a16="http://schemas.microsoft.com/office/drawing/2014/main" id="{D58B8FBA-9032-2DB1-AFE7-3C719A9D5AD6}"/>
                    </a:ext>
                  </a:extLst>
                </p:cNvPr>
                <p:cNvPicPr/>
                <p:nvPr/>
              </p:nvPicPr>
              <p:blipFill>
                <a:blip r:embed="rId108"/>
                <a:stretch>
                  <a:fillRect/>
                </a:stretch>
              </p:blipFill>
              <p:spPr>
                <a:xfrm>
                  <a:off x="5159787" y="3653825"/>
                  <a:ext cx="5688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1" name="Ink 60">
                  <a:extLst>
                    <a:ext uri="{FF2B5EF4-FFF2-40B4-BE49-F238E27FC236}">
                      <a16:creationId xmlns:a16="http://schemas.microsoft.com/office/drawing/2014/main" id="{21250BD0-6CBE-3B48-2A71-126701453888}"/>
                    </a:ext>
                  </a:extLst>
                </p14:cNvPr>
                <p14:cNvContentPartPr/>
                <p14:nvPr/>
              </p14:nvContentPartPr>
              <p14:xfrm>
                <a:off x="5113707" y="3626825"/>
                <a:ext cx="87120" cy="236520"/>
              </p14:xfrm>
            </p:contentPart>
          </mc:Choice>
          <mc:Fallback xmlns="">
            <p:pic>
              <p:nvPicPr>
                <p:cNvPr id="61" name="Ink 60">
                  <a:extLst>
                    <a:ext uri="{FF2B5EF4-FFF2-40B4-BE49-F238E27FC236}">
                      <a16:creationId xmlns:a16="http://schemas.microsoft.com/office/drawing/2014/main" id="{21250BD0-6CBE-3B48-2A71-126701453888}"/>
                    </a:ext>
                  </a:extLst>
                </p:cNvPr>
                <p:cNvPicPr/>
                <p:nvPr/>
              </p:nvPicPr>
              <p:blipFill>
                <a:blip r:embed="rId110"/>
                <a:stretch>
                  <a:fillRect/>
                </a:stretch>
              </p:blipFill>
              <p:spPr>
                <a:xfrm>
                  <a:off x="5105067" y="3618185"/>
                  <a:ext cx="10476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2" name="Ink 61">
                  <a:extLst>
                    <a:ext uri="{FF2B5EF4-FFF2-40B4-BE49-F238E27FC236}">
                      <a16:creationId xmlns:a16="http://schemas.microsoft.com/office/drawing/2014/main" id="{FF8823F5-DFDB-8F80-8BDC-910D45765354}"/>
                    </a:ext>
                  </a:extLst>
                </p14:cNvPr>
                <p14:cNvContentPartPr/>
                <p14:nvPr/>
              </p14:nvContentPartPr>
              <p14:xfrm>
                <a:off x="5015067" y="3546185"/>
                <a:ext cx="117000" cy="403560"/>
              </p14:xfrm>
            </p:contentPart>
          </mc:Choice>
          <mc:Fallback xmlns="">
            <p:pic>
              <p:nvPicPr>
                <p:cNvPr id="62" name="Ink 61">
                  <a:extLst>
                    <a:ext uri="{FF2B5EF4-FFF2-40B4-BE49-F238E27FC236}">
                      <a16:creationId xmlns:a16="http://schemas.microsoft.com/office/drawing/2014/main" id="{FF8823F5-DFDB-8F80-8BDC-910D45765354}"/>
                    </a:ext>
                  </a:extLst>
                </p:cNvPr>
                <p:cNvPicPr/>
                <p:nvPr/>
              </p:nvPicPr>
              <p:blipFill>
                <a:blip r:embed="rId112"/>
                <a:stretch>
                  <a:fillRect/>
                </a:stretch>
              </p:blipFill>
              <p:spPr>
                <a:xfrm>
                  <a:off x="5006067" y="3537545"/>
                  <a:ext cx="134640" cy="4212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3" name="Ink 62">
                  <a:extLst>
                    <a:ext uri="{FF2B5EF4-FFF2-40B4-BE49-F238E27FC236}">
                      <a16:creationId xmlns:a16="http://schemas.microsoft.com/office/drawing/2014/main" id="{6F20D269-7474-297D-D0E3-46079262E248}"/>
                    </a:ext>
                  </a:extLst>
                </p14:cNvPr>
                <p14:cNvContentPartPr/>
                <p14:nvPr/>
              </p14:nvContentPartPr>
              <p14:xfrm>
                <a:off x="4875387" y="3556265"/>
                <a:ext cx="176400" cy="429480"/>
              </p14:xfrm>
            </p:contentPart>
          </mc:Choice>
          <mc:Fallback xmlns="">
            <p:pic>
              <p:nvPicPr>
                <p:cNvPr id="63" name="Ink 62">
                  <a:extLst>
                    <a:ext uri="{FF2B5EF4-FFF2-40B4-BE49-F238E27FC236}">
                      <a16:creationId xmlns:a16="http://schemas.microsoft.com/office/drawing/2014/main" id="{6F20D269-7474-297D-D0E3-46079262E248}"/>
                    </a:ext>
                  </a:extLst>
                </p:cNvPr>
                <p:cNvPicPr/>
                <p:nvPr/>
              </p:nvPicPr>
              <p:blipFill>
                <a:blip r:embed="rId114"/>
                <a:stretch>
                  <a:fillRect/>
                </a:stretch>
              </p:blipFill>
              <p:spPr>
                <a:xfrm>
                  <a:off x="4866387" y="3547265"/>
                  <a:ext cx="194040" cy="4471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23" name="Ink 122">
                  <a:extLst>
                    <a:ext uri="{FF2B5EF4-FFF2-40B4-BE49-F238E27FC236}">
                      <a16:creationId xmlns:a16="http://schemas.microsoft.com/office/drawing/2014/main" id="{873406A9-2B8A-710C-5470-55E81D06E769}"/>
                    </a:ext>
                  </a:extLst>
                </p14:cNvPr>
                <p14:cNvContentPartPr/>
                <p14:nvPr/>
              </p14:nvContentPartPr>
              <p14:xfrm>
                <a:off x="5015067" y="3439985"/>
                <a:ext cx="47160" cy="145800"/>
              </p14:xfrm>
            </p:contentPart>
          </mc:Choice>
          <mc:Fallback xmlns="">
            <p:pic>
              <p:nvPicPr>
                <p:cNvPr id="123" name="Ink 122">
                  <a:extLst>
                    <a:ext uri="{FF2B5EF4-FFF2-40B4-BE49-F238E27FC236}">
                      <a16:creationId xmlns:a16="http://schemas.microsoft.com/office/drawing/2014/main" id="{873406A9-2B8A-710C-5470-55E81D06E769}"/>
                    </a:ext>
                  </a:extLst>
                </p:cNvPr>
                <p:cNvPicPr/>
                <p:nvPr/>
              </p:nvPicPr>
              <p:blipFill>
                <a:blip r:embed="rId116"/>
                <a:stretch>
                  <a:fillRect/>
                </a:stretch>
              </p:blipFill>
              <p:spPr>
                <a:xfrm>
                  <a:off x="5006067" y="3430985"/>
                  <a:ext cx="648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24" name="Ink 123">
                  <a:extLst>
                    <a:ext uri="{FF2B5EF4-FFF2-40B4-BE49-F238E27FC236}">
                      <a16:creationId xmlns:a16="http://schemas.microsoft.com/office/drawing/2014/main" id="{884D92BE-5F9A-4990-284B-5A162FB6DEB8}"/>
                    </a:ext>
                  </a:extLst>
                </p14:cNvPr>
                <p14:cNvContentPartPr/>
                <p14:nvPr/>
              </p14:nvContentPartPr>
              <p14:xfrm>
                <a:off x="5084907" y="3454025"/>
                <a:ext cx="92520" cy="108720"/>
              </p14:xfrm>
            </p:contentPart>
          </mc:Choice>
          <mc:Fallback xmlns="">
            <p:pic>
              <p:nvPicPr>
                <p:cNvPr id="124" name="Ink 123">
                  <a:extLst>
                    <a:ext uri="{FF2B5EF4-FFF2-40B4-BE49-F238E27FC236}">
                      <a16:creationId xmlns:a16="http://schemas.microsoft.com/office/drawing/2014/main" id="{884D92BE-5F9A-4990-284B-5A162FB6DEB8}"/>
                    </a:ext>
                  </a:extLst>
                </p:cNvPr>
                <p:cNvPicPr/>
                <p:nvPr/>
              </p:nvPicPr>
              <p:blipFill>
                <a:blip r:embed="rId118"/>
                <a:stretch>
                  <a:fillRect/>
                </a:stretch>
              </p:blipFill>
              <p:spPr>
                <a:xfrm>
                  <a:off x="5075907" y="3445385"/>
                  <a:ext cx="11016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25" name="Ink 124">
                  <a:extLst>
                    <a:ext uri="{FF2B5EF4-FFF2-40B4-BE49-F238E27FC236}">
                      <a16:creationId xmlns:a16="http://schemas.microsoft.com/office/drawing/2014/main" id="{FBD34900-5CFD-BC06-0358-0F3B50E392D3}"/>
                    </a:ext>
                  </a:extLst>
                </p14:cNvPr>
                <p14:cNvContentPartPr/>
                <p14:nvPr/>
              </p14:nvContentPartPr>
              <p14:xfrm>
                <a:off x="5188227" y="3456545"/>
                <a:ext cx="40320" cy="105840"/>
              </p14:xfrm>
            </p:contentPart>
          </mc:Choice>
          <mc:Fallback xmlns="">
            <p:pic>
              <p:nvPicPr>
                <p:cNvPr id="125" name="Ink 124">
                  <a:extLst>
                    <a:ext uri="{FF2B5EF4-FFF2-40B4-BE49-F238E27FC236}">
                      <a16:creationId xmlns:a16="http://schemas.microsoft.com/office/drawing/2014/main" id="{FBD34900-5CFD-BC06-0358-0F3B50E392D3}"/>
                    </a:ext>
                  </a:extLst>
                </p:cNvPr>
                <p:cNvPicPr/>
                <p:nvPr/>
              </p:nvPicPr>
              <p:blipFill>
                <a:blip r:embed="rId120"/>
                <a:stretch>
                  <a:fillRect/>
                </a:stretch>
              </p:blipFill>
              <p:spPr>
                <a:xfrm>
                  <a:off x="5179227" y="3447545"/>
                  <a:ext cx="5796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26" name="Ink 125">
                  <a:extLst>
                    <a:ext uri="{FF2B5EF4-FFF2-40B4-BE49-F238E27FC236}">
                      <a16:creationId xmlns:a16="http://schemas.microsoft.com/office/drawing/2014/main" id="{610F8395-71FA-917D-B275-6C4635783D65}"/>
                    </a:ext>
                  </a:extLst>
                </p14:cNvPr>
                <p14:cNvContentPartPr/>
                <p14:nvPr/>
              </p14:nvContentPartPr>
              <p14:xfrm>
                <a:off x="5259867" y="3361505"/>
                <a:ext cx="71640" cy="178920"/>
              </p14:xfrm>
            </p:contentPart>
          </mc:Choice>
          <mc:Fallback xmlns="">
            <p:pic>
              <p:nvPicPr>
                <p:cNvPr id="126" name="Ink 125">
                  <a:extLst>
                    <a:ext uri="{FF2B5EF4-FFF2-40B4-BE49-F238E27FC236}">
                      <a16:creationId xmlns:a16="http://schemas.microsoft.com/office/drawing/2014/main" id="{610F8395-71FA-917D-B275-6C4635783D65}"/>
                    </a:ext>
                  </a:extLst>
                </p:cNvPr>
                <p:cNvPicPr/>
                <p:nvPr/>
              </p:nvPicPr>
              <p:blipFill>
                <a:blip r:embed="rId122"/>
                <a:stretch>
                  <a:fillRect/>
                </a:stretch>
              </p:blipFill>
              <p:spPr>
                <a:xfrm>
                  <a:off x="5251227" y="3352865"/>
                  <a:ext cx="8928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27" name="Ink 126">
                  <a:extLst>
                    <a:ext uri="{FF2B5EF4-FFF2-40B4-BE49-F238E27FC236}">
                      <a16:creationId xmlns:a16="http://schemas.microsoft.com/office/drawing/2014/main" id="{1F79C44A-0519-DE92-3777-54694A6F82D1}"/>
                    </a:ext>
                  </a:extLst>
                </p14:cNvPr>
                <p14:cNvContentPartPr/>
                <p14:nvPr/>
              </p14:nvContentPartPr>
              <p14:xfrm>
                <a:off x="5329707" y="3461585"/>
                <a:ext cx="43920" cy="54360"/>
              </p14:xfrm>
            </p:contentPart>
          </mc:Choice>
          <mc:Fallback xmlns="">
            <p:pic>
              <p:nvPicPr>
                <p:cNvPr id="127" name="Ink 126">
                  <a:extLst>
                    <a:ext uri="{FF2B5EF4-FFF2-40B4-BE49-F238E27FC236}">
                      <a16:creationId xmlns:a16="http://schemas.microsoft.com/office/drawing/2014/main" id="{1F79C44A-0519-DE92-3777-54694A6F82D1}"/>
                    </a:ext>
                  </a:extLst>
                </p:cNvPr>
                <p:cNvPicPr/>
                <p:nvPr/>
              </p:nvPicPr>
              <p:blipFill>
                <a:blip r:embed="rId124"/>
                <a:stretch>
                  <a:fillRect/>
                </a:stretch>
              </p:blipFill>
              <p:spPr>
                <a:xfrm>
                  <a:off x="5320707" y="3452945"/>
                  <a:ext cx="615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28" name="Ink 127">
                  <a:extLst>
                    <a:ext uri="{FF2B5EF4-FFF2-40B4-BE49-F238E27FC236}">
                      <a16:creationId xmlns:a16="http://schemas.microsoft.com/office/drawing/2014/main" id="{18642D8F-8692-D7F1-9F73-80BC8B967D04}"/>
                    </a:ext>
                  </a:extLst>
                </p14:cNvPr>
                <p14:cNvContentPartPr/>
                <p14:nvPr/>
              </p14:nvContentPartPr>
              <p14:xfrm>
                <a:off x="5374347" y="3367265"/>
                <a:ext cx="151560" cy="118440"/>
              </p14:xfrm>
            </p:contentPart>
          </mc:Choice>
          <mc:Fallback xmlns="">
            <p:pic>
              <p:nvPicPr>
                <p:cNvPr id="128" name="Ink 127">
                  <a:extLst>
                    <a:ext uri="{FF2B5EF4-FFF2-40B4-BE49-F238E27FC236}">
                      <a16:creationId xmlns:a16="http://schemas.microsoft.com/office/drawing/2014/main" id="{18642D8F-8692-D7F1-9F73-80BC8B967D04}"/>
                    </a:ext>
                  </a:extLst>
                </p:cNvPr>
                <p:cNvPicPr/>
                <p:nvPr/>
              </p:nvPicPr>
              <p:blipFill>
                <a:blip r:embed="rId126"/>
                <a:stretch>
                  <a:fillRect/>
                </a:stretch>
              </p:blipFill>
              <p:spPr>
                <a:xfrm>
                  <a:off x="5365707" y="3358265"/>
                  <a:ext cx="1692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26" name="Ink 25">
                  <a:extLst>
                    <a:ext uri="{FF2B5EF4-FFF2-40B4-BE49-F238E27FC236}">
                      <a16:creationId xmlns:a16="http://schemas.microsoft.com/office/drawing/2014/main" id="{1D11E70E-195F-552A-20E3-E9430C53C578}"/>
                    </a:ext>
                  </a:extLst>
                </p14:cNvPr>
                <p14:cNvContentPartPr/>
                <p14:nvPr/>
              </p14:nvContentPartPr>
              <p14:xfrm>
                <a:off x="5399907" y="4450865"/>
                <a:ext cx="302040" cy="234720"/>
              </p14:xfrm>
            </p:contentPart>
          </mc:Choice>
          <mc:Fallback xmlns="">
            <p:pic>
              <p:nvPicPr>
                <p:cNvPr id="26" name="Ink 25">
                  <a:extLst>
                    <a:ext uri="{FF2B5EF4-FFF2-40B4-BE49-F238E27FC236}">
                      <a16:creationId xmlns:a16="http://schemas.microsoft.com/office/drawing/2014/main" id="{1D11E70E-195F-552A-20E3-E9430C53C578}"/>
                    </a:ext>
                  </a:extLst>
                </p:cNvPr>
                <p:cNvPicPr/>
                <p:nvPr/>
              </p:nvPicPr>
              <p:blipFill>
                <a:blip r:embed="rId128"/>
                <a:stretch>
                  <a:fillRect/>
                </a:stretch>
              </p:blipFill>
              <p:spPr>
                <a:xfrm>
                  <a:off x="5390907" y="4441865"/>
                  <a:ext cx="31968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27" name="Ink 26">
                  <a:extLst>
                    <a:ext uri="{FF2B5EF4-FFF2-40B4-BE49-F238E27FC236}">
                      <a16:creationId xmlns:a16="http://schemas.microsoft.com/office/drawing/2014/main" id="{28A3137A-9A85-04F3-C663-22AA975EC366}"/>
                    </a:ext>
                  </a:extLst>
                </p14:cNvPr>
                <p14:cNvContentPartPr/>
                <p14:nvPr/>
              </p14:nvContentPartPr>
              <p14:xfrm>
                <a:off x="5617347" y="4408745"/>
                <a:ext cx="1172880" cy="320760"/>
              </p14:xfrm>
            </p:contentPart>
          </mc:Choice>
          <mc:Fallback xmlns="">
            <p:pic>
              <p:nvPicPr>
                <p:cNvPr id="27" name="Ink 26">
                  <a:extLst>
                    <a:ext uri="{FF2B5EF4-FFF2-40B4-BE49-F238E27FC236}">
                      <a16:creationId xmlns:a16="http://schemas.microsoft.com/office/drawing/2014/main" id="{28A3137A-9A85-04F3-C663-22AA975EC366}"/>
                    </a:ext>
                  </a:extLst>
                </p:cNvPr>
                <p:cNvPicPr/>
                <p:nvPr/>
              </p:nvPicPr>
              <p:blipFill>
                <a:blip r:embed="rId130"/>
                <a:stretch>
                  <a:fillRect/>
                </a:stretch>
              </p:blipFill>
              <p:spPr>
                <a:xfrm>
                  <a:off x="5608707" y="4399745"/>
                  <a:ext cx="119052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28" name="Ink 27">
                  <a:extLst>
                    <a:ext uri="{FF2B5EF4-FFF2-40B4-BE49-F238E27FC236}">
                      <a16:creationId xmlns:a16="http://schemas.microsoft.com/office/drawing/2014/main" id="{1C40E48E-655C-F188-A282-0FBA01367B41}"/>
                    </a:ext>
                  </a:extLst>
                </p14:cNvPr>
                <p14:cNvContentPartPr/>
                <p14:nvPr/>
              </p14:nvContentPartPr>
              <p14:xfrm>
                <a:off x="5891667" y="4384625"/>
                <a:ext cx="258480" cy="138240"/>
              </p14:xfrm>
            </p:contentPart>
          </mc:Choice>
          <mc:Fallback xmlns="">
            <p:pic>
              <p:nvPicPr>
                <p:cNvPr id="28" name="Ink 27">
                  <a:extLst>
                    <a:ext uri="{FF2B5EF4-FFF2-40B4-BE49-F238E27FC236}">
                      <a16:creationId xmlns:a16="http://schemas.microsoft.com/office/drawing/2014/main" id="{1C40E48E-655C-F188-A282-0FBA01367B41}"/>
                    </a:ext>
                  </a:extLst>
                </p:cNvPr>
                <p:cNvPicPr/>
                <p:nvPr/>
              </p:nvPicPr>
              <p:blipFill>
                <a:blip r:embed="rId132"/>
                <a:stretch>
                  <a:fillRect/>
                </a:stretch>
              </p:blipFill>
              <p:spPr>
                <a:xfrm>
                  <a:off x="5882667" y="4375625"/>
                  <a:ext cx="27612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29" name="Ink 28">
                  <a:extLst>
                    <a:ext uri="{FF2B5EF4-FFF2-40B4-BE49-F238E27FC236}">
                      <a16:creationId xmlns:a16="http://schemas.microsoft.com/office/drawing/2014/main" id="{182DD9DF-4978-1599-EA8D-4AF2903255BE}"/>
                    </a:ext>
                  </a:extLst>
                </p14:cNvPr>
                <p14:cNvContentPartPr/>
                <p14:nvPr/>
              </p14:nvContentPartPr>
              <p14:xfrm>
                <a:off x="5776827" y="4702865"/>
                <a:ext cx="187200" cy="86400"/>
              </p14:xfrm>
            </p:contentPart>
          </mc:Choice>
          <mc:Fallback xmlns="">
            <p:pic>
              <p:nvPicPr>
                <p:cNvPr id="29" name="Ink 28">
                  <a:extLst>
                    <a:ext uri="{FF2B5EF4-FFF2-40B4-BE49-F238E27FC236}">
                      <a16:creationId xmlns:a16="http://schemas.microsoft.com/office/drawing/2014/main" id="{182DD9DF-4978-1599-EA8D-4AF2903255BE}"/>
                    </a:ext>
                  </a:extLst>
                </p:cNvPr>
                <p:cNvPicPr/>
                <p:nvPr/>
              </p:nvPicPr>
              <p:blipFill>
                <a:blip r:embed="rId134"/>
                <a:stretch>
                  <a:fillRect/>
                </a:stretch>
              </p:blipFill>
              <p:spPr>
                <a:xfrm>
                  <a:off x="5768187" y="4694225"/>
                  <a:ext cx="2048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30" name="Ink 29">
                  <a:extLst>
                    <a:ext uri="{FF2B5EF4-FFF2-40B4-BE49-F238E27FC236}">
                      <a16:creationId xmlns:a16="http://schemas.microsoft.com/office/drawing/2014/main" id="{E942940A-65AB-6EBD-6670-3817D997D2C5}"/>
                    </a:ext>
                  </a:extLst>
                </p14:cNvPr>
                <p14:cNvContentPartPr/>
                <p14:nvPr/>
              </p14:nvContentPartPr>
              <p14:xfrm>
                <a:off x="5622747" y="4600985"/>
                <a:ext cx="55080" cy="36720"/>
              </p14:xfrm>
            </p:contentPart>
          </mc:Choice>
          <mc:Fallback xmlns="">
            <p:pic>
              <p:nvPicPr>
                <p:cNvPr id="30" name="Ink 29">
                  <a:extLst>
                    <a:ext uri="{FF2B5EF4-FFF2-40B4-BE49-F238E27FC236}">
                      <a16:creationId xmlns:a16="http://schemas.microsoft.com/office/drawing/2014/main" id="{E942940A-65AB-6EBD-6670-3817D997D2C5}"/>
                    </a:ext>
                  </a:extLst>
                </p:cNvPr>
                <p:cNvPicPr/>
                <p:nvPr/>
              </p:nvPicPr>
              <p:blipFill>
                <a:blip r:embed="rId136"/>
                <a:stretch>
                  <a:fillRect/>
                </a:stretch>
              </p:blipFill>
              <p:spPr>
                <a:xfrm>
                  <a:off x="5613747" y="4592345"/>
                  <a:ext cx="7272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31" name="Ink 30">
                  <a:extLst>
                    <a:ext uri="{FF2B5EF4-FFF2-40B4-BE49-F238E27FC236}">
                      <a16:creationId xmlns:a16="http://schemas.microsoft.com/office/drawing/2014/main" id="{89CA7916-E1C0-5CAB-F132-AA361B0067E0}"/>
                    </a:ext>
                  </a:extLst>
                </p14:cNvPr>
                <p14:cNvContentPartPr/>
                <p14:nvPr/>
              </p14:nvContentPartPr>
              <p14:xfrm>
                <a:off x="5857467" y="4599185"/>
                <a:ext cx="45000" cy="24120"/>
              </p14:xfrm>
            </p:contentPart>
          </mc:Choice>
          <mc:Fallback xmlns="">
            <p:pic>
              <p:nvPicPr>
                <p:cNvPr id="31" name="Ink 30">
                  <a:extLst>
                    <a:ext uri="{FF2B5EF4-FFF2-40B4-BE49-F238E27FC236}">
                      <a16:creationId xmlns:a16="http://schemas.microsoft.com/office/drawing/2014/main" id="{89CA7916-E1C0-5CAB-F132-AA361B0067E0}"/>
                    </a:ext>
                  </a:extLst>
                </p:cNvPr>
                <p:cNvPicPr/>
                <p:nvPr/>
              </p:nvPicPr>
              <p:blipFill>
                <a:blip r:embed="rId138"/>
                <a:stretch>
                  <a:fillRect/>
                </a:stretch>
              </p:blipFill>
              <p:spPr>
                <a:xfrm>
                  <a:off x="5848467" y="4590545"/>
                  <a:ext cx="626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32" name="Ink 31">
                  <a:extLst>
                    <a:ext uri="{FF2B5EF4-FFF2-40B4-BE49-F238E27FC236}">
                      <a16:creationId xmlns:a16="http://schemas.microsoft.com/office/drawing/2014/main" id="{3754AC3C-1E3A-C177-DB8C-C57789B28E90}"/>
                    </a:ext>
                  </a:extLst>
                </p14:cNvPr>
                <p14:cNvContentPartPr/>
                <p14:nvPr/>
              </p14:nvContentPartPr>
              <p14:xfrm>
                <a:off x="6018027" y="4627265"/>
                <a:ext cx="46080" cy="25920"/>
              </p14:xfrm>
            </p:contentPart>
          </mc:Choice>
          <mc:Fallback xmlns="">
            <p:pic>
              <p:nvPicPr>
                <p:cNvPr id="32" name="Ink 31">
                  <a:extLst>
                    <a:ext uri="{FF2B5EF4-FFF2-40B4-BE49-F238E27FC236}">
                      <a16:creationId xmlns:a16="http://schemas.microsoft.com/office/drawing/2014/main" id="{3754AC3C-1E3A-C177-DB8C-C57789B28E90}"/>
                    </a:ext>
                  </a:extLst>
                </p:cNvPr>
                <p:cNvPicPr/>
                <p:nvPr/>
              </p:nvPicPr>
              <p:blipFill>
                <a:blip r:embed="rId140"/>
                <a:stretch>
                  <a:fillRect/>
                </a:stretch>
              </p:blipFill>
              <p:spPr>
                <a:xfrm>
                  <a:off x="6009027" y="4618265"/>
                  <a:ext cx="637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33" name="Ink 32">
                  <a:extLst>
                    <a:ext uri="{FF2B5EF4-FFF2-40B4-BE49-F238E27FC236}">
                      <a16:creationId xmlns:a16="http://schemas.microsoft.com/office/drawing/2014/main" id="{50C8A4E7-D5D6-08C9-F284-DCC50748B4F7}"/>
                    </a:ext>
                  </a:extLst>
                </p14:cNvPr>
                <p14:cNvContentPartPr/>
                <p14:nvPr/>
              </p14:nvContentPartPr>
              <p14:xfrm>
                <a:off x="6220347" y="4633025"/>
                <a:ext cx="79560" cy="37800"/>
              </p14:xfrm>
            </p:contentPart>
          </mc:Choice>
          <mc:Fallback xmlns="">
            <p:pic>
              <p:nvPicPr>
                <p:cNvPr id="33" name="Ink 32">
                  <a:extLst>
                    <a:ext uri="{FF2B5EF4-FFF2-40B4-BE49-F238E27FC236}">
                      <a16:creationId xmlns:a16="http://schemas.microsoft.com/office/drawing/2014/main" id="{50C8A4E7-D5D6-08C9-F284-DCC50748B4F7}"/>
                    </a:ext>
                  </a:extLst>
                </p:cNvPr>
                <p:cNvPicPr/>
                <p:nvPr/>
              </p:nvPicPr>
              <p:blipFill>
                <a:blip r:embed="rId142"/>
                <a:stretch>
                  <a:fillRect/>
                </a:stretch>
              </p:blipFill>
              <p:spPr>
                <a:xfrm>
                  <a:off x="6211707" y="4624025"/>
                  <a:ext cx="972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34" name="Ink 33">
                  <a:extLst>
                    <a:ext uri="{FF2B5EF4-FFF2-40B4-BE49-F238E27FC236}">
                      <a16:creationId xmlns:a16="http://schemas.microsoft.com/office/drawing/2014/main" id="{A12D3A1F-E750-949E-2C8D-B281D78612A3}"/>
                    </a:ext>
                  </a:extLst>
                </p14:cNvPr>
                <p14:cNvContentPartPr/>
                <p14:nvPr/>
              </p14:nvContentPartPr>
              <p14:xfrm>
                <a:off x="6457587" y="4658945"/>
                <a:ext cx="38880" cy="29520"/>
              </p14:xfrm>
            </p:contentPart>
          </mc:Choice>
          <mc:Fallback xmlns="">
            <p:pic>
              <p:nvPicPr>
                <p:cNvPr id="34" name="Ink 33">
                  <a:extLst>
                    <a:ext uri="{FF2B5EF4-FFF2-40B4-BE49-F238E27FC236}">
                      <a16:creationId xmlns:a16="http://schemas.microsoft.com/office/drawing/2014/main" id="{A12D3A1F-E750-949E-2C8D-B281D78612A3}"/>
                    </a:ext>
                  </a:extLst>
                </p:cNvPr>
                <p:cNvPicPr/>
                <p:nvPr/>
              </p:nvPicPr>
              <p:blipFill>
                <a:blip r:embed="rId144"/>
                <a:stretch>
                  <a:fillRect/>
                </a:stretch>
              </p:blipFill>
              <p:spPr>
                <a:xfrm>
                  <a:off x="6448587" y="4650305"/>
                  <a:ext cx="5652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64" name="Ink 63">
                  <a:extLst>
                    <a:ext uri="{FF2B5EF4-FFF2-40B4-BE49-F238E27FC236}">
                      <a16:creationId xmlns:a16="http://schemas.microsoft.com/office/drawing/2014/main" id="{63C189C9-1A31-E373-2602-5606363E76BD}"/>
                    </a:ext>
                  </a:extLst>
                </p14:cNvPr>
                <p14:cNvContentPartPr/>
                <p14:nvPr/>
              </p14:nvContentPartPr>
              <p14:xfrm>
                <a:off x="5258787" y="4576865"/>
                <a:ext cx="45720" cy="50040"/>
              </p14:xfrm>
            </p:contentPart>
          </mc:Choice>
          <mc:Fallback xmlns="">
            <p:pic>
              <p:nvPicPr>
                <p:cNvPr id="64" name="Ink 63">
                  <a:extLst>
                    <a:ext uri="{FF2B5EF4-FFF2-40B4-BE49-F238E27FC236}">
                      <a16:creationId xmlns:a16="http://schemas.microsoft.com/office/drawing/2014/main" id="{63C189C9-1A31-E373-2602-5606363E76BD}"/>
                    </a:ext>
                  </a:extLst>
                </p:cNvPr>
                <p:cNvPicPr/>
                <p:nvPr/>
              </p:nvPicPr>
              <p:blipFill>
                <a:blip r:embed="rId146"/>
                <a:stretch>
                  <a:fillRect/>
                </a:stretch>
              </p:blipFill>
              <p:spPr>
                <a:xfrm>
                  <a:off x="5250147" y="4568225"/>
                  <a:ext cx="6336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65" name="Ink 64">
                  <a:extLst>
                    <a:ext uri="{FF2B5EF4-FFF2-40B4-BE49-F238E27FC236}">
                      <a16:creationId xmlns:a16="http://schemas.microsoft.com/office/drawing/2014/main" id="{D2600667-4877-55E2-0786-A2BBDB8A34D1}"/>
                    </a:ext>
                  </a:extLst>
                </p14:cNvPr>
                <p14:cNvContentPartPr/>
                <p14:nvPr/>
              </p14:nvContentPartPr>
              <p14:xfrm>
                <a:off x="5190387" y="4521065"/>
                <a:ext cx="59040" cy="200880"/>
              </p14:xfrm>
            </p:contentPart>
          </mc:Choice>
          <mc:Fallback xmlns="">
            <p:pic>
              <p:nvPicPr>
                <p:cNvPr id="65" name="Ink 64">
                  <a:extLst>
                    <a:ext uri="{FF2B5EF4-FFF2-40B4-BE49-F238E27FC236}">
                      <a16:creationId xmlns:a16="http://schemas.microsoft.com/office/drawing/2014/main" id="{D2600667-4877-55E2-0786-A2BBDB8A34D1}"/>
                    </a:ext>
                  </a:extLst>
                </p:cNvPr>
                <p:cNvPicPr/>
                <p:nvPr/>
              </p:nvPicPr>
              <p:blipFill>
                <a:blip r:embed="rId148"/>
                <a:stretch>
                  <a:fillRect/>
                </a:stretch>
              </p:blipFill>
              <p:spPr>
                <a:xfrm>
                  <a:off x="5181387" y="4512425"/>
                  <a:ext cx="7668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66" name="Ink 65">
                  <a:extLst>
                    <a:ext uri="{FF2B5EF4-FFF2-40B4-BE49-F238E27FC236}">
                      <a16:creationId xmlns:a16="http://schemas.microsoft.com/office/drawing/2014/main" id="{D68A339B-F2AB-1860-D423-FEE99CC12177}"/>
                    </a:ext>
                  </a:extLst>
                </p14:cNvPr>
                <p14:cNvContentPartPr/>
                <p14:nvPr/>
              </p14:nvContentPartPr>
              <p14:xfrm>
                <a:off x="5148627" y="4483625"/>
                <a:ext cx="100080" cy="276120"/>
              </p14:xfrm>
            </p:contentPart>
          </mc:Choice>
          <mc:Fallback xmlns="">
            <p:pic>
              <p:nvPicPr>
                <p:cNvPr id="66" name="Ink 65">
                  <a:extLst>
                    <a:ext uri="{FF2B5EF4-FFF2-40B4-BE49-F238E27FC236}">
                      <a16:creationId xmlns:a16="http://schemas.microsoft.com/office/drawing/2014/main" id="{D68A339B-F2AB-1860-D423-FEE99CC12177}"/>
                    </a:ext>
                  </a:extLst>
                </p:cNvPr>
                <p:cNvPicPr/>
                <p:nvPr/>
              </p:nvPicPr>
              <p:blipFill>
                <a:blip r:embed="rId150"/>
                <a:stretch>
                  <a:fillRect/>
                </a:stretch>
              </p:blipFill>
              <p:spPr>
                <a:xfrm>
                  <a:off x="5139627" y="4474625"/>
                  <a:ext cx="11772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67" name="Ink 66">
                  <a:extLst>
                    <a:ext uri="{FF2B5EF4-FFF2-40B4-BE49-F238E27FC236}">
                      <a16:creationId xmlns:a16="http://schemas.microsoft.com/office/drawing/2014/main" id="{3360C27F-F22E-E951-FC27-7A44F0C839D1}"/>
                    </a:ext>
                  </a:extLst>
                </p14:cNvPr>
                <p14:cNvContentPartPr/>
                <p14:nvPr/>
              </p14:nvContentPartPr>
              <p14:xfrm>
                <a:off x="4993107" y="4440425"/>
                <a:ext cx="151200" cy="437400"/>
              </p14:xfrm>
            </p:contentPart>
          </mc:Choice>
          <mc:Fallback xmlns="">
            <p:pic>
              <p:nvPicPr>
                <p:cNvPr id="67" name="Ink 66">
                  <a:extLst>
                    <a:ext uri="{FF2B5EF4-FFF2-40B4-BE49-F238E27FC236}">
                      <a16:creationId xmlns:a16="http://schemas.microsoft.com/office/drawing/2014/main" id="{3360C27F-F22E-E951-FC27-7A44F0C839D1}"/>
                    </a:ext>
                  </a:extLst>
                </p:cNvPr>
                <p:cNvPicPr/>
                <p:nvPr/>
              </p:nvPicPr>
              <p:blipFill>
                <a:blip r:embed="rId152"/>
                <a:stretch>
                  <a:fillRect/>
                </a:stretch>
              </p:blipFill>
              <p:spPr>
                <a:xfrm>
                  <a:off x="4984107" y="4431425"/>
                  <a:ext cx="168840" cy="45504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68" name="Ink 67">
                  <a:extLst>
                    <a:ext uri="{FF2B5EF4-FFF2-40B4-BE49-F238E27FC236}">
                      <a16:creationId xmlns:a16="http://schemas.microsoft.com/office/drawing/2014/main" id="{4B6567E9-6E42-D154-589F-E3CEAE53CC04}"/>
                    </a:ext>
                  </a:extLst>
                </p14:cNvPr>
                <p14:cNvContentPartPr/>
                <p14:nvPr/>
              </p14:nvContentPartPr>
              <p14:xfrm>
                <a:off x="4849467" y="4450865"/>
                <a:ext cx="193680" cy="540000"/>
              </p14:xfrm>
            </p:contentPart>
          </mc:Choice>
          <mc:Fallback xmlns="">
            <p:pic>
              <p:nvPicPr>
                <p:cNvPr id="68" name="Ink 67">
                  <a:extLst>
                    <a:ext uri="{FF2B5EF4-FFF2-40B4-BE49-F238E27FC236}">
                      <a16:creationId xmlns:a16="http://schemas.microsoft.com/office/drawing/2014/main" id="{4B6567E9-6E42-D154-589F-E3CEAE53CC04}"/>
                    </a:ext>
                  </a:extLst>
                </p:cNvPr>
                <p:cNvPicPr/>
                <p:nvPr/>
              </p:nvPicPr>
              <p:blipFill>
                <a:blip r:embed="rId154"/>
                <a:stretch>
                  <a:fillRect/>
                </a:stretch>
              </p:blipFill>
              <p:spPr>
                <a:xfrm>
                  <a:off x="4840467" y="4441865"/>
                  <a:ext cx="211320" cy="55764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0" name="Ink 89">
                  <a:extLst>
                    <a:ext uri="{FF2B5EF4-FFF2-40B4-BE49-F238E27FC236}">
                      <a16:creationId xmlns:a16="http://schemas.microsoft.com/office/drawing/2014/main" id="{868B6EBF-A789-B0DD-4BD9-6B6A8714039A}"/>
                    </a:ext>
                  </a:extLst>
                </p14:cNvPr>
                <p14:cNvContentPartPr/>
                <p14:nvPr/>
              </p14:nvContentPartPr>
              <p14:xfrm>
                <a:off x="6309267" y="4793225"/>
                <a:ext cx="78120" cy="128880"/>
              </p14:xfrm>
            </p:contentPart>
          </mc:Choice>
          <mc:Fallback xmlns="">
            <p:pic>
              <p:nvPicPr>
                <p:cNvPr id="90" name="Ink 89">
                  <a:extLst>
                    <a:ext uri="{FF2B5EF4-FFF2-40B4-BE49-F238E27FC236}">
                      <a16:creationId xmlns:a16="http://schemas.microsoft.com/office/drawing/2014/main" id="{868B6EBF-A789-B0DD-4BD9-6B6A8714039A}"/>
                    </a:ext>
                  </a:extLst>
                </p:cNvPr>
                <p:cNvPicPr/>
                <p:nvPr/>
              </p:nvPicPr>
              <p:blipFill>
                <a:blip r:embed="rId156"/>
                <a:stretch>
                  <a:fillRect/>
                </a:stretch>
              </p:blipFill>
              <p:spPr>
                <a:xfrm>
                  <a:off x="6300627" y="4784585"/>
                  <a:ext cx="9576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1" name="Ink 90">
                  <a:extLst>
                    <a:ext uri="{FF2B5EF4-FFF2-40B4-BE49-F238E27FC236}">
                      <a16:creationId xmlns:a16="http://schemas.microsoft.com/office/drawing/2014/main" id="{08B7F0D3-66C7-08EB-C1BF-52E984742623}"/>
                    </a:ext>
                  </a:extLst>
                </p14:cNvPr>
                <p14:cNvContentPartPr/>
                <p14:nvPr/>
              </p14:nvContentPartPr>
              <p14:xfrm>
                <a:off x="6365067" y="4782785"/>
                <a:ext cx="71280" cy="105480"/>
              </p14:xfrm>
            </p:contentPart>
          </mc:Choice>
          <mc:Fallback xmlns="">
            <p:pic>
              <p:nvPicPr>
                <p:cNvPr id="91" name="Ink 90">
                  <a:extLst>
                    <a:ext uri="{FF2B5EF4-FFF2-40B4-BE49-F238E27FC236}">
                      <a16:creationId xmlns:a16="http://schemas.microsoft.com/office/drawing/2014/main" id="{08B7F0D3-66C7-08EB-C1BF-52E984742623}"/>
                    </a:ext>
                  </a:extLst>
                </p:cNvPr>
                <p:cNvPicPr/>
                <p:nvPr/>
              </p:nvPicPr>
              <p:blipFill>
                <a:blip r:embed="rId158"/>
                <a:stretch>
                  <a:fillRect/>
                </a:stretch>
              </p:blipFill>
              <p:spPr>
                <a:xfrm>
                  <a:off x="6356067" y="4774145"/>
                  <a:ext cx="889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2" name="Ink 91">
                  <a:extLst>
                    <a:ext uri="{FF2B5EF4-FFF2-40B4-BE49-F238E27FC236}">
                      <a16:creationId xmlns:a16="http://schemas.microsoft.com/office/drawing/2014/main" id="{0FC2FED0-2B25-7BB4-2DAE-D70CE757C2BE}"/>
                    </a:ext>
                  </a:extLst>
                </p14:cNvPr>
                <p14:cNvContentPartPr/>
                <p14:nvPr/>
              </p14:nvContentPartPr>
              <p14:xfrm>
                <a:off x="6450027" y="4770545"/>
                <a:ext cx="97200" cy="130680"/>
              </p14:xfrm>
            </p:contentPart>
          </mc:Choice>
          <mc:Fallback xmlns="">
            <p:pic>
              <p:nvPicPr>
                <p:cNvPr id="92" name="Ink 91">
                  <a:extLst>
                    <a:ext uri="{FF2B5EF4-FFF2-40B4-BE49-F238E27FC236}">
                      <a16:creationId xmlns:a16="http://schemas.microsoft.com/office/drawing/2014/main" id="{0FC2FED0-2B25-7BB4-2DAE-D70CE757C2BE}"/>
                    </a:ext>
                  </a:extLst>
                </p:cNvPr>
                <p:cNvPicPr/>
                <p:nvPr/>
              </p:nvPicPr>
              <p:blipFill>
                <a:blip r:embed="rId160"/>
                <a:stretch>
                  <a:fillRect/>
                </a:stretch>
              </p:blipFill>
              <p:spPr>
                <a:xfrm>
                  <a:off x="6441027" y="4761545"/>
                  <a:ext cx="11484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3" name="Ink 92">
                  <a:extLst>
                    <a:ext uri="{FF2B5EF4-FFF2-40B4-BE49-F238E27FC236}">
                      <a16:creationId xmlns:a16="http://schemas.microsoft.com/office/drawing/2014/main" id="{A5ED4753-28EB-D10C-0068-3D82AE3AE124}"/>
                    </a:ext>
                  </a:extLst>
                </p14:cNvPr>
                <p14:cNvContentPartPr/>
                <p14:nvPr/>
              </p14:nvContentPartPr>
              <p14:xfrm>
                <a:off x="6490347" y="4840025"/>
                <a:ext cx="70560" cy="15120"/>
              </p14:xfrm>
            </p:contentPart>
          </mc:Choice>
          <mc:Fallback xmlns="">
            <p:pic>
              <p:nvPicPr>
                <p:cNvPr id="93" name="Ink 92">
                  <a:extLst>
                    <a:ext uri="{FF2B5EF4-FFF2-40B4-BE49-F238E27FC236}">
                      <a16:creationId xmlns:a16="http://schemas.microsoft.com/office/drawing/2014/main" id="{A5ED4753-28EB-D10C-0068-3D82AE3AE124}"/>
                    </a:ext>
                  </a:extLst>
                </p:cNvPr>
                <p:cNvPicPr/>
                <p:nvPr/>
              </p:nvPicPr>
              <p:blipFill>
                <a:blip r:embed="rId162"/>
                <a:stretch>
                  <a:fillRect/>
                </a:stretch>
              </p:blipFill>
              <p:spPr>
                <a:xfrm>
                  <a:off x="6481707" y="4831025"/>
                  <a:ext cx="8820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30" name="Ink 129">
                  <a:extLst>
                    <a:ext uri="{FF2B5EF4-FFF2-40B4-BE49-F238E27FC236}">
                      <a16:creationId xmlns:a16="http://schemas.microsoft.com/office/drawing/2014/main" id="{B77A6A5B-AD08-C9BB-10FB-7F559EA4F784}"/>
                    </a:ext>
                  </a:extLst>
                </p14:cNvPr>
                <p14:cNvContentPartPr/>
                <p14:nvPr/>
              </p14:nvContentPartPr>
              <p14:xfrm>
                <a:off x="4935147" y="4229825"/>
                <a:ext cx="398160" cy="207720"/>
              </p14:xfrm>
            </p:contentPart>
          </mc:Choice>
          <mc:Fallback xmlns="">
            <p:pic>
              <p:nvPicPr>
                <p:cNvPr id="130" name="Ink 129">
                  <a:extLst>
                    <a:ext uri="{FF2B5EF4-FFF2-40B4-BE49-F238E27FC236}">
                      <a16:creationId xmlns:a16="http://schemas.microsoft.com/office/drawing/2014/main" id="{B77A6A5B-AD08-C9BB-10FB-7F559EA4F784}"/>
                    </a:ext>
                  </a:extLst>
                </p:cNvPr>
                <p:cNvPicPr/>
                <p:nvPr/>
              </p:nvPicPr>
              <p:blipFill>
                <a:blip r:embed="rId164"/>
                <a:stretch>
                  <a:fillRect/>
                </a:stretch>
              </p:blipFill>
              <p:spPr>
                <a:xfrm>
                  <a:off x="4926507" y="4221185"/>
                  <a:ext cx="41580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31" name="Ink 130">
                  <a:extLst>
                    <a:ext uri="{FF2B5EF4-FFF2-40B4-BE49-F238E27FC236}">
                      <a16:creationId xmlns:a16="http://schemas.microsoft.com/office/drawing/2014/main" id="{99AAD20E-B931-107C-AA62-D6B6DA454E4A}"/>
                    </a:ext>
                  </a:extLst>
                </p14:cNvPr>
                <p14:cNvContentPartPr/>
                <p14:nvPr/>
              </p14:nvContentPartPr>
              <p14:xfrm>
                <a:off x="5314587" y="4334225"/>
                <a:ext cx="1080" cy="5400"/>
              </p14:xfrm>
            </p:contentPart>
          </mc:Choice>
          <mc:Fallback xmlns="">
            <p:pic>
              <p:nvPicPr>
                <p:cNvPr id="131" name="Ink 130">
                  <a:extLst>
                    <a:ext uri="{FF2B5EF4-FFF2-40B4-BE49-F238E27FC236}">
                      <a16:creationId xmlns:a16="http://schemas.microsoft.com/office/drawing/2014/main" id="{99AAD20E-B931-107C-AA62-D6B6DA454E4A}"/>
                    </a:ext>
                  </a:extLst>
                </p:cNvPr>
                <p:cNvPicPr/>
                <p:nvPr/>
              </p:nvPicPr>
              <p:blipFill>
                <a:blip r:embed="rId166"/>
                <a:stretch>
                  <a:fillRect/>
                </a:stretch>
              </p:blipFill>
              <p:spPr>
                <a:xfrm>
                  <a:off x="5305587" y="4325585"/>
                  <a:ext cx="1872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32" name="Ink 131">
                  <a:extLst>
                    <a:ext uri="{FF2B5EF4-FFF2-40B4-BE49-F238E27FC236}">
                      <a16:creationId xmlns:a16="http://schemas.microsoft.com/office/drawing/2014/main" id="{7207284F-21B3-940B-35A9-5EF22FC9FE74}"/>
                    </a:ext>
                  </a:extLst>
                </p14:cNvPr>
                <p14:cNvContentPartPr/>
                <p14:nvPr/>
              </p14:nvContentPartPr>
              <p14:xfrm>
                <a:off x="5374707" y="4255745"/>
                <a:ext cx="160560" cy="125280"/>
              </p14:xfrm>
            </p:contentPart>
          </mc:Choice>
          <mc:Fallback xmlns="">
            <p:pic>
              <p:nvPicPr>
                <p:cNvPr id="132" name="Ink 131">
                  <a:extLst>
                    <a:ext uri="{FF2B5EF4-FFF2-40B4-BE49-F238E27FC236}">
                      <a16:creationId xmlns:a16="http://schemas.microsoft.com/office/drawing/2014/main" id="{7207284F-21B3-940B-35A9-5EF22FC9FE74}"/>
                    </a:ext>
                  </a:extLst>
                </p:cNvPr>
                <p:cNvPicPr/>
                <p:nvPr/>
              </p:nvPicPr>
              <p:blipFill>
                <a:blip r:embed="rId168"/>
                <a:stretch>
                  <a:fillRect/>
                </a:stretch>
              </p:blipFill>
              <p:spPr>
                <a:xfrm>
                  <a:off x="5366067" y="4246745"/>
                  <a:ext cx="17820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44" name="Ink 143">
                  <a:extLst>
                    <a:ext uri="{FF2B5EF4-FFF2-40B4-BE49-F238E27FC236}">
                      <a16:creationId xmlns:a16="http://schemas.microsoft.com/office/drawing/2014/main" id="{640B0C86-B23B-1A29-D8FD-D10FD3C99858}"/>
                    </a:ext>
                  </a:extLst>
                </p14:cNvPr>
                <p14:cNvContentPartPr/>
                <p14:nvPr/>
              </p14:nvContentPartPr>
              <p14:xfrm>
                <a:off x="4359507" y="4332425"/>
                <a:ext cx="131760" cy="131760"/>
              </p14:xfrm>
            </p:contentPart>
          </mc:Choice>
          <mc:Fallback xmlns="">
            <p:pic>
              <p:nvPicPr>
                <p:cNvPr id="144" name="Ink 143">
                  <a:extLst>
                    <a:ext uri="{FF2B5EF4-FFF2-40B4-BE49-F238E27FC236}">
                      <a16:creationId xmlns:a16="http://schemas.microsoft.com/office/drawing/2014/main" id="{640B0C86-B23B-1A29-D8FD-D10FD3C99858}"/>
                    </a:ext>
                  </a:extLst>
                </p:cNvPr>
                <p:cNvPicPr/>
                <p:nvPr/>
              </p:nvPicPr>
              <p:blipFill>
                <a:blip r:embed="rId170"/>
                <a:stretch>
                  <a:fillRect/>
                </a:stretch>
              </p:blipFill>
              <p:spPr>
                <a:xfrm>
                  <a:off x="4350867" y="4323425"/>
                  <a:ext cx="14940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45" name="Ink 144">
                  <a:extLst>
                    <a:ext uri="{FF2B5EF4-FFF2-40B4-BE49-F238E27FC236}">
                      <a16:creationId xmlns:a16="http://schemas.microsoft.com/office/drawing/2014/main" id="{A4E74DA7-5394-AAA7-2D6A-E5CCD9C17A09}"/>
                    </a:ext>
                  </a:extLst>
                </p14:cNvPr>
                <p14:cNvContentPartPr/>
                <p14:nvPr/>
              </p14:nvContentPartPr>
              <p14:xfrm>
                <a:off x="4503147" y="4256825"/>
                <a:ext cx="51480" cy="188640"/>
              </p14:xfrm>
            </p:contentPart>
          </mc:Choice>
          <mc:Fallback xmlns="">
            <p:pic>
              <p:nvPicPr>
                <p:cNvPr id="145" name="Ink 144">
                  <a:extLst>
                    <a:ext uri="{FF2B5EF4-FFF2-40B4-BE49-F238E27FC236}">
                      <a16:creationId xmlns:a16="http://schemas.microsoft.com/office/drawing/2014/main" id="{A4E74DA7-5394-AAA7-2D6A-E5CCD9C17A09}"/>
                    </a:ext>
                  </a:extLst>
                </p:cNvPr>
                <p:cNvPicPr/>
                <p:nvPr/>
              </p:nvPicPr>
              <p:blipFill>
                <a:blip r:embed="rId172"/>
                <a:stretch>
                  <a:fillRect/>
                </a:stretch>
              </p:blipFill>
              <p:spPr>
                <a:xfrm>
                  <a:off x="4494147" y="4247825"/>
                  <a:ext cx="6912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46" name="Ink 145">
                  <a:extLst>
                    <a:ext uri="{FF2B5EF4-FFF2-40B4-BE49-F238E27FC236}">
                      <a16:creationId xmlns:a16="http://schemas.microsoft.com/office/drawing/2014/main" id="{1179F185-81F1-C70D-7E01-8F367D0A5F72}"/>
                    </a:ext>
                  </a:extLst>
                </p14:cNvPr>
                <p14:cNvContentPartPr/>
                <p14:nvPr/>
              </p14:nvContentPartPr>
              <p14:xfrm>
                <a:off x="4575867" y="4310105"/>
                <a:ext cx="79200" cy="154800"/>
              </p14:xfrm>
            </p:contentPart>
          </mc:Choice>
          <mc:Fallback xmlns="">
            <p:pic>
              <p:nvPicPr>
                <p:cNvPr id="146" name="Ink 145">
                  <a:extLst>
                    <a:ext uri="{FF2B5EF4-FFF2-40B4-BE49-F238E27FC236}">
                      <a16:creationId xmlns:a16="http://schemas.microsoft.com/office/drawing/2014/main" id="{1179F185-81F1-C70D-7E01-8F367D0A5F72}"/>
                    </a:ext>
                  </a:extLst>
                </p:cNvPr>
                <p:cNvPicPr/>
                <p:nvPr/>
              </p:nvPicPr>
              <p:blipFill>
                <a:blip r:embed="rId174"/>
                <a:stretch>
                  <a:fillRect/>
                </a:stretch>
              </p:blipFill>
              <p:spPr>
                <a:xfrm>
                  <a:off x="4566867" y="4301105"/>
                  <a:ext cx="968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47" name="Ink 146">
                  <a:extLst>
                    <a:ext uri="{FF2B5EF4-FFF2-40B4-BE49-F238E27FC236}">
                      <a16:creationId xmlns:a16="http://schemas.microsoft.com/office/drawing/2014/main" id="{7D2131FD-2095-E6A6-33B2-F2422A223A2E}"/>
                    </a:ext>
                  </a:extLst>
                </p14:cNvPr>
                <p14:cNvContentPartPr/>
                <p14:nvPr/>
              </p14:nvContentPartPr>
              <p14:xfrm>
                <a:off x="4691427" y="4308665"/>
                <a:ext cx="41400" cy="99720"/>
              </p14:xfrm>
            </p:contentPart>
          </mc:Choice>
          <mc:Fallback xmlns="">
            <p:pic>
              <p:nvPicPr>
                <p:cNvPr id="147" name="Ink 146">
                  <a:extLst>
                    <a:ext uri="{FF2B5EF4-FFF2-40B4-BE49-F238E27FC236}">
                      <a16:creationId xmlns:a16="http://schemas.microsoft.com/office/drawing/2014/main" id="{7D2131FD-2095-E6A6-33B2-F2422A223A2E}"/>
                    </a:ext>
                  </a:extLst>
                </p:cNvPr>
                <p:cNvPicPr/>
                <p:nvPr/>
              </p:nvPicPr>
              <p:blipFill>
                <a:blip r:embed="rId176"/>
                <a:stretch>
                  <a:fillRect/>
                </a:stretch>
              </p:blipFill>
              <p:spPr>
                <a:xfrm>
                  <a:off x="4682787" y="4300025"/>
                  <a:ext cx="5904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48" name="Ink 147">
                  <a:extLst>
                    <a:ext uri="{FF2B5EF4-FFF2-40B4-BE49-F238E27FC236}">
                      <a16:creationId xmlns:a16="http://schemas.microsoft.com/office/drawing/2014/main" id="{0F7E599F-ACB0-C34B-1278-83712E384024}"/>
                    </a:ext>
                  </a:extLst>
                </p14:cNvPr>
                <p14:cNvContentPartPr/>
                <p14:nvPr/>
              </p14:nvContentPartPr>
              <p14:xfrm>
                <a:off x="4760187" y="4226945"/>
                <a:ext cx="115560" cy="167400"/>
              </p14:xfrm>
            </p:contentPart>
          </mc:Choice>
          <mc:Fallback xmlns="">
            <p:pic>
              <p:nvPicPr>
                <p:cNvPr id="148" name="Ink 147">
                  <a:extLst>
                    <a:ext uri="{FF2B5EF4-FFF2-40B4-BE49-F238E27FC236}">
                      <a16:creationId xmlns:a16="http://schemas.microsoft.com/office/drawing/2014/main" id="{0F7E599F-ACB0-C34B-1278-83712E384024}"/>
                    </a:ext>
                  </a:extLst>
                </p:cNvPr>
                <p:cNvPicPr/>
                <p:nvPr/>
              </p:nvPicPr>
              <p:blipFill>
                <a:blip r:embed="rId178"/>
                <a:stretch>
                  <a:fillRect/>
                </a:stretch>
              </p:blipFill>
              <p:spPr>
                <a:xfrm>
                  <a:off x="4751187" y="4218305"/>
                  <a:ext cx="13320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44" name="Ink 43">
                  <a:extLst>
                    <a:ext uri="{FF2B5EF4-FFF2-40B4-BE49-F238E27FC236}">
                      <a16:creationId xmlns:a16="http://schemas.microsoft.com/office/drawing/2014/main" id="{FA1FE120-8C43-0931-8A0B-A6593499FA43}"/>
                    </a:ext>
                  </a:extLst>
                </p14:cNvPr>
                <p14:cNvContentPartPr/>
                <p14:nvPr/>
              </p14:nvContentPartPr>
              <p14:xfrm>
                <a:off x="2172507" y="3747425"/>
                <a:ext cx="30240" cy="894600"/>
              </p14:xfrm>
            </p:contentPart>
          </mc:Choice>
          <mc:Fallback xmlns="">
            <p:pic>
              <p:nvPicPr>
                <p:cNvPr id="44" name="Ink 43">
                  <a:extLst>
                    <a:ext uri="{FF2B5EF4-FFF2-40B4-BE49-F238E27FC236}">
                      <a16:creationId xmlns:a16="http://schemas.microsoft.com/office/drawing/2014/main" id="{FA1FE120-8C43-0931-8A0B-A6593499FA43}"/>
                    </a:ext>
                  </a:extLst>
                </p:cNvPr>
                <p:cNvPicPr/>
                <p:nvPr/>
              </p:nvPicPr>
              <p:blipFill>
                <a:blip r:embed="rId180"/>
                <a:stretch>
                  <a:fillRect/>
                </a:stretch>
              </p:blipFill>
              <p:spPr>
                <a:xfrm>
                  <a:off x="2163507" y="3738785"/>
                  <a:ext cx="47880" cy="91224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45" name="Ink 44">
                  <a:extLst>
                    <a:ext uri="{FF2B5EF4-FFF2-40B4-BE49-F238E27FC236}">
                      <a16:creationId xmlns:a16="http://schemas.microsoft.com/office/drawing/2014/main" id="{92707998-2201-347F-DE42-B2E75A2159BB}"/>
                    </a:ext>
                  </a:extLst>
                </p14:cNvPr>
                <p14:cNvContentPartPr/>
                <p14:nvPr/>
              </p14:nvContentPartPr>
              <p14:xfrm>
                <a:off x="2757867" y="3733025"/>
                <a:ext cx="56520" cy="915840"/>
              </p14:xfrm>
            </p:contentPart>
          </mc:Choice>
          <mc:Fallback xmlns="">
            <p:pic>
              <p:nvPicPr>
                <p:cNvPr id="45" name="Ink 44">
                  <a:extLst>
                    <a:ext uri="{FF2B5EF4-FFF2-40B4-BE49-F238E27FC236}">
                      <a16:creationId xmlns:a16="http://schemas.microsoft.com/office/drawing/2014/main" id="{92707998-2201-347F-DE42-B2E75A2159BB}"/>
                    </a:ext>
                  </a:extLst>
                </p:cNvPr>
                <p:cNvPicPr/>
                <p:nvPr/>
              </p:nvPicPr>
              <p:blipFill>
                <a:blip r:embed="rId182"/>
                <a:stretch>
                  <a:fillRect/>
                </a:stretch>
              </p:blipFill>
              <p:spPr>
                <a:xfrm>
                  <a:off x="2749227" y="3724385"/>
                  <a:ext cx="74160" cy="93348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46" name="Ink 45">
                  <a:extLst>
                    <a:ext uri="{FF2B5EF4-FFF2-40B4-BE49-F238E27FC236}">
                      <a16:creationId xmlns:a16="http://schemas.microsoft.com/office/drawing/2014/main" id="{EDCA12CF-528A-C9A4-808A-B320553CAE57}"/>
                    </a:ext>
                  </a:extLst>
                </p14:cNvPr>
                <p14:cNvContentPartPr/>
                <p14:nvPr/>
              </p14:nvContentPartPr>
              <p14:xfrm>
                <a:off x="1953267" y="4611065"/>
                <a:ext cx="1148400" cy="99000"/>
              </p14:xfrm>
            </p:contentPart>
          </mc:Choice>
          <mc:Fallback xmlns="">
            <p:pic>
              <p:nvPicPr>
                <p:cNvPr id="46" name="Ink 45">
                  <a:extLst>
                    <a:ext uri="{FF2B5EF4-FFF2-40B4-BE49-F238E27FC236}">
                      <a16:creationId xmlns:a16="http://schemas.microsoft.com/office/drawing/2014/main" id="{EDCA12CF-528A-C9A4-808A-B320553CAE57}"/>
                    </a:ext>
                  </a:extLst>
                </p:cNvPr>
                <p:cNvPicPr/>
                <p:nvPr/>
              </p:nvPicPr>
              <p:blipFill>
                <a:blip r:embed="rId184"/>
                <a:stretch>
                  <a:fillRect/>
                </a:stretch>
              </p:blipFill>
              <p:spPr>
                <a:xfrm>
                  <a:off x="1944267" y="4602065"/>
                  <a:ext cx="116604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47" name="Ink 46">
                  <a:extLst>
                    <a:ext uri="{FF2B5EF4-FFF2-40B4-BE49-F238E27FC236}">
                      <a16:creationId xmlns:a16="http://schemas.microsoft.com/office/drawing/2014/main" id="{7818572E-E7B7-40B3-9F2D-0AEA4BBAE42A}"/>
                    </a:ext>
                  </a:extLst>
                </p14:cNvPr>
                <p14:cNvContentPartPr/>
                <p14:nvPr/>
              </p14:nvContentPartPr>
              <p14:xfrm>
                <a:off x="1754907" y="3226505"/>
                <a:ext cx="1280160" cy="653760"/>
              </p14:xfrm>
            </p:contentPart>
          </mc:Choice>
          <mc:Fallback xmlns="">
            <p:pic>
              <p:nvPicPr>
                <p:cNvPr id="47" name="Ink 46">
                  <a:extLst>
                    <a:ext uri="{FF2B5EF4-FFF2-40B4-BE49-F238E27FC236}">
                      <a16:creationId xmlns:a16="http://schemas.microsoft.com/office/drawing/2014/main" id="{7818572E-E7B7-40B3-9F2D-0AEA4BBAE42A}"/>
                    </a:ext>
                  </a:extLst>
                </p:cNvPr>
                <p:cNvPicPr/>
                <p:nvPr/>
              </p:nvPicPr>
              <p:blipFill>
                <a:blip r:embed="rId186"/>
                <a:stretch>
                  <a:fillRect/>
                </a:stretch>
              </p:blipFill>
              <p:spPr>
                <a:xfrm>
                  <a:off x="1745907" y="3217505"/>
                  <a:ext cx="1297800" cy="67140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48" name="Ink 47">
                  <a:extLst>
                    <a:ext uri="{FF2B5EF4-FFF2-40B4-BE49-F238E27FC236}">
                      <a16:creationId xmlns:a16="http://schemas.microsoft.com/office/drawing/2014/main" id="{73DCBDDD-3403-181D-4EC6-3218A6ED8F23}"/>
                    </a:ext>
                  </a:extLst>
                </p14:cNvPr>
                <p14:cNvContentPartPr/>
                <p14:nvPr/>
              </p14:nvContentPartPr>
              <p14:xfrm>
                <a:off x="1407507" y="3365825"/>
                <a:ext cx="194400" cy="227520"/>
              </p14:xfrm>
            </p:contentPart>
          </mc:Choice>
          <mc:Fallback xmlns="">
            <p:pic>
              <p:nvPicPr>
                <p:cNvPr id="48" name="Ink 47">
                  <a:extLst>
                    <a:ext uri="{FF2B5EF4-FFF2-40B4-BE49-F238E27FC236}">
                      <a16:creationId xmlns:a16="http://schemas.microsoft.com/office/drawing/2014/main" id="{73DCBDDD-3403-181D-4EC6-3218A6ED8F23}"/>
                    </a:ext>
                  </a:extLst>
                </p:cNvPr>
                <p:cNvPicPr/>
                <p:nvPr/>
              </p:nvPicPr>
              <p:blipFill>
                <a:blip r:embed="rId188"/>
                <a:stretch>
                  <a:fillRect/>
                </a:stretch>
              </p:blipFill>
              <p:spPr>
                <a:xfrm>
                  <a:off x="1398867" y="3357185"/>
                  <a:ext cx="21204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49" name="Ink 48">
                  <a:extLst>
                    <a:ext uri="{FF2B5EF4-FFF2-40B4-BE49-F238E27FC236}">
                      <a16:creationId xmlns:a16="http://schemas.microsoft.com/office/drawing/2014/main" id="{B7109DBA-641A-14E8-3AEA-F18DE3AAF89C}"/>
                    </a:ext>
                  </a:extLst>
                </p14:cNvPr>
                <p14:cNvContentPartPr/>
                <p14:nvPr/>
              </p14:nvContentPartPr>
              <p14:xfrm>
                <a:off x="1431267" y="3445745"/>
                <a:ext cx="162000" cy="70560"/>
              </p14:xfrm>
            </p:contentPart>
          </mc:Choice>
          <mc:Fallback xmlns="">
            <p:pic>
              <p:nvPicPr>
                <p:cNvPr id="49" name="Ink 48">
                  <a:extLst>
                    <a:ext uri="{FF2B5EF4-FFF2-40B4-BE49-F238E27FC236}">
                      <a16:creationId xmlns:a16="http://schemas.microsoft.com/office/drawing/2014/main" id="{B7109DBA-641A-14E8-3AEA-F18DE3AAF89C}"/>
                    </a:ext>
                  </a:extLst>
                </p:cNvPr>
                <p:cNvPicPr/>
                <p:nvPr/>
              </p:nvPicPr>
              <p:blipFill>
                <a:blip r:embed="rId190"/>
                <a:stretch>
                  <a:fillRect/>
                </a:stretch>
              </p:blipFill>
              <p:spPr>
                <a:xfrm>
                  <a:off x="1422267" y="3437105"/>
                  <a:ext cx="17964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50" name="Ink 49">
                  <a:extLst>
                    <a:ext uri="{FF2B5EF4-FFF2-40B4-BE49-F238E27FC236}">
                      <a16:creationId xmlns:a16="http://schemas.microsoft.com/office/drawing/2014/main" id="{B6C3B2F9-B9DF-CF75-4403-C5688C4333B7}"/>
                    </a:ext>
                  </a:extLst>
                </p14:cNvPr>
                <p14:cNvContentPartPr/>
                <p14:nvPr/>
              </p14:nvContentPartPr>
              <p14:xfrm>
                <a:off x="1700187" y="3333065"/>
                <a:ext cx="2160" cy="1080"/>
              </p14:xfrm>
            </p:contentPart>
          </mc:Choice>
          <mc:Fallback xmlns="">
            <p:pic>
              <p:nvPicPr>
                <p:cNvPr id="50" name="Ink 49">
                  <a:extLst>
                    <a:ext uri="{FF2B5EF4-FFF2-40B4-BE49-F238E27FC236}">
                      <a16:creationId xmlns:a16="http://schemas.microsoft.com/office/drawing/2014/main" id="{B6C3B2F9-B9DF-CF75-4403-C5688C4333B7}"/>
                    </a:ext>
                  </a:extLst>
                </p:cNvPr>
                <p:cNvPicPr/>
                <p:nvPr/>
              </p:nvPicPr>
              <p:blipFill>
                <a:blip r:embed="rId166"/>
                <a:stretch>
                  <a:fillRect/>
                </a:stretch>
              </p:blipFill>
              <p:spPr>
                <a:xfrm>
                  <a:off x="1691547" y="3324425"/>
                  <a:ext cx="1980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51" name="Ink 50">
                  <a:extLst>
                    <a:ext uri="{FF2B5EF4-FFF2-40B4-BE49-F238E27FC236}">
                      <a16:creationId xmlns:a16="http://schemas.microsoft.com/office/drawing/2014/main" id="{42963E02-888A-1F97-E859-5CC635146A3C}"/>
                    </a:ext>
                  </a:extLst>
                </p14:cNvPr>
                <p14:cNvContentPartPr/>
                <p14:nvPr/>
              </p14:nvContentPartPr>
              <p14:xfrm>
                <a:off x="1606587" y="3296345"/>
                <a:ext cx="124200" cy="183240"/>
              </p14:xfrm>
            </p:contentPart>
          </mc:Choice>
          <mc:Fallback xmlns="">
            <p:pic>
              <p:nvPicPr>
                <p:cNvPr id="51" name="Ink 50">
                  <a:extLst>
                    <a:ext uri="{FF2B5EF4-FFF2-40B4-BE49-F238E27FC236}">
                      <a16:creationId xmlns:a16="http://schemas.microsoft.com/office/drawing/2014/main" id="{42963E02-888A-1F97-E859-5CC635146A3C}"/>
                    </a:ext>
                  </a:extLst>
                </p:cNvPr>
                <p:cNvPicPr/>
                <p:nvPr/>
              </p:nvPicPr>
              <p:blipFill>
                <a:blip r:embed="rId193"/>
                <a:stretch>
                  <a:fillRect/>
                </a:stretch>
              </p:blipFill>
              <p:spPr>
                <a:xfrm>
                  <a:off x="1597587" y="3287705"/>
                  <a:ext cx="14184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52" name="Ink 51">
                  <a:extLst>
                    <a:ext uri="{FF2B5EF4-FFF2-40B4-BE49-F238E27FC236}">
                      <a16:creationId xmlns:a16="http://schemas.microsoft.com/office/drawing/2014/main" id="{AA83230A-63FB-25D5-D62F-336E32CE3337}"/>
                    </a:ext>
                  </a:extLst>
                </p14:cNvPr>
                <p14:cNvContentPartPr/>
                <p14:nvPr/>
              </p14:nvContentPartPr>
              <p14:xfrm>
                <a:off x="1848867" y="3239825"/>
                <a:ext cx="156600" cy="186840"/>
              </p14:xfrm>
            </p:contentPart>
          </mc:Choice>
          <mc:Fallback xmlns="">
            <p:pic>
              <p:nvPicPr>
                <p:cNvPr id="52" name="Ink 51">
                  <a:extLst>
                    <a:ext uri="{FF2B5EF4-FFF2-40B4-BE49-F238E27FC236}">
                      <a16:creationId xmlns:a16="http://schemas.microsoft.com/office/drawing/2014/main" id="{AA83230A-63FB-25D5-D62F-336E32CE3337}"/>
                    </a:ext>
                  </a:extLst>
                </p:cNvPr>
                <p:cNvPicPr/>
                <p:nvPr/>
              </p:nvPicPr>
              <p:blipFill>
                <a:blip r:embed="rId195"/>
                <a:stretch>
                  <a:fillRect/>
                </a:stretch>
              </p:blipFill>
              <p:spPr>
                <a:xfrm>
                  <a:off x="1840227" y="3230825"/>
                  <a:ext cx="17424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72" name="Ink 71">
                  <a:extLst>
                    <a:ext uri="{FF2B5EF4-FFF2-40B4-BE49-F238E27FC236}">
                      <a16:creationId xmlns:a16="http://schemas.microsoft.com/office/drawing/2014/main" id="{45E09BDC-F7D5-0F87-377E-2CD4BB75DE8F}"/>
                    </a:ext>
                  </a:extLst>
                </p14:cNvPr>
                <p14:cNvContentPartPr/>
                <p14:nvPr/>
              </p14:nvContentPartPr>
              <p14:xfrm>
                <a:off x="2371227" y="3202745"/>
                <a:ext cx="13320" cy="246600"/>
              </p14:xfrm>
            </p:contentPart>
          </mc:Choice>
          <mc:Fallback xmlns="">
            <p:pic>
              <p:nvPicPr>
                <p:cNvPr id="72" name="Ink 71">
                  <a:extLst>
                    <a:ext uri="{FF2B5EF4-FFF2-40B4-BE49-F238E27FC236}">
                      <a16:creationId xmlns:a16="http://schemas.microsoft.com/office/drawing/2014/main" id="{45E09BDC-F7D5-0F87-377E-2CD4BB75DE8F}"/>
                    </a:ext>
                  </a:extLst>
                </p:cNvPr>
                <p:cNvPicPr/>
                <p:nvPr/>
              </p:nvPicPr>
              <p:blipFill>
                <a:blip r:embed="rId197"/>
                <a:stretch>
                  <a:fillRect/>
                </a:stretch>
              </p:blipFill>
              <p:spPr>
                <a:xfrm>
                  <a:off x="2362227" y="3194105"/>
                  <a:ext cx="3096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73" name="Ink 72">
                  <a:extLst>
                    <a:ext uri="{FF2B5EF4-FFF2-40B4-BE49-F238E27FC236}">
                      <a16:creationId xmlns:a16="http://schemas.microsoft.com/office/drawing/2014/main" id="{F3A667AC-7EE3-C322-A189-156B85E7CCB1}"/>
                    </a:ext>
                  </a:extLst>
                </p14:cNvPr>
                <p14:cNvContentPartPr/>
                <p14:nvPr/>
              </p14:nvContentPartPr>
              <p14:xfrm>
                <a:off x="2494347" y="3197705"/>
                <a:ext cx="21600" cy="212040"/>
              </p14:xfrm>
            </p:contentPart>
          </mc:Choice>
          <mc:Fallback xmlns="">
            <p:pic>
              <p:nvPicPr>
                <p:cNvPr id="73" name="Ink 72">
                  <a:extLst>
                    <a:ext uri="{FF2B5EF4-FFF2-40B4-BE49-F238E27FC236}">
                      <a16:creationId xmlns:a16="http://schemas.microsoft.com/office/drawing/2014/main" id="{F3A667AC-7EE3-C322-A189-156B85E7CCB1}"/>
                    </a:ext>
                  </a:extLst>
                </p:cNvPr>
                <p:cNvPicPr/>
                <p:nvPr/>
              </p:nvPicPr>
              <p:blipFill>
                <a:blip r:embed="rId199"/>
                <a:stretch>
                  <a:fillRect/>
                </a:stretch>
              </p:blipFill>
              <p:spPr>
                <a:xfrm>
                  <a:off x="2485707" y="3188705"/>
                  <a:ext cx="3924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74" name="Ink 73">
                  <a:extLst>
                    <a:ext uri="{FF2B5EF4-FFF2-40B4-BE49-F238E27FC236}">
                      <a16:creationId xmlns:a16="http://schemas.microsoft.com/office/drawing/2014/main" id="{38CB6291-A7FF-3E33-B5D6-31FFD8247017}"/>
                    </a:ext>
                  </a:extLst>
                </p14:cNvPr>
                <p14:cNvContentPartPr/>
                <p14:nvPr/>
              </p14:nvContentPartPr>
              <p14:xfrm>
                <a:off x="2339547" y="3072065"/>
                <a:ext cx="232920" cy="141840"/>
              </p14:xfrm>
            </p:contentPart>
          </mc:Choice>
          <mc:Fallback xmlns="">
            <p:pic>
              <p:nvPicPr>
                <p:cNvPr id="74" name="Ink 73">
                  <a:extLst>
                    <a:ext uri="{FF2B5EF4-FFF2-40B4-BE49-F238E27FC236}">
                      <a16:creationId xmlns:a16="http://schemas.microsoft.com/office/drawing/2014/main" id="{38CB6291-A7FF-3E33-B5D6-31FFD8247017}"/>
                    </a:ext>
                  </a:extLst>
                </p:cNvPr>
                <p:cNvPicPr/>
                <p:nvPr/>
              </p:nvPicPr>
              <p:blipFill>
                <a:blip r:embed="rId201"/>
                <a:stretch>
                  <a:fillRect/>
                </a:stretch>
              </p:blipFill>
              <p:spPr>
                <a:xfrm>
                  <a:off x="2330907" y="3063065"/>
                  <a:ext cx="25056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34" name="Ink 133">
                  <a:extLst>
                    <a:ext uri="{FF2B5EF4-FFF2-40B4-BE49-F238E27FC236}">
                      <a16:creationId xmlns:a16="http://schemas.microsoft.com/office/drawing/2014/main" id="{75CEFA4F-72B4-7A51-ADD8-73AAE2A5B2B7}"/>
                    </a:ext>
                  </a:extLst>
                </p14:cNvPr>
                <p14:cNvContentPartPr/>
                <p14:nvPr/>
              </p14:nvContentPartPr>
              <p14:xfrm>
                <a:off x="733227" y="4229105"/>
                <a:ext cx="196560" cy="351720"/>
              </p14:xfrm>
            </p:contentPart>
          </mc:Choice>
          <mc:Fallback xmlns="">
            <p:pic>
              <p:nvPicPr>
                <p:cNvPr id="134" name="Ink 133">
                  <a:extLst>
                    <a:ext uri="{FF2B5EF4-FFF2-40B4-BE49-F238E27FC236}">
                      <a16:creationId xmlns:a16="http://schemas.microsoft.com/office/drawing/2014/main" id="{75CEFA4F-72B4-7A51-ADD8-73AAE2A5B2B7}"/>
                    </a:ext>
                  </a:extLst>
                </p:cNvPr>
                <p:cNvPicPr/>
                <p:nvPr/>
              </p:nvPicPr>
              <p:blipFill>
                <a:blip r:embed="rId203"/>
                <a:stretch>
                  <a:fillRect/>
                </a:stretch>
              </p:blipFill>
              <p:spPr>
                <a:xfrm>
                  <a:off x="724227" y="4220465"/>
                  <a:ext cx="21420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35" name="Ink 134">
                  <a:extLst>
                    <a:ext uri="{FF2B5EF4-FFF2-40B4-BE49-F238E27FC236}">
                      <a16:creationId xmlns:a16="http://schemas.microsoft.com/office/drawing/2014/main" id="{29617DD1-C73E-D309-5702-4568493F4C92}"/>
                    </a:ext>
                  </a:extLst>
                </p14:cNvPr>
                <p14:cNvContentPartPr/>
                <p14:nvPr/>
              </p14:nvContentPartPr>
              <p14:xfrm>
                <a:off x="974427" y="4415945"/>
                <a:ext cx="56520" cy="107640"/>
              </p14:xfrm>
            </p:contentPart>
          </mc:Choice>
          <mc:Fallback xmlns="">
            <p:pic>
              <p:nvPicPr>
                <p:cNvPr id="135" name="Ink 134">
                  <a:extLst>
                    <a:ext uri="{FF2B5EF4-FFF2-40B4-BE49-F238E27FC236}">
                      <a16:creationId xmlns:a16="http://schemas.microsoft.com/office/drawing/2014/main" id="{29617DD1-C73E-D309-5702-4568493F4C92}"/>
                    </a:ext>
                  </a:extLst>
                </p:cNvPr>
                <p:cNvPicPr/>
                <p:nvPr/>
              </p:nvPicPr>
              <p:blipFill>
                <a:blip r:embed="rId205"/>
                <a:stretch>
                  <a:fillRect/>
                </a:stretch>
              </p:blipFill>
              <p:spPr>
                <a:xfrm>
                  <a:off x="965787" y="4407305"/>
                  <a:ext cx="7416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36" name="Ink 135">
                  <a:extLst>
                    <a:ext uri="{FF2B5EF4-FFF2-40B4-BE49-F238E27FC236}">
                      <a16:creationId xmlns:a16="http://schemas.microsoft.com/office/drawing/2014/main" id="{8BB8F69F-092E-1799-B033-1D790FA2FC2B}"/>
                    </a:ext>
                  </a:extLst>
                </p14:cNvPr>
                <p14:cNvContentPartPr/>
                <p14:nvPr/>
              </p14:nvContentPartPr>
              <p14:xfrm>
                <a:off x="1080627" y="4407665"/>
                <a:ext cx="98640" cy="93240"/>
              </p14:xfrm>
            </p:contentPart>
          </mc:Choice>
          <mc:Fallback xmlns="">
            <p:pic>
              <p:nvPicPr>
                <p:cNvPr id="136" name="Ink 135">
                  <a:extLst>
                    <a:ext uri="{FF2B5EF4-FFF2-40B4-BE49-F238E27FC236}">
                      <a16:creationId xmlns:a16="http://schemas.microsoft.com/office/drawing/2014/main" id="{8BB8F69F-092E-1799-B033-1D790FA2FC2B}"/>
                    </a:ext>
                  </a:extLst>
                </p:cNvPr>
                <p:cNvPicPr/>
                <p:nvPr/>
              </p:nvPicPr>
              <p:blipFill>
                <a:blip r:embed="rId207"/>
                <a:stretch>
                  <a:fillRect/>
                </a:stretch>
              </p:blipFill>
              <p:spPr>
                <a:xfrm>
                  <a:off x="1071987" y="4399025"/>
                  <a:ext cx="11628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37" name="Ink 136">
                  <a:extLst>
                    <a:ext uri="{FF2B5EF4-FFF2-40B4-BE49-F238E27FC236}">
                      <a16:creationId xmlns:a16="http://schemas.microsoft.com/office/drawing/2014/main" id="{F23BBFF4-27FC-5A18-E252-A61A87A91A04}"/>
                    </a:ext>
                  </a:extLst>
                </p14:cNvPr>
                <p14:cNvContentPartPr/>
                <p14:nvPr/>
              </p14:nvContentPartPr>
              <p14:xfrm>
                <a:off x="1196907" y="4316225"/>
                <a:ext cx="117360" cy="155880"/>
              </p14:xfrm>
            </p:contentPart>
          </mc:Choice>
          <mc:Fallback xmlns="">
            <p:pic>
              <p:nvPicPr>
                <p:cNvPr id="137" name="Ink 136">
                  <a:extLst>
                    <a:ext uri="{FF2B5EF4-FFF2-40B4-BE49-F238E27FC236}">
                      <a16:creationId xmlns:a16="http://schemas.microsoft.com/office/drawing/2014/main" id="{F23BBFF4-27FC-5A18-E252-A61A87A91A04}"/>
                    </a:ext>
                  </a:extLst>
                </p:cNvPr>
                <p:cNvPicPr/>
                <p:nvPr/>
              </p:nvPicPr>
              <p:blipFill>
                <a:blip r:embed="rId209"/>
                <a:stretch>
                  <a:fillRect/>
                </a:stretch>
              </p:blipFill>
              <p:spPr>
                <a:xfrm>
                  <a:off x="1187907" y="4307585"/>
                  <a:ext cx="13500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8" name="Ink 137">
                  <a:extLst>
                    <a:ext uri="{FF2B5EF4-FFF2-40B4-BE49-F238E27FC236}">
                      <a16:creationId xmlns:a16="http://schemas.microsoft.com/office/drawing/2014/main" id="{FF32EFD3-C608-F94E-B52D-D8D808E014BD}"/>
                    </a:ext>
                  </a:extLst>
                </p14:cNvPr>
                <p14:cNvContentPartPr/>
                <p14:nvPr/>
              </p14:nvContentPartPr>
              <p14:xfrm>
                <a:off x="1339467" y="4354385"/>
                <a:ext cx="69480" cy="110880"/>
              </p14:xfrm>
            </p:contentPart>
          </mc:Choice>
          <mc:Fallback xmlns="">
            <p:pic>
              <p:nvPicPr>
                <p:cNvPr id="138" name="Ink 137">
                  <a:extLst>
                    <a:ext uri="{FF2B5EF4-FFF2-40B4-BE49-F238E27FC236}">
                      <a16:creationId xmlns:a16="http://schemas.microsoft.com/office/drawing/2014/main" id="{FF32EFD3-C608-F94E-B52D-D8D808E014BD}"/>
                    </a:ext>
                  </a:extLst>
                </p:cNvPr>
                <p:cNvPicPr/>
                <p:nvPr/>
              </p:nvPicPr>
              <p:blipFill>
                <a:blip r:embed="rId211"/>
                <a:stretch>
                  <a:fillRect/>
                </a:stretch>
              </p:blipFill>
              <p:spPr>
                <a:xfrm>
                  <a:off x="1330827" y="4345745"/>
                  <a:ext cx="8712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9" name="Ink 138">
                  <a:extLst>
                    <a:ext uri="{FF2B5EF4-FFF2-40B4-BE49-F238E27FC236}">
                      <a16:creationId xmlns:a16="http://schemas.microsoft.com/office/drawing/2014/main" id="{1C513519-288B-86C4-7C5B-D8C617C56EE4}"/>
                    </a:ext>
                  </a:extLst>
                </p14:cNvPr>
                <p14:cNvContentPartPr/>
                <p14:nvPr/>
              </p14:nvContentPartPr>
              <p14:xfrm>
                <a:off x="1408947" y="4309385"/>
                <a:ext cx="30960" cy="144720"/>
              </p14:xfrm>
            </p:contentPart>
          </mc:Choice>
          <mc:Fallback xmlns="">
            <p:pic>
              <p:nvPicPr>
                <p:cNvPr id="139" name="Ink 138">
                  <a:extLst>
                    <a:ext uri="{FF2B5EF4-FFF2-40B4-BE49-F238E27FC236}">
                      <a16:creationId xmlns:a16="http://schemas.microsoft.com/office/drawing/2014/main" id="{1C513519-288B-86C4-7C5B-D8C617C56EE4}"/>
                    </a:ext>
                  </a:extLst>
                </p:cNvPr>
                <p:cNvPicPr/>
                <p:nvPr/>
              </p:nvPicPr>
              <p:blipFill>
                <a:blip r:embed="rId213"/>
                <a:stretch>
                  <a:fillRect/>
                </a:stretch>
              </p:blipFill>
              <p:spPr>
                <a:xfrm>
                  <a:off x="1399947" y="4300745"/>
                  <a:ext cx="4860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40" name="Ink 139">
                  <a:extLst>
                    <a:ext uri="{FF2B5EF4-FFF2-40B4-BE49-F238E27FC236}">
                      <a16:creationId xmlns:a16="http://schemas.microsoft.com/office/drawing/2014/main" id="{F01DA507-4260-AE49-1782-9C05FA8E244E}"/>
                    </a:ext>
                  </a:extLst>
                </p14:cNvPr>
                <p14:cNvContentPartPr/>
                <p14:nvPr/>
              </p14:nvContentPartPr>
              <p14:xfrm>
                <a:off x="1464747" y="4321985"/>
                <a:ext cx="6480" cy="115560"/>
              </p14:xfrm>
            </p:contentPart>
          </mc:Choice>
          <mc:Fallback xmlns="">
            <p:pic>
              <p:nvPicPr>
                <p:cNvPr id="140" name="Ink 139">
                  <a:extLst>
                    <a:ext uri="{FF2B5EF4-FFF2-40B4-BE49-F238E27FC236}">
                      <a16:creationId xmlns:a16="http://schemas.microsoft.com/office/drawing/2014/main" id="{F01DA507-4260-AE49-1782-9C05FA8E244E}"/>
                    </a:ext>
                  </a:extLst>
                </p:cNvPr>
                <p:cNvPicPr/>
                <p:nvPr/>
              </p:nvPicPr>
              <p:blipFill>
                <a:blip r:embed="rId215"/>
                <a:stretch>
                  <a:fillRect/>
                </a:stretch>
              </p:blipFill>
              <p:spPr>
                <a:xfrm>
                  <a:off x="1456107" y="4312985"/>
                  <a:ext cx="241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41" name="Ink 140">
                  <a:extLst>
                    <a:ext uri="{FF2B5EF4-FFF2-40B4-BE49-F238E27FC236}">
                      <a16:creationId xmlns:a16="http://schemas.microsoft.com/office/drawing/2014/main" id="{49E50C98-57D0-2343-6EED-163B3DA0F895}"/>
                    </a:ext>
                  </a:extLst>
                </p14:cNvPr>
                <p14:cNvContentPartPr/>
                <p14:nvPr/>
              </p14:nvContentPartPr>
              <p14:xfrm>
                <a:off x="1514067" y="4345745"/>
                <a:ext cx="42840" cy="88200"/>
              </p14:xfrm>
            </p:contentPart>
          </mc:Choice>
          <mc:Fallback xmlns="">
            <p:pic>
              <p:nvPicPr>
                <p:cNvPr id="141" name="Ink 140">
                  <a:extLst>
                    <a:ext uri="{FF2B5EF4-FFF2-40B4-BE49-F238E27FC236}">
                      <a16:creationId xmlns:a16="http://schemas.microsoft.com/office/drawing/2014/main" id="{49E50C98-57D0-2343-6EED-163B3DA0F895}"/>
                    </a:ext>
                  </a:extLst>
                </p:cNvPr>
                <p:cNvPicPr/>
                <p:nvPr/>
              </p:nvPicPr>
              <p:blipFill>
                <a:blip r:embed="rId217"/>
                <a:stretch>
                  <a:fillRect/>
                </a:stretch>
              </p:blipFill>
              <p:spPr>
                <a:xfrm>
                  <a:off x="1505067" y="4336745"/>
                  <a:ext cx="6048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42" name="Ink 141">
                  <a:extLst>
                    <a:ext uri="{FF2B5EF4-FFF2-40B4-BE49-F238E27FC236}">
                      <a16:creationId xmlns:a16="http://schemas.microsoft.com/office/drawing/2014/main" id="{D6C5A4A5-D167-B328-3EEA-CBD4AAC7A13B}"/>
                    </a:ext>
                  </a:extLst>
                </p14:cNvPr>
                <p14:cNvContentPartPr/>
                <p14:nvPr/>
              </p14:nvContentPartPr>
              <p14:xfrm>
                <a:off x="1578867" y="4294985"/>
                <a:ext cx="88920" cy="166320"/>
              </p14:xfrm>
            </p:contentPart>
          </mc:Choice>
          <mc:Fallback xmlns="">
            <p:pic>
              <p:nvPicPr>
                <p:cNvPr id="142" name="Ink 141">
                  <a:extLst>
                    <a:ext uri="{FF2B5EF4-FFF2-40B4-BE49-F238E27FC236}">
                      <a16:creationId xmlns:a16="http://schemas.microsoft.com/office/drawing/2014/main" id="{D6C5A4A5-D167-B328-3EEA-CBD4AAC7A13B}"/>
                    </a:ext>
                  </a:extLst>
                </p:cNvPr>
                <p:cNvPicPr/>
                <p:nvPr/>
              </p:nvPicPr>
              <p:blipFill>
                <a:blip r:embed="rId219"/>
                <a:stretch>
                  <a:fillRect/>
                </a:stretch>
              </p:blipFill>
              <p:spPr>
                <a:xfrm>
                  <a:off x="1569867" y="4286345"/>
                  <a:ext cx="10656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50" name="Ink 149">
                  <a:extLst>
                    <a:ext uri="{FF2B5EF4-FFF2-40B4-BE49-F238E27FC236}">
                      <a16:creationId xmlns:a16="http://schemas.microsoft.com/office/drawing/2014/main" id="{F7D03F04-5796-6ECE-737B-4138FFA72987}"/>
                    </a:ext>
                  </a:extLst>
                </p14:cNvPr>
                <p14:cNvContentPartPr/>
                <p14:nvPr/>
              </p14:nvContentPartPr>
              <p14:xfrm>
                <a:off x="1004667" y="4719065"/>
                <a:ext cx="62280" cy="131760"/>
              </p14:xfrm>
            </p:contentPart>
          </mc:Choice>
          <mc:Fallback xmlns="">
            <p:pic>
              <p:nvPicPr>
                <p:cNvPr id="150" name="Ink 149">
                  <a:extLst>
                    <a:ext uri="{FF2B5EF4-FFF2-40B4-BE49-F238E27FC236}">
                      <a16:creationId xmlns:a16="http://schemas.microsoft.com/office/drawing/2014/main" id="{F7D03F04-5796-6ECE-737B-4138FFA72987}"/>
                    </a:ext>
                  </a:extLst>
                </p:cNvPr>
                <p:cNvPicPr/>
                <p:nvPr/>
              </p:nvPicPr>
              <p:blipFill>
                <a:blip r:embed="rId221"/>
                <a:stretch>
                  <a:fillRect/>
                </a:stretch>
              </p:blipFill>
              <p:spPr>
                <a:xfrm>
                  <a:off x="995667" y="4710425"/>
                  <a:ext cx="799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51" name="Ink 150">
                  <a:extLst>
                    <a:ext uri="{FF2B5EF4-FFF2-40B4-BE49-F238E27FC236}">
                      <a16:creationId xmlns:a16="http://schemas.microsoft.com/office/drawing/2014/main" id="{A6B20819-38C3-55C2-6704-4D72E15162B8}"/>
                    </a:ext>
                  </a:extLst>
                </p14:cNvPr>
                <p14:cNvContentPartPr/>
                <p14:nvPr/>
              </p14:nvContentPartPr>
              <p14:xfrm>
                <a:off x="1107627" y="4713665"/>
                <a:ext cx="74160" cy="115200"/>
              </p14:xfrm>
            </p:contentPart>
          </mc:Choice>
          <mc:Fallback xmlns="">
            <p:pic>
              <p:nvPicPr>
                <p:cNvPr id="151" name="Ink 150">
                  <a:extLst>
                    <a:ext uri="{FF2B5EF4-FFF2-40B4-BE49-F238E27FC236}">
                      <a16:creationId xmlns:a16="http://schemas.microsoft.com/office/drawing/2014/main" id="{A6B20819-38C3-55C2-6704-4D72E15162B8}"/>
                    </a:ext>
                  </a:extLst>
                </p:cNvPr>
                <p:cNvPicPr/>
                <p:nvPr/>
              </p:nvPicPr>
              <p:blipFill>
                <a:blip r:embed="rId223"/>
                <a:stretch>
                  <a:fillRect/>
                </a:stretch>
              </p:blipFill>
              <p:spPr>
                <a:xfrm>
                  <a:off x="1098627" y="4705025"/>
                  <a:ext cx="9180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52" name="Ink 151">
                  <a:extLst>
                    <a:ext uri="{FF2B5EF4-FFF2-40B4-BE49-F238E27FC236}">
                      <a16:creationId xmlns:a16="http://schemas.microsoft.com/office/drawing/2014/main" id="{995BEA07-33EA-BBD8-F58C-B584255B7B4C}"/>
                    </a:ext>
                  </a:extLst>
                </p14:cNvPr>
                <p14:cNvContentPartPr/>
                <p14:nvPr/>
              </p14:nvContentPartPr>
              <p14:xfrm>
                <a:off x="1231467" y="4719065"/>
                <a:ext cx="68040" cy="85680"/>
              </p14:xfrm>
            </p:contentPart>
          </mc:Choice>
          <mc:Fallback xmlns="">
            <p:pic>
              <p:nvPicPr>
                <p:cNvPr id="152" name="Ink 151">
                  <a:extLst>
                    <a:ext uri="{FF2B5EF4-FFF2-40B4-BE49-F238E27FC236}">
                      <a16:creationId xmlns:a16="http://schemas.microsoft.com/office/drawing/2014/main" id="{995BEA07-33EA-BBD8-F58C-B584255B7B4C}"/>
                    </a:ext>
                  </a:extLst>
                </p:cNvPr>
                <p:cNvPicPr/>
                <p:nvPr/>
              </p:nvPicPr>
              <p:blipFill>
                <a:blip r:embed="rId225"/>
                <a:stretch>
                  <a:fillRect/>
                </a:stretch>
              </p:blipFill>
              <p:spPr>
                <a:xfrm>
                  <a:off x="1222827" y="4710065"/>
                  <a:ext cx="8568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53" name="Ink 152">
                  <a:extLst>
                    <a:ext uri="{FF2B5EF4-FFF2-40B4-BE49-F238E27FC236}">
                      <a16:creationId xmlns:a16="http://schemas.microsoft.com/office/drawing/2014/main" id="{22641617-A7FA-5C80-B2B0-80BD344D8CA1}"/>
                    </a:ext>
                  </a:extLst>
                </p14:cNvPr>
                <p14:cNvContentPartPr/>
                <p14:nvPr/>
              </p14:nvContentPartPr>
              <p14:xfrm>
                <a:off x="1299867" y="4647785"/>
                <a:ext cx="131040" cy="119880"/>
              </p14:xfrm>
            </p:contentPart>
          </mc:Choice>
          <mc:Fallback xmlns="">
            <p:pic>
              <p:nvPicPr>
                <p:cNvPr id="153" name="Ink 152">
                  <a:extLst>
                    <a:ext uri="{FF2B5EF4-FFF2-40B4-BE49-F238E27FC236}">
                      <a16:creationId xmlns:a16="http://schemas.microsoft.com/office/drawing/2014/main" id="{22641617-A7FA-5C80-B2B0-80BD344D8CA1}"/>
                    </a:ext>
                  </a:extLst>
                </p:cNvPr>
                <p:cNvPicPr/>
                <p:nvPr/>
              </p:nvPicPr>
              <p:blipFill>
                <a:blip r:embed="rId227"/>
                <a:stretch>
                  <a:fillRect/>
                </a:stretch>
              </p:blipFill>
              <p:spPr>
                <a:xfrm>
                  <a:off x="1291227" y="4638785"/>
                  <a:ext cx="14868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54" name="Ink 153">
                  <a:extLst>
                    <a:ext uri="{FF2B5EF4-FFF2-40B4-BE49-F238E27FC236}">
                      <a16:creationId xmlns:a16="http://schemas.microsoft.com/office/drawing/2014/main" id="{A83D545C-933D-4E94-A70A-AF7B8C1732CD}"/>
                    </a:ext>
                  </a:extLst>
                </p14:cNvPr>
                <p14:cNvContentPartPr/>
                <p14:nvPr/>
              </p14:nvContentPartPr>
              <p14:xfrm>
                <a:off x="1399227" y="4677665"/>
                <a:ext cx="59040" cy="66240"/>
              </p14:xfrm>
            </p:contentPart>
          </mc:Choice>
          <mc:Fallback xmlns="">
            <p:pic>
              <p:nvPicPr>
                <p:cNvPr id="154" name="Ink 153">
                  <a:extLst>
                    <a:ext uri="{FF2B5EF4-FFF2-40B4-BE49-F238E27FC236}">
                      <a16:creationId xmlns:a16="http://schemas.microsoft.com/office/drawing/2014/main" id="{A83D545C-933D-4E94-A70A-AF7B8C1732CD}"/>
                    </a:ext>
                  </a:extLst>
                </p:cNvPr>
                <p:cNvPicPr/>
                <p:nvPr/>
              </p:nvPicPr>
              <p:blipFill>
                <a:blip r:embed="rId229"/>
                <a:stretch>
                  <a:fillRect/>
                </a:stretch>
              </p:blipFill>
              <p:spPr>
                <a:xfrm>
                  <a:off x="1390227" y="4669025"/>
                  <a:ext cx="7668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55" name="Ink 154">
                  <a:extLst>
                    <a:ext uri="{FF2B5EF4-FFF2-40B4-BE49-F238E27FC236}">
                      <a16:creationId xmlns:a16="http://schemas.microsoft.com/office/drawing/2014/main" id="{C2F456F0-3B33-2498-CBF2-3D3E591A161F}"/>
                    </a:ext>
                  </a:extLst>
                </p14:cNvPr>
                <p14:cNvContentPartPr/>
                <p14:nvPr/>
              </p14:nvContentPartPr>
              <p14:xfrm>
                <a:off x="1477347" y="4622585"/>
                <a:ext cx="99720" cy="144720"/>
              </p14:xfrm>
            </p:contentPart>
          </mc:Choice>
          <mc:Fallback xmlns="">
            <p:pic>
              <p:nvPicPr>
                <p:cNvPr id="155" name="Ink 154">
                  <a:extLst>
                    <a:ext uri="{FF2B5EF4-FFF2-40B4-BE49-F238E27FC236}">
                      <a16:creationId xmlns:a16="http://schemas.microsoft.com/office/drawing/2014/main" id="{C2F456F0-3B33-2498-CBF2-3D3E591A161F}"/>
                    </a:ext>
                  </a:extLst>
                </p:cNvPr>
                <p:cNvPicPr/>
                <p:nvPr/>
              </p:nvPicPr>
              <p:blipFill>
                <a:blip r:embed="rId231"/>
                <a:stretch>
                  <a:fillRect/>
                </a:stretch>
              </p:blipFill>
              <p:spPr>
                <a:xfrm>
                  <a:off x="1468347" y="4613945"/>
                  <a:ext cx="11736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56" name="Ink 155">
                  <a:extLst>
                    <a:ext uri="{FF2B5EF4-FFF2-40B4-BE49-F238E27FC236}">
                      <a16:creationId xmlns:a16="http://schemas.microsoft.com/office/drawing/2014/main" id="{CFAB7753-A564-232D-84AC-CBFA6FD6A53A}"/>
                    </a:ext>
                  </a:extLst>
                </p14:cNvPr>
                <p14:cNvContentPartPr/>
                <p14:nvPr/>
              </p14:nvContentPartPr>
              <p14:xfrm>
                <a:off x="1589667" y="4633385"/>
                <a:ext cx="75960" cy="111960"/>
              </p14:xfrm>
            </p:contentPart>
          </mc:Choice>
          <mc:Fallback xmlns="">
            <p:pic>
              <p:nvPicPr>
                <p:cNvPr id="156" name="Ink 155">
                  <a:extLst>
                    <a:ext uri="{FF2B5EF4-FFF2-40B4-BE49-F238E27FC236}">
                      <a16:creationId xmlns:a16="http://schemas.microsoft.com/office/drawing/2014/main" id="{CFAB7753-A564-232D-84AC-CBFA6FD6A53A}"/>
                    </a:ext>
                  </a:extLst>
                </p:cNvPr>
                <p:cNvPicPr/>
                <p:nvPr/>
              </p:nvPicPr>
              <p:blipFill>
                <a:blip r:embed="rId233"/>
                <a:stretch>
                  <a:fillRect/>
                </a:stretch>
              </p:blipFill>
              <p:spPr>
                <a:xfrm>
                  <a:off x="1580667" y="4624385"/>
                  <a:ext cx="9360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57" name="Ink 156">
                  <a:extLst>
                    <a:ext uri="{FF2B5EF4-FFF2-40B4-BE49-F238E27FC236}">
                      <a16:creationId xmlns:a16="http://schemas.microsoft.com/office/drawing/2014/main" id="{076A3545-ACFA-B93E-17FE-481829228521}"/>
                    </a:ext>
                  </a:extLst>
                </p14:cNvPr>
                <p14:cNvContentPartPr/>
                <p14:nvPr/>
              </p14:nvContentPartPr>
              <p14:xfrm>
                <a:off x="1685427" y="4656785"/>
                <a:ext cx="117720" cy="60840"/>
              </p14:xfrm>
            </p:contentPart>
          </mc:Choice>
          <mc:Fallback xmlns="">
            <p:pic>
              <p:nvPicPr>
                <p:cNvPr id="157" name="Ink 156">
                  <a:extLst>
                    <a:ext uri="{FF2B5EF4-FFF2-40B4-BE49-F238E27FC236}">
                      <a16:creationId xmlns:a16="http://schemas.microsoft.com/office/drawing/2014/main" id="{076A3545-ACFA-B93E-17FE-481829228521}"/>
                    </a:ext>
                  </a:extLst>
                </p:cNvPr>
                <p:cNvPicPr/>
                <p:nvPr/>
              </p:nvPicPr>
              <p:blipFill>
                <a:blip r:embed="rId235"/>
                <a:stretch>
                  <a:fillRect/>
                </a:stretch>
              </p:blipFill>
              <p:spPr>
                <a:xfrm>
                  <a:off x="1676787" y="4648145"/>
                  <a:ext cx="13536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58" name="Ink 157">
                  <a:extLst>
                    <a:ext uri="{FF2B5EF4-FFF2-40B4-BE49-F238E27FC236}">
                      <a16:creationId xmlns:a16="http://schemas.microsoft.com/office/drawing/2014/main" id="{159B1955-4E2A-A571-EEC8-A76C170B99EE}"/>
                    </a:ext>
                  </a:extLst>
                </p14:cNvPr>
                <p14:cNvContentPartPr/>
                <p14:nvPr/>
              </p14:nvContentPartPr>
              <p14:xfrm>
                <a:off x="1795227" y="4667945"/>
                <a:ext cx="3240" cy="360"/>
              </p14:xfrm>
            </p:contentPart>
          </mc:Choice>
          <mc:Fallback xmlns="">
            <p:pic>
              <p:nvPicPr>
                <p:cNvPr id="158" name="Ink 157">
                  <a:extLst>
                    <a:ext uri="{FF2B5EF4-FFF2-40B4-BE49-F238E27FC236}">
                      <a16:creationId xmlns:a16="http://schemas.microsoft.com/office/drawing/2014/main" id="{159B1955-4E2A-A571-EEC8-A76C170B99EE}"/>
                    </a:ext>
                  </a:extLst>
                </p:cNvPr>
                <p:cNvPicPr/>
                <p:nvPr/>
              </p:nvPicPr>
              <p:blipFill>
                <a:blip r:embed="rId166"/>
                <a:stretch>
                  <a:fillRect/>
                </a:stretch>
              </p:blipFill>
              <p:spPr>
                <a:xfrm>
                  <a:off x="1786587" y="4658945"/>
                  <a:ext cx="208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59" name="Ink 158">
                  <a:extLst>
                    <a:ext uri="{FF2B5EF4-FFF2-40B4-BE49-F238E27FC236}">
                      <a16:creationId xmlns:a16="http://schemas.microsoft.com/office/drawing/2014/main" id="{1422804D-AD89-F056-F44A-28322C390B76}"/>
                    </a:ext>
                  </a:extLst>
                </p14:cNvPr>
                <p14:cNvContentPartPr/>
                <p14:nvPr/>
              </p14:nvContentPartPr>
              <p14:xfrm>
                <a:off x="1778667" y="4569305"/>
                <a:ext cx="28440" cy="136800"/>
              </p14:xfrm>
            </p:contentPart>
          </mc:Choice>
          <mc:Fallback xmlns="">
            <p:pic>
              <p:nvPicPr>
                <p:cNvPr id="159" name="Ink 158">
                  <a:extLst>
                    <a:ext uri="{FF2B5EF4-FFF2-40B4-BE49-F238E27FC236}">
                      <a16:creationId xmlns:a16="http://schemas.microsoft.com/office/drawing/2014/main" id="{1422804D-AD89-F056-F44A-28322C390B76}"/>
                    </a:ext>
                  </a:extLst>
                </p:cNvPr>
                <p:cNvPicPr/>
                <p:nvPr/>
              </p:nvPicPr>
              <p:blipFill>
                <a:blip r:embed="rId238"/>
                <a:stretch>
                  <a:fillRect/>
                </a:stretch>
              </p:blipFill>
              <p:spPr>
                <a:xfrm>
                  <a:off x="1769667" y="4560305"/>
                  <a:ext cx="4608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60" name="Ink 159">
                  <a:extLst>
                    <a:ext uri="{FF2B5EF4-FFF2-40B4-BE49-F238E27FC236}">
                      <a16:creationId xmlns:a16="http://schemas.microsoft.com/office/drawing/2014/main" id="{A4519929-EFAB-8E0D-84E9-B68F0506E360}"/>
                    </a:ext>
                  </a:extLst>
                </p14:cNvPr>
                <p14:cNvContentPartPr/>
                <p14:nvPr/>
              </p14:nvContentPartPr>
              <p14:xfrm>
                <a:off x="1844907" y="4607465"/>
                <a:ext cx="54000" cy="75600"/>
              </p14:xfrm>
            </p:contentPart>
          </mc:Choice>
          <mc:Fallback xmlns="">
            <p:pic>
              <p:nvPicPr>
                <p:cNvPr id="160" name="Ink 159">
                  <a:extLst>
                    <a:ext uri="{FF2B5EF4-FFF2-40B4-BE49-F238E27FC236}">
                      <a16:creationId xmlns:a16="http://schemas.microsoft.com/office/drawing/2014/main" id="{A4519929-EFAB-8E0D-84E9-B68F0506E360}"/>
                    </a:ext>
                  </a:extLst>
                </p:cNvPr>
                <p:cNvPicPr/>
                <p:nvPr/>
              </p:nvPicPr>
              <p:blipFill>
                <a:blip r:embed="rId240"/>
                <a:stretch>
                  <a:fillRect/>
                </a:stretch>
              </p:blipFill>
              <p:spPr>
                <a:xfrm>
                  <a:off x="1835907" y="4598465"/>
                  <a:ext cx="716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61" name="Ink 160">
                  <a:extLst>
                    <a:ext uri="{FF2B5EF4-FFF2-40B4-BE49-F238E27FC236}">
                      <a16:creationId xmlns:a16="http://schemas.microsoft.com/office/drawing/2014/main" id="{29D97642-6DDE-AC49-75B2-93930499EA97}"/>
                    </a:ext>
                  </a:extLst>
                </p14:cNvPr>
                <p14:cNvContentPartPr/>
                <p14:nvPr/>
              </p14:nvContentPartPr>
              <p14:xfrm>
                <a:off x="1909347" y="4497305"/>
                <a:ext cx="26640" cy="169920"/>
              </p14:xfrm>
            </p:contentPart>
          </mc:Choice>
          <mc:Fallback xmlns="">
            <p:pic>
              <p:nvPicPr>
                <p:cNvPr id="161" name="Ink 160">
                  <a:extLst>
                    <a:ext uri="{FF2B5EF4-FFF2-40B4-BE49-F238E27FC236}">
                      <a16:creationId xmlns:a16="http://schemas.microsoft.com/office/drawing/2014/main" id="{29D97642-6DDE-AC49-75B2-93930499EA97}"/>
                    </a:ext>
                  </a:extLst>
                </p:cNvPr>
                <p:cNvPicPr/>
                <p:nvPr/>
              </p:nvPicPr>
              <p:blipFill>
                <a:blip r:embed="rId242"/>
                <a:stretch>
                  <a:fillRect/>
                </a:stretch>
              </p:blipFill>
              <p:spPr>
                <a:xfrm>
                  <a:off x="1900347" y="4488305"/>
                  <a:ext cx="4428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62" name="Ink 161">
                  <a:extLst>
                    <a:ext uri="{FF2B5EF4-FFF2-40B4-BE49-F238E27FC236}">
                      <a16:creationId xmlns:a16="http://schemas.microsoft.com/office/drawing/2014/main" id="{43CA7855-8D65-6EFD-2B52-B31A4533FEEE}"/>
                    </a:ext>
                  </a:extLst>
                </p14:cNvPr>
                <p14:cNvContentPartPr/>
                <p14:nvPr/>
              </p14:nvContentPartPr>
              <p14:xfrm>
                <a:off x="1959387" y="4550585"/>
                <a:ext cx="26640" cy="113040"/>
              </p14:xfrm>
            </p:contentPart>
          </mc:Choice>
          <mc:Fallback xmlns="">
            <p:pic>
              <p:nvPicPr>
                <p:cNvPr id="162" name="Ink 161">
                  <a:extLst>
                    <a:ext uri="{FF2B5EF4-FFF2-40B4-BE49-F238E27FC236}">
                      <a16:creationId xmlns:a16="http://schemas.microsoft.com/office/drawing/2014/main" id="{43CA7855-8D65-6EFD-2B52-B31A4533FEEE}"/>
                    </a:ext>
                  </a:extLst>
                </p:cNvPr>
                <p:cNvPicPr/>
                <p:nvPr/>
              </p:nvPicPr>
              <p:blipFill>
                <a:blip r:embed="rId244"/>
                <a:stretch>
                  <a:fillRect/>
                </a:stretch>
              </p:blipFill>
              <p:spPr>
                <a:xfrm>
                  <a:off x="1950387" y="4541945"/>
                  <a:ext cx="4428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63" name="Ink 162">
                  <a:extLst>
                    <a:ext uri="{FF2B5EF4-FFF2-40B4-BE49-F238E27FC236}">
                      <a16:creationId xmlns:a16="http://schemas.microsoft.com/office/drawing/2014/main" id="{A77A3366-A418-A669-DDE0-76B974A4FEB2}"/>
                    </a:ext>
                  </a:extLst>
                </p14:cNvPr>
                <p14:cNvContentPartPr/>
                <p14:nvPr/>
              </p14:nvContentPartPr>
              <p14:xfrm>
                <a:off x="1999707" y="4508465"/>
                <a:ext cx="92160" cy="118080"/>
              </p14:xfrm>
            </p:contentPart>
          </mc:Choice>
          <mc:Fallback xmlns="">
            <p:pic>
              <p:nvPicPr>
                <p:cNvPr id="163" name="Ink 162">
                  <a:extLst>
                    <a:ext uri="{FF2B5EF4-FFF2-40B4-BE49-F238E27FC236}">
                      <a16:creationId xmlns:a16="http://schemas.microsoft.com/office/drawing/2014/main" id="{A77A3366-A418-A669-DDE0-76B974A4FEB2}"/>
                    </a:ext>
                  </a:extLst>
                </p:cNvPr>
                <p:cNvPicPr/>
                <p:nvPr/>
              </p:nvPicPr>
              <p:blipFill>
                <a:blip r:embed="rId246"/>
                <a:stretch>
                  <a:fillRect/>
                </a:stretch>
              </p:blipFill>
              <p:spPr>
                <a:xfrm>
                  <a:off x="1991067" y="4499825"/>
                  <a:ext cx="1098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64" name="Ink 163">
                  <a:extLst>
                    <a:ext uri="{FF2B5EF4-FFF2-40B4-BE49-F238E27FC236}">
                      <a16:creationId xmlns:a16="http://schemas.microsoft.com/office/drawing/2014/main" id="{0130CB83-7520-2F68-F44C-86B462BA51C9}"/>
                    </a:ext>
                  </a:extLst>
                </p14:cNvPr>
                <p14:cNvContentPartPr/>
                <p14:nvPr/>
              </p14:nvContentPartPr>
              <p14:xfrm>
                <a:off x="1302027" y="4716545"/>
                <a:ext cx="755280" cy="179640"/>
              </p14:xfrm>
            </p:contentPart>
          </mc:Choice>
          <mc:Fallback xmlns="">
            <p:pic>
              <p:nvPicPr>
                <p:cNvPr id="164" name="Ink 163">
                  <a:extLst>
                    <a:ext uri="{FF2B5EF4-FFF2-40B4-BE49-F238E27FC236}">
                      <a16:creationId xmlns:a16="http://schemas.microsoft.com/office/drawing/2014/main" id="{0130CB83-7520-2F68-F44C-86B462BA51C9}"/>
                    </a:ext>
                  </a:extLst>
                </p:cNvPr>
                <p:cNvPicPr/>
                <p:nvPr/>
              </p:nvPicPr>
              <p:blipFill>
                <a:blip r:embed="rId248"/>
                <a:stretch>
                  <a:fillRect/>
                </a:stretch>
              </p:blipFill>
              <p:spPr>
                <a:xfrm>
                  <a:off x="1293387" y="4707545"/>
                  <a:ext cx="77292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66" name="Ink 165">
                  <a:extLst>
                    <a:ext uri="{FF2B5EF4-FFF2-40B4-BE49-F238E27FC236}">
                      <a16:creationId xmlns:a16="http://schemas.microsoft.com/office/drawing/2014/main" id="{614DBBF6-C90F-D785-DEBD-0A07B96F58DC}"/>
                    </a:ext>
                  </a:extLst>
                </p14:cNvPr>
                <p14:cNvContentPartPr/>
                <p14:nvPr/>
              </p14:nvContentPartPr>
              <p14:xfrm>
                <a:off x="2088267" y="4476065"/>
                <a:ext cx="2498760" cy="454320"/>
              </p14:xfrm>
            </p:contentPart>
          </mc:Choice>
          <mc:Fallback xmlns="">
            <p:pic>
              <p:nvPicPr>
                <p:cNvPr id="166" name="Ink 165">
                  <a:extLst>
                    <a:ext uri="{FF2B5EF4-FFF2-40B4-BE49-F238E27FC236}">
                      <a16:creationId xmlns:a16="http://schemas.microsoft.com/office/drawing/2014/main" id="{614DBBF6-C90F-D785-DEBD-0A07B96F58DC}"/>
                    </a:ext>
                  </a:extLst>
                </p:cNvPr>
                <p:cNvPicPr/>
                <p:nvPr/>
              </p:nvPicPr>
              <p:blipFill>
                <a:blip r:embed="rId250"/>
                <a:stretch>
                  <a:fillRect/>
                </a:stretch>
              </p:blipFill>
              <p:spPr>
                <a:xfrm>
                  <a:off x="2079627" y="4467065"/>
                  <a:ext cx="2516400" cy="47196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67" name="Ink 166">
                  <a:extLst>
                    <a:ext uri="{FF2B5EF4-FFF2-40B4-BE49-F238E27FC236}">
                      <a16:creationId xmlns:a16="http://schemas.microsoft.com/office/drawing/2014/main" id="{72D44FF2-76C0-5186-9B10-4AB84F2779ED}"/>
                    </a:ext>
                  </a:extLst>
                </p14:cNvPr>
                <p14:cNvContentPartPr/>
                <p14:nvPr/>
              </p14:nvContentPartPr>
              <p14:xfrm>
                <a:off x="2070267" y="4743905"/>
                <a:ext cx="48960" cy="90720"/>
              </p14:xfrm>
            </p:contentPart>
          </mc:Choice>
          <mc:Fallback xmlns="">
            <p:pic>
              <p:nvPicPr>
                <p:cNvPr id="167" name="Ink 166">
                  <a:extLst>
                    <a:ext uri="{FF2B5EF4-FFF2-40B4-BE49-F238E27FC236}">
                      <a16:creationId xmlns:a16="http://schemas.microsoft.com/office/drawing/2014/main" id="{72D44FF2-76C0-5186-9B10-4AB84F2779ED}"/>
                    </a:ext>
                  </a:extLst>
                </p:cNvPr>
                <p:cNvPicPr/>
                <p:nvPr/>
              </p:nvPicPr>
              <p:blipFill>
                <a:blip r:embed="rId252"/>
                <a:stretch>
                  <a:fillRect/>
                </a:stretch>
              </p:blipFill>
              <p:spPr>
                <a:xfrm>
                  <a:off x="2061267" y="4734905"/>
                  <a:ext cx="66600" cy="108360"/>
                </a:xfrm>
                <a:prstGeom prst="rect">
                  <a:avLst/>
                </a:prstGeom>
              </p:spPr>
            </p:pic>
          </mc:Fallback>
        </mc:AlternateContent>
      </p:grpSp>
    </p:spTree>
    <p:extLst>
      <p:ext uri="{BB962C8B-B14F-4D97-AF65-F5344CB8AC3E}">
        <p14:creationId xmlns:p14="http://schemas.microsoft.com/office/powerpoint/2010/main" val="18167195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5333F-5E31-9CD2-6AFE-5927E31D735D}"/>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8725516A-231D-2342-ACBF-CB11307BF64D}"/>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Title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8478226-BECD-D2EB-8937-60066E759BA4}"/>
              </a:ext>
            </a:extLst>
          </p:cNvPr>
          <p:cNvSpPr txBox="1"/>
          <p:nvPr/>
        </p:nvSpPr>
        <p:spPr>
          <a:xfrm>
            <a:off x="134426" y="490759"/>
            <a:ext cx="8615133" cy="300066"/>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&lt;content&gt;</a:t>
            </a:r>
          </a:p>
        </p:txBody>
      </p:sp>
      <p:sp>
        <p:nvSpPr>
          <p:cNvPr id="4" name="TextBox 3">
            <a:extLst>
              <a:ext uri="{FF2B5EF4-FFF2-40B4-BE49-F238E27FC236}">
                <a16:creationId xmlns:a16="http://schemas.microsoft.com/office/drawing/2014/main" id="{B52AABC7-6C76-73A2-F3B0-E152FF41CC11}"/>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ED3C3F1E-BC6C-FDA4-AA19-A6DDE37E768B}"/>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698F9106-BB92-0225-B609-59D4F78C62CE}"/>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mc:AlternateContent xmlns:mc="http://schemas.openxmlformats.org/markup-compatibility/2006" xmlns:p14="http://schemas.microsoft.com/office/powerpoint/2010/main">
        <mc:Choice Requires="p14">
          <p:contentPart p14:bwMode="auto" r:id="rId3">
            <p14:nvContentPartPr>
              <p14:cNvPr id="41" name="Ink 40">
                <a:extLst>
                  <a:ext uri="{FF2B5EF4-FFF2-40B4-BE49-F238E27FC236}">
                    <a16:creationId xmlns:a16="http://schemas.microsoft.com/office/drawing/2014/main" id="{63D9A96E-6EFC-26DA-CC89-984B9E161199}"/>
                  </a:ext>
                </a:extLst>
              </p14:cNvPr>
              <p14:cNvContentPartPr/>
              <p14:nvPr/>
            </p14:nvContentPartPr>
            <p14:xfrm>
              <a:off x="4473951" y="3930305"/>
              <a:ext cx="95400" cy="185400"/>
            </p14:xfrm>
          </p:contentPart>
        </mc:Choice>
        <mc:Fallback xmlns="">
          <p:pic>
            <p:nvPicPr>
              <p:cNvPr id="41" name="Ink 40">
                <a:extLst>
                  <a:ext uri="{FF2B5EF4-FFF2-40B4-BE49-F238E27FC236}">
                    <a16:creationId xmlns:a16="http://schemas.microsoft.com/office/drawing/2014/main" id="{63D9A96E-6EFC-26DA-CC89-984B9E161199}"/>
                  </a:ext>
                </a:extLst>
              </p:cNvPr>
              <p:cNvPicPr/>
              <p:nvPr/>
            </p:nvPicPr>
            <p:blipFill>
              <a:blip r:embed="rId4"/>
              <a:stretch>
                <a:fillRect/>
              </a:stretch>
            </p:blipFill>
            <p:spPr>
              <a:xfrm>
                <a:off x="4465311" y="3921305"/>
                <a:ext cx="11304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AC7FE668-8B4F-6255-356F-7324BB751AA2}"/>
                  </a:ext>
                </a:extLst>
              </p14:cNvPr>
              <p14:cNvContentPartPr/>
              <p14:nvPr/>
            </p14:nvContentPartPr>
            <p14:xfrm>
              <a:off x="2923431" y="3657785"/>
              <a:ext cx="2231280" cy="855360"/>
            </p14:xfrm>
          </p:contentPart>
        </mc:Choice>
        <mc:Fallback xmlns="">
          <p:pic>
            <p:nvPicPr>
              <p:cNvPr id="7" name="Ink 6">
                <a:extLst>
                  <a:ext uri="{FF2B5EF4-FFF2-40B4-BE49-F238E27FC236}">
                    <a16:creationId xmlns:a16="http://schemas.microsoft.com/office/drawing/2014/main" id="{AC7FE668-8B4F-6255-356F-7324BB751AA2}"/>
                  </a:ext>
                </a:extLst>
              </p:cNvPr>
              <p:cNvPicPr/>
              <p:nvPr/>
            </p:nvPicPr>
            <p:blipFill>
              <a:blip r:embed="rId6"/>
              <a:stretch>
                <a:fillRect/>
              </a:stretch>
            </p:blipFill>
            <p:spPr>
              <a:xfrm>
                <a:off x="2914431" y="3649145"/>
                <a:ext cx="2248920" cy="873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EB15C8D7-5084-CB30-850F-D6D0E7C3D1C8}"/>
                  </a:ext>
                </a:extLst>
              </p14:cNvPr>
              <p14:cNvContentPartPr/>
              <p14:nvPr/>
            </p14:nvContentPartPr>
            <p14:xfrm>
              <a:off x="3154551" y="3410105"/>
              <a:ext cx="303480" cy="171000"/>
            </p14:xfrm>
          </p:contentPart>
        </mc:Choice>
        <mc:Fallback xmlns="">
          <p:pic>
            <p:nvPicPr>
              <p:cNvPr id="8" name="Ink 7">
                <a:extLst>
                  <a:ext uri="{FF2B5EF4-FFF2-40B4-BE49-F238E27FC236}">
                    <a16:creationId xmlns:a16="http://schemas.microsoft.com/office/drawing/2014/main" id="{EB15C8D7-5084-CB30-850F-D6D0E7C3D1C8}"/>
                  </a:ext>
                </a:extLst>
              </p:cNvPr>
              <p:cNvPicPr/>
              <p:nvPr/>
            </p:nvPicPr>
            <p:blipFill>
              <a:blip r:embed="rId8"/>
              <a:stretch>
                <a:fillRect/>
              </a:stretch>
            </p:blipFill>
            <p:spPr>
              <a:xfrm>
                <a:off x="3145551" y="3401105"/>
                <a:ext cx="32112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3BA796BC-2E06-4942-51F1-37176A294042}"/>
                  </a:ext>
                </a:extLst>
              </p14:cNvPr>
              <p14:cNvContentPartPr/>
              <p14:nvPr/>
            </p14:nvContentPartPr>
            <p14:xfrm>
              <a:off x="3510951" y="3426665"/>
              <a:ext cx="81720" cy="153720"/>
            </p14:xfrm>
          </p:contentPart>
        </mc:Choice>
        <mc:Fallback xmlns="">
          <p:pic>
            <p:nvPicPr>
              <p:cNvPr id="9" name="Ink 8">
                <a:extLst>
                  <a:ext uri="{FF2B5EF4-FFF2-40B4-BE49-F238E27FC236}">
                    <a16:creationId xmlns:a16="http://schemas.microsoft.com/office/drawing/2014/main" id="{3BA796BC-2E06-4942-51F1-37176A294042}"/>
                  </a:ext>
                </a:extLst>
              </p:cNvPr>
              <p:cNvPicPr/>
              <p:nvPr/>
            </p:nvPicPr>
            <p:blipFill>
              <a:blip r:embed="rId10"/>
              <a:stretch>
                <a:fillRect/>
              </a:stretch>
            </p:blipFill>
            <p:spPr>
              <a:xfrm>
                <a:off x="3501951" y="3417665"/>
                <a:ext cx="9936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64756BB3-97E2-DD06-7684-59FC9799D656}"/>
                  </a:ext>
                </a:extLst>
              </p14:cNvPr>
              <p14:cNvContentPartPr/>
              <p14:nvPr/>
            </p14:nvContentPartPr>
            <p14:xfrm>
              <a:off x="3638031" y="3430625"/>
              <a:ext cx="201600" cy="125280"/>
            </p14:xfrm>
          </p:contentPart>
        </mc:Choice>
        <mc:Fallback xmlns="">
          <p:pic>
            <p:nvPicPr>
              <p:cNvPr id="10" name="Ink 9">
                <a:extLst>
                  <a:ext uri="{FF2B5EF4-FFF2-40B4-BE49-F238E27FC236}">
                    <a16:creationId xmlns:a16="http://schemas.microsoft.com/office/drawing/2014/main" id="{64756BB3-97E2-DD06-7684-59FC9799D656}"/>
                  </a:ext>
                </a:extLst>
              </p:cNvPr>
              <p:cNvPicPr/>
              <p:nvPr/>
            </p:nvPicPr>
            <p:blipFill>
              <a:blip r:embed="rId12"/>
              <a:stretch>
                <a:fillRect/>
              </a:stretch>
            </p:blipFill>
            <p:spPr>
              <a:xfrm>
                <a:off x="3629031" y="3421625"/>
                <a:ext cx="21924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01266B24-7F68-6DDF-65FB-BFDF631D3476}"/>
                  </a:ext>
                </a:extLst>
              </p14:cNvPr>
              <p14:cNvContentPartPr/>
              <p14:nvPr/>
            </p14:nvContentPartPr>
            <p14:xfrm>
              <a:off x="3864111" y="3390665"/>
              <a:ext cx="95400" cy="137160"/>
            </p14:xfrm>
          </p:contentPart>
        </mc:Choice>
        <mc:Fallback xmlns="">
          <p:pic>
            <p:nvPicPr>
              <p:cNvPr id="11" name="Ink 10">
                <a:extLst>
                  <a:ext uri="{FF2B5EF4-FFF2-40B4-BE49-F238E27FC236}">
                    <a16:creationId xmlns:a16="http://schemas.microsoft.com/office/drawing/2014/main" id="{01266B24-7F68-6DDF-65FB-BFDF631D3476}"/>
                  </a:ext>
                </a:extLst>
              </p:cNvPr>
              <p:cNvPicPr/>
              <p:nvPr/>
            </p:nvPicPr>
            <p:blipFill>
              <a:blip r:embed="rId14"/>
              <a:stretch>
                <a:fillRect/>
              </a:stretch>
            </p:blipFill>
            <p:spPr>
              <a:xfrm>
                <a:off x="3855471" y="3381665"/>
                <a:ext cx="11304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5116A250-1962-A89A-53C6-89FA344C6636}"/>
                  </a:ext>
                </a:extLst>
              </p14:cNvPr>
              <p14:cNvContentPartPr/>
              <p14:nvPr/>
            </p14:nvContentPartPr>
            <p14:xfrm>
              <a:off x="3955551" y="3396065"/>
              <a:ext cx="478080" cy="303480"/>
            </p14:xfrm>
          </p:contentPart>
        </mc:Choice>
        <mc:Fallback xmlns="">
          <p:pic>
            <p:nvPicPr>
              <p:cNvPr id="12" name="Ink 11">
                <a:extLst>
                  <a:ext uri="{FF2B5EF4-FFF2-40B4-BE49-F238E27FC236}">
                    <a16:creationId xmlns:a16="http://schemas.microsoft.com/office/drawing/2014/main" id="{5116A250-1962-A89A-53C6-89FA344C6636}"/>
                  </a:ext>
                </a:extLst>
              </p:cNvPr>
              <p:cNvPicPr/>
              <p:nvPr/>
            </p:nvPicPr>
            <p:blipFill>
              <a:blip r:embed="rId16"/>
              <a:stretch>
                <a:fillRect/>
              </a:stretch>
            </p:blipFill>
            <p:spPr>
              <a:xfrm>
                <a:off x="3946911" y="3387425"/>
                <a:ext cx="495720" cy="321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6BE8FD5E-DE51-D32F-2B0C-BD48AD7DEF3F}"/>
                  </a:ext>
                </a:extLst>
              </p14:cNvPr>
              <p14:cNvContentPartPr/>
              <p14:nvPr/>
            </p14:nvContentPartPr>
            <p14:xfrm>
              <a:off x="3828831" y="3982865"/>
              <a:ext cx="120240" cy="201600"/>
            </p14:xfrm>
          </p:contentPart>
        </mc:Choice>
        <mc:Fallback xmlns="">
          <p:pic>
            <p:nvPicPr>
              <p:cNvPr id="14" name="Ink 13">
                <a:extLst>
                  <a:ext uri="{FF2B5EF4-FFF2-40B4-BE49-F238E27FC236}">
                    <a16:creationId xmlns:a16="http://schemas.microsoft.com/office/drawing/2014/main" id="{6BE8FD5E-DE51-D32F-2B0C-BD48AD7DEF3F}"/>
                  </a:ext>
                </a:extLst>
              </p:cNvPr>
              <p:cNvPicPr/>
              <p:nvPr/>
            </p:nvPicPr>
            <p:blipFill>
              <a:blip r:embed="rId18"/>
              <a:stretch>
                <a:fillRect/>
              </a:stretch>
            </p:blipFill>
            <p:spPr>
              <a:xfrm>
                <a:off x="3820191" y="3973865"/>
                <a:ext cx="13788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87ED79F9-9E4E-4329-809A-D83BD0C5DB0E}"/>
                  </a:ext>
                </a:extLst>
              </p14:cNvPr>
              <p14:cNvContentPartPr/>
              <p14:nvPr/>
            </p14:nvContentPartPr>
            <p14:xfrm>
              <a:off x="4001991" y="3975665"/>
              <a:ext cx="167760" cy="195480"/>
            </p14:xfrm>
          </p:contentPart>
        </mc:Choice>
        <mc:Fallback xmlns="">
          <p:pic>
            <p:nvPicPr>
              <p:cNvPr id="15" name="Ink 14">
                <a:extLst>
                  <a:ext uri="{FF2B5EF4-FFF2-40B4-BE49-F238E27FC236}">
                    <a16:creationId xmlns:a16="http://schemas.microsoft.com/office/drawing/2014/main" id="{87ED79F9-9E4E-4329-809A-D83BD0C5DB0E}"/>
                  </a:ext>
                </a:extLst>
              </p:cNvPr>
              <p:cNvPicPr/>
              <p:nvPr/>
            </p:nvPicPr>
            <p:blipFill>
              <a:blip r:embed="rId20"/>
              <a:stretch>
                <a:fillRect/>
              </a:stretch>
            </p:blipFill>
            <p:spPr>
              <a:xfrm>
                <a:off x="3993351" y="3966665"/>
                <a:ext cx="18540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C9D874B5-E2AD-7CCE-95D9-E97891EC575F}"/>
                  </a:ext>
                </a:extLst>
              </p14:cNvPr>
              <p14:cNvContentPartPr/>
              <p14:nvPr/>
            </p14:nvContentPartPr>
            <p14:xfrm>
              <a:off x="4150311" y="4037945"/>
              <a:ext cx="137880" cy="119520"/>
            </p14:xfrm>
          </p:contentPart>
        </mc:Choice>
        <mc:Fallback xmlns="">
          <p:pic>
            <p:nvPicPr>
              <p:cNvPr id="16" name="Ink 15">
                <a:extLst>
                  <a:ext uri="{FF2B5EF4-FFF2-40B4-BE49-F238E27FC236}">
                    <a16:creationId xmlns:a16="http://schemas.microsoft.com/office/drawing/2014/main" id="{C9D874B5-E2AD-7CCE-95D9-E97891EC575F}"/>
                  </a:ext>
                </a:extLst>
              </p:cNvPr>
              <p:cNvPicPr/>
              <p:nvPr/>
            </p:nvPicPr>
            <p:blipFill>
              <a:blip r:embed="rId22"/>
              <a:stretch>
                <a:fillRect/>
              </a:stretch>
            </p:blipFill>
            <p:spPr>
              <a:xfrm>
                <a:off x="4141671" y="4028945"/>
                <a:ext cx="15552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C91290FE-A463-883E-2EC9-AB3D760E94AE}"/>
                  </a:ext>
                </a:extLst>
              </p14:cNvPr>
              <p14:cNvContentPartPr/>
              <p14:nvPr/>
            </p14:nvContentPartPr>
            <p14:xfrm>
              <a:off x="4342911" y="4011305"/>
              <a:ext cx="87480" cy="123840"/>
            </p14:xfrm>
          </p:contentPart>
        </mc:Choice>
        <mc:Fallback xmlns="">
          <p:pic>
            <p:nvPicPr>
              <p:cNvPr id="17" name="Ink 16">
                <a:extLst>
                  <a:ext uri="{FF2B5EF4-FFF2-40B4-BE49-F238E27FC236}">
                    <a16:creationId xmlns:a16="http://schemas.microsoft.com/office/drawing/2014/main" id="{C91290FE-A463-883E-2EC9-AB3D760E94AE}"/>
                  </a:ext>
                </a:extLst>
              </p:cNvPr>
              <p:cNvPicPr/>
              <p:nvPr/>
            </p:nvPicPr>
            <p:blipFill>
              <a:blip r:embed="rId24"/>
              <a:stretch>
                <a:fillRect/>
              </a:stretch>
            </p:blipFill>
            <p:spPr>
              <a:xfrm>
                <a:off x="4334271" y="4002305"/>
                <a:ext cx="1051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9EDD611F-BEE0-C20A-7EA1-5B900C9A77D3}"/>
                  </a:ext>
                </a:extLst>
              </p14:cNvPr>
              <p14:cNvContentPartPr/>
              <p14:nvPr/>
            </p14:nvContentPartPr>
            <p14:xfrm>
              <a:off x="3775551" y="4022465"/>
              <a:ext cx="111960" cy="194760"/>
            </p14:xfrm>
          </p:contentPart>
        </mc:Choice>
        <mc:Fallback xmlns="">
          <p:pic>
            <p:nvPicPr>
              <p:cNvPr id="18" name="Ink 17">
                <a:extLst>
                  <a:ext uri="{FF2B5EF4-FFF2-40B4-BE49-F238E27FC236}">
                    <a16:creationId xmlns:a16="http://schemas.microsoft.com/office/drawing/2014/main" id="{9EDD611F-BEE0-C20A-7EA1-5B900C9A77D3}"/>
                  </a:ext>
                </a:extLst>
              </p:cNvPr>
              <p:cNvPicPr/>
              <p:nvPr/>
            </p:nvPicPr>
            <p:blipFill>
              <a:blip r:embed="rId26"/>
              <a:stretch>
                <a:fillRect/>
              </a:stretch>
            </p:blipFill>
            <p:spPr>
              <a:xfrm>
                <a:off x="3766551" y="4013825"/>
                <a:ext cx="12960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7B226154-638D-0A27-46C4-4A32829660A9}"/>
                  </a:ext>
                </a:extLst>
              </p14:cNvPr>
              <p14:cNvContentPartPr/>
              <p14:nvPr/>
            </p14:nvContentPartPr>
            <p14:xfrm>
              <a:off x="4223391" y="1559705"/>
              <a:ext cx="1064520" cy="2379240"/>
            </p14:xfrm>
          </p:contentPart>
        </mc:Choice>
        <mc:Fallback xmlns="">
          <p:pic>
            <p:nvPicPr>
              <p:cNvPr id="20" name="Ink 19">
                <a:extLst>
                  <a:ext uri="{FF2B5EF4-FFF2-40B4-BE49-F238E27FC236}">
                    <a16:creationId xmlns:a16="http://schemas.microsoft.com/office/drawing/2014/main" id="{7B226154-638D-0A27-46C4-4A32829660A9}"/>
                  </a:ext>
                </a:extLst>
              </p:cNvPr>
              <p:cNvPicPr/>
              <p:nvPr/>
            </p:nvPicPr>
            <p:blipFill>
              <a:blip r:embed="rId28"/>
              <a:stretch>
                <a:fillRect/>
              </a:stretch>
            </p:blipFill>
            <p:spPr>
              <a:xfrm>
                <a:off x="4214391" y="1551065"/>
                <a:ext cx="1082160" cy="23968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1" name="Ink 20">
                <a:extLst>
                  <a:ext uri="{FF2B5EF4-FFF2-40B4-BE49-F238E27FC236}">
                    <a16:creationId xmlns:a16="http://schemas.microsoft.com/office/drawing/2014/main" id="{0422C68D-392E-F255-5F57-59170FAF0AF3}"/>
                  </a:ext>
                </a:extLst>
              </p14:cNvPr>
              <p14:cNvContentPartPr/>
              <p14:nvPr/>
            </p14:nvContentPartPr>
            <p14:xfrm>
              <a:off x="4501311" y="1511825"/>
              <a:ext cx="219960" cy="185760"/>
            </p14:xfrm>
          </p:contentPart>
        </mc:Choice>
        <mc:Fallback xmlns="">
          <p:pic>
            <p:nvPicPr>
              <p:cNvPr id="21" name="Ink 20">
                <a:extLst>
                  <a:ext uri="{FF2B5EF4-FFF2-40B4-BE49-F238E27FC236}">
                    <a16:creationId xmlns:a16="http://schemas.microsoft.com/office/drawing/2014/main" id="{0422C68D-392E-F255-5F57-59170FAF0AF3}"/>
                  </a:ext>
                </a:extLst>
              </p:cNvPr>
              <p:cNvPicPr/>
              <p:nvPr/>
            </p:nvPicPr>
            <p:blipFill>
              <a:blip r:embed="rId30"/>
              <a:stretch>
                <a:fillRect/>
              </a:stretch>
            </p:blipFill>
            <p:spPr>
              <a:xfrm>
                <a:off x="4492311" y="1503185"/>
                <a:ext cx="23760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2" name="Ink 21">
                <a:extLst>
                  <a:ext uri="{FF2B5EF4-FFF2-40B4-BE49-F238E27FC236}">
                    <a16:creationId xmlns:a16="http://schemas.microsoft.com/office/drawing/2014/main" id="{F23FD352-6B60-5D11-580A-98DB4A62D090}"/>
                  </a:ext>
                </a:extLst>
              </p14:cNvPr>
              <p14:cNvContentPartPr/>
              <p14:nvPr/>
            </p14:nvContentPartPr>
            <p14:xfrm>
              <a:off x="4126551" y="774545"/>
              <a:ext cx="1196640" cy="718200"/>
            </p14:xfrm>
          </p:contentPart>
        </mc:Choice>
        <mc:Fallback xmlns="">
          <p:pic>
            <p:nvPicPr>
              <p:cNvPr id="22" name="Ink 21">
                <a:extLst>
                  <a:ext uri="{FF2B5EF4-FFF2-40B4-BE49-F238E27FC236}">
                    <a16:creationId xmlns:a16="http://schemas.microsoft.com/office/drawing/2014/main" id="{F23FD352-6B60-5D11-580A-98DB4A62D090}"/>
                  </a:ext>
                </a:extLst>
              </p:cNvPr>
              <p:cNvPicPr/>
              <p:nvPr/>
            </p:nvPicPr>
            <p:blipFill>
              <a:blip r:embed="rId32"/>
              <a:stretch>
                <a:fillRect/>
              </a:stretch>
            </p:blipFill>
            <p:spPr>
              <a:xfrm>
                <a:off x="4117911" y="765545"/>
                <a:ext cx="1214280" cy="7358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 name="Ink 22">
                <a:extLst>
                  <a:ext uri="{FF2B5EF4-FFF2-40B4-BE49-F238E27FC236}">
                    <a16:creationId xmlns:a16="http://schemas.microsoft.com/office/drawing/2014/main" id="{C49A7F7B-0B60-51FD-CCE4-CC52EC6C8542}"/>
                  </a:ext>
                </a:extLst>
              </p14:cNvPr>
              <p14:cNvContentPartPr/>
              <p14:nvPr/>
            </p14:nvContentPartPr>
            <p14:xfrm>
              <a:off x="4833591" y="474665"/>
              <a:ext cx="174960" cy="172440"/>
            </p14:xfrm>
          </p:contentPart>
        </mc:Choice>
        <mc:Fallback xmlns="">
          <p:pic>
            <p:nvPicPr>
              <p:cNvPr id="23" name="Ink 22">
                <a:extLst>
                  <a:ext uri="{FF2B5EF4-FFF2-40B4-BE49-F238E27FC236}">
                    <a16:creationId xmlns:a16="http://schemas.microsoft.com/office/drawing/2014/main" id="{C49A7F7B-0B60-51FD-CCE4-CC52EC6C8542}"/>
                  </a:ext>
                </a:extLst>
              </p:cNvPr>
              <p:cNvPicPr/>
              <p:nvPr/>
            </p:nvPicPr>
            <p:blipFill>
              <a:blip r:embed="rId34"/>
              <a:stretch>
                <a:fillRect/>
              </a:stretch>
            </p:blipFill>
            <p:spPr>
              <a:xfrm>
                <a:off x="4824951" y="465665"/>
                <a:ext cx="1926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4" name="Ink 23">
                <a:extLst>
                  <a:ext uri="{FF2B5EF4-FFF2-40B4-BE49-F238E27FC236}">
                    <a16:creationId xmlns:a16="http://schemas.microsoft.com/office/drawing/2014/main" id="{BA3D83E6-A65E-5D9C-E751-D7DC0B21D3E9}"/>
                  </a:ext>
                </a:extLst>
              </p14:cNvPr>
              <p14:cNvContentPartPr/>
              <p14:nvPr/>
            </p14:nvContentPartPr>
            <p14:xfrm>
              <a:off x="5127711" y="452345"/>
              <a:ext cx="12960" cy="212040"/>
            </p14:xfrm>
          </p:contentPart>
        </mc:Choice>
        <mc:Fallback xmlns="">
          <p:pic>
            <p:nvPicPr>
              <p:cNvPr id="24" name="Ink 23">
                <a:extLst>
                  <a:ext uri="{FF2B5EF4-FFF2-40B4-BE49-F238E27FC236}">
                    <a16:creationId xmlns:a16="http://schemas.microsoft.com/office/drawing/2014/main" id="{BA3D83E6-A65E-5D9C-E751-D7DC0B21D3E9}"/>
                  </a:ext>
                </a:extLst>
              </p:cNvPr>
              <p:cNvPicPr/>
              <p:nvPr/>
            </p:nvPicPr>
            <p:blipFill>
              <a:blip r:embed="rId36"/>
              <a:stretch>
                <a:fillRect/>
              </a:stretch>
            </p:blipFill>
            <p:spPr>
              <a:xfrm>
                <a:off x="5118711" y="443705"/>
                <a:ext cx="3060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5" name="Ink 24">
                <a:extLst>
                  <a:ext uri="{FF2B5EF4-FFF2-40B4-BE49-F238E27FC236}">
                    <a16:creationId xmlns:a16="http://schemas.microsoft.com/office/drawing/2014/main" id="{7B9F0029-72C4-2EB5-B5A3-1393F721DA96}"/>
                  </a:ext>
                </a:extLst>
              </p14:cNvPr>
              <p14:cNvContentPartPr/>
              <p14:nvPr/>
            </p14:nvContentPartPr>
            <p14:xfrm>
              <a:off x="5583831" y="945185"/>
              <a:ext cx="152640" cy="192240"/>
            </p14:xfrm>
          </p:contentPart>
        </mc:Choice>
        <mc:Fallback xmlns="">
          <p:pic>
            <p:nvPicPr>
              <p:cNvPr id="25" name="Ink 24">
                <a:extLst>
                  <a:ext uri="{FF2B5EF4-FFF2-40B4-BE49-F238E27FC236}">
                    <a16:creationId xmlns:a16="http://schemas.microsoft.com/office/drawing/2014/main" id="{7B9F0029-72C4-2EB5-B5A3-1393F721DA96}"/>
                  </a:ext>
                </a:extLst>
              </p:cNvPr>
              <p:cNvPicPr/>
              <p:nvPr/>
            </p:nvPicPr>
            <p:blipFill>
              <a:blip r:embed="rId38"/>
              <a:stretch>
                <a:fillRect/>
              </a:stretch>
            </p:blipFill>
            <p:spPr>
              <a:xfrm>
                <a:off x="5574831" y="936545"/>
                <a:ext cx="17028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2E9D0EE8-1223-1432-6B96-BF4B11698246}"/>
                  </a:ext>
                </a:extLst>
              </p14:cNvPr>
              <p14:cNvContentPartPr/>
              <p14:nvPr/>
            </p14:nvContentPartPr>
            <p14:xfrm>
              <a:off x="5769951" y="1007465"/>
              <a:ext cx="58320" cy="109440"/>
            </p14:xfrm>
          </p:contentPart>
        </mc:Choice>
        <mc:Fallback xmlns="">
          <p:pic>
            <p:nvPicPr>
              <p:cNvPr id="26" name="Ink 25">
                <a:extLst>
                  <a:ext uri="{FF2B5EF4-FFF2-40B4-BE49-F238E27FC236}">
                    <a16:creationId xmlns:a16="http://schemas.microsoft.com/office/drawing/2014/main" id="{2E9D0EE8-1223-1432-6B96-BF4B11698246}"/>
                  </a:ext>
                </a:extLst>
              </p:cNvPr>
              <p:cNvPicPr/>
              <p:nvPr/>
            </p:nvPicPr>
            <p:blipFill>
              <a:blip r:embed="rId40"/>
              <a:stretch>
                <a:fillRect/>
              </a:stretch>
            </p:blipFill>
            <p:spPr>
              <a:xfrm>
                <a:off x="5760951" y="998825"/>
                <a:ext cx="759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7" name="Ink 26">
                <a:extLst>
                  <a:ext uri="{FF2B5EF4-FFF2-40B4-BE49-F238E27FC236}">
                    <a16:creationId xmlns:a16="http://schemas.microsoft.com/office/drawing/2014/main" id="{159F20C4-A621-6F10-48C6-566111E0F2C2}"/>
                  </a:ext>
                </a:extLst>
              </p14:cNvPr>
              <p14:cNvContentPartPr/>
              <p14:nvPr/>
            </p14:nvContentPartPr>
            <p14:xfrm>
              <a:off x="5909271" y="994145"/>
              <a:ext cx="237240" cy="98280"/>
            </p14:xfrm>
          </p:contentPart>
        </mc:Choice>
        <mc:Fallback xmlns="">
          <p:pic>
            <p:nvPicPr>
              <p:cNvPr id="27" name="Ink 26">
                <a:extLst>
                  <a:ext uri="{FF2B5EF4-FFF2-40B4-BE49-F238E27FC236}">
                    <a16:creationId xmlns:a16="http://schemas.microsoft.com/office/drawing/2014/main" id="{159F20C4-A621-6F10-48C6-566111E0F2C2}"/>
                  </a:ext>
                </a:extLst>
              </p:cNvPr>
              <p:cNvPicPr/>
              <p:nvPr/>
            </p:nvPicPr>
            <p:blipFill>
              <a:blip r:embed="rId42"/>
              <a:stretch>
                <a:fillRect/>
              </a:stretch>
            </p:blipFill>
            <p:spPr>
              <a:xfrm>
                <a:off x="5900631" y="985505"/>
                <a:ext cx="2548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8" name="Ink 27">
                <a:extLst>
                  <a:ext uri="{FF2B5EF4-FFF2-40B4-BE49-F238E27FC236}">
                    <a16:creationId xmlns:a16="http://schemas.microsoft.com/office/drawing/2014/main" id="{5A1CE4D5-FB90-E942-1379-CC2CD9923643}"/>
                  </a:ext>
                </a:extLst>
              </p14:cNvPr>
              <p14:cNvContentPartPr/>
              <p14:nvPr/>
            </p14:nvContentPartPr>
            <p14:xfrm>
              <a:off x="4264791" y="939065"/>
              <a:ext cx="705600" cy="344880"/>
            </p14:xfrm>
          </p:contentPart>
        </mc:Choice>
        <mc:Fallback xmlns="">
          <p:pic>
            <p:nvPicPr>
              <p:cNvPr id="28" name="Ink 27">
                <a:extLst>
                  <a:ext uri="{FF2B5EF4-FFF2-40B4-BE49-F238E27FC236}">
                    <a16:creationId xmlns:a16="http://schemas.microsoft.com/office/drawing/2014/main" id="{5A1CE4D5-FB90-E942-1379-CC2CD9923643}"/>
                  </a:ext>
                </a:extLst>
              </p:cNvPr>
              <p:cNvPicPr/>
              <p:nvPr/>
            </p:nvPicPr>
            <p:blipFill>
              <a:blip r:embed="rId44"/>
              <a:stretch>
                <a:fillRect/>
              </a:stretch>
            </p:blipFill>
            <p:spPr>
              <a:xfrm>
                <a:off x="4256151" y="930425"/>
                <a:ext cx="723240"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 name="Ink 29">
                <a:extLst>
                  <a:ext uri="{FF2B5EF4-FFF2-40B4-BE49-F238E27FC236}">
                    <a16:creationId xmlns:a16="http://schemas.microsoft.com/office/drawing/2014/main" id="{66A437CE-F706-7F8B-605F-76DBDA2B6274}"/>
                  </a:ext>
                </a:extLst>
              </p14:cNvPr>
              <p14:cNvContentPartPr/>
              <p14:nvPr/>
            </p14:nvContentPartPr>
            <p14:xfrm>
              <a:off x="3970671" y="4190585"/>
              <a:ext cx="182160" cy="37800"/>
            </p14:xfrm>
          </p:contentPart>
        </mc:Choice>
        <mc:Fallback xmlns="">
          <p:pic>
            <p:nvPicPr>
              <p:cNvPr id="30" name="Ink 29">
                <a:extLst>
                  <a:ext uri="{FF2B5EF4-FFF2-40B4-BE49-F238E27FC236}">
                    <a16:creationId xmlns:a16="http://schemas.microsoft.com/office/drawing/2014/main" id="{66A437CE-F706-7F8B-605F-76DBDA2B6274}"/>
                  </a:ext>
                </a:extLst>
              </p:cNvPr>
              <p:cNvPicPr/>
              <p:nvPr/>
            </p:nvPicPr>
            <p:blipFill>
              <a:blip r:embed="rId46"/>
              <a:stretch>
                <a:fillRect/>
              </a:stretch>
            </p:blipFill>
            <p:spPr>
              <a:xfrm>
                <a:off x="3962031" y="4181945"/>
                <a:ext cx="1998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1" name="Ink 30">
                <a:extLst>
                  <a:ext uri="{FF2B5EF4-FFF2-40B4-BE49-F238E27FC236}">
                    <a16:creationId xmlns:a16="http://schemas.microsoft.com/office/drawing/2014/main" id="{171C6788-669A-3CDF-A478-9629280C9A63}"/>
                  </a:ext>
                </a:extLst>
              </p14:cNvPr>
              <p14:cNvContentPartPr/>
              <p14:nvPr/>
            </p14:nvContentPartPr>
            <p14:xfrm>
              <a:off x="3982551" y="4265105"/>
              <a:ext cx="140760" cy="27360"/>
            </p14:xfrm>
          </p:contentPart>
        </mc:Choice>
        <mc:Fallback xmlns="">
          <p:pic>
            <p:nvPicPr>
              <p:cNvPr id="31" name="Ink 30">
                <a:extLst>
                  <a:ext uri="{FF2B5EF4-FFF2-40B4-BE49-F238E27FC236}">
                    <a16:creationId xmlns:a16="http://schemas.microsoft.com/office/drawing/2014/main" id="{171C6788-669A-3CDF-A478-9629280C9A63}"/>
                  </a:ext>
                </a:extLst>
              </p:cNvPr>
              <p:cNvPicPr/>
              <p:nvPr/>
            </p:nvPicPr>
            <p:blipFill>
              <a:blip r:embed="rId48"/>
              <a:stretch>
                <a:fillRect/>
              </a:stretch>
            </p:blipFill>
            <p:spPr>
              <a:xfrm>
                <a:off x="3973911" y="4256105"/>
                <a:ext cx="15840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3" name="Ink 32">
                <a:extLst>
                  <a:ext uri="{FF2B5EF4-FFF2-40B4-BE49-F238E27FC236}">
                    <a16:creationId xmlns:a16="http://schemas.microsoft.com/office/drawing/2014/main" id="{44806D9C-DF82-E7DA-9A88-CF69376740C1}"/>
                  </a:ext>
                </a:extLst>
              </p14:cNvPr>
              <p14:cNvContentPartPr/>
              <p14:nvPr/>
            </p14:nvContentPartPr>
            <p14:xfrm>
              <a:off x="4379991" y="1020785"/>
              <a:ext cx="28080" cy="239400"/>
            </p14:xfrm>
          </p:contentPart>
        </mc:Choice>
        <mc:Fallback xmlns="">
          <p:pic>
            <p:nvPicPr>
              <p:cNvPr id="33" name="Ink 32">
                <a:extLst>
                  <a:ext uri="{FF2B5EF4-FFF2-40B4-BE49-F238E27FC236}">
                    <a16:creationId xmlns:a16="http://schemas.microsoft.com/office/drawing/2014/main" id="{44806D9C-DF82-E7DA-9A88-CF69376740C1}"/>
                  </a:ext>
                </a:extLst>
              </p:cNvPr>
              <p:cNvPicPr/>
              <p:nvPr/>
            </p:nvPicPr>
            <p:blipFill>
              <a:blip r:embed="rId50"/>
              <a:stretch>
                <a:fillRect/>
              </a:stretch>
            </p:blipFill>
            <p:spPr>
              <a:xfrm>
                <a:off x="4370991" y="1012145"/>
                <a:ext cx="4572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4" name="Ink 33">
                <a:extLst>
                  <a:ext uri="{FF2B5EF4-FFF2-40B4-BE49-F238E27FC236}">
                    <a16:creationId xmlns:a16="http://schemas.microsoft.com/office/drawing/2014/main" id="{C550FFAA-5A78-271E-33E9-C7180CE34487}"/>
                  </a:ext>
                </a:extLst>
              </p14:cNvPr>
              <p14:cNvContentPartPr/>
              <p14:nvPr/>
            </p14:nvContentPartPr>
            <p14:xfrm>
              <a:off x="4511031" y="1020425"/>
              <a:ext cx="16920" cy="215640"/>
            </p14:xfrm>
          </p:contentPart>
        </mc:Choice>
        <mc:Fallback xmlns="">
          <p:pic>
            <p:nvPicPr>
              <p:cNvPr id="34" name="Ink 33">
                <a:extLst>
                  <a:ext uri="{FF2B5EF4-FFF2-40B4-BE49-F238E27FC236}">
                    <a16:creationId xmlns:a16="http://schemas.microsoft.com/office/drawing/2014/main" id="{C550FFAA-5A78-271E-33E9-C7180CE34487}"/>
                  </a:ext>
                </a:extLst>
              </p:cNvPr>
              <p:cNvPicPr/>
              <p:nvPr/>
            </p:nvPicPr>
            <p:blipFill>
              <a:blip r:embed="rId52"/>
              <a:stretch>
                <a:fillRect/>
              </a:stretch>
            </p:blipFill>
            <p:spPr>
              <a:xfrm>
                <a:off x="4502031" y="1011425"/>
                <a:ext cx="3456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5" name="Ink 34">
                <a:extLst>
                  <a:ext uri="{FF2B5EF4-FFF2-40B4-BE49-F238E27FC236}">
                    <a16:creationId xmlns:a16="http://schemas.microsoft.com/office/drawing/2014/main" id="{EA62E759-20ED-5153-CAD2-E854A0181F09}"/>
                  </a:ext>
                </a:extLst>
              </p14:cNvPr>
              <p14:cNvContentPartPr/>
              <p14:nvPr/>
            </p14:nvContentPartPr>
            <p14:xfrm>
              <a:off x="4647111" y="985145"/>
              <a:ext cx="25200" cy="240480"/>
            </p14:xfrm>
          </p:contentPart>
        </mc:Choice>
        <mc:Fallback xmlns="">
          <p:pic>
            <p:nvPicPr>
              <p:cNvPr id="35" name="Ink 34">
                <a:extLst>
                  <a:ext uri="{FF2B5EF4-FFF2-40B4-BE49-F238E27FC236}">
                    <a16:creationId xmlns:a16="http://schemas.microsoft.com/office/drawing/2014/main" id="{EA62E759-20ED-5153-CAD2-E854A0181F09}"/>
                  </a:ext>
                </a:extLst>
              </p:cNvPr>
              <p:cNvPicPr/>
              <p:nvPr/>
            </p:nvPicPr>
            <p:blipFill>
              <a:blip r:embed="rId54"/>
              <a:stretch>
                <a:fillRect/>
              </a:stretch>
            </p:blipFill>
            <p:spPr>
              <a:xfrm>
                <a:off x="4638471" y="976505"/>
                <a:ext cx="4284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6" name="Ink 35">
                <a:extLst>
                  <a:ext uri="{FF2B5EF4-FFF2-40B4-BE49-F238E27FC236}">
                    <a16:creationId xmlns:a16="http://schemas.microsoft.com/office/drawing/2014/main" id="{48015AC7-38F3-FC1D-F7C0-209A5DC90510}"/>
                  </a:ext>
                </a:extLst>
              </p14:cNvPr>
              <p14:cNvContentPartPr/>
              <p14:nvPr/>
            </p14:nvContentPartPr>
            <p14:xfrm>
              <a:off x="4789311" y="1015025"/>
              <a:ext cx="15480" cy="114120"/>
            </p14:xfrm>
          </p:contentPart>
        </mc:Choice>
        <mc:Fallback xmlns="">
          <p:pic>
            <p:nvPicPr>
              <p:cNvPr id="36" name="Ink 35">
                <a:extLst>
                  <a:ext uri="{FF2B5EF4-FFF2-40B4-BE49-F238E27FC236}">
                    <a16:creationId xmlns:a16="http://schemas.microsoft.com/office/drawing/2014/main" id="{48015AC7-38F3-FC1D-F7C0-209A5DC90510}"/>
                  </a:ext>
                </a:extLst>
              </p:cNvPr>
              <p:cNvPicPr/>
              <p:nvPr/>
            </p:nvPicPr>
            <p:blipFill>
              <a:blip r:embed="rId56"/>
              <a:stretch>
                <a:fillRect/>
              </a:stretch>
            </p:blipFill>
            <p:spPr>
              <a:xfrm>
                <a:off x="4780311" y="1006385"/>
                <a:ext cx="3312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7" name="Ink 36">
                <a:extLst>
                  <a:ext uri="{FF2B5EF4-FFF2-40B4-BE49-F238E27FC236}">
                    <a16:creationId xmlns:a16="http://schemas.microsoft.com/office/drawing/2014/main" id="{BA6F08A4-7E06-9393-95C4-75D56F064660}"/>
                  </a:ext>
                </a:extLst>
              </p14:cNvPr>
              <p14:cNvContentPartPr/>
              <p14:nvPr/>
            </p14:nvContentPartPr>
            <p14:xfrm>
              <a:off x="4322751" y="1034105"/>
              <a:ext cx="519840" cy="37080"/>
            </p14:xfrm>
          </p:contentPart>
        </mc:Choice>
        <mc:Fallback xmlns="">
          <p:pic>
            <p:nvPicPr>
              <p:cNvPr id="37" name="Ink 36">
                <a:extLst>
                  <a:ext uri="{FF2B5EF4-FFF2-40B4-BE49-F238E27FC236}">
                    <a16:creationId xmlns:a16="http://schemas.microsoft.com/office/drawing/2014/main" id="{BA6F08A4-7E06-9393-95C4-75D56F064660}"/>
                  </a:ext>
                </a:extLst>
              </p:cNvPr>
              <p:cNvPicPr/>
              <p:nvPr/>
            </p:nvPicPr>
            <p:blipFill>
              <a:blip r:embed="rId58"/>
              <a:stretch>
                <a:fillRect/>
              </a:stretch>
            </p:blipFill>
            <p:spPr>
              <a:xfrm>
                <a:off x="4314111" y="1025465"/>
                <a:ext cx="5374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8" name="Ink 37">
                <a:extLst>
                  <a:ext uri="{FF2B5EF4-FFF2-40B4-BE49-F238E27FC236}">
                    <a16:creationId xmlns:a16="http://schemas.microsoft.com/office/drawing/2014/main" id="{9D3B6F5A-6F96-C7C4-E00C-F20396C22B6B}"/>
                  </a:ext>
                </a:extLst>
              </p14:cNvPr>
              <p14:cNvContentPartPr/>
              <p14:nvPr/>
            </p14:nvContentPartPr>
            <p14:xfrm>
              <a:off x="4428231" y="1136705"/>
              <a:ext cx="167400" cy="14040"/>
            </p14:xfrm>
          </p:contentPart>
        </mc:Choice>
        <mc:Fallback xmlns="">
          <p:pic>
            <p:nvPicPr>
              <p:cNvPr id="38" name="Ink 37">
                <a:extLst>
                  <a:ext uri="{FF2B5EF4-FFF2-40B4-BE49-F238E27FC236}">
                    <a16:creationId xmlns:a16="http://schemas.microsoft.com/office/drawing/2014/main" id="{9D3B6F5A-6F96-C7C4-E00C-F20396C22B6B}"/>
                  </a:ext>
                </a:extLst>
              </p:cNvPr>
              <p:cNvPicPr/>
              <p:nvPr/>
            </p:nvPicPr>
            <p:blipFill>
              <a:blip r:embed="rId60"/>
              <a:stretch>
                <a:fillRect/>
              </a:stretch>
            </p:blipFill>
            <p:spPr>
              <a:xfrm>
                <a:off x="4419231" y="1127705"/>
                <a:ext cx="1850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9" name="Ink 38">
                <a:extLst>
                  <a:ext uri="{FF2B5EF4-FFF2-40B4-BE49-F238E27FC236}">
                    <a16:creationId xmlns:a16="http://schemas.microsoft.com/office/drawing/2014/main" id="{E2F426DC-0E82-4501-5A1C-7173C0A200A4}"/>
                  </a:ext>
                </a:extLst>
              </p14:cNvPr>
              <p14:cNvContentPartPr/>
              <p14:nvPr/>
            </p14:nvContentPartPr>
            <p14:xfrm>
              <a:off x="4430391" y="1197185"/>
              <a:ext cx="166680" cy="7200"/>
            </p14:xfrm>
          </p:contentPart>
        </mc:Choice>
        <mc:Fallback xmlns="">
          <p:pic>
            <p:nvPicPr>
              <p:cNvPr id="39" name="Ink 38">
                <a:extLst>
                  <a:ext uri="{FF2B5EF4-FFF2-40B4-BE49-F238E27FC236}">
                    <a16:creationId xmlns:a16="http://schemas.microsoft.com/office/drawing/2014/main" id="{E2F426DC-0E82-4501-5A1C-7173C0A200A4}"/>
                  </a:ext>
                </a:extLst>
              </p:cNvPr>
              <p:cNvPicPr/>
              <p:nvPr/>
            </p:nvPicPr>
            <p:blipFill>
              <a:blip r:embed="rId62"/>
              <a:stretch>
                <a:fillRect/>
              </a:stretch>
            </p:blipFill>
            <p:spPr>
              <a:xfrm>
                <a:off x="4421751" y="1188185"/>
                <a:ext cx="1843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1" name="Ink 50">
                <a:extLst>
                  <a:ext uri="{FF2B5EF4-FFF2-40B4-BE49-F238E27FC236}">
                    <a16:creationId xmlns:a16="http://schemas.microsoft.com/office/drawing/2014/main" id="{72BDD459-187F-3CB0-3D38-74C09FB196AE}"/>
                  </a:ext>
                </a:extLst>
              </p14:cNvPr>
              <p14:cNvContentPartPr/>
              <p14:nvPr/>
            </p14:nvContentPartPr>
            <p14:xfrm>
              <a:off x="5401311" y="3866945"/>
              <a:ext cx="105480" cy="249480"/>
            </p14:xfrm>
          </p:contentPart>
        </mc:Choice>
        <mc:Fallback xmlns="">
          <p:pic>
            <p:nvPicPr>
              <p:cNvPr id="51" name="Ink 50">
                <a:extLst>
                  <a:ext uri="{FF2B5EF4-FFF2-40B4-BE49-F238E27FC236}">
                    <a16:creationId xmlns:a16="http://schemas.microsoft.com/office/drawing/2014/main" id="{72BDD459-187F-3CB0-3D38-74C09FB196AE}"/>
                  </a:ext>
                </a:extLst>
              </p:cNvPr>
              <p:cNvPicPr/>
              <p:nvPr/>
            </p:nvPicPr>
            <p:blipFill>
              <a:blip r:embed="rId64"/>
              <a:stretch>
                <a:fillRect/>
              </a:stretch>
            </p:blipFill>
            <p:spPr>
              <a:xfrm>
                <a:off x="5392311" y="3857945"/>
                <a:ext cx="12312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2" name="Ink 51">
                <a:extLst>
                  <a:ext uri="{FF2B5EF4-FFF2-40B4-BE49-F238E27FC236}">
                    <a16:creationId xmlns:a16="http://schemas.microsoft.com/office/drawing/2014/main" id="{5D2E0400-889C-3BCE-3A48-D8D7FDC28BB4}"/>
                  </a:ext>
                </a:extLst>
              </p14:cNvPr>
              <p14:cNvContentPartPr/>
              <p14:nvPr/>
            </p14:nvContentPartPr>
            <p14:xfrm>
              <a:off x="5351631" y="3973505"/>
              <a:ext cx="606600" cy="47880"/>
            </p14:xfrm>
          </p:contentPart>
        </mc:Choice>
        <mc:Fallback xmlns="">
          <p:pic>
            <p:nvPicPr>
              <p:cNvPr id="52" name="Ink 51">
                <a:extLst>
                  <a:ext uri="{FF2B5EF4-FFF2-40B4-BE49-F238E27FC236}">
                    <a16:creationId xmlns:a16="http://schemas.microsoft.com/office/drawing/2014/main" id="{5D2E0400-889C-3BCE-3A48-D8D7FDC28BB4}"/>
                  </a:ext>
                </a:extLst>
              </p:cNvPr>
              <p:cNvPicPr/>
              <p:nvPr/>
            </p:nvPicPr>
            <p:blipFill>
              <a:blip r:embed="rId66"/>
              <a:stretch>
                <a:fillRect/>
              </a:stretch>
            </p:blipFill>
            <p:spPr>
              <a:xfrm>
                <a:off x="5342991" y="3964505"/>
                <a:ext cx="62424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3" name="Ink 52">
                <a:extLst>
                  <a:ext uri="{FF2B5EF4-FFF2-40B4-BE49-F238E27FC236}">
                    <a16:creationId xmlns:a16="http://schemas.microsoft.com/office/drawing/2014/main" id="{D5086B76-A0B5-40D6-809D-F2E03B8C5963}"/>
                  </a:ext>
                </a:extLst>
              </p14:cNvPr>
              <p14:cNvContentPartPr/>
              <p14:nvPr/>
            </p14:nvContentPartPr>
            <p14:xfrm>
              <a:off x="6355671" y="3810065"/>
              <a:ext cx="346320" cy="183960"/>
            </p14:xfrm>
          </p:contentPart>
        </mc:Choice>
        <mc:Fallback xmlns="">
          <p:pic>
            <p:nvPicPr>
              <p:cNvPr id="53" name="Ink 52">
                <a:extLst>
                  <a:ext uri="{FF2B5EF4-FFF2-40B4-BE49-F238E27FC236}">
                    <a16:creationId xmlns:a16="http://schemas.microsoft.com/office/drawing/2014/main" id="{D5086B76-A0B5-40D6-809D-F2E03B8C5963}"/>
                  </a:ext>
                </a:extLst>
              </p:cNvPr>
              <p:cNvPicPr/>
              <p:nvPr/>
            </p:nvPicPr>
            <p:blipFill>
              <a:blip r:embed="rId68"/>
              <a:stretch>
                <a:fillRect/>
              </a:stretch>
            </p:blipFill>
            <p:spPr>
              <a:xfrm>
                <a:off x="6346671" y="3801065"/>
                <a:ext cx="36396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4" name="Ink 53">
                <a:extLst>
                  <a:ext uri="{FF2B5EF4-FFF2-40B4-BE49-F238E27FC236}">
                    <a16:creationId xmlns:a16="http://schemas.microsoft.com/office/drawing/2014/main" id="{10D4CCCF-E057-648B-9A3A-2782C58CAAC8}"/>
                  </a:ext>
                </a:extLst>
              </p14:cNvPr>
              <p14:cNvContentPartPr/>
              <p14:nvPr/>
            </p14:nvContentPartPr>
            <p14:xfrm>
              <a:off x="6800271" y="3670385"/>
              <a:ext cx="352800" cy="246240"/>
            </p14:xfrm>
          </p:contentPart>
        </mc:Choice>
        <mc:Fallback xmlns="">
          <p:pic>
            <p:nvPicPr>
              <p:cNvPr id="54" name="Ink 53">
                <a:extLst>
                  <a:ext uri="{FF2B5EF4-FFF2-40B4-BE49-F238E27FC236}">
                    <a16:creationId xmlns:a16="http://schemas.microsoft.com/office/drawing/2014/main" id="{10D4CCCF-E057-648B-9A3A-2782C58CAAC8}"/>
                  </a:ext>
                </a:extLst>
              </p:cNvPr>
              <p:cNvPicPr/>
              <p:nvPr/>
            </p:nvPicPr>
            <p:blipFill>
              <a:blip r:embed="rId70"/>
              <a:stretch>
                <a:fillRect/>
              </a:stretch>
            </p:blipFill>
            <p:spPr>
              <a:xfrm>
                <a:off x="6791271" y="3661745"/>
                <a:ext cx="37044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5" name="Ink 54">
                <a:extLst>
                  <a:ext uri="{FF2B5EF4-FFF2-40B4-BE49-F238E27FC236}">
                    <a16:creationId xmlns:a16="http://schemas.microsoft.com/office/drawing/2014/main" id="{0D68DF30-81B2-5107-0A48-2D85915E0296}"/>
                  </a:ext>
                </a:extLst>
              </p14:cNvPr>
              <p14:cNvContentPartPr/>
              <p14:nvPr/>
            </p14:nvContentPartPr>
            <p14:xfrm>
              <a:off x="7186911" y="3623225"/>
              <a:ext cx="254520" cy="252360"/>
            </p14:xfrm>
          </p:contentPart>
        </mc:Choice>
        <mc:Fallback xmlns="">
          <p:pic>
            <p:nvPicPr>
              <p:cNvPr id="55" name="Ink 54">
                <a:extLst>
                  <a:ext uri="{FF2B5EF4-FFF2-40B4-BE49-F238E27FC236}">
                    <a16:creationId xmlns:a16="http://schemas.microsoft.com/office/drawing/2014/main" id="{0D68DF30-81B2-5107-0A48-2D85915E0296}"/>
                  </a:ext>
                </a:extLst>
              </p:cNvPr>
              <p:cNvPicPr/>
              <p:nvPr/>
            </p:nvPicPr>
            <p:blipFill>
              <a:blip r:embed="rId72"/>
              <a:stretch>
                <a:fillRect/>
              </a:stretch>
            </p:blipFill>
            <p:spPr>
              <a:xfrm>
                <a:off x="7177911" y="3614585"/>
                <a:ext cx="27216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6" name="Ink 55">
                <a:extLst>
                  <a:ext uri="{FF2B5EF4-FFF2-40B4-BE49-F238E27FC236}">
                    <a16:creationId xmlns:a16="http://schemas.microsoft.com/office/drawing/2014/main" id="{A240A42C-7A5F-BAF4-D3C0-0289E1F4290F}"/>
                  </a:ext>
                </a:extLst>
              </p14:cNvPr>
              <p14:cNvContentPartPr/>
              <p14:nvPr/>
            </p14:nvContentPartPr>
            <p14:xfrm>
              <a:off x="537711" y="2841305"/>
              <a:ext cx="648360" cy="323280"/>
            </p14:xfrm>
          </p:contentPart>
        </mc:Choice>
        <mc:Fallback xmlns="">
          <p:pic>
            <p:nvPicPr>
              <p:cNvPr id="56" name="Ink 55">
                <a:extLst>
                  <a:ext uri="{FF2B5EF4-FFF2-40B4-BE49-F238E27FC236}">
                    <a16:creationId xmlns:a16="http://schemas.microsoft.com/office/drawing/2014/main" id="{A240A42C-7A5F-BAF4-D3C0-0289E1F4290F}"/>
                  </a:ext>
                </a:extLst>
              </p:cNvPr>
              <p:cNvPicPr/>
              <p:nvPr/>
            </p:nvPicPr>
            <p:blipFill>
              <a:blip r:embed="rId74"/>
              <a:stretch>
                <a:fillRect/>
              </a:stretch>
            </p:blipFill>
            <p:spPr>
              <a:xfrm>
                <a:off x="529071" y="2832305"/>
                <a:ext cx="666000" cy="3409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9" name="Ink 58">
                <a:extLst>
                  <a:ext uri="{FF2B5EF4-FFF2-40B4-BE49-F238E27FC236}">
                    <a16:creationId xmlns:a16="http://schemas.microsoft.com/office/drawing/2014/main" id="{811A9341-58CE-7F4D-709B-C45E1F88ED66}"/>
                  </a:ext>
                </a:extLst>
              </p14:cNvPr>
              <p14:cNvContentPartPr/>
              <p14:nvPr/>
            </p14:nvContentPartPr>
            <p14:xfrm>
              <a:off x="1212351" y="2779745"/>
              <a:ext cx="244440" cy="272880"/>
            </p14:xfrm>
          </p:contentPart>
        </mc:Choice>
        <mc:Fallback xmlns="">
          <p:pic>
            <p:nvPicPr>
              <p:cNvPr id="59" name="Ink 58">
                <a:extLst>
                  <a:ext uri="{FF2B5EF4-FFF2-40B4-BE49-F238E27FC236}">
                    <a16:creationId xmlns:a16="http://schemas.microsoft.com/office/drawing/2014/main" id="{811A9341-58CE-7F4D-709B-C45E1F88ED66}"/>
                  </a:ext>
                </a:extLst>
              </p:cNvPr>
              <p:cNvPicPr/>
              <p:nvPr/>
            </p:nvPicPr>
            <p:blipFill>
              <a:blip r:embed="rId76"/>
              <a:stretch>
                <a:fillRect/>
              </a:stretch>
            </p:blipFill>
            <p:spPr>
              <a:xfrm>
                <a:off x="1203351" y="2770745"/>
                <a:ext cx="26208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0" name="Ink 59">
                <a:extLst>
                  <a:ext uri="{FF2B5EF4-FFF2-40B4-BE49-F238E27FC236}">
                    <a16:creationId xmlns:a16="http://schemas.microsoft.com/office/drawing/2014/main" id="{348308DA-81C2-6CBA-9751-080CE44FB2CA}"/>
                  </a:ext>
                </a:extLst>
              </p14:cNvPr>
              <p14:cNvContentPartPr/>
              <p14:nvPr/>
            </p14:nvContentPartPr>
            <p14:xfrm>
              <a:off x="1419351" y="2831225"/>
              <a:ext cx="163080" cy="157680"/>
            </p14:xfrm>
          </p:contentPart>
        </mc:Choice>
        <mc:Fallback xmlns="">
          <p:pic>
            <p:nvPicPr>
              <p:cNvPr id="60" name="Ink 59">
                <a:extLst>
                  <a:ext uri="{FF2B5EF4-FFF2-40B4-BE49-F238E27FC236}">
                    <a16:creationId xmlns:a16="http://schemas.microsoft.com/office/drawing/2014/main" id="{348308DA-81C2-6CBA-9751-080CE44FB2CA}"/>
                  </a:ext>
                </a:extLst>
              </p:cNvPr>
              <p:cNvPicPr/>
              <p:nvPr/>
            </p:nvPicPr>
            <p:blipFill>
              <a:blip r:embed="rId78"/>
              <a:stretch>
                <a:fillRect/>
              </a:stretch>
            </p:blipFill>
            <p:spPr>
              <a:xfrm>
                <a:off x="1410711" y="2822225"/>
                <a:ext cx="1807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1" name="Ink 60">
                <a:extLst>
                  <a:ext uri="{FF2B5EF4-FFF2-40B4-BE49-F238E27FC236}">
                    <a16:creationId xmlns:a16="http://schemas.microsoft.com/office/drawing/2014/main" id="{567AB1CB-0703-1CBA-A698-775783E8A615}"/>
                  </a:ext>
                </a:extLst>
              </p14:cNvPr>
              <p14:cNvContentPartPr/>
              <p14:nvPr/>
            </p14:nvContentPartPr>
            <p14:xfrm>
              <a:off x="1659111" y="2785145"/>
              <a:ext cx="111240" cy="211320"/>
            </p14:xfrm>
          </p:contentPart>
        </mc:Choice>
        <mc:Fallback xmlns="">
          <p:pic>
            <p:nvPicPr>
              <p:cNvPr id="61" name="Ink 60">
                <a:extLst>
                  <a:ext uri="{FF2B5EF4-FFF2-40B4-BE49-F238E27FC236}">
                    <a16:creationId xmlns:a16="http://schemas.microsoft.com/office/drawing/2014/main" id="{567AB1CB-0703-1CBA-A698-775783E8A615}"/>
                  </a:ext>
                </a:extLst>
              </p:cNvPr>
              <p:cNvPicPr/>
              <p:nvPr/>
            </p:nvPicPr>
            <p:blipFill>
              <a:blip r:embed="rId80"/>
              <a:stretch>
                <a:fillRect/>
              </a:stretch>
            </p:blipFill>
            <p:spPr>
              <a:xfrm>
                <a:off x="1650111" y="2776505"/>
                <a:ext cx="12888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3" name="Ink 62">
                <a:extLst>
                  <a:ext uri="{FF2B5EF4-FFF2-40B4-BE49-F238E27FC236}">
                    <a16:creationId xmlns:a16="http://schemas.microsoft.com/office/drawing/2014/main" id="{A087B26B-BAE1-A16E-8AB9-5C886270080B}"/>
                  </a:ext>
                </a:extLst>
              </p14:cNvPr>
              <p14:cNvContentPartPr/>
              <p14:nvPr/>
            </p14:nvContentPartPr>
            <p14:xfrm>
              <a:off x="1323231" y="3250985"/>
              <a:ext cx="1488960" cy="401040"/>
            </p14:xfrm>
          </p:contentPart>
        </mc:Choice>
        <mc:Fallback xmlns="">
          <p:pic>
            <p:nvPicPr>
              <p:cNvPr id="63" name="Ink 62">
                <a:extLst>
                  <a:ext uri="{FF2B5EF4-FFF2-40B4-BE49-F238E27FC236}">
                    <a16:creationId xmlns:a16="http://schemas.microsoft.com/office/drawing/2014/main" id="{A087B26B-BAE1-A16E-8AB9-5C886270080B}"/>
                  </a:ext>
                </a:extLst>
              </p:cNvPr>
              <p:cNvPicPr/>
              <p:nvPr/>
            </p:nvPicPr>
            <p:blipFill>
              <a:blip r:embed="rId82"/>
              <a:stretch>
                <a:fillRect/>
              </a:stretch>
            </p:blipFill>
            <p:spPr>
              <a:xfrm>
                <a:off x="1314591" y="3242345"/>
                <a:ext cx="1506600" cy="4186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64" name="Ink 63">
                <a:extLst>
                  <a:ext uri="{FF2B5EF4-FFF2-40B4-BE49-F238E27FC236}">
                    <a16:creationId xmlns:a16="http://schemas.microsoft.com/office/drawing/2014/main" id="{CE12BA18-F142-D69E-1F66-6DD6AABC088F}"/>
                  </a:ext>
                </a:extLst>
              </p14:cNvPr>
              <p14:cNvContentPartPr/>
              <p14:nvPr/>
            </p14:nvContentPartPr>
            <p14:xfrm>
              <a:off x="2744151" y="3492905"/>
              <a:ext cx="145440" cy="207360"/>
            </p14:xfrm>
          </p:contentPart>
        </mc:Choice>
        <mc:Fallback xmlns="">
          <p:pic>
            <p:nvPicPr>
              <p:cNvPr id="64" name="Ink 63">
                <a:extLst>
                  <a:ext uri="{FF2B5EF4-FFF2-40B4-BE49-F238E27FC236}">
                    <a16:creationId xmlns:a16="http://schemas.microsoft.com/office/drawing/2014/main" id="{CE12BA18-F142-D69E-1F66-6DD6AABC088F}"/>
                  </a:ext>
                </a:extLst>
              </p:cNvPr>
              <p:cNvPicPr/>
              <p:nvPr/>
            </p:nvPicPr>
            <p:blipFill>
              <a:blip r:embed="rId84"/>
              <a:stretch>
                <a:fillRect/>
              </a:stretch>
            </p:blipFill>
            <p:spPr>
              <a:xfrm>
                <a:off x="2735151" y="3484265"/>
                <a:ext cx="1630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66" name="Ink 65">
                <a:extLst>
                  <a:ext uri="{FF2B5EF4-FFF2-40B4-BE49-F238E27FC236}">
                    <a16:creationId xmlns:a16="http://schemas.microsoft.com/office/drawing/2014/main" id="{F7676F73-169C-35AF-CCCF-307DBAC08FC4}"/>
                  </a:ext>
                </a:extLst>
              </p14:cNvPr>
              <p14:cNvContentPartPr/>
              <p14:nvPr/>
            </p14:nvContentPartPr>
            <p14:xfrm>
              <a:off x="462111" y="2471585"/>
              <a:ext cx="167040" cy="238320"/>
            </p14:xfrm>
          </p:contentPart>
        </mc:Choice>
        <mc:Fallback xmlns="">
          <p:pic>
            <p:nvPicPr>
              <p:cNvPr id="66" name="Ink 65">
                <a:extLst>
                  <a:ext uri="{FF2B5EF4-FFF2-40B4-BE49-F238E27FC236}">
                    <a16:creationId xmlns:a16="http://schemas.microsoft.com/office/drawing/2014/main" id="{F7676F73-169C-35AF-CCCF-307DBAC08FC4}"/>
                  </a:ext>
                </a:extLst>
              </p:cNvPr>
              <p:cNvPicPr/>
              <p:nvPr/>
            </p:nvPicPr>
            <p:blipFill>
              <a:blip r:embed="rId86"/>
              <a:stretch>
                <a:fillRect/>
              </a:stretch>
            </p:blipFill>
            <p:spPr>
              <a:xfrm>
                <a:off x="453111" y="2462585"/>
                <a:ext cx="18468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7" name="Ink 66">
                <a:extLst>
                  <a:ext uri="{FF2B5EF4-FFF2-40B4-BE49-F238E27FC236}">
                    <a16:creationId xmlns:a16="http://schemas.microsoft.com/office/drawing/2014/main" id="{FB37613F-CC1A-D3C6-35BC-230B89B5CE24}"/>
                  </a:ext>
                </a:extLst>
              </p14:cNvPr>
              <p14:cNvContentPartPr/>
              <p14:nvPr/>
            </p14:nvContentPartPr>
            <p14:xfrm>
              <a:off x="665871" y="2430185"/>
              <a:ext cx="340560" cy="226800"/>
            </p14:xfrm>
          </p:contentPart>
        </mc:Choice>
        <mc:Fallback xmlns="">
          <p:pic>
            <p:nvPicPr>
              <p:cNvPr id="67" name="Ink 66">
                <a:extLst>
                  <a:ext uri="{FF2B5EF4-FFF2-40B4-BE49-F238E27FC236}">
                    <a16:creationId xmlns:a16="http://schemas.microsoft.com/office/drawing/2014/main" id="{FB37613F-CC1A-D3C6-35BC-230B89B5CE24}"/>
                  </a:ext>
                </a:extLst>
              </p:cNvPr>
              <p:cNvPicPr/>
              <p:nvPr/>
            </p:nvPicPr>
            <p:blipFill>
              <a:blip r:embed="rId88"/>
              <a:stretch>
                <a:fillRect/>
              </a:stretch>
            </p:blipFill>
            <p:spPr>
              <a:xfrm>
                <a:off x="657231" y="2421545"/>
                <a:ext cx="35820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8" name="Ink 67">
                <a:extLst>
                  <a:ext uri="{FF2B5EF4-FFF2-40B4-BE49-F238E27FC236}">
                    <a16:creationId xmlns:a16="http://schemas.microsoft.com/office/drawing/2014/main" id="{4C1443B2-0F6A-F349-820F-2281204D7F90}"/>
                  </a:ext>
                </a:extLst>
              </p14:cNvPr>
              <p14:cNvContentPartPr/>
              <p14:nvPr/>
            </p14:nvContentPartPr>
            <p14:xfrm>
              <a:off x="988071" y="2479865"/>
              <a:ext cx="122400" cy="120960"/>
            </p14:xfrm>
          </p:contentPart>
        </mc:Choice>
        <mc:Fallback xmlns="">
          <p:pic>
            <p:nvPicPr>
              <p:cNvPr id="68" name="Ink 67">
                <a:extLst>
                  <a:ext uri="{FF2B5EF4-FFF2-40B4-BE49-F238E27FC236}">
                    <a16:creationId xmlns:a16="http://schemas.microsoft.com/office/drawing/2014/main" id="{4C1443B2-0F6A-F349-820F-2281204D7F90}"/>
                  </a:ext>
                </a:extLst>
              </p:cNvPr>
              <p:cNvPicPr/>
              <p:nvPr/>
            </p:nvPicPr>
            <p:blipFill>
              <a:blip r:embed="rId90"/>
              <a:stretch>
                <a:fillRect/>
              </a:stretch>
            </p:blipFill>
            <p:spPr>
              <a:xfrm>
                <a:off x="979071" y="2470865"/>
                <a:ext cx="14004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9" name="Ink 68">
                <a:extLst>
                  <a:ext uri="{FF2B5EF4-FFF2-40B4-BE49-F238E27FC236}">
                    <a16:creationId xmlns:a16="http://schemas.microsoft.com/office/drawing/2014/main" id="{471E60E0-CBF8-E974-E7BC-3734CA1A2976}"/>
                  </a:ext>
                </a:extLst>
              </p14:cNvPr>
              <p14:cNvContentPartPr/>
              <p14:nvPr/>
            </p14:nvContentPartPr>
            <p14:xfrm>
              <a:off x="1156911" y="2493905"/>
              <a:ext cx="50040" cy="66960"/>
            </p14:xfrm>
          </p:contentPart>
        </mc:Choice>
        <mc:Fallback xmlns="">
          <p:pic>
            <p:nvPicPr>
              <p:cNvPr id="69" name="Ink 68">
                <a:extLst>
                  <a:ext uri="{FF2B5EF4-FFF2-40B4-BE49-F238E27FC236}">
                    <a16:creationId xmlns:a16="http://schemas.microsoft.com/office/drawing/2014/main" id="{471E60E0-CBF8-E974-E7BC-3734CA1A2976}"/>
                  </a:ext>
                </a:extLst>
              </p:cNvPr>
              <p:cNvPicPr/>
              <p:nvPr/>
            </p:nvPicPr>
            <p:blipFill>
              <a:blip r:embed="rId92"/>
              <a:stretch>
                <a:fillRect/>
              </a:stretch>
            </p:blipFill>
            <p:spPr>
              <a:xfrm>
                <a:off x="1148271" y="2485265"/>
                <a:ext cx="6768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0" name="Ink 69">
                <a:extLst>
                  <a:ext uri="{FF2B5EF4-FFF2-40B4-BE49-F238E27FC236}">
                    <a16:creationId xmlns:a16="http://schemas.microsoft.com/office/drawing/2014/main" id="{2E091F5F-2249-8722-5D21-D9F008B62AD3}"/>
                  </a:ext>
                </a:extLst>
              </p14:cNvPr>
              <p14:cNvContentPartPr/>
              <p14:nvPr/>
            </p14:nvContentPartPr>
            <p14:xfrm>
              <a:off x="1096071" y="2458265"/>
              <a:ext cx="111240" cy="133920"/>
            </p14:xfrm>
          </p:contentPart>
        </mc:Choice>
        <mc:Fallback xmlns="">
          <p:pic>
            <p:nvPicPr>
              <p:cNvPr id="70" name="Ink 69">
                <a:extLst>
                  <a:ext uri="{FF2B5EF4-FFF2-40B4-BE49-F238E27FC236}">
                    <a16:creationId xmlns:a16="http://schemas.microsoft.com/office/drawing/2014/main" id="{2E091F5F-2249-8722-5D21-D9F008B62AD3}"/>
                  </a:ext>
                </a:extLst>
              </p:cNvPr>
              <p:cNvPicPr/>
              <p:nvPr/>
            </p:nvPicPr>
            <p:blipFill>
              <a:blip r:embed="rId94"/>
              <a:stretch>
                <a:fillRect/>
              </a:stretch>
            </p:blipFill>
            <p:spPr>
              <a:xfrm>
                <a:off x="1087431" y="2449265"/>
                <a:ext cx="12888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71" name="Ink 70">
                <a:extLst>
                  <a:ext uri="{FF2B5EF4-FFF2-40B4-BE49-F238E27FC236}">
                    <a16:creationId xmlns:a16="http://schemas.microsoft.com/office/drawing/2014/main" id="{519A678A-AE83-E331-C223-6A5D05FFF7B8}"/>
                  </a:ext>
                </a:extLst>
              </p14:cNvPr>
              <p14:cNvContentPartPr/>
              <p14:nvPr/>
            </p14:nvContentPartPr>
            <p14:xfrm>
              <a:off x="1237551" y="2339825"/>
              <a:ext cx="55440" cy="232920"/>
            </p14:xfrm>
          </p:contentPart>
        </mc:Choice>
        <mc:Fallback xmlns="">
          <p:pic>
            <p:nvPicPr>
              <p:cNvPr id="71" name="Ink 70">
                <a:extLst>
                  <a:ext uri="{FF2B5EF4-FFF2-40B4-BE49-F238E27FC236}">
                    <a16:creationId xmlns:a16="http://schemas.microsoft.com/office/drawing/2014/main" id="{519A678A-AE83-E331-C223-6A5D05FFF7B8}"/>
                  </a:ext>
                </a:extLst>
              </p:cNvPr>
              <p:cNvPicPr/>
              <p:nvPr/>
            </p:nvPicPr>
            <p:blipFill>
              <a:blip r:embed="rId96"/>
              <a:stretch>
                <a:fillRect/>
              </a:stretch>
            </p:blipFill>
            <p:spPr>
              <a:xfrm>
                <a:off x="1228551" y="2331185"/>
                <a:ext cx="7308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72" name="Ink 71">
                <a:extLst>
                  <a:ext uri="{FF2B5EF4-FFF2-40B4-BE49-F238E27FC236}">
                    <a16:creationId xmlns:a16="http://schemas.microsoft.com/office/drawing/2014/main" id="{CAD9AFB7-D53C-A03C-2565-1C5EBE10B969}"/>
                  </a:ext>
                </a:extLst>
              </p14:cNvPr>
              <p14:cNvContentPartPr/>
              <p14:nvPr/>
            </p14:nvContentPartPr>
            <p14:xfrm>
              <a:off x="1299111" y="2419025"/>
              <a:ext cx="141480" cy="41400"/>
            </p14:xfrm>
          </p:contentPart>
        </mc:Choice>
        <mc:Fallback xmlns="">
          <p:pic>
            <p:nvPicPr>
              <p:cNvPr id="72" name="Ink 71">
                <a:extLst>
                  <a:ext uri="{FF2B5EF4-FFF2-40B4-BE49-F238E27FC236}">
                    <a16:creationId xmlns:a16="http://schemas.microsoft.com/office/drawing/2014/main" id="{CAD9AFB7-D53C-A03C-2565-1C5EBE10B969}"/>
                  </a:ext>
                </a:extLst>
              </p:cNvPr>
              <p:cNvPicPr/>
              <p:nvPr/>
            </p:nvPicPr>
            <p:blipFill>
              <a:blip r:embed="rId98"/>
              <a:stretch>
                <a:fillRect/>
              </a:stretch>
            </p:blipFill>
            <p:spPr>
              <a:xfrm>
                <a:off x="1290471" y="2410385"/>
                <a:ext cx="15912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73" name="Ink 72">
                <a:extLst>
                  <a:ext uri="{FF2B5EF4-FFF2-40B4-BE49-F238E27FC236}">
                    <a16:creationId xmlns:a16="http://schemas.microsoft.com/office/drawing/2014/main" id="{A32D73BE-698D-5FDB-1C09-E6AF8C52B8C9}"/>
                  </a:ext>
                </a:extLst>
              </p14:cNvPr>
              <p14:cNvContentPartPr/>
              <p14:nvPr/>
            </p14:nvContentPartPr>
            <p14:xfrm>
              <a:off x="510711" y="2645825"/>
              <a:ext cx="990360" cy="219600"/>
            </p14:xfrm>
          </p:contentPart>
        </mc:Choice>
        <mc:Fallback xmlns="">
          <p:pic>
            <p:nvPicPr>
              <p:cNvPr id="73" name="Ink 72">
                <a:extLst>
                  <a:ext uri="{FF2B5EF4-FFF2-40B4-BE49-F238E27FC236}">
                    <a16:creationId xmlns:a16="http://schemas.microsoft.com/office/drawing/2014/main" id="{A32D73BE-698D-5FDB-1C09-E6AF8C52B8C9}"/>
                  </a:ext>
                </a:extLst>
              </p:cNvPr>
              <p:cNvPicPr/>
              <p:nvPr/>
            </p:nvPicPr>
            <p:blipFill>
              <a:blip r:embed="rId100"/>
              <a:stretch>
                <a:fillRect/>
              </a:stretch>
            </p:blipFill>
            <p:spPr>
              <a:xfrm>
                <a:off x="501711" y="2636825"/>
                <a:ext cx="100800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75" name="Ink 74">
                <a:extLst>
                  <a:ext uri="{FF2B5EF4-FFF2-40B4-BE49-F238E27FC236}">
                    <a16:creationId xmlns:a16="http://schemas.microsoft.com/office/drawing/2014/main" id="{BF7AC73E-1601-B326-6D63-219FBA00BEB5}"/>
                  </a:ext>
                </a:extLst>
              </p14:cNvPr>
              <p14:cNvContentPartPr/>
              <p14:nvPr/>
            </p14:nvContentPartPr>
            <p14:xfrm>
              <a:off x="3219711" y="3069185"/>
              <a:ext cx="67320" cy="261720"/>
            </p14:xfrm>
          </p:contentPart>
        </mc:Choice>
        <mc:Fallback xmlns="">
          <p:pic>
            <p:nvPicPr>
              <p:cNvPr id="75" name="Ink 74">
                <a:extLst>
                  <a:ext uri="{FF2B5EF4-FFF2-40B4-BE49-F238E27FC236}">
                    <a16:creationId xmlns:a16="http://schemas.microsoft.com/office/drawing/2014/main" id="{BF7AC73E-1601-B326-6D63-219FBA00BEB5}"/>
                  </a:ext>
                </a:extLst>
              </p:cNvPr>
              <p:cNvPicPr/>
              <p:nvPr/>
            </p:nvPicPr>
            <p:blipFill>
              <a:blip r:embed="rId102"/>
              <a:stretch>
                <a:fillRect/>
              </a:stretch>
            </p:blipFill>
            <p:spPr>
              <a:xfrm>
                <a:off x="3210711" y="3060545"/>
                <a:ext cx="8496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76" name="Ink 75">
                <a:extLst>
                  <a:ext uri="{FF2B5EF4-FFF2-40B4-BE49-F238E27FC236}">
                    <a16:creationId xmlns:a16="http://schemas.microsoft.com/office/drawing/2014/main" id="{45DDFBCC-8A8D-8EA9-ECD3-03FC481F4117}"/>
                  </a:ext>
                </a:extLst>
              </p14:cNvPr>
              <p14:cNvContentPartPr/>
              <p14:nvPr/>
            </p14:nvContentPartPr>
            <p14:xfrm>
              <a:off x="3399351" y="3078185"/>
              <a:ext cx="528120" cy="237240"/>
            </p14:xfrm>
          </p:contentPart>
        </mc:Choice>
        <mc:Fallback xmlns="">
          <p:pic>
            <p:nvPicPr>
              <p:cNvPr id="76" name="Ink 75">
                <a:extLst>
                  <a:ext uri="{FF2B5EF4-FFF2-40B4-BE49-F238E27FC236}">
                    <a16:creationId xmlns:a16="http://schemas.microsoft.com/office/drawing/2014/main" id="{45DDFBCC-8A8D-8EA9-ECD3-03FC481F4117}"/>
                  </a:ext>
                </a:extLst>
              </p:cNvPr>
              <p:cNvPicPr/>
              <p:nvPr/>
            </p:nvPicPr>
            <p:blipFill>
              <a:blip r:embed="rId104"/>
              <a:stretch>
                <a:fillRect/>
              </a:stretch>
            </p:blipFill>
            <p:spPr>
              <a:xfrm>
                <a:off x="3390711" y="3069185"/>
                <a:ext cx="54576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77" name="Ink 76">
                <a:extLst>
                  <a:ext uri="{FF2B5EF4-FFF2-40B4-BE49-F238E27FC236}">
                    <a16:creationId xmlns:a16="http://schemas.microsoft.com/office/drawing/2014/main" id="{1D901B2D-E171-B61B-85EE-56C8DDB9E266}"/>
                  </a:ext>
                </a:extLst>
              </p14:cNvPr>
              <p14:cNvContentPartPr/>
              <p14:nvPr/>
            </p14:nvContentPartPr>
            <p14:xfrm>
              <a:off x="3919911" y="3087905"/>
              <a:ext cx="162000" cy="157320"/>
            </p14:xfrm>
          </p:contentPart>
        </mc:Choice>
        <mc:Fallback xmlns="">
          <p:pic>
            <p:nvPicPr>
              <p:cNvPr id="77" name="Ink 76">
                <a:extLst>
                  <a:ext uri="{FF2B5EF4-FFF2-40B4-BE49-F238E27FC236}">
                    <a16:creationId xmlns:a16="http://schemas.microsoft.com/office/drawing/2014/main" id="{1D901B2D-E171-B61B-85EE-56C8DDB9E266}"/>
                  </a:ext>
                </a:extLst>
              </p:cNvPr>
              <p:cNvPicPr/>
              <p:nvPr/>
            </p:nvPicPr>
            <p:blipFill>
              <a:blip r:embed="rId106"/>
              <a:stretch>
                <a:fillRect/>
              </a:stretch>
            </p:blipFill>
            <p:spPr>
              <a:xfrm>
                <a:off x="3911271" y="3078905"/>
                <a:ext cx="17964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8" name="Ink 77">
                <a:extLst>
                  <a:ext uri="{FF2B5EF4-FFF2-40B4-BE49-F238E27FC236}">
                    <a16:creationId xmlns:a16="http://schemas.microsoft.com/office/drawing/2014/main" id="{B3669EDD-AC73-FE9D-7D92-65AC82E8B00B}"/>
                  </a:ext>
                </a:extLst>
              </p14:cNvPr>
              <p14:cNvContentPartPr/>
              <p14:nvPr/>
            </p14:nvContentPartPr>
            <p14:xfrm>
              <a:off x="4136631" y="3133265"/>
              <a:ext cx="33120" cy="74520"/>
            </p14:xfrm>
          </p:contentPart>
        </mc:Choice>
        <mc:Fallback xmlns="">
          <p:pic>
            <p:nvPicPr>
              <p:cNvPr id="78" name="Ink 77">
                <a:extLst>
                  <a:ext uri="{FF2B5EF4-FFF2-40B4-BE49-F238E27FC236}">
                    <a16:creationId xmlns:a16="http://schemas.microsoft.com/office/drawing/2014/main" id="{B3669EDD-AC73-FE9D-7D92-65AC82E8B00B}"/>
                  </a:ext>
                </a:extLst>
              </p:cNvPr>
              <p:cNvPicPr/>
              <p:nvPr/>
            </p:nvPicPr>
            <p:blipFill>
              <a:blip r:embed="rId108"/>
              <a:stretch>
                <a:fillRect/>
              </a:stretch>
            </p:blipFill>
            <p:spPr>
              <a:xfrm>
                <a:off x="4127991" y="3124625"/>
                <a:ext cx="5076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79" name="Ink 78">
                <a:extLst>
                  <a:ext uri="{FF2B5EF4-FFF2-40B4-BE49-F238E27FC236}">
                    <a16:creationId xmlns:a16="http://schemas.microsoft.com/office/drawing/2014/main" id="{B8975F21-2DC9-FD43-D6E8-62E4D5AC5331}"/>
                  </a:ext>
                </a:extLst>
              </p14:cNvPr>
              <p14:cNvContentPartPr/>
              <p14:nvPr/>
            </p14:nvContentPartPr>
            <p14:xfrm>
              <a:off x="4086231" y="3108065"/>
              <a:ext cx="106920" cy="122400"/>
            </p14:xfrm>
          </p:contentPart>
        </mc:Choice>
        <mc:Fallback xmlns="">
          <p:pic>
            <p:nvPicPr>
              <p:cNvPr id="79" name="Ink 78">
                <a:extLst>
                  <a:ext uri="{FF2B5EF4-FFF2-40B4-BE49-F238E27FC236}">
                    <a16:creationId xmlns:a16="http://schemas.microsoft.com/office/drawing/2014/main" id="{B8975F21-2DC9-FD43-D6E8-62E4D5AC5331}"/>
                  </a:ext>
                </a:extLst>
              </p:cNvPr>
              <p:cNvPicPr/>
              <p:nvPr/>
            </p:nvPicPr>
            <p:blipFill>
              <a:blip r:embed="rId110"/>
              <a:stretch>
                <a:fillRect/>
              </a:stretch>
            </p:blipFill>
            <p:spPr>
              <a:xfrm>
                <a:off x="4077591" y="3099065"/>
                <a:ext cx="1245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80" name="Ink 79">
                <a:extLst>
                  <a:ext uri="{FF2B5EF4-FFF2-40B4-BE49-F238E27FC236}">
                    <a16:creationId xmlns:a16="http://schemas.microsoft.com/office/drawing/2014/main" id="{ADEF694F-29C0-2148-0C5E-D33745B786C2}"/>
                  </a:ext>
                </a:extLst>
              </p14:cNvPr>
              <p14:cNvContentPartPr/>
              <p14:nvPr/>
            </p14:nvContentPartPr>
            <p14:xfrm>
              <a:off x="4219071" y="3019505"/>
              <a:ext cx="28440" cy="177840"/>
            </p14:xfrm>
          </p:contentPart>
        </mc:Choice>
        <mc:Fallback xmlns="">
          <p:pic>
            <p:nvPicPr>
              <p:cNvPr id="80" name="Ink 79">
                <a:extLst>
                  <a:ext uri="{FF2B5EF4-FFF2-40B4-BE49-F238E27FC236}">
                    <a16:creationId xmlns:a16="http://schemas.microsoft.com/office/drawing/2014/main" id="{ADEF694F-29C0-2148-0C5E-D33745B786C2}"/>
                  </a:ext>
                </a:extLst>
              </p:cNvPr>
              <p:cNvPicPr/>
              <p:nvPr/>
            </p:nvPicPr>
            <p:blipFill>
              <a:blip r:embed="rId112"/>
              <a:stretch>
                <a:fillRect/>
              </a:stretch>
            </p:blipFill>
            <p:spPr>
              <a:xfrm>
                <a:off x="4210431" y="3010865"/>
                <a:ext cx="460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81" name="Ink 80">
                <a:extLst>
                  <a:ext uri="{FF2B5EF4-FFF2-40B4-BE49-F238E27FC236}">
                    <a16:creationId xmlns:a16="http://schemas.microsoft.com/office/drawing/2014/main" id="{95483738-D5DB-A9CE-4D29-EE6B6D8E5347}"/>
                  </a:ext>
                </a:extLst>
              </p14:cNvPr>
              <p14:cNvContentPartPr/>
              <p14:nvPr/>
            </p14:nvContentPartPr>
            <p14:xfrm>
              <a:off x="4219431" y="3101225"/>
              <a:ext cx="9000" cy="5760"/>
            </p14:xfrm>
          </p:contentPart>
        </mc:Choice>
        <mc:Fallback xmlns="">
          <p:pic>
            <p:nvPicPr>
              <p:cNvPr id="81" name="Ink 80">
                <a:extLst>
                  <a:ext uri="{FF2B5EF4-FFF2-40B4-BE49-F238E27FC236}">
                    <a16:creationId xmlns:a16="http://schemas.microsoft.com/office/drawing/2014/main" id="{95483738-D5DB-A9CE-4D29-EE6B6D8E5347}"/>
                  </a:ext>
                </a:extLst>
              </p:cNvPr>
              <p:cNvPicPr/>
              <p:nvPr/>
            </p:nvPicPr>
            <p:blipFill>
              <a:blip r:embed="rId114"/>
              <a:stretch>
                <a:fillRect/>
              </a:stretch>
            </p:blipFill>
            <p:spPr>
              <a:xfrm>
                <a:off x="4210791" y="3092585"/>
                <a:ext cx="2664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82" name="Ink 81">
                <a:extLst>
                  <a:ext uri="{FF2B5EF4-FFF2-40B4-BE49-F238E27FC236}">
                    <a16:creationId xmlns:a16="http://schemas.microsoft.com/office/drawing/2014/main" id="{BA20E6EE-5CB0-1DC0-AD1A-E80A7A062B87}"/>
                  </a:ext>
                </a:extLst>
              </p14:cNvPr>
              <p14:cNvContentPartPr/>
              <p14:nvPr/>
            </p14:nvContentPartPr>
            <p14:xfrm>
              <a:off x="4344351" y="2987105"/>
              <a:ext cx="90000" cy="249480"/>
            </p14:xfrm>
          </p:contentPart>
        </mc:Choice>
        <mc:Fallback xmlns="">
          <p:pic>
            <p:nvPicPr>
              <p:cNvPr id="82" name="Ink 81">
                <a:extLst>
                  <a:ext uri="{FF2B5EF4-FFF2-40B4-BE49-F238E27FC236}">
                    <a16:creationId xmlns:a16="http://schemas.microsoft.com/office/drawing/2014/main" id="{BA20E6EE-5CB0-1DC0-AD1A-E80A7A062B87}"/>
                  </a:ext>
                </a:extLst>
              </p:cNvPr>
              <p:cNvPicPr/>
              <p:nvPr/>
            </p:nvPicPr>
            <p:blipFill>
              <a:blip r:embed="rId116"/>
              <a:stretch>
                <a:fillRect/>
              </a:stretch>
            </p:blipFill>
            <p:spPr>
              <a:xfrm>
                <a:off x="4335711" y="2978105"/>
                <a:ext cx="10764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4" name="Ink 83">
                <a:extLst>
                  <a:ext uri="{FF2B5EF4-FFF2-40B4-BE49-F238E27FC236}">
                    <a16:creationId xmlns:a16="http://schemas.microsoft.com/office/drawing/2014/main" id="{93DA068A-DCA4-7514-1EC3-03B5EF591577}"/>
                  </a:ext>
                </a:extLst>
              </p14:cNvPr>
              <p14:cNvContentPartPr/>
              <p14:nvPr/>
            </p14:nvContentPartPr>
            <p14:xfrm>
              <a:off x="3617151" y="3614585"/>
              <a:ext cx="246600" cy="33120"/>
            </p14:xfrm>
          </p:contentPart>
        </mc:Choice>
        <mc:Fallback xmlns="">
          <p:pic>
            <p:nvPicPr>
              <p:cNvPr id="84" name="Ink 83">
                <a:extLst>
                  <a:ext uri="{FF2B5EF4-FFF2-40B4-BE49-F238E27FC236}">
                    <a16:creationId xmlns:a16="http://schemas.microsoft.com/office/drawing/2014/main" id="{93DA068A-DCA4-7514-1EC3-03B5EF591577}"/>
                  </a:ext>
                </a:extLst>
              </p:cNvPr>
              <p:cNvPicPr/>
              <p:nvPr/>
            </p:nvPicPr>
            <p:blipFill>
              <a:blip r:embed="rId118"/>
              <a:stretch>
                <a:fillRect/>
              </a:stretch>
            </p:blipFill>
            <p:spPr>
              <a:xfrm>
                <a:off x="3608151" y="3605585"/>
                <a:ext cx="26424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85" name="Ink 84">
                <a:extLst>
                  <a:ext uri="{FF2B5EF4-FFF2-40B4-BE49-F238E27FC236}">
                    <a16:creationId xmlns:a16="http://schemas.microsoft.com/office/drawing/2014/main" id="{5173EE8D-CC7D-5691-5461-0C80CAC2956A}"/>
                  </a:ext>
                </a:extLst>
              </p14:cNvPr>
              <p14:cNvContentPartPr/>
              <p14:nvPr/>
            </p14:nvContentPartPr>
            <p14:xfrm>
              <a:off x="3595191" y="3682625"/>
              <a:ext cx="265680" cy="26640"/>
            </p14:xfrm>
          </p:contentPart>
        </mc:Choice>
        <mc:Fallback xmlns="">
          <p:pic>
            <p:nvPicPr>
              <p:cNvPr id="85" name="Ink 84">
                <a:extLst>
                  <a:ext uri="{FF2B5EF4-FFF2-40B4-BE49-F238E27FC236}">
                    <a16:creationId xmlns:a16="http://schemas.microsoft.com/office/drawing/2014/main" id="{5173EE8D-CC7D-5691-5461-0C80CAC2956A}"/>
                  </a:ext>
                </a:extLst>
              </p:cNvPr>
              <p:cNvPicPr/>
              <p:nvPr/>
            </p:nvPicPr>
            <p:blipFill>
              <a:blip r:embed="rId120"/>
              <a:stretch>
                <a:fillRect/>
              </a:stretch>
            </p:blipFill>
            <p:spPr>
              <a:xfrm>
                <a:off x="3586551" y="3673625"/>
                <a:ext cx="283320" cy="44280"/>
              </a:xfrm>
              <a:prstGeom prst="rect">
                <a:avLst/>
              </a:prstGeom>
            </p:spPr>
          </p:pic>
        </mc:Fallback>
      </mc:AlternateContent>
      <p:grpSp>
        <p:nvGrpSpPr>
          <p:cNvPr id="91" name="Group 90">
            <a:extLst>
              <a:ext uri="{FF2B5EF4-FFF2-40B4-BE49-F238E27FC236}">
                <a16:creationId xmlns:a16="http://schemas.microsoft.com/office/drawing/2014/main" id="{03371592-F68E-AC55-10FB-877275753B31}"/>
              </a:ext>
            </a:extLst>
          </p:cNvPr>
          <p:cNvGrpSpPr/>
          <p:nvPr/>
        </p:nvGrpSpPr>
        <p:grpSpPr>
          <a:xfrm>
            <a:off x="6567711" y="2926985"/>
            <a:ext cx="1086480" cy="362160"/>
            <a:chOff x="6567711" y="2926985"/>
            <a:chExt cx="1086480" cy="362160"/>
          </a:xfrm>
        </p:grpSpPr>
        <mc:AlternateContent xmlns:mc="http://schemas.openxmlformats.org/markup-compatibility/2006" xmlns:p14="http://schemas.microsoft.com/office/powerpoint/2010/main">
          <mc:Choice Requires="p14">
            <p:contentPart p14:bwMode="auto" r:id="rId121">
              <p14:nvContentPartPr>
                <p14:cNvPr id="47" name="Ink 46">
                  <a:extLst>
                    <a:ext uri="{FF2B5EF4-FFF2-40B4-BE49-F238E27FC236}">
                      <a16:creationId xmlns:a16="http://schemas.microsoft.com/office/drawing/2014/main" id="{819DDA85-3842-E9A7-ED1D-0A1175EE8734}"/>
                    </a:ext>
                  </a:extLst>
                </p14:cNvPr>
                <p14:cNvContentPartPr/>
                <p14:nvPr/>
              </p14:nvContentPartPr>
              <p14:xfrm>
                <a:off x="6567711" y="2971265"/>
                <a:ext cx="254880" cy="248400"/>
              </p14:xfrm>
            </p:contentPart>
          </mc:Choice>
          <mc:Fallback xmlns="">
            <p:pic>
              <p:nvPicPr>
                <p:cNvPr id="47" name="Ink 46">
                  <a:extLst>
                    <a:ext uri="{FF2B5EF4-FFF2-40B4-BE49-F238E27FC236}">
                      <a16:creationId xmlns:a16="http://schemas.microsoft.com/office/drawing/2014/main" id="{819DDA85-3842-E9A7-ED1D-0A1175EE8734}"/>
                    </a:ext>
                  </a:extLst>
                </p:cNvPr>
                <p:cNvPicPr/>
                <p:nvPr/>
              </p:nvPicPr>
              <p:blipFill>
                <a:blip r:embed="rId122"/>
                <a:stretch>
                  <a:fillRect/>
                </a:stretch>
              </p:blipFill>
              <p:spPr>
                <a:xfrm>
                  <a:off x="6559071" y="2962625"/>
                  <a:ext cx="27252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48" name="Ink 47">
                  <a:extLst>
                    <a:ext uri="{FF2B5EF4-FFF2-40B4-BE49-F238E27FC236}">
                      <a16:creationId xmlns:a16="http://schemas.microsoft.com/office/drawing/2014/main" id="{C621D825-E7B1-812B-16E3-57C2D12E6FAD}"/>
                    </a:ext>
                  </a:extLst>
                </p14:cNvPr>
                <p14:cNvContentPartPr/>
                <p14:nvPr/>
              </p14:nvContentPartPr>
              <p14:xfrm>
                <a:off x="6936351" y="2955785"/>
                <a:ext cx="108000" cy="182160"/>
              </p14:xfrm>
            </p:contentPart>
          </mc:Choice>
          <mc:Fallback xmlns="">
            <p:pic>
              <p:nvPicPr>
                <p:cNvPr id="48" name="Ink 47">
                  <a:extLst>
                    <a:ext uri="{FF2B5EF4-FFF2-40B4-BE49-F238E27FC236}">
                      <a16:creationId xmlns:a16="http://schemas.microsoft.com/office/drawing/2014/main" id="{C621D825-E7B1-812B-16E3-57C2D12E6FAD}"/>
                    </a:ext>
                  </a:extLst>
                </p:cNvPr>
                <p:cNvPicPr/>
                <p:nvPr/>
              </p:nvPicPr>
              <p:blipFill>
                <a:blip r:embed="rId124"/>
                <a:stretch>
                  <a:fillRect/>
                </a:stretch>
              </p:blipFill>
              <p:spPr>
                <a:xfrm>
                  <a:off x="6927351" y="2946785"/>
                  <a:ext cx="12564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49" name="Ink 48">
                  <a:extLst>
                    <a:ext uri="{FF2B5EF4-FFF2-40B4-BE49-F238E27FC236}">
                      <a16:creationId xmlns:a16="http://schemas.microsoft.com/office/drawing/2014/main" id="{E8A3499B-C65E-531E-AE56-C8906201FE11}"/>
                    </a:ext>
                  </a:extLst>
                </p14:cNvPr>
                <p14:cNvContentPartPr/>
                <p14:nvPr/>
              </p14:nvContentPartPr>
              <p14:xfrm>
                <a:off x="7123551" y="2926985"/>
                <a:ext cx="227160" cy="191520"/>
              </p14:xfrm>
            </p:contentPart>
          </mc:Choice>
          <mc:Fallback xmlns="">
            <p:pic>
              <p:nvPicPr>
                <p:cNvPr id="49" name="Ink 48">
                  <a:extLst>
                    <a:ext uri="{FF2B5EF4-FFF2-40B4-BE49-F238E27FC236}">
                      <a16:creationId xmlns:a16="http://schemas.microsoft.com/office/drawing/2014/main" id="{E8A3499B-C65E-531E-AE56-C8906201FE11}"/>
                    </a:ext>
                  </a:extLst>
                </p:cNvPr>
                <p:cNvPicPr/>
                <p:nvPr/>
              </p:nvPicPr>
              <p:blipFill>
                <a:blip r:embed="rId126"/>
                <a:stretch>
                  <a:fillRect/>
                </a:stretch>
              </p:blipFill>
              <p:spPr>
                <a:xfrm>
                  <a:off x="7114551" y="2918345"/>
                  <a:ext cx="2448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89" name="Ink 88">
                  <a:extLst>
                    <a:ext uri="{FF2B5EF4-FFF2-40B4-BE49-F238E27FC236}">
                      <a16:creationId xmlns:a16="http://schemas.microsoft.com/office/drawing/2014/main" id="{666F53C7-22FE-C541-AAB7-77D24CB3BD0E}"/>
                    </a:ext>
                  </a:extLst>
                </p14:cNvPr>
                <p14:cNvContentPartPr/>
                <p14:nvPr/>
              </p14:nvContentPartPr>
              <p14:xfrm>
                <a:off x="6718911" y="3247745"/>
                <a:ext cx="935280" cy="41400"/>
              </p14:xfrm>
            </p:contentPart>
          </mc:Choice>
          <mc:Fallback xmlns="">
            <p:pic>
              <p:nvPicPr>
                <p:cNvPr id="89" name="Ink 88">
                  <a:extLst>
                    <a:ext uri="{FF2B5EF4-FFF2-40B4-BE49-F238E27FC236}">
                      <a16:creationId xmlns:a16="http://schemas.microsoft.com/office/drawing/2014/main" id="{666F53C7-22FE-C541-AAB7-77D24CB3BD0E}"/>
                    </a:ext>
                  </a:extLst>
                </p:cNvPr>
                <p:cNvPicPr/>
                <p:nvPr/>
              </p:nvPicPr>
              <p:blipFill>
                <a:blip r:embed="rId128"/>
                <a:stretch>
                  <a:fillRect/>
                </a:stretch>
              </p:blipFill>
              <p:spPr>
                <a:xfrm>
                  <a:off x="6709911" y="3238745"/>
                  <a:ext cx="952920" cy="59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9">
            <p14:nvContentPartPr>
              <p14:cNvPr id="90" name="Ink 89">
                <a:extLst>
                  <a:ext uri="{FF2B5EF4-FFF2-40B4-BE49-F238E27FC236}">
                    <a16:creationId xmlns:a16="http://schemas.microsoft.com/office/drawing/2014/main" id="{0D6949A3-16FA-C427-19C2-7AF1879E9F55}"/>
                  </a:ext>
                </a:extLst>
              </p14:cNvPr>
              <p14:cNvContentPartPr/>
              <p14:nvPr/>
            </p14:nvContentPartPr>
            <p14:xfrm>
              <a:off x="6774351" y="4056665"/>
              <a:ext cx="692640" cy="10080"/>
            </p14:xfrm>
          </p:contentPart>
        </mc:Choice>
        <mc:Fallback xmlns="">
          <p:pic>
            <p:nvPicPr>
              <p:cNvPr id="90" name="Ink 89">
                <a:extLst>
                  <a:ext uri="{FF2B5EF4-FFF2-40B4-BE49-F238E27FC236}">
                    <a16:creationId xmlns:a16="http://schemas.microsoft.com/office/drawing/2014/main" id="{0D6949A3-16FA-C427-19C2-7AF1879E9F55}"/>
                  </a:ext>
                </a:extLst>
              </p:cNvPr>
              <p:cNvPicPr/>
              <p:nvPr/>
            </p:nvPicPr>
            <p:blipFill>
              <a:blip r:embed="rId130"/>
              <a:stretch>
                <a:fillRect/>
              </a:stretch>
            </p:blipFill>
            <p:spPr>
              <a:xfrm>
                <a:off x="6765711" y="4047665"/>
                <a:ext cx="710280" cy="27720"/>
              </a:xfrm>
              <a:prstGeom prst="rect">
                <a:avLst/>
              </a:prstGeom>
            </p:spPr>
          </p:pic>
        </mc:Fallback>
      </mc:AlternateContent>
    </p:spTree>
    <p:extLst>
      <p:ext uri="{BB962C8B-B14F-4D97-AF65-F5344CB8AC3E}">
        <p14:creationId xmlns:p14="http://schemas.microsoft.com/office/powerpoint/2010/main" val="14383948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17F4E-5B23-D0BA-3E8E-C4BED61BF97A}"/>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B2500FDE-A366-6A06-3DFB-552FA6E558F9}"/>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What is Element?</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9AEE2A2-1E81-0A0F-3317-53BAAB9AA6C6}"/>
              </a:ext>
            </a:extLst>
          </p:cNvPr>
          <p:cNvSpPr txBox="1"/>
          <p:nvPr/>
        </p:nvSpPr>
        <p:spPr>
          <a:xfrm>
            <a:off x="154703" y="327015"/>
            <a:ext cx="8615133" cy="1546561"/>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When we do binding, the data is fetched from memory always in the control. This memory is called Context. Inside the context, we will have multiple elements which represent each row of a table memory.</a:t>
            </a:r>
          </a:p>
          <a:p>
            <a:r>
              <a:rPr lang="en-IN" sz="1350" dirty="0">
                <a:latin typeface="Amasis MT Pro" panose="02040504050005020304" pitchFamily="18" charset="0"/>
              </a:rPr>
              <a:t>We had </a:t>
            </a:r>
            <a:r>
              <a:rPr lang="en-IN" sz="1350" dirty="0" err="1">
                <a:latin typeface="Amasis MT Pro" panose="02040504050005020304" pitchFamily="18" charset="0"/>
              </a:rPr>
              <a:t>empTab</a:t>
            </a:r>
            <a:r>
              <a:rPr lang="en-IN" sz="1350" dirty="0">
                <a:latin typeface="Amasis MT Pro" panose="02040504050005020304" pitchFamily="18" charset="0"/>
              </a:rPr>
              <a:t> in our model, which contains multiple rows. When the memory is allocated, each record’s memory is called element. So if I have 30 records in my dataset for </a:t>
            </a:r>
            <a:r>
              <a:rPr lang="en-IN" sz="1350" dirty="0" err="1">
                <a:latin typeface="Amasis MT Pro" panose="02040504050005020304" pitchFamily="18" charset="0"/>
              </a:rPr>
              <a:t>empTab</a:t>
            </a:r>
            <a:r>
              <a:rPr lang="en-IN" sz="1350" dirty="0">
                <a:latin typeface="Amasis MT Pro" panose="02040504050005020304" pitchFamily="18" charset="0"/>
              </a:rPr>
              <a:t>, there will be </a:t>
            </a:r>
            <a:r>
              <a:rPr lang="en-IN" sz="1350" b="1" dirty="0">
                <a:latin typeface="Amasis MT Pro" panose="02040504050005020304" pitchFamily="18" charset="0"/>
              </a:rPr>
              <a:t>30</a:t>
            </a:r>
            <a:r>
              <a:rPr lang="en-IN" sz="1350" dirty="0">
                <a:latin typeface="Amasis MT Pro" panose="02040504050005020304" pitchFamily="18" charset="0"/>
              </a:rPr>
              <a:t> Elements created in memory.</a:t>
            </a:r>
          </a:p>
          <a:p>
            <a:r>
              <a:rPr lang="en-IN" sz="1350" dirty="0">
                <a:highlight>
                  <a:srgbClr val="00FF00"/>
                </a:highlight>
                <a:latin typeface="Amasis MT Pro" panose="02040504050005020304" pitchFamily="18" charset="0"/>
              </a:rPr>
              <a:t>So if we bind an element of a control data to other control to access same data from memory its called </a:t>
            </a:r>
            <a:r>
              <a:rPr lang="en-IN" sz="1350" b="1" dirty="0">
                <a:highlight>
                  <a:srgbClr val="00FF00"/>
                </a:highlight>
                <a:latin typeface="Amasis MT Pro" panose="02040504050005020304" pitchFamily="18" charset="0"/>
              </a:rPr>
              <a:t>element binding.</a:t>
            </a:r>
            <a:r>
              <a:rPr lang="en-IN" sz="1350" dirty="0">
                <a:highlight>
                  <a:srgbClr val="00FF00"/>
                </a:highlight>
                <a:latin typeface="Amasis MT Pro" panose="02040504050005020304" pitchFamily="18" charset="0"/>
              </a:rPr>
              <a:t> E.g. we want to take data in simple from, from the row of a table control’s where row data is coming from Element</a:t>
            </a:r>
            <a:r>
              <a:rPr lang="en-IN" sz="1350" dirty="0">
                <a:latin typeface="Amasis MT Pro" panose="02040504050005020304" pitchFamily="18" charset="0"/>
              </a:rPr>
              <a:t>.</a:t>
            </a:r>
          </a:p>
        </p:txBody>
      </p:sp>
      <p:sp>
        <p:nvSpPr>
          <p:cNvPr id="4" name="TextBox 3">
            <a:extLst>
              <a:ext uri="{FF2B5EF4-FFF2-40B4-BE49-F238E27FC236}">
                <a16:creationId xmlns:a16="http://schemas.microsoft.com/office/drawing/2014/main" id="{2CD50105-E2A2-F11F-ACBB-FE640399FFBD}"/>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770A59D2-C153-EDDE-92F7-4E81DF3A660D}"/>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DDC9AE6F-F612-E94A-2E13-34FDBD45ACC1}"/>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FC469807-E931-C261-7974-0B52164B703D}"/>
              </a:ext>
            </a:extLst>
          </p:cNvPr>
          <p:cNvSpPr/>
          <p:nvPr/>
        </p:nvSpPr>
        <p:spPr>
          <a:xfrm>
            <a:off x="609600" y="1991724"/>
            <a:ext cx="3276600" cy="304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F6BCC70-001C-7FF6-AB43-25A7262D22D8}"/>
              </a:ext>
            </a:extLst>
          </p:cNvPr>
          <p:cNvSpPr txBox="1"/>
          <p:nvPr/>
        </p:nvSpPr>
        <p:spPr>
          <a:xfrm>
            <a:off x="145332" y="1700375"/>
            <a:ext cx="4114800" cy="369332"/>
          </a:xfrm>
          <a:prstGeom prst="rect">
            <a:avLst/>
          </a:prstGeom>
          <a:noFill/>
        </p:spPr>
        <p:txBody>
          <a:bodyPr wrap="square" rtlCol="0">
            <a:spAutoFit/>
          </a:bodyPr>
          <a:lstStyle/>
          <a:p>
            <a:r>
              <a:rPr lang="en-IN" dirty="0"/>
              <a:t>Model memory = context - /</a:t>
            </a:r>
            <a:r>
              <a:rPr lang="en-IN" dirty="0" err="1"/>
              <a:t>empTab</a:t>
            </a:r>
            <a:endParaRPr lang="en-IN" dirty="0"/>
          </a:p>
        </p:txBody>
      </p:sp>
      <p:sp>
        <p:nvSpPr>
          <p:cNvPr id="9" name="Rectangle: Rounded Corners 8">
            <a:extLst>
              <a:ext uri="{FF2B5EF4-FFF2-40B4-BE49-F238E27FC236}">
                <a16:creationId xmlns:a16="http://schemas.microsoft.com/office/drawing/2014/main" id="{00B51167-062B-2FF2-B388-B8598C01C5A2}"/>
              </a:ext>
            </a:extLst>
          </p:cNvPr>
          <p:cNvSpPr/>
          <p:nvPr/>
        </p:nvSpPr>
        <p:spPr>
          <a:xfrm>
            <a:off x="838200" y="2114550"/>
            <a:ext cx="2971800" cy="381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Element 0 - /</a:t>
            </a:r>
            <a:r>
              <a:rPr lang="en-IN" dirty="0" err="1"/>
              <a:t>empTab</a:t>
            </a:r>
            <a:r>
              <a:rPr lang="en-IN" dirty="0"/>
              <a:t>/0</a:t>
            </a:r>
          </a:p>
        </p:txBody>
      </p:sp>
      <p:sp>
        <p:nvSpPr>
          <p:cNvPr id="10" name="Rectangle: Rounded Corners 9">
            <a:extLst>
              <a:ext uri="{FF2B5EF4-FFF2-40B4-BE49-F238E27FC236}">
                <a16:creationId xmlns:a16="http://schemas.microsoft.com/office/drawing/2014/main" id="{C561147C-2C33-3E01-4752-F9027A40AA44}"/>
              </a:ext>
            </a:extLst>
          </p:cNvPr>
          <p:cNvSpPr/>
          <p:nvPr/>
        </p:nvSpPr>
        <p:spPr>
          <a:xfrm>
            <a:off x="838200" y="2609850"/>
            <a:ext cx="2971800" cy="381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Element 1 - /</a:t>
            </a:r>
            <a:r>
              <a:rPr lang="en-IN" dirty="0" err="1"/>
              <a:t>empTab</a:t>
            </a:r>
            <a:r>
              <a:rPr lang="en-IN" dirty="0"/>
              <a:t>/1</a:t>
            </a:r>
          </a:p>
          <a:p>
            <a:pPr algn="ctr"/>
            <a:r>
              <a:rPr lang="en-IN" dirty="0"/>
              <a:t>Shweta  1M USD</a:t>
            </a:r>
          </a:p>
        </p:txBody>
      </p:sp>
      <p:sp>
        <p:nvSpPr>
          <p:cNvPr id="11" name="Rectangle: Rounded Corners 10">
            <a:extLst>
              <a:ext uri="{FF2B5EF4-FFF2-40B4-BE49-F238E27FC236}">
                <a16:creationId xmlns:a16="http://schemas.microsoft.com/office/drawing/2014/main" id="{28425AA6-85A4-F356-0175-96BBCFDFD8DF}"/>
              </a:ext>
            </a:extLst>
          </p:cNvPr>
          <p:cNvSpPr/>
          <p:nvPr/>
        </p:nvSpPr>
        <p:spPr>
          <a:xfrm>
            <a:off x="838200" y="3105150"/>
            <a:ext cx="2971800" cy="381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Element 2 - /</a:t>
            </a:r>
            <a:r>
              <a:rPr lang="en-IN" dirty="0" err="1"/>
              <a:t>empTab</a:t>
            </a:r>
            <a:r>
              <a:rPr lang="en-IN" dirty="0"/>
              <a:t>/2</a:t>
            </a:r>
          </a:p>
        </p:txBody>
      </p:sp>
      <p:sp>
        <p:nvSpPr>
          <p:cNvPr id="12" name="Rectangle: Rounded Corners 11">
            <a:extLst>
              <a:ext uri="{FF2B5EF4-FFF2-40B4-BE49-F238E27FC236}">
                <a16:creationId xmlns:a16="http://schemas.microsoft.com/office/drawing/2014/main" id="{3A6433DF-A6D4-5F62-44B6-3CDC39B25F5B}"/>
              </a:ext>
            </a:extLst>
          </p:cNvPr>
          <p:cNvSpPr/>
          <p:nvPr/>
        </p:nvSpPr>
        <p:spPr>
          <a:xfrm>
            <a:off x="838200" y="3600450"/>
            <a:ext cx="2971800" cy="381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Element 3 - /</a:t>
            </a:r>
            <a:r>
              <a:rPr lang="en-IN" dirty="0" err="1"/>
              <a:t>empTab</a:t>
            </a:r>
            <a:r>
              <a:rPr lang="en-IN" dirty="0"/>
              <a:t>/3</a:t>
            </a:r>
          </a:p>
        </p:txBody>
      </p:sp>
      <p:sp>
        <p:nvSpPr>
          <p:cNvPr id="13" name="Rectangle: Rounded Corners 12">
            <a:extLst>
              <a:ext uri="{FF2B5EF4-FFF2-40B4-BE49-F238E27FC236}">
                <a16:creationId xmlns:a16="http://schemas.microsoft.com/office/drawing/2014/main" id="{3CA6CBD6-B048-2DCA-FBC8-D5E81A3A3F83}"/>
              </a:ext>
            </a:extLst>
          </p:cNvPr>
          <p:cNvSpPr/>
          <p:nvPr/>
        </p:nvSpPr>
        <p:spPr>
          <a:xfrm>
            <a:off x="851672" y="4082804"/>
            <a:ext cx="2971800" cy="381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Element 4 - /</a:t>
            </a:r>
            <a:r>
              <a:rPr lang="en-IN" dirty="0" err="1"/>
              <a:t>empTab</a:t>
            </a:r>
            <a:r>
              <a:rPr lang="en-IN" dirty="0"/>
              <a:t>/4</a:t>
            </a:r>
          </a:p>
        </p:txBody>
      </p:sp>
      <p:graphicFrame>
        <p:nvGraphicFramePr>
          <p:cNvPr id="14" name="Table 13">
            <a:extLst>
              <a:ext uri="{FF2B5EF4-FFF2-40B4-BE49-F238E27FC236}">
                <a16:creationId xmlns:a16="http://schemas.microsoft.com/office/drawing/2014/main" id="{DA1BC737-9DF5-C294-1167-FB83AD8CAF76}"/>
              </a:ext>
            </a:extLst>
          </p:cNvPr>
          <p:cNvGraphicFramePr>
            <a:graphicFrameLocks noGrp="1"/>
          </p:cNvGraphicFramePr>
          <p:nvPr>
            <p:extLst>
              <p:ext uri="{D42A27DB-BD31-4B8C-83A1-F6EECF244321}">
                <p14:modId xmlns:p14="http://schemas.microsoft.com/office/powerpoint/2010/main" val="2933953947"/>
              </p:ext>
            </p:extLst>
          </p:nvPr>
        </p:nvGraphicFramePr>
        <p:xfrm>
          <a:off x="4953000" y="2466760"/>
          <a:ext cx="3733800" cy="1554480"/>
        </p:xfrm>
        <a:graphic>
          <a:graphicData uri="http://schemas.openxmlformats.org/drawingml/2006/table">
            <a:tbl>
              <a:tblPr firstRow="1" bandRow="1">
                <a:tableStyleId>{5C22544A-7EE6-4342-B048-85BDC9FD1C3A}</a:tableStyleId>
              </a:tblPr>
              <a:tblGrid>
                <a:gridCol w="1244600">
                  <a:extLst>
                    <a:ext uri="{9D8B030D-6E8A-4147-A177-3AD203B41FA5}">
                      <a16:colId xmlns:a16="http://schemas.microsoft.com/office/drawing/2014/main" val="1184262170"/>
                    </a:ext>
                  </a:extLst>
                </a:gridCol>
                <a:gridCol w="1244600">
                  <a:extLst>
                    <a:ext uri="{9D8B030D-6E8A-4147-A177-3AD203B41FA5}">
                      <a16:colId xmlns:a16="http://schemas.microsoft.com/office/drawing/2014/main" val="1201501678"/>
                    </a:ext>
                  </a:extLst>
                </a:gridCol>
                <a:gridCol w="1244600">
                  <a:extLst>
                    <a:ext uri="{9D8B030D-6E8A-4147-A177-3AD203B41FA5}">
                      <a16:colId xmlns:a16="http://schemas.microsoft.com/office/drawing/2014/main" val="273294129"/>
                    </a:ext>
                  </a:extLst>
                </a:gridCol>
              </a:tblGrid>
              <a:tr h="246380">
                <a:tc>
                  <a:txBody>
                    <a:bodyPr/>
                    <a:lstStyle/>
                    <a:p>
                      <a:endParaRPr lang="en-IN" sz="1100" dirty="0"/>
                    </a:p>
                  </a:txBody>
                  <a:tcPr/>
                </a:tc>
                <a:tc>
                  <a:txBody>
                    <a:bodyPr/>
                    <a:lstStyle/>
                    <a:p>
                      <a:endParaRPr lang="en-IN" sz="1100"/>
                    </a:p>
                  </a:txBody>
                  <a:tcPr/>
                </a:tc>
                <a:tc>
                  <a:txBody>
                    <a:bodyPr/>
                    <a:lstStyle/>
                    <a:p>
                      <a:endParaRPr lang="en-IN" sz="1100"/>
                    </a:p>
                  </a:txBody>
                  <a:tcPr/>
                </a:tc>
                <a:extLst>
                  <a:ext uri="{0D108BD9-81ED-4DB2-BD59-A6C34878D82A}">
                    <a16:rowId xmlns:a16="http://schemas.microsoft.com/office/drawing/2014/main" val="451371196"/>
                  </a:ext>
                </a:extLst>
              </a:tr>
              <a:tr h="246380">
                <a:tc>
                  <a:txBody>
                    <a:bodyPr/>
                    <a:lstStyle/>
                    <a:p>
                      <a:endParaRPr lang="en-IN" sz="1100"/>
                    </a:p>
                  </a:txBody>
                  <a:tcPr/>
                </a:tc>
                <a:tc>
                  <a:txBody>
                    <a:bodyPr/>
                    <a:lstStyle/>
                    <a:p>
                      <a:endParaRPr lang="en-IN" sz="1100" dirty="0"/>
                    </a:p>
                  </a:txBody>
                  <a:tcPr/>
                </a:tc>
                <a:tc>
                  <a:txBody>
                    <a:bodyPr/>
                    <a:lstStyle/>
                    <a:p>
                      <a:endParaRPr lang="en-IN" sz="1100"/>
                    </a:p>
                  </a:txBody>
                  <a:tcPr/>
                </a:tc>
                <a:extLst>
                  <a:ext uri="{0D108BD9-81ED-4DB2-BD59-A6C34878D82A}">
                    <a16:rowId xmlns:a16="http://schemas.microsoft.com/office/drawing/2014/main" val="28826652"/>
                  </a:ext>
                </a:extLst>
              </a:tr>
              <a:tr h="246380">
                <a:tc>
                  <a:txBody>
                    <a:bodyPr/>
                    <a:lstStyle/>
                    <a:p>
                      <a:r>
                        <a:rPr lang="en-IN" sz="1100" dirty="0"/>
                        <a:t>Shweta</a:t>
                      </a:r>
                    </a:p>
                  </a:txBody>
                  <a:tcPr/>
                </a:tc>
                <a:tc>
                  <a:txBody>
                    <a:bodyPr/>
                    <a:lstStyle/>
                    <a:p>
                      <a:r>
                        <a:rPr lang="en-IN" sz="1100" dirty="0"/>
                        <a:t>1M</a:t>
                      </a:r>
                    </a:p>
                  </a:txBody>
                  <a:tcPr/>
                </a:tc>
                <a:tc>
                  <a:txBody>
                    <a:bodyPr/>
                    <a:lstStyle/>
                    <a:p>
                      <a:r>
                        <a:rPr lang="en-IN" sz="1100" dirty="0"/>
                        <a:t>USA</a:t>
                      </a:r>
                    </a:p>
                  </a:txBody>
                  <a:tcPr/>
                </a:tc>
                <a:extLst>
                  <a:ext uri="{0D108BD9-81ED-4DB2-BD59-A6C34878D82A}">
                    <a16:rowId xmlns:a16="http://schemas.microsoft.com/office/drawing/2014/main" val="1169899552"/>
                  </a:ext>
                </a:extLst>
              </a:tr>
              <a:tr h="246380">
                <a:tc>
                  <a:txBody>
                    <a:bodyPr/>
                    <a:lstStyle/>
                    <a:p>
                      <a:endParaRPr lang="en-IN" sz="1100"/>
                    </a:p>
                  </a:txBody>
                  <a:tcPr/>
                </a:tc>
                <a:tc>
                  <a:txBody>
                    <a:bodyPr/>
                    <a:lstStyle/>
                    <a:p>
                      <a:endParaRPr lang="en-IN" sz="1100"/>
                    </a:p>
                  </a:txBody>
                  <a:tcPr/>
                </a:tc>
                <a:tc>
                  <a:txBody>
                    <a:bodyPr/>
                    <a:lstStyle/>
                    <a:p>
                      <a:endParaRPr lang="en-IN" sz="1100" dirty="0"/>
                    </a:p>
                  </a:txBody>
                  <a:tcPr/>
                </a:tc>
                <a:extLst>
                  <a:ext uri="{0D108BD9-81ED-4DB2-BD59-A6C34878D82A}">
                    <a16:rowId xmlns:a16="http://schemas.microsoft.com/office/drawing/2014/main" val="3296307197"/>
                  </a:ext>
                </a:extLst>
              </a:tr>
              <a:tr h="246380">
                <a:tc>
                  <a:txBody>
                    <a:bodyPr/>
                    <a:lstStyle/>
                    <a:p>
                      <a:endParaRPr lang="en-IN" sz="1100"/>
                    </a:p>
                  </a:txBody>
                  <a:tcPr/>
                </a:tc>
                <a:tc>
                  <a:txBody>
                    <a:bodyPr/>
                    <a:lstStyle/>
                    <a:p>
                      <a:endParaRPr lang="en-IN" sz="1100"/>
                    </a:p>
                  </a:txBody>
                  <a:tcPr/>
                </a:tc>
                <a:tc>
                  <a:txBody>
                    <a:bodyPr/>
                    <a:lstStyle/>
                    <a:p>
                      <a:endParaRPr lang="en-IN" sz="1100" dirty="0"/>
                    </a:p>
                  </a:txBody>
                  <a:tcPr/>
                </a:tc>
                <a:extLst>
                  <a:ext uri="{0D108BD9-81ED-4DB2-BD59-A6C34878D82A}">
                    <a16:rowId xmlns:a16="http://schemas.microsoft.com/office/drawing/2014/main" val="2455062618"/>
                  </a:ext>
                </a:extLst>
              </a:tr>
              <a:tr h="246380">
                <a:tc>
                  <a:txBody>
                    <a:bodyPr/>
                    <a:lstStyle/>
                    <a:p>
                      <a:endParaRPr lang="en-IN" sz="1100" dirty="0"/>
                    </a:p>
                  </a:txBody>
                  <a:tcPr/>
                </a:tc>
                <a:tc>
                  <a:txBody>
                    <a:bodyPr/>
                    <a:lstStyle/>
                    <a:p>
                      <a:endParaRPr lang="en-IN" sz="1100"/>
                    </a:p>
                  </a:txBody>
                  <a:tcPr/>
                </a:tc>
                <a:tc>
                  <a:txBody>
                    <a:bodyPr/>
                    <a:lstStyle/>
                    <a:p>
                      <a:endParaRPr lang="en-IN" sz="1100" dirty="0"/>
                    </a:p>
                  </a:txBody>
                  <a:tcPr/>
                </a:tc>
                <a:extLst>
                  <a:ext uri="{0D108BD9-81ED-4DB2-BD59-A6C34878D82A}">
                    <a16:rowId xmlns:a16="http://schemas.microsoft.com/office/drawing/2014/main" val="1659389854"/>
                  </a:ext>
                </a:extLst>
              </a:tr>
            </a:tbl>
          </a:graphicData>
        </a:graphic>
      </p:graphicFrame>
      <p:cxnSp>
        <p:nvCxnSpPr>
          <p:cNvPr id="16" name="Straight Arrow Connector 15">
            <a:extLst>
              <a:ext uri="{FF2B5EF4-FFF2-40B4-BE49-F238E27FC236}">
                <a16:creationId xmlns:a16="http://schemas.microsoft.com/office/drawing/2014/main" id="{9E0B7E7D-DD81-4C4F-CB4D-6D77F06E2D01}"/>
              </a:ext>
            </a:extLst>
          </p:cNvPr>
          <p:cNvCxnSpPr>
            <a:stCxn id="9" idx="3"/>
          </p:cNvCxnSpPr>
          <p:nvPr/>
        </p:nvCxnSpPr>
        <p:spPr>
          <a:xfrm>
            <a:off x="3810000" y="2305050"/>
            <a:ext cx="1143000" cy="571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22114B5-6087-0573-ECB4-53A05938E877}"/>
              </a:ext>
            </a:extLst>
          </p:cNvPr>
          <p:cNvCxnSpPr>
            <a:cxnSpLocks/>
          </p:cNvCxnSpPr>
          <p:nvPr/>
        </p:nvCxnSpPr>
        <p:spPr>
          <a:xfrm>
            <a:off x="3823472" y="2800350"/>
            <a:ext cx="1129528" cy="285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4D10DCF-B36A-B252-7A7F-317EAA2673EF}"/>
              </a:ext>
            </a:extLst>
          </p:cNvPr>
          <p:cNvCxnSpPr>
            <a:stCxn id="11" idx="3"/>
          </p:cNvCxnSpPr>
          <p:nvPr/>
        </p:nvCxnSpPr>
        <p:spPr>
          <a:xfrm>
            <a:off x="3810000" y="3295650"/>
            <a:ext cx="1143000" cy="38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4E155E5-EC82-3E6F-C3FA-A867012D63D2}"/>
              </a:ext>
            </a:extLst>
          </p:cNvPr>
          <p:cNvCxnSpPr>
            <a:stCxn id="12" idx="3"/>
          </p:cNvCxnSpPr>
          <p:nvPr/>
        </p:nvCxnSpPr>
        <p:spPr>
          <a:xfrm flipV="1">
            <a:off x="3810000" y="3600450"/>
            <a:ext cx="1143000" cy="190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76F010A-896A-EEA4-2A24-182E48C5B3F8}"/>
              </a:ext>
            </a:extLst>
          </p:cNvPr>
          <p:cNvCxnSpPr/>
          <p:nvPr/>
        </p:nvCxnSpPr>
        <p:spPr>
          <a:xfrm flipV="1">
            <a:off x="3886200" y="3867150"/>
            <a:ext cx="1066800" cy="406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Smiley Face 25">
            <a:extLst>
              <a:ext uri="{FF2B5EF4-FFF2-40B4-BE49-F238E27FC236}">
                <a16:creationId xmlns:a16="http://schemas.microsoft.com/office/drawing/2014/main" id="{750A3ADF-670D-DC15-BAA6-58F3BCF38734}"/>
              </a:ext>
            </a:extLst>
          </p:cNvPr>
          <p:cNvSpPr/>
          <p:nvPr/>
        </p:nvSpPr>
        <p:spPr>
          <a:xfrm>
            <a:off x="6477000" y="1819493"/>
            <a:ext cx="609600" cy="53340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29040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17C8E-A206-E7E0-620D-48221F8DBD52}"/>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B498F87E-32BF-CA34-3D75-A65FF76B23FC}"/>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Title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965DEA7-38CD-0DB1-591F-649855E18A33}"/>
              </a:ext>
            </a:extLst>
          </p:cNvPr>
          <p:cNvSpPr txBox="1"/>
          <p:nvPr/>
        </p:nvSpPr>
        <p:spPr>
          <a:xfrm>
            <a:off x="134426" y="490759"/>
            <a:ext cx="8615133" cy="1338812"/>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Fix the Flip Flop issue.</a:t>
            </a:r>
          </a:p>
          <a:p>
            <a:r>
              <a:rPr lang="en-IN" sz="1350" dirty="0">
                <a:latin typeface="Amasis MT Pro" panose="02040504050005020304" pitchFamily="18" charset="0"/>
              </a:rPr>
              <a:t>Why the salary value not updating in table </a:t>
            </a:r>
          </a:p>
          <a:p>
            <a:r>
              <a:rPr lang="en-IN" sz="1350" dirty="0">
                <a:highlight>
                  <a:srgbClr val="00FF00"/>
                </a:highlight>
                <a:latin typeface="Amasis MT Pro" panose="02040504050005020304" pitchFamily="18" charset="0"/>
              </a:rPr>
              <a:t>Expression binding makes any field </a:t>
            </a:r>
            <a:r>
              <a:rPr lang="en-IN" sz="1350" dirty="0" err="1">
                <a:highlight>
                  <a:srgbClr val="00FF00"/>
                </a:highlight>
                <a:latin typeface="Amasis MT Pro" panose="02040504050005020304" pitchFamily="18" charset="0"/>
              </a:rPr>
              <a:t>oneWay</a:t>
            </a:r>
            <a:r>
              <a:rPr lang="en-IN" sz="1350" dirty="0">
                <a:highlight>
                  <a:srgbClr val="00FF00"/>
                </a:highlight>
                <a:latin typeface="Amasis MT Pro" panose="02040504050005020304" pitchFamily="18" charset="0"/>
              </a:rPr>
              <a:t> so any changes on view does not reflect back to model</a:t>
            </a:r>
          </a:p>
          <a:p>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dirty="0">
                <a:latin typeface="Amasis MT Pro" panose="02040504050005020304" pitchFamily="18" charset="0"/>
              </a:rPr>
              <a:t>Exercise: first time the flip is working from xml-&gt;</a:t>
            </a:r>
            <a:r>
              <a:rPr lang="en-IN" sz="1350" dirty="0" err="1">
                <a:latin typeface="Amasis MT Pro" panose="02040504050005020304" pitchFamily="18" charset="0"/>
              </a:rPr>
              <a:t>json</a:t>
            </a:r>
            <a:r>
              <a:rPr lang="en-IN" sz="1350" dirty="0">
                <a:latin typeface="Amasis MT Pro" panose="02040504050005020304" pitchFamily="18" charset="0"/>
              </a:rPr>
              <a:t> model, but next time its not working.</a:t>
            </a:r>
          </a:p>
        </p:txBody>
      </p:sp>
      <p:sp>
        <p:nvSpPr>
          <p:cNvPr id="4" name="TextBox 3">
            <a:extLst>
              <a:ext uri="{FF2B5EF4-FFF2-40B4-BE49-F238E27FC236}">
                <a16:creationId xmlns:a16="http://schemas.microsoft.com/office/drawing/2014/main" id="{DA0EF377-8503-2100-B33A-C3C194911028}"/>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00972EF5-37E8-78D2-0743-BA9C94BA965C}"/>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6399C81E-8476-B485-C8FA-FCF1D8E540D9}"/>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9A6544E6-16E9-2226-2134-372C923515F6}"/>
                  </a:ext>
                </a:extLst>
              </p14:cNvPr>
              <p14:cNvContentPartPr/>
              <p14:nvPr/>
            </p14:nvContentPartPr>
            <p14:xfrm>
              <a:off x="2528151" y="1925105"/>
              <a:ext cx="2742480" cy="864360"/>
            </p14:xfrm>
          </p:contentPart>
        </mc:Choice>
        <mc:Fallback xmlns="">
          <p:pic>
            <p:nvPicPr>
              <p:cNvPr id="8" name="Ink 7">
                <a:extLst>
                  <a:ext uri="{FF2B5EF4-FFF2-40B4-BE49-F238E27FC236}">
                    <a16:creationId xmlns:a16="http://schemas.microsoft.com/office/drawing/2014/main" id="{9A6544E6-16E9-2226-2134-372C923515F6}"/>
                  </a:ext>
                </a:extLst>
              </p:cNvPr>
              <p:cNvPicPr/>
              <p:nvPr/>
            </p:nvPicPr>
            <p:blipFill>
              <a:blip r:embed="rId4"/>
              <a:stretch>
                <a:fillRect/>
              </a:stretch>
            </p:blipFill>
            <p:spPr>
              <a:xfrm>
                <a:off x="2519151" y="1916465"/>
                <a:ext cx="2760120" cy="88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E1797D3F-104B-4A58-50C8-74410BA9155B}"/>
                  </a:ext>
                </a:extLst>
              </p14:cNvPr>
              <p14:cNvContentPartPr/>
              <p14:nvPr/>
            </p14:nvContentPartPr>
            <p14:xfrm>
              <a:off x="2546151" y="2131745"/>
              <a:ext cx="2758320" cy="51120"/>
            </p14:xfrm>
          </p:contentPart>
        </mc:Choice>
        <mc:Fallback xmlns="">
          <p:pic>
            <p:nvPicPr>
              <p:cNvPr id="10" name="Ink 9">
                <a:extLst>
                  <a:ext uri="{FF2B5EF4-FFF2-40B4-BE49-F238E27FC236}">
                    <a16:creationId xmlns:a16="http://schemas.microsoft.com/office/drawing/2014/main" id="{E1797D3F-104B-4A58-50C8-74410BA9155B}"/>
                  </a:ext>
                </a:extLst>
              </p:cNvPr>
              <p:cNvPicPr/>
              <p:nvPr/>
            </p:nvPicPr>
            <p:blipFill>
              <a:blip r:embed="rId6"/>
              <a:stretch>
                <a:fillRect/>
              </a:stretch>
            </p:blipFill>
            <p:spPr>
              <a:xfrm>
                <a:off x="2537151" y="2122745"/>
                <a:ext cx="277596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9B9BEAF1-9812-1474-9DE9-FE353027A85C}"/>
                  </a:ext>
                </a:extLst>
              </p14:cNvPr>
              <p14:cNvContentPartPr/>
              <p14:nvPr/>
            </p14:nvContentPartPr>
            <p14:xfrm>
              <a:off x="2541111" y="2414705"/>
              <a:ext cx="2718000" cy="360"/>
            </p14:xfrm>
          </p:contentPart>
        </mc:Choice>
        <mc:Fallback xmlns="">
          <p:pic>
            <p:nvPicPr>
              <p:cNvPr id="12" name="Ink 11">
                <a:extLst>
                  <a:ext uri="{FF2B5EF4-FFF2-40B4-BE49-F238E27FC236}">
                    <a16:creationId xmlns:a16="http://schemas.microsoft.com/office/drawing/2014/main" id="{9B9BEAF1-9812-1474-9DE9-FE353027A85C}"/>
                  </a:ext>
                </a:extLst>
              </p:cNvPr>
              <p:cNvPicPr/>
              <p:nvPr/>
            </p:nvPicPr>
            <p:blipFill>
              <a:blip r:embed="rId8"/>
              <a:stretch>
                <a:fillRect/>
              </a:stretch>
            </p:blipFill>
            <p:spPr>
              <a:xfrm>
                <a:off x="2532111" y="2405705"/>
                <a:ext cx="2735640" cy="18000"/>
              </a:xfrm>
              <a:prstGeom prst="rect">
                <a:avLst/>
              </a:prstGeom>
            </p:spPr>
          </p:pic>
        </mc:Fallback>
      </mc:AlternateContent>
      <p:grpSp>
        <p:nvGrpSpPr>
          <p:cNvPr id="200" name="Group 199">
            <a:extLst>
              <a:ext uri="{FF2B5EF4-FFF2-40B4-BE49-F238E27FC236}">
                <a16:creationId xmlns:a16="http://schemas.microsoft.com/office/drawing/2014/main" id="{ED8FA49E-DA2D-145F-98FC-E3B47E712F2A}"/>
              </a:ext>
            </a:extLst>
          </p:cNvPr>
          <p:cNvGrpSpPr/>
          <p:nvPr/>
        </p:nvGrpSpPr>
        <p:grpSpPr>
          <a:xfrm>
            <a:off x="555711" y="988745"/>
            <a:ext cx="8494920" cy="3754080"/>
            <a:chOff x="555711" y="988745"/>
            <a:chExt cx="8494920" cy="3754080"/>
          </a:xfrm>
        </p:grpSpPr>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324785F0-AB57-9CB5-1F34-665746018D15}"/>
                    </a:ext>
                  </a:extLst>
                </p14:cNvPr>
                <p14:cNvContentPartPr/>
                <p14:nvPr/>
              </p14:nvContentPartPr>
              <p14:xfrm>
                <a:off x="5425791" y="2014025"/>
                <a:ext cx="101160" cy="6840"/>
              </p14:xfrm>
            </p:contentPart>
          </mc:Choice>
          <mc:Fallback xmlns="">
            <p:pic>
              <p:nvPicPr>
                <p:cNvPr id="13" name="Ink 12">
                  <a:extLst>
                    <a:ext uri="{FF2B5EF4-FFF2-40B4-BE49-F238E27FC236}">
                      <a16:creationId xmlns:a16="http://schemas.microsoft.com/office/drawing/2014/main" id="{324785F0-AB57-9CB5-1F34-665746018D15}"/>
                    </a:ext>
                  </a:extLst>
                </p:cNvPr>
                <p:cNvPicPr/>
                <p:nvPr/>
              </p:nvPicPr>
              <p:blipFill>
                <a:blip r:embed="rId10"/>
                <a:stretch>
                  <a:fillRect/>
                </a:stretch>
              </p:blipFill>
              <p:spPr>
                <a:xfrm>
                  <a:off x="5416791" y="2005385"/>
                  <a:ext cx="11880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19FB998A-99D6-B4DE-BD24-C9F3C9E17FBC}"/>
                    </a:ext>
                  </a:extLst>
                </p14:cNvPr>
                <p14:cNvContentPartPr/>
                <p14:nvPr/>
              </p14:nvContentPartPr>
              <p14:xfrm>
                <a:off x="5654751" y="1917905"/>
                <a:ext cx="82080" cy="178200"/>
              </p14:xfrm>
            </p:contentPart>
          </mc:Choice>
          <mc:Fallback xmlns="">
            <p:pic>
              <p:nvPicPr>
                <p:cNvPr id="14" name="Ink 13">
                  <a:extLst>
                    <a:ext uri="{FF2B5EF4-FFF2-40B4-BE49-F238E27FC236}">
                      <a16:creationId xmlns:a16="http://schemas.microsoft.com/office/drawing/2014/main" id="{19FB998A-99D6-B4DE-BD24-C9F3C9E17FBC}"/>
                    </a:ext>
                  </a:extLst>
                </p:cNvPr>
                <p:cNvPicPr/>
                <p:nvPr/>
              </p:nvPicPr>
              <p:blipFill>
                <a:blip r:embed="rId12"/>
                <a:stretch>
                  <a:fillRect/>
                </a:stretch>
              </p:blipFill>
              <p:spPr>
                <a:xfrm>
                  <a:off x="5646111" y="1908905"/>
                  <a:ext cx="997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DCC8F699-4212-8509-CE87-4694770B2FA9}"/>
                    </a:ext>
                  </a:extLst>
                </p14:cNvPr>
                <p14:cNvContentPartPr/>
                <p14:nvPr/>
              </p14:nvContentPartPr>
              <p14:xfrm>
                <a:off x="5794791" y="1939505"/>
                <a:ext cx="87840" cy="137880"/>
              </p14:xfrm>
            </p:contentPart>
          </mc:Choice>
          <mc:Fallback xmlns="">
            <p:pic>
              <p:nvPicPr>
                <p:cNvPr id="15" name="Ink 14">
                  <a:extLst>
                    <a:ext uri="{FF2B5EF4-FFF2-40B4-BE49-F238E27FC236}">
                      <a16:creationId xmlns:a16="http://schemas.microsoft.com/office/drawing/2014/main" id="{DCC8F699-4212-8509-CE87-4694770B2FA9}"/>
                    </a:ext>
                  </a:extLst>
                </p:cNvPr>
                <p:cNvPicPr/>
                <p:nvPr/>
              </p:nvPicPr>
              <p:blipFill>
                <a:blip r:embed="rId14"/>
                <a:stretch>
                  <a:fillRect/>
                </a:stretch>
              </p:blipFill>
              <p:spPr>
                <a:xfrm>
                  <a:off x="5785791" y="1930865"/>
                  <a:ext cx="10548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875B6001-3B1C-915E-2C32-2A28CA8E5B5E}"/>
                    </a:ext>
                  </a:extLst>
                </p14:cNvPr>
                <p14:cNvContentPartPr/>
                <p14:nvPr/>
              </p14:nvContentPartPr>
              <p14:xfrm>
                <a:off x="5930511" y="1939865"/>
                <a:ext cx="117720" cy="141120"/>
              </p14:xfrm>
            </p:contentPart>
          </mc:Choice>
          <mc:Fallback xmlns="">
            <p:pic>
              <p:nvPicPr>
                <p:cNvPr id="16" name="Ink 15">
                  <a:extLst>
                    <a:ext uri="{FF2B5EF4-FFF2-40B4-BE49-F238E27FC236}">
                      <a16:creationId xmlns:a16="http://schemas.microsoft.com/office/drawing/2014/main" id="{875B6001-3B1C-915E-2C32-2A28CA8E5B5E}"/>
                    </a:ext>
                  </a:extLst>
                </p:cNvPr>
                <p:cNvPicPr/>
                <p:nvPr/>
              </p:nvPicPr>
              <p:blipFill>
                <a:blip r:embed="rId16"/>
                <a:stretch>
                  <a:fillRect/>
                </a:stretch>
              </p:blipFill>
              <p:spPr>
                <a:xfrm>
                  <a:off x="5921871" y="1930865"/>
                  <a:ext cx="1353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Ink 16">
                  <a:extLst>
                    <a:ext uri="{FF2B5EF4-FFF2-40B4-BE49-F238E27FC236}">
                      <a16:creationId xmlns:a16="http://schemas.microsoft.com/office/drawing/2014/main" id="{6A70BBD6-F14B-2CBE-897C-C00D5F315968}"/>
                    </a:ext>
                  </a:extLst>
                </p14:cNvPr>
                <p14:cNvContentPartPr/>
                <p14:nvPr/>
              </p14:nvContentPartPr>
              <p14:xfrm>
                <a:off x="6092511" y="1967225"/>
                <a:ext cx="50400" cy="133200"/>
              </p14:xfrm>
            </p:contentPart>
          </mc:Choice>
          <mc:Fallback xmlns="">
            <p:pic>
              <p:nvPicPr>
                <p:cNvPr id="17" name="Ink 16">
                  <a:extLst>
                    <a:ext uri="{FF2B5EF4-FFF2-40B4-BE49-F238E27FC236}">
                      <a16:creationId xmlns:a16="http://schemas.microsoft.com/office/drawing/2014/main" id="{6A70BBD6-F14B-2CBE-897C-C00D5F315968}"/>
                    </a:ext>
                  </a:extLst>
                </p:cNvPr>
                <p:cNvPicPr/>
                <p:nvPr/>
              </p:nvPicPr>
              <p:blipFill>
                <a:blip r:embed="rId18"/>
                <a:stretch>
                  <a:fillRect/>
                </a:stretch>
              </p:blipFill>
              <p:spPr>
                <a:xfrm>
                  <a:off x="6083511" y="1958585"/>
                  <a:ext cx="6804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8" name="Ink 17">
                  <a:extLst>
                    <a:ext uri="{FF2B5EF4-FFF2-40B4-BE49-F238E27FC236}">
                      <a16:creationId xmlns:a16="http://schemas.microsoft.com/office/drawing/2014/main" id="{18372617-2B52-29F9-A84F-8128B944AC78}"/>
                    </a:ext>
                  </a:extLst>
                </p14:cNvPr>
                <p14:cNvContentPartPr/>
                <p14:nvPr/>
              </p14:nvContentPartPr>
              <p14:xfrm>
                <a:off x="6202311" y="1907465"/>
                <a:ext cx="92160" cy="2160"/>
              </p14:xfrm>
            </p:contentPart>
          </mc:Choice>
          <mc:Fallback xmlns="">
            <p:pic>
              <p:nvPicPr>
                <p:cNvPr id="18" name="Ink 17">
                  <a:extLst>
                    <a:ext uri="{FF2B5EF4-FFF2-40B4-BE49-F238E27FC236}">
                      <a16:creationId xmlns:a16="http://schemas.microsoft.com/office/drawing/2014/main" id="{18372617-2B52-29F9-A84F-8128B944AC78}"/>
                    </a:ext>
                  </a:extLst>
                </p:cNvPr>
                <p:cNvPicPr/>
                <p:nvPr/>
              </p:nvPicPr>
              <p:blipFill>
                <a:blip r:embed="rId20"/>
                <a:stretch>
                  <a:fillRect/>
                </a:stretch>
              </p:blipFill>
              <p:spPr>
                <a:xfrm>
                  <a:off x="6193671" y="1898465"/>
                  <a:ext cx="1098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464F923B-9F38-18BA-F843-A24AB9BBE432}"/>
                    </a:ext>
                  </a:extLst>
                </p14:cNvPr>
                <p14:cNvContentPartPr/>
                <p14:nvPr/>
              </p14:nvContentPartPr>
              <p14:xfrm>
                <a:off x="6228951" y="1909265"/>
                <a:ext cx="360" cy="160560"/>
              </p14:xfrm>
            </p:contentPart>
          </mc:Choice>
          <mc:Fallback xmlns="">
            <p:pic>
              <p:nvPicPr>
                <p:cNvPr id="19" name="Ink 18">
                  <a:extLst>
                    <a:ext uri="{FF2B5EF4-FFF2-40B4-BE49-F238E27FC236}">
                      <a16:creationId xmlns:a16="http://schemas.microsoft.com/office/drawing/2014/main" id="{464F923B-9F38-18BA-F843-A24AB9BBE432}"/>
                    </a:ext>
                  </a:extLst>
                </p:cNvPr>
                <p:cNvPicPr/>
                <p:nvPr/>
              </p:nvPicPr>
              <p:blipFill>
                <a:blip r:embed="rId22"/>
                <a:stretch>
                  <a:fillRect/>
                </a:stretch>
              </p:blipFill>
              <p:spPr>
                <a:xfrm>
                  <a:off x="6219951" y="1900625"/>
                  <a:ext cx="1800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1CB10907-5A07-1CE4-16C2-F295C87F0C36}"/>
                    </a:ext>
                  </a:extLst>
                </p14:cNvPr>
                <p14:cNvContentPartPr/>
                <p14:nvPr/>
              </p14:nvContentPartPr>
              <p14:xfrm>
                <a:off x="6309951" y="1960385"/>
                <a:ext cx="86040" cy="95760"/>
              </p14:xfrm>
            </p:contentPart>
          </mc:Choice>
          <mc:Fallback xmlns="">
            <p:pic>
              <p:nvPicPr>
                <p:cNvPr id="20" name="Ink 19">
                  <a:extLst>
                    <a:ext uri="{FF2B5EF4-FFF2-40B4-BE49-F238E27FC236}">
                      <a16:creationId xmlns:a16="http://schemas.microsoft.com/office/drawing/2014/main" id="{1CB10907-5A07-1CE4-16C2-F295C87F0C36}"/>
                    </a:ext>
                  </a:extLst>
                </p:cNvPr>
                <p:cNvPicPr/>
                <p:nvPr/>
              </p:nvPicPr>
              <p:blipFill>
                <a:blip r:embed="rId24"/>
                <a:stretch>
                  <a:fillRect/>
                </a:stretch>
              </p:blipFill>
              <p:spPr>
                <a:xfrm>
                  <a:off x="6300951" y="1951385"/>
                  <a:ext cx="10368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1" name="Ink 20">
                  <a:extLst>
                    <a:ext uri="{FF2B5EF4-FFF2-40B4-BE49-F238E27FC236}">
                      <a16:creationId xmlns:a16="http://schemas.microsoft.com/office/drawing/2014/main" id="{2FDF85A7-BDA6-37E4-F8DC-F63163DFF59A}"/>
                    </a:ext>
                  </a:extLst>
                </p14:cNvPr>
                <p14:cNvContentPartPr/>
                <p14:nvPr/>
              </p14:nvContentPartPr>
              <p14:xfrm>
                <a:off x="6440991" y="1904585"/>
                <a:ext cx="106920" cy="153000"/>
              </p14:xfrm>
            </p:contentPart>
          </mc:Choice>
          <mc:Fallback xmlns="">
            <p:pic>
              <p:nvPicPr>
                <p:cNvPr id="21" name="Ink 20">
                  <a:extLst>
                    <a:ext uri="{FF2B5EF4-FFF2-40B4-BE49-F238E27FC236}">
                      <a16:creationId xmlns:a16="http://schemas.microsoft.com/office/drawing/2014/main" id="{2FDF85A7-BDA6-37E4-F8DC-F63163DFF59A}"/>
                    </a:ext>
                  </a:extLst>
                </p:cNvPr>
                <p:cNvPicPr/>
                <p:nvPr/>
              </p:nvPicPr>
              <p:blipFill>
                <a:blip r:embed="rId26"/>
                <a:stretch>
                  <a:fillRect/>
                </a:stretch>
              </p:blipFill>
              <p:spPr>
                <a:xfrm>
                  <a:off x="6432351" y="1895585"/>
                  <a:ext cx="12456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5F07051F-A50D-3963-7246-F5AD315FE778}"/>
                    </a:ext>
                  </a:extLst>
                </p14:cNvPr>
                <p14:cNvContentPartPr/>
                <p14:nvPr/>
              </p14:nvContentPartPr>
              <p14:xfrm>
                <a:off x="6592911" y="1899185"/>
                <a:ext cx="33840" cy="216360"/>
              </p14:xfrm>
            </p:contentPart>
          </mc:Choice>
          <mc:Fallback xmlns="">
            <p:pic>
              <p:nvPicPr>
                <p:cNvPr id="22" name="Ink 21">
                  <a:extLst>
                    <a:ext uri="{FF2B5EF4-FFF2-40B4-BE49-F238E27FC236}">
                      <a16:creationId xmlns:a16="http://schemas.microsoft.com/office/drawing/2014/main" id="{5F07051F-A50D-3963-7246-F5AD315FE778}"/>
                    </a:ext>
                  </a:extLst>
                </p:cNvPr>
                <p:cNvPicPr/>
                <p:nvPr/>
              </p:nvPicPr>
              <p:blipFill>
                <a:blip r:embed="rId28"/>
                <a:stretch>
                  <a:fillRect/>
                </a:stretch>
              </p:blipFill>
              <p:spPr>
                <a:xfrm>
                  <a:off x="6584271" y="1890545"/>
                  <a:ext cx="5148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6EF8CAD4-2713-BFDA-E71F-06CA6A6FDA7F}"/>
                    </a:ext>
                  </a:extLst>
                </p14:cNvPr>
                <p14:cNvContentPartPr/>
                <p14:nvPr/>
              </p14:nvContentPartPr>
              <p14:xfrm>
                <a:off x="6713151" y="1954985"/>
                <a:ext cx="63360" cy="130320"/>
              </p14:xfrm>
            </p:contentPart>
          </mc:Choice>
          <mc:Fallback xmlns="">
            <p:pic>
              <p:nvPicPr>
                <p:cNvPr id="23" name="Ink 22">
                  <a:extLst>
                    <a:ext uri="{FF2B5EF4-FFF2-40B4-BE49-F238E27FC236}">
                      <a16:creationId xmlns:a16="http://schemas.microsoft.com/office/drawing/2014/main" id="{6EF8CAD4-2713-BFDA-E71F-06CA6A6FDA7F}"/>
                    </a:ext>
                  </a:extLst>
                </p:cNvPr>
                <p:cNvPicPr/>
                <p:nvPr/>
              </p:nvPicPr>
              <p:blipFill>
                <a:blip r:embed="rId30"/>
                <a:stretch>
                  <a:fillRect/>
                </a:stretch>
              </p:blipFill>
              <p:spPr>
                <a:xfrm>
                  <a:off x="6704151" y="1945985"/>
                  <a:ext cx="8100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4" name="Ink 23">
                  <a:extLst>
                    <a:ext uri="{FF2B5EF4-FFF2-40B4-BE49-F238E27FC236}">
                      <a16:creationId xmlns:a16="http://schemas.microsoft.com/office/drawing/2014/main" id="{8BF552B9-B3BC-C0E9-F254-FCC95B526C75}"/>
                    </a:ext>
                  </a:extLst>
                </p14:cNvPr>
                <p14:cNvContentPartPr/>
                <p14:nvPr/>
              </p14:nvContentPartPr>
              <p14:xfrm>
                <a:off x="5402391" y="2300585"/>
                <a:ext cx="97200" cy="13320"/>
              </p14:xfrm>
            </p:contentPart>
          </mc:Choice>
          <mc:Fallback xmlns="">
            <p:pic>
              <p:nvPicPr>
                <p:cNvPr id="24" name="Ink 23">
                  <a:extLst>
                    <a:ext uri="{FF2B5EF4-FFF2-40B4-BE49-F238E27FC236}">
                      <a16:creationId xmlns:a16="http://schemas.microsoft.com/office/drawing/2014/main" id="{8BF552B9-B3BC-C0E9-F254-FCC95B526C75}"/>
                    </a:ext>
                  </a:extLst>
                </p:cNvPr>
                <p:cNvPicPr/>
                <p:nvPr/>
              </p:nvPicPr>
              <p:blipFill>
                <a:blip r:embed="rId32"/>
                <a:stretch>
                  <a:fillRect/>
                </a:stretch>
              </p:blipFill>
              <p:spPr>
                <a:xfrm>
                  <a:off x="5393391" y="2291945"/>
                  <a:ext cx="11484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40FCE511-8E62-7111-D9D0-6DA146C9F580}"/>
                    </a:ext>
                  </a:extLst>
                </p14:cNvPr>
                <p14:cNvContentPartPr/>
                <p14:nvPr/>
              </p14:nvContentPartPr>
              <p14:xfrm>
                <a:off x="5617671" y="2263145"/>
                <a:ext cx="40320" cy="98280"/>
              </p14:xfrm>
            </p:contentPart>
          </mc:Choice>
          <mc:Fallback xmlns="">
            <p:pic>
              <p:nvPicPr>
                <p:cNvPr id="26" name="Ink 25">
                  <a:extLst>
                    <a:ext uri="{FF2B5EF4-FFF2-40B4-BE49-F238E27FC236}">
                      <a16:creationId xmlns:a16="http://schemas.microsoft.com/office/drawing/2014/main" id="{40FCE511-8E62-7111-D9D0-6DA146C9F580}"/>
                    </a:ext>
                  </a:extLst>
                </p:cNvPr>
                <p:cNvPicPr/>
                <p:nvPr/>
              </p:nvPicPr>
              <p:blipFill>
                <a:blip r:embed="rId34"/>
                <a:stretch>
                  <a:fillRect/>
                </a:stretch>
              </p:blipFill>
              <p:spPr>
                <a:xfrm>
                  <a:off x="5608671" y="2254145"/>
                  <a:ext cx="579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406DE6C4-EA78-0CC6-DA5D-35F7912D5DD2}"/>
                    </a:ext>
                  </a:extLst>
                </p14:cNvPr>
                <p14:cNvContentPartPr/>
                <p14:nvPr/>
              </p14:nvContentPartPr>
              <p14:xfrm>
                <a:off x="5445951" y="2641865"/>
                <a:ext cx="95760" cy="360"/>
              </p14:xfrm>
            </p:contentPart>
          </mc:Choice>
          <mc:Fallback xmlns="">
            <p:pic>
              <p:nvPicPr>
                <p:cNvPr id="27" name="Ink 26">
                  <a:extLst>
                    <a:ext uri="{FF2B5EF4-FFF2-40B4-BE49-F238E27FC236}">
                      <a16:creationId xmlns:a16="http://schemas.microsoft.com/office/drawing/2014/main" id="{406DE6C4-EA78-0CC6-DA5D-35F7912D5DD2}"/>
                    </a:ext>
                  </a:extLst>
                </p:cNvPr>
                <p:cNvPicPr/>
                <p:nvPr/>
              </p:nvPicPr>
              <p:blipFill>
                <a:blip r:embed="rId36"/>
                <a:stretch>
                  <a:fillRect/>
                </a:stretch>
              </p:blipFill>
              <p:spPr>
                <a:xfrm>
                  <a:off x="5436951" y="2633225"/>
                  <a:ext cx="1134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8530518F-19DF-603F-B71D-98F035A32231}"/>
                    </a:ext>
                  </a:extLst>
                </p14:cNvPr>
                <p14:cNvContentPartPr/>
                <p14:nvPr/>
              </p14:nvContentPartPr>
              <p14:xfrm>
                <a:off x="5652951" y="2592185"/>
                <a:ext cx="99000" cy="111960"/>
              </p14:xfrm>
            </p:contentPart>
          </mc:Choice>
          <mc:Fallback xmlns="">
            <p:pic>
              <p:nvPicPr>
                <p:cNvPr id="28" name="Ink 27">
                  <a:extLst>
                    <a:ext uri="{FF2B5EF4-FFF2-40B4-BE49-F238E27FC236}">
                      <a16:creationId xmlns:a16="http://schemas.microsoft.com/office/drawing/2014/main" id="{8530518F-19DF-603F-B71D-98F035A32231}"/>
                    </a:ext>
                  </a:extLst>
                </p:cNvPr>
                <p:cNvPicPr/>
                <p:nvPr/>
              </p:nvPicPr>
              <p:blipFill>
                <a:blip r:embed="rId38"/>
                <a:stretch>
                  <a:fillRect/>
                </a:stretch>
              </p:blipFill>
              <p:spPr>
                <a:xfrm>
                  <a:off x="5643951" y="2583545"/>
                  <a:ext cx="11664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1" name="Ink 30">
                  <a:extLst>
                    <a:ext uri="{FF2B5EF4-FFF2-40B4-BE49-F238E27FC236}">
                      <a16:creationId xmlns:a16="http://schemas.microsoft.com/office/drawing/2014/main" id="{52F466AC-D260-3382-BEE8-CB3217ECEBF6}"/>
                    </a:ext>
                  </a:extLst>
                </p14:cNvPr>
                <p14:cNvContentPartPr/>
                <p14:nvPr/>
              </p14:nvContentPartPr>
              <p14:xfrm>
                <a:off x="555711" y="2132105"/>
                <a:ext cx="187200" cy="193320"/>
              </p14:xfrm>
            </p:contentPart>
          </mc:Choice>
          <mc:Fallback xmlns="">
            <p:pic>
              <p:nvPicPr>
                <p:cNvPr id="31" name="Ink 30">
                  <a:extLst>
                    <a:ext uri="{FF2B5EF4-FFF2-40B4-BE49-F238E27FC236}">
                      <a16:creationId xmlns:a16="http://schemas.microsoft.com/office/drawing/2014/main" id="{52F466AC-D260-3382-BEE8-CB3217ECEBF6}"/>
                    </a:ext>
                  </a:extLst>
                </p:cNvPr>
                <p:cNvPicPr/>
                <p:nvPr/>
              </p:nvPicPr>
              <p:blipFill>
                <a:blip r:embed="rId40"/>
                <a:stretch>
                  <a:fillRect/>
                </a:stretch>
              </p:blipFill>
              <p:spPr>
                <a:xfrm>
                  <a:off x="547071" y="2123465"/>
                  <a:ext cx="20484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2" name="Ink 31">
                  <a:extLst>
                    <a:ext uri="{FF2B5EF4-FFF2-40B4-BE49-F238E27FC236}">
                      <a16:creationId xmlns:a16="http://schemas.microsoft.com/office/drawing/2014/main" id="{A8409E63-D004-7053-8A1D-19074570C859}"/>
                    </a:ext>
                  </a:extLst>
                </p14:cNvPr>
                <p14:cNvContentPartPr/>
                <p14:nvPr/>
              </p14:nvContentPartPr>
              <p14:xfrm>
                <a:off x="574431" y="2339105"/>
                <a:ext cx="185040" cy="188280"/>
              </p14:xfrm>
            </p:contentPart>
          </mc:Choice>
          <mc:Fallback xmlns="">
            <p:pic>
              <p:nvPicPr>
                <p:cNvPr id="32" name="Ink 31">
                  <a:extLst>
                    <a:ext uri="{FF2B5EF4-FFF2-40B4-BE49-F238E27FC236}">
                      <a16:creationId xmlns:a16="http://schemas.microsoft.com/office/drawing/2014/main" id="{A8409E63-D004-7053-8A1D-19074570C859}"/>
                    </a:ext>
                  </a:extLst>
                </p:cNvPr>
                <p:cNvPicPr/>
                <p:nvPr/>
              </p:nvPicPr>
              <p:blipFill>
                <a:blip r:embed="rId42"/>
                <a:stretch>
                  <a:fillRect/>
                </a:stretch>
              </p:blipFill>
              <p:spPr>
                <a:xfrm>
                  <a:off x="565791" y="2330465"/>
                  <a:ext cx="20268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3" name="Ink 32">
                  <a:extLst>
                    <a:ext uri="{FF2B5EF4-FFF2-40B4-BE49-F238E27FC236}">
                      <a16:creationId xmlns:a16="http://schemas.microsoft.com/office/drawing/2014/main" id="{69FACD24-FDF2-EE40-BA19-FACDC256B936}"/>
                    </a:ext>
                  </a:extLst>
                </p14:cNvPr>
                <p14:cNvContentPartPr/>
                <p14:nvPr/>
              </p14:nvContentPartPr>
              <p14:xfrm>
                <a:off x="939471" y="2282945"/>
                <a:ext cx="1068120" cy="36000"/>
              </p14:xfrm>
            </p:contentPart>
          </mc:Choice>
          <mc:Fallback xmlns="">
            <p:pic>
              <p:nvPicPr>
                <p:cNvPr id="33" name="Ink 32">
                  <a:extLst>
                    <a:ext uri="{FF2B5EF4-FFF2-40B4-BE49-F238E27FC236}">
                      <a16:creationId xmlns:a16="http://schemas.microsoft.com/office/drawing/2014/main" id="{69FACD24-FDF2-EE40-BA19-FACDC256B936}"/>
                    </a:ext>
                  </a:extLst>
                </p:cNvPr>
                <p:cNvPicPr/>
                <p:nvPr/>
              </p:nvPicPr>
              <p:blipFill>
                <a:blip r:embed="rId44"/>
                <a:stretch>
                  <a:fillRect/>
                </a:stretch>
              </p:blipFill>
              <p:spPr>
                <a:xfrm>
                  <a:off x="930471" y="2274305"/>
                  <a:ext cx="108576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4" name="Ink 33">
                  <a:extLst>
                    <a:ext uri="{FF2B5EF4-FFF2-40B4-BE49-F238E27FC236}">
                      <a16:creationId xmlns:a16="http://schemas.microsoft.com/office/drawing/2014/main" id="{1B501D64-7E2D-DAC3-075E-10577AC26E77}"/>
                    </a:ext>
                  </a:extLst>
                </p14:cNvPr>
                <p14:cNvContentPartPr/>
                <p14:nvPr/>
              </p14:nvContentPartPr>
              <p14:xfrm>
                <a:off x="1965831" y="2238665"/>
                <a:ext cx="43200" cy="81000"/>
              </p14:xfrm>
            </p:contentPart>
          </mc:Choice>
          <mc:Fallback xmlns="">
            <p:pic>
              <p:nvPicPr>
                <p:cNvPr id="34" name="Ink 33">
                  <a:extLst>
                    <a:ext uri="{FF2B5EF4-FFF2-40B4-BE49-F238E27FC236}">
                      <a16:creationId xmlns:a16="http://schemas.microsoft.com/office/drawing/2014/main" id="{1B501D64-7E2D-DAC3-075E-10577AC26E77}"/>
                    </a:ext>
                  </a:extLst>
                </p:cNvPr>
                <p:cNvPicPr/>
                <p:nvPr/>
              </p:nvPicPr>
              <p:blipFill>
                <a:blip r:embed="rId46"/>
                <a:stretch>
                  <a:fillRect/>
                </a:stretch>
              </p:blipFill>
              <p:spPr>
                <a:xfrm>
                  <a:off x="1956831" y="2229665"/>
                  <a:ext cx="6084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5" name="Ink 34">
                  <a:extLst>
                    <a:ext uri="{FF2B5EF4-FFF2-40B4-BE49-F238E27FC236}">
                      <a16:creationId xmlns:a16="http://schemas.microsoft.com/office/drawing/2014/main" id="{612252D0-A056-8E9D-7769-6AB03DE004F4}"/>
                    </a:ext>
                  </a:extLst>
                </p14:cNvPr>
                <p14:cNvContentPartPr/>
                <p14:nvPr/>
              </p14:nvContentPartPr>
              <p14:xfrm>
                <a:off x="2253831" y="2192585"/>
                <a:ext cx="317160" cy="237960"/>
              </p14:xfrm>
            </p:contentPart>
          </mc:Choice>
          <mc:Fallback xmlns="">
            <p:pic>
              <p:nvPicPr>
                <p:cNvPr id="35" name="Ink 34">
                  <a:extLst>
                    <a:ext uri="{FF2B5EF4-FFF2-40B4-BE49-F238E27FC236}">
                      <a16:creationId xmlns:a16="http://schemas.microsoft.com/office/drawing/2014/main" id="{612252D0-A056-8E9D-7769-6AB03DE004F4}"/>
                    </a:ext>
                  </a:extLst>
                </p:cNvPr>
                <p:cNvPicPr/>
                <p:nvPr/>
              </p:nvPicPr>
              <p:blipFill>
                <a:blip r:embed="rId48"/>
                <a:stretch>
                  <a:fillRect/>
                </a:stretch>
              </p:blipFill>
              <p:spPr>
                <a:xfrm>
                  <a:off x="2245191" y="2183945"/>
                  <a:ext cx="33480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7" name="Ink 36">
                  <a:extLst>
                    <a:ext uri="{FF2B5EF4-FFF2-40B4-BE49-F238E27FC236}">
                      <a16:creationId xmlns:a16="http://schemas.microsoft.com/office/drawing/2014/main" id="{04F2C3E9-34CB-31F8-3BC3-AEF3F034EFB3}"/>
                    </a:ext>
                  </a:extLst>
                </p14:cNvPr>
                <p14:cNvContentPartPr/>
                <p14:nvPr/>
              </p14:nvContentPartPr>
              <p14:xfrm>
                <a:off x="2687991" y="2249465"/>
                <a:ext cx="80280" cy="118080"/>
              </p14:xfrm>
            </p:contentPart>
          </mc:Choice>
          <mc:Fallback xmlns="">
            <p:pic>
              <p:nvPicPr>
                <p:cNvPr id="37" name="Ink 36">
                  <a:extLst>
                    <a:ext uri="{FF2B5EF4-FFF2-40B4-BE49-F238E27FC236}">
                      <a16:creationId xmlns:a16="http://schemas.microsoft.com/office/drawing/2014/main" id="{04F2C3E9-34CB-31F8-3BC3-AEF3F034EFB3}"/>
                    </a:ext>
                  </a:extLst>
                </p:cNvPr>
                <p:cNvPicPr/>
                <p:nvPr/>
              </p:nvPicPr>
              <p:blipFill>
                <a:blip r:embed="rId50"/>
                <a:stretch>
                  <a:fillRect/>
                </a:stretch>
              </p:blipFill>
              <p:spPr>
                <a:xfrm>
                  <a:off x="2678991" y="2240465"/>
                  <a:ext cx="9792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8" name="Ink 37">
                  <a:extLst>
                    <a:ext uri="{FF2B5EF4-FFF2-40B4-BE49-F238E27FC236}">
                      <a16:creationId xmlns:a16="http://schemas.microsoft.com/office/drawing/2014/main" id="{1CD23A3A-B997-314D-DD55-BB889FD03232}"/>
                    </a:ext>
                  </a:extLst>
                </p14:cNvPr>
                <p14:cNvContentPartPr/>
                <p14:nvPr/>
              </p14:nvContentPartPr>
              <p14:xfrm>
                <a:off x="2823711" y="2242985"/>
                <a:ext cx="267840" cy="114840"/>
              </p14:xfrm>
            </p:contentPart>
          </mc:Choice>
          <mc:Fallback xmlns="">
            <p:pic>
              <p:nvPicPr>
                <p:cNvPr id="38" name="Ink 37">
                  <a:extLst>
                    <a:ext uri="{FF2B5EF4-FFF2-40B4-BE49-F238E27FC236}">
                      <a16:creationId xmlns:a16="http://schemas.microsoft.com/office/drawing/2014/main" id="{1CD23A3A-B997-314D-DD55-BB889FD03232}"/>
                    </a:ext>
                  </a:extLst>
                </p:cNvPr>
                <p:cNvPicPr/>
                <p:nvPr/>
              </p:nvPicPr>
              <p:blipFill>
                <a:blip r:embed="rId52"/>
                <a:stretch>
                  <a:fillRect/>
                </a:stretch>
              </p:blipFill>
              <p:spPr>
                <a:xfrm>
                  <a:off x="2815071" y="2233985"/>
                  <a:ext cx="28548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9" name="Ink 38">
                  <a:extLst>
                    <a:ext uri="{FF2B5EF4-FFF2-40B4-BE49-F238E27FC236}">
                      <a16:creationId xmlns:a16="http://schemas.microsoft.com/office/drawing/2014/main" id="{E0D7CA43-152F-0B75-F907-487200997DE7}"/>
                    </a:ext>
                  </a:extLst>
                </p14:cNvPr>
                <p14:cNvContentPartPr/>
                <p14:nvPr/>
              </p14:nvContentPartPr>
              <p14:xfrm>
                <a:off x="3148071" y="2254145"/>
                <a:ext cx="75240" cy="85680"/>
              </p14:xfrm>
            </p:contentPart>
          </mc:Choice>
          <mc:Fallback xmlns="">
            <p:pic>
              <p:nvPicPr>
                <p:cNvPr id="39" name="Ink 38">
                  <a:extLst>
                    <a:ext uri="{FF2B5EF4-FFF2-40B4-BE49-F238E27FC236}">
                      <a16:creationId xmlns:a16="http://schemas.microsoft.com/office/drawing/2014/main" id="{E0D7CA43-152F-0B75-F907-487200997DE7}"/>
                    </a:ext>
                  </a:extLst>
                </p:cNvPr>
                <p:cNvPicPr/>
                <p:nvPr/>
              </p:nvPicPr>
              <p:blipFill>
                <a:blip r:embed="rId54"/>
                <a:stretch>
                  <a:fillRect/>
                </a:stretch>
              </p:blipFill>
              <p:spPr>
                <a:xfrm>
                  <a:off x="3139071" y="2245145"/>
                  <a:ext cx="9288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0" name="Ink 39">
                  <a:extLst>
                    <a:ext uri="{FF2B5EF4-FFF2-40B4-BE49-F238E27FC236}">
                      <a16:creationId xmlns:a16="http://schemas.microsoft.com/office/drawing/2014/main" id="{6C24CF20-E218-D205-F492-2A75B18B1DD5}"/>
                    </a:ext>
                  </a:extLst>
                </p14:cNvPr>
                <p14:cNvContentPartPr/>
                <p14:nvPr/>
              </p14:nvContentPartPr>
              <p14:xfrm>
                <a:off x="3248151" y="2215625"/>
                <a:ext cx="145080" cy="137520"/>
              </p14:xfrm>
            </p:contentPart>
          </mc:Choice>
          <mc:Fallback xmlns="">
            <p:pic>
              <p:nvPicPr>
                <p:cNvPr id="40" name="Ink 39">
                  <a:extLst>
                    <a:ext uri="{FF2B5EF4-FFF2-40B4-BE49-F238E27FC236}">
                      <a16:creationId xmlns:a16="http://schemas.microsoft.com/office/drawing/2014/main" id="{6C24CF20-E218-D205-F492-2A75B18B1DD5}"/>
                    </a:ext>
                  </a:extLst>
                </p:cNvPr>
                <p:cNvPicPr/>
                <p:nvPr/>
              </p:nvPicPr>
              <p:blipFill>
                <a:blip r:embed="rId56"/>
                <a:stretch>
                  <a:fillRect/>
                </a:stretch>
              </p:blipFill>
              <p:spPr>
                <a:xfrm>
                  <a:off x="3239151" y="2206985"/>
                  <a:ext cx="16272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1" name="Ink 40">
                  <a:extLst>
                    <a:ext uri="{FF2B5EF4-FFF2-40B4-BE49-F238E27FC236}">
                      <a16:creationId xmlns:a16="http://schemas.microsoft.com/office/drawing/2014/main" id="{F169BD37-386D-9533-F741-DFA603886473}"/>
                    </a:ext>
                  </a:extLst>
                </p14:cNvPr>
                <p14:cNvContentPartPr/>
                <p14:nvPr/>
              </p14:nvContentPartPr>
              <p14:xfrm>
                <a:off x="3445071" y="2269265"/>
                <a:ext cx="72360" cy="74160"/>
              </p14:xfrm>
            </p:contentPart>
          </mc:Choice>
          <mc:Fallback xmlns="">
            <p:pic>
              <p:nvPicPr>
                <p:cNvPr id="41" name="Ink 40">
                  <a:extLst>
                    <a:ext uri="{FF2B5EF4-FFF2-40B4-BE49-F238E27FC236}">
                      <a16:creationId xmlns:a16="http://schemas.microsoft.com/office/drawing/2014/main" id="{F169BD37-386D-9533-F741-DFA603886473}"/>
                    </a:ext>
                  </a:extLst>
                </p:cNvPr>
                <p:cNvPicPr/>
                <p:nvPr/>
              </p:nvPicPr>
              <p:blipFill>
                <a:blip r:embed="rId58"/>
                <a:stretch>
                  <a:fillRect/>
                </a:stretch>
              </p:blipFill>
              <p:spPr>
                <a:xfrm>
                  <a:off x="3436431" y="2260625"/>
                  <a:ext cx="9000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2" name="Ink 41">
                  <a:extLst>
                    <a:ext uri="{FF2B5EF4-FFF2-40B4-BE49-F238E27FC236}">
                      <a16:creationId xmlns:a16="http://schemas.microsoft.com/office/drawing/2014/main" id="{AF5DEEAE-32B0-2B01-B7A0-43091CA9C5B9}"/>
                    </a:ext>
                  </a:extLst>
                </p14:cNvPr>
                <p14:cNvContentPartPr/>
                <p14:nvPr/>
              </p14:nvContentPartPr>
              <p14:xfrm>
                <a:off x="3598431" y="2172065"/>
                <a:ext cx="147240" cy="177480"/>
              </p14:xfrm>
            </p:contentPart>
          </mc:Choice>
          <mc:Fallback xmlns="">
            <p:pic>
              <p:nvPicPr>
                <p:cNvPr id="42" name="Ink 41">
                  <a:extLst>
                    <a:ext uri="{FF2B5EF4-FFF2-40B4-BE49-F238E27FC236}">
                      <a16:creationId xmlns:a16="http://schemas.microsoft.com/office/drawing/2014/main" id="{AF5DEEAE-32B0-2B01-B7A0-43091CA9C5B9}"/>
                    </a:ext>
                  </a:extLst>
                </p:cNvPr>
                <p:cNvPicPr/>
                <p:nvPr/>
              </p:nvPicPr>
              <p:blipFill>
                <a:blip r:embed="rId60"/>
                <a:stretch>
                  <a:fillRect/>
                </a:stretch>
              </p:blipFill>
              <p:spPr>
                <a:xfrm>
                  <a:off x="3589791" y="2163065"/>
                  <a:ext cx="16488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3" name="Ink 42">
                  <a:extLst>
                    <a:ext uri="{FF2B5EF4-FFF2-40B4-BE49-F238E27FC236}">
                      <a16:creationId xmlns:a16="http://schemas.microsoft.com/office/drawing/2014/main" id="{FADA4F25-5271-8178-A68D-F651202B983C}"/>
                    </a:ext>
                  </a:extLst>
                </p14:cNvPr>
                <p14:cNvContentPartPr/>
                <p14:nvPr/>
              </p14:nvContentPartPr>
              <p14:xfrm>
                <a:off x="3689511" y="2251985"/>
                <a:ext cx="104400" cy="41760"/>
              </p14:xfrm>
            </p:contentPart>
          </mc:Choice>
          <mc:Fallback xmlns="">
            <p:pic>
              <p:nvPicPr>
                <p:cNvPr id="43" name="Ink 42">
                  <a:extLst>
                    <a:ext uri="{FF2B5EF4-FFF2-40B4-BE49-F238E27FC236}">
                      <a16:creationId xmlns:a16="http://schemas.microsoft.com/office/drawing/2014/main" id="{FADA4F25-5271-8178-A68D-F651202B983C}"/>
                    </a:ext>
                  </a:extLst>
                </p:cNvPr>
                <p:cNvPicPr/>
                <p:nvPr/>
              </p:nvPicPr>
              <p:blipFill>
                <a:blip r:embed="rId62"/>
                <a:stretch>
                  <a:fillRect/>
                </a:stretch>
              </p:blipFill>
              <p:spPr>
                <a:xfrm>
                  <a:off x="3680511" y="2243345"/>
                  <a:ext cx="12204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4" name="Ink 43">
                  <a:extLst>
                    <a:ext uri="{FF2B5EF4-FFF2-40B4-BE49-F238E27FC236}">
                      <a16:creationId xmlns:a16="http://schemas.microsoft.com/office/drawing/2014/main" id="{4FE81BBB-AF28-D8E0-6764-BF164185B47E}"/>
                    </a:ext>
                  </a:extLst>
                </p14:cNvPr>
                <p14:cNvContentPartPr/>
                <p14:nvPr/>
              </p14:nvContentPartPr>
              <p14:xfrm>
                <a:off x="2267871" y="2434865"/>
                <a:ext cx="25920" cy="811080"/>
              </p14:xfrm>
            </p:contentPart>
          </mc:Choice>
          <mc:Fallback xmlns="">
            <p:pic>
              <p:nvPicPr>
                <p:cNvPr id="44" name="Ink 43">
                  <a:extLst>
                    <a:ext uri="{FF2B5EF4-FFF2-40B4-BE49-F238E27FC236}">
                      <a16:creationId xmlns:a16="http://schemas.microsoft.com/office/drawing/2014/main" id="{4FE81BBB-AF28-D8E0-6764-BF164185B47E}"/>
                    </a:ext>
                  </a:extLst>
                </p:cNvPr>
                <p:cNvPicPr/>
                <p:nvPr/>
              </p:nvPicPr>
              <p:blipFill>
                <a:blip r:embed="rId64"/>
                <a:stretch>
                  <a:fillRect/>
                </a:stretch>
              </p:blipFill>
              <p:spPr>
                <a:xfrm>
                  <a:off x="2259231" y="2426225"/>
                  <a:ext cx="43560" cy="8287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5" name="Ink 44">
                  <a:extLst>
                    <a:ext uri="{FF2B5EF4-FFF2-40B4-BE49-F238E27FC236}">
                      <a16:creationId xmlns:a16="http://schemas.microsoft.com/office/drawing/2014/main" id="{5B4326DB-3C8F-B6B5-A22F-0F7600379636}"/>
                    </a:ext>
                  </a:extLst>
                </p14:cNvPr>
                <p14:cNvContentPartPr/>
                <p14:nvPr/>
              </p14:nvContentPartPr>
              <p14:xfrm>
                <a:off x="2209551" y="3197705"/>
                <a:ext cx="35640" cy="26640"/>
              </p14:xfrm>
            </p:contentPart>
          </mc:Choice>
          <mc:Fallback xmlns="">
            <p:pic>
              <p:nvPicPr>
                <p:cNvPr id="45" name="Ink 44">
                  <a:extLst>
                    <a:ext uri="{FF2B5EF4-FFF2-40B4-BE49-F238E27FC236}">
                      <a16:creationId xmlns:a16="http://schemas.microsoft.com/office/drawing/2014/main" id="{5B4326DB-3C8F-B6B5-A22F-0F7600379636}"/>
                    </a:ext>
                  </a:extLst>
                </p:cNvPr>
                <p:cNvPicPr/>
                <p:nvPr/>
              </p:nvPicPr>
              <p:blipFill>
                <a:blip r:embed="rId66"/>
                <a:stretch>
                  <a:fillRect/>
                </a:stretch>
              </p:blipFill>
              <p:spPr>
                <a:xfrm>
                  <a:off x="2200551" y="3188705"/>
                  <a:ext cx="5328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6" name="Ink 45">
                  <a:extLst>
                    <a:ext uri="{FF2B5EF4-FFF2-40B4-BE49-F238E27FC236}">
                      <a16:creationId xmlns:a16="http://schemas.microsoft.com/office/drawing/2014/main" id="{E5DE25AD-C56F-86A3-C5E5-43C282FDC79C}"/>
                    </a:ext>
                  </a:extLst>
                </p14:cNvPr>
                <p14:cNvContentPartPr/>
                <p14:nvPr/>
              </p14:nvContentPartPr>
              <p14:xfrm>
                <a:off x="2306391" y="3181505"/>
                <a:ext cx="48960" cy="52200"/>
              </p14:xfrm>
            </p:contentPart>
          </mc:Choice>
          <mc:Fallback xmlns="">
            <p:pic>
              <p:nvPicPr>
                <p:cNvPr id="46" name="Ink 45">
                  <a:extLst>
                    <a:ext uri="{FF2B5EF4-FFF2-40B4-BE49-F238E27FC236}">
                      <a16:creationId xmlns:a16="http://schemas.microsoft.com/office/drawing/2014/main" id="{E5DE25AD-C56F-86A3-C5E5-43C282FDC79C}"/>
                    </a:ext>
                  </a:extLst>
                </p:cNvPr>
                <p:cNvPicPr/>
                <p:nvPr/>
              </p:nvPicPr>
              <p:blipFill>
                <a:blip r:embed="rId68"/>
                <a:stretch>
                  <a:fillRect/>
                </a:stretch>
              </p:blipFill>
              <p:spPr>
                <a:xfrm>
                  <a:off x="2297391" y="3172505"/>
                  <a:ext cx="6660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7" name="Ink 46">
                  <a:extLst>
                    <a:ext uri="{FF2B5EF4-FFF2-40B4-BE49-F238E27FC236}">
                      <a16:creationId xmlns:a16="http://schemas.microsoft.com/office/drawing/2014/main" id="{492448BA-385B-A2F0-1372-CBCFA0153D90}"/>
                    </a:ext>
                  </a:extLst>
                </p14:cNvPr>
                <p14:cNvContentPartPr/>
                <p14:nvPr/>
              </p14:nvContentPartPr>
              <p14:xfrm>
                <a:off x="1971231" y="3338825"/>
                <a:ext cx="201240" cy="263880"/>
              </p14:xfrm>
            </p:contentPart>
          </mc:Choice>
          <mc:Fallback xmlns="">
            <p:pic>
              <p:nvPicPr>
                <p:cNvPr id="47" name="Ink 46">
                  <a:extLst>
                    <a:ext uri="{FF2B5EF4-FFF2-40B4-BE49-F238E27FC236}">
                      <a16:creationId xmlns:a16="http://schemas.microsoft.com/office/drawing/2014/main" id="{492448BA-385B-A2F0-1372-CBCFA0153D90}"/>
                    </a:ext>
                  </a:extLst>
                </p:cNvPr>
                <p:cNvPicPr/>
                <p:nvPr/>
              </p:nvPicPr>
              <p:blipFill>
                <a:blip r:embed="rId70"/>
                <a:stretch>
                  <a:fillRect/>
                </a:stretch>
              </p:blipFill>
              <p:spPr>
                <a:xfrm>
                  <a:off x="1962231" y="3330185"/>
                  <a:ext cx="21888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8" name="Ink 47">
                  <a:extLst>
                    <a:ext uri="{FF2B5EF4-FFF2-40B4-BE49-F238E27FC236}">
                      <a16:creationId xmlns:a16="http://schemas.microsoft.com/office/drawing/2014/main" id="{1D713F4A-ED35-D6D6-0C9C-8DD5A64EA4B9}"/>
                    </a:ext>
                  </a:extLst>
                </p14:cNvPr>
                <p14:cNvContentPartPr/>
                <p14:nvPr/>
              </p14:nvContentPartPr>
              <p14:xfrm>
                <a:off x="2202351" y="3405425"/>
                <a:ext cx="90360" cy="137160"/>
              </p14:xfrm>
            </p:contentPart>
          </mc:Choice>
          <mc:Fallback xmlns="">
            <p:pic>
              <p:nvPicPr>
                <p:cNvPr id="48" name="Ink 47">
                  <a:extLst>
                    <a:ext uri="{FF2B5EF4-FFF2-40B4-BE49-F238E27FC236}">
                      <a16:creationId xmlns:a16="http://schemas.microsoft.com/office/drawing/2014/main" id="{1D713F4A-ED35-D6D6-0C9C-8DD5A64EA4B9}"/>
                    </a:ext>
                  </a:extLst>
                </p:cNvPr>
                <p:cNvPicPr/>
                <p:nvPr/>
              </p:nvPicPr>
              <p:blipFill>
                <a:blip r:embed="rId72"/>
                <a:stretch>
                  <a:fillRect/>
                </a:stretch>
              </p:blipFill>
              <p:spPr>
                <a:xfrm>
                  <a:off x="2193351" y="3396785"/>
                  <a:ext cx="10800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9" name="Ink 48">
                  <a:extLst>
                    <a:ext uri="{FF2B5EF4-FFF2-40B4-BE49-F238E27FC236}">
                      <a16:creationId xmlns:a16="http://schemas.microsoft.com/office/drawing/2014/main" id="{786B0859-9245-9EF1-AB5F-EFAEF78A506E}"/>
                    </a:ext>
                  </a:extLst>
                </p14:cNvPr>
                <p14:cNvContentPartPr/>
                <p14:nvPr/>
              </p14:nvContentPartPr>
              <p14:xfrm>
                <a:off x="2332671" y="3400745"/>
                <a:ext cx="164520" cy="137520"/>
              </p14:xfrm>
            </p:contentPart>
          </mc:Choice>
          <mc:Fallback xmlns="">
            <p:pic>
              <p:nvPicPr>
                <p:cNvPr id="49" name="Ink 48">
                  <a:extLst>
                    <a:ext uri="{FF2B5EF4-FFF2-40B4-BE49-F238E27FC236}">
                      <a16:creationId xmlns:a16="http://schemas.microsoft.com/office/drawing/2014/main" id="{786B0859-9245-9EF1-AB5F-EFAEF78A506E}"/>
                    </a:ext>
                  </a:extLst>
                </p:cNvPr>
                <p:cNvPicPr/>
                <p:nvPr/>
              </p:nvPicPr>
              <p:blipFill>
                <a:blip r:embed="rId74"/>
                <a:stretch>
                  <a:fillRect/>
                </a:stretch>
              </p:blipFill>
              <p:spPr>
                <a:xfrm>
                  <a:off x="2323671" y="3392105"/>
                  <a:ext cx="18216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0" name="Ink 49">
                  <a:extLst>
                    <a:ext uri="{FF2B5EF4-FFF2-40B4-BE49-F238E27FC236}">
                      <a16:creationId xmlns:a16="http://schemas.microsoft.com/office/drawing/2014/main" id="{8B2A03B1-7DAF-AAC6-C524-E2FC91430FB3}"/>
                    </a:ext>
                  </a:extLst>
                </p14:cNvPr>
                <p14:cNvContentPartPr/>
                <p14:nvPr/>
              </p14:nvContentPartPr>
              <p14:xfrm>
                <a:off x="2529951" y="3430625"/>
                <a:ext cx="65520" cy="155520"/>
              </p14:xfrm>
            </p:contentPart>
          </mc:Choice>
          <mc:Fallback xmlns="">
            <p:pic>
              <p:nvPicPr>
                <p:cNvPr id="50" name="Ink 49">
                  <a:extLst>
                    <a:ext uri="{FF2B5EF4-FFF2-40B4-BE49-F238E27FC236}">
                      <a16:creationId xmlns:a16="http://schemas.microsoft.com/office/drawing/2014/main" id="{8B2A03B1-7DAF-AAC6-C524-E2FC91430FB3}"/>
                    </a:ext>
                  </a:extLst>
                </p:cNvPr>
                <p:cNvPicPr/>
                <p:nvPr/>
              </p:nvPicPr>
              <p:blipFill>
                <a:blip r:embed="rId76"/>
                <a:stretch>
                  <a:fillRect/>
                </a:stretch>
              </p:blipFill>
              <p:spPr>
                <a:xfrm>
                  <a:off x="2520951" y="3421985"/>
                  <a:ext cx="8316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1" name="Ink 50">
                  <a:extLst>
                    <a:ext uri="{FF2B5EF4-FFF2-40B4-BE49-F238E27FC236}">
                      <a16:creationId xmlns:a16="http://schemas.microsoft.com/office/drawing/2014/main" id="{365CEBC6-5581-BA5B-490E-F363FDFA3F8E}"/>
                    </a:ext>
                  </a:extLst>
                </p14:cNvPr>
                <p14:cNvContentPartPr/>
                <p14:nvPr/>
              </p14:nvContentPartPr>
              <p14:xfrm>
                <a:off x="2636871" y="3339185"/>
                <a:ext cx="97200" cy="163440"/>
              </p14:xfrm>
            </p:contentPart>
          </mc:Choice>
          <mc:Fallback xmlns="">
            <p:pic>
              <p:nvPicPr>
                <p:cNvPr id="51" name="Ink 50">
                  <a:extLst>
                    <a:ext uri="{FF2B5EF4-FFF2-40B4-BE49-F238E27FC236}">
                      <a16:creationId xmlns:a16="http://schemas.microsoft.com/office/drawing/2014/main" id="{365CEBC6-5581-BA5B-490E-F363FDFA3F8E}"/>
                    </a:ext>
                  </a:extLst>
                </p:cNvPr>
                <p:cNvPicPr/>
                <p:nvPr/>
              </p:nvPicPr>
              <p:blipFill>
                <a:blip r:embed="rId78"/>
                <a:stretch>
                  <a:fillRect/>
                </a:stretch>
              </p:blipFill>
              <p:spPr>
                <a:xfrm>
                  <a:off x="2628231" y="3330185"/>
                  <a:ext cx="11484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2" name="Ink 51">
                  <a:extLst>
                    <a:ext uri="{FF2B5EF4-FFF2-40B4-BE49-F238E27FC236}">
                      <a16:creationId xmlns:a16="http://schemas.microsoft.com/office/drawing/2014/main" id="{D9E39640-99DB-3207-214C-CA0A6F39F503}"/>
                    </a:ext>
                  </a:extLst>
                </p14:cNvPr>
                <p14:cNvContentPartPr/>
                <p14:nvPr/>
              </p14:nvContentPartPr>
              <p14:xfrm>
                <a:off x="2752791" y="3396065"/>
                <a:ext cx="69840" cy="115920"/>
              </p14:xfrm>
            </p:contentPart>
          </mc:Choice>
          <mc:Fallback xmlns="">
            <p:pic>
              <p:nvPicPr>
                <p:cNvPr id="52" name="Ink 51">
                  <a:extLst>
                    <a:ext uri="{FF2B5EF4-FFF2-40B4-BE49-F238E27FC236}">
                      <a16:creationId xmlns:a16="http://schemas.microsoft.com/office/drawing/2014/main" id="{D9E39640-99DB-3207-214C-CA0A6F39F503}"/>
                    </a:ext>
                  </a:extLst>
                </p:cNvPr>
                <p:cNvPicPr/>
                <p:nvPr/>
              </p:nvPicPr>
              <p:blipFill>
                <a:blip r:embed="rId80"/>
                <a:stretch>
                  <a:fillRect/>
                </a:stretch>
              </p:blipFill>
              <p:spPr>
                <a:xfrm>
                  <a:off x="2743791" y="3387425"/>
                  <a:ext cx="8748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3" name="Ink 52">
                  <a:extLst>
                    <a:ext uri="{FF2B5EF4-FFF2-40B4-BE49-F238E27FC236}">
                      <a16:creationId xmlns:a16="http://schemas.microsoft.com/office/drawing/2014/main" id="{BE1C0F80-78B2-4F80-BA94-877F664224CB}"/>
                    </a:ext>
                  </a:extLst>
                </p14:cNvPr>
                <p14:cNvContentPartPr/>
                <p14:nvPr/>
              </p14:nvContentPartPr>
              <p14:xfrm>
                <a:off x="2874471" y="3359345"/>
                <a:ext cx="103320" cy="138600"/>
              </p14:xfrm>
            </p:contentPart>
          </mc:Choice>
          <mc:Fallback xmlns="">
            <p:pic>
              <p:nvPicPr>
                <p:cNvPr id="53" name="Ink 52">
                  <a:extLst>
                    <a:ext uri="{FF2B5EF4-FFF2-40B4-BE49-F238E27FC236}">
                      <a16:creationId xmlns:a16="http://schemas.microsoft.com/office/drawing/2014/main" id="{BE1C0F80-78B2-4F80-BA94-877F664224CB}"/>
                    </a:ext>
                  </a:extLst>
                </p:cNvPr>
                <p:cNvPicPr/>
                <p:nvPr/>
              </p:nvPicPr>
              <p:blipFill>
                <a:blip r:embed="rId82"/>
                <a:stretch>
                  <a:fillRect/>
                </a:stretch>
              </p:blipFill>
              <p:spPr>
                <a:xfrm>
                  <a:off x="2865471" y="3350345"/>
                  <a:ext cx="12096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4" name="Ink 53">
                  <a:extLst>
                    <a:ext uri="{FF2B5EF4-FFF2-40B4-BE49-F238E27FC236}">
                      <a16:creationId xmlns:a16="http://schemas.microsoft.com/office/drawing/2014/main" id="{13B1FA70-CBE3-393B-9DAC-5FE96F974064}"/>
                    </a:ext>
                  </a:extLst>
                </p14:cNvPr>
                <p14:cNvContentPartPr/>
                <p14:nvPr/>
              </p14:nvContentPartPr>
              <p14:xfrm>
                <a:off x="3003351" y="3321545"/>
                <a:ext cx="122760" cy="183240"/>
              </p14:xfrm>
            </p:contentPart>
          </mc:Choice>
          <mc:Fallback xmlns="">
            <p:pic>
              <p:nvPicPr>
                <p:cNvPr id="54" name="Ink 53">
                  <a:extLst>
                    <a:ext uri="{FF2B5EF4-FFF2-40B4-BE49-F238E27FC236}">
                      <a16:creationId xmlns:a16="http://schemas.microsoft.com/office/drawing/2014/main" id="{13B1FA70-CBE3-393B-9DAC-5FE96F974064}"/>
                    </a:ext>
                  </a:extLst>
                </p:cNvPr>
                <p:cNvPicPr/>
                <p:nvPr/>
              </p:nvPicPr>
              <p:blipFill>
                <a:blip r:embed="rId84"/>
                <a:stretch>
                  <a:fillRect/>
                </a:stretch>
              </p:blipFill>
              <p:spPr>
                <a:xfrm>
                  <a:off x="2994711" y="3312905"/>
                  <a:ext cx="14040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5" name="Ink 54">
                  <a:extLst>
                    <a:ext uri="{FF2B5EF4-FFF2-40B4-BE49-F238E27FC236}">
                      <a16:creationId xmlns:a16="http://schemas.microsoft.com/office/drawing/2014/main" id="{3E9559ED-6C6F-87CA-06EB-546F0F31CAF8}"/>
                    </a:ext>
                  </a:extLst>
                </p14:cNvPr>
                <p14:cNvContentPartPr/>
                <p14:nvPr/>
              </p14:nvContentPartPr>
              <p14:xfrm>
                <a:off x="3150591" y="3394625"/>
                <a:ext cx="67680" cy="134640"/>
              </p14:xfrm>
            </p:contentPart>
          </mc:Choice>
          <mc:Fallback xmlns="">
            <p:pic>
              <p:nvPicPr>
                <p:cNvPr id="55" name="Ink 54">
                  <a:extLst>
                    <a:ext uri="{FF2B5EF4-FFF2-40B4-BE49-F238E27FC236}">
                      <a16:creationId xmlns:a16="http://schemas.microsoft.com/office/drawing/2014/main" id="{3E9559ED-6C6F-87CA-06EB-546F0F31CAF8}"/>
                    </a:ext>
                  </a:extLst>
                </p:cNvPr>
                <p:cNvPicPr/>
                <p:nvPr/>
              </p:nvPicPr>
              <p:blipFill>
                <a:blip r:embed="rId86"/>
                <a:stretch>
                  <a:fillRect/>
                </a:stretch>
              </p:blipFill>
              <p:spPr>
                <a:xfrm>
                  <a:off x="3141591" y="3385985"/>
                  <a:ext cx="8532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7" name="Ink 56">
                  <a:extLst>
                    <a:ext uri="{FF2B5EF4-FFF2-40B4-BE49-F238E27FC236}">
                      <a16:creationId xmlns:a16="http://schemas.microsoft.com/office/drawing/2014/main" id="{C164B8CE-256F-FC2C-9305-EB0E6C89BEBD}"/>
                    </a:ext>
                  </a:extLst>
                </p14:cNvPr>
                <p14:cNvContentPartPr/>
                <p14:nvPr/>
              </p14:nvContentPartPr>
              <p14:xfrm>
                <a:off x="2168511" y="3770465"/>
                <a:ext cx="1258920" cy="474840"/>
              </p14:xfrm>
            </p:contentPart>
          </mc:Choice>
          <mc:Fallback xmlns="">
            <p:pic>
              <p:nvPicPr>
                <p:cNvPr id="57" name="Ink 56">
                  <a:extLst>
                    <a:ext uri="{FF2B5EF4-FFF2-40B4-BE49-F238E27FC236}">
                      <a16:creationId xmlns:a16="http://schemas.microsoft.com/office/drawing/2014/main" id="{C164B8CE-256F-FC2C-9305-EB0E6C89BEBD}"/>
                    </a:ext>
                  </a:extLst>
                </p:cNvPr>
                <p:cNvPicPr/>
                <p:nvPr/>
              </p:nvPicPr>
              <p:blipFill>
                <a:blip r:embed="rId88"/>
                <a:stretch>
                  <a:fillRect/>
                </a:stretch>
              </p:blipFill>
              <p:spPr>
                <a:xfrm>
                  <a:off x="2159871" y="3761825"/>
                  <a:ext cx="1276560" cy="4924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8" name="Ink 57">
                  <a:extLst>
                    <a:ext uri="{FF2B5EF4-FFF2-40B4-BE49-F238E27FC236}">
                      <a16:creationId xmlns:a16="http://schemas.microsoft.com/office/drawing/2014/main" id="{0FF728AA-1229-E1D5-16A8-3D5B1421EF9F}"/>
                    </a:ext>
                  </a:extLst>
                </p14:cNvPr>
                <p14:cNvContentPartPr/>
                <p14:nvPr/>
              </p14:nvContentPartPr>
              <p14:xfrm>
                <a:off x="3293511" y="4050905"/>
                <a:ext cx="79920" cy="168840"/>
              </p14:xfrm>
            </p:contentPart>
          </mc:Choice>
          <mc:Fallback xmlns="">
            <p:pic>
              <p:nvPicPr>
                <p:cNvPr id="58" name="Ink 57">
                  <a:extLst>
                    <a:ext uri="{FF2B5EF4-FFF2-40B4-BE49-F238E27FC236}">
                      <a16:creationId xmlns:a16="http://schemas.microsoft.com/office/drawing/2014/main" id="{0FF728AA-1229-E1D5-16A8-3D5B1421EF9F}"/>
                    </a:ext>
                  </a:extLst>
                </p:cNvPr>
                <p:cNvPicPr/>
                <p:nvPr/>
              </p:nvPicPr>
              <p:blipFill>
                <a:blip r:embed="rId90"/>
                <a:stretch>
                  <a:fillRect/>
                </a:stretch>
              </p:blipFill>
              <p:spPr>
                <a:xfrm>
                  <a:off x="3284871" y="4041905"/>
                  <a:ext cx="9756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9" name="Ink 58">
                  <a:extLst>
                    <a:ext uri="{FF2B5EF4-FFF2-40B4-BE49-F238E27FC236}">
                      <a16:creationId xmlns:a16="http://schemas.microsoft.com/office/drawing/2014/main" id="{6737DB53-3474-884E-B42C-D72591B85031}"/>
                    </a:ext>
                  </a:extLst>
                </p14:cNvPr>
                <p14:cNvContentPartPr/>
                <p14:nvPr/>
              </p14:nvContentPartPr>
              <p14:xfrm>
                <a:off x="3461991" y="3672185"/>
                <a:ext cx="2667960" cy="1070640"/>
              </p14:xfrm>
            </p:contentPart>
          </mc:Choice>
          <mc:Fallback xmlns="">
            <p:pic>
              <p:nvPicPr>
                <p:cNvPr id="59" name="Ink 58">
                  <a:extLst>
                    <a:ext uri="{FF2B5EF4-FFF2-40B4-BE49-F238E27FC236}">
                      <a16:creationId xmlns:a16="http://schemas.microsoft.com/office/drawing/2014/main" id="{6737DB53-3474-884E-B42C-D72591B85031}"/>
                    </a:ext>
                  </a:extLst>
                </p:cNvPr>
                <p:cNvPicPr/>
                <p:nvPr/>
              </p:nvPicPr>
              <p:blipFill>
                <a:blip r:embed="rId92"/>
                <a:stretch>
                  <a:fillRect/>
                </a:stretch>
              </p:blipFill>
              <p:spPr>
                <a:xfrm>
                  <a:off x="3452991" y="3663545"/>
                  <a:ext cx="2685600" cy="10882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0" name="Ink 59">
                  <a:extLst>
                    <a:ext uri="{FF2B5EF4-FFF2-40B4-BE49-F238E27FC236}">
                      <a16:creationId xmlns:a16="http://schemas.microsoft.com/office/drawing/2014/main" id="{5F2B80C7-6372-6153-BCF2-CEB616606A01}"/>
                    </a:ext>
                  </a:extLst>
                </p14:cNvPr>
                <p14:cNvContentPartPr/>
                <p14:nvPr/>
              </p14:nvContentPartPr>
              <p14:xfrm>
                <a:off x="3798591" y="3295625"/>
                <a:ext cx="194400" cy="383040"/>
              </p14:xfrm>
            </p:contentPart>
          </mc:Choice>
          <mc:Fallback xmlns="">
            <p:pic>
              <p:nvPicPr>
                <p:cNvPr id="60" name="Ink 59">
                  <a:extLst>
                    <a:ext uri="{FF2B5EF4-FFF2-40B4-BE49-F238E27FC236}">
                      <a16:creationId xmlns:a16="http://schemas.microsoft.com/office/drawing/2014/main" id="{5F2B80C7-6372-6153-BCF2-CEB616606A01}"/>
                    </a:ext>
                  </a:extLst>
                </p:cNvPr>
                <p:cNvPicPr/>
                <p:nvPr/>
              </p:nvPicPr>
              <p:blipFill>
                <a:blip r:embed="rId94"/>
                <a:stretch>
                  <a:fillRect/>
                </a:stretch>
              </p:blipFill>
              <p:spPr>
                <a:xfrm>
                  <a:off x="3789591" y="3286625"/>
                  <a:ext cx="21204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1" name="Ink 60">
                  <a:extLst>
                    <a:ext uri="{FF2B5EF4-FFF2-40B4-BE49-F238E27FC236}">
                      <a16:creationId xmlns:a16="http://schemas.microsoft.com/office/drawing/2014/main" id="{E5543760-0772-FAAF-3F17-F3E32262F361}"/>
                    </a:ext>
                  </a:extLst>
                </p14:cNvPr>
                <p14:cNvContentPartPr/>
                <p14:nvPr/>
              </p14:nvContentPartPr>
              <p14:xfrm>
                <a:off x="4086591" y="3536105"/>
                <a:ext cx="16200" cy="118080"/>
              </p14:xfrm>
            </p:contentPart>
          </mc:Choice>
          <mc:Fallback xmlns="">
            <p:pic>
              <p:nvPicPr>
                <p:cNvPr id="61" name="Ink 60">
                  <a:extLst>
                    <a:ext uri="{FF2B5EF4-FFF2-40B4-BE49-F238E27FC236}">
                      <a16:creationId xmlns:a16="http://schemas.microsoft.com/office/drawing/2014/main" id="{E5543760-0772-FAAF-3F17-F3E32262F361}"/>
                    </a:ext>
                  </a:extLst>
                </p:cNvPr>
                <p:cNvPicPr/>
                <p:nvPr/>
              </p:nvPicPr>
              <p:blipFill>
                <a:blip r:embed="rId96"/>
                <a:stretch>
                  <a:fillRect/>
                </a:stretch>
              </p:blipFill>
              <p:spPr>
                <a:xfrm>
                  <a:off x="4077951" y="3527465"/>
                  <a:ext cx="3384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2" name="Ink 61">
                  <a:extLst>
                    <a:ext uri="{FF2B5EF4-FFF2-40B4-BE49-F238E27FC236}">
                      <a16:creationId xmlns:a16="http://schemas.microsoft.com/office/drawing/2014/main" id="{562E8DB5-55A5-8CAD-E8A0-FD98B4F8FA80}"/>
                    </a:ext>
                  </a:extLst>
                </p14:cNvPr>
                <p14:cNvContentPartPr/>
                <p14:nvPr/>
              </p14:nvContentPartPr>
              <p14:xfrm>
                <a:off x="4118271" y="3455105"/>
                <a:ext cx="4320" cy="25920"/>
              </p14:xfrm>
            </p:contentPart>
          </mc:Choice>
          <mc:Fallback xmlns="">
            <p:pic>
              <p:nvPicPr>
                <p:cNvPr id="62" name="Ink 61">
                  <a:extLst>
                    <a:ext uri="{FF2B5EF4-FFF2-40B4-BE49-F238E27FC236}">
                      <a16:creationId xmlns:a16="http://schemas.microsoft.com/office/drawing/2014/main" id="{562E8DB5-55A5-8CAD-E8A0-FD98B4F8FA80}"/>
                    </a:ext>
                  </a:extLst>
                </p:cNvPr>
                <p:cNvPicPr/>
                <p:nvPr/>
              </p:nvPicPr>
              <p:blipFill>
                <a:blip r:embed="rId98"/>
                <a:stretch>
                  <a:fillRect/>
                </a:stretch>
              </p:blipFill>
              <p:spPr>
                <a:xfrm>
                  <a:off x="4109271" y="3446465"/>
                  <a:ext cx="219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3" name="Ink 62">
                  <a:extLst>
                    <a:ext uri="{FF2B5EF4-FFF2-40B4-BE49-F238E27FC236}">
                      <a16:creationId xmlns:a16="http://schemas.microsoft.com/office/drawing/2014/main" id="{41D6AC8E-467E-2B10-7CAD-0F23ECBD000B}"/>
                    </a:ext>
                  </a:extLst>
                </p14:cNvPr>
                <p14:cNvContentPartPr/>
                <p14:nvPr/>
              </p14:nvContentPartPr>
              <p14:xfrm>
                <a:off x="4187751" y="3530345"/>
                <a:ext cx="157680" cy="110880"/>
              </p14:xfrm>
            </p:contentPart>
          </mc:Choice>
          <mc:Fallback xmlns="">
            <p:pic>
              <p:nvPicPr>
                <p:cNvPr id="63" name="Ink 62">
                  <a:extLst>
                    <a:ext uri="{FF2B5EF4-FFF2-40B4-BE49-F238E27FC236}">
                      <a16:creationId xmlns:a16="http://schemas.microsoft.com/office/drawing/2014/main" id="{41D6AC8E-467E-2B10-7CAD-0F23ECBD000B}"/>
                    </a:ext>
                  </a:extLst>
                </p:cNvPr>
                <p:cNvPicPr/>
                <p:nvPr/>
              </p:nvPicPr>
              <p:blipFill>
                <a:blip r:embed="rId100"/>
                <a:stretch>
                  <a:fillRect/>
                </a:stretch>
              </p:blipFill>
              <p:spPr>
                <a:xfrm>
                  <a:off x="4179111" y="3521345"/>
                  <a:ext cx="17532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4" name="Ink 63">
                  <a:extLst>
                    <a:ext uri="{FF2B5EF4-FFF2-40B4-BE49-F238E27FC236}">
                      <a16:creationId xmlns:a16="http://schemas.microsoft.com/office/drawing/2014/main" id="{4E5ACA97-7237-6DFA-DB49-0AAD93F72D07}"/>
                    </a:ext>
                  </a:extLst>
                </p14:cNvPr>
                <p14:cNvContentPartPr/>
                <p14:nvPr/>
              </p14:nvContentPartPr>
              <p14:xfrm>
                <a:off x="4401231" y="3500105"/>
                <a:ext cx="50760" cy="176760"/>
              </p14:xfrm>
            </p:contentPart>
          </mc:Choice>
          <mc:Fallback xmlns="">
            <p:pic>
              <p:nvPicPr>
                <p:cNvPr id="64" name="Ink 63">
                  <a:extLst>
                    <a:ext uri="{FF2B5EF4-FFF2-40B4-BE49-F238E27FC236}">
                      <a16:creationId xmlns:a16="http://schemas.microsoft.com/office/drawing/2014/main" id="{4E5ACA97-7237-6DFA-DB49-0AAD93F72D07}"/>
                    </a:ext>
                  </a:extLst>
                </p:cNvPr>
                <p:cNvPicPr/>
                <p:nvPr/>
              </p:nvPicPr>
              <p:blipFill>
                <a:blip r:embed="rId102"/>
                <a:stretch>
                  <a:fillRect/>
                </a:stretch>
              </p:blipFill>
              <p:spPr>
                <a:xfrm>
                  <a:off x="4392231" y="3491105"/>
                  <a:ext cx="6840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5" name="Ink 64">
                  <a:extLst>
                    <a:ext uri="{FF2B5EF4-FFF2-40B4-BE49-F238E27FC236}">
                      <a16:creationId xmlns:a16="http://schemas.microsoft.com/office/drawing/2014/main" id="{9EC0E5F3-8A30-A943-5097-A2442A3449DB}"/>
                    </a:ext>
                  </a:extLst>
                </p14:cNvPr>
                <p14:cNvContentPartPr/>
                <p14:nvPr/>
              </p14:nvContentPartPr>
              <p14:xfrm>
                <a:off x="4510671" y="3415145"/>
                <a:ext cx="16200" cy="180720"/>
              </p14:xfrm>
            </p:contentPart>
          </mc:Choice>
          <mc:Fallback xmlns="">
            <p:pic>
              <p:nvPicPr>
                <p:cNvPr id="65" name="Ink 64">
                  <a:extLst>
                    <a:ext uri="{FF2B5EF4-FFF2-40B4-BE49-F238E27FC236}">
                      <a16:creationId xmlns:a16="http://schemas.microsoft.com/office/drawing/2014/main" id="{9EC0E5F3-8A30-A943-5097-A2442A3449DB}"/>
                    </a:ext>
                  </a:extLst>
                </p:cNvPr>
                <p:cNvPicPr/>
                <p:nvPr/>
              </p:nvPicPr>
              <p:blipFill>
                <a:blip r:embed="rId104"/>
                <a:stretch>
                  <a:fillRect/>
                </a:stretch>
              </p:blipFill>
              <p:spPr>
                <a:xfrm>
                  <a:off x="4502031" y="3406145"/>
                  <a:ext cx="3384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6" name="Ink 65">
                  <a:extLst>
                    <a:ext uri="{FF2B5EF4-FFF2-40B4-BE49-F238E27FC236}">
                      <a16:creationId xmlns:a16="http://schemas.microsoft.com/office/drawing/2014/main" id="{088ED1CE-F8FA-C16A-88FE-9005BA7AEC5C}"/>
                    </a:ext>
                  </a:extLst>
                </p14:cNvPr>
                <p14:cNvContentPartPr/>
                <p14:nvPr/>
              </p14:nvContentPartPr>
              <p14:xfrm>
                <a:off x="4579791" y="3487505"/>
                <a:ext cx="52920" cy="79560"/>
              </p14:xfrm>
            </p:contentPart>
          </mc:Choice>
          <mc:Fallback xmlns="">
            <p:pic>
              <p:nvPicPr>
                <p:cNvPr id="66" name="Ink 65">
                  <a:extLst>
                    <a:ext uri="{FF2B5EF4-FFF2-40B4-BE49-F238E27FC236}">
                      <a16:creationId xmlns:a16="http://schemas.microsoft.com/office/drawing/2014/main" id="{088ED1CE-F8FA-C16A-88FE-9005BA7AEC5C}"/>
                    </a:ext>
                  </a:extLst>
                </p:cNvPr>
                <p:cNvPicPr/>
                <p:nvPr/>
              </p:nvPicPr>
              <p:blipFill>
                <a:blip r:embed="rId106"/>
                <a:stretch>
                  <a:fillRect/>
                </a:stretch>
              </p:blipFill>
              <p:spPr>
                <a:xfrm>
                  <a:off x="4571151" y="3478505"/>
                  <a:ext cx="705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7" name="Ink 66">
                  <a:extLst>
                    <a:ext uri="{FF2B5EF4-FFF2-40B4-BE49-F238E27FC236}">
                      <a16:creationId xmlns:a16="http://schemas.microsoft.com/office/drawing/2014/main" id="{1FFBC252-CCCE-BC0A-EB37-E58DCE4652DA}"/>
                    </a:ext>
                  </a:extLst>
                </p14:cNvPr>
                <p14:cNvContentPartPr/>
                <p14:nvPr/>
              </p14:nvContentPartPr>
              <p14:xfrm>
                <a:off x="4698591" y="3198425"/>
                <a:ext cx="85680" cy="558000"/>
              </p14:xfrm>
            </p:contentPart>
          </mc:Choice>
          <mc:Fallback xmlns="">
            <p:pic>
              <p:nvPicPr>
                <p:cNvPr id="67" name="Ink 66">
                  <a:extLst>
                    <a:ext uri="{FF2B5EF4-FFF2-40B4-BE49-F238E27FC236}">
                      <a16:creationId xmlns:a16="http://schemas.microsoft.com/office/drawing/2014/main" id="{1FFBC252-CCCE-BC0A-EB37-E58DCE4652DA}"/>
                    </a:ext>
                  </a:extLst>
                </p:cNvPr>
                <p:cNvPicPr/>
                <p:nvPr/>
              </p:nvPicPr>
              <p:blipFill>
                <a:blip r:embed="rId108"/>
                <a:stretch>
                  <a:fillRect/>
                </a:stretch>
              </p:blipFill>
              <p:spPr>
                <a:xfrm>
                  <a:off x="4689591" y="3189425"/>
                  <a:ext cx="103320" cy="5756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8" name="Ink 67">
                  <a:extLst>
                    <a:ext uri="{FF2B5EF4-FFF2-40B4-BE49-F238E27FC236}">
                      <a16:creationId xmlns:a16="http://schemas.microsoft.com/office/drawing/2014/main" id="{44711650-B437-6F78-CDA2-F381C43B27C0}"/>
                    </a:ext>
                  </a:extLst>
                </p14:cNvPr>
                <p14:cNvContentPartPr/>
                <p14:nvPr/>
              </p14:nvContentPartPr>
              <p14:xfrm>
                <a:off x="4698231" y="3477065"/>
                <a:ext cx="490680" cy="115560"/>
              </p14:xfrm>
            </p:contentPart>
          </mc:Choice>
          <mc:Fallback xmlns="">
            <p:pic>
              <p:nvPicPr>
                <p:cNvPr id="68" name="Ink 67">
                  <a:extLst>
                    <a:ext uri="{FF2B5EF4-FFF2-40B4-BE49-F238E27FC236}">
                      <a16:creationId xmlns:a16="http://schemas.microsoft.com/office/drawing/2014/main" id="{44711650-B437-6F78-CDA2-F381C43B27C0}"/>
                    </a:ext>
                  </a:extLst>
                </p:cNvPr>
                <p:cNvPicPr/>
                <p:nvPr/>
              </p:nvPicPr>
              <p:blipFill>
                <a:blip r:embed="rId110"/>
                <a:stretch>
                  <a:fillRect/>
                </a:stretch>
              </p:blipFill>
              <p:spPr>
                <a:xfrm>
                  <a:off x="4689591" y="3468065"/>
                  <a:ext cx="5083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0" name="Ink 69">
                  <a:extLst>
                    <a:ext uri="{FF2B5EF4-FFF2-40B4-BE49-F238E27FC236}">
                      <a16:creationId xmlns:a16="http://schemas.microsoft.com/office/drawing/2014/main" id="{965BCE83-7962-DB34-B5E3-C6EB77AA5993}"/>
                    </a:ext>
                  </a:extLst>
                </p14:cNvPr>
                <p14:cNvContentPartPr/>
                <p14:nvPr/>
              </p14:nvContentPartPr>
              <p14:xfrm>
                <a:off x="4370991" y="3940385"/>
                <a:ext cx="4680" cy="116640"/>
              </p14:xfrm>
            </p:contentPart>
          </mc:Choice>
          <mc:Fallback xmlns="">
            <p:pic>
              <p:nvPicPr>
                <p:cNvPr id="70" name="Ink 69">
                  <a:extLst>
                    <a:ext uri="{FF2B5EF4-FFF2-40B4-BE49-F238E27FC236}">
                      <a16:creationId xmlns:a16="http://schemas.microsoft.com/office/drawing/2014/main" id="{965BCE83-7962-DB34-B5E3-C6EB77AA5993}"/>
                    </a:ext>
                  </a:extLst>
                </p:cNvPr>
                <p:cNvPicPr/>
                <p:nvPr/>
              </p:nvPicPr>
              <p:blipFill>
                <a:blip r:embed="rId112"/>
                <a:stretch>
                  <a:fillRect/>
                </a:stretch>
              </p:blipFill>
              <p:spPr>
                <a:xfrm>
                  <a:off x="4361991" y="3931385"/>
                  <a:ext cx="2232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1" name="Ink 70">
                  <a:extLst>
                    <a:ext uri="{FF2B5EF4-FFF2-40B4-BE49-F238E27FC236}">
                      <a16:creationId xmlns:a16="http://schemas.microsoft.com/office/drawing/2014/main" id="{305D0CB1-68D7-CF2E-8F76-20CF5C136DF8}"/>
                    </a:ext>
                  </a:extLst>
                </p14:cNvPr>
                <p14:cNvContentPartPr/>
                <p14:nvPr/>
              </p14:nvContentPartPr>
              <p14:xfrm>
                <a:off x="4268391" y="3835985"/>
                <a:ext cx="1149480" cy="236520"/>
              </p14:xfrm>
            </p:contentPart>
          </mc:Choice>
          <mc:Fallback xmlns="">
            <p:pic>
              <p:nvPicPr>
                <p:cNvPr id="71" name="Ink 70">
                  <a:extLst>
                    <a:ext uri="{FF2B5EF4-FFF2-40B4-BE49-F238E27FC236}">
                      <a16:creationId xmlns:a16="http://schemas.microsoft.com/office/drawing/2014/main" id="{305D0CB1-68D7-CF2E-8F76-20CF5C136DF8}"/>
                    </a:ext>
                  </a:extLst>
                </p:cNvPr>
                <p:cNvPicPr/>
                <p:nvPr/>
              </p:nvPicPr>
              <p:blipFill>
                <a:blip r:embed="rId114"/>
                <a:stretch>
                  <a:fillRect/>
                </a:stretch>
              </p:blipFill>
              <p:spPr>
                <a:xfrm>
                  <a:off x="4259751" y="3827345"/>
                  <a:ext cx="116712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2" name="Ink 71">
                  <a:extLst>
                    <a:ext uri="{FF2B5EF4-FFF2-40B4-BE49-F238E27FC236}">
                      <a16:creationId xmlns:a16="http://schemas.microsoft.com/office/drawing/2014/main" id="{B44EA43D-655D-7FC0-4602-80B826E3ACEC}"/>
                    </a:ext>
                  </a:extLst>
                </p14:cNvPr>
                <p14:cNvContentPartPr/>
                <p14:nvPr/>
              </p14:nvContentPartPr>
              <p14:xfrm>
                <a:off x="4420311" y="4245305"/>
                <a:ext cx="29160" cy="111960"/>
              </p14:xfrm>
            </p:contentPart>
          </mc:Choice>
          <mc:Fallback xmlns="">
            <p:pic>
              <p:nvPicPr>
                <p:cNvPr id="72" name="Ink 71">
                  <a:extLst>
                    <a:ext uri="{FF2B5EF4-FFF2-40B4-BE49-F238E27FC236}">
                      <a16:creationId xmlns:a16="http://schemas.microsoft.com/office/drawing/2014/main" id="{B44EA43D-655D-7FC0-4602-80B826E3ACEC}"/>
                    </a:ext>
                  </a:extLst>
                </p:cNvPr>
                <p:cNvPicPr/>
                <p:nvPr/>
              </p:nvPicPr>
              <p:blipFill>
                <a:blip r:embed="rId116"/>
                <a:stretch>
                  <a:fillRect/>
                </a:stretch>
              </p:blipFill>
              <p:spPr>
                <a:xfrm>
                  <a:off x="4411311" y="4236665"/>
                  <a:ext cx="4680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73" name="Ink 72">
                  <a:extLst>
                    <a:ext uri="{FF2B5EF4-FFF2-40B4-BE49-F238E27FC236}">
                      <a16:creationId xmlns:a16="http://schemas.microsoft.com/office/drawing/2014/main" id="{93DC60DE-FE0D-0449-2935-BADA45091CCF}"/>
                    </a:ext>
                  </a:extLst>
                </p14:cNvPr>
                <p14:cNvContentPartPr/>
                <p14:nvPr/>
              </p14:nvContentPartPr>
              <p14:xfrm>
                <a:off x="4388991" y="4181945"/>
                <a:ext cx="1209240" cy="164160"/>
              </p14:xfrm>
            </p:contentPart>
          </mc:Choice>
          <mc:Fallback xmlns="">
            <p:pic>
              <p:nvPicPr>
                <p:cNvPr id="73" name="Ink 72">
                  <a:extLst>
                    <a:ext uri="{FF2B5EF4-FFF2-40B4-BE49-F238E27FC236}">
                      <a16:creationId xmlns:a16="http://schemas.microsoft.com/office/drawing/2014/main" id="{93DC60DE-FE0D-0449-2935-BADA45091CCF}"/>
                    </a:ext>
                  </a:extLst>
                </p:cNvPr>
                <p:cNvPicPr/>
                <p:nvPr/>
              </p:nvPicPr>
              <p:blipFill>
                <a:blip r:embed="rId118"/>
                <a:stretch>
                  <a:fillRect/>
                </a:stretch>
              </p:blipFill>
              <p:spPr>
                <a:xfrm>
                  <a:off x="4380351" y="4172945"/>
                  <a:ext cx="122688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4" name="Ink 73">
                  <a:extLst>
                    <a:ext uri="{FF2B5EF4-FFF2-40B4-BE49-F238E27FC236}">
                      <a16:creationId xmlns:a16="http://schemas.microsoft.com/office/drawing/2014/main" id="{C2292113-334A-13B6-8D51-8B5FB012C15C}"/>
                    </a:ext>
                  </a:extLst>
                </p14:cNvPr>
                <p14:cNvContentPartPr/>
                <p14:nvPr/>
              </p14:nvContentPartPr>
              <p14:xfrm>
                <a:off x="4311951" y="4484345"/>
                <a:ext cx="1352520" cy="174600"/>
              </p14:xfrm>
            </p:contentPart>
          </mc:Choice>
          <mc:Fallback xmlns="">
            <p:pic>
              <p:nvPicPr>
                <p:cNvPr id="74" name="Ink 73">
                  <a:extLst>
                    <a:ext uri="{FF2B5EF4-FFF2-40B4-BE49-F238E27FC236}">
                      <a16:creationId xmlns:a16="http://schemas.microsoft.com/office/drawing/2014/main" id="{C2292113-334A-13B6-8D51-8B5FB012C15C}"/>
                    </a:ext>
                  </a:extLst>
                </p:cNvPr>
                <p:cNvPicPr/>
                <p:nvPr/>
              </p:nvPicPr>
              <p:blipFill>
                <a:blip r:embed="rId120"/>
                <a:stretch>
                  <a:fillRect/>
                </a:stretch>
              </p:blipFill>
              <p:spPr>
                <a:xfrm>
                  <a:off x="4302951" y="4475345"/>
                  <a:ext cx="137016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7" name="Ink 76">
                  <a:extLst>
                    <a:ext uri="{FF2B5EF4-FFF2-40B4-BE49-F238E27FC236}">
                      <a16:creationId xmlns:a16="http://schemas.microsoft.com/office/drawing/2014/main" id="{97E7659F-CF86-A4BF-B90D-B9E2F9616EEC}"/>
                    </a:ext>
                  </a:extLst>
                </p14:cNvPr>
                <p14:cNvContentPartPr/>
                <p14:nvPr/>
              </p14:nvContentPartPr>
              <p14:xfrm>
                <a:off x="1581351" y="4422425"/>
                <a:ext cx="260280" cy="195480"/>
              </p14:xfrm>
            </p:contentPart>
          </mc:Choice>
          <mc:Fallback xmlns="">
            <p:pic>
              <p:nvPicPr>
                <p:cNvPr id="77" name="Ink 76">
                  <a:extLst>
                    <a:ext uri="{FF2B5EF4-FFF2-40B4-BE49-F238E27FC236}">
                      <a16:creationId xmlns:a16="http://schemas.microsoft.com/office/drawing/2014/main" id="{97E7659F-CF86-A4BF-B90D-B9E2F9616EEC}"/>
                    </a:ext>
                  </a:extLst>
                </p:cNvPr>
                <p:cNvPicPr/>
                <p:nvPr/>
              </p:nvPicPr>
              <p:blipFill>
                <a:blip r:embed="rId122"/>
                <a:stretch>
                  <a:fillRect/>
                </a:stretch>
              </p:blipFill>
              <p:spPr>
                <a:xfrm>
                  <a:off x="1572711" y="4413785"/>
                  <a:ext cx="27792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8" name="Ink 77">
                  <a:extLst>
                    <a:ext uri="{FF2B5EF4-FFF2-40B4-BE49-F238E27FC236}">
                      <a16:creationId xmlns:a16="http://schemas.microsoft.com/office/drawing/2014/main" id="{B08C18F8-5937-3F69-234C-705F14805040}"/>
                    </a:ext>
                  </a:extLst>
                </p14:cNvPr>
                <p14:cNvContentPartPr/>
                <p14:nvPr/>
              </p14:nvContentPartPr>
              <p14:xfrm>
                <a:off x="1807431" y="4339265"/>
                <a:ext cx="21600" cy="258840"/>
              </p14:xfrm>
            </p:contentPart>
          </mc:Choice>
          <mc:Fallback xmlns="">
            <p:pic>
              <p:nvPicPr>
                <p:cNvPr id="78" name="Ink 77">
                  <a:extLst>
                    <a:ext uri="{FF2B5EF4-FFF2-40B4-BE49-F238E27FC236}">
                      <a16:creationId xmlns:a16="http://schemas.microsoft.com/office/drawing/2014/main" id="{B08C18F8-5937-3F69-234C-705F14805040}"/>
                    </a:ext>
                  </a:extLst>
                </p:cNvPr>
                <p:cNvPicPr/>
                <p:nvPr/>
              </p:nvPicPr>
              <p:blipFill>
                <a:blip r:embed="rId124"/>
                <a:stretch>
                  <a:fillRect/>
                </a:stretch>
              </p:blipFill>
              <p:spPr>
                <a:xfrm>
                  <a:off x="1798791" y="4330265"/>
                  <a:ext cx="3924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9" name="Ink 78">
                  <a:extLst>
                    <a:ext uri="{FF2B5EF4-FFF2-40B4-BE49-F238E27FC236}">
                      <a16:creationId xmlns:a16="http://schemas.microsoft.com/office/drawing/2014/main" id="{4C5475E1-AF22-6324-5FB8-D89DA6566B25}"/>
                    </a:ext>
                  </a:extLst>
                </p14:cNvPr>
                <p14:cNvContentPartPr/>
                <p14:nvPr/>
              </p14:nvContentPartPr>
              <p14:xfrm>
                <a:off x="1914351" y="4430345"/>
                <a:ext cx="345600" cy="156600"/>
              </p14:xfrm>
            </p:contentPart>
          </mc:Choice>
          <mc:Fallback xmlns="">
            <p:pic>
              <p:nvPicPr>
                <p:cNvPr id="79" name="Ink 78">
                  <a:extLst>
                    <a:ext uri="{FF2B5EF4-FFF2-40B4-BE49-F238E27FC236}">
                      <a16:creationId xmlns:a16="http://schemas.microsoft.com/office/drawing/2014/main" id="{4C5475E1-AF22-6324-5FB8-D89DA6566B25}"/>
                    </a:ext>
                  </a:extLst>
                </p:cNvPr>
                <p:cNvPicPr/>
                <p:nvPr/>
              </p:nvPicPr>
              <p:blipFill>
                <a:blip r:embed="rId126"/>
                <a:stretch>
                  <a:fillRect/>
                </a:stretch>
              </p:blipFill>
              <p:spPr>
                <a:xfrm>
                  <a:off x="1905711" y="4421345"/>
                  <a:ext cx="36324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80" name="Ink 79">
                  <a:extLst>
                    <a:ext uri="{FF2B5EF4-FFF2-40B4-BE49-F238E27FC236}">
                      <a16:creationId xmlns:a16="http://schemas.microsoft.com/office/drawing/2014/main" id="{293D17CB-D594-F0A9-DC47-CE06270837D5}"/>
                    </a:ext>
                  </a:extLst>
                </p14:cNvPr>
                <p14:cNvContentPartPr/>
                <p14:nvPr/>
              </p14:nvContentPartPr>
              <p14:xfrm>
                <a:off x="2312151" y="4359425"/>
                <a:ext cx="149760" cy="200520"/>
              </p14:xfrm>
            </p:contentPart>
          </mc:Choice>
          <mc:Fallback xmlns="">
            <p:pic>
              <p:nvPicPr>
                <p:cNvPr id="80" name="Ink 79">
                  <a:extLst>
                    <a:ext uri="{FF2B5EF4-FFF2-40B4-BE49-F238E27FC236}">
                      <a16:creationId xmlns:a16="http://schemas.microsoft.com/office/drawing/2014/main" id="{293D17CB-D594-F0A9-DC47-CE06270837D5}"/>
                    </a:ext>
                  </a:extLst>
                </p:cNvPr>
                <p:cNvPicPr/>
                <p:nvPr/>
              </p:nvPicPr>
              <p:blipFill>
                <a:blip r:embed="rId128"/>
                <a:stretch>
                  <a:fillRect/>
                </a:stretch>
              </p:blipFill>
              <p:spPr>
                <a:xfrm>
                  <a:off x="2303151" y="4350785"/>
                  <a:ext cx="16740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81" name="Ink 80">
                  <a:extLst>
                    <a:ext uri="{FF2B5EF4-FFF2-40B4-BE49-F238E27FC236}">
                      <a16:creationId xmlns:a16="http://schemas.microsoft.com/office/drawing/2014/main" id="{65220E80-848E-181A-FD40-5E2754F34052}"/>
                    </a:ext>
                  </a:extLst>
                </p14:cNvPr>
                <p14:cNvContentPartPr/>
                <p14:nvPr/>
              </p14:nvContentPartPr>
              <p14:xfrm>
                <a:off x="2455071" y="4440065"/>
                <a:ext cx="17280" cy="30960"/>
              </p14:xfrm>
            </p:contentPart>
          </mc:Choice>
          <mc:Fallback xmlns="">
            <p:pic>
              <p:nvPicPr>
                <p:cNvPr id="81" name="Ink 80">
                  <a:extLst>
                    <a:ext uri="{FF2B5EF4-FFF2-40B4-BE49-F238E27FC236}">
                      <a16:creationId xmlns:a16="http://schemas.microsoft.com/office/drawing/2014/main" id="{65220E80-848E-181A-FD40-5E2754F34052}"/>
                    </a:ext>
                  </a:extLst>
                </p:cNvPr>
                <p:cNvPicPr/>
                <p:nvPr/>
              </p:nvPicPr>
              <p:blipFill>
                <a:blip r:embed="rId130"/>
                <a:stretch>
                  <a:fillRect/>
                </a:stretch>
              </p:blipFill>
              <p:spPr>
                <a:xfrm>
                  <a:off x="2446071" y="4431065"/>
                  <a:ext cx="349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2" name="Ink 81">
                  <a:extLst>
                    <a:ext uri="{FF2B5EF4-FFF2-40B4-BE49-F238E27FC236}">
                      <a16:creationId xmlns:a16="http://schemas.microsoft.com/office/drawing/2014/main" id="{9387E327-BF89-4D7B-D616-2F8C7D4C018F}"/>
                    </a:ext>
                  </a:extLst>
                </p14:cNvPr>
                <p14:cNvContentPartPr/>
                <p14:nvPr/>
              </p14:nvContentPartPr>
              <p14:xfrm>
                <a:off x="2571351" y="4333145"/>
                <a:ext cx="155520" cy="236520"/>
              </p14:xfrm>
            </p:contentPart>
          </mc:Choice>
          <mc:Fallback xmlns="">
            <p:pic>
              <p:nvPicPr>
                <p:cNvPr id="82" name="Ink 81">
                  <a:extLst>
                    <a:ext uri="{FF2B5EF4-FFF2-40B4-BE49-F238E27FC236}">
                      <a16:creationId xmlns:a16="http://schemas.microsoft.com/office/drawing/2014/main" id="{9387E327-BF89-4D7B-D616-2F8C7D4C018F}"/>
                    </a:ext>
                  </a:extLst>
                </p:cNvPr>
                <p:cNvPicPr/>
                <p:nvPr/>
              </p:nvPicPr>
              <p:blipFill>
                <a:blip r:embed="rId132"/>
                <a:stretch>
                  <a:fillRect/>
                </a:stretch>
              </p:blipFill>
              <p:spPr>
                <a:xfrm>
                  <a:off x="2562711" y="4324505"/>
                  <a:ext cx="17316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3" name="Ink 82">
                  <a:extLst>
                    <a:ext uri="{FF2B5EF4-FFF2-40B4-BE49-F238E27FC236}">
                      <a16:creationId xmlns:a16="http://schemas.microsoft.com/office/drawing/2014/main" id="{6827C28C-E391-0B4E-F5EA-1657E48CA395}"/>
                    </a:ext>
                  </a:extLst>
                </p14:cNvPr>
                <p14:cNvContentPartPr/>
                <p14:nvPr/>
              </p14:nvContentPartPr>
              <p14:xfrm>
                <a:off x="2784111" y="4435385"/>
                <a:ext cx="25200" cy="82080"/>
              </p14:xfrm>
            </p:contentPart>
          </mc:Choice>
          <mc:Fallback xmlns="">
            <p:pic>
              <p:nvPicPr>
                <p:cNvPr id="83" name="Ink 82">
                  <a:extLst>
                    <a:ext uri="{FF2B5EF4-FFF2-40B4-BE49-F238E27FC236}">
                      <a16:creationId xmlns:a16="http://schemas.microsoft.com/office/drawing/2014/main" id="{6827C28C-E391-0B4E-F5EA-1657E48CA395}"/>
                    </a:ext>
                  </a:extLst>
                </p:cNvPr>
                <p:cNvPicPr/>
                <p:nvPr/>
              </p:nvPicPr>
              <p:blipFill>
                <a:blip r:embed="rId134"/>
                <a:stretch>
                  <a:fillRect/>
                </a:stretch>
              </p:blipFill>
              <p:spPr>
                <a:xfrm>
                  <a:off x="2775111" y="4426745"/>
                  <a:ext cx="4284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4" name="Ink 83">
                  <a:extLst>
                    <a:ext uri="{FF2B5EF4-FFF2-40B4-BE49-F238E27FC236}">
                      <a16:creationId xmlns:a16="http://schemas.microsoft.com/office/drawing/2014/main" id="{E1992EAD-68E9-A197-261B-C97538EA8ADF}"/>
                    </a:ext>
                  </a:extLst>
                </p14:cNvPr>
                <p14:cNvContentPartPr/>
                <p14:nvPr/>
              </p14:nvContentPartPr>
              <p14:xfrm>
                <a:off x="2823711" y="4379945"/>
                <a:ext cx="5400" cy="1080"/>
              </p14:xfrm>
            </p:contentPart>
          </mc:Choice>
          <mc:Fallback xmlns="">
            <p:pic>
              <p:nvPicPr>
                <p:cNvPr id="84" name="Ink 83">
                  <a:extLst>
                    <a:ext uri="{FF2B5EF4-FFF2-40B4-BE49-F238E27FC236}">
                      <a16:creationId xmlns:a16="http://schemas.microsoft.com/office/drawing/2014/main" id="{E1992EAD-68E9-A197-261B-C97538EA8ADF}"/>
                    </a:ext>
                  </a:extLst>
                </p:cNvPr>
                <p:cNvPicPr/>
                <p:nvPr/>
              </p:nvPicPr>
              <p:blipFill>
                <a:blip r:embed="rId136"/>
                <a:stretch>
                  <a:fillRect/>
                </a:stretch>
              </p:blipFill>
              <p:spPr>
                <a:xfrm>
                  <a:off x="2815071" y="4371305"/>
                  <a:ext cx="2304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85" name="Ink 84">
                  <a:extLst>
                    <a:ext uri="{FF2B5EF4-FFF2-40B4-BE49-F238E27FC236}">
                      <a16:creationId xmlns:a16="http://schemas.microsoft.com/office/drawing/2014/main" id="{DB34687A-C0B3-E7F4-A664-A6866E345583}"/>
                    </a:ext>
                  </a:extLst>
                </p14:cNvPr>
                <p14:cNvContentPartPr/>
                <p14:nvPr/>
              </p14:nvContentPartPr>
              <p14:xfrm>
                <a:off x="2858991" y="4465625"/>
                <a:ext cx="51840" cy="24120"/>
              </p14:xfrm>
            </p:contentPart>
          </mc:Choice>
          <mc:Fallback xmlns="">
            <p:pic>
              <p:nvPicPr>
                <p:cNvPr id="85" name="Ink 84">
                  <a:extLst>
                    <a:ext uri="{FF2B5EF4-FFF2-40B4-BE49-F238E27FC236}">
                      <a16:creationId xmlns:a16="http://schemas.microsoft.com/office/drawing/2014/main" id="{DB34687A-C0B3-E7F4-A664-A6866E345583}"/>
                    </a:ext>
                  </a:extLst>
                </p:cNvPr>
                <p:cNvPicPr/>
                <p:nvPr/>
              </p:nvPicPr>
              <p:blipFill>
                <a:blip r:embed="rId138"/>
                <a:stretch>
                  <a:fillRect/>
                </a:stretch>
              </p:blipFill>
              <p:spPr>
                <a:xfrm>
                  <a:off x="2850351" y="4456625"/>
                  <a:ext cx="694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7" name="Ink 86">
                  <a:extLst>
                    <a:ext uri="{FF2B5EF4-FFF2-40B4-BE49-F238E27FC236}">
                      <a16:creationId xmlns:a16="http://schemas.microsoft.com/office/drawing/2014/main" id="{CCE98337-170E-C39D-7BE9-F6FFE295EB87}"/>
                    </a:ext>
                  </a:extLst>
                </p14:cNvPr>
                <p14:cNvContentPartPr/>
                <p14:nvPr/>
              </p14:nvContentPartPr>
              <p14:xfrm>
                <a:off x="2970591" y="4336745"/>
                <a:ext cx="113400" cy="190080"/>
              </p14:xfrm>
            </p:contentPart>
          </mc:Choice>
          <mc:Fallback xmlns="">
            <p:pic>
              <p:nvPicPr>
                <p:cNvPr id="87" name="Ink 86">
                  <a:extLst>
                    <a:ext uri="{FF2B5EF4-FFF2-40B4-BE49-F238E27FC236}">
                      <a16:creationId xmlns:a16="http://schemas.microsoft.com/office/drawing/2014/main" id="{CCE98337-170E-C39D-7BE9-F6FFE295EB87}"/>
                    </a:ext>
                  </a:extLst>
                </p:cNvPr>
                <p:cNvPicPr/>
                <p:nvPr/>
              </p:nvPicPr>
              <p:blipFill>
                <a:blip r:embed="rId140"/>
                <a:stretch>
                  <a:fillRect/>
                </a:stretch>
              </p:blipFill>
              <p:spPr>
                <a:xfrm>
                  <a:off x="2961591" y="4327745"/>
                  <a:ext cx="13104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8" name="Ink 87">
                  <a:extLst>
                    <a:ext uri="{FF2B5EF4-FFF2-40B4-BE49-F238E27FC236}">
                      <a16:creationId xmlns:a16="http://schemas.microsoft.com/office/drawing/2014/main" id="{BF53330F-E312-2D39-9010-E375C438E1AA}"/>
                    </a:ext>
                  </a:extLst>
                </p14:cNvPr>
                <p14:cNvContentPartPr/>
                <p14:nvPr/>
              </p14:nvContentPartPr>
              <p14:xfrm>
                <a:off x="3117111" y="4446545"/>
                <a:ext cx="21240" cy="64800"/>
              </p14:xfrm>
            </p:contentPart>
          </mc:Choice>
          <mc:Fallback xmlns="">
            <p:pic>
              <p:nvPicPr>
                <p:cNvPr id="88" name="Ink 87">
                  <a:extLst>
                    <a:ext uri="{FF2B5EF4-FFF2-40B4-BE49-F238E27FC236}">
                      <a16:creationId xmlns:a16="http://schemas.microsoft.com/office/drawing/2014/main" id="{BF53330F-E312-2D39-9010-E375C438E1AA}"/>
                    </a:ext>
                  </a:extLst>
                </p:cNvPr>
                <p:cNvPicPr/>
                <p:nvPr/>
              </p:nvPicPr>
              <p:blipFill>
                <a:blip r:embed="rId142"/>
                <a:stretch>
                  <a:fillRect/>
                </a:stretch>
              </p:blipFill>
              <p:spPr>
                <a:xfrm>
                  <a:off x="3108111" y="4437905"/>
                  <a:ext cx="388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9" name="Ink 88">
                  <a:extLst>
                    <a:ext uri="{FF2B5EF4-FFF2-40B4-BE49-F238E27FC236}">
                      <a16:creationId xmlns:a16="http://schemas.microsoft.com/office/drawing/2014/main" id="{6E3517FA-7661-E822-CAFA-819D1D5D7174}"/>
                    </a:ext>
                  </a:extLst>
                </p14:cNvPr>
                <p14:cNvContentPartPr/>
                <p14:nvPr/>
              </p14:nvContentPartPr>
              <p14:xfrm>
                <a:off x="3172551" y="4396505"/>
                <a:ext cx="4680" cy="19080"/>
              </p14:xfrm>
            </p:contentPart>
          </mc:Choice>
          <mc:Fallback xmlns="">
            <p:pic>
              <p:nvPicPr>
                <p:cNvPr id="89" name="Ink 88">
                  <a:extLst>
                    <a:ext uri="{FF2B5EF4-FFF2-40B4-BE49-F238E27FC236}">
                      <a16:creationId xmlns:a16="http://schemas.microsoft.com/office/drawing/2014/main" id="{6E3517FA-7661-E822-CAFA-819D1D5D7174}"/>
                    </a:ext>
                  </a:extLst>
                </p:cNvPr>
                <p:cNvPicPr/>
                <p:nvPr/>
              </p:nvPicPr>
              <p:blipFill>
                <a:blip r:embed="rId144"/>
                <a:stretch>
                  <a:fillRect/>
                </a:stretch>
              </p:blipFill>
              <p:spPr>
                <a:xfrm>
                  <a:off x="3163551" y="4387505"/>
                  <a:ext cx="2232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90" name="Ink 89">
                  <a:extLst>
                    <a:ext uri="{FF2B5EF4-FFF2-40B4-BE49-F238E27FC236}">
                      <a16:creationId xmlns:a16="http://schemas.microsoft.com/office/drawing/2014/main" id="{1178D86D-F172-D1B9-0499-9822E1FF11DF}"/>
                    </a:ext>
                  </a:extLst>
                </p14:cNvPr>
                <p14:cNvContentPartPr/>
                <p14:nvPr/>
              </p14:nvContentPartPr>
              <p14:xfrm>
                <a:off x="3139071" y="4410545"/>
                <a:ext cx="213480" cy="258120"/>
              </p14:xfrm>
            </p:contentPart>
          </mc:Choice>
          <mc:Fallback xmlns="">
            <p:pic>
              <p:nvPicPr>
                <p:cNvPr id="90" name="Ink 89">
                  <a:extLst>
                    <a:ext uri="{FF2B5EF4-FFF2-40B4-BE49-F238E27FC236}">
                      <a16:creationId xmlns:a16="http://schemas.microsoft.com/office/drawing/2014/main" id="{1178D86D-F172-D1B9-0499-9822E1FF11DF}"/>
                    </a:ext>
                  </a:extLst>
                </p:cNvPr>
                <p:cNvPicPr/>
                <p:nvPr/>
              </p:nvPicPr>
              <p:blipFill>
                <a:blip r:embed="rId146"/>
                <a:stretch>
                  <a:fillRect/>
                </a:stretch>
              </p:blipFill>
              <p:spPr>
                <a:xfrm>
                  <a:off x="3130431" y="4401905"/>
                  <a:ext cx="23112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20" name="Ink 119">
                  <a:extLst>
                    <a:ext uri="{FF2B5EF4-FFF2-40B4-BE49-F238E27FC236}">
                      <a16:creationId xmlns:a16="http://schemas.microsoft.com/office/drawing/2014/main" id="{2410211A-A58A-64EB-2884-562E383B03E0}"/>
                    </a:ext>
                  </a:extLst>
                </p14:cNvPr>
                <p14:cNvContentPartPr/>
                <p14:nvPr/>
              </p14:nvContentPartPr>
              <p14:xfrm>
                <a:off x="7895751" y="1930505"/>
                <a:ext cx="132480" cy="160200"/>
              </p14:xfrm>
            </p:contentPart>
          </mc:Choice>
          <mc:Fallback xmlns="">
            <p:pic>
              <p:nvPicPr>
                <p:cNvPr id="120" name="Ink 119">
                  <a:extLst>
                    <a:ext uri="{FF2B5EF4-FFF2-40B4-BE49-F238E27FC236}">
                      <a16:creationId xmlns:a16="http://schemas.microsoft.com/office/drawing/2014/main" id="{2410211A-A58A-64EB-2884-562E383B03E0}"/>
                    </a:ext>
                  </a:extLst>
                </p:cNvPr>
                <p:cNvPicPr/>
                <p:nvPr/>
              </p:nvPicPr>
              <p:blipFill>
                <a:blip r:embed="rId148"/>
                <a:stretch>
                  <a:fillRect/>
                </a:stretch>
              </p:blipFill>
              <p:spPr>
                <a:xfrm>
                  <a:off x="7886751" y="1921865"/>
                  <a:ext cx="15012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21" name="Ink 120">
                  <a:extLst>
                    <a:ext uri="{FF2B5EF4-FFF2-40B4-BE49-F238E27FC236}">
                      <a16:creationId xmlns:a16="http://schemas.microsoft.com/office/drawing/2014/main" id="{7AC449F9-8FA2-9983-120E-771A28B24AF1}"/>
                    </a:ext>
                  </a:extLst>
                </p14:cNvPr>
                <p14:cNvContentPartPr/>
                <p14:nvPr/>
              </p14:nvContentPartPr>
              <p14:xfrm>
                <a:off x="8138751" y="1925465"/>
                <a:ext cx="203760" cy="146520"/>
              </p14:xfrm>
            </p:contentPart>
          </mc:Choice>
          <mc:Fallback xmlns="">
            <p:pic>
              <p:nvPicPr>
                <p:cNvPr id="121" name="Ink 120">
                  <a:extLst>
                    <a:ext uri="{FF2B5EF4-FFF2-40B4-BE49-F238E27FC236}">
                      <a16:creationId xmlns:a16="http://schemas.microsoft.com/office/drawing/2014/main" id="{7AC449F9-8FA2-9983-120E-771A28B24AF1}"/>
                    </a:ext>
                  </a:extLst>
                </p:cNvPr>
                <p:cNvPicPr/>
                <p:nvPr/>
              </p:nvPicPr>
              <p:blipFill>
                <a:blip r:embed="rId150"/>
                <a:stretch>
                  <a:fillRect/>
                </a:stretch>
              </p:blipFill>
              <p:spPr>
                <a:xfrm>
                  <a:off x="8129751" y="1916465"/>
                  <a:ext cx="22140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35" name="Ink 134">
                  <a:extLst>
                    <a:ext uri="{FF2B5EF4-FFF2-40B4-BE49-F238E27FC236}">
                      <a16:creationId xmlns:a16="http://schemas.microsoft.com/office/drawing/2014/main" id="{56310098-8A1B-48E3-7998-DE4A0DEF8617}"/>
                    </a:ext>
                  </a:extLst>
                </p14:cNvPr>
                <p14:cNvContentPartPr/>
                <p14:nvPr/>
              </p14:nvContentPartPr>
              <p14:xfrm>
                <a:off x="7604871" y="2940305"/>
                <a:ext cx="89280" cy="999000"/>
              </p14:xfrm>
            </p:contentPart>
          </mc:Choice>
          <mc:Fallback xmlns="">
            <p:pic>
              <p:nvPicPr>
                <p:cNvPr id="135" name="Ink 134">
                  <a:extLst>
                    <a:ext uri="{FF2B5EF4-FFF2-40B4-BE49-F238E27FC236}">
                      <a16:creationId xmlns:a16="http://schemas.microsoft.com/office/drawing/2014/main" id="{56310098-8A1B-48E3-7998-DE4A0DEF8617}"/>
                    </a:ext>
                  </a:extLst>
                </p:cNvPr>
                <p:cNvPicPr/>
                <p:nvPr/>
              </p:nvPicPr>
              <p:blipFill>
                <a:blip r:embed="rId152"/>
                <a:stretch>
                  <a:fillRect/>
                </a:stretch>
              </p:blipFill>
              <p:spPr>
                <a:xfrm>
                  <a:off x="7595871" y="2931305"/>
                  <a:ext cx="106920" cy="101664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36" name="Ink 135">
                  <a:extLst>
                    <a:ext uri="{FF2B5EF4-FFF2-40B4-BE49-F238E27FC236}">
                      <a16:creationId xmlns:a16="http://schemas.microsoft.com/office/drawing/2014/main" id="{2E7BD7A9-6C7A-38B9-B3AE-20C92BE90934}"/>
                    </a:ext>
                  </a:extLst>
                </p14:cNvPr>
                <p14:cNvContentPartPr/>
                <p14:nvPr/>
              </p14:nvContentPartPr>
              <p14:xfrm>
                <a:off x="7320111" y="4096625"/>
                <a:ext cx="60480" cy="207000"/>
              </p14:xfrm>
            </p:contentPart>
          </mc:Choice>
          <mc:Fallback xmlns="">
            <p:pic>
              <p:nvPicPr>
                <p:cNvPr id="136" name="Ink 135">
                  <a:extLst>
                    <a:ext uri="{FF2B5EF4-FFF2-40B4-BE49-F238E27FC236}">
                      <a16:creationId xmlns:a16="http://schemas.microsoft.com/office/drawing/2014/main" id="{2E7BD7A9-6C7A-38B9-B3AE-20C92BE90934}"/>
                    </a:ext>
                  </a:extLst>
                </p:cNvPr>
                <p:cNvPicPr/>
                <p:nvPr/>
              </p:nvPicPr>
              <p:blipFill>
                <a:blip r:embed="rId154"/>
                <a:stretch>
                  <a:fillRect/>
                </a:stretch>
              </p:blipFill>
              <p:spPr>
                <a:xfrm>
                  <a:off x="7311471" y="4087985"/>
                  <a:ext cx="7812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41" name="Ink 140">
                  <a:extLst>
                    <a:ext uri="{FF2B5EF4-FFF2-40B4-BE49-F238E27FC236}">
                      <a16:creationId xmlns:a16="http://schemas.microsoft.com/office/drawing/2014/main" id="{6FF317E0-1190-A613-6159-980F12F33F57}"/>
                    </a:ext>
                  </a:extLst>
                </p14:cNvPr>
                <p14:cNvContentPartPr/>
                <p14:nvPr/>
              </p14:nvContentPartPr>
              <p14:xfrm>
                <a:off x="7411191" y="4098065"/>
                <a:ext cx="109800" cy="134280"/>
              </p14:xfrm>
            </p:contentPart>
          </mc:Choice>
          <mc:Fallback xmlns="">
            <p:pic>
              <p:nvPicPr>
                <p:cNvPr id="141" name="Ink 140">
                  <a:extLst>
                    <a:ext uri="{FF2B5EF4-FFF2-40B4-BE49-F238E27FC236}">
                      <a16:creationId xmlns:a16="http://schemas.microsoft.com/office/drawing/2014/main" id="{6FF317E0-1190-A613-6159-980F12F33F57}"/>
                    </a:ext>
                  </a:extLst>
                </p:cNvPr>
                <p:cNvPicPr/>
                <p:nvPr/>
              </p:nvPicPr>
              <p:blipFill>
                <a:blip r:embed="rId156"/>
                <a:stretch>
                  <a:fillRect/>
                </a:stretch>
              </p:blipFill>
              <p:spPr>
                <a:xfrm>
                  <a:off x="7402551" y="4089065"/>
                  <a:ext cx="12744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42" name="Ink 141">
                  <a:extLst>
                    <a:ext uri="{FF2B5EF4-FFF2-40B4-BE49-F238E27FC236}">
                      <a16:creationId xmlns:a16="http://schemas.microsoft.com/office/drawing/2014/main" id="{96437CB1-E368-05F3-5596-B0402F8D742C}"/>
                    </a:ext>
                  </a:extLst>
                </p14:cNvPr>
                <p14:cNvContentPartPr/>
                <p14:nvPr/>
              </p14:nvContentPartPr>
              <p14:xfrm>
                <a:off x="7551591" y="4072145"/>
                <a:ext cx="36720" cy="142200"/>
              </p14:xfrm>
            </p:contentPart>
          </mc:Choice>
          <mc:Fallback xmlns="">
            <p:pic>
              <p:nvPicPr>
                <p:cNvPr id="142" name="Ink 141">
                  <a:extLst>
                    <a:ext uri="{FF2B5EF4-FFF2-40B4-BE49-F238E27FC236}">
                      <a16:creationId xmlns:a16="http://schemas.microsoft.com/office/drawing/2014/main" id="{96437CB1-E368-05F3-5596-B0402F8D742C}"/>
                    </a:ext>
                  </a:extLst>
                </p:cNvPr>
                <p:cNvPicPr/>
                <p:nvPr/>
              </p:nvPicPr>
              <p:blipFill>
                <a:blip r:embed="rId158"/>
                <a:stretch>
                  <a:fillRect/>
                </a:stretch>
              </p:blipFill>
              <p:spPr>
                <a:xfrm>
                  <a:off x="7542591" y="4063505"/>
                  <a:ext cx="543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43" name="Ink 142">
                  <a:extLst>
                    <a:ext uri="{FF2B5EF4-FFF2-40B4-BE49-F238E27FC236}">
                      <a16:creationId xmlns:a16="http://schemas.microsoft.com/office/drawing/2014/main" id="{405A6DE9-1FFE-B41E-D9EB-E33E6F2F89C2}"/>
                    </a:ext>
                  </a:extLst>
                </p14:cNvPr>
                <p14:cNvContentPartPr/>
                <p14:nvPr/>
              </p14:nvContentPartPr>
              <p14:xfrm>
                <a:off x="7528551" y="4078985"/>
                <a:ext cx="208440" cy="110520"/>
              </p14:xfrm>
            </p:contentPart>
          </mc:Choice>
          <mc:Fallback xmlns="">
            <p:pic>
              <p:nvPicPr>
                <p:cNvPr id="143" name="Ink 142">
                  <a:extLst>
                    <a:ext uri="{FF2B5EF4-FFF2-40B4-BE49-F238E27FC236}">
                      <a16:creationId xmlns:a16="http://schemas.microsoft.com/office/drawing/2014/main" id="{405A6DE9-1FFE-B41E-D9EB-E33E6F2F89C2}"/>
                    </a:ext>
                  </a:extLst>
                </p:cNvPr>
                <p:cNvPicPr/>
                <p:nvPr/>
              </p:nvPicPr>
              <p:blipFill>
                <a:blip r:embed="rId160"/>
                <a:stretch>
                  <a:fillRect/>
                </a:stretch>
              </p:blipFill>
              <p:spPr>
                <a:xfrm>
                  <a:off x="7519551" y="4070345"/>
                  <a:ext cx="22608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44" name="Ink 143">
                  <a:extLst>
                    <a:ext uri="{FF2B5EF4-FFF2-40B4-BE49-F238E27FC236}">
                      <a16:creationId xmlns:a16="http://schemas.microsoft.com/office/drawing/2014/main" id="{119AED6A-5D03-9E82-E650-337DF56769D3}"/>
                    </a:ext>
                  </a:extLst>
                </p14:cNvPr>
                <p14:cNvContentPartPr/>
                <p14:nvPr/>
              </p14:nvContentPartPr>
              <p14:xfrm>
                <a:off x="7253871" y="4356545"/>
                <a:ext cx="92160" cy="252360"/>
              </p14:xfrm>
            </p:contentPart>
          </mc:Choice>
          <mc:Fallback xmlns="">
            <p:pic>
              <p:nvPicPr>
                <p:cNvPr id="144" name="Ink 143">
                  <a:extLst>
                    <a:ext uri="{FF2B5EF4-FFF2-40B4-BE49-F238E27FC236}">
                      <a16:creationId xmlns:a16="http://schemas.microsoft.com/office/drawing/2014/main" id="{119AED6A-5D03-9E82-E650-337DF56769D3}"/>
                    </a:ext>
                  </a:extLst>
                </p:cNvPr>
                <p:cNvPicPr/>
                <p:nvPr/>
              </p:nvPicPr>
              <p:blipFill>
                <a:blip r:embed="rId162"/>
                <a:stretch>
                  <a:fillRect/>
                </a:stretch>
              </p:blipFill>
              <p:spPr>
                <a:xfrm>
                  <a:off x="7244871" y="4347905"/>
                  <a:ext cx="10980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45" name="Ink 144">
                  <a:extLst>
                    <a:ext uri="{FF2B5EF4-FFF2-40B4-BE49-F238E27FC236}">
                      <a16:creationId xmlns:a16="http://schemas.microsoft.com/office/drawing/2014/main" id="{F6CCEF51-FDA7-E445-4D66-FF0BEF4BDED7}"/>
                    </a:ext>
                  </a:extLst>
                </p14:cNvPr>
                <p14:cNvContentPartPr/>
                <p14:nvPr/>
              </p14:nvContentPartPr>
              <p14:xfrm>
                <a:off x="7439631" y="4269065"/>
                <a:ext cx="106560" cy="414000"/>
              </p14:xfrm>
            </p:contentPart>
          </mc:Choice>
          <mc:Fallback xmlns="">
            <p:pic>
              <p:nvPicPr>
                <p:cNvPr id="145" name="Ink 144">
                  <a:extLst>
                    <a:ext uri="{FF2B5EF4-FFF2-40B4-BE49-F238E27FC236}">
                      <a16:creationId xmlns:a16="http://schemas.microsoft.com/office/drawing/2014/main" id="{F6CCEF51-FDA7-E445-4D66-FF0BEF4BDED7}"/>
                    </a:ext>
                  </a:extLst>
                </p:cNvPr>
                <p:cNvPicPr/>
                <p:nvPr/>
              </p:nvPicPr>
              <p:blipFill>
                <a:blip r:embed="rId164"/>
                <a:stretch>
                  <a:fillRect/>
                </a:stretch>
              </p:blipFill>
              <p:spPr>
                <a:xfrm>
                  <a:off x="7430631" y="4260425"/>
                  <a:ext cx="124200" cy="4316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46" name="Ink 145">
                  <a:extLst>
                    <a:ext uri="{FF2B5EF4-FFF2-40B4-BE49-F238E27FC236}">
                      <a16:creationId xmlns:a16="http://schemas.microsoft.com/office/drawing/2014/main" id="{94A795A1-FEBD-715D-4801-B30C928D8E22}"/>
                    </a:ext>
                  </a:extLst>
                </p14:cNvPr>
                <p14:cNvContentPartPr/>
                <p14:nvPr/>
              </p14:nvContentPartPr>
              <p14:xfrm>
                <a:off x="7441071" y="4427105"/>
                <a:ext cx="193680" cy="117360"/>
              </p14:xfrm>
            </p:contentPart>
          </mc:Choice>
          <mc:Fallback xmlns="">
            <p:pic>
              <p:nvPicPr>
                <p:cNvPr id="146" name="Ink 145">
                  <a:extLst>
                    <a:ext uri="{FF2B5EF4-FFF2-40B4-BE49-F238E27FC236}">
                      <a16:creationId xmlns:a16="http://schemas.microsoft.com/office/drawing/2014/main" id="{94A795A1-FEBD-715D-4801-B30C928D8E22}"/>
                    </a:ext>
                  </a:extLst>
                </p:cNvPr>
                <p:cNvPicPr/>
                <p:nvPr/>
              </p:nvPicPr>
              <p:blipFill>
                <a:blip r:embed="rId166"/>
                <a:stretch>
                  <a:fillRect/>
                </a:stretch>
              </p:blipFill>
              <p:spPr>
                <a:xfrm>
                  <a:off x="7432431" y="4418465"/>
                  <a:ext cx="21132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47" name="Ink 146">
                  <a:extLst>
                    <a:ext uri="{FF2B5EF4-FFF2-40B4-BE49-F238E27FC236}">
                      <a16:creationId xmlns:a16="http://schemas.microsoft.com/office/drawing/2014/main" id="{CB0477EA-1897-E0E7-FD9A-91725810E082}"/>
                    </a:ext>
                  </a:extLst>
                </p14:cNvPr>
                <p14:cNvContentPartPr/>
                <p14:nvPr/>
              </p14:nvContentPartPr>
              <p14:xfrm>
                <a:off x="7672551" y="4408025"/>
                <a:ext cx="73440" cy="129600"/>
              </p14:xfrm>
            </p:contentPart>
          </mc:Choice>
          <mc:Fallback xmlns="">
            <p:pic>
              <p:nvPicPr>
                <p:cNvPr id="147" name="Ink 146">
                  <a:extLst>
                    <a:ext uri="{FF2B5EF4-FFF2-40B4-BE49-F238E27FC236}">
                      <a16:creationId xmlns:a16="http://schemas.microsoft.com/office/drawing/2014/main" id="{CB0477EA-1897-E0E7-FD9A-91725810E082}"/>
                    </a:ext>
                  </a:extLst>
                </p:cNvPr>
                <p:cNvPicPr/>
                <p:nvPr/>
              </p:nvPicPr>
              <p:blipFill>
                <a:blip r:embed="rId168"/>
                <a:stretch>
                  <a:fillRect/>
                </a:stretch>
              </p:blipFill>
              <p:spPr>
                <a:xfrm>
                  <a:off x="7663551" y="4399385"/>
                  <a:ext cx="9108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48" name="Ink 147">
                  <a:extLst>
                    <a:ext uri="{FF2B5EF4-FFF2-40B4-BE49-F238E27FC236}">
                      <a16:creationId xmlns:a16="http://schemas.microsoft.com/office/drawing/2014/main" id="{8B6DD213-1113-74F4-93FE-08A01652C541}"/>
                    </a:ext>
                  </a:extLst>
                </p14:cNvPr>
                <p14:cNvContentPartPr/>
                <p14:nvPr/>
              </p14:nvContentPartPr>
              <p14:xfrm>
                <a:off x="7789191" y="4405145"/>
                <a:ext cx="16200" cy="121680"/>
              </p14:xfrm>
            </p:contentPart>
          </mc:Choice>
          <mc:Fallback xmlns="">
            <p:pic>
              <p:nvPicPr>
                <p:cNvPr id="148" name="Ink 147">
                  <a:extLst>
                    <a:ext uri="{FF2B5EF4-FFF2-40B4-BE49-F238E27FC236}">
                      <a16:creationId xmlns:a16="http://schemas.microsoft.com/office/drawing/2014/main" id="{8B6DD213-1113-74F4-93FE-08A01652C541}"/>
                    </a:ext>
                  </a:extLst>
                </p:cNvPr>
                <p:cNvPicPr/>
                <p:nvPr/>
              </p:nvPicPr>
              <p:blipFill>
                <a:blip r:embed="rId170"/>
                <a:stretch>
                  <a:fillRect/>
                </a:stretch>
              </p:blipFill>
              <p:spPr>
                <a:xfrm>
                  <a:off x="7780551" y="4396505"/>
                  <a:ext cx="3384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49" name="Ink 148">
                  <a:extLst>
                    <a:ext uri="{FF2B5EF4-FFF2-40B4-BE49-F238E27FC236}">
                      <a16:creationId xmlns:a16="http://schemas.microsoft.com/office/drawing/2014/main" id="{5D28763F-7DAB-C881-181D-C46C32898D54}"/>
                    </a:ext>
                  </a:extLst>
                </p14:cNvPr>
                <p14:cNvContentPartPr/>
                <p14:nvPr/>
              </p14:nvContentPartPr>
              <p14:xfrm>
                <a:off x="7801071" y="4308305"/>
                <a:ext cx="9360" cy="11520"/>
              </p14:xfrm>
            </p:contentPart>
          </mc:Choice>
          <mc:Fallback xmlns="">
            <p:pic>
              <p:nvPicPr>
                <p:cNvPr id="149" name="Ink 148">
                  <a:extLst>
                    <a:ext uri="{FF2B5EF4-FFF2-40B4-BE49-F238E27FC236}">
                      <a16:creationId xmlns:a16="http://schemas.microsoft.com/office/drawing/2014/main" id="{5D28763F-7DAB-C881-181D-C46C32898D54}"/>
                    </a:ext>
                  </a:extLst>
                </p:cNvPr>
                <p:cNvPicPr/>
                <p:nvPr/>
              </p:nvPicPr>
              <p:blipFill>
                <a:blip r:embed="rId172"/>
                <a:stretch>
                  <a:fillRect/>
                </a:stretch>
              </p:blipFill>
              <p:spPr>
                <a:xfrm>
                  <a:off x="7792071" y="4299305"/>
                  <a:ext cx="2700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50" name="Ink 149">
                  <a:extLst>
                    <a:ext uri="{FF2B5EF4-FFF2-40B4-BE49-F238E27FC236}">
                      <a16:creationId xmlns:a16="http://schemas.microsoft.com/office/drawing/2014/main" id="{6180D83A-39EF-C76D-81F0-B734D142A4E7}"/>
                    </a:ext>
                  </a:extLst>
                </p14:cNvPr>
                <p14:cNvContentPartPr/>
                <p14:nvPr/>
              </p14:nvContentPartPr>
              <p14:xfrm>
                <a:off x="7855791" y="4334585"/>
                <a:ext cx="20880" cy="180000"/>
              </p14:xfrm>
            </p:contentPart>
          </mc:Choice>
          <mc:Fallback xmlns="">
            <p:pic>
              <p:nvPicPr>
                <p:cNvPr id="150" name="Ink 149">
                  <a:extLst>
                    <a:ext uri="{FF2B5EF4-FFF2-40B4-BE49-F238E27FC236}">
                      <a16:creationId xmlns:a16="http://schemas.microsoft.com/office/drawing/2014/main" id="{6180D83A-39EF-C76D-81F0-B734D142A4E7}"/>
                    </a:ext>
                  </a:extLst>
                </p:cNvPr>
                <p:cNvPicPr/>
                <p:nvPr/>
              </p:nvPicPr>
              <p:blipFill>
                <a:blip r:embed="rId174"/>
                <a:stretch>
                  <a:fillRect/>
                </a:stretch>
              </p:blipFill>
              <p:spPr>
                <a:xfrm>
                  <a:off x="7846791" y="4325585"/>
                  <a:ext cx="3852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51" name="Ink 150">
                  <a:extLst>
                    <a:ext uri="{FF2B5EF4-FFF2-40B4-BE49-F238E27FC236}">
                      <a16:creationId xmlns:a16="http://schemas.microsoft.com/office/drawing/2014/main" id="{E5159E59-F607-40F7-151E-1533F3191337}"/>
                    </a:ext>
                  </a:extLst>
                </p14:cNvPr>
                <p14:cNvContentPartPr/>
                <p14:nvPr/>
              </p14:nvContentPartPr>
              <p14:xfrm>
                <a:off x="7850391" y="4348625"/>
                <a:ext cx="179640" cy="138600"/>
              </p14:xfrm>
            </p:contentPart>
          </mc:Choice>
          <mc:Fallback xmlns="">
            <p:pic>
              <p:nvPicPr>
                <p:cNvPr id="151" name="Ink 150">
                  <a:extLst>
                    <a:ext uri="{FF2B5EF4-FFF2-40B4-BE49-F238E27FC236}">
                      <a16:creationId xmlns:a16="http://schemas.microsoft.com/office/drawing/2014/main" id="{E5159E59-F607-40F7-151E-1533F3191337}"/>
                    </a:ext>
                  </a:extLst>
                </p:cNvPr>
                <p:cNvPicPr/>
                <p:nvPr/>
              </p:nvPicPr>
              <p:blipFill>
                <a:blip r:embed="rId176"/>
                <a:stretch>
                  <a:fillRect/>
                </a:stretch>
              </p:blipFill>
              <p:spPr>
                <a:xfrm>
                  <a:off x="7841751" y="4339985"/>
                  <a:ext cx="19728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52" name="Ink 151">
                  <a:extLst>
                    <a:ext uri="{FF2B5EF4-FFF2-40B4-BE49-F238E27FC236}">
                      <a16:creationId xmlns:a16="http://schemas.microsoft.com/office/drawing/2014/main" id="{D7DC22A2-3487-8E2E-7E20-34E92A05243C}"/>
                    </a:ext>
                  </a:extLst>
                </p14:cNvPr>
                <p14:cNvContentPartPr/>
                <p14:nvPr/>
              </p14:nvContentPartPr>
              <p14:xfrm>
                <a:off x="8062431" y="4273745"/>
                <a:ext cx="71640" cy="254520"/>
              </p14:xfrm>
            </p:contentPart>
          </mc:Choice>
          <mc:Fallback xmlns="">
            <p:pic>
              <p:nvPicPr>
                <p:cNvPr id="152" name="Ink 151">
                  <a:extLst>
                    <a:ext uri="{FF2B5EF4-FFF2-40B4-BE49-F238E27FC236}">
                      <a16:creationId xmlns:a16="http://schemas.microsoft.com/office/drawing/2014/main" id="{D7DC22A2-3487-8E2E-7E20-34E92A05243C}"/>
                    </a:ext>
                  </a:extLst>
                </p:cNvPr>
                <p:cNvPicPr/>
                <p:nvPr/>
              </p:nvPicPr>
              <p:blipFill>
                <a:blip r:embed="rId178"/>
                <a:stretch>
                  <a:fillRect/>
                </a:stretch>
              </p:blipFill>
              <p:spPr>
                <a:xfrm>
                  <a:off x="8053431" y="4264745"/>
                  <a:ext cx="8928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53" name="Ink 152">
                  <a:extLst>
                    <a:ext uri="{FF2B5EF4-FFF2-40B4-BE49-F238E27FC236}">
                      <a16:creationId xmlns:a16="http://schemas.microsoft.com/office/drawing/2014/main" id="{DCABBBF0-7399-2E00-0F58-F9BCC001DF7F}"/>
                    </a:ext>
                  </a:extLst>
                </p14:cNvPr>
                <p14:cNvContentPartPr/>
                <p14:nvPr/>
              </p14:nvContentPartPr>
              <p14:xfrm>
                <a:off x="8240271" y="4343225"/>
                <a:ext cx="24840" cy="150480"/>
              </p14:xfrm>
            </p:contentPart>
          </mc:Choice>
          <mc:Fallback xmlns="">
            <p:pic>
              <p:nvPicPr>
                <p:cNvPr id="153" name="Ink 152">
                  <a:extLst>
                    <a:ext uri="{FF2B5EF4-FFF2-40B4-BE49-F238E27FC236}">
                      <a16:creationId xmlns:a16="http://schemas.microsoft.com/office/drawing/2014/main" id="{DCABBBF0-7399-2E00-0F58-F9BCC001DF7F}"/>
                    </a:ext>
                  </a:extLst>
                </p:cNvPr>
                <p:cNvPicPr/>
                <p:nvPr/>
              </p:nvPicPr>
              <p:blipFill>
                <a:blip r:embed="rId180"/>
                <a:stretch>
                  <a:fillRect/>
                </a:stretch>
              </p:blipFill>
              <p:spPr>
                <a:xfrm>
                  <a:off x="8231271" y="4334585"/>
                  <a:ext cx="4248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92" name="Ink 91">
                  <a:extLst>
                    <a:ext uri="{FF2B5EF4-FFF2-40B4-BE49-F238E27FC236}">
                      <a16:creationId xmlns:a16="http://schemas.microsoft.com/office/drawing/2014/main" id="{A1828965-0CB0-A8BD-2F26-AF9FAA7EE670}"/>
                    </a:ext>
                  </a:extLst>
                </p14:cNvPr>
                <p14:cNvContentPartPr/>
                <p14:nvPr/>
              </p14:nvContentPartPr>
              <p14:xfrm>
                <a:off x="6500391" y="2541065"/>
                <a:ext cx="942480" cy="969120"/>
              </p14:xfrm>
            </p:contentPart>
          </mc:Choice>
          <mc:Fallback xmlns="">
            <p:pic>
              <p:nvPicPr>
                <p:cNvPr id="92" name="Ink 91">
                  <a:extLst>
                    <a:ext uri="{FF2B5EF4-FFF2-40B4-BE49-F238E27FC236}">
                      <a16:creationId xmlns:a16="http://schemas.microsoft.com/office/drawing/2014/main" id="{A1828965-0CB0-A8BD-2F26-AF9FAA7EE670}"/>
                    </a:ext>
                  </a:extLst>
                </p:cNvPr>
                <p:cNvPicPr/>
                <p:nvPr/>
              </p:nvPicPr>
              <p:blipFill>
                <a:blip r:embed="rId182"/>
                <a:stretch>
                  <a:fillRect/>
                </a:stretch>
              </p:blipFill>
              <p:spPr>
                <a:xfrm>
                  <a:off x="6491391" y="2532065"/>
                  <a:ext cx="960120" cy="98676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93" name="Ink 92">
                  <a:extLst>
                    <a:ext uri="{FF2B5EF4-FFF2-40B4-BE49-F238E27FC236}">
                      <a16:creationId xmlns:a16="http://schemas.microsoft.com/office/drawing/2014/main" id="{B8E6CC0C-E83C-C344-BCBD-2A55452299BD}"/>
                    </a:ext>
                  </a:extLst>
                </p14:cNvPr>
                <p14:cNvContentPartPr/>
                <p14:nvPr/>
              </p14:nvContentPartPr>
              <p14:xfrm>
                <a:off x="6555831" y="2384105"/>
                <a:ext cx="906120" cy="984240"/>
              </p14:xfrm>
            </p:contentPart>
          </mc:Choice>
          <mc:Fallback xmlns="">
            <p:pic>
              <p:nvPicPr>
                <p:cNvPr id="93" name="Ink 92">
                  <a:extLst>
                    <a:ext uri="{FF2B5EF4-FFF2-40B4-BE49-F238E27FC236}">
                      <a16:creationId xmlns:a16="http://schemas.microsoft.com/office/drawing/2014/main" id="{B8E6CC0C-E83C-C344-BCBD-2A55452299BD}"/>
                    </a:ext>
                  </a:extLst>
                </p:cNvPr>
                <p:cNvPicPr/>
                <p:nvPr/>
              </p:nvPicPr>
              <p:blipFill>
                <a:blip r:embed="rId184"/>
                <a:stretch>
                  <a:fillRect/>
                </a:stretch>
              </p:blipFill>
              <p:spPr>
                <a:xfrm>
                  <a:off x="6547191" y="2375465"/>
                  <a:ext cx="923760" cy="10018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94" name="Ink 93">
                  <a:extLst>
                    <a:ext uri="{FF2B5EF4-FFF2-40B4-BE49-F238E27FC236}">
                      <a16:creationId xmlns:a16="http://schemas.microsoft.com/office/drawing/2014/main" id="{CE6D9C4A-D42B-4662-31A3-0BA80C9C41F2}"/>
                    </a:ext>
                  </a:extLst>
                </p14:cNvPr>
                <p14:cNvContentPartPr/>
                <p14:nvPr/>
              </p14:nvContentPartPr>
              <p14:xfrm>
                <a:off x="6542151" y="2708825"/>
                <a:ext cx="884880" cy="135720"/>
              </p14:xfrm>
            </p:contentPart>
          </mc:Choice>
          <mc:Fallback xmlns="">
            <p:pic>
              <p:nvPicPr>
                <p:cNvPr id="94" name="Ink 93">
                  <a:extLst>
                    <a:ext uri="{FF2B5EF4-FFF2-40B4-BE49-F238E27FC236}">
                      <a16:creationId xmlns:a16="http://schemas.microsoft.com/office/drawing/2014/main" id="{CE6D9C4A-D42B-4662-31A3-0BA80C9C41F2}"/>
                    </a:ext>
                  </a:extLst>
                </p:cNvPr>
                <p:cNvPicPr/>
                <p:nvPr/>
              </p:nvPicPr>
              <p:blipFill>
                <a:blip r:embed="rId186"/>
                <a:stretch>
                  <a:fillRect/>
                </a:stretch>
              </p:blipFill>
              <p:spPr>
                <a:xfrm>
                  <a:off x="6533511" y="2699825"/>
                  <a:ext cx="90252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95" name="Ink 94">
                  <a:extLst>
                    <a:ext uri="{FF2B5EF4-FFF2-40B4-BE49-F238E27FC236}">
                      <a16:creationId xmlns:a16="http://schemas.microsoft.com/office/drawing/2014/main" id="{E1FA6A19-0EFD-493A-90EB-B4F10EE3D5BB}"/>
                    </a:ext>
                  </a:extLst>
                </p14:cNvPr>
                <p14:cNvContentPartPr/>
                <p14:nvPr/>
              </p14:nvContentPartPr>
              <p14:xfrm>
                <a:off x="6579231" y="3030665"/>
                <a:ext cx="917280" cy="107280"/>
              </p14:xfrm>
            </p:contentPart>
          </mc:Choice>
          <mc:Fallback xmlns="">
            <p:pic>
              <p:nvPicPr>
                <p:cNvPr id="95" name="Ink 94">
                  <a:extLst>
                    <a:ext uri="{FF2B5EF4-FFF2-40B4-BE49-F238E27FC236}">
                      <a16:creationId xmlns:a16="http://schemas.microsoft.com/office/drawing/2014/main" id="{E1FA6A19-0EFD-493A-90EB-B4F10EE3D5BB}"/>
                    </a:ext>
                  </a:extLst>
                </p:cNvPr>
                <p:cNvPicPr/>
                <p:nvPr/>
              </p:nvPicPr>
              <p:blipFill>
                <a:blip r:embed="rId188"/>
                <a:stretch>
                  <a:fillRect/>
                </a:stretch>
              </p:blipFill>
              <p:spPr>
                <a:xfrm>
                  <a:off x="6570591" y="3021665"/>
                  <a:ext cx="93492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97" name="Ink 96">
                  <a:extLst>
                    <a:ext uri="{FF2B5EF4-FFF2-40B4-BE49-F238E27FC236}">
                      <a16:creationId xmlns:a16="http://schemas.microsoft.com/office/drawing/2014/main" id="{24924C25-024F-D6FD-0946-44A5E5C83972}"/>
                    </a:ext>
                  </a:extLst>
                </p14:cNvPr>
                <p14:cNvContentPartPr/>
                <p14:nvPr/>
              </p14:nvContentPartPr>
              <p14:xfrm>
                <a:off x="7230471" y="2541065"/>
                <a:ext cx="73080" cy="75600"/>
              </p14:xfrm>
            </p:contentPart>
          </mc:Choice>
          <mc:Fallback xmlns="">
            <p:pic>
              <p:nvPicPr>
                <p:cNvPr id="97" name="Ink 96">
                  <a:extLst>
                    <a:ext uri="{FF2B5EF4-FFF2-40B4-BE49-F238E27FC236}">
                      <a16:creationId xmlns:a16="http://schemas.microsoft.com/office/drawing/2014/main" id="{24924C25-024F-D6FD-0946-44A5E5C83972}"/>
                    </a:ext>
                  </a:extLst>
                </p:cNvPr>
                <p:cNvPicPr/>
                <p:nvPr/>
              </p:nvPicPr>
              <p:blipFill>
                <a:blip r:embed="rId190"/>
                <a:stretch>
                  <a:fillRect/>
                </a:stretch>
              </p:blipFill>
              <p:spPr>
                <a:xfrm>
                  <a:off x="7221471" y="2532065"/>
                  <a:ext cx="9072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98" name="Ink 97">
                  <a:extLst>
                    <a:ext uri="{FF2B5EF4-FFF2-40B4-BE49-F238E27FC236}">
                      <a16:creationId xmlns:a16="http://schemas.microsoft.com/office/drawing/2014/main" id="{AD2D59E3-463B-BACE-5DE2-063E6D072336}"/>
                    </a:ext>
                  </a:extLst>
                </p14:cNvPr>
                <p14:cNvContentPartPr/>
                <p14:nvPr/>
              </p14:nvContentPartPr>
              <p14:xfrm>
                <a:off x="7285911" y="2879465"/>
                <a:ext cx="28440" cy="76680"/>
              </p14:xfrm>
            </p:contentPart>
          </mc:Choice>
          <mc:Fallback xmlns="">
            <p:pic>
              <p:nvPicPr>
                <p:cNvPr id="98" name="Ink 97">
                  <a:extLst>
                    <a:ext uri="{FF2B5EF4-FFF2-40B4-BE49-F238E27FC236}">
                      <a16:creationId xmlns:a16="http://schemas.microsoft.com/office/drawing/2014/main" id="{AD2D59E3-463B-BACE-5DE2-063E6D072336}"/>
                    </a:ext>
                  </a:extLst>
                </p:cNvPr>
                <p:cNvPicPr/>
                <p:nvPr/>
              </p:nvPicPr>
              <p:blipFill>
                <a:blip r:embed="rId192"/>
                <a:stretch>
                  <a:fillRect/>
                </a:stretch>
              </p:blipFill>
              <p:spPr>
                <a:xfrm>
                  <a:off x="7277271" y="2870465"/>
                  <a:ext cx="4608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99" name="Ink 98">
                  <a:extLst>
                    <a:ext uri="{FF2B5EF4-FFF2-40B4-BE49-F238E27FC236}">
                      <a16:creationId xmlns:a16="http://schemas.microsoft.com/office/drawing/2014/main" id="{043E1D7A-A04D-25AE-5E40-73E929FEF5A2}"/>
                    </a:ext>
                  </a:extLst>
                </p14:cNvPr>
                <p14:cNvContentPartPr/>
                <p14:nvPr/>
              </p14:nvContentPartPr>
              <p14:xfrm>
                <a:off x="7279791" y="3166745"/>
                <a:ext cx="35640" cy="46440"/>
              </p14:xfrm>
            </p:contentPart>
          </mc:Choice>
          <mc:Fallback xmlns="">
            <p:pic>
              <p:nvPicPr>
                <p:cNvPr id="99" name="Ink 98">
                  <a:extLst>
                    <a:ext uri="{FF2B5EF4-FFF2-40B4-BE49-F238E27FC236}">
                      <a16:creationId xmlns:a16="http://schemas.microsoft.com/office/drawing/2014/main" id="{043E1D7A-A04D-25AE-5E40-73E929FEF5A2}"/>
                    </a:ext>
                  </a:extLst>
                </p:cNvPr>
                <p:cNvPicPr/>
                <p:nvPr/>
              </p:nvPicPr>
              <p:blipFill>
                <a:blip r:embed="rId194"/>
                <a:stretch>
                  <a:fillRect/>
                </a:stretch>
              </p:blipFill>
              <p:spPr>
                <a:xfrm>
                  <a:off x="7270791" y="3157745"/>
                  <a:ext cx="5328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01" name="Ink 100">
                  <a:extLst>
                    <a:ext uri="{FF2B5EF4-FFF2-40B4-BE49-F238E27FC236}">
                      <a16:creationId xmlns:a16="http://schemas.microsoft.com/office/drawing/2014/main" id="{0A230C48-EB84-C8DC-D3D7-3BD5272B2DE5}"/>
                    </a:ext>
                  </a:extLst>
                </p14:cNvPr>
                <p14:cNvContentPartPr/>
                <p14:nvPr/>
              </p14:nvContentPartPr>
              <p14:xfrm>
                <a:off x="6617751" y="2642945"/>
                <a:ext cx="50040" cy="86040"/>
              </p14:xfrm>
            </p:contentPart>
          </mc:Choice>
          <mc:Fallback xmlns="">
            <p:pic>
              <p:nvPicPr>
                <p:cNvPr id="101" name="Ink 100">
                  <a:extLst>
                    <a:ext uri="{FF2B5EF4-FFF2-40B4-BE49-F238E27FC236}">
                      <a16:creationId xmlns:a16="http://schemas.microsoft.com/office/drawing/2014/main" id="{0A230C48-EB84-C8DC-D3D7-3BD5272B2DE5}"/>
                    </a:ext>
                  </a:extLst>
                </p:cNvPr>
                <p:cNvPicPr/>
                <p:nvPr/>
              </p:nvPicPr>
              <p:blipFill>
                <a:blip r:embed="rId196"/>
                <a:stretch>
                  <a:fillRect/>
                </a:stretch>
              </p:blipFill>
              <p:spPr>
                <a:xfrm>
                  <a:off x="6608751" y="2633945"/>
                  <a:ext cx="6768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02" name="Ink 101">
                  <a:extLst>
                    <a:ext uri="{FF2B5EF4-FFF2-40B4-BE49-F238E27FC236}">
                      <a16:creationId xmlns:a16="http://schemas.microsoft.com/office/drawing/2014/main" id="{EC47B61C-3BAB-8EC7-D77D-E429DE2BD0A6}"/>
                    </a:ext>
                  </a:extLst>
                </p14:cNvPr>
                <p14:cNvContentPartPr/>
                <p14:nvPr/>
              </p14:nvContentPartPr>
              <p14:xfrm>
                <a:off x="6714951" y="2645105"/>
                <a:ext cx="38880" cy="107640"/>
              </p14:xfrm>
            </p:contentPart>
          </mc:Choice>
          <mc:Fallback xmlns="">
            <p:pic>
              <p:nvPicPr>
                <p:cNvPr id="102" name="Ink 101">
                  <a:extLst>
                    <a:ext uri="{FF2B5EF4-FFF2-40B4-BE49-F238E27FC236}">
                      <a16:creationId xmlns:a16="http://schemas.microsoft.com/office/drawing/2014/main" id="{EC47B61C-3BAB-8EC7-D77D-E429DE2BD0A6}"/>
                    </a:ext>
                  </a:extLst>
                </p:cNvPr>
                <p:cNvPicPr/>
                <p:nvPr/>
              </p:nvPicPr>
              <p:blipFill>
                <a:blip r:embed="rId198"/>
                <a:stretch>
                  <a:fillRect/>
                </a:stretch>
              </p:blipFill>
              <p:spPr>
                <a:xfrm>
                  <a:off x="6706311" y="2636105"/>
                  <a:ext cx="565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03" name="Ink 102">
                  <a:extLst>
                    <a:ext uri="{FF2B5EF4-FFF2-40B4-BE49-F238E27FC236}">
                      <a16:creationId xmlns:a16="http://schemas.microsoft.com/office/drawing/2014/main" id="{0BEFB159-062A-C8C6-F57C-6476DA532CBF}"/>
                    </a:ext>
                  </a:extLst>
                </p14:cNvPr>
                <p14:cNvContentPartPr/>
                <p14:nvPr/>
              </p14:nvContentPartPr>
              <p14:xfrm>
                <a:off x="6809991" y="2652665"/>
                <a:ext cx="33840" cy="93960"/>
              </p14:xfrm>
            </p:contentPart>
          </mc:Choice>
          <mc:Fallback xmlns="">
            <p:pic>
              <p:nvPicPr>
                <p:cNvPr id="103" name="Ink 102">
                  <a:extLst>
                    <a:ext uri="{FF2B5EF4-FFF2-40B4-BE49-F238E27FC236}">
                      <a16:creationId xmlns:a16="http://schemas.microsoft.com/office/drawing/2014/main" id="{0BEFB159-062A-C8C6-F57C-6476DA532CBF}"/>
                    </a:ext>
                  </a:extLst>
                </p:cNvPr>
                <p:cNvPicPr/>
                <p:nvPr/>
              </p:nvPicPr>
              <p:blipFill>
                <a:blip r:embed="rId200"/>
                <a:stretch>
                  <a:fillRect/>
                </a:stretch>
              </p:blipFill>
              <p:spPr>
                <a:xfrm>
                  <a:off x="6800991" y="2644025"/>
                  <a:ext cx="5148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04" name="Ink 103">
                  <a:extLst>
                    <a:ext uri="{FF2B5EF4-FFF2-40B4-BE49-F238E27FC236}">
                      <a16:creationId xmlns:a16="http://schemas.microsoft.com/office/drawing/2014/main" id="{9FC45C3C-96D4-9D52-03B8-CBCF64364E8C}"/>
                    </a:ext>
                  </a:extLst>
                </p14:cNvPr>
                <p14:cNvContentPartPr/>
                <p14:nvPr/>
              </p14:nvContentPartPr>
              <p14:xfrm>
                <a:off x="6850311" y="2581385"/>
                <a:ext cx="49680" cy="108360"/>
              </p14:xfrm>
            </p:contentPart>
          </mc:Choice>
          <mc:Fallback xmlns="">
            <p:pic>
              <p:nvPicPr>
                <p:cNvPr id="104" name="Ink 103">
                  <a:extLst>
                    <a:ext uri="{FF2B5EF4-FFF2-40B4-BE49-F238E27FC236}">
                      <a16:creationId xmlns:a16="http://schemas.microsoft.com/office/drawing/2014/main" id="{9FC45C3C-96D4-9D52-03B8-CBCF64364E8C}"/>
                    </a:ext>
                  </a:extLst>
                </p:cNvPr>
                <p:cNvPicPr/>
                <p:nvPr/>
              </p:nvPicPr>
              <p:blipFill>
                <a:blip r:embed="rId202"/>
                <a:stretch>
                  <a:fillRect/>
                </a:stretch>
              </p:blipFill>
              <p:spPr>
                <a:xfrm>
                  <a:off x="6841671" y="2572385"/>
                  <a:ext cx="673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05" name="Ink 104">
                  <a:extLst>
                    <a:ext uri="{FF2B5EF4-FFF2-40B4-BE49-F238E27FC236}">
                      <a16:creationId xmlns:a16="http://schemas.microsoft.com/office/drawing/2014/main" id="{C4CADCD2-3386-C94D-C4BE-0E60EEB3B095}"/>
                    </a:ext>
                  </a:extLst>
                </p14:cNvPr>
                <p14:cNvContentPartPr/>
                <p14:nvPr/>
              </p14:nvContentPartPr>
              <p14:xfrm>
                <a:off x="6933111" y="2636465"/>
                <a:ext cx="67320" cy="92160"/>
              </p14:xfrm>
            </p:contentPart>
          </mc:Choice>
          <mc:Fallback xmlns="">
            <p:pic>
              <p:nvPicPr>
                <p:cNvPr id="105" name="Ink 104">
                  <a:extLst>
                    <a:ext uri="{FF2B5EF4-FFF2-40B4-BE49-F238E27FC236}">
                      <a16:creationId xmlns:a16="http://schemas.microsoft.com/office/drawing/2014/main" id="{C4CADCD2-3386-C94D-C4BE-0E60EEB3B095}"/>
                    </a:ext>
                  </a:extLst>
                </p:cNvPr>
                <p:cNvPicPr/>
                <p:nvPr/>
              </p:nvPicPr>
              <p:blipFill>
                <a:blip r:embed="rId204"/>
                <a:stretch>
                  <a:fillRect/>
                </a:stretch>
              </p:blipFill>
              <p:spPr>
                <a:xfrm>
                  <a:off x="6924111" y="2627465"/>
                  <a:ext cx="8496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06" name="Ink 105">
                  <a:extLst>
                    <a:ext uri="{FF2B5EF4-FFF2-40B4-BE49-F238E27FC236}">
                      <a16:creationId xmlns:a16="http://schemas.microsoft.com/office/drawing/2014/main" id="{3DF8E823-F4BD-C2CD-0477-F0AF13AA1B24}"/>
                    </a:ext>
                  </a:extLst>
                </p14:cNvPr>
                <p14:cNvContentPartPr/>
                <p14:nvPr/>
              </p14:nvContentPartPr>
              <p14:xfrm>
                <a:off x="6683631" y="2869385"/>
                <a:ext cx="77040" cy="141480"/>
              </p14:xfrm>
            </p:contentPart>
          </mc:Choice>
          <mc:Fallback xmlns="">
            <p:pic>
              <p:nvPicPr>
                <p:cNvPr id="106" name="Ink 105">
                  <a:extLst>
                    <a:ext uri="{FF2B5EF4-FFF2-40B4-BE49-F238E27FC236}">
                      <a16:creationId xmlns:a16="http://schemas.microsoft.com/office/drawing/2014/main" id="{3DF8E823-F4BD-C2CD-0477-F0AF13AA1B24}"/>
                    </a:ext>
                  </a:extLst>
                </p:cNvPr>
                <p:cNvPicPr/>
                <p:nvPr/>
              </p:nvPicPr>
              <p:blipFill>
                <a:blip r:embed="rId206"/>
                <a:stretch>
                  <a:fillRect/>
                </a:stretch>
              </p:blipFill>
              <p:spPr>
                <a:xfrm>
                  <a:off x="6674991" y="2860745"/>
                  <a:ext cx="9468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07" name="Ink 106">
                  <a:extLst>
                    <a:ext uri="{FF2B5EF4-FFF2-40B4-BE49-F238E27FC236}">
                      <a16:creationId xmlns:a16="http://schemas.microsoft.com/office/drawing/2014/main" id="{9DE08FC0-77F4-FA6E-BE5D-D90FDB9FCC6F}"/>
                    </a:ext>
                  </a:extLst>
                </p14:cNvPr>
                <p14:cNvContentPartPr/>
                <p14:nvPr/>
              </p14:nvContentPartPr>
              <p14:xfrm>
                <a:off x="6794151" y="2920865"/>
                <a:ext cx="67680" cy="74520"/>
              </p14:xfrm>
            </p:contentPart>
          </mc:Choice>
          <mc:Fallback xmlns="">
            <p:pic>
              <p:nvPicPr>
                <p:cNvPr id="107" name="Ink 106">
                  <a:extLst>
                    <a:ext uri="{FF2B5EF4-FFF2-40B4-BE49-F238E27FC236}">
                      <a16:creationId xmlns:a16="http://schemas.microsoft.com/office/drawing/2014/main" id="{9DE08FC0-77F4-FA6E-BE5D-D90FDB9FCC6F}"/>
                    </a:ext>
                  </a:extLst>
                </p:cNvPr>
                <p:cNvPicPr/>
                <p:nvPr/>
              </p:nvPicPr>
              <p:blipFill>
                <a:blip r:embed="rId208"/>
                <a:stretch>
                  <a:fillRect/>
                </a:stretch>
              </p:blipFill>
              <p:spPr>
                <a:xfrm>
                  <a:off x="6785511" y="2912225"/>
                  <a:ext cx="8532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08" name="Ink 107">
                  <a:extLst>
                    <a:ext uri="{FF2B5EF4-FFF2-40B4-BE49-F238E27FC236}">
                      <a16:creationId xmlns:a16="http://schemas.microsoft.com/office/drawing/2014/main" id="{2D446326-A404-DCAA-7A3B-F829D41E8AA7}"/>
                    </a:ext>
                  </a:extLst>
                </p14:cNvPr>
                <p14:cNvContentPartPr/>
                <p14:nvPr/>
              </p14:nvContentPartPr>
              <p14:xfrm>
                <a:off x="6890631" y="2920145"/>
                <a:ext cx="57240" cy="58320"/>
              </p14:xfrm>
            </p:contentPart>
          </mc:Choice>
          <mc:Fallback xmlns="">
            <p:pic>
              <p:nvPicPr>
                <p:cNvPr id="108" name="Ink 107">
                  <a:extLst>
                    <a:ext uri="{FF2B5EF4-FFF2-40B4-BE49-F238E27FC236}">
                      <a16:creationId xmlns:a16="http://schemas.microsoft.com/office/drawing/2014/main" id="{2D446326-A404-DCAA-7A3B-F829D41E8AA7}"/>
                    </a:ext>
                  </a:extLst>
                </p:cNvPr>
                <p:cNvPicPr/>
                <p:nvPr/>
              </p:nvPicPr>
              <p:blipFill>
                <a:blip r:embed="rId210"/>
                <a:stretch>
                  <a:fillRect/>
                </a:stretch>
              </p:blipFill>
              <p:spPr>
                <a:xfrm>
                  <a:off x="6881991" y="2911505"/>
                  <a:ext cx="7488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09" name="Ink 108">
                  <a:extLst>
                    <a:ext uri="{FF2B5EF4-FFF2-40B4-BE49-F238E27FC236}">
                      <a16:creationId xmlns:a16="http://schemas.microsoft.com/office/drawing/2014/main" id="{9F781795-AA2A-D611-74BE-B534BA8E439F}"/>
                    </a:ext>
                  </a:extLst>
                </p14:cNvPr>
                <p14:cNvContentPartPr/>
                <p14:nvPr/>
              </p14:nvContentPartPr>
              <p14:xfrm>
                <a:off x="6985671" y="2888465"/>
                <a:ext cx="91800" cy="83520"/>
              </p14:xfrm>
            </p:contentPart>
          </mc:Choice>
          <mc:Fallback xmlns="">
            <p:pic>
              <p:nvPicPr>
                <p:cNvPr id="109" name="Ink 108">
                  <a:extLst>
                    <a:ext uri="{FF2B5EF4-FFF2-40B4-BE49-F238E27FC236}">
                      <a16:creationId xmlns:a16="http://schemas.microsoft.com/office/drawing/2014/main" id="{9F781795-AA2A-D611-74BE-B534BA8E439F}"/>
                    </a:ext>
                  </a:extLst>
                </p:cNvPr>
                <p:cNvPicPr/>
                <p:nvPr/>
              </p:nvPicPr>
              <p:blipFill>
                <a:blip r:embed="rId212"/>
                <a:stretch>
                  <a:fillRect/>
                </a:stretch>
              </p:blipFill>
              <p:spPr>
                <a:xfrm>
                  <a:off x="6977031" y="2879465"/>
                  <a:ext cx="10944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10" name="Ink 109">
                  <a:extLst>
                    <a:ext uri="{FF2B5EF4-FFF2-40B4-BE49-F238E27FC236}">
                      <a16:creationId xmlns:a16="http://schemas.microsoft.com/office/drawing/2014/main" id="{A12F1873-D9CB-FD42-3F34-98E2CCB46CFD}"/>
                    </a:ext>
                  </a:extLst>
                </p14:cNvPr>
                <p14:cNvContentPartPr/>
                <p14:nvPr/>
              </p14:nvContentPartPr>
              <p14:xfrm>
                <a:off x="6719631" y="3183305"/>
                <a:ext cx="231480" cy="117000"/>
              </p14:xfrm>
            </p:contentPart>
          </mc:Choice>
          <mc:Fallback xmlns="">
            <p:pic>
              <p:nvPicPr>
                <p:cNvPr id="110" name="Ink 109">
                  <a:extLst>
                    <a:ext uri="{FF2B5EF4-FFF2-40B4-BE49-F238E27FC236}">
                      <a16:creationId xmlns:a16="http://schemas.microsoft.com/office/drawing/2014/main" id="{A12F1873-D9CB-FD42-3F34-98E2CCB46CFD}"/>
                    </a:ext>
                  </a:extLst>
                </p:cNvPr>
                <p:cNvPicPr/>
                <p:nvPr/>
              </p:nvPicPr>
              <p:blipFill>
                <a:blip r:embed="rId214"/>
                <a:stretch>
                  <a:fillRect/>
                </a:stretch>
              </p:blipFill>
              <p:spPr>
                <a:xfrm>
                  <a:off x="6710991" y="3174305"/>
                  <a:ext cx="24912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11" name="Ink 110">
                  <a:extLst>
                    <a:ext uri="{FF2B5EF4-FFF2-40B4-BE49-F238E27FC236}">
                      <a16:creationId xmlns:a16="http://schemas.microsoft.com/office/drawing/2014/main" id="{FADCC205-DB49-0143-3053-05C3A39A8476}"/>
                    </a:ext>
                  </a:extLst>
                </p14:cNvPr>
                <p14:cNvContentPartPr/>
                <p14:nvPr/>
              </p14:nvContentPartPr>
              <p14:xfrm>
                <a:off x="6995031" y="3207785"/>
                <a:ext cx="120240" cy="166320"/>
              </p14:xfrm>
            </p:contentPart>
          </mc:Choice>
          <mc:Fallback xmlns="">
            <p:pic>
              <p:nvPicPr>
                <p:cNvPr id="111" name="Ink 110">
                  <a:extLst>
                    <a:ext uri="{FF2B5EF4-FFF2-40B4-BE49-F238E27FC236}">
                      <a16:creationId xmlns:a16="http://schemas.microsoft.com/office/drawing/2014/main" id="{FADCC205-DB49-0143-3053-05C3A39A8476}"/>
                    </a:ext>
                  </a:extLst>
                </p:cNvPr>
                <p:cNvPicPr/>
                <p:nvPr/>
              </p:nvPicPr>
              <p:blipFill>
                <a:blip r:embed="rId216"/>
                <a:stretch>
                  <a:fillRect/>
                </a:stretch>
              </p:blipFill>
              <p:spPr>
                <a:xfrm>
                  <a:off x="6986391" y="3199145"/>
                  <a:ext cx="13788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13" name="Ink 112">
                  <a:extLst>
                    <a:ext uri="{FF2B5EF4-FFF2-40B4-BE49-F238E27FC236}">
                      <a16:creationId xmlns:a16="http://schemas.microsoft.com/office/drawing/2014/main" id="{266637F6-37CA-5458-0A30-985D9DBF7BF3}"/>
                    </a:ext>
                  </a:extLst>
                </p14:cNvPr>
                <p14:cNvContentPartPr/>
                <p14:nvPr/>
              </p14:nvContentPartPr>
              <p14:xfrm>
                <a:off x="6602271" y="2243345"/>
                <a:ext cx="112320" cy="145440"/>
              </p14:xfrm>
            </p:contentPart>
          </mc:Choice>
          <mc:Fallback xmlns="">
            <p:pic>
              <p:nvPicPr>
                <p:cNvPr id="113" name="Ink 112">
                  <a:extLst>
                    <a:ext uri="{FF2B5EF4-FFF2-40B4-BE49-F238E27FC236}">
                      <a16:creationId xmlns:a16="http://schemas.microsoft.com/office/drawing/2014/main" id="{266637F6-37CA-5458-0A30-985D9DBF7BF3}"/>
                    </a:ext>
                  </a:extLst>
                </p:cNvPr>
                <p:cNvPicPr/>
                <p:nvPr/>
              </p:nvPicPr>
              <p:blipFill>
                <a:blip r:embed="rId218"/>
                <a:stretch>
                  <a:fillRect/>
                </a:stretch>
              </p:blipFill>
              <p:spPr>
                <a:xfrm>
                  <a:off x="6593271" y="2234705"/>
                  <a:ext cx="1299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14" name="Ink 113">
                  <a:extLst>
                    <a:ext uri="{FF2B5EF4-FFF2-40B4-BE49-F238E27FC236}">
                      <a16:creationId xmlns:a16="http://schemas.microsoft.com/office/drawing/2014/main" id="{734031BF-A27F-BDA2-8A51-F85BEA00DCB5}"/>
                    </a:ext>
                  </a:extLst>
                </p14:cNvPr>
                <p14:cNvContentPartPr/>
                <p14:nvPr/>
              </p14:nvContentPartPr>
              <p14:xfrm>
                <a:off x="6764271" y="2253065"/>
                <a:ext cx="31680" cy="132480"/>
              </p14:xfrm>
            </p:contentPart>
          </mc:Choice>
          <mc:Fallback xmlns="">
            <p:pic>
              <p:nvPicPr>
                <p:cNvPr id="114" name="Ink 113">
                  <a:extLst>
                    <a:ext uri="{FF2B5EF4-FFF2-40B4-BE49-F238E27FC236}">
                      <a16:creationId xmlns:a16="http://schemas.microsoft.com/office/drawing/2014/main" id="{734031BF-A27F-BDA2-8A51-F85BEA00DCB5}"/>
                    </a:ext>
                  </a:extLst>
                </p:cNvPr>
                <p:cNvPicPr/>
                <p:nvPr/>
              </p:nvPicPr>
              <p:blipFill>
                <a:blip r:embed="rId220"/>
                <a:stretch>
                  <a:fillRect/>
                </a:stretch>
              </p:blipFill>
              <p:spPr>
                <a:xfrm>
                  <a:off x="6755631" y="2244425"/>
                  <a:ext cx="4932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16" name="Ink 115">
                  <a:extLst>
                    <a:ext uri="{FF2B5EF4-FFF2-40B4-BE49-F238E27FC236}">
                      <a16:creationId xmlns:a16="http://schemas.microsoft.com/office/drawing/2014/main" id="{B7D8D640-28E7-CBD3-6749-404EE50C5E9F}"/>
                    </a:ext>
                  </a:extLst>
                </p14:cNvPr>
                <p14:cNvContentPartPr/>
                <p14:nvPr/>
              </p14:nvContentPartPr>
              <p14:xfrm>
                <a:off x="7227951" y="2784065"/>
                <a:ext cx="178200" cy="218880"/>
              </p14:xfrm>
            </p:contentPart>
          </mc:Choice>
          <mc:Fallback xmlns="">
            <p:pic>
              <p:nvPicPr>
                <p:cNvPr id="116" name="Ink 115">
                  <a:extLst>
                    <a:ext uri="{FF2B5EF4-FFF2-40B4-BE49-F238E27FC236}">
                      <a16:creationId xmlns:a16="http://schemas.microsoft.com/office/drawing/2014/main" id="{B7D8D640-28E7-CBD3-6749-404EE50C5E9F}"/>
                    </a:ext>
                  </a:extLst>
                </p:cNvPr>
                <p:cNvPicPr/>
                <p:nvPr/>
              </p:nvPicPr>
              <p:blipFill>
                <a:blip r:embed="rId222"/>
                <a:stretch>
                  <a:fillRect/>
                </a:stretch>
              </p:blipFill>
              <p:spPr>
                <a:xfrm>
                  <a:off x="7219311" y="2775065"/>
                  <a:ext cx="19584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18" name="Ink 117">
                  <a:extLst>
                    <a:ext uri="{FF2B5EF4-FFF2-40B4-BE49-F238E27FC236}">
                      <a16:creationId xmlns:a16="http://schemas.microsoft.com/office/drawing/2014/main" id="{A70513A5-9C7F-1561-7A2F-25FA67D6B89B}"/>
                    </a:ext>
                  </a:extLst>
                </p14:cNvPr>
                <p14:cNvContentPartPr/>
                <p14:nvPr/>
              </p14:nvContentPartPr>
              <p14:xfrm>
                <a:off x="7406151" y="2782625"/>
                <a:ext cx="479880" cy="102240"/>
              </p14:xfrm>
            </p:contentPart>
          </mc:Choice>
          <mc:Fallback xmlns="">
            <p:pic>
              <p:nvPicPr>
                <p:cNvPr id="118" name="Ink 117">
                  <a:extLst>
                    <a:ext uri="{FF2B5EF4-FFF2-40B4-BE49-F238E27FC236}">
                      <a16:creationId xmlns:a16="http://schemas.microsoft.com/office/drawing/2014/main" id="{A70513A5-9C7F-1561-7A2F-25FA67D6B89B}"/>
                    </a:ext>
                  </a:extLst>
                </p:cNvPr>
                <p:cNvPicPr/>
                <p:nvPr/>
              </p:nvPicPr>
              <p:blipFill>
                <a:blip r:embed="rId224"/>
                <a:stretch>
                  <a:fillRect/>
                </a:stretch>
              </p:blipFill>
              <p:spPr>
                <a:xfrm>
                  <a:off x="7397151" y="2773985"/>
                  <a:ext cx="49752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19" name="Ink 118">
                  <a:extLst>
                    <a:ext uri="{FF2B5EF4-FFF2-40B4-BE49-F238E27FC236}">
                      <a16:creationId xmlns:a16="http://schemas.microsoft.com/office/drawing/2014/main" id="{6AAD4A6A-A11E-CF17-5924-5D03B35212E8}"/>
                    </a:ext>
                  </a:extLst>
                </p14:cNvPr>
                <p14:cNvContentPartPr/>
                <p14:nvPr/>
              </p14:nvContentPartPr>
              <p14:xfrm>
                <a:off x="7827351" y="2749865"/>
                <a:ext cx="59040" cy="90360"/>
              </p14:xfrm>
            </p:contentPart>
          </mc:Choice>
          <mc:Fallback xmlns="">
            <p:pic>
              <p:nvPicPr>
                <p:cNvPr id="119" name="Ink 118">
                  <a:extLst>
                    <a:ext uri="{FF2B5EF4-FFF2-40B4-BE49-F238E27FC236}">
                      <a16:creationId xmlns:a16="http://schemas.microsoft.com/office/drawing/2014/main" id="{6AAD4A6A-A11E-CF17-5924-5D03B35212E8}"/>
                    </a:ext>
                  </a:extLst>
                </p:cNvPr>
                <p:cNvPicPr/>
                <p:nvPr/>
              </p:nvPicPr>
              <p:blipFill>
                <a:blip r:embed="rId226"/>
                <a:stretch>
                  <a:fillRect/>
                </a:stretch>
              </p:blipFill>
              <p:spPr>
                <a:xfrm>
                  <a:off x="7818351" y="2741225"/>
                  <a:ext cx="7668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22" name="Ink 121">
                  <a:extLst>
                    <a:ext uri="{FF2B5EF4-FFF2-40B4-BE49-F238E27FC236}">
                      <a16:creationId xmlns:a16="http://schemas.microsoft.com/office/drawing/2014/main" id="{543A8BC5-4CA2-0DC6-6878-F19D3C30A670}"/>
                    </a:ext>
                  </a:extLst>
                </p14:cNvPr>
                <p14:cNvContentPartPr/>
                <p14:nvPr/>
              </p14:nvContentPartPr>
              <p14:xfrm>
                <a:off x="7850391" y="2282945"/>
                <a:ext cx="1200240" cy="952560"/>
              </p14:xfrm>
            </p:contentPart>
          </mc:Choice>
          <mc:Fallback xmlns="">
            <p:pic>
              <p:nvPicPr>
                <p:cNvPr id="122" name="Ink 121">
                  <a:extLst>
                    <a:ext uri="{FF2B5EF4-FFF2-40B4-BE49-F238E27FC236}">
                      <a16:creationId xmlns:a16="http://schemas.microsoft.com/office/drawing/2014/main" id="{543A8BC5-4CA2-0DC6-6878-F19D3C30A670}"/>
                    </a:ext>
                  </a:extLst>
                </p:cNvPr>
                <p:cNvPicPr/>
                <p:nvPr/>
              </p:nvPicPr>
              <p:blipFill>
                <a:blip r:embed="rId228"/>
                <a:stretch>
                  <a:fillRect/>
                </a:stretch>
              </p:blipFill>
              <p:spPr>
                <a:xfrm>
                  <a:off x="7841391" y="2274305"/>
                  <a:ext cx="1217880" cy="97020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23" name="Ink 122">
                  <a:extLst>
                    <a:ext uri="{FF2B5EF4-FFF2-40B4-BE49-F238E27FC236}">
                      <a16:creationId xmlns:a16="http://schemas.microsoft.com/office/drawing/2014/main" id="{84DAD168-0A9E-8F94-1508-2D5C49BE088A}"/>
                    </a:ext>
                  </a:extLst>
                </p14:cNvPr>
                <p14:cNvContentPartPr/>
                <p14:nvPr/>
              </p14:nvContentPartPr>
              <p14:xfrm>
                <a:off x="7881711" y="2318585"/>
                <a:ext cx="50040" cy="114120"/>
              </p14:xfrm>
            </p:contentPart>
          </mc:Choice>
          <mc:Fallback xmlns="">
            <p:pic>
              <p:nvPicPr>
                <p:cNvPr id="123" name="Ink 122">
                  <a:extLst>
                    <a:ext uri="{FF2B5EF4-FFF2-40B4-BE49-F238E27FC236}">
                      <a16:creationId xmlns:a16="http://schemas.microsoft.com/office/drawing/2014/main" id="{84DAD168-0A9E-8F94-1508-2D5C49BE088A}"/>
                    </a:ext>
                  </a:extLst>
                </p:cNvPr>
                <p:cNvPicPr/>
                <p:nvPr/>
              </p:nvPicPr>
              <p:blipFill>
                <a:blip r:embed="rId230"/>
                <a:stretch>
                  <a:fillRect/>
                </a:stretch>
              </p:blipFill>
              <p:spPr>
                <a:xfrm>
                  <a:off x="7872711" y="2309945"/>
                  <a:ext cx="6768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26" name="Ink 125">
                  <a:extLst>
                    <a:ext uri="{FF2B5EF4-FFF2-40B4-BE49-F238E27FC236}">
                      <a16:creationId xmlns:a16="http://schemas.microsoft.com/office/drawing/2014/main" id="{1EFF9C6F-8DA3-432C-03B0-2BFC71BBA5DD}"/>
                    </a:ext>
                  </a:extLst>
                </p14:cNvPr>
                <p14:cNvContentPartPr/>
                <p14:nvPr/>
              </p14:nvContentPartPr>
              <p14:xfrm>
                <a:off x="6713871" y="2997185"/>
                <a:ext cx="362520" cy="54000"/>
              </p14:xfrm>
            </p:contentPart>
          </mc:Choice>
          <mc:Fallback xmlns="">
            <p:pic>
              <p:nvPicPr>
                <p:cNvPr id="126" name="Ink 125">
                  <a:extLst>
                    <a:ext uri="{FF2B5EF4-FFF2-40B4-BE49-F238E27FC236}">
                      <a16:creationId xmlns:a16="http://schemas.microsoft.com/office/drawing/2014/main" id="{1EFF9C6F-8DA3-432C-03B0-2BFC71BBA5DD}"/>
                    </a:ext>
                  </a:extLst>
                </p:cNvPr>
                <p:cNvPicPr/>
                <p:nvPr/>
              </p:nvPicPr>
              <p:blipFill>
                <a:blip r:embed="rId232"/>
                <a:stretch>
                  <a:fillRect/>
                </a:stretch>
              </p:blipFill>
              <p:spPr>
                <a:xfrm>
                  <a:off x="6704871" y="2988545"/>
                  <a:ext cx="38016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28" name="Ink 127">
                  <a:extLst>
                    <a:ext uri="{FF2B5EF4-FFF2-40B4-BE49-F238E27FC236}">
                      <a16:creationId xmlns:a16="http://schemas.microsoft.com/office/drawing/2014/main" id="{2AAF3057-FEDE-FBC2-F324-905EC3402773}"/>
                    </a:ext>
                  </a:extLst>
                </p14:cNvPr>
                <p14:cNvContentPartPr/>
                <p14:nvPr/>
              </p14:nvContentPartPr>
              <p14:xfrm>
                <a:off x="7991871" y="2475185"/>
                <a:ext cx="17280" cy="79200"/>
              </p14:xfrm>
            </p:contentPart>
          </mc:Choice>
          <mc:Fallback xmlns="">
            <p:pic>
              <p:nvPicPr>
                <p:cNvPr id="128" name="Ink 127">
                  <a:extLst>
                    <a:ext uri="{FF2B5EF4-FFF2-40B4-BE49-F238E27FC236}">
                      <a16:creationId xmlns:a16="http://schemas.microsoft.com/office/drawing/2014/main" id="{2AAF3057-FEDE-FBC2-F324-905EC3402773}"/>
                    </a:ext>
                  </a:extLst>
                </p:cNvPr>
                <p:cNvPicPr/>
                <p:nvPr/>
              </p:nvPicPr>
              <p:blipFill>
                <a:blip r:embed="rId234"/>
                <a:stretch>
                  <a:fillRect/>
                </a:stretch>
              </p:blipFill>
              <p:spPr>
                <a:xfrm>
                  <a:off x="7983231" y="2466545"/>
                  <a:ext cx="3492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29" name="Ink 128">
                  <a:extLst>
                    <a:ext uri="{FF2B5EF4-FFF2-40B4-BE49-F238E27FC236}">
                      <a16:creationId xmlns:a16="http://schemas.microsoft.com/office/drawing/2014/main" id="{B51C6815-C7C0-0E79-4F7B-EE0B258D0440}"/>
                    </a:ext>
                  </a:extLst>
                </p14:cNvPr>
                <p14:cNvContentPartPr/>
                <p14:nvPr/>
              </p14:nvContentPartPr>
              <p14:xfrm>
                <a:off x="7986831" y="2428025"/>
                <a:ext cx="90000" cy="127440"/>
              </p14:xfrm>
            </p:contentPart>
          </mc:Choice>
          <mc:Fallback xmlns="">
            <p:pic>
              <p:nvPicPr>
                <p:cNvPr id="129" name="Ink 128">
                  <a:extLst>
                    <a:ext uri="{FF2B5EF4-FFF2-40B4-BE49-F238E27FC236}">
                      <a16:creationId xmlns:a16="http://schemas.microsoft.com/office/drawing/2014/main" id="{B51C6815-C7C0-0E79-4F7B-EE0B258D0440}"/>
                    </a:ext>
                  </a:extLst>
                </p:cNvPr>
                <p:cNvPicPr/>
                <p:nvPr/>
              </p:nvPicPr>
              <p:blipFill>
                <a:blip r:embed="rId236"/>
                <a:stretch>
                  <a:fillRect/>
                </a:stretch>
              </p:blipFill>
              <p:spPr>
                <a:xfrm>
                  <a:off x="7977831" y="2419385"/>
                  <a:ext cx="1076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30" name="Ink 129">
                  <a:extLst>
                    <a:ext uri="{FF2B5EF4-FFF2-40B4-BE49-F238E27FC236}">
                      <a16:creationId xmlns:a16="http://schemas.microsoft.com/office/drawing/2014/main" id="{DCE94CAF-7ADE-98D9-3FC2-F2BE1C4E45A6}"/>
                    </a:ext>
                  </a:extLst>
                </p14:cNvPr>
                <p14:cNvContentPartPr/>
                <p14:nvPr/>
              </p14:nvContentPartPr>
              <p14:xfrm>
                <a:off x="8103111" y="2478425"/>
                <a:ext cx="67320" cy="62640"/>
              </p14:xfrm>
            </p:contentPart>
          </mc:Choice>
          <mc:Fallback xmlns="">
            <p:pic>
              <p:nvPicPr>
                <p:cNvPr id="130" name="Ink 129">
                  <a:extLst>
                    <a:ext uri="{FF2B5EF4-FFF2-40B4-BE49-F238E27FC236}">
                      <a16:creationId xmlns:a16="http://schemas.microsoft.com/office/drawing/2014/main" id="{DCE94CAF-7ADE-98D9-3FC2-F2BE1C4E45A6}"/>
                    </a:ext>
                  </a:extLst>
                </p:cNvPr>
                <p:cNvPicPr/>
                <p:nvPr/>
              </p:nvPicPr>
              <p:blipFill>
                <a:blip r:embed="rId238"/>
                <a:stretch>
                  <a:fillRect/>
                </a:stretch>
              </p:blipFill>
              <p:spPr>
                <a:xfrm>
                  <a:off x="8094111" y="2469425"/>
                  <a:ext cx="8496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31" name="Ink 130">
                  <a:extLst>
                    <a:ext uri="{FF2B5EF4-FFF2-40B4-BE49-F238E27FC236}">
                      <a16:creationId xmlns:a16="http://schemas.microsoft.com/office/drawing/2014/main" id="{9F179F88-B8AC-AA67-6D82-AE7AFBED3D69}"/>
                    </a:ext>
                  </a:extLst>
                </p14:cNvPr>
                <p14:cNvContentPartPr/>
                <p14:nvPr/>
              </p14:nvContentPartPr>
              <p14:xfrm>
                <a:off x="8219391" y="2468345"/>
                <a:ext cx="70560" cy="66600"/>
              </p14:xfrm>
            </p:contentPart>
          </mc:Choice>
          <mc:Fallback xmlns="">
            <p:pic>
              <p:nvPicPr>
                <p:cNvPr id="131" name="Ink 130">
                  <a:extLst>
                    <a:ext uri="{FF2B5EF4-FFF2-40B4-BE49-F238E27FC236}">
                      <a16:creationId xmlns:a16="http://schemas.microsoft.com/office/drawing/2014/main" id="{9F179F88-B8AC-AA67-6D82-AE7AFBED3D69}"/>
                    </a:ext>
                  </a:extLst>
                </p:cNvPr>
                <p:cNvPicPr/>
                <p:nvPr/>
              </p:nvPicPr>
              <p:blipFill>
                <a:blip r:embed="rId240"/>
                <a:stretch>
                  <a:fillRect/>
                </a:stretch>
              </p:blipFill>
              <p:spPr>
                <a:xfrm>
                  <a:off x="8210751" y="2459345"/>
                  <a:ext cx="8820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32" name="Ink 131">
                  <a:extLst>
                    <a:ext uri="{FF2B5EF4-FFF2-40B4-BE49-F238E27FC236}">
                      <a16:creationId xmlns:a16="http://schemas.microsoft.com/office/drawing/2014/main" id="{619AF4CB-1795-0A30-847D-A67EC46CBA05}"/>
                    </a:ext>
                  </a:extLst>
                </p14:cNvPr>
                <p14:cNvContentPartPr/>
                <p14:nvPr/>
              </p14:nvContentPartPr>
              <p14:xfrm>
                <a:off x="8339271" y="2459705"/>
                <a:ext cx="57600" cy="55440"/>
              </p14:xfrm>
            </p:contentPart>
          </mc:Choice>
          <mc:Fallback xmlns="">
            <p:pic>
              <p:nvPicPr>
                <p:cNvPr id="132" name="Ink 131">
                  <a:extLst>
                    <a:ext uri="{FF2B5EF4-FFF2-40B4-BE49-F238E27FC236}">
                      <a16:creationId xmlns:a16="http://schemas.microsoft.com/office/drawing/2014/main" id="{619AF4CB-1795-0A30-847D-A67EC46CBA05}"/>
                    </a:ext>
                  </a:extLst>
                </p:cNvPr>
                <p:cNvPicPr/>
                <p:nvPr/>
              </p:nvPicPr>
              <p:blipFill>
                <a:blip r:embed="rId242"/>
                <a:stretch>
                  <a:fillRect/>
                </a:stretch>
              </p:blipFill>
              <p:spPr>
                <a:xfrm>
                  <a:off x="8330631" y="2451065"/>
                  <a:ext cx="7524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33" name="Ink 132">
                  <a:extLst>
                    <a:ext uri="{FF2B5EF4-FFF2-40B4-BE49-F238E27FC236}">
                      <a16:creationId xmlns:a16="http://schemas.microsoft.com/office/drawing/2014/main" id="{9EC291AE-AC92-9DB4-F473-2C6007BDB16B}"/>
                    </a:ext>
                  </a:extLst>
                </p14:cNvPr>
                <p14:cNvContentPartPr/>
                <p14:nvPr/>
              </p14:nvContentPartPr>
              <p14:xfrm>
                <a:off x="8431431" y="2412185"/>
                <a:ext cx="173520" cy="87120"/>
              </p14:xfrm>
            </p:contentPart>
          </mc:Choice>
          <mc:Fallback xmlns="">
            <p:pic>
              <p:nvPicPr>
                <p:cNvPr id="133" name="Ink 132">
                  <a:extLst>
                    <a:ext uri="{FF2B5EF4-FFF2-40B4-BE49-F238E27FC236}">
                      <a16:creationId xmlns:a16="http://schemas.microsoft.com/office/drawing/2014/main" id="{9EC291AE-AC92-9DB4-F473-2C6007BDB16B}"/>
                    </a:ext>
                  </a:extLst>
                </p:cNvPr>
                <p:cNvPicPr/>
                <p:nvPr/>
              </p:nvPicPr>
              <p:blipFill>
                <a:blip r:embed="rId244"/>
                <a:stretch>
                  <a:fillRect/>
                </a:stretch>
              </p:blipFill>
              <p:spPr>
                <a:xfrm>
                  <a:off x="8422791" y="2403185"/>
                  <a:ext cx="1911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55" name="Ink 154">
                  <a:extLst>
                    <a:ext uri="{FF2B5EF4-FFF2-40B4-BE49-F238E27FC236}">
                      <a16:creationId xmlns:a16="http://schemas.microsoft.com/office/drawing/2014/main" id="{DC2B5EDE-48A2-5F68-7942-F1E155DE2FFA}"/>
                    </a:ext>
                  </a:extLst>
                </p14:cNvPr>
                <p14:cNvContentPartPr/>
                <p14:nvPr/>
              </p14:nvContentPartPr>
              <p14:xfrm>
                <a:off x="6281871" y="2631785"/>
                <a:ext cx="72720" cy="71280"/>
              </p14:xfrm>
            </p:contentPart>
          </mc:Choice>
          <mc:Fallback xmlns="">
            <p:pic>
              <p:nvPicPr>
                <p:cNvPr id="155" name="Ink 154">
                  <a:extLst>
                    <a:ext uri="{FF2B5EF4-FFF2-40B4-BE49-F238E27FC236}">
                      <a16:creationId xmlns:a16="http://schemas.microsoft.com/office/drawing/2014/main" id="{DC2B5EDE-48A2-5F68-7942-F1E155DE2FFA}"/>
                    </a:ext>
                  </a:extLst>
                </p:cNvPr>
                <p:cNvPicPr/>
                <p:nvPr/>
              </p:nvPicPr>
              <p:blipFill>
                <a:blip r:embed="rId246"/>
                <a:stretch>
                  <a:fillRect/>
                </a:stretch>
              </p:blipFill>
              <p:spPr>
                <a:xfrm>
                  <a:off x="6272871" y="2622785"/>
                  <a:ext cx="9036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56" name="Ink 155">
                  <a:extLst>
                    <a:ext uri="{FF2B5EF4-FFF2-40B4-BE49-F238E27FC236}">
                      <a16:creationId xmlns:a16="http://schemas.microsoft.com/office/drawing/2014/main" id="{C5326771-D80B-4ABB-84AE-C820F59D56CF}"/>
                    </a:ext>
                  </a:extLst>
                </p14:cNvPr>
                <p14:cNvContentPartPr/>
                <p14:nvPr/>
              </p14:nvContentPartPr>
              <p14:xfrm>
                <a:off x="6408591" y="2933825"/>
                <a:ext cx="7560" cy="103320"/>
              </p14:xfrm>
            </p:contentPart>
          </mc:Choice>
          <mc:Fallback xmlns="">
            <p:pic>
              <p:nvPicPr>
                <p:cNvPr id="156" name="Ink 155">
                  <a:extLst>
                    <a:ext uri="{FF2B5EF4-FFF2-40B4-BE49-F238E27FC236}">
                      <a16:creationId xmlns:a16="http://schemas.microsoft.com/office/drawing/2014/main" id="{C5326771-D80B-4ABB-84AE-C820F59D56CF}"/>
                    </a:ext>
                  </a:extLst>
                </p:cNvPr>
                <p:cNvPicPr/>
                <p:nvPr/>
              </p:nvPicPr>
              <p:blipFill>
                <a:blip r:embed="rId248"/>
                <a:stretch>
                  <a:fillRect/>
                </a:stretch>
              </p:blipFill>
              <p:spPr>
                <a:xfrm>
                  <a:off x="6399951" y="2925185"/>
                  <a:ext cx="2520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57" name="Ink 156">
                  <a:extLst>
                    <a:ext uri="{FF2B5EF4-FFF2-40B4-BE49-F238E27FC236}">
                      <a16:creationId xmlns:a16="http://schemas.microsoft.com/office/drawing/2014/main" id="{3118BE89-BCE7-57C5-B36A-49380F2F8782}"/>
                    </a:ext>
                  </a:extLst>
                </p14:cNvPr>
                <p14:cNvContentPartPr/>
                <p14:nvPr/>
              </p14:nvContentPartPr>
              <p14:xfrm>
                <a:off x="6264231" y="3293105"/>
                <a:ext cx="106560" cy="82440"/>
              </p14:xfrm>
            </p:contentPart>
          </mc:Choice>
          <mc:Fallback xmlns="">
            <p:pic>
              <p:nvPicPr>
                <p:cNvPr id="157" name="Ink 156">
                  <a:extLst>
                    <a:ext uri="{FF2B5EF4-FFF2-40B4-BE49-F238E27FC236}">
                      <a16:creationId xmlns:a16="http://schemas.microsoft.com/office/drawing/2014/main" id="{3118BE89-BCE7-57C5-B36A-49380F2F8782}"/>
                    </a:ext>
                  </a:extLst>
                </p:cNvPr>
                <p:cNvPicPr/>
                <p:nvPr/>
              </p:nvPicPr>
              <p:blipFill>
                <a:blip r:embed="rId250"/>
                <a:stretch>
                  <a:fillRect/>
                </a:stretch>
              </p:blipFill>
              <p:spPr>
                <a:xfrm>
                  <a:off x="6255591" y="3284465"/>
                  <a:ext cx="12420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59" name="Ink 158">
                  <a:extLst>
                    <a:ext uri="{FF2B5EF4-FFF2-40B4-BE49-F238E27FC236}">
                      <a16:creationId xmlns:a16="http://schemas.microsoft.com/office/drawing/2014/main" id="{364C2EE7-2AD9-48EF-977C-DEB272ED00DA}"/>
                    </a:ext>
                  </a:extLst>
                </p14:cNvPr>
                <p14:cNvContentPartPr/>
                <p14:nvPr/>
              </p14:nvContentPartPr>
              <p14:xfrm>
                <a:off x="8057391" y="3308225"/>
                <a:ext cx="360000" cy="878760"/>
              </p14:xfrm>
            </p:contentPart>
          </mc:Choice>
          <mc:Fallback xmlns="">
            <p:pic>
              <p:nvPicPr>
                <p:cNvPr id="159" name="Ink 158">
                  <a:extLst>
                    <a:ext uri="{FF2B5EF4-FFF2-40B4-BE49-F238E27FC236}">
                      <a16:creationId xmlns:a16="http://schemas.microsoft.com/office/drawing/2014/main" id="{364C2EE7-2AD9-48EF-977C-DEB272ED00DA}"/>
                    </a:ext>
                  </a:extLst>
                </p:cNvPr>
                <p:cNvPicPr/>
                <p:nvPr/>
              </p:nvPicPr>
              <p:blipFill>
                <a:blip r:embed="rId252"/>
                <a:stretch>
                  <a:fillRect/>
                </a:stretch>
              </p:blipFill>
              <p:spPr>
                <a:xfrm>
                  <a:off x="8048751" y="3299225"/>
                  <a:ext cx="377640" cy="89640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60" name="Ink 159">
                  <a:extLst>
                    <a:ext uri="{FF2B5EF4-FFF2-40B4-BE49-F238E27FC236}">
                      <a16:creationId xmlns:a16="http://schemas.microsoft.com/office/drawing/2014/main" id="{CB9CA312-C940-D51E-E0A2-40755772623B}"/>
                    </a:ext>
                  </a:extLst>
                </p14:cNvPr>
                <p14:cNvContentPartPr/>
                <p14:nvPr/>
              </p14:nvContentPartPr>
              <p14:xfrm>
                <a:off x="8246391" y="3316145"/>
                <a:ext cx="208440" cy="113400"/>
              </p14:xfrm>
            </p:contentPart>
          </mc:Choice>
          <mc:Fallback xmlns="">
            <p:pic>
              <p:nvPicPr>
                <p:cNvPr id="160" name="Ink 159">
                  <a:extLst>
                    <a:ext uri="{FF2B5EF4-FFF2-40B4-BE49-F238E27FC236}">
                      <a16:creationId xmlns:a16="http://schemas.microsoft.com/office/drawing/2014/main" id="{CB9CA312-C940-D51E-E0A2-40755772623B}"/>
                    </a:ext>
                  </a:extLst>
                </p:cNvPr>
                <p:cNvPicPr/>
                <p:nvPr/>
              </p:nvPicPr>
              <p:blipFill>
                <a:blip r:embed="rId254"/>
                <a:stretch>
                  <a:fillRect/>
                </a:stretch>
              </p:blipFill>
              <p:spPr>
                <a:xfrm>
                  <a:off x="8237391" y="3307505"/>
                  <a:ext cx="22608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61" name="Ink 160">
                  <a:extLst>
                    <a:ext uri="{FF2B5EF4-FFF2-40B4-BE49-F238E27FC236}">
                      <a16:creationId xmlns:a16="http://schemas.microsoft.com/office/drawing/2014/main" id="{14713521-DA48-C879-5C9B-D6FB0FD93785}"/>
                    </a:ext>
                  </a:extLst>
                </p14:cNvPr>
                <p14:cNvContentPartPr/>
                <p14:nvPr/>
              </p14:nvContentPartPr>
              <p14:xfrm>
                <a:off x="7714311" y="1666985"/>
                <a:ext cx="644760" cy="515880"/>
              </p14:xfrm>
            </p:contentPart>
          </mc:Choice>
          <mc:Fallback xmlns="">
            <p:pic>
              <p:nvPicPr>
                <p:cNvPr id="161" name="Ink 160">
                  <a:extLst>
                    <a:ext uri="{FF2B5EF4-FFF2-40B4-BE49-F238E27FC236}">
                      <a16:creationId xmlns:a16="http://schemas.microsoft.com/office/drawing/2014/main" id="{14713521-DA48-C879-5C9B-D6FB0FD93785}"/>
                    </a:ext>
                  </a:extLst>
                </p:cNvPr>
                <p:cNvPicPr/>
                <p:nvPr/>
              </p:nvPicPr>
              <p:blipFill>
                <a:blip r:embed="rId256"/>
                <a:stretch>
                  <a:fillRect/>
                </a:stretch>
              </p:blipFill>
              <p:spPr>
                <a:xfrm>
                  <a:off x="7705671" y="1658345"/>
                  <a:ext cx="662400" cy="53352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63" name="Ink 162">
                  <a:extLst>
                    <a:ext uri="{FF2B5EF4-FFF2-40B4-BE49-F238E27FC236}">
                      <a16:creationId xmlns:a16="http://schemas.microsoft.com/office/drawing/2014/main" id="{3BAC4F02-6FF5-9610-7E22-7602A85975AF}"/>
                    </a:ext>
                  </a:extLst>
                </p14:cNvPr>
                <p14:cNvContentPartPr/>
                <p14:nvPr/>
              </p14:nvContentPartPr>
              <p14:xfrm>
                <a:off x="4012791" y="3693785"/>
                <a:ext cx="572400" cy="34560"/>
              </p14:xfrm>
            </p:contentPart>
          </mc:Choice>
          <mc:Fallback xmlns="">
            <p:pic>
              <p:nvPicPr>
                <p:cNvPr id="163" name="Ink 162">
                  <a:extLst>
                    <a:ext uri="{FF2B5EF4-FFF2-40B4-BE49-F238E27FC236}">
                      <a16:creationId xmlns:a16="http://schemas.microsoft.com/office/drawing/2014/main" id="{3BAC4F02-6FF5-9610-7E22-7602A85975AF}"/>
                    </a:ext>
                  </a:extLst>
                </p:cNvPr>
                <p:cNvPicPr/>
                <p:nvPr/>
              </p:nvPicPr>
              <p:blipFill>
                <a:blip r:embed="rId258"/>
                <a:stretch>
                  <a:fillRect/>
                </a:stretch>
              </p:blipFill>
              <p:spPr>
                <a:xfrm>
                  <a:off x="4004151" y="3685145"/>
                  <a:ext cx="59004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65" name="Ink 164">
                  <a:extLst>
                    <a:ext uri="{FF2B5EF4-FFF2-40B4-BE49-F238E27FC236}">
                      <a16:creationId xmlns:a16="http://schemas.microsoft.com/office/drawing/2014/main" id="{6A02F3F0-F960-4276-FB7B-62359D667AA5}"/>
                    </a:ext>
                  </a:extLst>
                </p14:cNvPr>
                <p14:cNvContentPartPr/>
                <p14:nvPr/>
              </p14:nvContentPartPr>
              <p14:xfrm>
                <a:off x="8072871" y="2662025"/>
                <a:ext cx="5760" cy="147600"/>
              </p14:xfrm>
            </p:contentPart>
          </mc:Choice>
          <mc:Fallback xmlns="">
            <p:pic>
              <p:nvPicPr>
                <p:cNvPr id="165" name="Ink 164">
                  <a:extLst>
                    <a:ext uri="{FF2B5EF4-FFF2-40B4-BE49-F238E27FC236}">
                      <a16:creationId xmlns:a16="http://schemas.microsoft.com/office/drawing/2014/main" id="{6A02F3F0-F960-4276-FB7B-62359D667AA5}"/>
                    </a:ext>
                  </a:extLst>
                </p:cNvPr>
                <p:cNvPicPr/>
                <p:nvPr/>
              </p:nvPicPr>
              <p:blipFill>
                <a:blip r:embed="rId260"/>
                <a:stretch>
                  <a:fillRect/>
                </a:stretch>
              </p:blipFill>
              <p:spPr>
                <a:xfrm>
                  <a:off x="8063871" y="2653385"/>
                  <a:ext cx="234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66" name="Ink 165">
                  <a:extLst>
                    <a:ext uri="{FF2B5EF4-FFF2-40B4-BE49-F238E27FC236}">
                      <a16:creationId xmlns:a16="http://schemas.microsoft.com/office/drawing/2014/main" id="{1F57833E-D436-35A1-3EF4-088671260576}"/>
                    </a:ext>
                  </a:extLst>
                </p14:cNvPr>
                <p14:cNvContentPartPr/>
                <p14:nvPr/>
              </p14:nvContentPartPr>
              <p14:xfrm>
                <a:off x="8001231" y="2643305"/>
                <a:ext cx="168480" cy="44640"/>
              </p14:xfrm>
            </p:contentPart>
          </mc:Choice>
          <mc:Fallback xmlns="">
            <p:pic>
              <p:nvPicPr>
                <p:cNvPr id="166" name="Ink 165">
                  <a:extLst>
                    <a:ext uri="{FF2B5EF4-FFF2-40B4-BE49-F238E27FC236}">
                      <a16:creationId xmlns:a16="http://schemas.microsoft.com/office/drawing/2014/main" id="{1F57833E-D436-35A1-3EF4-088671260576}"/>
                    </a:ext>
                  </a:extLst>
                </p:cNvPr>
                <p:cNvPicPr/>
                <p:nvPr/>
              </p:nvPicPr>
              <p:blipFill>
                <a:blip r:embed="rId262"/>
                <a:stretch>
                  <a:fillRect/>
                </a:stretch>
              </p:blipFill>
              <p:spPr>
                <a:xfrm>
                  <a:off x="7992231" y="2634305"/>
                  <a:ext cx="18612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67" name="Ink 166">
                  <a:extLst>
                    <a:ext uri="{FF2B5EF4-FFF2-40B4-BE49-F238E27FC236}">
                      <a16:creationId xmlns:a16="http://schemas.microsoft.com/office/drawing/2014/main" id="{2514A25F-BB6B-29BF-0A18-47E2872B8655}"/>
                    </a:ext>
                  </a:extLst>
                </p14:cNvPr>
                <p14:cNvContentPartPr/>
                <p14:nvPr/>
              </p14:nvContentPartPr>
              <p14:xfrm>
                <a:off x="8123271" y="2677865"/>
                <a:ext cx="100440" cy="112320"/>
              </p14:xfrm>
            </p:contentPart>
          </mc:Choice>
          <mc:Fallback xmlns="">
            <p:pic>
              <p:nvPicPr>
                <p:cNvPr id="167" name="Ink 166">
                  <a:extLst>
                    <a:ext uri="{FF2B5EF4-FFF2-40B4-BE49-F238E27FC236}">
                      <a16:creationId xmlns:a16="http://schemas.microsoft.com/office/drawing/2014/main" id="{2514A25F-BB6B-29BF-0A18-47E2872B8655}"/>
                    </a:ext>
                  </a:extLst>
                </p:cNvPr>
                <p:cNvPicPr/>
                <p:nvPr/>
              </p:nvPicPr>
              <p:blipFill>
                <a:blip r:embed="rId264"/>
                <a:stretch>
                  <a:fillRect/>
                </a:stretch>
              </p:blipFill>
              <p:spPr>
                <a:xfrm>
                  <a:off x="8114631" y="2669225"/>
                  <a:ext cx="1180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68" name="Ink 167">
                  <a:extLst>
                    <a:ext uri="{FF2B5EF4-FFF2-40B4-BE49-F238E27FC236}">
                      <a16:creationId xmlns:a16="http://schemas.microsoft.com/office/drawing/2014/main" id="{B6B08A8F-B05D-2F1D-653B-1EDCC749ABE9}"/>
                    </a:ext>
                  </a:extLst>
                </p14:cNvPr>
                <p14:cNvContentPartPr/>
                <p14:nvPr/>
              </p14:nvContentPartPr>
              <p14:xfrm>
                <a:off x="8261151" y="2713865"/>
                <a:ext cx="49680" cy="63360"/>
              </p14:xfrm>
            </p:contentPart>
          </mc:Choice>
          <mc:Fallback xmlns="">
            <p:pic>
              <p:nvPicPr>
                <p:cNvPr id="168" name="Ink 167">
                  <a:extLst>
                    <a:ext uri="{FF2B5EF4-FFF2-40B4-BE49-F238E27FC236}">
                      <a16:creationId xmlns:a16="http://schemas.microsoft.com/office/drawing/2014/main" id="{B6B08A8F-B05D-2F1D-653B-1EDCC749ABE9}"/>
                    </a:ext>
                  </a:extLst>
                </p:cNvPr>
                <p:cNvPicPr/>
                <p:nvPr/>
              </p:nvPicPr>
              <p:blipFill>
                <a:blip r:embed="rId266"/>
                <a:stretch>
                  <a:fillRect/>
                </a:stretch>
              </p:blipFill>
              <p:spPr>
                <a:xfrm>
                  <a:off x="8252511" y="2704865"/>
                  <a:ext cx="6732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69" name="Ink 168">
                  <a:extLst>
                    <a:ext uri="{FF2B5EF4-FFF2-40B4-BE49-F238E27FC236}">
                      <a16:creationId xmlns:a16="http://schemas.microsoft.com/office/drawing/2014/main" id="{4EC079C5-D748-C18B-3D9D-4593090E9712}"/>
                    </a:ext>
                  </a:extLst>
                </p14:cNvPr>
                <p14:cNvContentPartPr/>
                <p14:nvPr/>
              </p14:nvContentPartPr>
              <p14:xfrm>
                <a:off x="8270511" y="2705945"/>
                <a:ext cx="55080" cy="59040"/>
              </p14:xfrm>
            </p:contentPart>
          </mc:Choice>
          <mc:Fallback xmlns="">
            <p:pic>
              <p:nvPicPr>
                <p:cNvPr id="169" name="Ink 168">
                  <a:extLst>
                    <a:ext uri="{FF2B5EF4-FFF2-40B4-BE49-F238E27FC236}">
                      <a16:creationId xmlns:a16="http://schemas.microsoft.com/office/drawing/2014/main" id="{4EC079C5-D748-C18B-3D9D-4593090E9712}"/>
                    </a:ext>
                  </a:extLst>
                </p:cNvPr>
                <p:cNvPicPr/>
                <p:nvPr/>
              </p:nvPicPr>
              <p:blipFill>
                <a:blip r:embed="rId268"/>
                <a:stretch>
                  <a:fillRect/>
                </a:stretch>
              </p:blipFill>
              <p:spPr>
                <a:xfrm>
                  <a:off x="8261871" y="2696945"/>
                  <a:ext cx="7272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70" name="Ink 169">
                  <a:extLst>
                    <a:ext uri="{FF2B5EF4-FFF2-40B4-BE49-F238E27FC236}">
                      <a16:creationId xmlns:a16="http://schemas.microsoft.com/office/drawing/2014/main" id="{76389032-C59B-5B48-36E1-708B56A23A6B}"/>
                    </a:ext>
                  </a:extLst>
                </p14:cNvPr>
                <p14:cNvContentPartPr/>
                <p14:nvPr/>
              </p14:nvContentPartPr>
              <p14:xfrm>
                <a:off x="8370951" y="2672465"/>
                <a:ext cx="44640" cy="104400"/>
              </p14:xfrm>
            </p:contentPart>
          </mc:Choice>
          <mc:Fallback xmlns="">
            <p:pic>
              <p:nvPicPr>
                <p:cNvPr id="170" name="Ink 169">
                  <a:extLst>
                    <a:ext uri="{FF2B5EF4-FFF2-40B4-BE49-F238E27FC236}">
                      <a16:creationId xmlns:a16="http://schemas.microsoft.com/office/drawing/2014/main" id="{76389032-C59B-5B48-36E1-708B56A23A6B}"/>
                    </a:ext>
                  </a:extLst>
                </p:cNvPr>
                <p:cNvPicPr/>
                <p:nvPr/>
              </p:nvPicPr>
              <p:blipFill>
                <a:blip r:embed="rId270"/>
                <a:stretch>
                  <a:fillRect/>
                </a:stretch>
              </p:blipFill>
              <p:spPr>
                <a:xfrm>
                  <a:off x="8361951" y="2663465"/>
                  <a:ext cx="6228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71" name="Ink 170">
                  <a:extLst>
                    <a:ext uri="{FF2B5EF4-FFF2-40B4-BE49-F238E27FC236}">
                      <a16:creationId xmlns:a16="http://schemas.microsoft.com/office/drawing/2014/main" id="{8E84D6C5-063B-E98C-CFE8-F48D1AE6F628}"/>
                    </a:ext>
                  </a:extLst>
                </p14:cNvPr>
                <p14:cNvContentPartPr/>
                <p14:nvPr/>
              </p14:nvContentPartPr>
              <p14:xfrm>
                <a:off x="8375991" y="2699825"/>
                <a:ext cx="46800" cy="7920"/>
              </p14:xfrm>
            </p:contentPart>
          </mc:Choice>
          <mc:Fallback xmlns="">
            <p:pic>
              <p:nvPicPr>
                <p:cNvPr id="171" name="Ink 170">
                  <a:extLst>
                    <a:ext uri="{FF2B5EF4-FFF2-40B4-BE49-F238E27FC236}">
                      <a16:creationId xmlns:a16="http://schemas.microsoft.com/office/drawing/2014/main" id="{8E84D6C5-063B-E98C-CFE8-F48D1AE6F628}"/>
                    </a:ext>
                  </a:extLst>
                </p:cNvPr>
                <p:cNvPicPr/>
                <p:nvPr/>
              </p:nvPicPr>
              <p:blipFill>
                <a:blip r:embed="rId272"/>
                <a:stretch>
                  <a:fillRect/>
                </a:stretch>
              </p:blipFill>
              <p:spPr>
                <a:xfrm>
                  <a:off x="8367351" y="2691185"/>
                  <a:ext cx="6444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73" name="Ink 172">
                  <a:extLst>
                    <a:ext uri="{FF2B5EF4-FFF2-40B4-BE49-F238E27FC236}">
                      <a16:creationId xmlns:a16="http://schemas.microsoft.com/office/drawing/2014/main" id="{6FA93566-5D52-A3D5-3180-04DD7B1C4F97}"/>
                    </a:ext>
                  </a:extLst>
                </p14:cNvPr>
                <p14:cNvContentPartPr/>
                <p14:nvPr/>
              </p14:nvContentPartPr>
              <p14:xfrm>
                <a:off x="8204631" y="2845985"/>
                <a:ext cx="104040" cy="184680"/>
              </p14:xfrm>
            </p:contentPart>
          </mc:Choice>
          <mc:Fallback xmlns="">
            <p:pic>
              <p:nvPicPr>
                <p:cNvPr id="173" name="Ink 172">
                  <a:extLst>
                    <a:ext uri="{FF2B5EF4-FFF2-40B4-BE49-F238E27FC236}">
                      <a16:creationId xmlns:a16="http://schemas.microsoft.com/office/drawing/2014/main" id="{6FA93566-5D52-A3D5-3180-04DD7B1C4F97}"/>
                    </a:ext>
                  </a:extLst>
                </p:cNvPr>
                <p:cNvPicPr/>
                <p:nvPr/>
              </p:nvPicPr>
              <p:blipFill>
                <a:blip r:embed="rId274"/>
                <a:stretch>
                  <a:fillRect/>
                </a:stretch>
              </p:blipFill>
              <p:spPr>
                <a:xfrm>
                  <a:off x="8195631" y="2836985"/>
                  <a:ext cx="12168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75" name="Ink 174">
                  <a:extLst>
                    <a:ext uri="{FF2B5EF4-FFF2-40B4-BE49-F238E27FC236}">
                      <a16:creationId xmlns:a16="http://schemas.microsoft.com/office/drawing/2014/main" id="{38C402F3-1F3F-E2BE-F954-91D34F096F79}"/>
                    </a:ext>
                  </a:extLst>
                </p14:cNvPr>
                <p14:cNvContentPartPr/>
                <p14:nvPr/>
              </p14:nvContentPartPr>
              <p14:xfrm>
                <a:off x="8279871" y="2896385"/>
                <a:ext cx="129600" cy="93600"/>
              </p14:xfrm>
            </p:contentPart>
          </mc:Choice>
          <mc:Fallback xmlns="">
            <p:pic>
              <p:nvPicPr>
                <p:cNvPr id="175" name="Ink 174">
                  <a:extLst>
                    <a:ext uri="{FF2B5EF4-FFF2-40B4-BE49-F238E27FC236}">
                      <a16:creationId xmlns:a16="http://schemas.microsoft.com/office/drawing/2014/main" id="{38C402F3-1F3F-E2BE-F954-91D34F096F79}"/>
                    </a:ext>
                  </a:extLst>
                </p:cNvPr>
                <p:cNvPicPr/>
                <p:nvPr/>
              </p:nvPicPr>
              <p:blipFill>
                <a:blip r:embed="rId276"/>
                <a:stretch>
                  <a:fillRect/>
                </a:stretch>
              </p:blipFill>
              <p:spPr>
                <a:xfrm>
                  <a:off x="8270871" y="2887385"/>
                  <a:ext cx="14724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76" name="Ink 175">
                  <a:extLst>
                    <a:ext uri="{FF2B5EF4-FFF2-40B4-BE49-F238E27FC236}">
                      <a16:creationId xmlns:a16="http://schemas.microsoft.com/office/drawing/2014/main" id="{13536C40-2452-A077-B108-5BEC5D66E724}"/>
                    </a:ext>
                  </a:extLst>
                </p14:cNvPr>
                <p14:cNvContentPartPr/>
                <p14:nvPr/>
              </p14:nvContentPartPr>
              <p14:xfrm>
                <a:off x="8445831" y="2875865"/>
                <a:ext cx="82800" cy="87480"/>
              </p14:xfrm>
            </p:contentPart>
          </mc:Choice>
          <mc:Fallback xmlns="">
            <p:pic>
              <p:nvPicPr>
                <p:cNvPr id="176" name="Ink 175">
                  <a:extLst>
                    <a:ext uri="{FF2B5EF4-FFF2-40B4-BE49-F238E27FC236}">
                      <a16:creationId xmlns:a16="http://schemas.microsoft.com/office/drawing/2014/main" id="{13536C40-2452-A077-B108-5BEC5D66E724}"/>
                    </a:ext>
                  </a:extLst>
                </p:cNvPr>
                <p:cNvPicPr/>
                <p:nvPr/>
              </p:nvPicPr>
              <p:blipFill>
                <a:blip r:embed="rId278"/>
                <a:stretch>
                  <a:fillRect/>
                </a:stretch>
              </p:blipFill>
              <p:spPr>
                <a:xfrm>
                  <a:off x="8437191" y="2867225"/>
                  <a:ext cx="10044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77" name="Ink 176">
                  <a:extLst>
                    <a:ext uri="{FF2B5EF4-FFF2-40B4-BE49-F238E27FC236}">
                      <a16:creationId xmlns:a16="http://schemas.microsoft.com/office/drawing/2014/main" id="{1BE48264-AFD5-3AB6-A722-7E2016B8B3F1}"/>
                    </a:ext>
                  </a:extLst>
                </p14:cNvPr>
                <p14:cNvContentPartPr/>
                <p14:nvPr/>
              </p14:nvContentPartPr>
              <p14:xfrm>
                <a:off x="8560311" y="2863985"/>
                <a:ext cx="184320" cy="100440"/>
              </p14:xfrm>
            </p:contentPart>
          </mc:Choice>
          <mc:Fallback xmlns="">
            <p:pic>
              <p:nvPicPr>
                <p:cNvPr id="177" name="Ink 176">
                  <a:extLst>
                    <a:ext uri="{FF2B5EF4-FFF2-40B4-BE49-F238E27FC236}">
                      <a16:creationId xmlns:a16="http://schemas.microsoft.com/office/drawing/2014/main" id="{1BE48264-AFD5-3AB6-A722-7E2016B8B3F1}"/>
                    </a:ext>
                  </a:extLst>
                </p:cNvPr>
                <p:cNvPicPr/>
                <p:nvPr/>
              </p:nvPicPr>
              <p:blipFill>
                <a:blip r:embed="rId280"/>
                <a:stretch>
                  <a:fillRect/>
                </a:stretch>
              </p:blipFill>
              <p:spPr>
                <a:xfrm>
                  <a:off x="8551671" y="2855345"/>
                  <a:ext cx="20196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78" name="Ink 177">
                  <a:extLst>
                    <a:ext uri="{FF2B5EF4-FFF2-40B4-BE49-F238E27FC236}">
                      <a16:creationId xmlns:a16="http://schemas.microsoft.com/office/drawing/2014/main" id="{500C4F5F-9AA9-A58A-33A9-591B4D6E4D85}"/>
                    </a:ext>
                  </a:extLst>
                </p14:cNvPr>
                <p14:cNvContentPartPr/>
                <p14:nvPr/>
              </p14:nvContentPartPr>
              <p14:xfrm>
                <a:off x="8778831" y="2803145"/>
                <a:ext cx="45720" cy="202680"/>
              </p14:xfrm>
            </p:contentPart>
          </mc:Choice>
          <mc:Fallback xmlns="">
            <p:pic>
              <p:nvPicPr>
                <p:cNvPr id="178" name="Ink 177">
                  <a:extLst>
                    <a:ext uri="{FF2B5EF4-FFF2-40B4-BE49-F238E27FC236}">
                      <a16:creationId xmlns:a16="http://schemas.microsoft.com/office/drawing/2014/main" id="{500C4F5F-9AA9-A58A-33A9-591B4D6E4D85}"/>
                    </a:ext>
                  </a:extLst>
                </p:cNvPr>
                <p:cNvPicPr/>
                <p:nvPr/>
              </p:nvPicPr>
              <p:blipFill>
                <a:blip r:embed="rId282"/>
                <a:stretch>
                  <a:fillRect/>
                </a:stretch>
              </p:blipFill>
              <p:spPr>
                <a:xfrm>
                  <a:off x="8770191" y="2794505"/>
                  <a:ext cx="6336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80" name="Ink 179">
                  <a:extLst>
                    <a:ext uri="{FF2B5EF4-FFF2-40B4-BE49-F238E27FC236}">
                      <a16:creationId xmlns:a16="http://schemas.microsoft.com/office/drawing/2014/main" id="{9C1DE137-DC2C-6491-40BE-B4125C871446}"/>
                    </a:ext>
                  </a:extLst>
                </p14:cNvPr>
                <p14:cNvContentPartPr/>
                <p14:nvPr/>
              </p14:nvContentPartPr>
              <p14:xfrm>
                <a:off x="4140231" y="3874505"/>
                <a:ext cx="98280" cy="191520"/>
              </p14:xfrm>
            </p:contentPart>
          </mc:Choice>
          <mc:Fallback xmlns="">
            <p:pic>
              <p:nvPicPr>
                <p:cNvPr id="180" name="Ink 179">
                  <a:extLst>
                    <a:ext uri="{FF2B5EF4-FFF2-40B4-BE49-F238E27FC236}">
                      <a16:creationId xmlns:a16="http://schemas.microsoft.com/office/drawing/2014/main" id="{9C1DE137-DC2C-6491-40BE-B4125C871446}"/>
                    </a:ext>
                  </a:extLst>
                </p:cNvPr>
                <p:cNvPicPr/>
                <p:nvPr/>
              </p:nvPicPr>
              <p:blipFill>
                <a:blip r:embed="rId284"/>
                <a:stretch>
                  <a:fillRect/>
                </a:stretch>
              </p:blipFill>
              <p:spPr>
                <a:xfrm>
                  <a:off x="4131231" y="3865865"/>
                  <a:ext cx="11592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81" name="Ink 180">
                  <a:extLst>
                    <a:ext uri="{FF2B5EF4-FFF2-40B4-BE49-F238E27FC236}">
                      <a16:creationId xmlns:a16="http://schemas.microsoft.com/office/drawing/2014/main" id="{A721DF6D-DF50-B423-093F-2440D2E3D8CB}"/>
                    </a:ext>
                  </a:extLst>
                </p14:cNvPr>
                <p14:cNvContentPartPr/>
                <p14:nvPr/>
              </p14:nvContentPartPr>
              <p14:xfrm>
                <a:off x="4138431" y="4158545"/>
                <a:ext cx="86400" cy="171000"/>
              </p14:xfrm>
            </p:contentPart>
          </mc:Choice>
          <mc:Fallback xmlns="">
            <p:pic>
              <p:nvPicPr>
                <p:cNvPr id="181" name="Ink 180">
                  <a:extLst>
                    <a:ext uri="{FF2B5EF4-FFF2-40B4-BE49-F238E27FC236}">
                      <a16:creationId xmlns:a16="http://schemas.microsoft.com/office/drawing/2014/main" id="{A721DF6D-DF50-B423-093F-2440D2E3D8CB}"/>
                    </a:ext>
                  </a:extLst>
                </p:cNvPr>
                <p:cNvPicPr/>
                <p:nvPr/>
              </p:nvPicPr>
              <p:blipFill>
                <a:blip r:embed="rId286"/>
                <a:stretch>
                  <a:fillRect/>
                </a:stretch>
              </p:blipFill>
              <p:spPr>
                <a:xfrm>
                  <a:off x="4129791" y="4149905"/>
                  <a:ext cx="10404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86" name="Ink 185">
                  <a:extLst>
                    <a:ext uri="{FF2B5EF4-FFF2-40B4-BE49-F238E27FC236}">
                      <a16:creationId xmlns:a16="http://schemas.microsoft.com/office/drawing/2014/main" id="{DB8684B2-F569-FFDD-3B04-9A4AA7274E70}"/>
                    </a:ext>
                  </a:extLst>
                </p14:cNvPr>
                <p14:cNvContentPartPr/>
                <p14:nvPr/>
              </p14:nvContentPartPr>
              <p14:xfrm>
                <a:off x="7082511" y="1279985"/>
                <a:ext cx="270000" cy="1311840"/>
              </p14:xfrm>
            </p:contentPart>
          </mc:Choice>
          <mc:Fallback xmlns="">
            <p:pic>
              <p:nvPicPr>
                <p:cNvPr id="186" name="Ink 185">
                  <a:extLst>
                    <a:ext uri="{FF2B5EF4-FFF2-40B4-BE49-F238E27FC236}">
                      <a16:creationId xmlns:a16="http://schemas.microsoft.com/office/drawing/2014/main" id="{DB8684B2-F569-FFDD-3B04-9A4AA7274E70}"/>
                    </a:ext>
                  </a:extLst>
                </p:cNvPr>
                <p:cNvPicPr/>
                <p:nvPr/>
              </p:nvPicPr>
              <p:blipFill>
                <a:blip r:embed="rId288"/>
                <a:stretch>
                  <a:fillRect/>
                </a:stretch>
              </p:blipFill>
              <p:spPr>
                <a:xfrm>
                  <a:off x="7073871" y="1270985"/>
                  <a:ext cx="287640" cy="132948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87" name="Ink 186">
                  <a:extLst>
                    <a:ext uri="{FF2B5EF4-FFF2-40B4-BE49-F238E27FC236}">
                      <a16:creationId xmlns:a16="http://schemas.microsoft.com/office/drawing/2014/main" id="{33E1C24B-C7E8-AAAA-C5FC-F4AE43A8B7D2}"/>
                    </a:ext>
                  </a:extLst>
                </p14:cNvPr>
                <p14:cNvContentPartPr/>
                <p14:nvPr/>
              </p14:nvContentPartPr>
              <p14:xfrm>
                <a:off x="7129311" y="995225"/>
                <a:ext cx="156960" cy="239040"/>
              </p14:xfrm>
            </p:contentPart>
          </mc:Choice>
          <mc:Fallback xmlns="">
            <p:pic>
              <p:nvPicPr>
                <p:cNvPr id="187" name="Ink 186">
                  <a:extLst>
                    <a:ext uri="{FF2B5EF4-FFF2-40B4-BE49-F238E27FC236}">
                      <a16:creationId xmlns:a16="http://schemas.microsoft.com/office/drawing/2014/main" id="{33E1C24B-C7E8-AAAA-C5FC-F4AE43A8B7D2}"/>
                    </a:ext>
                  </a:extLst>
                </p:cNvPr>
                <p:cNvPicPr/>
                <p:nvPr/>
              </p:nvPicPr>
              <p:blipFill>
                <a:blip r:embed="rId290"/>
                <a:stretch>
                  <a:fillRect/>
                </a:stretch>
              </p:blipFill>
              <p:spPr>
                <a:xfrm>
                  <a:off x="7120671" y="986225"/>
                  <a:ext cx="17460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88" name="Ink 187">
                  <a:extLst>
                    <a:ext uri="{FF2B5EF4-FFF2-40B4-BE49-F238E27FC236}">
                      <a16:creationId xmlns:a16="http://schemas.microsoft.com/office/drawing/2014/main" id="{8190EFCB-35C0-7992-5A1B-5FF9D3AEEEBE}"/>
                    </a:ext>
                  </a:extLst>
                </p14:cNvPr>
                <p14:cNvContentPartPr/>
                <p14:nvPr/>
              </p14:nvContentPartPr>
              <p14:xfrm>
                <a:off x="7310031" y="1110065"/>
                <a:ext cx="10080" cy="117000"/>
              </p14:xfrm>
            </p:contentPart>
          </mc:Choice>
          <mc:Fallback xmlns="">
            <p:pic>
              <p:nvPicPr>
                <p:cNvPr id="188" name="Ink 187">
                  <a:extLst>
                    <a:ext uri="{FF2B5EF4-FFF2-40B4-BE49-F238E27FC236}">
                      <a16:creationId xmlns:a16="http://schemas.microsoft.com/office/drawing/2014/main" id="{8190EFCB-35C0-7992-5A1B-5FF9D3AEEEBE}"/>
                    </a:ext>
                  </a:extLst>
                </p:cNvPr>
                <p:cNvPicPr/>
                <p:nvPr/>
              </p:nvPicPr>
              <p:blipFill>
                <a:blip r:embed="rId292"/>
                <a:stretch>
                  <a:fillRect/>
                </a:stretch>
              </p:blipFill>
              <p:spPr>
                <a:xfrm>
                  <a:off x="7301391" y="1101065"/>
                  <a:ext cx="2772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89" name="Ink 188">
                  <a:extLst>
                    <a:ext uri="{FF2B5EF4-FFF2-40B4-BE49-F238E27FC236}">
                      <a16:creationId xmlns:a16="http://schemas.microsoft.com/office/drawing/2014/main" id="{08853450-D673-AB81-D81B-AD89A65BCF80}"/>
                    </a:ext>
                  </a:extLst>
                </p14:cNvPr>
                <p14:cNvContentPartPr/>
                <p14:nvPr/>
              </p14:nvContentPartPr>
              <p14:xfrm>
                <a:off x="7331271" y="1011425"/>
                <a:ext cx="29520" cy="7920"/>
              </p14:xfrm>
            </p:contentPart>
          </mc:Choice>
          <mc:Fallback xmlns="">
            <p:pic>
              <p:nvPicPr>
                <p:cNvPr id="189" name="Ink 188">
                  <a:extLst>
                    <a:ext uri="{FF2B5EF4-FFF2-40B4-BE49-F238E27FC236}">
                      <a16:creationId xmlns:a16="http://schemas.microsoft.com/office/drawing/2014/main" id="{08853450-D673-AB81-D81B-AD89A65BCF80}"/>
                    </a:ext>
                  </a:extLst>
                </p:cNvPr>
                <p:cNvPicPr/>
                <p:nvPr/>
              </p:nvPicPr>
              <p:blipFill>
                <a:blip r:embed="rId294"/>
                <a:stretch>
                  <a:fillRect/>
                </a:stretch>
              </p:blipFill>
              <p:spPr>
                <a:xfrm>
                  <a:off x="7322631" y="1002425"/>
                  <a:ext cx="471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90" name="Ink 189">
                  <a:extLst>
                    <a:ext uri="{FF2B5EF4-FFF2-40B4-BE49-F238E27FC236}">
                      <a16:creationId xmlns:a16="http://schemas.microsoft.com/office/drawing/2014/main" id="{1D7C1280-81EE-8790-0FEA-B06641D86249}"/>
                    </a:ext>
                  </a:extLst>
                </p14:cNvPr>
                <p14:cNvContentPartPr/>
                <p14:nvPr/>
              </p14:nvContentPartPr>
              <p14:xfrm>
                <a:off x="7407591" y="1094945"/>
                <a:ext cx="101880" cy="98640"/>
              </p14:xfrm>
            </p:contentPart>
          </mc:Choice>
          <mc:Fallback xmlns="">
            <p:pic>
              <p:nvPicPr>
                <p:cNvPr id="190" name="Ink 189">
                  <a:extLst>
                    <a:ext uri="{FF2B5EF4-FFF2-40B4-BE49-F238E27FC236}">
                      <a16:creationId xmlns:a16="http://schemas.microsoft.com/office/drawing/2014/main" id="{1D7C1280-81EE-8790-0FEA-B06641D86249}"/>
                    </a:ext>
                  </a:extLst>
                </p:cNvPr>
                <p:cNvPicPr/>
                <p:nvPr/>
              </p:nvPicPr>
              <p:blipFill>
                <a:blip r:embed="rId296"/>
                <a:stretch>
                  <a:fillRect/>
                </a:stretch>
              </p:blipFill>
              <p:spPr>
                <a:xfrm>
                  <a:off x="7398591" y="1085945"/>
                  <a:ext cx="11952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91" name="Ink 190">
                  <a:extLst>
                    <a:ext uri="{FF2B5EF4-FFF2-40B4-BE49-F238E27FC236}">
                      <a16:creationId xmlns:a16="http://schemas.microsoft.com/office/drawing/2014/main" id="{DEF86290-7C19-CB93-4A93-371D7E4D97F0}"/>
                    </a:ext>
                  </a:extLst>
                </p14:cNvPr>
                <p14:cNvContentPartPr/>
                <p14:nvPr/>
              </p14:nvContentPartPr>
              <p14:xfrm>
                <a:off x="7511991" y="991265"/>
                <a:ext cx="64080" cy="227520"/>
              </p14:xfrm>
            </p:contentPart>
          </mc:Choice>
          <mc:Fallback xmlns="">
            <p:pic>
              <p:nvPicPr>
                <p:cNvPr id="191" name="Ink 190">
                  <a:extLst>
                    <a:ext uri="{FF2B5EF4-FFF2-40B4-BE49-F238E27FC236}">
                      <a16:creationId xmlns:a16="http://schemas.microsoft.com/office/drawing/2014/main" id="{DEF86290-7C19-CB93-4A93-371D7E4D97F0}"/>
                    </a:ext>
                  </a:extLst>
                </p:cNvPr>
                <p:cNvPicPr/>
                <p:nvPr/>
              </p:nvPicPr>
              <p:blipFill>
                <a:blip r:embed="rId298"/>
                <a:stretch>
                  <a:fillRect/>
                </a:stretch>
              </p:blipFill>
              <p:spPr>
                <a:xfrm>
                  <a:off x="7502991" y="982625"/>
                  <a:ext cx="8172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92" name="Ink 191">
                  <a:extLst>
                    <a:ext uri="{FF2B5EF4-FFF2-40B4-BE49-F238E27FC236}">
                      <a16:creationId xmlns:a16="http://schemas.microsoft.com/office/drawing/2014/main" id="{FAF9E03F-9531-24F4-55F0-97138BE9C1A2}"/>
                    </a:ext>
                  </a:extLst>
                </p14:cNvPr>
                <p14:cNvContentPartPr/>
                <p14:nvPr/>
              </p14:nvContentPartPr>
              <p14:xfrm>
                <a:off x="7551231" y="1080545"/>
                <a:ext cx="41040" cy="15840"/>
              </p14:xfrm>
            </p:contentPart>
          </mc:Choice>
          <mc:Fallback xmlns="">
            <p:pic>
              <p:nvPicPr>
                <p:cNvPr id="192" name="Ink 191">
                  <a:extLst>
                    <a:ext uri="{FF2B5EF4-FFF2-40B4-BE49-F238E27FC236}">
                      <a16:creationId xmlns:a16="http://schemas.microsoft.com/office/drawing/2014/main" id="{FAF9E03F-9531-24F4-55F0-97138BE9C1A2}"/>
                    </a:ext>
                  </a:extLst>
                </p:cNvPr>
                <p:cNvPicPr/>
                <p:nvPr/>
              </p:nvPicPr>
              <p:blipFill>
                <a:blip r:embed="rId300"/>
                <a:stretch>
                  <a:fillRect/>
                </a:stretch>
              </p:blipFill>
              <p:spPr>
                <a:xfrm>
                  <a:off x="7542591" y="1071545"/>
                  <a:ext cx="586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93" name="Ink 192">
                  <a:extLst>
                    <a:ext uri="{FF2B5EF4-FFF2-40B4-BE49-F238E27FC236}">
                      <a16:creationId xmlns:a16="http://schemas.microsoft.com/office/drawing/2014/main" id="{2826BC5A-4606-D235-A223-7D9673FA3BF4}"/>
                    </a:ext>
                  </a:extLst>
                </p14:cNvPr>
                <p14:cNvContentPartPr/>
                <p14:nvPr/>
              </p14:nvContentPartPr>
              <p14:xfrm>
                <a:off x="7715751" y="1080905"/>
                <a:ext cx="44280" cy="11880"/>
              </p14:xfrm>
            </p:contentPart>
          </mc:Choice>
          <mc:Fallback xmlns="">
            <p:pic>
              <p:nvPicPr>
                <p:cNvPr id="193" name="Ink 192">
                  <a:extLst>
                    <a:ext uri="{FF2B5EF4-FFF2-40B4-BE49-F238E27FC236}">
                      <a16:creationId xmlns:a16="http://schemas.microsoft.com/office/drawing/2014/main" id="{2826BC5A-4606-D235-A223-7D9673FA3BF4}"/>
                    </a:ext>
                  </a:extLst>
                </p:cNvPr>
                <p:cNvPicPr/>
                <p:nvPr/>
              </p:nvPicPr>
              <p:blipFill>
                <a:blip r:embed="rId302"/>
                <a:stretch>
                  <a:fillRect/>
                </a:stretch>
              </p:blipFill>
              <p:spPr>
                <a:xfrm>
                  <a:off x="7707111" y="1072265"/>
                  <a:ext cx="6192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94" name="Ink 193">
                  <a:extLst>
                    <a:ext uri="{FF2B5EF4-FFF2-40B4-BE49-F238E27FC236}">
                      <a16:creationId xmlns:a16="http://schemas.microsoft.com/office/drawing/2014/main" id="{879A5120-3282-603D-E295-1DA19DDE26F8}"/>
                    </a:ext>
                  </a:extLst>
                </p14:cNvPr>
                <p14:cNvContentPartPr/>
                <p14:nvPr/>
              </p14:nvContentPartPr>
              <p14:xfrm>
                <a:off x="7717551" y="1151465"/>
                <a:ext cx="31680" cy="10440"/>
              </p14:xfrm>
            </p:contentPart>
          </mc:Choice>
          <mc:Fallback xmlns="">
            <p:pic>
              <p:nvPicPr>
                <p:cNvPr id="194" name="Ink 193">
                  <a:extLst>
                    <a:ext uri="{FF2B5EF4-FFF2-40B4-BE49-F238E27FC236}">
                      <a16:creationId xmlns:a16="http://schemas.microsoft.com/office/drawing/2014/main" id="{879A5120-3282-603D-E295-1DA19DDE26F8}"/>
                    </a:ext>
                  </a:extLst>
                </p:cNvPr>
                <p:cNvPicPr/>
                <p:nvPr/>
              </p:nvPicPr>
              <p:blipFill>
                <a:blip r:embed="rId304"/>
                <a:stretch>
                  <a:fillRect/>
                </a:stretch>
              </p:blipFill>
              <p:spPr>
                <a:xfrm>
                  <a:off x="7708911" y="1142825"/>
                  <a:ext cx="493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95" name="Ink 194">
                  <a:extLst>
                    <a:ext uri="{FF2B5EF4-FFF2-40B4-BE49-F238E27FC236}">
                      <a16:creationId xmlns:a16="http://schemas.microsoft.com/office/drawing/2014/main" id="{F7209EA8-9FD8-C60E-5F93-BADCFFD94648}"/>
                    </a:ext>
                  </a:extLst>
                </p14:cNvPr>
                <p14:cNvContentPartPr/>
                <p14:nvPr/>
              </p14:nvContentPartPr>
              <p14:xfrm>
                <a:off x="7874871" y="988745"/>
                <a:ext cx="32400" cy="208080"/>
              </p14:xfrm>
            </p:contentPart>
          </mc:Choice>
          <mc:Fallback xmlns="">
            <p:pic>
              <p:nvPicPr>
                <p:cNvPr id="195" name="Ink 194">
                  <a:extLst>
                    <a:ext uri="{FF2B5EF4-FFF2-40B4-BE49-F238E27FC236}">
                      <a16:creationId xmlns:a16="http://schemas.microsoft.com/office/drawing/2014/main" id="{F7209EA8-9FD8-C60E-5F93-BADCFFD94648}"/>
                    </a:ext>
                  </a:extLst>
                </p:cNvPr>
                <p:cNvPicPr/>
                <p:nvPr/>
              </p:nvPicPr>
              <p:blipFill>
                <a:blip r:embed="rId306"/>
                <a:stretch>
                  <a:fillRect/>
                </a:stretch>
              </p:blipFill>
              <p:spPr>
                <a:xfrm>
                  <a:off x="7866231" y="980105"/>
                  <a:ext cx="5004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96" name="Ink 195">
                  <a:extLst>
                    <a:ext uri="{FF2B5EF4-FFF2-40B4-BE49-F238E27FC236}">
                      <a16:creationId xmlns:a16="http://schemas.microsoft.com/office/drawing/2014/main" id="{59FEC32A-B90D-CDA5-7371-CF787628700E}"/>
                    </a:ext>
                  </a:extLst>
                </p14:cNvPr>
                <p14:cNvContentPartPr/>
                <p14:nvPr/>
              </p14:nvContentPartPr>
              <p14:xfrm>
                <a:off x="7848951" y="1058225"/>
                <a:ext cx="218520" cy="104400"/>
              </p14:xfrm>
            </p:contentPart>
          </mc:Choice>
          <mc:Fallback xmlns="">
            <p:pic>
              <p:nvPicPr>
                <p:cNvPr id="196" name="Ink 195">
                  <a:extLst>
                    <a:ext uri="{FF2B5EF4-FFF2-40B4-BE49-F238E27FC236}">
                      <a16:creationId xmlns:a16="http://schemas.microsoft.com/office/drawing/2014/main" id="{59FEC32A-B90D-CDA5-7371-CF787628700E}"/>
                    </a:ext>
                  </a:extLst>
                </p:cNvPr>
                <p:cNvPicPr/>
                <p:nvPr/>
              </p:nvPicPr>
              <p:blipFill>
                <a:blip r:embed="rId308"/>
                <a:stretch>
                  <a:fillRect/>
                </a:stretch>
              </p:blipFill>
              <p:spPr>
                <a:xfrm>
                  <a:off x="7839951" y="1049585"/>
                  <a:ext cx="23616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97" name="Ink 196">
                  <a:extLst>
                    <a:ext uri="{FF2B5EF4-FFF2-40B4-BE49-F238E27FC236}">
                      <a16:creationId xmlns:a16="http://schemas.microsoft.com/office/drawing/2014/main" id="{7A3BDD0E-87E1-634C-07A7-B31B96033091}"/>
                    </a:ext>
                  </a:extLst>
                </p14:cNvPr>
                <p14:cNvContentPartPr/>
                <p14:nvPr/>
              </p14:nvContentPartPr>
              <p14:xfrm>
                <a:off x="8133351" y="995585"/>
                <a:ext cx="76320" cy="168840"/>
              </p14:xfrm>
            </p:contentPart>
          </mc:Choice>
          <mc:Fallback xmlns="">
            <p:pic>
              <p:nvPicPr>
                <p:cNvPr id="197" name="Ink 196">
                  <a:extLst>
                    <a:ext uri="{FF2B5EF4-FFF2-40B4-BE49-F238E27FC236}">
                      <a16:creationId xmlns:a16="http://schemas.microsoft.com/office/drawing/2014/main" id="{7A3BDD0E-87E1-634C-07A7-B31B96033091}"/>
                    </a:ext>
                  </a:extLst>
                </p:cNvPr>
                <p:cNvPicPr/>
                <p:nvPr/>
              </p:nvPicPr>
              <p:blipFill>
                <a:blip r:embed="rId310"/>
                <a:stretch>
                  <a:fillRect/>
                </a:stretch>
              </p:blipFill>
              <p:spPr>
                <a:xfrm>
                  <a:off x="8124711" y="986945"/>
                  <a:ext cx="9396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98" name="Ink 197">
                  <a:extLst>
                    <a:ext uri="{FF2B5EF4-FFF2-40B4-BE49-F238E27FC236}">
                      <a16:creationId xmlns:a16="http://schemas.microsoft.com/office/drawing/2014/main" id="{1340FF4D-3DE0-CB79-887A-1FA53468E74B}"/>
                    </a:ext>
                  </a:extLst>
                </p14:cNvPr>
                <p14:cNvContentPartPr/>
                <p14:nvPr/>
              </p14:nvContentPartPr>
              <p14:xfrm>
                <a:off x="8249631" y="989825"/>
                <a:ext cx="36000" cy="173880"/>
              </p14:xfrm>
            </p:contentPart>
          </mc:Choice>
          <mc:Fallback xmlns="">
            <p:pic>
              <p:nvPicPr>
                <p:cNvPr id="198" name="Ink 197">
                  <a:extLst>
                    <a:ext uri="{FF2B5EF4-FFF2-40B4-BE49-F238E27FC236}">
                      <a16:creationId xmlns:a16="http://schemas.microsoft.com/office/drawing/2014/main" id="{1340FF4D-3DE0-CB79-887A-1FA53468E74B}"/>
                    </a:ext>
                  </a:extLst>
                </p:cNvPr>
                <p:cNvPicPr/>
                <p:nvPr/>
              </p:nvPicPr>
              <p:blipFill>
                <a:blip r:embed="rId312"/>
                <a:stretch>
                  <a:fillRect/>
                </a:stretch>
              </p:blipFill>
              <p:spPr>
                <a:xfrm>
                  <a:off x="8240991" y="981185"/>
                  <a:ext cx="5364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99" name="Ink 198">
                  <a:extLst>
                    <a:ext uri="{FF2B5EF4-FFF2-40B4-BE49-F238E27FC236}">
                      <a16:creationId xmlns:a16="http://schemas.microsoft.com/office/drawing/2014/main" id="{CFB28630-B896-2976-8197-BD3FED0E3E8E}"/>
                    </a:ext>
                  </a:extLst>
                </p14:cNvPr>
                <p14:cNvContentPartPr/>
                <p14:nvPr/>
              </p14:nvContentPartPr>
              <p14:xfrm>
                <a:off x="8330631" y="1056425"/>
                <a:ext cx="111600" cy="112320"/>
              </p14:xfrm>
            </p:contentPart>
          </mc:Choice>
          <mc:Fallback xmlns="">
            <p:pic>
              <p:nvPicPr>
                <p:cNvPr id="199" name="Ink 198">
                  <a:extLst>
                    <a:ext uri="{FF2B5EF4-FFF2-40B4-BE49-F238E27FC236}">
                      <a16:creationId xmlns:a16="http://schemas.microsoft.com/office/drawing/2014/main" id="{CFB28630-B896-2976-8197-BD3FED0E3E8E}"/>
                    </a:ext>
                  </a:extLst>
                </p:cNvPr>
                <p:cNvPicPr/>
                <p:nvPr/>
              </p:nvPicPr>
              <p:blipFill>
                <a:blip r:embed="rId314"/>
                <a:stretch>
                  <a:fillRect/>
                </a:stretch>
              </p:blipFill>
              <p:spPr>
                <a:xfrm>
                  <a:off x="8321631" y="1047785"/>
                  <a:ext cx="129240" cy="129960"/>
                </a:xfrm>
                <a:prstGeom prst="rect">
                  <a:avLst/>
                </a:prstGeom>
              </p:spPr>
            </p:pic>
          </mc:Fallback>
        </mc:AlternateContent>
      </p:grpSp>
      <p:grpSp>
        <p:nvGrpSpPr>
          <p:cNvPr id="212" name="Group 211">
            <a:extLst>
              <a:ext uri="{FF2B5EF4-FFF2-40B4-BE49-F238E27FC236}">
                <a16:creationId xmlns:a16="http://schemas.microsoft.com/office/drawing/2014/main" id="{02686155-A806-29D6-81EF-F38BB6F4BF20}"/>
              </a:ext>
            </a:extLst>
          </p:cNvPr>
          <p:cNvGrpSpPr/>
          <p:nvPr/>
        </p:nvGrpSpPr>
        <p:grpSpPr>
          <a:xfrm>
            <a:off x="8294271" y="1299785"/>
            <a:ext cx="753480" cy="620280"/>
            <a:chOff x="8294271" y="1299785"/>
            <a:chExt cx="753480" cy="620280"/>
          </a:xfrm>
        </p:grpSpPr>
        <mc:AlternateContent xmlns:mc="http://schemas.openxmlformats.org/markup-compatibility/2006" xmlns:p14="http://schemas.microsoft.com/office/powerpoint/2010/main">
          <mc:Choice Requires="p14">
            <p:contentPart p14:bwMode="auto" r:id="rId315">
              <p14:nvContentPartPr>
                <p14:cNvPr id="201" name="Ink 200">
                  <a:extLst>
                    <a:ext uri="{FF2B5EF4-FFF2-40B4-BE49-F238E27FC236}">
                      <a16:creationId xmlns:a16="http://schemas.microsoft.com/office/drawing/2014/main" id="{B67B567E-8F05-DF52-74E2-DE9E3D6BE694}"/>
                    </a:ext>
                  </a:extLst>
                </p14:cNvPr>
                <p14:cNvContentPartPr/>
                <p14:nvPr/>
              </p14:nvContentPartPr>
              <p14:xfrm>
                <a:off x="8294271" y="1577705"/>
                <a:ext cx="245160" cy="241200"/>
              </p14:xfrm>
            </p:contentPart>
          </mc:Choice>
          <mc:Fallback xmlns="">
            <p:pic>
              <p:nvPicPr>
                <p:cNvPr id="201" name="Ink 200">
                  <a:extLst>
                    <a:ext uri="{FF2B5EF4-FFF2-40B4-BE49-F238E27FC236}">
                      <a16:creationId xmlns:a16="http://schemas.microsoft.com/office/drawing/2014/main" id="{B67B567E-8F05-DF52-74E2-DE9E3D6BE694}"/>
                    </a:ext>
                  </a:extLst>
                </p:cNvPr>
                <p:cNvPicPr/>
                <p:nvPr/>
              </p:nvPicPr>
              <p:blipFill>
                <a:blip r:embed="rId316"/>
                <a:stretch>
                  <a:fillRect/>
                </a:stretch>
              </p:blipFill>
              <p:spPr>
                <a:xfrm>
                  <a:off x="8285631" y="1569065"/>
                  <a:ext cx="26280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02" name="Ink 201">
                  <a:extLst>
                    <a:ext uri="{FF2B5EF4-FFF2-40B4-BE49-F238E27FC236}">
                      <a16:creationId xmlns:a16="http://schemas.microsoft.com/office/drawing/2014/main" id="{927C8654-F501-4781-5930-DCD20B3995FA}"/>
                    </a:ext>
                  </a:extLst>
                </p14:cNvPr>
                <p14:cNvContentPartPr/>
                <p14:nvPr/>
              </p14:nvContentPartPr>
              <p14:xfrm>
                <a:off x="8336391" y="1318145"/>
                <a:ext cx="167040" cy="218520"/>
              </p14:xfrm>
            </p:contentPart>
          </mc:Choice>
          <mc:Fallback xmlns="">
            <p:pic>
              <p:nvPicPr>
                <p:cNvPr id="202" name="Ink 201">
                  <a:extLst>
                    <a:ext uri="{FF2B5EF4-FFF2-40B4-BE49-F238E27FC236}">
                      <a16:creationId xmlns:a16="http://schemas.microsoft.com/office/drawing/2014/main" id="{927C8654-F501-4781-5930-DCD20B3995FA}"/>
                    </a:ext>
                  </a:extLst>
                </p:cNvPr>
                <p:cNvPicPr/>
                <p:nvPr/>
              </p:nvPicPr>
              <p:blipFill>
                <a:blip r:embed="rId318"/>
                <a:stretch>
                  <a:fillRect/>
                </a:stretch>
              </p:blipFill>
              <p:spPr>
                <a:xfrm>
                  <a:off x="8327751" y="1309145"/>
                  <a:ext cx="18468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03" name="Ink 202">
                  <a:extLst>
                    <a:ext uri="{FF2B5EF4-FFF2-40B4-BE49-F238E27FC236}">
                      <a16:creationId xmlns:a16="http://schemas.microsoft.com/office/drawing/2014/main" id="{26C07B7C-09C1-862F-EEBD-6B80D2C01559}"/>
                    </a:ext>
                  </a:extLst>
                </p14:cNvPr>
                <p14:cNvContentPartPr/>
                <p14:nvPr/>
              </p14:nvContentPartPr>
              <p14:xfrm>
                <a:off x="8497311" y="1419305"/>
                <a:ext cx="65520" cy="108360"/>
              </p14:xfrm>
            </p:contentPart>
          </mc:Choice>
          <mc:Fallback xmlns="">
            <p:pic>
              <p:nvPicPr>
                <p:cNvPr id="203" name="Ink 202">
                  <a:extLst>
                    <a:ext uri="{FF2B5EF4-FFF2-40B4-BE49-F238E27FC236}">
                      <a16:creationId xmlns:a16="http://schemas.microsoft.com/office/drawing/2014/main" id="{26C07B7C-09C1-862F-EEBD-6B80D2C01559}"/>
                    </a:ext>
                  </a:extLst>
                </p:cNvPr>
                <p:cNvPicPr/>
                <p:nvPr/>
              </p:nvPicPr>
              <p:blipFill>
                <a:blip r:embed="rId320"/>
                <a:stretch>
                  <a:fillRect/>
                </a:stretch>
              </p:blipFill>
              <p:spPr>
                <a:xfrm>
                  <a:off x="8488311" y="1410665"/>
                  <a:ext cx="831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04" name="Ink 203">
                  <a:extLst>
                    <a:ext uri="{FF2B5EF4-FFF2-40B4-BE49-F238E27FC236}">
                      <a16:creationId xmlns:a16="http://schemas.microsoft.com/office/drawing/2014/main" id="{9A482C52-A139-40FC-9D98-B3738CD3CBD4}"/>
                    </a:ext>
                  </a:extLst>
                </p14:cNvPr>
                <p14:cNvContentPartPr/>
                <p14:nvPr/>
              </p14:nvContentPartPr>
              <p14:xfrm>
                <a:off x="8544471" y="1346585"/>
                <a:ext cx="3240" cy="12600"/>
              </p14:xfrm>
            </p:contentPart>
          </mc:Choice>
          <mc:Fallback xmlns="">
            <p:pic>
              <p:nvPicPr>
                <p:cNvPr id="204" name="Ink 203">
                  <a:extLst>
                    <a:ext uri="{FF2B5EF4-FFF2-40B4-BE49-F238E27FC236}">
                      <a16:creationId xmlns:a16="http://schemas.microsoft.com/office/drawing/2014/main" id="{9A482C52-A139-40FC-9D98-B3738CD3CBD4}"/>
                    </a:ext>
                  </a:extLst>
                </p:cNvPr>
                <p:cNvPicPr/>
                <p:nvPr/>
              </p:nvPicPr>
              <p:blipFill>
                <a:blip r:embed="rId322"/>
                <a:stretch>
                  <a:fillRect/>
                </a:stretch>
              </p:blipFill>
              <p:spPr>
                <a:xfrm>
                  <a:off x="8535831" y="1337945"/>
                  <a:ext cx="208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05" name="Ink 204">
                  <a:extLst>
                    <a:ext uri="{FF2B5EF4-FFF2-40B4-BE49-F238E27FC236}">
                      <a16:creationId xmlns:a16="http://schemas.microsoft.com/office/drawing/2014/main" id="{D511453E-2E64-4CBA-313D-443400AFE1B5}"/>
                    </a:ext>
                  </a:extLst>
                </p14:cNvPr>
                <p14:cNvContentPartPr/>
                <p14:nvPr/>
              </p14:nvContentPartPr>
              <p14:xfrm>
                <a:off x="8577951" y="1411025"/>
                <a:ext cx="174960" cy="102240"/>
              </p14:xfrm>
            </p:contentPart>
          </mc:Choice>
          <mc:Fallback xmlns="">
            <p:pic>
              <p:nvPicPr>
                <p:cNvPr id="205" name="Ink 204">
                  <a:extLst>
                    <a:ext uri="{FF2B5EF4-FFF2-40B4-BE49-F238E27FC236}">
                      <a16:creationId xmlns:a16="http://schemas.microsoft.com/office/drawing/2014/main" id="{D511453E-2E64-4CBA-313D-443400AFE1B5}"/>
                    </a:ext>
                  </a:extLst>
                </p:cNvPr>
                <p:cNvPicPr/>
                <p:nvPr/>
              </p:nvPicPr>
              <p:blipFill>
                <a:blip r:embed="rId324"/>
                <a:stretch>
                  <a:fillRect/>
                </a:stretch>
              </p:blipFill>
              <p:spPr>
                <a:xfrm>
                  <a:off x="8569311" y="1402025"/>
                  <a:ext cx="19260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06" name="Ink 205">
                  <a:extLst>
                    <a:ext uri="{FF2B5EF4-FFF2-40B4-BE49-F238E27FC236}">
                      <a16:creationId xmlns:a16="http://schemas.microsoft.com/office/drawing/2014/main" id="{1EBEEF9D-DA4C-46C5-ACD6-33183DF24965}"/>
                    </a:ext>
                  </a:extLst>
                </p14:cNvPr>
                <p14:cNvContentPartPr/>
                <p14:nvPr/>
              </p14:nvContentPartPr>
              <p14:xfrm>
                <a:off x="8774151" y="1387265"/>
                <a:ext cx="57240" cy="183600"/>
              </p14:xfrm>
            </p:contentPart>
          </mc:Choice>
          <mc:Fallback xmlns="">
            <p:pic>
              <p:nvPicPr>
                <p:cNvPr id="206" name="Ink 205">
                  <a:extLst>
                    <a:ext uri="{FF2B5EF4-FFF2-40B4-BE49-F238E27FC236}">
                      <a16:creationId xmlns:a16="http://schemas.microsoft.com/office/drawing/2014/main" id="{1EBEEF9D-DA4C-46C5-ACD6-33183DF24965}"/>
                    </a:ext>
                  </a:extLst>
                </p:cNvPr>
                <p:cNvPicPr/>
                <p:nvPr/>
              </p:nvPicPr>
              <p:blipFill>
                <a:blip r:embed="rId326"/>
                <a:stretch>
                  <a:fillRect/>
                </a:stretch>
              </p:blipFill>
              <p:spPr>
                <a:xfrm>
                  <a:off x="8765151" y="1378625"/>
                  <a:ext cx="7488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07" name="Ink 206">
                  <a:extLst>
                    <a:ext uri="{FF2B5EF4-FFF2-40B4-BE49-F238E27FC236}">
                      <a16:creationId xmlns:a16="http://schemas.microsoft.com/office/drawing/2014/main" id="{7D055CEC-E9ED-B6A5-DC7C-FB10541C4CBE}"/>
                    </a:ext>
                  </a:extLst>
                </p14:cNvPr>
                <p14:cNvContentPartPr/>
                <p14:nvPr/>
              </p14:nvContentPartPr>
              <p14:xfrm>
                <a:off x="8855871" y="1299785"/>
                <a:ext cx="35640" cy="165600"/>
              </p14:xfrm>
            </p:contentPart>
          </mc:Choice>
          <mc:Fallback xmlns="">
            <p:pic>
              <p:nvPicPr>
                <p:cNvPr id="207" name="Ink 206">
                  <a:extLst>
                    <a:ext uri="{FF2B5EF4-FFF2-40B4-BE49-F238E27FC236}">
                      <a16:creationId xmlns:a16="http://schemas.microsoft.com/office/drawing/2014/main" id="{7D055CEC-E9ED-B6A5-DC7C-FB10541C4CBE}"/>
                    </a:ext>
                  </a:extLst>
                </p:cNvPr>
                <p:cNvPicPr/>
                <p:nvPr/>
              </p:nvPicPr>
              <p:blipFill>
                <a:blip r:embed="rId328"/>
                <a:stretch>
                  <a:fillRect/>
                </a:stretch>
              </p:blipFill>
              <p:spPr>
                <a:xfrm>
                  <a:off x="8846871" y="1290785"/>
                  <a:ext cx="532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08" name="Ink 207">
                  <a:extLst>
                    <a:ext uri="{FF2B5EF4-FFF2-40B4-BE49-F238E27FC236}">
                      <a16:creationId xmlns:a16="http://schemas.microsoft.com/office/drawing/2014/main" id="{27BDCE47-5E08-9231-1C35-B4C8D5F74468}"/>
                    </a:ext>
                  </a:extLst>
                </p14:cNvPr>
                <p14:cNvContentPartPr/>
                <p14:nvPr/>
              </p14:nvContentPartPr>
              <p14:xfrm>
                <a:off x="8921391" y="1327145"/>
                <a:ext cx="75240" cy="188640"/>
              </p14:xfrm>
            </p:contentPart>
          </mc:Choice>
          <mc:Fallback xmlns="">
            <p:pic>
              <p:nvPicPr>
                <p:cNvPr id="208" name="Ink 207">
                  <a:extLst>
                    <a:ext uri="{FF2B5EF4-FFF2-40B4-BE49-F238E27FC236}">
                      <a16:creationId xmlns:a16="http://schemas.microsoft.com/office/drawing/2014/main" id="{27BDCE47-5E08-9231-1C35-B4C8D5F74468}"/>
                    </a:ext>
                  </a:extLst>
                </p:cNvPr>
                <p:cNvPicPr/>
                <p:nvPr/>
              </p:nvPicPr>
              <p:blipFill>
                <a:blip r:embed="rId330"/>
                <a:stretch>
                  <a:fillRect/>
                </a:stretch>
              </p:blipFill>
              <p:spPr>
                <a:xfrm>
                  <a:off x="8912391" y="1318145"/>
                  <a:ext cx="9288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09" name="Ink 208">
                  <a:extLst>
                    <a:ext uri="{FF2B5EF4-FFF2-40B4-BE49-F238E27FC236}">
                      <a16:creationId xmlns:a16="http://schemas.microsoft.com/office/drawing/2014/main" id="{7C53BE08-24A8-EAC7-5297-95A21EADFBBF}"/>
                    </a:ext>
                  </a:extLst>
                </p14:cNvPr>
                <p14:cNvContentPartPr/>
                <p14:nvPr/>
              </p14:nvContentPartPr>
              <p14:xfrm>
                <a:off x="8667231" y="1605065"/>
                <a:ext cx="97560" cy="315000"/>
              </p14:xfrm>
            </p:contentPart>
          </mc:Choice>
          <mc:Fallback xmlns="">
            <p:pic>
              <p:nvPicPr>
                <p:cNvPr id="209" name="Ink 208">
                  <a:extLst>
                    <a:ext uri="{FF2B5EF4-FFF2-40B4-BE49-F238E27FC236}">
                      <a16:creationId xmlns:a16="http://schemas.microsoft.com/office/drawing/2014/main" id="{7C53BE08-24A8-EAC7-5297-95A21EADFBBF}"/>
                    </a:ext>
                  </a:extLst>
                </p:cNvPr>
                <p:cNvPicPr/>
                <p:nvPr/>
              </p:nvPicPr>
              <p:blipFill>
                <a:blip r:embed="rId332"/>
                <a:stretch>
                  <a:fillRect/>
                </a:stretch>
              </p:blipFill>
              <p:spPr>
                <a:xfrm>
                  <a:off x="8658231" y="1596425"/>
                  <a:ext cx="115200" cy="33264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10" name="Ink 209">
                  <a:extLst>
                    <a:ext uri="{FF2B5EF4-FFF2-40B4-BE49-F238E27FC236}">
                      <a16:creationId xmlns:a16="http://schemas.microsoft.com/office/drawing/2014/main" id="{1A54B748-AC11-9F8A-476C-EB16D29AA2AE}"/>
                    </a:ext>
                  </a:extLst>
                </p14:cNvPr>
                <p14:cNvContentPartPr/>
                <p14:nvPr/>
              </p14:nvContentPartPr>
              <p14:xfrm>
                <a:off x="8669031" y="1729625"/>
                <a:ext cx="159120" cy="78480"/>
              </p14:xfrm>
            </p:contentPart>
          </mc:Choice>
          <mc:Fallback xmlns="">
            <p:pic>
              <p:nvPicPr>
                <p:cNvPr id="210" name="Ink 209">
                  <a:extLst>
                    <a:ext uri="{FF2B5EF4-FFF2-40B4-BE49-F238E27FC236}">
                      <a16:creationId xmlns:a16="http://schemas.microsoft.com/office/drawing/2014/main" id="{1A54B748-AC11-9F8A-476C-EB16D29AA2AE}"/>
                    </a:ext>
                  </a:extLst>
                </p:cNvPr>
                <p:cNvPicPr/>
                <p:nvPr/>
              </p:nvPicPr>
              <p:blipFill>
                <a:blip r:embed="rId334"/>
                <a:stretch>
                  <a:fillRect/>
                </a:stretch>
              </p:blipFill>
              <p:spPr>
                <a:xfrm>
                  <a:off x="8660391" y="1720625"/>
                  <a:ext cx="17676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11" name="Ink 210">
                  <a:extLst>
                    <a:ext uri="{FF2B5EF4-FFF2-40B4-BE49-F238E27FC236}">
                      <a16:creationId xmlns:a16="http://schemas.microsoft.com/office/drawing/2014/main" id="{B96F1385-99BA-3AF9-A421-91406383FA95}"/>
                    </a:ext>
                  </a:extLst>
                </p14:cNvPr>
                <p14:cNvContentPartPr/>
                <p14:nvPr/>
              </p14:nvContentPartPr>
              <p14:xfrm>
                <a:off x="8845791" y="1702265"/>
                <a:ext cx="201960" cy="84960"/>
              </p14:xfrm>
            </p:contentPart>
          </mc:Choice>
          <mc:Fallback xmlns="">
            <p:pic>
              <p:nvPicPr>
                <p:cNvPr id="211" name="Ink 210">
                  <a:extLst>
                    <a:ext uri="{FF2B5EF4-FFF2-40B4-BE49-F238E27FC236}">
                      <a16:creationId xmlns:a16="http://schemas.microsoft.com/office/drawing/2014/main" id="{B96F1385-99BA-3AF9-A421-91406383FA95}"/>
                    </a:ext>
                  </a:extLst>
                </p:cNvPr>
                <p:cNvPicPr/>
                <p:nvPr/>
              </p:nvPicPr>
              <p:blipFill>
                <a:blip r:embed="rId336"/>
                <a:stretch>
                  <a:fillRect/>
                </a:stretch>
              </p:blipFill>
              <p:spPr>
                <a:xfrm>
                  <a:off x="8836791" y="1693625"/>
                  <a:ext cx="219600" cy="10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37">
            <p14:nvContentPartPr>
              <p14:cNvPr id="235" name="Ink 234">
                <a:extLst>
                  <a:ext uri="{FF2B5EF4-FFF2-40B4-BE49-F238E27FC236}">
                    <a16:creationId xmlns:a16="http://schemas.microsoft.com/office/drawing/2014/main" id="{61BA001F-4E30-B1D0-3898-F1A988B64300}"/>
                  </a:ext>
                </a:extLst>
              </p14:cNvPr>
              <p14:cNvContentPartPr/>
              <p14:nvPr/>
            </p14:nvContentPartPr>
            <p14:xfrm>
              <a:off x="929391" y="4208585"/>
              <a:ext cx="161640" cy="223920"/>
            </p14:xfrm>
          </p:contentPart>
        </mc:Choice>
        <mc:Fallback xmlns="">
          <p:pic>
            <p:nvPicPr>
              <p:cNvPr id="235" name="Ink 234">
                <a:extLst>
                  <a:ext uri="{FF2B5EF4-FFF2-40B4-BE49-F238E27FC236}">
                    <a16:creationId xmlns:a16="http://schemas.microsoft.com/office/drawing/2014/main" id="{61BA001F-4E30-B1D0-3898-F1A988B64300}"/>
                  </a:ext>
                </a:extLst>
              </p:cNvPr>
              <p:cNvPicPr/>
              <p:nvPr/>
            </p:nvPicPr>
            <p:blipFill>
              <a:blip r:embed="rId338"/>
              <a:stretch>
                <a:fillRect/>
              </a:stretch>
            </p:blipFill>
            <p:spPr>
              <a:xfrm>
                <a:off x="920391" y="4199945"/>
                <a:ext cx="17928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36" name="Ink 235">
                <a:extLst>
                  <a:ext uri="{FF2B5EF4-FFF2-40B4-BE49-F238E27FC236}">
                    <a16:creationId xmlns:a16="http://schemas.microsoft.com/office/drawing/2014/main" id="{848B1F64-3FA0-8514-3943-B055FC584D57}"/>
                  </a:ext>
                </a:extLst>
              </p14:cNvPr>
              <p14:cNvContentPartPr/>
              <p14:nvPr/>
            </p14:nvContentPartPr>
            <p14:xfrm>
              <a:off x="1166631" y="4180865"/>
              <a:ext cx="11880" cy="17640"/>
            </p14:xfrm>
          </p:contentPart>
        </mc:Choice>
        <mc:Fallback xmlns="">
          <p:pic>
            <p:nvPicPr>
              <p:cNvPr id="236" name="Ink 235">
                <a:extLst>
                  <a:ext uri="{FF2B5EF4-FFF2-40B4-BE49-F238E27FC236}">
                    <a16:creationId xmlns:a16="http://schemas.microsoft.com/office/drawing/2014/main" id="{848B1F64-3FA0-8514-3943-B055FC584D57}"/>
                  </a:ext>
                </a:extLst>
              </p:cNvPr>
              <p:cNvPicPr/>
              <p:nvPr/>
            </p:nvPicPr>
            <p:blipFill>
              <a:blip r:embed="rId340"/>
              <a:stretch>
                <a:fillRect/>
              </a:stretch>
            </p:blipFill>
            <p:spPr>
              <a:xfrm>
                <a:off x="1157991" y="4171865"/>
                <a:ext cx="2952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37" name="Ink 236">
                <a:extLst>
                  <a:ext uri="{FF2B5EF4-FFF2-40B4-BE49-F238E27FC236}">
                    <a16:creationId xmlns:a16="http://schemas.microsoft.com/office/drawing/2014/main" id="{1F0C5B6A-9D5D-FD8F-5747-D3AB5A35BC72}"/>
                  </a:ext>
                </a:extLst>
              </p14:cNvPr>
              <p14:cNvContentPartPr/>
              <p14:nvPr/>
            </p14:nvContentPartPr>
            <p14:xfrm>
              <a:off x="1150431" y="4244585"/>
              <a:ext cx="42840" cy="12960"/>
            </p14:xfrm>
          </p:contentPart>
        </mc:Choice>
        <mc:Fallback xmlns="">
          <p:pic>
            <p:nvPicPr>
              <p:cNvPr id="237" name="Ink 236">
                <a:extLst>
                  <a:ext uri="{FF2B5EF4-FFF2-40B4-BE49-F238E27FC236}">
                    <a16:creationId xmlns:a16="http://schemas.microsoft.com/office/drawing/2014/main" id="{1F0C5B6A-9D5D-FD8F-5747-D3AB5A35BC72}"/>
                  </a:ext>
                </a:extLst>
              </p:cNvPr>
              <p:cNvPicPr/>
              <p:nvPr/>
            </p:nvPicPr>
            <p:blipFill>
              <a:blip r:embed="rId342"/>
              <a:stretch>
                <a:fillRect/>
              </a:stretch>
            </p:blipFill>
            <p:spPr>
              <a:xfrm>
                <a:off x="1141791" y="4235945"/>
                <a:ext cx="6048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38" name="Ink 237">
                <a:extLst>
                  <a:ext uri="{FF2B5EF4-FFF2-40B4-BE49-F238E27FC236}">
                    <a16:creationId xmlns:a16="http://schemas.microsoft.com/office/drawing/2014/main" id="{3AEAEA79-65DB-DE5E-10BD-70EF0F08707F}"/>
                  </a:ext>
                </a:extLst>
              </p14:cNvPr>
              <p14:cNvContentPartPr/>
              <p14:nvPr/>
            </p14:nvContentPartPr>
            <p14:xfrm>
              <a:off x="1231431" y="4124705"/>
              <a:ext cx="95400" cy="124560"/>
            </p14:xfrm>
          </p:contentPart>
        </mc:Choice>
        <mc:Fallback xmlns="">
          <p:pic>
            <p:nvPicPr>
              <p:cNvPr id="238" name="Ink 237">
                <a:extLst>
                  <a:ext uri="{FF2B5EF4-FFF2-40B4-BE49-F238E27FC236}">
                    <a16:creationId xmlns:a16="http://schemas.microsoft.com/office/drawing/2014/main" id="{3AEAEA79-65DB-DE5E-10BD-70EF0F08707F}"/>
                  </a:ext>
                </a:extLst>
              </p:cNvPr>
              <p:cNvPicPr/>
              <p:nvPr/>
            </p:nvPicPr>
            <p:blipFill>
              <a:blip r:embed="rId344"/>
              <a:stretch>
                <a:fillRect/>
              </a:stretch>
            </p:blipFill>
            <p:spPr>
              <a:xfrm>
                <a:off x="1222791" y="4116065"/>
                <a:ext cx="1130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39" name="Ink 238">
                <a:extLst>
                  <a:ext uri="{FF2B5EF4-FFF2-40B4-BE49-F238E27FC236}">
                    <a16:creationId xmlns:a16="http://schemas.microsoft.com/office/drawing/2014/main" id="{1B435314-58CB-780B-44D5-1A034EF3F99E}"/>
                  </a:ext>
                </a:extLst>
              </p14:cNvPr>
              <p14:cNvContentPartPr/>
              <p14:nvPr/>
            </p14:nvContentPartPr>
            <p14:xfrm>
              <a:off x="1277871" y="4066745"/>
              <a:ext cx="102600" cy="86040"/>
            </p14:xfrm>
          </p:contentPart>
        </mc:Choice>
        <mc:Fallback xmlns="">
          <p:pic>
            <p:nvPicPr>
              <p:cNvPr id="239" name="Ink 238">
                <a:extLst>
                  <a:ext uri="{FF2B5EF4-FFF2-40B4-BE49-F238E27FC236}">
                    <a16:creationId xmlns:a16="http://schemas.microsoft.com/office/drawing/2014/main" id="{1B435314-58CB-780B-44D5-1A034EF3F99E}"/>
                  </a:ext>
                </a:extLst>
              </p:cNvPr>
              <p:cNvPicPr/>
              <p:nvPr/>
            </p:nvPicPr>
            <p:blipFill>
              <a:blip r:embed="rId346"/>
              <a:stretch>
                <a:fillRect/>
              </a:stretch>
            </p:blipFill>
            <p:spPr>
              <a:xfrm>
                <a:off x="1269231" y="4058105"/>
                <a:ext cx="1202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45" name="Ink 244">
                <a:extLst>
                  <a:ext uri="{FF2B5EF4-FFF2-40B4-BE49-F238E27FC236}">
                    <a16:creationId xmlns:a16="http://schemas.microsoft.com/office/drawing/2014/main" id="{CD75DB37-430F-5B86-24E2-A04410E49CA1}"/>
                  </a:ext>
                </a:extLst>
              </p14:cNvPr>
              <p14:cNvContentPartPr/>
              <p14:nvPr/>
            </p14:nvContentPartPr>
            <p14:xfrm>
              <a:off x="929391" y="4577585"/>
              <a:ext cx="117000" cy="176400"/>
            </p14:xfrm>
          </p:contentPart>
        </mc:Choice>
        <mc:Fallback xmlns="">
          <p:pic>
            <p:nvPicPr>
              <p:cNvPr id="245" name="Ink 244">
                <a:extLst>
                  <a:ext uri="{FF2B5EF4-FFF2-40B4-BE49-F238E27FC236}">
                    <a16:creationId xmlns:a16="http://schemas.microsoft.com/office/drawing/2014/main" id="{CD75DB37-430F-5B86-24E2-A04410E49CA1}"/>
                  </a:ext>
                </a:extLst>
              </p:cNvPr>
              <p:cNvPicPr/>
              <p:nvPr/>
            </p:nvPicPr>
            <p:blipFill>
              <a:blip r:embed="rId348"/>
              <a:stretch>
                <a:fillRect/>
              </a:stretch>
            </p:blipFill>
            <p:spPr>
              <a:xfrm>
                <a:off x="920391" y="4568945"/>
                <a:ext cx="13464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46" name="Ink 245">
                <a:extLst>
                  <a:ext uri="{FF2B5EF4-FFF2-40B4-BE49-F238E27FC236}">
                    <a16:creationId xmlns:a16="http://schemas.microsoft.com/office/drawing/2014/main" id="{66460275-4CB6-2009-7D8A-7C036012A972}"/>
                  </a:ext>
                </a:extLst>
              </p14:cNvPr>
              <p14:cNvContentPartPr/>
              <p14:nvPr/>
            </p14:nvContentPartPr>
            <p14:xfrm>
              <a:off x="1131711" y="4546625"/>
              <a:ext cx="24120" cy="20520"/>
            </p14:xfrm>
          </p:contentPart>
        </mc:Choice>
        <mc:Fallback xmlns="">
          <p:pic>
            <p:nvPicPr>
              <p:cNvPr id="246" name="Ink 245">
                <a:extLst>
                  <a:ext uri="{FF2B5EF4-FFF2-40B4-BE49-F238E27FC236}">
                    <a16:creationId xmlns:a16="http://schemas.microsoft.com/office/drawing/2014/main" id="{66460275-4CB6-2009-7D8A-7C036012A972}"/>
                  </a:ext>
                </a:extLst>
              </p:cNvPr>
              <p:cNvPicPr/>
              <p:nvPr/>
            </p:nvPicPr>
            <p:blipFill>
              <a:blip r:embed="rId350"/>
              <a:stretch>
                <a:fillRect/>
              </a:stretch>
            </p:blipFill>
            <p:spPr>
              <a:xfrm>
                <a:off x="1122711" y="4537625"/>
                <a:ext cx="417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47" name="Ink 246">
                <a:extLst>
                  <a:ext uri="{FF2B5EF4-FFF2-40B4-BE49-F238E27FC236}">
                    <a16:creationId xmlns:a16="http://schemas.microsoft.com/office/drawing/2014/main" id="{1BAF6D0B-7AF7-40E6-4B12-8A4206ED048F}"/>
                  </a:ext>
                </a:extLst>
              </p14:cNvPr>
              <p14:cNvContentPartPr/>
              <p14:nvPr/>
            </p14:nvContentPartPr>
            <p14:xfrm>
              <a:off x="1134591" y="4596665"/>
              <a:ext cx="20520" cy="7200"/>
            </p14:xfrm>
          </p:contentPart>
        </mc:Choice>
        <mc:Fallback xmlns="">
          <p:pic>
            <p:nvPicPr>
              <p:cNvPr id="247" name="Ink 246">
                <a:extLst>
                  <a:ext uri="{FF2B5EF4-FFF2-40B4-BE49-F238E27FC236}">
                    <a16:creationId xmlns:a16="http://schemas.microsoft.com/office/drawing/2014/main" id="{1BAF6D0B-7AF7-40E6-4B12-8A4206ED048F}"/>
                  </a:ext>
                </a:extLst>
              </p:cNvPr>
              <p:cNvPicPr/>
              <p:nvPr/>
            </p:nvPicPr>
            <p:blipFill>
              <a:blip r:embed="rId352"/>
              <a:stretch>
                <a:fillRect/>
              </a:stretch>
            </p:blipFill>
            <p:spPr>
              <a:xfrm>
                <a:off x="1125591" y="4587665"/>
                <a:ext cx="3816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48" name="Ink 247">
                <a:extLst>
                  <a:ext uri="{FF2B5EF4-FFF2-40B4-BE49-F238E27FC236}">
                    <a16:creationId xmlns:a16="http://schemas.microsoft.com/office/drawing/2014/main" id="{6109F24C-385F-8EAC-BC5C-7AE9B67183C1}"/>
                  </a:ext>
                </a:extLst>
              </p14:cNvPr>
              <p14:cNvContentPartPr/>
              <p14:nvPr/>
            </p14:nvContentPartPr>
            <p14:xfrm>
              <a:off x="1236111" y="4431065"/>
              <a:ext cx="96480" cy="178200"/>
            </p14:xfrm>
          </p:contentPart>
        </mc:Choice>
        <mc:Fallback xmlns="">
          <p:pic>
            <p:nvPicPr>
              <p:cNvPr id="248" name="Ink 247">
                <a:extLst>
                  <a:ext uri="{FF2B5EF4-FFF2-40B4-BE49-F238E27FC236}">
                    <a16:creationId xmlns:a16="http://schemas.microsoft.com/office/drawing/2014/main" id="{6109F24C-385F-8EAC-BC5C-7AE9B67183C1}"/>
                  </a:ext>
                </a:extLst>
              </p:cNvPr>
              <p:cNvPicPr/>
              <p:nvPr/>
            </p:nvPicPr>
            <p:blipFill>
              <a:blip r:embed="rId354"/>
              <a:stretch>
                <a:fillRect/>
              </a:stretch>
            </p:blipFill>
            <p:spPr>
              <a:xfrm>
                <a:off x="1227111" y="4422425"/>
                <a:ext cx="1141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30" name="Ink 229">
                <a:extLst>
                  <a:ext uri="{FF2B5EF4-FFF2-40B4-BE49-F238E27FC236}">
                    <a16:creationId xmlns:a16="http://schemas.microsoft.com/office/drawing/2014/main" id="{C60B2B1B-D827-7CAA-F3E7-EEA21C57C976}"/>
                  </a:ext>
                </a:extLst>
              </p14:cNvPr>
              <p14:cNvContentPartPr/>
              <p14:nvPr/>
            </p14:nvContentPartPr>
            <p14:xfrm>
              <a:off x="228111" y="4282745"/>
              <a:ext cx="152280" cy="140040"/>
            </p14:xfrm>
          </p:contentPart>
        </mc:Choice>
        <mc:Fallback xmlns="">
          <p:pic>
            <p:nvPicPr>
              <p:cNvPr id="230" name="Ink 229">
                <a:extLst>
                  <a:ext uri="{FF2B5EF4-FFF2-40B4-BE49-F238E27FC236}">
                    <a16:creationId xmlns:a16="http://schemas.microsoft.com/office/drawing/2014/main" id="{C60B2B1B-D827-7CAA-F3E7-EEA21C57C976}"/>
                  </a:ext>
                </a:extLst>
              </p:cNvPr>
              <p:cNvPicPr/>
              <p:nvPr/>
            </p:nvPicPr>
            <p:blipFill>
              <a:blip r:embed="rId356"/>
              <a:stretch>
                <a:fillRect/>
              </a:stretch>
            </p:blipFill>
            <p:spPr>
              <a:xfrm>
                <a:off x="219471" y="4274105"/>
                <a:ext cx="16992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31" name="Ink 230">
                <a:extLst>
                  <a:ext uri="{FF2B5EF4-FFF2-40B4-BE49-F238E27FC236}">
                    <a16:creationId xmlns:a16="http://schemas.microsoft.com/office/drawing/2014/main" id="{67FF1F0A-925B-4A86-B171-1C6AE1FCAF53}"/>
                  </a:ext>
                </a:extLst>
              </p14:cNvPr>
              <p14:cNvContentPartPr/>
              <p14:nvPr/>
            </p14:nvContentPartPr>
            <p14:xfrm>
              <a:off x="469671" y="4293905"/>
              <a:ext cx="19080" cy="5400"/>
            </p14:xfrm>
          </p:contentPart>
        </mc:Choice>
        <mc:Fallback xmlns="">
          <p:pic>
            <p:nvPicPr>
              <p:cNvPr id="231" name="Ink 230">
                <a:extLst>
                  <a:ext uri="{FF2B5EF4-FFF2-40B4-BE49-F238E27FC236}">
                    <a16:creationId xmlns:a16="http://schemas.microsoft.com/office/drawing/2014/main" id="{67FF1F0A-925B-4A86-B171-1C6AE1FCAF53}"/>
                  </a:ext>
                </a:extLst>
              </p:cNvPr>
              <p:cNvPicPr/>
              <p:nvPr/>
            </p:nvPicPr>
            <p:blipFill>
              <a:blip r:embed="rId358"/>
              <a:stretch>
                <a:fillRect/>
              </a:stretch>
            </p:blipFill>
            <p:spPr>
              <a:xfrm>
                <a:off x="460671" y="4285265"/>
                <a:ext cx="3672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32" name="Ink 231">
                <a:extLst>
                  <a:ext uri="{FF2B5EF4-FFF2-40B4-BE49-F238E27FC236}">
                    <a16:creationId xmlns:a16="http://schemas.microsoft.com/office/drawing/2014/main" id="{60873FE1-5D54-89AE-A99E-FFF7198B1C45}"/>
                  </a:ext>
                </a:extLst>
              </p14:cNvPr>
              <p14:cNvContentPartPr/>
              <p14:nvPr/>
            </p14:nvContentPartPr>
            <p14:xfrm>
              <a:off x="443391" y="4338905"/>
              <a:ext cx="28800" cy="9720"/>
            </p14:xfrm>
          </p:contentPart>
        </mc:Choice>
        <mc:Fallback xmlns="">
          <p:pic>
            <p:nvPicPr>
              <p:cNvPr id="232" name="Ink 231">
                <a:extLst>
                  <a:ext uri="{FF2B5EF4-FFF2-40B4-BE49-F238E27FC236}">
                    <a16:creationId xmlns:a16="http://schemas.microsoft.com/office/drawing/2014/main" id="{60873FE1-5D54-89AE-A99E-FFF7198B1C45}"/>
                  </a:ext>
                </a:extLst>
              </p:cNvPr>
              <p:cNvPicPr/>
              <p:nvPr/>
            </p:nvPicPr>
            <p:blipFill>
              <a:blip r:embed="rId360"/>
              <a:stretch>
                <a:fillRect/>
              </a:stretch>
            </p:blipFill>
            <p:spPr>
              <a:xfrm>
                <a:off x="434391" y="4330265"/>
                <a:ext cx="4644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33" name="Ink 232">
                <a:extLst>
                  <a:ext uri="{FF2B5EF4-FFF2-40B4-BE49-F238E27FC236}">
                    <a16:creationId xmlns:a16="http://schemas.microsoft.com/office/drawing/2014/main" id="{F5F4E277-8893-6619-0DAA-2AAFE63369F8}"/>
                  </a:ext>
                </a:extLst>
              </p14:cNvPr>
              <p14:cNvContentPartPr/>
              <p14:nvPr/>
            </p14:nvContentPartPr>
            <p14:xfrm>
              <a:off x="594951" y="4233425"/>
              <a:ext cx="111960" cy="161640"/>
            </p14:xfrm>
          </p:contentPart>
        </mc:Choice>
        <mc:Fallback xmlns="">
          <p:pic>
            <p:nvPicPr>
              <p:cNvPr id="233" name="Ink 232">
                <a:extLst>
                  <a:ext uri="{FF2B5EF4-FFF2-40B4-BE49-F238E27FC236}">
                    <a16:creationId xmlns:a16="http://schemas.microsoft.com/office/drawing/2014/main" id="{F5F4E277-8893-6619-0DAA-2AAFE63369F8}"/>
                  </a:ext>
                </a:extLst>
              </p:cNvPr>
              <p:cNvPicPr/>
              <p:nvPr/>
            </p:nvPicPr>
            <p:blipFill>
              <a:blip r:embed="rId362"/>
              <a:stretch>
                <a:fillRect/>
              </a:stretch>
            </p:blipFill>
            <p:spPr>
              <a:xfrm>
                <a:off x="585951" y="4224425"/>
                <a:ext cx="12960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51" name="Ink 250">
                <a:extLst>
                  <a:ext uri="{FF2B5EF4-FFF2-40B4-BE49-F238E27FC236}">
                    <a16:creationId xmlns:a16="http://schemas.microsoft.com/office/drawing/2014/main" id="{B1388940-5B42-E554-34A8-D24D915029AB}"/>
                  </a:ext>
                </a:extLst>
              </p14:cNvPr>
              <p14:cNvContentPartPr/>
              <p14:nvPr/>
            </p14:nvContentPartPr>
            <p14:xfrm>
              <a:off x="444471" y="4334585"/>
              <a:ext cx="1080" cy="360"/>
            </p14:xfrm>
          </p:contentPart>
        </mc:Choice>
        <mc:Fallback xmlns="">
          <p:pic>
            <p:nvPicPr>
              <p:cNvPr id="251" name="Ink 250">
                <a:extLst>
                  <a:ext uri="{FF2B5EF4-FFF2-40B4-BE49-F238E27FC236}">
                    <a16:creationId xmlns:a16="http://schemas.microsoft.com/office/drawing/2014/main" id="{B1388940-5B42-E554-34A8-D24D915029AB}"/>
                  </a:ext>
                </a:extLst>
              </p:cNvPr>
              <p:cNvPicPr/>
              <p:nvPr/>
            </p:nvPicPr>
            <p:blipFill>
              <a:blip r:embed="rId364"/>
              <a:stretch>
                <a:fillRect/>
              </a:stretch>
            </p:blipFill>
            <p:spPr>
              <a:xfrm>
                <a:off x="435471" y="4325585"/>
                <a:ext cx="187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41" name="Ink 240">
                <a:extLst>
                  <a:ext uri="{FF2B5EF4-FFF2-40B4-BE49-F238E27FC236}">
                    <a16:creationId xmlns:a16="http://schemas.microsoft.com/office/drawing/2014/main" id="{8957E7E8-B082-A857-5932-893FAFD7D6C5}"/>
                  </a:ext>
                </a:extLst>
              </p14:cNvPr>
              <p14:cNvContentPartPr/>
              <p14:nvPr/>
            </p14:nvContentPartPr>
            <p14:xfrm>
              <a:off x="188871" y="4682345"/>
              <a:ext cx="121320" cy="126000"/>
            </p14:xfrm>
          </p:contentPart>
        </mc:Choice>
        <mc:Fallback xmlns="">
          <p:pic>
            <p:nvPicPr>
              <p:cNvPr id="241" name="Ink 240">
                <a:extLst>
                  <a:ext uri="{FF2B5EF4-FFF2-40B4-BE49-F238E27FC236}">
                    <a16:creationId xmlns:a16="http://schemas.microsoft.com/office/drawing/2014/main" id="{8957E7E8-B082-A857-5932-893FAFD7D6C5}"/>
                  </a:ext>
                </a:extLst>
              </p:cNvPr>
              <p:cNvPicPr/>
              <p:nvPr/>
            </p:nvPicPr>
            <p:blipFill>
              <a:blip r:embed="rId366"/>
              <a:stretch>
                <a:fillRect/>
              </a:stretch>
            </p:blipFill>
            <p:spPr>
              <a:xfrm>
                <a:off x="179871" y="4673705"/>
                <a:ext cx="13896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42" name="Ink 241">
                <a:extLst>
                  <a:ext uri="{FF2B5EF4-FFF2-40B4-BE49-F238E27FC236}">
                    <a16:creationId xmlns:a16="http://schemas.microsoft.com/office/drawing/2014/main" id="{448C0E04-FDF2-F170-94CB-5CF0FAEFA74E}"/>
                  </a:ext>
                </a:extLst>
              </p14:cNvPr>
              <p14:cNvContentPartPr/>
              <p14:nvPr/>
            </p14:nvContentPartPr>
            <p14:xfrm>
              <a:off x="406311" y="4666865"/>
              <a:ext cx="28440" cy="1080"/>
            </p14:xfrm>
          </p:contentPart>
        </mc:Choice>
        <mc:Fallback xmlns="">
          <p:pic>
            <p:nvPicPr>
              <p:cNvPr id="242" name="Ink 241">
                <a:extLst>
                  <a:ext uri="{FF2B5EF4-FFF2-40B4-BE49-F238E27FC236}">
                    <a16:creationId xmlns:a16="http://schemas.microsoft.com/office/drawing/2014/main" id="{448C0E04-FDF2-F170-94CB-5CF0FAEFA74E}"/>
                  </a:ext>
                </a:extLst>
              </p:cNvPr>
              <p:cNvPicPr/>
              <p:nvPr/>
            </p:nvPicPr>
            <p:blipFill>
              <a:blip r:embed="rId368"/>
              <a:stretch>
                <a:fillRect/>
              </a:stretch>
            </p:blipFill>
            <p:spPr>
              <a:xfrm>
                <a:off x="397311" y="4658225"/>
                <a:ext cx="4608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43" name="Ink 242">
                <a:extLst>
                  <a:ext uri="{FF2B5EF4-FFF2-40B4-BE49-F238E27FC236}">
                    <a16:creationId xmlns:a16="http://schemas.microsoft.com/office/drawing/2014/main" id="{2B95AEA7-0947-8DCF-0EC2-B0FF9A954053}"/>
                  </a:ext>
                </a:extLst>
              </p14:cNvPr>
              <p14:cNvContentPartPr/>
              <p14:nvPr/>
            </p14:nvContentPartPr>
            <p14:xfrm>
              <a:off x="436191" y="4708265"/>
              <a:ext cx="21960" cy="18000"/>
            </p14:xfrm>
          </p:contentPart>
        </mc:Choice>
        <mc:Fallback xmlns="">
          <p:pic>
            <p:nvPicPr>
              <p:cNvPr id="243" name="Ink 242">
                <a:extLst>
                  <a:ext uri="{FF2B5EF4-FFF2-40B4-BE49-F238E27FC236}">
                    <a16:creationId xmlns:a16="http://schemas.microsoft.com/office/drawing/2014/main" id="{2B95AEA7-0947-8DCF-0EC2-B0FF9A954053}"/>
                  </a:ext>
                </a:extLst>
              </p:cNvPr>
              <p:cNvPicPr/>
              <p:nvPr/>
            </p:nvPicPr>
            <p:blipFill>
              <a:blip r:embed="rId370"/>
              <a:stretch>
                <a:fillRect/>
              </a:stretch>
            </p:blipFill>
            <p:spPr>
              <a:xfrm>
                <a:off x="427191" y="4699265"/>
                <a:ext cx="3960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44" name="Ink 243">
                <a:extLst>
                  <a:ext uri="{FF2B5EF4-FFF2-40B4-BE49-F238E27FC236}">
                    <a16:creationId xmlns:a16="http://schemas.microsoft.com/office/drawing/2014/main" id="{DA1A8DC9-DDA8-65A8-C0D5-620D1EC0C587}"/>
                  </a:ext>
                </a:extLst>
              </p14:cNvPr>
              <p14:cNvContentPartPr/>
              <p14:nvPr/>
            </p14:nvContentPartPr>
            <p14:xfrm>
              <a:off x="536271" y="4584065"/>
              <a:ext cx="134640" cy="165240"/>
            </p14:xfrm>
          </p:contentPart>
        </mc:Choice>
        <mc:Fallback xmlns="">
          <p:pic>
            <p:nvPicPr>
              <p:cNvPr id="244" name="Ink 243">
                <a:extLst>
                  <a:ext uri="{FF2B5EF4-FFF2-40B4-BE49-F238E27FC236}">
                    <a16:creationId xmlns:a16="http://schemas.microsoft.com/office/drawing/2014/main" id="{DA1A8DC9-DDA8-65A8-C0D5-620D1EC0C587}"/>
                  </a:ext>
                </a:extLst>
              </p:cNvPr>
              <p:cNvPicPr/>
              <p:nvPr/>
            </p:nvPicPr>
            <p:blipFill>
              <a:blip r:embed="rId372"/>
              <a:stretch>
                <a:fillRect/>
              </a:stretch>
            </p:blipFill>
            <p:spPr>
              <a:xfrm>
                <a:off x="527631" y="4575425"/>
                <a:ext cx="15228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52" name="Ink 251">
                <a:extLst>
                  <a:ext uri="{FF2B5EF4-FFF2-40B4-BE49-F238E27FC236}">
                    <a16:creationId xmlns:a16="http://schemas.microsoft.com/office/drawing/2014/main" id="{2E5E812B-1621-944D-5A25-DDE71DF25A20}"/>
                  </a:ext>
                </a:extLst>
              </p14:cNvPr>
              <p14:cNvContentPartPr/>
              <p14:nvPr/>
            </p14:nvContentPartPr>
            <p14:xfrm>
              <a:off x="449151" y="4622225"/>
              <a:ext cx="2520" cy="360"/>
            </p14:xfrm>
          </p:contentPart>
        </mc:Choice>
        <mc:Fallback xmlns="">
          <p:pic>
            <p:nvPicPr>
              <p:cNvPr id="252" name="Ink 251">
                <a:extLst>
                  <a:ext uri="{FF2B5EF4-FFF2-40B4-BE49-F238E27FC236}">
                    <a16:creationId xmlns:a16="http://schemas.microsoft.com/office/drawing/2014/main" id="{2E5E812B-1621-944D-5A25-DDE71DF25A20}"/>
                  </a:ext>
                </a:extLst>
              </p:cNvPr>
              <p:cNvPicPr/>
              <p:nvPr/>
            </p:nvPicPr>
            <p:blipFill>
              <a:blip r:embed="rId136"/>
              <a:stretch>
                <a:fillRect/>
              </a:stretch>
            </p:blipFill>
            <p:spPr>
              <a:xfrm>
                <a:off x="440511" y="4613585"/>
                <a:ext cx="201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74">
            <p14:nvContentPartPr>
              <p14:cNvPr id="255" name="Ink 254">
                <a:extLst>
                  <a:ext uri="{FF2B5EF4-FFF2-40B4-BE49-F238E27FC236}">
                    <a16:creationId xmlns:a16="http://schemas.microsoft.com/office/drawing/2014/main" id="{B1F6CDF6-07FF-2E3B-2FF8-E2F84F630127}"/>
                  </a:ext>
                </a:extLst>
              </p14:cNvPr>
              <p14:cNvContentPartPr/>
              <p14:nvPr/>
            </p14:nvContentPartPr>
            <p14:xfrm>
              <a:off x="107871" y="3467705"/>
              <a:ext cx="1299240" cy="701640"/>
            </p14:xfrm>
          </p:contentPart>
        </mc:Choice>
        <mc:Fallback xmlns="">
          <p:pic>
            <p:nvPicPr>
              <p:cNvPr id="255" name="Ink 254">
                <a:extLst>
                  <a:ext uri="{FF2B5EF4-FFF2-40B4-BE49-F238E27FC236}">
                    <a16:creationId xmlns:a16="http://schemas.microsoft.com/office/drawing/2014/main" id="{B1F6CDF6-07FF-2E3B-2FF8-E2F84F630127}"/>
                  </a:ext>
                </a:extLst>
              </p:cNvPr>
              <p:cNvPicPr/>
              <p:nvPr/>
            </p:nvPicPr>
            <p:blipFill>
              <a:blip r:embed="rId375"/>
              <a:stretch>
                <a:fillRect/>
              </a:stretch>
            </p:blipFill>
            <p:spPr>
              <a:xfrm>
                <a:off x="99231" y="3459065"/>
                <a:ext cx="1316880" cy="719280"/>
              </a:xfrm>
              <a:prstGeom prst="rect">
                <a:avLst/>
              </a:prstGeom>
            </p:spPr>
          </p:pic>
        </mc:Fallback>
      </mc:AlternateContent>
      <p:grpSp>
        <p:nvGrpSpPr>
          <p:cNvPr id="259" name="Group 258">
            <a:extLst>
              <a:ext uri="{FF2B5EF4-FFF2-40B4-BE49-F238E27FC236}">
                <a16:creationId xmlns:a16="http://schemas.microsoft.com/office/drawing/2014/main" id="{F8C543B7-34F8-8BE1-74B6-D73B1F75DA93}"/>
              </a:ext>
            </a:extLst>
          </p:cNvPr>
          <p:cNvGrpSpPr/>
          <p:nvPr/>
        </p:nvGrpSpPr>
        <p:grpSpPr>
          <a:xfrm>
            <a:off x="1786191" y="4692425"/>
            <a:ext cx="1152000" cy="224280"/>
            <a:chOff x="1786191" y="4692425"/>
            <a:chExt cx="1152000" cy="224280"/>
          </a:xfrm>
        </p:grpSpPr>
        <mc:AlternateContent xmlns:mc="http://schemas.openxmlformats.org/markup-compatibility/2006" xmlns:p14="http://schemas.microsoft.com/office/powerpoint/2010/main">
          <mc:Choice Requires="p14">
            <p:contentPart p14:bwMode="auto" r:id="rId376">
              <p14:nvContentPartPr>
                <p14:cNvPr id="257" name="Ink 256">
                  <a:extLst>
                    <a:ext uri="{FF2B5EF4-FFF2-40B4-BE49-F238E27FC236}">
                      <a16:creationId xmlns:a16="http://schemas.microsoft.com/office/drawing/2014/main" id="{B8BC2BF3-FE7B-39BA-75E6-DE291F3BA048}"/>
                    </a:ext>
                  </a:extLst>
                </p14:cNvPr>
                <p14:cNvContentPartPr/>
                <p14:nvPr/>
              </p14:nvContentPartPr>
              <p14:xfrm>
                <a:off x="1786191" y="4692425"/>
                <a:ext cx="1152000" cy="120240"/>
              </p14:xfrm>
            </p:contentPart>
          </mc:Choice>
          <mc:Fallback xmlns="">
            <p:pic>
              <p:nvPicPr>
                <p:cNvPr id="257" name="Ink 256">
                  <a:extLst>
                    <a:ext uri="{FF2B5EF4-FFF2-40B4-BE49-F238E27FC236}">
                      <a16:creationId xmlns:a16="http://schemas.microsoft.com/office/drawing/2014/main" id="{B8BC2BF3-FE7B-39BA-75E6-DE291F3BA048}"/>
                    </a:ext>
                  </a:extLst>
                </p:cNvPr>
                <p:cNvPicPr/>
                <p:nvPr/>
              </p:nvPicPr>
              <p:blipFill>
                <a:blip r:embed="rId377"/>
                <a:stretch>
                  <a:fillRect/>
                </a:stretch>
              </p:blipFill>
              <p:spPr>
                <a:xfrm>
                  <a:off x="1777191" y="4683785"/>
                  <a:ext cx="11696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258" name="Ink 257">
                  <a:extLst>
                    <a:ext uri="{FF2B5EF4-FFF2-40B4-BE49-F238E27FC236}">
                      <a16:creationId xmlns:a16="http://schemas.microsoft.com/office/drawing/2014/main" id="{86120EEB-DF6E-F22F-EB8C-8437E8894FC4}"/>
                    </a:ext>
                  </a:extLst>
                </p14:cNvPr>
                <p14:cNvContentPartPr/>
                <p14:nvPr/>
              </p14:nvContentPartPr>
              <p14:xfrm>
                <a:off x="1800591" y="4783145"/>
                <a:ext cx="1093680" cy="133560"/>
              </p14:xfrm>
            </p:contentPart>
          </mc:Choice>
          <mc:Fallback xmlns="">
            <p:pic>
              <p:nvPicPr>
                <p:cNvPr id="258" name="Ink 257">
                  <a:extLst>
                    <a:ext uri="{FF2B5EF4-FFF2-40B4-BE49-F238E27FC236}">
                      <a16:creationId xmlns:a16="http://schemas.microsoft.com/office/drawing/2014/main" id="{86120EEB-DF6E-F22F-EB8C-8437E8894FC4}"/>
                    </a:ext>
                  </a:extLst>
                </p:cNvPr>
                <p:cNvPicPr/>
                <p:nvPr/>
              </p:nvPicPr>
              <p:blipFill>
                <a:blip r:embed="rId379"/>
                <a:stretch>
                  <a:fillRect/>
                </a:stretch>
              </p:blipFill>
              <p:spPr>
                <a:xfrm>
                  <a:off x="1791951" y="4774505"/>
                  <a:ext cx="1111320" cy="151200"/>
                </a:xfrm>
                <a:prstGeom prst="rect">
                  <a:avLst/>
                </a:prstGeom>
              </p:spPr>
            </p:pic>
          </mc:Fallback>
        </mc:AlternateContent>
      </p:grpSp>
      <p:grpSp>
        <p:nvGrpSpPr>
          <p:cNvPr id="271" name="Group 270">
            <a:extLst>
              <a:ext uri="{FF2B5EF4-FFF2-40B4-BE49-F238E27FC236}">
                <a16:creationId xmlns:a16="http://schemas.microsoft.com/office/drawing/2014/main" id="{7C1A7D32-8878-AD85-0A6D-99D34451BCB5}"/>
              </a:ext>
            </a:extLst>
          </p:cNvPr>
          <p:cNvGrpSpPr/>
          <p:nvPr/>
        </p:nvGrpSpPr>
        <p:grpSpPr>
          <a:xfrm>
            <a:off x="205071" y="2667065"/>
            <a:ext cx="1335960" cy="1338840"/>
            <a:chOff x="205071" y="2667065"/>
            <a:chExt cx="1335960" cy="1338840"/>
          </a:xfrm>
        </p:grpSpPr>
        <mc:AlternateContent xmlns:mc="http://schemas.openxmlformats.org/markup-compatibility/2006" xmlns:p14="http://schemas.microsoft.com/office/powerpoint/2010/main">
          <mc:Choice Requires="p14">
            <p:contentPart p14:bwMode="auto" r:id="rId380">
              <p14:nvContentPartPr>
                <p14:cNvPr id="213" name="Ink 212">
                  <a:extLst>
                    <a:ext uri="{FF2B5EF4-FFF2-40B4-BE49-F238E27FC236}">
                      <a16:creationId xmlns:a16="http://schemas.microsoft.com/office/drawing/2014/main" id="{40E13D5C-3EF3-5C49-82D7-A773AABEFCED}"/>
                    </a:ext>
                  </a:extLst>
                </p14:cNvPr>
                <p14:cNvContentPartPr/>
                <p14:nvPr/>
              </p14:nvContentPartPr>
              <p14:xfrm>
                <a:off x="205071" y="3187985"/>
                <a:ext cx="187200" cy="141120"/>
              </p14:xfrm>
            </p:contentPart>
          </mc:Choice>
          <mc:Fallback xmlns="">
            <p:pic>
              <p:nvPicPr>
                <p:cNvPr id="213" name="Ink 212">
                  <a:extLst>
                    <a:ext uri="{FF2B5EF4-FFF2-40B4-BE49-F238E27FC236}">
                      <a16:creationId xmlns:a16="http://schemas.microsoft.com/office/drawing/2014/main" id="{40E13D5C-3EF3-5C49-82D7-A773AABEFCED}"/>
                    </a:ext>
                  </a:extLst>
                </p:cNvPr>
                <p:cNvPicPr/>
                <p:nvPr/>
              </p:nvPicPr>
              <p:blipFill>
                <a:blip r:embed="rId381"/>
                <a:stretch>
                  <a:fillRect/>
                </a:stretch>
              </p:blipFill>
              <p:spPr>
                <a:xfrm>
                  <a:off x="196431" y="3178985"/>
                  <a:ext cx="20484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382">
              <p14:nvContentPartPr>
                <p14:cNvPr id="214" name="Ink 213">
                  <a:extLst>
                    <a:ext uri="{FF2B5EF4-FFF2-40B4-BE49-F238E27FC236}">
                      <a16:creationId xmlns:a16="http://schemas.microsoft.com/office/drawing/2014/main" id="{CDA925BB-2E44-1A27-6B66-F349B33A8646}"/>
                    </a:ext>
                  </a:extLst>
                </p14:cNvPr>
                <p14:cNvContentPartPr/>
                <p14:nvPr/>
              </p14:nvContentPartPr>
              <p14:xfrm>
                <a:off x="494151" y="3169625"/>
                <a:ext cx="23040" cy="7200"/>
              </p14:xfrm>
            </p:contentPart>
          </mc:Choice>
          <mc:Fallback xmlns="">
            <p:pic>
              <p:nvPicPr>
                <p:cNvPr id="214" name="Ink 213">
                  <a:extLst>
                    <a:ext uri="{FF2B5EF4-FFF2-40B4-BE49-F238E27FC236}">
                      <a16:creationId xmlns:a16="http://schemas.microsoft.com/office/drawing/2014/main" id="{CDA925BB-2E44-1A27-6B66-F349B33A8646}"/>
                    </a:ext>
                  </a:extLst>
                </p:cNvPr>
                <p:cNvPicPr/>
                <p:nvPr/>
              </p:nvPicPr>
              <p:blipFill>
                <a:blip r:embed="rId383"/>
                <a:stretch>
                  <a:fillRect/>
                </a:stretch>
              </p:blipFill>
              <p:spPr>
                <a:xfrm>
                  <a:off x="485511" y="3160625"/>
                  <a:ext cx="4068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215" name="Ink 214">
                  <a:extLst>
                    <a:ext uri="{FF2B5EF4-FFF2-40B4-BE49-F238E27FC236}">
                      <a16:creationId xmlns:a16="http://schemas.microsoft.com/office/drawing/2014/main" id="{CA004210-3966-CD75-6F9C-4EBD54023DFC}"/>
                    </a:ext>
                  </a:extLst>
                </p14:cNvPr>
                <p14:cNvContentPartPr/>
                <p14:nvPr/>
              </p14:nvContentPartPr>
              <p14:xfrm>
                <a:off x="494871" y="3212825"/>
                <a:ext cx="38520" cy="26280"/>
              </p14:xfrm>
            </p:contentPart>
          </mc:Choice>
          <mc:Fallback xmlns="">
            <p:pic>
              <p:nvPicPr>
                <p:cNvPr id="215" name="Ink 214">
                  <a:extLst>
                    <a:ext uri="{FF2B5EF4-FFF2-40B4-BE49-F238E27FC236}">
                      <a16:creationId xmlns:a16="http://schemas.microsoft.com/office/drawing/2014/main" id="{CA004210-3966-CD75-6F9C-4EBD54023DFC}"/>
                    </a:ext>
                  </a:extLst>
                </p:cNvPr>
                <p:cNvPicPr/>
                <p:nvPr/>
              </p:nvPicPr>
              <p:blipFill>
                <a:blip r:embed="rId385"/>
                <a:stretch>
                  <a:fillRect/>
                </a:stretch>
              </p:blipFill>
              <p:spPr>
                <a:xfrm>
                  <a:off x="485871" y="3204185"/>
                  <a:ext cx="5616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216" name="Ink 215">
                  <a:extLst>
                    <a:ext uri="{FF2B5EF4-FFF2-40B4-BE49-F238E27FC236}">
                      <a16:creationId xmlns:a16="http://schemas.microsoft.com/office/drawing/2014/main" id="{E77A6534-387F-6367-C799-18115DD7E6BC}"/>
                    </a:ext>
                  </a:extLst>
                </p14:cNvPr>
                <p14:cNvContentPartPr/>
                <p14:nvPr/>
              </p14:nvContentPartPr>
              <p14:xfrm>
                <a:off x="651471" y="3122105"/>
                <a:ext cx="19800" cy="111600"/>
              </p14:xfrm>
            </p:contentPart>
          </mc:Choice>
          <mc:Fallback xmlns="">
            <p:pic>
              <p:nvPicPr>
                <p:cNvPr id="216" name="Ink 215">
                  <a:extLst>
                    <a:ext uri="{FF2B5EF4-FFF2-40B4-BE49-F238E27FC236}">
                      <a16:creationId xmlns:a16="http://schemas.microsoft.com/office/drawing/2014/main" id="{E77A6534-387F-6367-C799-18115DD7E6BC}"/>
                    </a:ext>
                  </a:extLst>
                </p:cNvPr>
                <p:cNvPicPr/>
                <p:nvPr/>
              </p:nvPicPr>
              <p:blipFill>
                <a:blip r:embed="rId387"/>
                <a:stretch>
                  <a:fillRect/>
                </a:stretch>
              </p:blipFill>
              <p:spPr>
                <a:xfrm>
                  <a:off x="642831" y="3113105"/>
                  <a:ext cx="3744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388">
              <p14:nvContentPartPr>
                <p14:cNvPr id="217" name="Ink 216">
                  <a:extLst>
                    <a:ext uri="{FF2B5EF4-FFF2-40B4-BE49-F238E27FC236}">
                      <a16:creationId xmlns:a16="http://schemas.microsoft.com/office/drawing/2014/main" id="{B17A3647-5A39-4753-7ED4-02473DCDAB5E}"/>
                    </a:ext>
                  </a:extLst>
                </p14:cNvPr>
                <p14:cNvContentPartPr/>
                <p14:nvPr/>
              </p14:nvContentPartPr>
              <p14:xfrm>
                <a:off x="727071" y="3106985"/>
                <a:ext cx="147240" cy="99720"/>
              </p14:xfrm>
            </p:contentPart>
          </mc:Choice>
          <mc:Fallback xmlns="">
            <p:pic>
              <p:nvPicPr>
                <p:cNvPr id="217" name="Ink 216">
                  <a:extLst>
                    <a:ext uri="{FF2B5EF4-FFF2-40B4-BE49-F238E27FC236}">
                      <a16:creationId xmlns:a16="http://schemas.microsoft.com/office/drawing/2014/main" id="{B17A3647-5A39-4753-7ED4-02473DCDAB5E}"/>
                    </a:ext>
                  </a:extLst>
                </p:cNvPr>
                <p:cNvPicPr/>
                <p:nvPr/>
              </p:nvPicPr>
              <p:blipFill>
                <a:blip r:embed="rId389"/>
                <a:stretch>
                  <a:fillRect/>
                </a:stretch>
              </p:blipFill>
              <p:spPr>
                <a:xfrm>
                  <a:off x="718071" y="3098345"/>
                  <a:ext cx="16488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218" name="Ink 217">
                  <a:extLst>
                    <a:ext uri="{FF2B5EF4-FFF2-40B4-BE49-F238E27FC236}">
                      <a16:creationId xmlns:a16="http://schemas.microsoft.com/office/drawing/2014/main" id="{CD01E056-73FC-79A1-AE18-737416277361}"/>
                    </a:ext>
                  </a:extLst>
                </p14:cNvPr>
                <p14:cNvContentPartPr/>
                <p14:nvPr/>
              </p14:nvContentPartPr>
              <p14:xfrm>
                <a:off x="349791" y="3468785"/>
                <a:ext cx="159480" cy="200880"/>
              </p14:xfrm>
            </p:contentPart>
          </mc:Choice>
          <mc:Fallback xmlns="">
            <p:pic>
              <p:nvPicPr>
                <p:cNvPr id="218" name="Ink 217">
                  <a:extLst>
                    <a:ext uri="{FF2B5EF4-FFF2-40B4-BE49-F238E27FC236}">
                      <a16:creationId xmlns:a16="http://schemas.microsoft.com/office/drawing/2014/main" id="{CD01E056-73FC-79A1-AE18-737416277361}"/>
                    </a:ext>
                  </a:extLst>
                </p:cNvPr>
                <p:cNvPicPr/>
                <p:nvPr/>
              </p:nvPicPr>
              <p:blipFill>
                <a:blip r:embed="rId391"/>
                <a:stretch>
                  <a:fillRect/>
                </a:stretch>
              </p:blipFill>
              <p:spPr>
                <a:xfrm>
                  <a:off x="341151" y="3460145"/>
                  <a:ext cx="17712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392">
              <p14:nvContentPartPr>
                <p14:cNvPr id="219" name="Ink 218">
                  <a:extLst>
                    <a:ext uri="{FF2B5EF4-FFF2-40B4-BE49-F238E27FC236}">
                      <a16:creationId xmlns:a16="http://schemas.microsoft.com/office/drawing/2014/main" id="{B1966CB2-9799-79A5-49AF-75A08C873742}"/>
                    </a:ext>
                  </a:extLst>
                </p14:cNvPr>
                <p14:cNvContentPartPr/>
                <p14:nvPr/>
              </p14:nvContentPartPr>
              <p14:xfrm>
                <a:off x="585951" y="3435665"/>
                <a:ext cx="6120" cy="20160"/>
              </p14:xfrm>
            </p:contentPart>
          </mc:Choice>
          <mc:Fallback xmlns="">
            <p:pic>
              <p:nvPicPr>
                <p:cNvPr id="219" name="Ink 218">
                  <a:extLst>
                    <a:ext uri="{FF2B5EF4-FFF2-40B4-BE49-F238E27FC236}">
                      <a16:creationId xmlns:a16="http://schemas.microsoft.com/office/drawing/2014/main" id="{B1966CB2-9799-79A5-49AF-75A08C873742}"/>
                    </a:ext>
                  </a:extLst>
                </p:cNvPr>
                <p:cNvPicPr/>
                <p:nvPr/>
              </p:nvPicPr>
              <p:blipFill>
                <a:blip r:embed="rId393"/>
                <a:stretch>
                  <a:fillRect/>
                </a:stretch>
              </p:blipFill>
              <p:spPr>
                <a:xfrm>
                  <a:off x="576951" y="3426665"/>
                  <a:ext cx="2376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394">
              <p14:nvContentPartPr>
                <p14:cNvPr id="220" name="Ink 219">
                  <a:extLst>
                    <a:ext uri="{FF2B5EF4-FFF2-40B4-BE49-F238E27FC236}">
                      <a16:creationId xmlns:a16="http://schemas.microsoft.com/office/drawing/2014/main" id="{AE7E9535-8295-1E0D-3A23-C0741190BD2B}"/>
                    </a:ext>
                  </a:extLst>
                </p14:cNvPr>
                <p14:cNvContentPartPr/>
                <p14:nvPr/>
              </p14:nvContentPartPr>
              <p14:xfrm>
                <a:off x="574431" y="3490745"/>
                <a:ext cx="38880" cy="12240"/>
              </p14:xfrm>
            </p:contentPart>
          </mc:Choice>
          <mc:Fallback xmlns="">
            <p:pic>
              <p:nvPicPr>
                <p:cNvPr id="220" name="Ink 219">
                  <a:extLst>
                    <a:ext uri="{FF2B5EF4-FFF2-40B4-BE49-F238E27FC236}">
                      <a16:creationId xmlns:a16="http://schemas.microsoft.com/office/drawing/2014/main" id="{AE7E9535-8295-1E0D-3A23-C0741190BD2B}"/>
                    </a:ext>
                  </a:extLst>
                </p:cNvPr>
                <p:cNvPicPr/>
                <p:nvPr/>
              </p:nvPicPr>
              <p:blipFill>
                <a:blip r:embed="rId395"/>
                <a:stretch>
                  <a:fillRect/>
                </a:stretch>
              </p:blipFill>
              <p:spPr>
                <a:xfrm>
                  <a:off x="565791" y="3481745"/>
                  <a:ext cx="5652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96">
              <p14:nvContentPartPr>
                <p14:cNvPr id="221" name="Ink 220">
                  <a:extLst>
                    <a:ext uri="{FF2B5EF4-FFF2-40B4-BE49-F238E27FC236}">
                      <a16:creationId xmlns:a16="http://schemas.microsoft.com/office/drawing/2014/main" id="{880D1EB8-28DC-2520-EFA8-DDFFA56FA555}"/>
                    </a:ext>
                  </a:extLst>
                </p14:cNvPr>
                <p14:cNvContentPartPr/>
                <p14:nvPr/>
              </p14:nvContentPartPr>
              <p14:xfrm>
                <a:off x="693591" y="3370145"/>
                <a:ext cx="110160" cy="138600"/>
              </p14:xfrm>
            </p:contentPart>
          </mc:Choice>
          <mc:Fallback xmlns="">
            <p:pic>
              <p:nvPicPr>
                <p:cNvPr id="221" name="Ink 220">
                  <a:extLst>
                    <a:ext uri="{FF2B5EF4-FFF2-40B4-BE49-F238E27FC236}">
                      <a16:creationId xmlns:a16="http://schemas.microsoft.com/office/drawing/2014/main" id="{880D1EB8-28DC-2520-EFA8-DDFFA56FA555}"/>
                    </a:ext>
                  </a:extLst>
                </p:cNvPr>
                <p:cNvPicPr/>
                <p:nvPr/>
              </p:nvPicPr>
              <p:blipFill>
                <a:blip r:embed="rId397"/>
                <a:stretch>
                  <a:fillRect/>
                </a:stretch>
              </p:blipFill>
              <p:spPr>
                <a:xfrm>
                  <a:off x="684951" y="3361505"/>
                  <a:ext cx="12780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398">
              <p14:nvContentPartPr>
                <p14:cNvPr id="222" name="Ink 221">
                  <a:extLst>
                    <a:ext uri="{FF2B5EF4-FFF2-40B4-BE49-F238E27FC236}">
                      <a16:creationId xmlns:a16="http://schemas.microsoft.com/office/drawing/2014/main" id="{65B9C0D6-ABDB-7B77-3863-7CDCA0F26B09}"/>
                    </a:ext>
                  </a:extLst>
                </p14:cNvPr>
                <p14:cNvContentPartPr/>
                <p14:nvPr/>
              </p14:nvContentPartPr>
              <p14:xfrm>
                <a:off x="852351" y="3345665"/>
                <a:ext cx="90720" cy="93960"/>
              </p14:xfrm>
            </p:contentPart>
          </mc:Choice>
          <mc:Fallback xmlns="">
            <p:pic>
              <p:nvPicPr>
                <p:cNvPr id="222" name="Ink 221">
                  <a:extLst>
                    <a:ext uri="{FF2B5EF4-FFF2-40B4-BE49-F238E27FC236}">
                      <a16:creationId xmlns:a16="http://schemas.microsoft.com/office/drawing/2014/main" id="{65B9C0D6-ABDB-7B77-3863-7CDCA0F26B09}"/>
                    </a:ext>
                  </a:extLst>
                </p:cNvPr>
                <p:cNvPicPr/>
                <p:nvPr/>
              </p:nvPicPr>
              <p:blipFill>
                <a:blip r:embed="rId399"/>
                <a:stretch>
                  <a:fillRect/>
                </a:stretch>
              </p:blipFill>
              <p:spPr>
                <a:xfrm>
                  <a:off x="843351" y="3336665"/>
                  <a:ext cx="10836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400">
              <p14:nvContentPartPr>
                <p14:cNvPr id="223" name="Ink 222">
                  <a:extLst>
                    <a:ext uri="{FF2B5EF4-FFF2-40B4-BE49-F238E27FC236}">
                      <a16:creationId xmlns:a16="http://schemas.microsoft.com/office/drawing/2014/main" id="{60CC4BA8-143D-32F8-E5D7-B944E9FD05EE}"/>
                    </a:ext>
                  </a:extLst>
                </p14:cNvPr>
                <p14:cNvContentPartPr/>
                <p14:nvPr/>
              </p14:nvContentPartPr>
              <p14:xfrm>
                <a:off x="247191" y="3834905"/>
                <a:ext cx="218160" cy="151200"/>
              </p14:xfrm>
            </p:contentPart>
          </mc:Choice>
          <mc:Fallback xmlns="">
            <p:pic>
              <p:nvPicPr>
                <p:cNvPr id="223" name="Ink 222">
                  <a:extLst>
                    <a:ext uri="{FF2B5EF4-FFF2-40B4-BE49-F238E27FC236}">
                      <a16:creationId xmlns:a16="http://schemas.microsoft.com/office/drawing/2014/main" id="{60CC4BA8-143D-32F8-E5D7-B944E9FD05EE}"/>
                    </a:ext>
                  </a:extLst>
                </p:cNvPr>
                <p:cNvPicPr/>
                <p:nvPr/>
              </p:nvPicPr>
              <p:blipFill>
                <a:blip r:embed="rId401"/>
                <a:stretch>
                  <a:fillRect/>
                </a:stretch>
              </p:blipFill>
              <p:spPr>
                <a:xfrm>
                  <a:off x="238551" y="3826265"/>
                  <a:ext cx="23580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402">
              <p14:nvContentPartPr>
                <p14:cNvPr id="224" name="Ink 223">
                  <a:extLst>
                    <a:ext uri="{FF2B5EF4-FFF2-40B4-BE49-F238E27FC236}">
                      <a16:creationId xmlns:a16="http://schemas.microsoft.com/office/drawing/2014/main" id="{F51FDFD1-CEE5-C699-49F9-282677824028}"/>
                    </a:ext>
                  </a:extLst>
                </p14:cNvPr>
                <p14:cNvContentPartPr/>
                <p14:nvPr/>
              </p14:nvContentPartPr>
              <p14:xfrm>
                <a:off x="483351" y="3759665"/>
                <a:ext cx="64800" cy="75960"/>
              </p14:xfrm>
            </p:contentPart>
          </mc:Choice>
          <mc:Fallback xmlns="">
            <p:pic>
              <p:nvPicPr>
                <p:cNvPr id="224" name="Ink 223">
                  <a:extLst>
                    <a:ext uri="{FF2B5EF4-FFF2-40B4-BE49-F238E27FC236}">
                      <a16:creationId xmlns:a16="http://schemas.microsoft.com/office/drawing/2014/main" id="{F51FDFD1-CEE5-C699-49F9-282677824028}"/>
                    </a:ext>
                  </a:extLst>
                </p:cNvPr>
                <p:cNvPicPr/>
                <p:nvPr/>
              </p:nvPicPr>
              <p:blipFill>
                <a:blip r:embed="rId403"/>
                <a:stretch>
                  <a:fillRect/>
                </a:stretch>
              </p:blipFill>
              <p:spPr>
                <a:xfrm>
                  <a:off x="474711" y="3750665"/>
                  <a:ext cx="8244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225" name="Ink 224">
                  <a:extLst>
                    <a:ext uri="{FF2B5EF4-FFF2-40B4-BE49-F238E27FC236}">
                      <a16:creationId xmlns:a16="http://schemas.microsoft.com/office/drawing/2014/main" id="{366EA1AE-8A4B-7897-B42B-87390DADFA86}"/>
                    </a:ext>
                  </a:extLst>
                </p14:cNvPr>
                <p14:cNvContentPartPr/>
                <p14:nvPr/>
              </p14:nvContentPartPr>
              <p14:xfrm>
                <a:off x="633111" y="3828425"/>
                <a:ext cx="51840" cy="32040"/>
              </p14:xfrm>
            </p:contentPart>
          </mc:Choice>
          <mc:Fallback xmlns="">
            <p:pic>
              <p:nvPicPr>
                <p:cNvPr id="225" name="Ink 224">
                  <a:extLst>
                    <a:ext uri="{FF2B5EF4-FFF2-40B4-BE49-F238E27FC236}">
                      <a16:creationId xmlns:a16="http://schemas.microsoft.com/office/drawing/2014/main" id="{366EA1AE-8A4B-7897-B42B-87390DADFA86}"/>
                    </a:ext>
                  </a:extLst>
                </p:cNvPr>
                <p:cNvPicPr/>
                <p:nvPr/>
              </p:nvPicPr>
              <p:blipFill>
                <a:blip r:embed="rId405"/>
                <a:stretch>
                  <a:fillRect/>
                </a:stretch>
              </p:blipFill>
              <p:spPr>
                <a:xfrm>
                  <a:off x="624111" y="3819785"/>
                  <a:ext cx="694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406">
              <p14:nvContentPartPr>
                <p14:cNvPr id="226" name="Ink 225">
                  <a:extLst>
                    <a:ext uri="{FF2B5EF4-FFF2-40B4-BE49-F238E27FC236}">
                      <a16:creationId xmlns:a16="http://schemas.microsoft.com/office/drawing/2014/main" id="{8A8BFB98-0C9E-67C2-115B-9CCDBA48FE8A}"/>
                    </a:ext>
                  </a:extLst>
                </p14:cNvPr>
                <p14:cNvContentPartPr/>
                <p14:nvPr/>
              </p14:nvContentPartPr>
              <p14:xfrm>
                <a:off x="678111" y="3772625"/>
                <a:ext cx="14400" cy="116280"/>
              </p14:xfrm>
            </p:contentPart>
          </mc:Choice>
          <mc:Fallback xmlns="">
            <p:pic>
              <p:nvPicPr>
                <p:cNvPr id="226" name="Ink 225">
                  <a:extLst>
                    <a:ext uri="{FF2B5EF4-FFF2-40B4-BE49-F238E27FC236}">
                      <a16:creationId xmlns:a16="http://schemas.microsoft.com/office/drawing/2014/main" id="{8A8BFB98-0C9E-67C2-115B-9CCDBA48FE8A}"/>
                    </a:ext>
                  </a:extLst>
                </p:cNvPr>
                <p:cNvPicPr/>
                <p:nvPr/>
              </p:nvPicPr>
              <p:blipFill>
                <a:blip r:embed="rId407"/>
                <a:stretch>
                  <a:fillRect/>
                </a:stretch>
              </p:blipFill>
              <p:spPr>
                <a:xfrm>
                  <a:off x="669111" y="3763625"/>
                  <a:ext cx="320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408">
              <p14:nvContentPartPr>
                <p14:cNvPr id="227" name="Ink 226">
                  <a:extLst>
                    <a:ext uri="{FF2B5EF4-FFF2-40B4-BE49-F238E27FC236}">
                      <a16:creationId xmlns:a16="http://schemas.microsoft.com/office/drawing/2014/main" id="{079AEDE7-2A7A-F9BB-7E8C-E738D5E3EFCD}"/>
                    </a:ext>
                  </a:extLst>
                </p14:cNvPr>
                <p14:cNvContentPartPr/>
                <p14:nvPr/>
              </p14:nvContentPartPr>
              <p14:xfrm>
                <a:off x="868911" y="3715025"/>
                <a:ext cx="146880" cy="290880"/>
              </p14:xfrm>
            </p:contentPart>
          </mc:Choice>
          <mc:Fallback xmlns="">
            <p:pic>
              <p:nvPicPr>
                <p:cNvPr id="227" name="Ink 226">
                  <a:extLst>
                    <a:ext uri="{FF2B5EF4-FFF2-40B4-BE49-F238E27FC236}">
                      <a16:creationId xmlns:a16="http://schemas.microsoft.com/office/drawing/2014/main" id="{079AEDE7-2A7A-F9BB-7E8C-E738D5E3EFCD}"/>
                    </a:ext>
                  </a:extLst>
                </p:cNvPr>
                <p:cNvPicPr/>
                <p:nvPr/>
              </p:nvPicPr>
              <p:blipFill>
                <a:blip r:embed="rId409"/>
                <a:stretch>
                  <a:fillRect/>
                </a:stretch>
              </p:blipFill>
              <p:spPr>
                <a:xfrm>
                  <a:off x="859911" y="3706385"/>
                  <a:ext cx="16452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410">
              <p14:nvContentPartPr>
                <p14:cNvPr id="228" name="Ink 227">
                  <a:extLst>
                    <a:ext uri="{FF2B5EF4-FFF2-40B4-BE49-F238E27FC236}">
                      <a16:creationId xmlns:a16="http://schemas.microsoft.com/office/drawing/2014/main" id="{0FB40A78-AA05-F0C5-D6AC-FCF4AB1444F7}"/>
                    </a:ext>
                  </a:extLst>
                </p14:cNvPr>
                <p14:cNvContentPartPr/>
                <p14:nvPr/>
              </p14:nvContentPartPr>
              <p14:xfrm>
                <a:off x="1055031" y="3625385"/>
                <a:ext cx="95400" cy="113760"/>
              </p14:xfrm>
            </p:contentPart>
          </mc:Choice>
          <mc:Fallback xmlns="">
            <p:pic>
              <p:nvPicPr>
                <p:cNvPr id="228" name="Ink 227">
                  <a:extLst>
                    <a:ext uri="{FF2B5EF4-FFF2-40B4-BE49-F238E27FC236}">
                      <a16:creationId xmlns:a16="http://schemas.microsoft.com/office/drawing/2014/main" id="{0FB40A78-AA05-F0C5-D6AC-FCF4AB1444F7}"/>
                    </a:ext>
                  </a:extLst>
                </p:cNvPr>
                <p:cNvPicPr/>
                <p:nvPr/>
              </p:nvPicPr>
              <p:blipFill>
                <a:blip r:embed="rId411"/>
                <a:stretch>
                  <a:fillRect/>
                </a:stretch>
              </p:blipFill>
              <p:spPr>
                <a:xfrm>
                  <a:off x="1046031" y="3616385"/>
                  <a:ext cx="11304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412">
              <p14:nvContentPartPr>
                <p14:cNvPr id="260" name="Ink 259">
                  <a:extLst>
                    <a:ext uri="{FF2B5EF4-FFF2-40B4-BE49-F238E27FC236}">
                      <a16:creationId xmlns:a16="http://schemas.microsoft.com/office/drawing/2014/main" id="{7F509202-6907-D121-8715-B8370CD1853F}"/>
                    </a:ext>
                  </a:extLst>
                </p14:cNvPr>
                <p14:cNvContentPartPr/>
                <p14:nvPr/>
              </p14:nvContentPartPr>
              <p14:xfrm>
                <a:off x="268071" y="2703065"/>
                <a:ext cx="213120" cy="365760"/>
              </p14:xfrm>
            </p:contentPart>
          </mc:Choice>
          <mc:Fallback xmlns="">
            <p:pic>
              <p:nvPicPr>
                <p:cNvPr id="260" name="Ink 259">
                  <a:extLst>
                    <a:ext uri="{FF2B5EF4-FFF2-40B4-BE49-F238E27FC236}">
                      <a16:creationId xmlns:a16="http://schemas.microsoft.com/office/drawing/2014/main" id="{7F509202-6907-D121-8715-B8370CD1853F}"/>
                    </a:ext>
                  </a:extLst>
                </p:cNvPr>
                <p:cNvPicPr/>
                <p:nvPr/>
              </p:nvPicPr>
              <p:blipFill>
                <a:blip r:embed="rId413"/>
                <a:stretch>
                  <a:fillRect/>
                </a:stretch>
              </p:blipFill>
              <p:spPr>
                <a:xfrm>
                  <a:off x="259071" y="2694065"/>
                  <a:ext cx="23076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261" name="Ink 260">
                  <a:extLst>
                    <a:ext uri="{FF2B5EF4-FFF2-40B4-BE49-F238E27FC236}">
                      <a16:creationId xmlns:a16="http://schemas.microsoft.com/office/drawing/2014/main" id="{828F77B4-14D4-3186-548F-C630B2F222BE}"/>
                    </a:ext>
                  </a:extLst>
                </p14:cNvPr>
                <p14:cNvContentPartPr/>
                <p14:nvPr/>
              </p14:nvContentPartPr>
              <p14:xfrm>
                <a:off x="466071" y="2856785"/>
                <a:ext cx="124200" cy="180360"/>
              </p14:xfrm>
            </p:contentPart>
          </mc:Choice>
          <mc:Fallback xmlns="">
            <p:pic>
              <p:nvPicPr>
                <p:cNvPr id="261" name="Ink 260">
                  <a:extLst>
                    <a:ext uri="{FF2B5EF4-FFF2-40B4-BE49-F238E27FC236}">
                      <a16:creationId xmlns:a16="http://schemas.microsoft.com/office/drawing/2014/main" id="{828F77B4-14D4-3186-548F-C630B2F222BE}"/>
                    </a:ext>
                  </a:extLst>
                </p:cNvPr>
                <p:cNvPicPr/>
                <p:nvPr/>
              </p:nvPicPr>
              <p:blipFill>
                <a:blip r:embed="rId415"/>
                <a:stretch>
                  <a:fillRect/>
                </a:stretch>
              </p:blipFill>
              <p:spPr>
                <a:xfrm>
                  <a:off x="457431" y="2848145"/>
                  <a:ext cx="14184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262" name="Ink 261">
                  <a:extLst>
                    <a:ext uri="{FF2B5EF4-FFF2-40B4-BE49-F238E27FC236}">
                      <a16:creationId xmlns:a16="http://schemas.microsoft.com/office/drawing/2014/main" id="{AB4BB6E1-1C89-59A5-9B8A-B6CDD3E70AA0}"/>
                    </a:ext>
                  </a:extLst>
                </p14:cNvPr>
                <p14:cNvContentPartPr/>
                <p14:nvPr/>
              </p14:nvContentPartPr>
              <p14:xfrm>
                <a:off x="580911" y="2838065"/>
                <a:ext cx="112320" cy="151200"/>
              </p14:xfrm>
            </p:contentPart>
          </mc:Choice>
          <mc:Fallback xmlns="">
            <p:pic>
              <p:nvPicPr>
                <p:cNvPr id="262" name="Ink 261">
                  <a:extLst>
                    <a:ext uri="{FF2B5EF4-FFF2-40B4-BE49-F238E27FC236}">
                      <a16:creationId xmlns:a16="http://schemas.microsoft.com/office/drawing/2014/main" id="{AB4BB6E1-1C89-59A5-9B8A-B6CDD3E70AA0}"/>
                    </a:ext>
                  </a:extLst>
                </p:cNvPr>
                <p:cNvPicPr/>
                <p:nvPr/>
              </p:nvPicPr>
              <p:blipFill>
                <a:blip r:embed="rId417"/>
                <a:stretch>
                  <a:fillRect/>
                </a:stretch>
              </p:blipFill>
              <p:spPr>
                <a:xfrm>
                  <a:off x="571911" y="2829065"/>
                  <a:ext cx="12996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263" name="Ink 262">
                  <a:extLst>
                    <a:ext uri="{FF2B5EF4-FFF2-40B4-BE49-F238E27FC236}">
                      <a16:creationId xmlns:a16="http://schemas.microsoft.com/office/drawing/2014/main" id="{1CEDEF24-1539-A0CA-063E-8BBC33C038D1}"/>
                    </a:ext>
                  </a:extLst>
                </p14:cNvPr>
                <p14:cNvContentPartPr/>
                <p14:nvPr/>
              </p14:nvContentPartPr>
              <p14:xfrm>
                <a:off x="706191" y="2808545"/>
                <a:ext cx="114840" cy="158040"/>
              </p14:xfrm>
            </p:contentPart>
          </mc:Choice>
          <mc:Fallback xmlns="">
            <p:pic>
              <p:nvPicPr>
                <p:cNvPr id="263" name="Ink 262">
                  <a:extLst>
                    <a:ext uri="{FF2B5EF4-FFF2-40B4-BE49-F238E27FC236}">
                      <a16:creationId xmlns:a16="http://schemas.microsoft.com/office/drawing/2014/main" id="{1CEDEF24-1539-A0CA-063E-8BBC33C038D1}"/>
                    </a:ext>
                  </a:extLst>
                </p:cNvPr>
                <p:cNvPicPr/>
                <p:nvPr/>
              </p:nvPicPr>
              <p:blipFill>
                <a:blip r:embed="rId419"/>
                <a:stretch>
                  <a:fillRect/>
                </a:stretch>
              </p:blipFill>
              <p:spPr>
                <a:xfrm>
                  <a:off x="697551" y="2799905"/>
                  <a:ext cx="13248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264" name="Ink 263">
                  <a:extLst>
                    <a:ext uri="{FF2B5EF4-FFF2-40B4-BE49-F238E27FC236}">
                      <a16:creationId xmlns:a16="http://schemas.microsoft.com/office/drawing/2014/main" id="{25B62589-C95F-2C04-705A-3D99B4764681}"/>
                    </a:ext>
                  </a:extLst>
                </p14:cNvPr>
                <p14:cNvContentPartPr/>
                <p14:nvPr/>
              </p14:nvContentPartPr>
              <p14:xfrm>
                <a:off x="823551" y="2823305"/>
                <a:ext cx="119880" cy="127800"/>
              </p14:xfrm>
            </p:contentPart>
          </mc:Choice>
          <mc:Fallback xmlns="">
            <p:pic>
              <p:nvPicPr>
                <p:cNvPr id="264" name="Ink 263">
                  <a:extLst>
                    <a:ext uri="{FF2B5EF4-FFF2-40B4-BE49-F238E27FC236}">
                      <a16:creationId xmlns:a16="http://schemas.microsoft.com/office/drawing/2014/main" id="{25B62589-C95F-2C04-705A-3D99B4764681}"/>
                    </a:ext>
                  </a:extLst>
                </p:cNvPr>
                <p:cNvPicPr/>
                <p:nvPr/>
              </p:nvPicPr>
              <p:blipFill>
                <a:blip r:embed="rId421"/>
                <a:stretch>
                  <a:fillRect/>
                </a:stretch>
              </p:blipFill>
              <p:spPr>
                <a:xfrm>
                  <a:off x="814911" y="2814305"/>
                  <a:ext cx="1375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265" name="Ink 264">
                  <a:extLst>
                    <a:ext uri="{FF2B5EF4-FFF2-40B4-BE49-F238E27FC236}">
                      <a16:creationId xmlns:a16="http://schemas.microsoft.com/office/drawing/2014/main" id="{0E734ACB-DAA1-2B5F-B160-937874B426B6}"/>
                    </a:ext>
                  </a:extLst>
                </p14:cNvPr>
                <p14:cNvContentPartPr/>
                <p14:nvPr/>
              </p14:nvContentPartPr>
              <p14:xfrm>
                <a:off x="1027671" y="2818625"/>
                <a:ext cx="87480" cy="196920"/>
              </p14:xfrm>
            </p:contentPart>
          </mc:Choice>
          <mc:Fallback xmlns="">
            <p:pic>
              <p:nvPicPr>
                <p:cNvPr id="265" name="Ink 264">
                  <a:extLst>
                    <a:ext uri="{FF2B5EF4-FFF2-40B4-BE49-F238E27FC236}">
                      <a16:creationId xmlns:a16="http://schemas.microsoft.com/office/drawing/2014/main" id="{0E734ACB-DAA1-2B5F-B160-937874B426B6}"/>
                    </a:ext>
                  </a:extLst>
                </p:cNvPr>
                <p:cNvPicPr/>
                <p:nvPr/>
              </p:nvPicPr>
              <p:blipFill>
                <a:blip r:embed="rId423"/>
                <a:stretch>
                  <a:fillRect/>
                </a:stretch>
              </p:blipFill>
              <p:spPr>
                <a:xfrm>
                  <a:off x="1018671" y="2809625"/>
                  <a:ext cx="10512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266" name="Ink 265">
                  <a:extLst>
                    <a:ext uri="{FF2B5EF4-FFF2-40B4-BE49-F238E27FC236}">
                      <a16:creationId xmlns:a16="http://schemas.microsoft.com/office/drawing/2014/main" id="{8314C2D9-23A3-DC7E-F0BB-58362A4DDF67}"/>
                    </a:ext>
                  </a:extLst>
                </p14:cNvPr>
                <p14:cNvContentPartPr/>
                <p14:nvPr/>
              </p14:nvContentPartPr>
              <p14:xfrm>
                <a:off x="1172031" y="2667065"/>
                <a:ext cx="63360" cy="287280"/>
              </p14:xfrm>
            </p:contentPart>
          </mc:Choice>
          <mc:Fallback xmlns="">
            <p:pic>
              <p:nvPicPr>
                <p:cNvPr id="266" name="Ink 265">
                  <a:extLst>
                    <a:ext uri="{FF2B5EF4-FFF2-40B4-BE49-F238E27FC236}">
                      <a16:creationId xmlns:a16="http://schemas.microsoft.com/office/drawing/2014/main" id="{8314C2D9-23A3-DC7E-F0BB-58362A4DDF67}"/>
                    </a:ext>
                  </a:extLst>
                </p:cNvPr>
                <p:cNvPicPr/>
                <p:nvPr/>
              </p:nvPicPr>
              <p:blipFill>
                <a:blip r:embed="rId425"/>
                <a:stretch>
                  <a:fillRect/>
                </a:stretch>
              </p:blipFill>
              <p:spPr>
                <a:xfrm>
                  <a:off x="1163031" y="2658425"/>
                  <a:ext cx="8100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267" name="Ink 266">
                  <a:extLst>
                    <a:ext uri="{FF2B5EF4-FFF2-40B4-BE49-F238E27FC236}">
                      <a16:creationId xmlns:a16="http://schemas.microsoft.com/office/drawing/2014/main" id="{8DC1B862-33BD-352D-40F3-0091B025EDDD}"/>
                    </a:ext>
                  </a:extLst>
                </p14:cNvPr>
                <p14:cNvContentPartPr/>
                <p14:nvPr/>
              </p14:nvContentPartPr>
              <p14:xfrm>
                <a:off x="1202991" y="2778305"/>
                <a:ext cx="75240" cy="28800"/>
              </p14:xfrm>
            </p:contentPart>
          </mc:Choice>
          <mc:Fallback xmlns="">
            <p:pic>
              <p:nvPicPr>
                <p:cNvPr id="267" name="Ink 266">
                  <a:extLst>
                    <a:ext uri="{FF2B5EF4-FFF2-40B4-BE49-F238E27FC236}">
                      <a16:creationId xmlns:a16="http://schemas.microsoft.com/office/drawing/2014/main" id="{8DC1B862-33BD-352D-40F3-0091B025EDDD}"/>
                    </a:ext>
                  </a:extLst>
                </p:cNvPr>
                <p:cNvPicPr/>
                <p:nvPr/>
              </p:nvPicPr>
              <p:blipFill>
                <a:blip r:embed="rId427"/>
                <a:stretch>
                  <a:fillRect/>
                </a:stretch>
              </p:blipFill>
              <p:spPr>
                <a:xfrm>
                  <a:off x="1193991" y="2769665"/>
                  <a:ext cx="928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270" name="Ink 269">
                  <a:extLst>
                    <a:ext uri="{FF2B5EF4-FFF2-40B4-BE49-F238E27FC236}">
                      <a16:creationId xmlns:a16="http://schemas.microsoft.com/office/drawing/2014/main" id="{AE431833-E6E6-F851-618D-06D33AD8BF37}"/>
                    </a:ext>
                  </a:extLst>
                </p14:cNvPr>
                <p14:cNvContentPartPr/>
                <p14:nvPr/>
              </p14:nvContentPartPr>
              <p14:xfrm>
                <a:off x="241431" y="2891345"/>
                <a:ext cx="1299600" cy="276120"/>
              </p14:xfrm>
            </p:contentPart>
          </mc:Choice>
          <mc:Fallback xmlns="">
            <p:pic>
              <p:nvPicPr>
                <p:cNvPr id="270" name="Ink 269">
                  <a:extLst>
                    <a:ext uri="{FF2B5EF4-FFF2-40B4-BE49-F238E27FC236}">
                      <a16:creationId xmlns:a16="http://schemas.microsoft.com/office/drawing/2014/main" id="{AE431833-E6E6-F851-618D-06D33AD8BF37}"/>
                    </a:ext>
                  </a:extLst>
                </p:cNvPr>
                <p:cNvPicPr/>
                <p:nvPr/>
              </p:nvPicPr>
              <p:blipFill>
                <a:blip r:embed="rId429"/>
                <a:stretch>
                  <a:fillRect/>
                </a:stretch>
              </p:blipFill>
              <p:spPr>
                <a:xfrm>
                  <a:off x="232431" y="2882705"/>
                  <a:ext cx="1317240" cy="293760"/>
                </a:xfrm>
                <a:prstGeom prst="rect">
                  <a:avLst/>
                </a:prstGeom>
              </p:spPr>
            </p:pic>
          </mc:Fallback>
        </mc:AlternateContent>
      </p:grpSp>
    </p:spTree>
    <p:extLst>
      <p:ext uri="{BB962C8B-B14F-4D97-AF65-F5344CB8AC3E}">
        <p14:creationId xmlns:p14="http://schemas.microsoft.com/office/powerpoint/2010/main" val="3920553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6B978-1647-DA18-6376-1050F8633016}"/>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4BDBD71C-DE42-4271-47F4-289AAF637B54}"/>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Resource Model</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927542B-2515-B3E3-3215-19A3CFB533EF}"/>
              </a:ext>
            </a:extLst>
          </p:cNvPr>
          <p:cNvSpPr txBox="1"/>
          <p:nvPr/>
        </p:nvSpPr>
        <p:spPr>
          <a:xfrm>
            <a:off x="134426" y="490759"/>
            <a:ext cx="8615133" cy="1754310"/>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Often when we create application, we need to translate our application labels in different languages, so we use the resource model. i18n – internationalization</a:t>
            </a:r>
          </a:p>
          <a:p>
            <a:endParaRPr lang="en-IN" sz="1350" dirty="0">
              <a:latin typeface="Amasis MT Pro" panose="02040504050005020304" pitchFamily="18" charset="0"/>
            </a:endParaRPr>
          </a:p>
          <a:p>
            <a:pPr marL="342900" indent="-342900">
              <a:buAutoNum type="arabicPeriod"/>
            </a:pPr>
            <a:r>
              <a:rPr lang="en-IN" sz="1350" dirty="0">
                <a:latin typeface="Amasis MT Pro" panose="02040504050005020304" pitchFamily="18" charset="0"/>
              </a:rPr>
              <a:t>As a developer, we need to create a i18n.properties file where we maintain all the labels in most commonly used language for our app (English).</a:t>
            </a:r>
          </a:p>
          <a:p>
            <a:pPr marL="342900" indent="-342900">
              <a:buAutoNum type="arabicPeriod"/>
            </a:pPr>
            <a:r>
              <a:rPr lang="en-IN" sz="1350" dirty="0">
                <a:latin typeface="Amasis MT Pro" panose="02040504050005020304" pitchFamily="18" charset="0"/>
              </a:rPr>
              <a:t>Then we create resource model and bind all the labels with text element created in i18n file</a:t>
            </a:r>
          </a:p>
          <a:p>
            <a:pPr marL="342900" indent="-342900">
              <a:buAutoNum type="arabicPeriod"/>
            </a:pPr>
            <a:r>
              <a:rPr lang="en-IN" sz="1350" dirty="0">
                <a:latin typeface="Amasis MT Pro" panose="02040504050005020304" pitchFamily="18" charset="0"/>
              </a:rPr>
              <a:t>Then we translate the i18n file to i18n_ISOLANGCODE file and keep labels in different language</a:t>
            </a:r>
          </a:p>
          <a:p>
            <a:pPr marL="342900" indent="-342900">
              <a:buAutoNum type="arabicPeriod"/>
            </a:pPr>
            <a:r>
              <a:rPr lang="en-IN" sz="1350" dirty="0">
                <a:latin typeface="Amasis MT Pro" panose="02040504050005020304" pitchFamily="18" charset="0"/>
              </a:rPr>
              <a:t>Finally, we test using ?sap-</a:t>
            </a:r>
            <a:r>
              <a:rPr lang="en-IN" sz="1350" dirty="0" err="1">
                <a:latin typeface="Amasis MT Pro" panose="02040504050005020304" pitchFamily="18" charset="0"/>
              </a:rPr>
              <a:t>ui</a:t>
            </a:r>
            <a:r>
              <a:rPr lang="en-IN" sz="1350" dirty="0">
                <a:latin typeface="Amasis MT Pro" panose="02040504050005020304" pitchFamily="18" charset="0"/>
              </a:rPr>
              <a:t>-language=CODE</a:t>
            </a:r>
          </a:p>
        </p:txBody>
      </p:sp>
      <p:sp>
        <p:nvSpPr>
          <p:cNvPr id="4" name="TextBox 3">
            <a:extLst>
              <a:ext uri="{FF2B5EF4-FFF2-40B4-BE49-F238E27FC236}">
                <a16:creationId xmlns:a16="http://schemas.microsoft.com/office/drawing/2014/main" id="{A14076CB-E315-5F06-1637-286B49078CAE}"/>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1EEA4CF2-147F-9501-07F2-B6595C0DF0F8}"/>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A345AC70-E00F-74C4-9B87-4D6706FB59E3}"/>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2474194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773E9-C919-276B-9C28-20F26EF48BD0}"/>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0AFFB1AB-B0DF-6700-A121-843EAF376AD5}"/>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Formatters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29CFE96-9D6A-75B3-EC97-B549BABE3606}"/>
              </a:ext>
            </a:extLst>
          </p:cNvPr>
          <p:cNvSpPr txBox="1"/>
          <p:nvPr/>
        </p:nvSpPr>
        <p:spPr>
          <a:xfrm>
            <a:off x="134426" y="490759"/>
            <a:ext cx="8615133" cy="3416304"/>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A formatter is a function, The function will be called automatically just before the binding takes place. Before the data is supplied to the view from the model, our data will pass through the formatter.</a:t>
            </a: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pPr marL="342900" indent="-342900">
              <a:buAutoNum type="arabicPeriod"/>
            </a:pPr>
            <a:r>
              <a:rPr lang="en-IN" sz="1350" dirty="0">
                <a:latin typeface="Amasis MT Pro" panose="02040504050005020304" pitchFamily="18" charset="0"/>
              </a:rPr>
              <a:t>Create a utility reusable file called lifeSaver.js where we will write bunch of functions.</a:t>
            </a:r>
          </a:p>
          <a:p>
            <a:pPr marL="342900" indent="-342900">
              <a:buAutoNum type="arabicPeriod"/>
            </a:pPr>
            <a:r>
              <a:rPr lang="en-IN" sz="1350" dirty="0">
                <a:latin typeface="Amasis MT Pro" panose="02040504050005020304" pitchFamily="18" charset="0"/>
              </a:rPr>
              <a:t>Import this util/lifeSaver.js in our controller</a:t>
            </a:r>
          </a:p>
          <a:p>
            <a:pPr marL="342900" indent="-342900">
              <a:buAutoNum type="arabicPeriod"/>
            </a:pPr>
            <a:r>
              <a:rPr lang="en-IN" sz="1350" dirty="0">
                <a:latin typeface="Amasis MT Pro" panose="02040504050005020304" pitchFamily="18" charset="0"/>
              </a:rPr>
              <a:t>We create a global variable in controller where we set this object So our view can consume it</a:t>
            </a:r>
          </a:p>
          <a:p>
            <a:pPr marL="342900" indent="-342900">
              <a:buAutoNum type="arabicPeriod"/>
            </a:pPr>
            <a:r>
              <a:rPr lang="en-IN" sz="1350" dirty="0">
                <a:latin typeface="Amasis MT Pro" panose="02040504050005020304" pitchFamily="18" charset="0"/>
              </a:rPr>
              <a:t>If we want to use a controller global variable in the view, we use </a:t>
            </a:r>
            <a:r>
              <a:rPr lang="en-IN" sz="1350" b="1" dirty="0">
                <a:latin typeface="Amasis MT Pro" panose="02040504050005020304" pitchFamily="18" charset="0"/>
              </a:rPr>
              <a:t>dot variable name, </a:t>
            </a:r>
            <a:r>
              <a:rPr lang="en-IN" sz="1350" dirty="0">
                <a:latin typeface="Amasis MT Pro" panose="02040504050005020304" pitchFamily="18" charset="0"/>
              </a:rPr>
              <a:t>e.g. </a:t>
            </a:r>
            <a:r>
              <a:rPr lang="en-IN" sz="1350" b="1" dirty="0">
                <a:latin typeface="Amasis MT Pro" panose="02040504050005020304" pitchFamily="18" charset="0"/>
              </a:rPr>
              <a:t>.</a:t>
            </a:r>
            <a:r>
              <a:rPr lang="en-IN" sz="1350" b="1" dirty="0" err="1">
                <a:latin typeface="Amasis MT Pro" panose="02040504050005020304" pitchFamily="18" charset="0"/>
              </a:rPr>
              <a:t>shweta</a:t>
            </a:r>
            <a:r>
              <a:rPr lang="en-IN" sz="1350" b="1" dirty="0">
                <a:latin typeface="Amasis MT Pro" panose="02040504050005020304" pitchFamily="18" charset="0"/>
              </a:rPr>
              <a:t>, </a:t>
            </a:r>
            <a:r>
              <a:rPr lang="en-IN" sz="1350" dirty="0">
                <a:latin typeface="Amasis MT Pro" panose="02040504050005020304" pitchFamily="18" charset="0"/>
              </a:rPr>
              <a:t>using this global variable, we can consume the reusable function </a:t>
            </a:r>
            <a:r>
              <a:rPr lang="en-IN" sz="1350" b="1" dirty="0">
                <a:latin typeface="Amasis MT Pro" panose="02040504050005020304" pitchFamily="18" charset="0"/>
              </a:rPr>
              <a:t>.</a:t>
            </a:r>
            <a:r>
              <a:rPr lang="en-IN" sz="1350" b="1" dirty="0" err="1">
                <a:latin typeface="Amasis MT Pro" panose="02040504050005020304" pitchFamily="18" charset="0"/>
              </a:rPr>
              <a:t>shweta.transformName</a:t>
            </a:r>
            <a:endParaRPr lang="en-IN" sz="1350" b="1" dirty="0">
              <a:latin typeface="Amasis MT Pro" panose="02040504050005020304" pitchFamily="18" charset="0"/>
            </a:endParaRPr>
          </a:p>
          <a:p>
            <a:pPr marL="342900" indent="-342900">
              <a:buAutoNum type="arabicPeriod"/>
            </a:pPr>
            <a:r>
              <a:rPr lang="en-IN" sz="1350" dirty="0">
                <a:latin typeface="Amasis MT Pro" panose="02040504050005020304" pitchFamily="18" charset="0"/>
              </a:rPr>
              <a:t>To integrate this we use 2</a:t>
            </a:r>
            <a:r>
              <a:rPr lang="en-IN" sz="1350" baseline="30000" dirty="0">
                <a:latin typeface="Amasis MT Pro" panose="02040504050005020304" pitchFamily="18" charset="0"/>
              </a:rPr>
              <a:t>nd</a:t>
            </a:r>
            <a:r>
              <a:rPr lang="en-IN" sz="1350" dirty="0">
                <a:latin typeface="Amasis MT Pro" panose="02040504050005020304" pitchFamily="18" charset="0"/>
              </a:rPr>
              <a:t> binding syntax, {path : ‘</a:t>
            </a:r>
            <a:r>
              <a:rPr lang="en-IN" sz="1350" dirty="0" err="1">
                <a:latin typeface="Amasis MT Pro" panose="02040504050005020304" pitchFamily="18" charset="0"/>
              </a:rPr>
              <a:t>xPath</a:t>
            </a:r>
            <a:r>
              <a:rPr lang="en-IN" sz="1350" dirty="0">
                <a:latin typeface="Amasis MT Pro" panose="02040504050005020304" pitchFamily="18" charset="0"/>
              </a:rPr>
              <a:t>’, formatter: ‘.</a:t>
            </a:r>
            <a:r>
              <a:rPr lang="en-IN" sz="1350" dirty="0" err="1">
                <a:latin typeface="Amasis MT Pro" panose="02040504050005020304" pitchFamily="18" charset="0"/>
              </a:rPr>
              <a:t>class.formatterFunctionName</a:t>
            </a:r>
            <a:r>
              <a:rPr lang="en-IN" sz="1350" dirty="0">
                <a:latin typeface="Amasis MT Pro" panose="02040504050005020304" pitchFamily="18" charset="0"/>
              </a:rPr>
              <a:t>’}</a:t>
            </a:r>
          </a:p>
          <a:p>
            <a:pPr marL="342900" indent="-342900">
              <a:buAutoNum type="arabicPeriod"/>
            </a:pPr>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89D218F1-2626-31DB-420D-BCE77E7C929C}"/>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24152CB9-C6DF-D6FF-2C44-E20EE6647B7D}"/>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C270FD72-F418-544A-3514-AB07D4B421A8}"/>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C1301F00-87BB-CCE0-BD9B-007234AD0C8F}"/>
                  </a:ext>
                </a:extLst>
              </p14:cNvPr>
              <p14:cNvContentPartPr/>
              <p14:nvPr/>
            </p14:nvContentPartPr>
            <p14:xfrm>
              <a:off x="2834151" y="1731785"/>
              <a:ext cx="360" cy="1080"/>
            </p14:xfrm>
          </p:contentPart>
        </mc:Choice>
        <mc:Fallback xmlns="">
          <p:pic>
            <p:nvPicPr>
              <p:cNvPr id="26" name="Ink 25">
                <a:extLst>
                  <a:ext uri="{FF2B5EF4-FFF2-40B4-BE49-F238E27FC236}">
                    <a16:creationId xmlns:a16="http://schemas.microsoft.com/office/drawing/2014/main" id="{C1301F00-87BB-CCE0-BD9B-007234AD0C8F}"/>
                  </a:ext>
                </a:extLst>
              </p:cNvPr>
              <p:cNvPicPr/>
              <p:nvPr/>
            </p:nvPicPr>
            <p:blipFill>
              <a:blip r:embed="rId4"/>
              <a:stretch>
                <a:fillRect/>
              </a:stretch>
            </p:blipFill>
            <p:spPr>
              <a:xfrm>
                <a:off x="2825151" y="1722785"/>
                <a:ext cx="18000" cy="18720"/>
              </a:xfrm>
              <a:prstGeom prst="rect">
                <a:avLst/>
              </a:prstGeom>
            </p:spPr>
          </p:pic>
        </mc:Fallback>
      </mc:AlternateContent>
      <p:grpSp>
        <p:nvGrpSpPr>
          <p:cNvPr id="48" name="Group 47">
            <a:extLst>
              <a:ext uri="{FF2B5EF4-FFF2-40B4-BE49-F238E27FC236}">
                <a16:creationId xmlns:a16="http://schemas.microsoft.com/office/drawing/2014/main" id="{A7094E75-E1D9-9FB1-FCE4-FA34073A45FF}"/>
              </a:ext>
            </a:extLst>
          </p:cNvPr>
          <p:cNvGrpSpPr/>
          <p:nvPr/>
        </p:nvGrpSpPr>
        <p:grpSpPr>
          <a:xfrm>
            <a:off x="1304151" y="1348385"/>
            <a:ext cx="6329520" cy="886680"/>
            <a:chOff x="1304151" y="1348385"/>
            <a:chExt cx="6329520" cy="886680"/>
          </a:xfrm>
        </p:grpSpPr>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E59C1C48-D7D6-EE1E-BFA2-02DCC66F8FDE}"/>
                    </a:ext>
                  </a:extLst>
                </p14:cNvPr>
                <p14:cNvContentPartPr/>
                <p14:nvPr/>
              </p14:nvContentPartPr>
              <p14:xfrm>
                <a:off x="1304151" y="1513625"/>
                <a:ext cx="1575720" cy="679320"/>
              </p14:xfrm>
            </p:contentPart>
          </mc:Choice>
          <mc:Fallback xmlns="">
            <p:pic>
              <p:nvPicPr>
                <p:cNvPr id="8" name="Ink 7">
                  <a:extLst>
                    <a:ext uri="{FF2B5EF4-FFF2-40B4-BE49-F238E27FC236}">
                      <a16:creationId xmlns:a16="http://schemas.microsoft.com/office/drawing/2014/main" id="{E59C1C48-D7D6-EE1E-BFA2-02DCC66F8FDE}"/>
                    </a:ext>
                  </a:extLst>
                </p:cNvPr>
                <p:cNvPicPr/>
                <p:nvPr/>
              </p:nvPicPr>
              <p:blipFill>
                <a:blip r:embed="rId6"/>
                <a:stretch>
                  <a:fillRect/>
                </a:stretch>
              </p:blipFill>
              <p:spPr>
                <a:xfrm>
                  <a:off x="1295151" y="1504985"/>
                  <a:ext cx="1593360" cy="696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6F6E984C-84B1-560D-62A5-94B1450E6F0D}"/>
                    </a:ext>
                  </a:extLst>
                </p14:cNvPr>
                <p14:cNvContentPartPr/>
                <p14:nvPr/>
              </p14:nvContentPartPr>
              <p14:xfrm>
                <a:off x="1545711" y="1810265"/>
                <a:ext cx="228240" cy="204120"/>
              </p14:xfrm>
            </p:contentPart>
          </mc:Choice>
          <mc:Fallback xmlns="">
            <p:pic>
              <p:nvPicPr>
                <p:cNvPr id="9" name="Ink 8">
                  <a:extLst>
                    <a:ext uri="{FF2B5EF4-FFF2-40B4-BE49-F238E27FC236}">
                      <a16:creationId xmlns:a16="http://schemas.microsoft.com/office/drawing/2014/main" id="{6F6E984C-84B1-560D-62A5-94B1450E6F0D}"/>
                    </a:ext>
                  </a:extLst>
                </p:cNvPr>
                <p:cNvPicPr/>
                <p:nvPr/>
              </p:nvPicPr>
              <p:blipFill>
                <a:blip r:embed="rId8"/>
                <a:stretch>
                  <a:fillRect/>
                </a:stretch>
              </p:blipFill>
              <p:spPr>
                <a:xfrm>
                  <a:off x="1536711" y="1801625"/>
                  <a:ext cx="24588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9DB64D2C-A3BB-DA75-3A66-7BEC3A35677C}"/>
                    </a:ext>
                  </a:extLst>
                </p14:cNvPr>
                <p14:cNvContentPartPr/>
                <p14:nvPr/>
              </p14:nvContentPartPr>
              <p14:xfrm>
                <a:off x="1844511" y="1709465"/>
                <a:ext cx="232920" cy="270000"/>
              </p14:xfrm>
            </p:contentPart>
          </mc:Choice>
          <mc:Fallback xmlns="">
            <p:pic>
              <p:nvPicPr>
                <p:cNvPr id="10" name="Ink 9">
                  <a:extLst>
                    <a:ext uri="{FF2B5EF4-FFF2-40B4-BE49-F238E27FC236}">
                      <a16:creationId xmlns:a16="http://schemas.microsoft.com/office/drawing/2014/main" id="{9DB64D2C-A3BB-DA75-3A66-7BEC3A35677C}"/>
                    </a:ext>
                  </a:extLst>
                </p:cNvPr>
                <p:cNvPicPr/>
                <p:nvPr/>
              </p:nvPicPr>
              <p:blipFill>
                <a:blip r:embed="rId10"/>
                <a:stretch>
                  <a:fillRect/>
                </a:stretch>
              </p:blipFill>
              <p:spPr>
                <a:xfrm>
                  <a:off x="1835511" y="1700465"/>
                  <a:ext cx="25056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457A95BD-9A9B-B07D-9E41-7AC046BBE648}"/>
                    </a:ext>
                  </a:extLst>
                </p14:cNvPr>
                <p14:cNvContentPartPr/>
                <p14:nvPr/>
              </p14:nvContentPartPr>
              <p14:xfrm>
                <a:off x="2155191" y="1700825"/>
                <a:ext cx="254520" cy="281160"/>
              </p14:xfrm>
            </p:contentPart>
          </mc:Choice>
          <mc:Fallback xmlns="">
            <p:pic>
              <p:nvPicPr>
                <p:cNvPr id="11" name="Ink 10">
                  <a:extLst>
                    <a:ext uri="{FF2B5EF4-FFF2-40B4-BE49-F238E27FC236}">
                      <a16:creationId xmlns:a16="http://schemas.microsoft.com/office/drawing/2014/main" id="{457A95BD-9A9B-B07D-9E41-7AC046BBE648}"/>
                    </a:ext>
                  </a:extLst>
                </p:cNvPr>
                <p:cNvPicPr/>
                <p:nvPr/>
              </p:nvPicPr>
              <p:blipFill>
                <a:blip r:embed="rId12"/>
                <a:stretch>
                  <a:fillRect/>
                </a:stretch>
              </p:blipFill>
              <p:spPr>
                <a:xfrm>
                  <a:off x="2146551" y="1692185"/>
                  <a:ext cx="27216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2D216879-54BA-4E95-3FFB-EEC97A879DF2}"/>
                    </a:ext>
                  </a:extLst>
                </p14:cNvPr>
                <p14:cNvContentPartPr/>
                <p14:nvPr/>
              </p14:nvContentPartPr>
              <p14:xfrm>
                <a:off x="1813551" y="2058305"/>
                <a:ext cx="44640" cy="101160"/>
              </p14:xfrm>
            </p:contentPart>
          </mc:Choice>
          <mc:Fallback xmlns="">
            <p:pic>
              <p:nvPicPr>
                <p:cNvPr id="13" name="Ink 12">
                  <a:extLst>
                    <a:ext uri="{FF2B5EF4-FFF2-40B4-BE49-F238E27FC236}">
                      <a16:creationId xmlns:a16="http://schemas.microsoft.com/office/drawing/2014/main" id="{2D216879-54BA-4E95-3FFB-EEC97A879DF2}"/>
                    </a:ext>
                  </a:extLst>
                </p:cNvPr>
                <p:cNvPicPr/>
                <p:nvPr/>
              </p:nvPicPr>
              <p:blipFill>
                <a:blip r:embed="rId14"/>
                <a:stretch>
                  <a:fillRect/>
                </a:stretch>
              </p:blipFill>
              <p:spPr>
                <a:xfrm>
                  <a:off x="1804911" y="2049665"/>
                  <a:ext cx="6228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F6A40570-8303-9B99-6FC5-8F24DF0AFCD0}"/>
                    </a:ext>
                  </a:extLst>
                </p14:cNvPr>
                <p14:cNvContentPartPr/>
                <p14:nvPr/>
              </p14:nvContentPartPr>
              <p14:xfrm>
                <a:off x="1926591" y="2051825"/>
                <a:ext cx="110880" cy="106200"/>
              </p14:xfrm>
            </p:contentPart>
          </mc:Choice>
          <mc:Fallback xmlns="">
            <p:pic>
              <p:nvPicPr>
                <p:cNvPr id="14" name="Ink 13">
                  <a:extLst>
                    <a:ext uri="{FF2B5EF4-FFF2-40B4-BE49-F238E27FC236}">
                      <a16:creationId xmlns:a16="http://schemas.microsoft.com/office/drawing/2014/main" id="{F6A40570-8303-9B99-6FC5-8F24DF0AFCD0}"/>
                    </a:ext>
                  </a:extLst>
                </p:cNvPr>
                <p:cNvPicPr/>
                <p:nvPr/>
              </p:nvPicPr>
              <p:blipFill>
                <a:blip r:embed="rId16"/>
                <a:stretch>
                  <a:fillRect/>
                </a:stretch>
              </p:blipFill>
              <p:spPr>
                <a:xfrm>
                  <a:off x="1917591" y="2043185"/>
                  <a:ext cx="12852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ABF714F9-BBAE-DE99-7BF7-24C0E3D9A834}"/>
                    </a:ext>
                  </a:extLst>
                </p14:cNvPr>
                <p14:cNvContentPartPr/>
                <p14:nvPr/>
              </p14:nvContentPartPr>
              <p14:xfrm>
                <a:off x="2075631" y="2028785"/>
                <a:ext cx="158400" cy="128880"/>
              </p14:xfrm>
            </p:contentPart>
          </mc:Choice>
          <mc:Fallback xmlns="">
            <p:pic>
              <p:nvPicPr>
                <p:cNvPr id="15" name="Ink 14">
                  <a:extLst>
                    <a:ext uri="{FF2B5EF4-FFF2-40B4-BE49-F238E27FC236}">
                      <a16:creationId xmlns:a16="http://schemas.microsoft.com/office/drawing/2014/main" id="{ABF714F9-BBAE-DE99-7BF7-24C0E3D9A834}"/>
                    </a:ext>
                  </a:extLst>
                </p:cNvPr>
                <p:cNvPicPr/>
                <p:nvPr/>
              </p:nvPicPr>
              <p:blipFill>
                <a:blip r:embed="rId18"/>
                <a:stretch>
                  <a:fillRect/>
                </a:stretch>
              </p:blipFill>
              <p:spPr>
                <a:xfrm>
                  <a:off x="2066991" y="2020145"/>
                  <a:ext cx="1760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F738421F-8363-A6E5-8A11-F4CDE1A8AE28}"/>
                    </a:ext>
                  </a:extLst>
                </p14:cNvPr>
                <p14:cNvContentPartPr/>
                <p14:nvPr/>
              </p14:nvContentPartPr>
              <p14:xfrm>
                <a:off x="2214231" y="2053265"/>
                <a:ext cx="174600" cy="112320"/>
              </p14:xfrm>
            </p:contentPart>
          </mc:Choice>
          <mc:Fallback xmlns="">
            <p:pic>
              <p:nvPicPr>
                <p:cNvPr id="16" name="Ink 15">
                  <a:extLst>
                    <a:ext uri="{FF2B5EF4-FFF2-40B4-BE49-F238E27FC236}">
                      <a16:creationId xmlns:a16="http://schemas.microsoft.com/office/drawing/2014/main" id="{F738421F-8363-A6E5-8A11-F4CDE1A8AE28}"/>
                    </a:ext>
                  </a:extLst>
                </p:cNvPr>
                <p:cNvPicPr/>
                <p:nvPr/>
              </p:nvPicPr>
              <p:blipFill>
                <a:blip r:embed="rId20"/>
                <a:stretch>
                  <a:fillRect/>
                </a:stretch>
              </p:blipFill>
              <p:spPr>
                <a:xfrm>
                  <a:off x="2205591" y="2044625"/>
                  <a:ext cx="19224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057ED2E9-A12A-65BF-934C-8A54F3656BAD}"/>
                    </a:ext>
                  </a:extLst>
                </p14:cNvPr>
                <p14:cNvContentPartPr/>
                <p14:nvPr/>
              </p14:nvContentPartPr>
              <p14:xfrm>
                <a:off x="2443191" y="2015105"/>
                <a:ext cx="50400" cy="160920"/>
              </p14:xfrm>
            </p:contentPart>
          </mc:Choice>
          <mc:Fallback xmlns="">
            <p:pic>
              <p:nvPicPr>
                <p:cNvPr id="17" name="Ink 16">
                  <a:extLst>
                    <a:ext uri="{FF2B5EF4-FFF2-40B4-BE49-F238E27FC236}">
                      <a16:creationId xmlns:a16="http://schemas.microsoft.com/office/drawing/2014/main" id="{057ED2E9-A12A-65BF-934C-8A54F3656BAD}"/>
                    </a:ext>
                  </a:extLst>
                </p:cNvPr>
                <p:cNvPicPr/>
                <p:nvPr/>
              </p:nvPicPr>
              <p:blipFill>
                <a:blip r:embed="rId22"/>
                <a:stretch>
                  <a:fillRect/>
                </a:stretch>
              </p:blipFill>
              <p:spPr>
                <a:xfrm>
                  <a:off x="2434551" y="2006105"/>
                  <a:ext cx="6804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9" name="Ink 18">
                  <a:extLst>
                    <a:ext uri="{FF2B5EF4-FFF2-40B4-BE49-F238E27FC236}">
                      <a16:creationId xmlns:a16="http://schemas.microsoft.com/office/drawing/2014/main" id="{F2B840D6-92CE-EC4D-FDD6-862664719AE7}"/>
                    </a:ext>
                  </a:extLst>
                </p14:cNvPr>
                <p14:cNvContentPartPr/>
                <p14:nvPr/>
              </p14:nvContentPartPr>
              <p14:xfrm>
                <a:off x="5962551" y="1484825"/>
                <a:ext cx="1418040" cy="750240"/>
              </p14:xfrm>
            </p:contentPart>
          </mc:Choice>
          <mc:Fallback xmlns="">
            <p:pic>
              <p:nvPicPr>
                <p:cNvPr id="19" name="Ink 18">
                  <a:extLst>
                    <a:ext uri="{FF2B5EF4-FFF2-40B4-BE49-F238E27FC236}">
                      <a16:creationId xmlns:a16="http://schemas.microsoft.com/office/drawing/2014/main" id="{F2B840D6-92CE-EC4D-FDD6-862664719AE7}"/>
                    </a:ext>
                  </a:extLst>
                </p:cNvPr>
                <p:cNvPicPr/>
                <p:nvPr/>
              </p:nvPicPr>
              <p:blipFill>
                <a:blip r:embed="rId24"/>
                <a:stretch>
                  <a:fillRect/>
                </a:stretch>
              </p:blipFill>
              <p:spPr>
                <a:xfrm>
                  <a:off x="5953551" y="1475825"/>
                  <a:ext cx="1435680" cy="7678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0" name="Ink 19">
                  <a:extLst>
                    <a:ext uri="{FF2B5EF4-FFF2-40B4-BE49-F238E27FC236}">
                      <a16:creationId xmlns:a16="http://schemas.microsoft.com/office/drawing/2014/main" id="{A54E3E98-88D6-9412-542D-22A9C7D1A8FF}"/>
                    </a:ext>
                  </a:extLst>
                </p14:cNvPr>
                <p14:cNvContentPartPr/>
                <p14:nvPr/>
              </p14:nvContentPartPr>
              <p14:xfrm>
                <a:off x="6096471" y="1348385"/>
                <a:ext cx="1537200" cy="866160"/>
              </p14:xfrm>
            </p:contentPart>
          </mc:Choice>
          <mc:Fallback xmlns="">
            <p:pic>
              <p:nvPicPr>
                <p:cNvPr id="20" name="Ink 19">
                  <a:extLst>
                    <a:ext uri="{FF2B5EF4-FFF2-40B4-BE49-F238E27FC236}">
                      <a16:creationId xmlns:a16="http://schemas.microsoft.com/office/drawing/2014/main" id="{A54E3E98-88D6-9412-542D-22A9C7D1A8FF}"/>
                    </a:ext>
                  </a:extLst>
                </p:cNvPr>
                <p:cNvPicPr/>
                <p:nvPr/>
              </p:nvPicPr>
              <p:blipFill>
                <a:blip r:embed="rId26"/>
                <a:stretch>
                  <a:fillRect/>
                </a:stretch>
              </p:blipFill>
              <p:spPr>
                <a:xfrm>
                  <a:off x="6087831" y="1339385"/>
                  <a:ext cx="1554840" cy="883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1" name="Ink 20">
                  <a:extLst>
                    <a:ext uri="{FF2B5EF4-FFF2-40B4-BE49-F238E27FC236}">
                      <a16:creationId xmlns:a16="http://schemas.microsoft.com/office/drawing/2014/main" id="{1DE73152-4B07-73F8-0281-0FEBE864BCBF}"/>
                    </a:ext>
                  </a:extLst>
                </p14:cNvPr>
                <p14:cNvContentPartPr/>
                <p14:nvPr/>
              </p14:nvContentPartPr>
              <p14:xfrm>
                <a:off x="6372231" y="1565465"/>
                <a:ext cx="165600" cy="304200"/>
              </p14:xfrm>
            </p:contentPart>
          </mc:Choice>
          <mc:Fallback xmlns="">
            <p:pic>
              <p:nvPicPr>
                <p:cNvPr id="21" name="Ink 20">
                  <a:extLst>
                    <a:ext uri="{FF2B5EF4-FFF2-40B4-BE49-F238E27FC236}">
                      <a16:creationId xmlns:a16="http://schemas.microsoft.com/office/drawing/2014/main" id="{1DE73152-4B07-73F8-0281-0FEBE864BCBF}"/>
                    </a:ext>
                  </a:extLst>
                </p:cNvPr>
                <p:cNvPicPr/>
                <p:nvPr/>
              </p:nvPicPr>
              <p:blipFill>
                <a:blip r:embed="rId28"/>
                <a:stretch>
                  <a:fillRect/>
                </a:stretch>
              </p:blipFill>
              <p:spPr>
                <a:xfrm>
                  <a:off x="6363591" y="1556465"/>
                  <a:ext cx="18324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2" name="Ink 21">
                  <a:extLst>
                    <a:ext uri="{FF2B5EF4-FFF2-40B4-BE49-F238E27FC236}">
                      <a16:creationId xmlns:a16="http://schemas.microsoft.com/office/drawing/2014/main" id="{191CDFD4-6427-A52B-C670-1C8A8A3E648D}"/>
                    </a:ext>
                  </a:extLst>
                </p14:cNvPr>
                <p14:cNvContentPartPr/>
                <p14:nvPr/>
              </p14:nvContentPartPr>
              <p14:xfrm>
                <a:off x="6558711" y="1715225"/>
                <a:ext cx="54360" cy="128520"/>
              </p14:xfrm>
            </p:contentPart>
          </mc:Choice>
          <mc:Fallback xmlns="">
            <p:pic>
              <p:nvPicPr>
                <p:cNvPr id="22" name="Ink 21">
                  <a:extLst>
                    <a:ext uri="{FF2B5EF4-FFF2-40B4-BE49-F238E27FC236}">
                      <a16:creationId xmlns:a16="http://schemas.microsoft.com/office/drawing/2014/main" id="{191CDFD4-6427-A52B-C670-1C8A8A3E648D}"/>
                    </a:ext>
                  </a:extLst>
                </p:cNvPr>
                <p:cNvPicPr/>
                <p:nvPr/>
              </p:nvPicPr>
              <p:blipFill>
                <a:blip r:embed="rId30"/>
                <a:stretch>
                  <a:fillRect/>
                </a:stretch>
              </p:blipFill>
              <p:spPr>
                <a:xfrm>
                  <a:off x="6550071" y="1706225"/>
                  <a:ext cx="7200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Ink 22">
                  <a:extLst>
                    <a:ext uri="{FF2B5EF4-FFF2-40B4-BE49-F238E27FC236}">
                      <a16:creationId xmlns:a16="http://schemas.microsoft.com/office/drawing/2014/main" id="{64A8E41E-01B2-DF2D-183F-219FA99F9CB9}"/>
                    </a:ext>
                  </a:extLst>
                </p14:cNvPr>
                <p14:cNvContentPartPr/>
                <p14:nvPr/>
              </p14:nvContentPartPr>
              <p14:xfrm>
                <a:off x="6610551" y="1611185"/>
                <a:ext cx="2520" cy="36000"/>
              </p14:xfrm>
            </p:contentPart>
          </mc:Choice>
          <mc:Fallback xmlns="">
            <p:pic>
              <p:nvPicPr>
                <p:cNvPr id="23" name="Ink 22">
                  <a:extLst>
                    <a:ext uri="{FF2B5EF4-FFF2-40B4-BE49-F238E27FC236}">
                      <a16:creationId xmlns:a16="http://schemas.microsoft.com/office/drawing/2014/main" id="{64A8E41E-01B2-DF2D-183F-219FA99F9CB9}"/>
                    </a:ext>
                  </a:extLst>
                </p:cNvPr>
                <p:cNvPicPr/>
                <p:nvPr/>
              </p:nvPicPr>
              <p:blipFill>
                <a:blip r:embed="rId32"/>
                <a:stretch>
                  <a:fillRect/>
                </a:stretch>
              </p:blipFill>
              <p:spPr>
                <a:xfrm>
                  <a:off x="6601911" y="1602545"/>
                  <a:ext cx="2016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Ink 23">
                  <a:extLst>
                    <a:ext uri="{FF2B5EF4-FFF2-40B4-BE49-F238E27FC236}">
                      <a16:creationId xmlns:a16="http://schemas.microsoft.com/office/drawing/2014/main" id="{D9F4A949-B70A-4078-0E9B-BC1AAB84B534}"/>
                    </a:ext>
                  </a:extLst>
                </p14:cNvPr>
                <p14:cNvContentPartPr/>
                <p14:nvPr/>
              </p14:nvContentPartPr>
              <p14:xfrm>
                <a:off x="6634311" y="1668785"/>
                <a:ext cx="424440" cy="187200"/>
              </p14:xfrm>
            </p:contentPart>
          </mc:Choice>
          <mc:Fallback xmlns="">
            <p:pic>
              <p:nvPicPr>
                <p:cNvPr id="24" name="Ink 23">
                  <a:extLst>
                    <a:ext uri="{FF2B5EF4-FFF2-40B4-BE49-F238E27FC236}">
                      <a16:creationId xmlns:a16="http://schemas.microsoft.com/office/drawing/2014/main" id="{D9F4A949-B70A-4078-0E9B-BC1AAB84B534}"/>
                    </a:ext>
                  </a:extLst>
                </p:cNvPr>
                <p:cNvPicPr/>
                <p:nvPr/>
              </p:nvPicPr>
              <p:blipFill>
                <a:blip r:embed="rId34"/>
                <a:stretch>
                  <a:fillRect/>
                </a:stretch>
              </p:blipFill>
              <p:spPr>
                <a:xfrm>
                  <a:off x="6625311" y="1660145"/>
                  <a:ext cx="44208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0" name="Ink 29">
                  <a:extLst>
                    <a:ext uri="{FF2B5EF4-FFF2-40B4-BE49-F238E27FC236}">
                      <a16:creationId xmlns:a16="http://schemas.microsoft.com/office/drawing/2014/main" id="{74C4BF6E-97E6-3AA0-3A58-C53E9D083612}"/>
                    </a:ext>
                  </a:extLst>
                </p14:cNvPr>
                <p14:cNvContentPartPr/>
                <p14:nvPr/>
              </p14:nvContentPartPr>
              <p14:xfrm>
                <a:off x="2768271" y="1833305"/>
                <a:ext cx="294480" cy="30960"/>
              </p14:xfrm>
            </p:contentPart>
          </mc:Choice>
          <mc:Fallback xmlns="">
            <p:pic>
              <p:nvPicPr>
                <p:cNvPr id="30" name="Ink 29">
                  <a:extLst>
                    <a:ext uri="{FF2B5EF4-FFF2-40B4-BE49-F238E27FC236}">
                      <a16:creationId xmlns:a16="http://schemas.microsoft.com/office/drawing/2014/main" id="{74C4BF6E-97E6-3AA0-3A58-C53E9D083612}"/>
                    </a:ext>
                  </a:extLst>
                </p:cNvPr>
                <p:cNvPicPr/>
                <p:nvPr/>
              </p:nvPicPr>
              <p:blipFill>
                <a:blip r:embed="rId36"/>
                <a:stretch>
                  <a:fillRect/>
                </a:stretch>
              </p:blipFill>
              <p:spPr>
                <a:xfrm>
                  <a:off x="2759631" y="1824665"/>
                  <a:ext cx="3121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1" name="Ink 30">
                  <a:extLst>
                    <a:ext uri="{FF2B5EF4-FFF2-40B4-BE49-F238E27FC236}">
                      <a16:creationId xmlns:a16="http://schemas.microsoft.com/office/drawing/2014/main" id="{FB68ECC1-44CD-5789-086D-7028FEBE36E9}"/>
                    </a:ext>
                  </a:extLst>
                </p14:cNvPr>
                <p14:cNvContentPartPr/>
                <p14:nvPr/>
              </p14:nvContentPartPr>
              <p14:xfrm>
                <a:off x="3071391" y="1674185"/>
                <a:ext cx="299880" cy="418320"/>
              </p14:xfrm>
            </p:contentPart>
          </mc:Choice>
          <mc:Fallback xmlns="">
            <p:pic>
              <p:nvPicPr>
                <p:cNvPr id="31" name="Ink 30">
                  <a:extLst>
                    <a:ext uri="{FF2B5EF4-FFF2-40B4-BE49-F238E27FC236}">
                      <a16:creationId xmlns:a16="http://schemas.microsoft.com/office/drawing/2014/main" id="{FB68ECC1-44CD-5789-086D-7028FEBE36E9}"/>
                    </a:ext>
                  </a:extLst>
                </p:cNvPr>
                <p:cNvPicPr/>
                <p:nvPr/>
              </p:nvPicPr>
              <p:blipFill>
                <a:blip r:embed="rId38"/>
                <a:stretch>
                  <a:fillRect/>
                </a:stretch>
              </p:blipFill>
              <p:spPr>
                <a:xfrm>
                  <a:off x="3062391" y="1665545"/>
                  <a:ext cx="31752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2" name="Ink 31">
                  <a:extLst>
                    <a:ext uri="{FF2B5EF4-FFF2-40B4-BE49-F238E27FC236}">
                      <a16:creationId xmlns:a16="http://schemas.microsoft.com/office/drawing/2014/main" id="{04E63821-98E9-45B2-3F7D-B123F9904855}"/>
                    </a:ext>
                  </a:extLst>
                </p14:cNvPr>
                <p14:cNvContentPartPr/>
                <p14:nvPr/>
              </p14:nvContentPartPr>
              <p14:xfrm>
                <a:off x="3211431" y="1619825"/>
                <a:ext cx="1607040" cy="47520"/>
              </p14:xfrm>
            </p:contentPart>
          </mc:Choice>
          <mc:Fallback xmlns="">
            <p:pic>
              <p:nvPicPr>
                <p:cNvPr id="32" name="Ink 31">
                  <a:extLst>
                    <a:ext uri="{FF2B5EF4-FFF2-40B4-BE49-F238E27FC236}">
                      <a16:creationId xmlns:a16="http://schemas.microsoft.com/office/drawing/2014/main" id="{04E63821-98E9-45B2-3F7D-B123F9904855}"/>
                    </a:ext>
                  </a:extLst>
                </p:cNvPr>
                <p:cNvPicPr/>
                <p:nvPr/>
              </p:nvPicPr>
              <p:blipFill>
                <a:blip r:embed="rId40"/>
                <a:stretch>
                  <a:fillRect/>
                </a:stretch>
              </p:blipFill>
              <p:spPr>
                <a:xfrm>
                  <a:off x="3202791" y="1611185"/>
                  <a:ext cx="162468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3" name="Ink 32">
                  <a:extLst>
                    <a:ext uri="{FF2B5EF4-FFF2-40B4-BE49-F238E27FC236}">
                      <a16:creationId xmlns:a16="http://schemas.microsoft.com/office/drawing/2014/main" id="{27E95D1B-DEED-7B73-1D0B-3BEDC8BB1348}"/>
                    </a:ext>
                  </a:extLst>
                </p14:cNvPr>
                <p14:cNvContentPartPr/>
                <p14:nvPr/>
              </p14:nvContentPartPr>
              <p14:xfrm>
                <a:off x="3208191" y="2046425"/>
                <a:ext cx="1765080" cy="39960"/>
              </p14:xfrm>
            </p:contentPart>
          </mc:Choice>
          <mc:Fallback xmlns="">
            <p:pic>
              <p:nvPicPr>
                <p:cNvPr id="33" name="Ink 32">
                  <a:extLst>
                    <a:ext uri="{FF2B5EF4-FFF2-40B4-BE49-F238E27FC236}">
                      <a16:creationId xmlns:a16="http://schemas.microsoft.com/office/drawing/2014/main" id="{27E95D1B-DEED-7B73-1D0B-3BEDC8BB1348}"/>
                    </a:ext>
                  </a:extLst>
                </p:cNvPr>
                <p:cNvPicPr/>
                <p:nvPr/>
              </p:nvPicPr>
              <p:blipFill>
                <a:blip r:embed="rId42"/>
                <a:stretch>
                  <a:fillRect/>
                </a:stretch>
              </p:blipFill>
              <p:spPr>
                <a:xfrm>
                  <a:off x="3199551" y="2037425"/>
                  <a:ext cx="178272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4" name="Ink 33">
                  <a:extLst>
                    <a:ext uri="{FF2B5EF4-FFF2-40B4-BE49-F238E27FC236}">
                      <a16:creationId xmlns:a16="http://schemas.microsoft.com/office/drawing/2014/main" id="{B6939B8E-201D-EDAC-B74B-B678B02B408D}"/>
                    </a:ext>
                  </a:extLst>
                </p14:cNvPr>
                <p14:cNvContentPartPr/>
                <p14:nvPr/>
              </p14:nvContentPartPr>
              <p14:xfrm>
                <a:off x="4831071" y="1618745"/>
                <a:ext cx="204480" cy="395640"/>
              </p14:xfrm>
            </p:contentPart>
          </mc:Choice>
          <mc:Fallback xmlns="">
            <p:pic>
              <p:nvPicPr>
                <p:cNvPr id="34" name="Ink 33">
                  <a:extLst>
                    <a:ext uri="{FF2B5EF4-FFF2-40B4-BE49-F238E27FC236}">
                      <a16:creationId xmlns:a16="http://schemas.microsoft.com/office/drawing/2014/main" id="{B6939B8E-201D-EDAC-B74B-B678B02B408D}"/>
                    </a:ext>
                  </a:extLst>
                </p:cNvPr>
                <p:cNvPicPr/>
                <p:nvPr/>
              </p:nvPicPr>
              <p:blipFill>
                <a:blip r:embed="rId44"/>
                <a:stretch>
                  <a:fillRect/>
                </a:stretch>
              </p:blipFill>
              <p:spPr>
                <a:xfrm>
                  <a:off x="4822071" y="1609745"/>
                  <a:ext cx="222120" cy="4132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5" name="Ink 34">
                  <a:extLst>
                    <a:ext uri="{FF2B5EF4-FFF2-40B4-BE49-F238E27FC236}">
                      <a16:creationId xmlns:a16="http://schemas.microsoft.com/office/drawing/2014/main" id="{95946412-564C-92B2-7A0F-96223F36D8E7}"/>
                    </a:ext>
                  </a:extLst>
                </p14:cNvPr>
                <p14:cNvContentPartPr/>
                <p14:nvPr/>
              </p14:nvContentPartPr>
              <p14:xfrm>
                <a:off x="4835391" y="1657985"/>
                <a:ext cx="115200" cy="414720"/>
              </p14:xfrm>
            </p:contentPart>
          </mc:Choice>
          <mc:Fallback xmlns="">
            <p:pic>
              <p:nvPicPr>
                <p:cNvPr id="35" name="Ink 34">
                  <a:extLst>
                    <a:ext uri="{FF2B5EF4-FFF2-40B4-BE49-F238E27FC236}">
                      <a16:creationId xmlns:a16="http://schemas.microsoft.com/office/drawing/2014/main" id="{95946412-564C-92B2-7A0F-96223F36D8E7}"/>
                    </a:ext>
                  </a:extLst>
                </p:cNvPr>
                <p:cNvPicPr/>
                <p:nvPr/>
              </p:nvPicPr>
              <p:blipFill>
                <a:blip r:embed="rId46"/>
                <a:stretch>
                  <a:fillRect/>
                </a:stretch>
              </p:blipFill>
              <p:spPr>
                <a:xfrm>
                  <a:off x="4826751" y="1648985"/>
                  <a:ext cx="132840" cy="4323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6" name="Ink 35">
                  <a:extLst>
                    <a:ext uri="{FF2B5EF4-FFF2-40B4-BE49-F238E27FC236}">
                      <a16:creationId xmlns:a16="http://schemas.microsoft.com/office/drawing/2014/main" id="{71F520F7-B904-07D0-4F55-80FCF56524DE}"/>
                    </a:ext>
                  </a:extLst>
                </p14:cNvPr>
                <p14:cNvContentPartPr/>
                <p14:nvPr/>
              </p14:nvContentPartPr>
              <p14:xfrm>
                <a:off x="5091351" y="1834025"/>
                <a:ext cx="1134720" cy="36720"/>
              </p14:xfrm>
            </p:contentPart>
          </mc:Choice>
          <mc:Fallback xmlns="">
            <p:pic>
              <p:nvPicPr>
                <p:cNvPr id="36" name="Ink 35">
                  <a:extLst>
                    <a:ext uri="{FF2B5EF4-FFF2-40B4-BE49-F238E27FC236}">
                      <a16:creationId xmlns:a16="http://schemas.microsoft.com/office/drawing/2014/main" id="{71F520F7-B904-07D0-4F55-80FCF56524DE}"/>
                    </a:ext>
                  </a:extLst>
                </p:cNvPr>
                <p:cNvPicPr/>
                <p:nvPr/>
              </p:nvPicPr>
              <p:blipFill>
                <a:blip r:embed="rId48"/>
                <a:stretch>
                  <a:fillRect/>
                </a:stretch>
              </p:blipFill>
              <p:spPr>
                <a:xfrm>
                  <a:off x="5082711" y="1825025"/>
                  <a:ext cx="115236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7" name="Ink 36">
                  <a:extLst>
                    <a:ext uri="{FF2B5EF4-FFF2-40B4-BE49-F238E27FC236}">
                      <a16:creationId xmlns:a16="http://schemas.microsoft.com/office/drawing/2014/main" id="{A6936C96-5259-4906-FCC4-9DFB154E7744}"/>
                    </a:ext>
                  </a:extLst>
                </p14:cNvPr>
                <p14:cNvContentPartPr/>
                <p14:nvPr/>
              </p14:nvContentPartPr>
              <p14:xfrm>
                <a:off x="6046431" y="1768865"/>
                <a:ext cx="84600" cy="169200"/>
              </p14:xfrm>
            </p:contentPart>
          </mc:Choice>
          <mc:Fallback xmlns="">
            <p:pic>
              <p:nvPicPr>
                <p:cNvPr id="37" name="Ink 36">
                  <a:extLst>
                    <a:ext uri="{FF2B5EF4-FFF2-40B4-BE49-F238E27FC236}">
                      <a16:creationId xmlns:a16="http://schemas.microsoft.com/office/drawing/2014/main" id="{A6936C96-5259-4906-FCC4-9DFB154E7744}"/>
                    </a:ext>
                  </a:extLst>
                </p:cNvPr>
                <p:cNvPicPr/>
                <p:nvPr/>
              </p:nvPicPr>
              <p:blipFill>
                <a:blip r:embed="rId50"/>
                <a:stretch>
                  <a:fillRect/>
                </a:stretch>
              </p:blipFill>
              <p:spPr>
                <a:xfrm>
                  <a:off x="6037791" y="1760225"/>
                  <a:ext cx="1022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9" name="Ink 38">
                  <a:extLst>
                    <a:ext uri="{FF2B5EF4-FFF2-40B4-BE49-F238E27FC236}">
                      <a16:creationId xmlns:a16="http://schemas.microsoft.com/office/drawing/2014/main" id="{8CD5D927-BE6F-AB33-B095-86CD92B9F1ED}"/>
                    </a:ext>
                  </a:extLst>
                </p14:cNvPr>
                <p14:cNvContentPartPr/>
                <p14:nvPr/>
              </p14:nvContentPartPr>
              <p14:xfrm>
                <a:off x="3581511" y="1647905"/>
                <a:ext cx="182880" cy="387360"/>
              </p14:xfrm>
            </p:contentPart>
          </mc:Choice>
          <mc:Fallback xmlns="">
            <p:pic>
              <p:nvPicPr>
                <p:cNvPr id="39" name="Ink 38">
                  <a:extLst>
                    <a:ext uri="{FF2B5EF4-FFF2-40B4-BE49-F238E27FC236}">
                      <a16:creationId xmlns:a16="http://schemas.microsoft.com/office/drawing/2014/main" id="{8CD5D927-BE6F-AB33-B095-86CD92B9F1ED}"/>
                    </a:ext>
                  </a:extLst>
                </p:cNvPr>
                <p:cNvPicPr/>
                <p:nvPr/>
              </p:nvPicPr>
              <p:blipFill>
                <a:blip r:embed="rId52"/>
                <a:stretch>
                  <a:fillRect/>
                </a:stretch>
              </p:blipFill>
              <p:spPr>
                <a:xfrm>
                  <a:off x="3572511" y="1639265"/>
                  <a:ext cx="200520" cy="405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0" name="Ink 39">
                  <a:extLst>
                    <a:ext uri="{FF2B5EF4-FFF2-40B4-BE49-F238E27FC236}">
                      <a16:creationId xmlns:a16="http://schemas.microsoft.com/office/drawing/2014/main" id="{B2AF7AC3-6279-BDE4-8C6C-1AB6B261F3A7}"/>
                    </a:ext>
                  </a:extLst>
                </p14:cNvPr>
                <p14:cNvContentPartPr/>
                <p14:nvPr/>
              </p14:nvContentPartPr>
              <p14:xfrm>
                <a:off x="3541191" y="1818545"/>
                <a:ext cx="249480" cy="120960"/>
              </p14:xfrm>
            </p:contentPart>
          </mc:Choice>
          <mc:Fallback xmlns="">
            <p:pic>
              <p:nvPicPr>
                <p:cNvPr id="40" name="Ink 39">
                  <a:extLst>
                    <a:ext uri="{FF2B5EF4-FFF2-40B4-BE49-F238E27FC236}">
                      <a16:creationId xmlns:a16="http://schemas.microsoft.com/office/drawing/2014/main" id="{B2AF7AC3-6279-BDE4-8C6C-1AB6B261F3A7}"/>
                    </a:ext>
                  </a:extLst>
                </p:cNvPr>
                <p:cNvPicPr/>
                <p:nvPr/>
              </p:nvPicPr>
              <p:blipFill>
                <a:blip r:embed="rId54"/>
                <a:stretch>
                  <a:fillRect/>
                </a:stretch>
              </p:blipFill>
              <p:spPr>
                <a:xfrm>
                  <a:off x="3532191" y="1809545"/>
                  <a:ext cx="26712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1" name="Ink 40">
                  <a:extLst>
                    <a:ext uri="{FF2B5EF4-FFF2-40B4-BE49-F238E27FC236}">
                      <a16:creationId xmlns:a16="http://schemas.microsoft.com/office/drawing/2014/main" id="{A24B6616-0BBE-81C8-18D8-01E459DF366C}"/>
                    </a:ext>
                  </a:extLst>
                </p14:cNvPr>
                <p14:cNvContentPartPr/>
                <p14:nvPr/>
              </p14:nvContentPartPr>
              <p14:xfrm>
                <a:off x="3813351" y="1789025"/>
                <a:ext cx="140760" cy="146880"/>
              </p14:xfrm>
            </p:contentPart>
          </mc:Choice>
          <mc:Fallback xmlns="">
            <p:pic>
              <p:nvPicPr>
                <p:cNvPr id="41" name="Ink 40">
                  <a:extLst>
                    <a:ext uri="{FF2B5EF4-FFF2-40B4-BE49-F238E27FC236}">
                      <a16:creationId xmlns:a16="http://schemas.microsoft.com/office/drawing/2014/main" id="{A24B6616-0BBE-81C8-18D8-01E459DF366C}"/>
                    </a:ext>
                  </a:extLst>
                </p:cNvPr>
                <p:cNvPicPr/>
                <p:nvPr/>
              </p:nvPicPr>
              <p:blipFill>
                <a:blip r:embed="rId56"/>
                <a:stretch>
                  <a:fillRect/>
                </a:stretch>
              </p:blipFill>
              <p:spPr>
                <a:xfrm>
                  <a:off x="3804711" y="1780385"/>
                  <a:ext cx="1584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2" name="Ink 41">
                  <a:extLst>
                    <a:ext uri="{FF2B5EF4-FFF2-40B4-BE49-F238E27FC236}">
                      <a16:creationId xmlns:a16="http://schemas.microsoft.com/office/drawing/2014/main" id="{EE7753C0-B88E-F3ED-A6FD-80D31D6DE97D}"/>
                    </a:ext>
                  </a:extLst>
                </p14:cNvPr>
                <p14:cNvContentPartPr/>
                <p14:nvPr/>
              </p14:nvContentPartPr>
              <p14:xfrm>
                <a:off x="3971031" y="1789385"/>
                <a:ext cx="217080" cy="145080"/>
              </p14:xfrm>
            </p:contentPart>
          </mc:Choice>
          <mc:Fallback xmlns="">
            <p:pic>
              <p:nvPicPr>
                <p:cNvPr id="42" name="Ink 41">
                  <a:extLst>
                    <a:ext uri="{FF2B5EF4-FFF2-40B4-BE49-F238E27FC236}">
                      <a16:creationId xmlns:a16="http://schemas.microsoft.com/office/drawing/2014/main" id="{EE7753C0-B88E-F3ED-A6FD-80D31D6DE97D}"/>
                    </a:ext>
                  </a:extLst>
                </p:cNvPr>
                <p:cNvPicPr/>
                <p:nvPr/>
              </p:nvPicPr>
              <p:blipFill>
                <a:blip r:embed="rId58"/>
                <a:stretch>
                  <a:fillRect/>
                </a:stretch>
              </p:blipFill>
              <p:spPr>
                <a:xfrm>
                  <a:off x="3962031" y="1780745"/>
                  <a:ext cx="23472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3" name="Ink 42">
                  <a:extLst>
                    <a:ext uri="{FF2B5EF4-FFF2-40B4-BE49-F238E27FC236}">
                      <a16:creationId xmlns:a16="http://schemas.microsoft.com/office/drawing/2014/main" id="{A6361D73-F707-EBD4-CA2E-F8037BBCF40D}"/>
                    </a:ext>
                  </a:extLst>
                </p14:cNvPr>
                <p14:cNvContentPartPr/>
                <p14:nvPr/>
              </p14:nvContentPartPr>
              <p14:xfrm>
                <a:off x="4202871" y="1705505"/>
                <a:ext cx="199440" cy="219600"/>
              </p14:xfrm>
            </p:contentPart>
          </mc:Choice>
          <mc:Fallback xmlns="">
            <p:pic>
              <p:nvPicPr>
                <p:cNvPr id="43" name="Ink 42">
                  <a:extLst>
                    <a:ext uri="{FF2B5EF4-FFF2-40B4-BE49-F238E27FC236}">
                      <a16:creationId xmlns:a16="http://schemas.microsoft.com/office/drawing/2014/main" id="{A6361D73-F707-EBD4-CA2E-F8037BBCF40D}"/>
                    </a:ext>
                  </a:extLst>
                </p:cNvPr>
                <p:cNvPicPr/>
                <p:nvPr/>
              </p:nvPicPr>
              <p:blipFill>
                <a:blip r:embed="rId60"/>
                <a:stretch>
                  <a:fillRect/>
                </a:stretch>
              </p:blipFill>
              <p:spPr>
                <a:xfrm>
                  <a:off x="4193871" y="1696505"/>
                  <a:ext cx="21708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4" name="Ink 43">
                  <a:extLst>
                    <a:ext uri="{FF2B5EF4-FFF2-40B4-BE49-F238E27FC236}">
                      <a16:creationId xmlns:a16="http://schemas.microsoft.com/office/drawing/2014/main" id="{F091D465-17A7-10C1-0AF1-CA2B38DD4A9C}"/>
                    </a:ext>
                  </a:extLst>
                </p14:cNvPr>
                <p14:cNvContentPartPr/>
                <p14:nvPr/>
              </p14:nvContentPartPr>
              <p14:xfrm>
                <a:off x="4441191" y="1728185"/>
                <a:ext cx="22680" cy="196200"/>
              </p14:xfrm>
            </p:contentPart>
          </mc:Choice>
          <mc:Fallback xmlns="">
            <p:pic>
              <p:nvPicPr>
                <p:cNvPr id="44" name="Ink 43">
                  <a:extLst>
                    <a:ext uri="{FF2B5EF4-FFF2-40B4-BE49-F238E27FC236}">
                      <a16:creationId xmlns:a16="http://schemas.microsoft.com/office/drawing/2014/main" id="{F091D465-17A7-10C1-0AF1-CA2B38DD4A9C}"/>
                    </a:ext>
                  </a:extLst>
                </p:cNvPr>
                <p:cNvPicPr/>
                <p:nvPr/>
              </p:nvPicPr>
              <p:blipFill>
                <a:blip r:embed="rId62"/>
                <a:stretch>
                  <a:fillRect/>
                </a:stretch>
              </p:blipFill>
              <p:spPr>
                <a:xfrm>
                  <a:off x="4432551" y="1719545"/>
                  <a:ext cx="4032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5" name="Ink 44">
                  <a:extLst>
                    <a:ext uri="{FF2B5EF4-FFF2-40B4-BE49-F238E27FC236}">
                      <a16:creationId xmlns:a16="http://schemas.microsoft.com/office/drawing/2014/main" id="{22430A41-44D3-5801-155E-ABA0890483F2}"/>
                    </a:ext>
                  </a:extLst>
                </p14:cNvPr>
                <p14:cNvContentPartPr/>
                <p14:nvPr/>
              </p14:nvContentPartPr>
              <p14:xfrm>
                <a:off x="4349391" y="1802345"/>
                <a:ext cx="159120" cy="11160"/>
              </p14:xfrm>
            </p:contentPart>
          </mc:Choice>
          <mc:Fallback xmlns="">
            <p:pic>
              <p:nvPicPr>
                <p:cNvPr id="45" name="Ink 44">
                  <a:extLst>
                    <a:ext uri="{FF2B5EF4-FFF2-40B4-BE49-F238E27FC236}">
                      <a16:creationId xmlns:a16="http://schemas.microsoft.com/office/drawing/2014/main" id="{22430A41-44D3-5801-155E-ABA0890483F2}"/>
                    </a:ext>
                  </a:extLst>
                </p:cNvPr>
                <p:cNvPicPr/>
                <p:nvPr/>
              </p:nvPicPr>
              <p:blipFill>
                <a:blip r:embed="rId64"/>
                <a:stretch>
                  <a:fillRect/>
                </a:stretch>
              </p:blipFill>
              <p:spPr>
                <a:xfrm>
                  <a:off x="4340391" y="1793705"/>
                  <a:ext cx="1767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6" name="Ink 45">
                  <a:extLst>
                    <a:ext uri="{FF2B5EF4-FFF2-40B4-BE49-F238E27FC236}">
                      <a16:creationId xmlns:a16="http://schemas.microsoft.com/office/drawing/2014/main" id="{EFFBD32B-DB9E-CDEC-A4C0-5D6089C29556}"/>
                    </a:ext>
                  </a:extLst>
                </p14:cNvPr>
                <p14:cNvContentPartPr/>
                <p14:nvPr/>
              </p14:nvContentPartPr>
              <p14:xfrm>
                <a:off x="4495911" y="1798745"/>
                <a:ext cx="74520" cy="115560"/>
              </p14:xfrm>
            </p:contentPart>
          </mc:Choice>
          <mc:Fallback xmlns="">
            <p:pic>
              <p:nvPicPr>
                <p:cNvPr id="46" name="Ink 45">
                  <a:extLst>
                    <a:ext uri="{FF2B5EF4-FFF2-40B4-BE49-F238E27FC236}">
                      <a16:creationId xmlns:a16="http://schemas.microsoft.com/office/drawing/2014/main" id="{EFFBD32B-DB9E-CDEC-A4C0-5D6089C29556}"/>
                    </a:ext>
                  </a:extLst>
                </p:cNvPr>
                <p:cNvPicPr/>
                <p:nvPr/>
              </p:nvPicPr>
              <p:blipFill>
                <a:blip r:embed="rId66"/>
                <a:stretch>
                  <a:fillRect/>
                </a:stretch>
              </p:blipFill>
              <p:spPr>
                <a:xfrm>
                  <a:off x="4487271" y="1789745"/>
                  <a:ext cx="9216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7" name="Ink 46">
                  <a:extLst>
                    <a:ext uri="{FF2B5EF4-FFF2-40B4-BE49-F238E27FC236}">
                      <a16:creationId xmlns:a16="http://schemas.microsoft.com/office/drawing/2014/main" id="{62696534-1170-F2D9-E020-C2DD4D0341D9}"/>
                    </a:ext>
                  </a:extLst>
                </p14:cNvPr>
                <p14:cNvContentPartPr/>
                <p14:nvPr/>
              </p14:nvContentPartPr>
              <p14:xfrm>
                <a:off x="4619751" y="1749785"/>
                <a:ext cx="194400" cy="176400"/>
              </p14:xfrm>
            </p:contentPart>
          </mc:Choice>
          <mc:Fallback xmlns="">
            <p:pic>
              <p:nvPicPr>
                <p:cNvPr id="47" name="Ink 46">
                  <a:extLst>
                    <a:ext uri="{FF2B5EF4-FFF2-40B4-BE49-F238E27FC236}">
                      <a16:creationId xmlns:a16="http://schemas.microsoft.com/office/drawing/2014/main" id="{62696534-1170-F2D9-E020-C2DD4D0341D9}"/>
                    </a:ext>
                  </a:extLst>
                </p:cNvPr>
                <p:cNvPicPr/>
                <p:nvPr/>
              </p:nvPicPr>
              <p:blipFill>
                <a:blip r:embed="rId68"/>
                <a:stretch>
                  <a:fillRect/>
                </a:stretch>
              </p:blipFill>
              <p:spPr>
                <a:xfrm>
                  <a:off x="4611111" y="1740785"/>
                  <a:ext cx="212040" cy="194040"/>
                </a:xfrm>
                <a:prstGeom prst="rect">
                  <a:avLst/>
                </a:prstGeom>
              </p:spPr>
            </p:pic>
          </mc:Fallback>
        </mc:AlternateContent>
      </p:grpSp>
    </p:spTree>
    <p:extLst>
      <p:ext uri="{BB962C8B-B14F-4D97-AF65-F5344CB8AC3E}">
        <p14:creationId xmlns:p14="http://schemas.microsoft.com/office/powerpoint/2010/main" val="25024878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BE357-3B9B-61DF-EB1D-B4DA54905890}"/>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E601DC43-EFBC-B78B-066B-C73B869CE65E}"/>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Reusability</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C5405F2-0C12-9840-83A4-75D05D981A08}"/>
              </a:ext>
            </a:extLst>
          </p:cNvPr>
          <p:cNvSpPr txBox="1"/>
          <p:nvPr/>
        </p:nvSpPr>
        <p:spPr>
          <a:xfrm>
            <a:off x="134426" y="490759"/>
            <a:ext cx="8615133" cy="507815"/>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If we have so many controllers in our app, and if we need a reuse variable again and again, will we go and add it in every controller class?</a:t>
            </a:r>
          </a:p>
        </p:txBody>
      </p:sp>
      <p:sp>
        <p:nvSpPr>
          <p:cNvPr id="4" name="TextBox 3">
            <a:extLst>
              <a:ext uri="{FF2B5EF4-FFF2-40B4-BE49-F238E27FC236}">
                <a16:creationId xmlns:a16="http://schemas.microsoft.com/office/drawing/2014/main" id="{65D4BCF5-6651-4A3D-348F-49F632BF2606}"/>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1A6201B0-A7EE-EBED-65F9-D4AF4C34B598}"/>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29E43728-5198-B364-D63C-B004AB66F336}"/>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164A970C-BAF7-274C-C928-B4A48D3E978E}"/>
              </a:ext>
            </a:extLst>
          </p:cNvPr>
          <p:cNvSpPr/>
          <p:nvPr/>
        </p:nvSpPr>
        <p:spPr>
          <a:xfrm>
            <a:off x="914400" y="3105150"/>
            <a:ext cx="2133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effectLst>
                  <a:outerShdw blurRad="38100" dist="38100" dir="2700000" algn="tl">
                    <a:srgbClr val="000000">
                      <a:alpha val="43137"/>
                    </a:srgbClr>
                  </a:outerShdw>
                </a:effectLst>
              </a:rPr>
              <a:t>View1.controller.js</a:t>
            </a:r>
          </a:p>
        </p:txBody>
      </p:sp>
      <p:sp>
        <p:nvSpPr>
          <p:cNvPr id="8" name="Rectangle 7">
            <a:extLst>
              <a:ext uri="{FF2B5EF4-FFF2-40B4-BE49-F238E27FC236}">
                <a16:creationId xmlns:a16="http://schemas.microsoft.com/office/drawing/2014/main" id="{32137361-9D09-88B7-DF6D-59DE7652704F}"/>
              </a:ext>
            </a:extLst>
          </p:cNvPr>
          <p:cNvSpPr/>
          <p:nvPr/>
        </p:nvSpPr>
        <p:spPr>
          <a:xfrm>
            <a:off x="3377219" y="3105150"/>
            <a:ext cx="2133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effectLst>
                  <a:outerShdw blurRad="38100" dist="38100" dir="2700000" algn="tl">
                    <a:srgbClr val="000000">
                      <a:alpha val="43137"/>
                    </a:srgbClr>
                  </a:outerShdw>
                </a:effectLst>
              </a:rPr>
              <a:t>View2.controller.js</a:t>
            </a:r>
          </a:p>
        </p:txBody>
      </p:sp>
      <p:sp>
        <p:nvSpPr>
          <p:cNvPr id="9" name="Rectangle 8">
            <a:extLst>
              <a:ext uri="{FF2B5EF4-FFF2-40B4-BE49-F238E27FC236}">
                <a16:creationId xmlns:a16="http://schemas.microsoft.com/office/drawing/2014/main" id="{53EAD306-1BF7-DD7B-4A03-A5A59E81205E}"/>
              </a:ext>
            </a:extLst>
          </p:cNvPr>
          <p:cNvSpPr/>
          <p:nvPr/>
        </p:nvSpPr>
        <p:spPr>
          <a:xfrm>
            <a:off x="5867400" y="3105150"/>
            <a:ext cx="2133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effectLst>
                  <a:outerShdw blurRad="38100" dist="38100" dir="2700000" algn="tl">
                    <a:srgbClr val="000000">
                      <a:alpha val="43137"/>
                    </a:srgbClr>
                  </a:outerShdw>
                </a:effectLst>
              </a:rPr>
              <a:t>View3.controller.js</a:t>
            </a:r>
          </a:p>
        </p:txBody>
      </p:sp>
      <p:sp>
        <p:nvSpPr>
          <p:cNvPr id="10" name="TextBox 9">
            <a:extLst>
              <a:ext uri="{FF2B5EF4-FFF2-40B4-BE49-F238E27FC236}">
                <a16:creationId xmlns:a16="http://schemas.microsoft.com/office/drawing/2014/main" id="{7B94ED21-989C-CBAC-FD47-B6E43CE0FFCD}"/>
              </a:ext>
            </a:extLst>
          </p:cNvPr>
          <p:cNvSpPr txBox="1"/>
          <p:nvPr/>
        </p:nvSpPr>
        <p:spPr>
          <a:xfrm>
            <a:off x="762000" y="3677176"/>
            <a:ext cx="914400" cy="369332"/>
          </a:xfrm>
          <a:prstGeom prst="rect">
            <a:avLst/>
          </a:prstGeom>
          <a:noFill/>
        </p:spPr>
        <p:txBody>
          <a:bodyPr wrap="square" rtlCol="0">
            <a:spAutoFit/>
          </a:bodyPr>
          <a:lstStyle/>
          <a:p>
            <a:r>
              <a:rPr lang="en-IN" b="1" dirty="0" err="1">
                <a:solidFill>
                  <a:srgbClr val="FFC000"/>
                </a:solidFill>
              </a:rPr>
              <a:t>shweta</a:t>
            </a:r>
            <a:endParaRPr lang="en-IN" b="1" dirty="0">
              <a:solidFill>
                <a:srgbClr val="FFC000"/>
              </a:solidFill>
            </a:endParaRPr>
          </a:p>
        </p:txBody>
      </p:sp>
      <p:sp>
        <p:nvSpPr>
          <p:cNvPr id="11" name="TextBox 10">
            <a:extLst>
              <a:ext uri="{FF2B5EF4-FFF2-40B4-BE49-F238E27FC236}">
                <a16:creationId xmlns:a16="http://schemas.microsoft.com/office/drawing/2014/main" id="{F94CA8BE-622B-8184-2DFB-F68D33FCA288}"/>
              </a:ext>
            </a:extLst>
          </p:cNvPr>
          <p:cNvSpPr txBox="1"/>
          <p:nvPr/>
        </p:nvSpPr>
        <p:spPr>
          <a:xfrm>
            <a:off x="3276600" y="3682484"/>
            <a:ext cx="914400" cy="369332"/>
          </a:xfrm>
          <a:prstGeom prst="rect">
            <a:avLst/>
          </a:prstGeom>
          <a:noFill/>
        </p:spPr>
        <p:txBody>
          <a:bodyPr wrap="square" rtlCol="0">
            <a:spAutoFit/>
          </a:bodyPr>
          <a:lstStyle/>
          <a:p>
            <a:r>
              <a:rPr lang="en-IN" b="1" dirty="0" err="1">
                <a:solidFill>
                  <a:srgbClr val="FFC000"/>
                </a:solidFill>
              </a:rPr>
              <a:t>shweta</a:t>
            </a:r>
            <a:endParaRPr lang="en-IN" b="1" dirty="0">
              <a:solidFill>
                <a:srgbClr val="FFC000"/>
              </a:solidFill>
            </a:endParaRPr>
          </a:p>
        </p:txBody>
      </p:sp>
      <p:sp>
        <p:nvSpPr>
          <p:cNvPr id="12" name="TextBox 11">
            <a:extLst>
              <a:ext uri="{FF2B5EF4-FFF2-40B4-BE49-F238E27FC236}">
                <a16:creationId xmlns:a16="http://schemas.microsoft.com/office/drawing/2014/main" id="{9DAE2FC8-4FE1-850D-7343-CB29B7A99421}"/>
              </a:ext>
            </a:extLst>
          </p:cNvPr>
          <p:cNvSpPr txBox="1"/>
          <p:nvPr/>
        </p:nvSpPr>
        <p:spPr>
          <a:xfrm>
            <a:off x="5867400" y="3677176"/>
            <a:ext cx="914400" cy="369332"/>
          </a:xfrm>
          <a:prstGeom prst="rect">
            <a:avLst/>
          </a:prstGeom>
          <a:noFill/>
        </p:spPr>
        <p:txBody>
          <a:bodyPr wrap="square" rtlCol="0">
            <a:spAutoFit/>
          </a:bodyPr>
          <a:lstStyle/>
          <a:p>
            <a:r>
              <a:rPr lang="en-IN" b="1" dirty="0" err="1">
                <a:solidFill>
                  <a:srgbClr val="FFC000"/>
                </a:solidFill>
              </a:rPr>
              <a:t>shweta</a:t>
            </a:r>
            <a:endParaRPr lang="en-IN" b="1" dirty="0">
              <a:solidFill>
                <a:srgbClr val="FFC000"/>
              </a:solidFill>
            </a:endParaRPr>
          </a:p>
        </p:txBody>
      </p:sp>
      <p:sp>
        <p:nvSpPr>
          <p:cNvPr id="13" name="Rectangle 12">
            <a:extLst>
              <a:ext uri="{FF2B5EF4-FFF2-40B4-BE49-F238E27FC236}">
                <a16:creationId xmlns:a16="http://schemas.microsoft.com/office/drawing/2014/main" id="{59691890-B774-FACA-77A8-C90ADDEF802F}"/>
              </a:ext>
            </a:extLst>
          </p:cNvPr>
          <p:cNvSpPr/>
          <p:nvPr/>
        </p:nvSpPr>
        <p:spPr>
          <a:xfrm>
            <a:off x="3377218" y="2024773"/>
            <a:ext cx="21336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effectLst>
                  <a:outerShdw blurRad="38100" dist="38100" dir="2700000" algn="tl">
                    <a:srgbClr val="000000">
                      <a:alpha val="43137"/>
                    </a:srgbClr>
                  </a:outerShdw>
                </a:effectLst>
              </a:rPr>
              <a:t>BaseController.js</a:t>
            </a:r>
          </a:p>
        </p:txBody>
      </p:sp>
      <p:cxnSp>
        <p:nvCxnSpPr>
          <p:cNvPr id="15" name="Connector: Elbow 14">
            <a:extLst>
              <a:ext uri="{FF2B5EF4-FFF2-40B4-BE49-F238E27FC236}">
                <a16:creationId xmlns:a16="http://schemas.microsoft.com/office/drawing/2014/main" id="{712D587F-E1C1-1182-5BF6-BC12390976A4}"/>
              </a:ext>
            </a:extLst>
          </p:cNvPr>
          <p:cNvCxnSpPr>
            <a:stCxn id="7" idx="0"/>
            <a:endCxn id="13" idx="2"/>
          </p:cNvCxnSpPr>
          <p:nvPr/>
        </p:nvCxnSpPr>
        <p:spPr>
          <a:xfrm rot="5400000" flipH="1" flipV="1">
            <a:off x="2939121" y="1600253"/>
            <a:ext cx="546977" cy="246281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9BF9456D-E60E-5A75-9EA6-24C9972A26E8}"/>
              </a:ext>
            </a:extLst>
          </p:cNvPr>
          <p:cNvCxnSpPr>
            <a:stCxn id="9" idx="0"/>
            <a:endCxn id="13" idx="2"/>
          </p:cNvCxnSpPr>
          <p:nvPr/>
        </p:nvCxnSpPr>
        <p:spPr>
          <a:xfrm rot="16200000" flipV="1">
            <a:off x="5415621" y="1586571"/>
            <a:ext cx="546977" cy="249018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BEA46F75-F859-5508-4610-286273210266}"/>
              </a:ext>
            </a:extLst>
          </p:cNvPr>
          <p:cNvCxnSpPr>
            <a:stCxn id="8" idx="0"/>
            <a:endCxn id="13" idx="2"/>
          </p:cNvCxnSpPr>
          <p:nvPr/>
        </p:nvCxnSpPr>
        <p:spPr>
          <a:xfrm rot="16200000" flipV="1">
            <a:off x="4170531" y="2831661"/>
            <a:ext cx="546977"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D65518D-A528-E2F5-E032-73FDF9CF4EBA}"/>
              </a:ext>
            </a:extLst>
          </p:cNvPr>
          <p:cNvSpPr txBox="1"/>
          <p:nvPr/>
        </p:nvSpPr>
        <p:spPr>
          <a:xfrm>
            <a:off x="2496919" y="2110912"/>
            <a:ext cx="914400" cy="369332"/>
          </a:xfrm>
          <a:prstGeom prst="rect">
            <a:avLst/>
          </a:prstGeom>
          <a:noFill/>
        </p:spPr>
        <p:txBody>
          <a:bodyPr wrap="square" rtlCol="0">
            <a:spAutoFit/>
          </a:bodyPr>
          <a:lstStyle/>
          <a:p>
            <a:r>
              <a:rPr lang="en-IN" b="1" dirty="0" err="1"/>
              <a:t>shweta</a:t>
            </a:r>
            <a:endParaRPr lang="en-IN" b="1" dirty="0"/>
          </a:p>
        </p:txBody>
      </p:sp>
      <p:sp>
        <p:nvSpPr>
          <p:cNvPr id="24" name="Rectangle 23">
            <a:extLst>
              <a:ext uri="{FF2B5EF4-FFF2-40B4-BE49-F238E27FC236}">
                <a16:creationId xmlns:a16="http://schemas.microsoft.com/office/drawing/2014/main" id="{E216EFE3-E2C0-D197-5FCE-B20A79701F8D}"/>
              </a:ext>
            </a:extLst>
          </p:cNvPr>
          <p:cNvSpPr/>
          <p:nvPr/>
        </p:nvSpPr>
        <p:spPr>
          <a:xfrm>
            <a:off x="2882523" y="1044802"/>
            <a:ext cx="3118937" cy="533400"/>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1425"/>
              </a:lnSpc>
              <a:buNone/>
            </a:pPr>
            <a:r>
              <a:rPr lang="it-IT" sz="1400" b="1" dirty="0">
                <a:solidFill>
                  <a:srgbClr val="CE9178"/>
                </a:solidFill>
                <a:effectLst>
                  <a:outerShdw blurRad="38100" dist="38100" dir="2700000" algn="tl">
                    <a:srgbClr val="000000">
                      <a:alpha val="43137"/>
                    </a:srgbClr>
                  </a:outerShdw>
                </a:effectLst>
                <a:latin typeface="Consolas" panose="020B0609020204030204" pitchFamily="49" charset="0"/>
              </a:rPr>
              <a:t>"sap/ui/core/mvc/Controller"</a:t>
            </a:r>
            <a:endParaRPr lang="it-IT" sz="1400" b="1" dirty="0">
              <a:solidFill>
                <a:srgbClr val="CCCCCC"/>
              </a:solidFill>
              <a:effectLst>
                <a:outerShdw blurRad="38100" dist="38100" dir="2700000" algn="tl">
                  <a:srgbClr val="000000">
                    <a:alpha val="43137"/>
                  </a:srgbClr>
                </a:outerShdw>
              </a:effectLst>
              <a:latin typeface="Consolas" panose="020B0609020204030204" pitchFamily="49" charset="0"/>
            </a:endParaRPr>
          </a:p>
        </p:txBody>
      </p:sp>
      <p:cxnSp>
        <p:nvCxnSpPr>
          <p:cNvPr id="26" name="Straight Arrow Connector 25">
            <a:extLst>
              <a:ext uri="{FF2B5EF4-FFF2-40B4-BE49-F238E27FC236}">
                <a16:creationId xmlns:a16="http://schemas.microsoft.com/office/drawing/2014/main" id="{9C4EDDB6-936D-2DBB-4A40-58C0A18B1752}"/>
              </a:ext>
            </a:extLst>
          </p:cNvPr>
          <p:cNvCxnSpPr>
            <a:stCxn id="13" idx="0"/>
            <a:endCxn id="24" idx="2"/>
          </p:cNvCxnSpPr>
          <p:nvPr/>
        </p:nvCxnSpPr>
        <p:spPr>
          <a:xfrm flipH="1" flipV="1">
            <a:off x="4441992" y="1578202"/>
            <a:ext cx="2026" cy="4465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54626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0C731-C896-DD5C-FCDD-1D2E1523A346}"/>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146670EA-2EEE-5935-F355-FEB432000AC5}"/>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UI5 and Fiori</a:t>
            </a:r>
            <a:endParaRPr lang="en-IN" sz="2000"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5247D2B-40BB-434A-E431-27EE46D4443D}"/>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1F6BCFC2-2AC7-957D-0B6B-67F0D8C277B5}"/>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52840C4C-0760-4C5C-0CBC-851B153EEE6B}"/>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mc:AlternateContent xmlns:mc="http://schemas.openxmlformats.org/markup-compatibility/2006" xmlns:p14="http://schemas.microsoft.com/office/powerpoint/2010/main">
        <mc:Choice Requires="p14">
          <p:contentPart p14:bwMode="auto" r:id="rId3">
            <p14:nvContentPartPr>
              <p14:cNvPr id="72" name="Ink 71">
                <a:extLst>
                  <a:ext uri="{FF2B5EF4-FFF2-40B4-BE49-F238E27FC236}">
                    <a16:creationId xmlns:a16="http://schemas.microsoft.com/office/drawing/2014/main" id="{4D4DB1F8-B5D7-E492-1CE6-E2A2F9F8D2AD}"/>
                  </a:ext>
                </a:extLst>
              </p14:cNvPr>
              <p14:cNvContentPartPr/>
              <p14:nvPr/>
            </p14:nvContentPartPr>
            <p14:xfrm>
              <a:off x="3252831" y="3721145"/>
              <a:ext cx="23400" cy="614160"/>
            </p14:xfrm>
          </p:contentPart>
        </mc:Choice>
        <mc:Fallback xmlns="">
          <p:pic>
            <p:nvPicPr>
              <p:cNvPr id="72" name="Ink 71">
                <a:extLst>
                  <a:ext uri="{FF2B5EF4-FFF2-40B4-BE49-F238E27FC236}">
                    <a16:creationId xmlns:a16="http://schemas.microsoft.com/office/drawing/2014/main" id="{4D4DB1F8-B5D7-E492-1CE6-E2A2F9F8D2AD}"/>
                  </a:ext>
                </a:extLst>
              </p:cNvPr>
              <p:cNvPicPr/>
              <p:nvPr/>
            </p:nvPicPr>
            <p:blipFill>
              <a:blip r:embed="rId4"/>
              <a:stretch>
                <a:fillRect/>
              </a:stretch>
            </p:blipFill>
            <p:spPr>
              <a:xfrm>
                <a:off x="3244191" y="3712505"/>
                <a:ext cx="41040" cy="631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4" name="Ink 73">
                <a:extLst>
                  <a:ext uri="{FF2B5EF4-FFF2-40B4-BE49-F238E27FC236}">
                    <a16:creationId xmlns:a16="http://schemas.microsoft.com/office/drawing/2014/main" id="{79DE2FE1-2C93-DE29-2865-88609AB2ABA0}"/>
                  </a:ext>
                </a:extLst>
              </p14:cNvPr>
              <p14:cNvContentPartPr/>
              <p14:nvPr/>
            </p14:nvContentPartPr>
            <p14:xfrm>
              <a:off x="3253191" y="3707825"/>
              <a:ext cx="10440" cy="20520"/>
            </p14:xfrm>
          </p:contentPart>
        </mc:Choice>
        <mc:Fallback xmlns="">
          <p:pic>
            <p:nvPicPr>
              <p:cNvPr id="74" name="Ink 73">
                <a:extLst>
                  <a:ext uri="{FF2B5EF4-FFF2-40B4-BE49-F238E27FC236}">
                    <a16:creationId xmlns:a16="http://schemas.microsoft.com/office/drawing/2014/main" id="{79DE2FE1-2C93-DE29-2865-88609AB2ABA0}"/>
                  </a:ext>
                </a:extLst>
              </p:cNvPr>
              <p:cNvPicPr/>
              <p:nvPr/>
            </p:nvPicPr>
            <p:blipFill>
              <a:blip r:embed="rId6"/>
              <a:stretch>
                <a:fillRect/>
              </a:stretch>
            </p:blipFill>
            <p:spPr>
              <a:xfrm>
                <a:off x="3244191" y="3699185"/>
                <a:ext cx="28080" cy="38160"/>
              </a:xfrm>
              <a:prstGeom prst="rect">
                <a:avLst/>
              </a:prstGeom>
            </p:spPr>
          </p:pic>
        </mc:Fallback>
      </mc:AlternateContent>
      <p:grpSp>
        <p:nvGrpSpPr>
          <p:cNvPr id="317" name="Group 316">
            <a:extLst>
              <a:ext uri="{FF2B5EF4-FFF2-40B4-BE49-F238E27FC236}">
                <a16:creationId xmlns:a16="http://schemas.microsoft.com/office/drawing/2014/main" id="{BE3E289B-BDCF-A63B-1D3E-7F666217C427}"/>
              </a:ext>
            </a:extLst>
          </p:cNvPr>
          <p:cNvGrpSpPr/>
          <p:nvPr/>
        </p:nvGrpSpPr>
        <p:grpSpPr>
          <a:xfrm>
            <a:off x="160791" y="182345"/>
            <a:ext cx="8747280" cy="4395600"/>
            <a:chOff x="160791" y="182345"/>
            <a:chExt cx="8747280" cy="4395600"/>
          </a:xfrm>
        </p:grpSpPr>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2130077C-11E4-286D-68A2-56E8B1330AE3}"/>
                    </a:ext>
                  </a:extLst>
                </p14:cNvPr>
                <p14:cNvContentPartPr/>
                <p14:nvPr/>
              </p14:nvContentPartPr>
              <p14:xfrm>
                <a:off x="544911" y="2108345"/>
                <a:ext cx="122400" cy="366840"/>
              </p14:xfrm>
            </p:contentPart>
          </mc:Choice>
          <mc:Fallback xmlns="">
            <p:pic>
              <p:nvPicPr>
                <p:cNvPr id="7" name="Ink 6">
                  <a:extLst>
                    <a:ext uri="{FF2B5EF4-FFF2-40B4-BE49-F238E27FC236}">
                      <a16:creationId xmlns:a16="http://schemas.microsoft.com/office/drawing/2014/main" id="{2130077C-11E4-286D-68A2-56E8B1330AE3}"/>
                    </a:ext>
                  </a:extLst>
                </p:cNvPr>
                <p:cNvPicPr/>
                <p:nvPr/>
              </p:nvPicPr>
              <p:blipFill>
                <a:blip r:embed="rId8"/>
                <a:stretch>
                  <a:fillRect/>
                </a:stretch>
              </p:blipFill>
              <p:spPr>
                <a:xfrm>
                  <a:off x="536271" y="2099345"/>
                  <a:ext cx="14004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156152B9-3E39-2AA8-D3A7-164944822565}"/>
                    </a:ext>
                  </a:extLst>
                </p14:cNvPr>
                <p14:cNvContentPartPr/>
                <p14:nvPr/>
              </p14:nvContentPartPr>
              <p14:xfrm>
                <a:off x="529431" y="1625585"/>
                <a:ext cx="536400" cy="507960"/>
              </p14:xfrm>
            </p:contentPart>
          </mc:Choice>
          <mc:Fallback xmlns="">
            <p:pic>
              <p:nvPicPr>
                <p:cNvPr id="8" name="Ink 7">
                  <a:extLst>
                    <a:ext uri="{FF2B5EF4-FFF2-40B4-BE49-F238E27FC236}">
                      <a16:creationId xmlns:a16="http://schemas.microsoft.com/office/drawing/2014/main" id="{156152B9-3E39-2AA8-D3A7-164944822565}"/>
                    </a:ext>
                  </a:extLst>
                </p:cNvPr>
                <p:cNvPicPr/>
                <p:nvPr/>
              </p:nvPicPr>
              <p:blipFill>
                <a:blip r:embed="rId10"/>
                <a:stretch>
                  <a:fillRect/>
                </a:stretch>
              </p:blipFill>
              <p:spPr>
                <a:xfrm>
                  <a:off x="520791" y="1616945"/>
                  <a:ext cx="554040" cy="525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A3E726D8-532B-945B-B322-E72189F6457C}"/>
                    </a:ext>
                  </a:extLst>
                </p14:cNvPr>
                <p14:cNvContentPartPr/>
                <p14:nvPr/>
              </p14:nvContentPartPr>
              <p14:xfrm>
                <a:off x="828231" y="2075945"/>
                <a:ext cx="157320" cy="389880"/>
              </p14:xfrm>
            </p:contentPart>
          </mc:Choice>
          <mc:Fallback xmlns="">
            <p:pic>
              <p:nvPicPr>
                <p:cNvPr id="9" name="Ink 8">
                  <a:extLst>
                    <a:ext uri="{FF2B5EF4-FFF2-40B4-BE49-F238E27FC236}">
                      <a16:creationId xmlns:a16="http://schemas.microsoft.com/office/drawing/2014/main" id="{A3E726D8-532B-945B-B322-E72189F6457C}"/>
                    </a:ext>
                  </a:extLst>
                </p:cNvPr>
                <p:cNvPicPr/>
                <p:nvPr/>
              </p:nvPicPr>
              <p:blipFill>
                <a:blip r:embed="rId12"/>
                <a:stretch>
                  <a:fillRect/>
                </a:stretch>
              </p:blipFill>
              <p:spPr>
                <a:xfrm>
                  <a:off x="819591" y="2067305"/>
                  <a:ext cx="17496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46888E64-FA2D-0CF4-54AF-34C273DCA6CA}"/>
                    </a:ext>
                  </a:extLst>
                </p14:cNvPr>
                <p14:cNvContentPartPr/>
                <p14:nvPr/>
              </p14:nvContentPartPr>
              <p14:xfrm>
                <a:off x="686751" y="1985945"/>
                <a:ext cx="204480" cy="71640"/>
              </p14:xfrm>
            </p:contentPart>
          </mc:Choice>
          <mc:Fallback xmlns="">
            <p:pic>
              <p:nvPicPr>
                <p:cNvPr id="11" name="Ink 10">
                  <a:extLst>
                    <a:ext uri="{FF2B5EF4-FFF2-40B4-BE49-F238E27FC236}">
                      <a16:creationId xmlns:a16="http://schemas.microsoft.com/office/drawing/2014/main" id="{46888E64-FA2D-0CF4-54AF-34C273DCA6CA}"/>
                    </a:ext>
                  </a:extLst>
                </p:cNvPr>
                <p:cNvPicPr/>
                <p:nvPr/>
              </p:nvPicPr>
              <p:blipFill>
                <a:blip r:embed="rId14"/>
                <a:stretch>
                  <a:fillRect/>
                </a:stretch>
              </p:blipFill>
              <p:spPr>
                <a:xfrm>
                  <a:off x="677751" y="1976945"/>
                  <a:ext cx="22212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DA5A761F-8635-B9A4-0F59-20EF9F2AD974}"/>
                    </a:ext>
                  </a:extLst>
                </p14:cNvPr>
                <p14:cNvContentPartPr/>
                <p14:nvPr/>
              </p14:nvContentPartPr>
              <p14:xfrm>
                <a:off x="676671" y="1778225"/>
                <a:ext cx="61200" cy="51480"/>
              </p14:xfrm>
            </p:contentPart>
          </mc:Choice>
          <mc:Fallback xmlns="">
            <p:pic>
              <p:nvPicPr>
                <p:cNvPr id="12" name="Ink 11">
                  <a:extLst>
                    <a:ext uri="{FF2B5EF4-FFF2-40B4-BE49-F238E27FC236}">
                      <a16:creationId xmlns:a16="http://schemas.microsoft.com/office/drawing/2014/main" id="{DA5A761F-8635-B9A4-0F59-20EF9F2AD974}"/>
                    </a:ext>
                  </a:extLst>
                </p:cNvPr>
                <p:cNvPicPr/>
                <p:nvPr/>
              </p:nvPicPr>
              <p:blipFill>
                <a:blip r:embed="rId16"/>
                <a:stretch>
                  <a:fillRect/>
                </a:stretch>
              </p:blipFill>
              <p:spPr>
                <a:xfrm>
                  <a:off x="667671" y="1769225"/>
                  <a:ext cx="7884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E6D6A3B8-95A4-B351-6731-B12ED6103667}"/>
                    </a:ext>
                  </a:extLst>
                </p14:cNvPr>
                <p14:cNvContentPartPr/>
                <p14:nvPr/>
              </p14:nvContentPartPr>
              <p14:xfrm>
                <a:off x="848751" y="1798745"/>
                <a:ext cx="62280" cy="61560"/>
              </p14:xfrm>
            </p:contentPart>
          </mc:Choice>
          <mc:Fallback xmlns="">
            <p:pic>
              <p:nvPicPr>
                <p:cNvPr id="13" name="Ink 12">
                  <a:extLst>
                    <a:ext uri="{FF2B5EF4-FFF2-40B4-BE49-F238E27FC236}">
                      <a16:creationId xmlns:a16="http://schemas.microsoft.com/office/drawing/2014/main" id="{E6D6A3B8-95A4-B351-6731-B12ED6103667}"/>
                    </a:ext>
                  </a:extLst>
                </p:cNvPr>
                <p:cNvPicPr/>
                <p:nvPr/>
              </p:nvPicPr>
              <p:blipFill>
                <a:blip r:embed="rId18"/>
                <a:stretch>
                  <a:fillRect/>
                </a:stretch>
              </p:blipFill>
              <p:spPr>
                <a:xfrm>
                  <a:off x="839751" y="1789745"/>
                  <a:ext cx="7992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266F8855-3D14-A25A-2D3E-D792448EC1D4}"/>
                    </a:ext>
                  </a:extLst>
                </p14:cNvPr>
                <p14:cNvContentPartPr/>
                <p14:nvPr/>
              </p14:nvContentPartPr>
              <p14:xfrm>
                <a:off x="179871" y="1260185"/>
                <a:ext cx="198000" cy="311400"/>
              </p14:xfrm>
            </p:contentPart>
          </mc:Choice>
          <mc:Fallback xmlns="">
            <p:pic>
              <p:nvPicPr>
                <p:cNvPr id="14" name="Ink 13">
                  <a:extLst>
                    <a:ext uri="{FF2B5EF4-FFF2-40B4-BE49-F238E27FC236}">
                      <a16:creationId xmlns:a16="http://schemas.microsoft.com/office/drawing/2014/main" id="{266F8855-3D14-A25A-2D3E-D792448EC1D4}"/>
                    </a:ext>
                  </a:extLst>
                </p:cNvPr>
                <p:cNvPicPr/>
                <p:nvPr/>
              </p:nvPicPr>
              <p:blipFill>
                <a:blip r:embed="rId20"/>
                <a:stretch>
                  <a:fillRect/>
                </a:stretch>
              </p:blipFill>
              <p:spPr>
                <a:xfrm>
                  <a:off x="171231" y="1251545"/>
                  <a:ext cx="215640" cy="329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93E09F0E-E9D1-F88B-A4ED-5086FCDE458F}"/>
                    </a:ext>
                  </a:extLst>
                </p14:cNvPr>
                <p14:cNvContentPartPr/>
                <p14:nvPr/>
              </p14:nvContentPartPr>
              <p14:xfrm>
                <a:off x="383631" y="1358465"/>
                <a:ext cx="96120" cy="147960"/>
              </p14:xfrm>
            </p:contentPart>
          </mc:Choice>
          <mc:Fallback xmlns="">
            <p:pic>
              <p:nvPicPr>
                <p:cNvPr id="15" name="Ink 14">
                  <a:extLst>
                    <a:ext uri="{FF2B5EF4-FFF2-40B4-BE49-F238E27FC236}">
                      <a16:creationId xmlns:a16="http://schemas.microsoft.com/office/drawing/2014/main" id="{93E09F0E-E9D1-F88B-A4ED-5086FCDE458F}"/>
                    </a:ext>
                  </a:extLst>
                </p:cNvPr>
                <p:cNvPicPr/>
                <p:nvPr/>
              </p:nvPicPr>
              <p:blipFill>
                <a:blip r:embed="rId22"/>
                <a:stretch>
                  <a:fillRect/>
                </a:stretch>
              </p:blipFill>
              <p:spPr>
                <a:xfrm>
                  <a:off x="374991" y="1349825"/>
                  <a:ext cx="1137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Ink 15">
                  <a:extLst>
                    <a:ext uri="{FF2B5EF4-FFF2-40B4-BE49-F238E27FC236}">
                      <a16:creationId xmlns:a16="http://schemas.microsoft.com/office/drawing/2014/main" id="{B726C2A9-00C7-C968-C736-B222C97D4689}"/>
                    </a:ext>
                  </a:extLst>
                </p14:cNvPr>
                <p14:cNvContentPartPr/>
                <p14:nvPr/>
              </p14:nvContentPartPr>
              <p14:xfrm>
                <a:off x="507831" y="1298705"/>
                <a:ext cx="199440" cy="174240"/>
              </p14:xfrm>
            </p:contentPart>
          </mc:Choice>
          <mc:Fallback xmlns="">
            <p:pic>
              <p:nvPicPr>
                <p:cNvPr id="16" name="Ink 15">
                  <a:extLst>
                    <a:ext uri="{FF2B5EF4-FFF2-40B4-BE49-F238E27FC236}">
                      <a16:creationId xmlns:a16="http://schemas.microsoft.com/office/drawing/2014/main" id="{B726C2A9-00C7-C968-C736-B222C97D4689}"/>
                    </a:ext>
                  </a:extLst>
                </p:cNvPr>
                <p:cNvPicPr/>
                <p:nvPr/>
              </p:nvPicPr>
              <p:blipFill>
                <a:blip r:embed="rId24"/>
                <a:stretch>
                  <a:fillRect/>
                </a:stretch>
              </p:blipFill>
              <p:spPr>
                <a:xfrm>
                  <a:off x="499191" y="1290065"/>
                  <a:ext cx="21708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96" name="Ink 95">
                  <a:extLst>
                    <a:ext uri="{FF2B5EF4-FFF2-40B4-BE49-F238E27FC236}">
                      <a16:creationId xmlns:a16="http://schemas.microsoft.com/office/drawing/2014/main" id="{60C37242-0957-632E-F158-017DC7EC780D}"/>
                    </a:ext>
                  </a:extLst>
                </p14:cNvPr>
                <p14:cNvContentPartPr/>
                <p14:nvPr/>
              </p14:nvContentPartPr>
              <p14:xfrm>
                <a:off x="240351" y="956345"/>
                <a:ext cx="133560" cy="242640"/>
              </p14:xfrm>
            </p:contentPart>
          </mc:Choice>
          <mc:Fallback xmlns="">
            <p:pic>
              <p:nvPicPr>
                <p:cNvPr id="96" name="Ink 95">
                  <a:extLst>
                    <a:ext uri="{FF2B5EF4-FFF2-40B4-BE49-F238E27FC236}">
                      <a16:creationId xmlns:a16="http://schemas.microsoft.com/office/drawing/2014/main" id="{60C37242-0957-632E-F158-017DC7EC780D}"/>
                    </a:ext>
                  </a:extLst>
                </p:cNvPr>
                <p:cNvPicPr/>
                <p:nvPr/>
              </p:nvPicPr>
              <p:blipFill>
                <a:blip r:embed="rId26"/>
                <a:stretch>
                  <a:fillRect/>
                </a:stretch>
              </p:blipFill>
              <p:spPr>
                <a:xfrm>
                  <a:off x="231711" y="947345"/>
                  <a:ext cx="15120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97" name="Ink 96">
                  <a:extLst>
                    <a:ext uri="{FF2B5EF4-FFF2-40B4-BE49-F238E27FC236}">
                      <a16:creationId xmlns:a16="http://schemas.microsoft.com/office/drawing/2014/main" id="{18F42978-AAEF-FD23-A2C6-67D6E94E084A}"/>
                    </a:ext>
                  </a:extLst>
                </p14:cNvPr>
                <p14:cNvContentPartPr/>
                <p14:nvPr/>
              </p14:nvContentPartPr>
              <p14:xfrm>
                <a:off x="428631" y="1039865"/>
                <a:ext cx="85320" cy="105840"/>
              </p14:xfrm>
            </p:contentPart>
          </mc:Choice>
          <mc:Fallback xmlns="">
            <p:pic>
              <p:nvPicPr>
                <p:cNvPr id="97" name="Ink 96">
                  <a:extLst>
                    <a:ext uri="{FF2B5EF4-FFF2-40B4-BE49-F238E27FC236}">
                      <a16:creationId xmlns:a16="http://schemas.microsoft.com/office/drawing/2014/main" id="{18F42978-AAEF-FD23-A2C6-67D6E94E084A}"/>
                    </a:ext>
                  </a:extLst>
                </p:cNvPr>
                <p:cNvPicPr/>
                <p:nvPr/>
              </p:nvPicPr>
              <p:blipFill>
                <a:blip r:embed="rId28"/>
                <a:stretch>
                  <a:fillRect/>
                </a:stretch>
              </p:blipFill>
              <p:spPr>
                <a:xfrm>
                  <a:off x="419631" y="1031225"/>
                  <a:ext cx="10296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98" name="Ink 97">
                  <a:extLst>
                    <a:ext uri="{FF2B5EF4-FFF2-40B4-BE49-F238E27FC236}">
                      <a16:creationId xmlns:a16="http://schemas.microsoft.com/office/drawing/2014/main" id="{A2695BDE-ABC9-F5EA-B49B-35839B94F770}"/>
                    </a:ext>
                  </a:extLst>
                </p14:cNvPr>
                <p14:cNvContentPartPr/>
                <p14:nvPr/>
              </p14:nvContentPartPr>
              <p14:xfrm>
                <a:off x="530871" y="1002425"/>
                <a:ext cx="70920" cy="110520"/>
              </p14:xfrm>
            </p:contentPart>
          </mc:Choice>
          <mc:Fallback xmlns="">
            <p:pic>
              <p:nvPicPr>
                <p:cNvPr id="98" name="Ink 97">
                  <a:extLst>
                    <a:ext uri="{FF2B5EF4-FFF2-40B4-BE49-F238E27FC236}">
                      <a16:creationId xmlns:a16="http://schemas.microsoft.com/office/drawing/2014/main" id="{A2695BDE-ABC9-F5EA-B49B-35839B94F770}"/>
                    </a:ext>
                  </a:extLst>
                </p:cNvPr>
                <p:cNvPicPr/>
                <p:nvPr/>
              </p:nvPicPr>
              <p:blipFill>
                <a:blip r:embed="rId30"/>
                <a:stretch>
                  <a:fillRect/>
                </a:stretch>
              </p:blipFill>
              <p:spPr>
                <a:xfrm>
                  <a:off x="521871" y="993785"/>
                  <a:ext cx="8856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99" name="Ink 98">
                  <a:extLst>
                    <a:ext uri="{FF2B5EF4-FFF2-40B4-BE49-F238E27FC236}">
                      <a16:creationId xmlns:a16="http://schemas.microsoft.com/office/drawing/2014/main" id="{2806DB32-0C73-E83B-C7C7-EAE84F4E3C5E}"/>
                    </a:ext>
                  </a:extLst>
                </p14:cNvPr>
                <p14:cNvContentPartPr/>
                <p14:nvPr/>
              </p14:nvContentPartPr>
              <p14:xfrm>
                <a:off x="647511" y="968945"/>
                <a:ext cx="23760" cy="186840"/>
              </p14:xfrm>
            </p:contentPart>
          </mc:Choice>
          <mc:Fallback xmlns="">
            <p:pic>
              <p:nvPicPr>
                <p:cNvPr id="99" name="Ink 98">
                  <a:extLst>
                    <a:ext uri="{FF2B5EF4-FFF2-40B4-BE49-F238E27FC236}">
                      <a16:creationId xmlns:a16="http://schemas.microsoft.com/office/drawing/2014/main" id="{2806DB32-0C73-E83B-C7C7-EAE84F4E3C5E}"/>
                    </a:ext>
                  </a:extLst>
                </p:cNvPr>
                <p:cNvPicPr/>
                <p:nvPr/>
              </p:nvPicPr>
              <p:blipFill>
                <a:blip r:embed="rId32"/>
                <a:stretch>
                  <a:fillRect/>
                </a:stretch>
              </p:blipFill>
              <p:spPr>
                <a:xfrm>
                  <a:off x="638511" y="959945"/>
                  <a:ext cx="4140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84" name="Ink 83">
                  <a:extLst>
                    <a:ext uri="{FF2B5EF4-FFF2-40B4-BE49-F238E27FC236}">
                      <a16:creationId xmlns:a16="http://schemas.microsoft.com/office/drawing/2014/main" id="{81D7CAFD-5976-3FE6-050F-0B02703E63A5}"/>
                    </a:ext>
                  </a:extLst>
                </p14:cNvPr>
                <p14:cNvContentPartPr/>
                <p14:nvPr/>
              </p14:nvContentPartPr>
              <p14:xfrm>
                <a:off x="1247631" y="763745"/>
                <a:ext cx="15840" cy="179280"/>
              </p14:xfrm>
            </p:contentPart>
          </mc:Choice>
          <mc:Fallback xmlns="">
            <p:pic>
              <p:nvPicPr>
                <p:cNvPr id="84" name="Ink 83">
                  <a:extLst>
                    <a:ext uri="{FF2B5EF4-FFF2-40B4-BE49-F238E27FC236}">
                      <a16:creationId xmlns:a16="http://schemas.microsoft.com/office/drawing/2014/main" id="{81D7CAFD-5976-3FE6-050F-0B02703E63A5}"/>
                    </a:ext>
                  </a:extLst>
                </p:cNvPr>
                <p:cNvPicPr/>
                <p:nvPr/>
              </p:nvPicPr>
              <p:blipFill>
                <a:blip r:embed="rId34"/>
                <a:stretch>
                  <a:fillRect/>
                </a:stretch>
              </p:blipFill>
              <p:spPr>
                <a:xfrm>
                  <a:off x="1238631" y="755105"/>
                  <a:ext cx="3348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85" name="Ink 84">
                  <a:extLst>
                    <a:ext uri="{FF2B5EF4-FFF2-40B4-BE49-F238E27FC236}">
                      <a16:creationId xmlns:a16="http://schemas.microsoft.com/office/drawing/2014/main" id="{CED89EB6-CA11-A948-EAB0-B10192DBFDF4}"/>
                    </a:ext>
                  </a:extLst>
                </p14:cNvPr>
                <p14:cNvContentPartPr/>
                <p14:nvPr/>
              </p14:nvContentPartPr>
              <p14:xfrm>
                <a:off x="1383711" y="777785"/>
                <a:ext cx="82800" cy="128160"/>
              </p14:xfrm>
            </p:contentPart>
          </mc:Choice>
          <mc:Fallback xmlns="">
            <p:pic>
              <p:nvPicPr>
                <p:cNvPr id="85" name="Ink 84">
                  <a:extLst>
                    <a:ext uri="{FF2B5EF4-FFF2-40B4-BE49-F238E27FC236}">
                      <a16:creationId xmlns:a16="http://schemas.microsoft.com/office/drawing/2014/main" id="{CED89EB6-CA11-A948-EAB0-B10192DBFDF4}"/>
                    </a:ext>
                  </a:extLst>
                </p:cNvPr>
                <p:cNvPicPr/>
                <p:nvPr/>
              </p:nvPicPr>
              <p:blipFill>
                <a:blip r:embed="rId36"/>
                <a:stretch>
                  <a:fillRect/>
                </a:stretch>
              </p:blipFill>
              <p:spPr>
                <a:xfrm>
                  <a:off x="1375071" y="768785"/>
                  <a:ext cx="10044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86" name="Ink 85">
                  <a:extLst>
                    <a:ext uri="{FF2B5EF4-FFF2-40B4-BE49-F238E27FC236}">
                      <a16:creationId xmlns:a16="http://schemas.microsoft.com/office/drawing/2014/main" id="{C3ABA60D-B2A3-B0A9-472C-F9895D7E99AB}"/>
                    </a:ext>
                  </a:extLst>
                </p14:cNvPr>
                <p14:cNvContentPartPr/>
                <p14:nvPr/>
              </p14:nvContentPartPr>
              <p14:xfrm>
                <a:off x="1575951" y="901985"/>
                <a:ext cx="5760" cy="77760"/>
              </p14:xfrm>
            </p:contentPart>
          </mc:Choice>
          <mc:Fallback xmlns="">
            <p:pic>
              <p:nvPicPr>
                <p:cNvPr id="86" name="Ink 85">
                  <a:extLst>
                    <a:ext uri="{FF2B5EF4-FFF2-40B4-BE49-F238E27FC236}">
                      <a16:creationId xmlns:a16="http://schemas.microsoft.com/office/drawing/2014/main" id="{C3ABA60D-B2A3-B0A9-472C-F9895D7E99AB}"/>
                    </a:ext>
                  </a:extLst>
                </p:cNvPr>
                <p:cNvPicPr/>
                <p:nvPr/>
              </p:nvPicPr>
              <p:blipFill>
                <a:blip r:embed="rId38"/>
                <a:stretch>
                  <a:fillRect/>
                </a:stretch>
              </p:blipFill>
              <p:spPr>
                <a:xfrm>
                  <a:off x="1566951" y="892985"/>
                  <a:ext cx="2340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87" name="Ink 86">
                  <a:extLst>
                    <a:ext uri="{FF2B5EF4-FFF2-40B4-BE49-F238E27FC236}">
                      <a16:creationId xmlns:a16="http://schemas.microsoft.com/office/drawing/2014/main" id="{A5D51C26-46FF-A929-5400-A88218E6793B}"/>
                    </a:ext>
                  </a:extLst>
                </p14:cNvPr>
                <p14:cNvContentPartPr/>
                <p14:nvPr/>
              </p14:nvContentPartPr>
              <p14:xfrm>
                <a:off x="1652631" y="797585"/>
                <a:ext cx="69840" cy="118440"/>
              </p14:xfrm>
            </p:contentPart>
          </mc:Choice>
          <mc:Fallback xmlns="">
            <p:pic>
              <p:nvPicPr>
                <p:cNvPr id="87" name="Ink 86">
                  <a:extLst>
                    <a:ext uri="{FF2B5EF4-FFF2-40B4-BE49-F238E27FC236}">
                      <a16:creationId xmlns:a16="http://schemas.microsoft.com/office/drawing/2014/main" id="{A5D51C26-46FF-A929-5400-A88218E6793B}"/>
                    </a:ext>
                  </a:extLst>
                </p:cNvPr>
                <p:cNvPicPr/>
                <p:nvPr/>
              </p:nvPicPr>
              <p:blipFill>
                <a:blip r:embed="rId40"/>
                <a:stretch>
                  <a:fillRect/>
                </a:stretch>
              </p:blipFill>
              <p:spPr>
                <a:xfrm>
                  <a:off x="1643991" y="788945"/>
                  <a:ext cx="8748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88" name="Ink 87">
                  <a:extLst>
                    <a:ext uri="{FF2B5EF4-FFF2-40B4-BE49-F238E27FC236}">
                      <a16:creationId xmlns:a16="http://schemas.microsoft.com/office/drawing/2014/main" id="{33CD993A-6460-949A-6930-EC13A6AB1A6F}"/>
                    </a:ext>
                  </a:extLst>
                </p14:cNvPr>
                <p14:cNvContentPartPr/>
                <p14:nvPr/>
              </p14:nvContentPartPr>
              <p14:xfrm>
                <a:off x="1792671" y="785705"/>
                <a:ext cx="96840" cy="119520"/>
              </p14:xfrm>
            </p:contentPart>
          </mc:Choice>
          <mc:Fallback xmlns="">
            <p:pic>
              <p:nvPicPr>
                <p:cNvPr id="88" name="Ink 87">
                  <a:extLst>
                    <a:ext uri="{FF2B5EF4-FFF2-40B4-BE49-F238E27FC236}">
                      <a16:creationId xmlns:a16="http://schemas.microsoft.com/office/drawing/2014/main" id="{33CD993A-6460-949A-6930-EC13A6AB1A6F}"/>
                    </a:ext>
                  </a:extLst>
                </p:cNvPr>
                <p:cNvPicPr/>
                <p:nvPr/>
              </p:nvPicPr>
              <p:blipFill>
                <a:blip r:embed="rId42"/>
                <a:stretch>
                  <a:fillRect/>
                </a:stretch>
              </p:blipFill>
              <p:spPr>
                <a:xfrm>
                  <a:off x="1784031" y="777065"/>
                  <a:ext cx="11448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89" name="Ink 88">
                  <a:extLst>
                    <a:ext uri="{FF2B5EF4-FFF2-40B4-BE49-F238E27FC236}">
                      <a16:creationId xmlns:a16="http://schemas.microsoft.com/office/drawing/2014/main" id="{8AA64EB5-C6D7-2E71-415E-14CBB652DD64}"/>
                    </a:ext>
                  </a:extLst>
                </p14:cNvPr>
                <p14:cNvContentPartPr/>
                <p14:nvPr/>
              </p14:nvContentPartPr>
              <p14:xfrm>
                <a:off x="1983831" y="792185"/>
                <a:ext cx="76680" cy="109080"/>
              </p14:xfrm>
            </p:contentPart>
          </mc:Choice>
          <mc:Fallback xmlns="">
            <p:pic>
              <p:nvPicPr>
                <p:cNvPr id="89" name="Ink 88">
                  <a:extLst>
                    <a:ext uri="{FF2B5EF4-FFF2-40B4-BE49-F238E27FC236}">
                      <a16:creationId xmlns:a16="http://schemas.microsoft.com/office/drawing/2014/main" id="{8AA64EB5-C6D7-2E71-415E-14CBB652DD64}"/>
                    </a:ext>
                  </a:extLst>
                </p:cNvPr>
                <p:cNvPicPr/>
                <p:nvPr/>
              </p:nvPicPr>
              <p:blipFill>
                <a:blip r:embed="rId44"/>
                <a:stretch>
                  <a:fillRect/>
                </a:stretch>
              </p:blipFill>
              <p:spPr>
                <a:xfrm>
                  <a:off x="1974831" y="783185"/>
                  <a:ext cx="9432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91" name="Ink 90">
                  <a:extLst>
                    <a:ext uri="{FF2B5EF4-FFF2-40B4-BE49-F238E27FC236}">
                      <a16:creationId xmlns:a16="http://schemas.microsoft.com/office/drawing/2014/main" id="{E846B9C7-DC71-F3BB-6AE0-427BD3252CFB}"/>
                    </a:ext>
                  </a:extLst>
                </p14:cNvPr>
                <p14:cNvContentPartPr/>
                <p14:nvPr/>
              </p14:nvContentPartPr>
              <p14:xfrm>
                <a:off x="2248071" y="736025"/>
                <a:ext cx="127440" cy="192960"/>
              </p14:xfrm>
            </p:contentPart>
          </mc:Choice>
          <mc:Fallback xmlns="">
            <p:pic>
              <p:nvPicPr>
                <p:cNvPr id="91" name="Ink 90">
                  <a:extLst>
                    <a:ext uri="{FF2B5EF4-FFF2-40B4-BE49-F238E27FC236}">
                      <a16:creationId xmlns:a16="http://schemas.microsoft.com/office/drawing/2014/main" id="{E846B9C7-DC71-F3BB-6AE0-427BD3252CFB}"/>
                    </a:ext>
                  </a:extLst>
                </p:cNvPr>
                <p:cNvPicPr/>
                <p:nvPr/>
              </p:nvPicPr>
              <p:blipFill>
                <a:blip r:embed="rId46"/>
                <a:stretch>
                  <a:fillRect/>
                </a:stretch>
              </p:blipFill>
              <p:spPr>
                <a:xfrm>
                  <a:off x="2239071" y="727385"/>
                  <a:ext cx="14508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92" name="Ink 91">
                  <a:extLst>
                    <a:ext uri="{FF2B5EF4-FFF2-40B4-BE49-F238E27FC236}">
                      <a16:creationId xmlns:a16="http://schemas.microsoft.com/office/drawing/2014/main" id="{549A7F55-9678-6927-136E-BEED8694A6C6}"/>
                    </a:ext>
                  </a:extLst>
                </p14:cNvPr>
                <p14:cNvContentPartPr/>
                <p14:nvPr/>
              </p14:nvContentPartPr>
              <p14:xfrm>
                <a:off x="2433831" y="728105"/>
                <a:ext cx="88560" cy="156600"/>
              </p14:xfrm>
            </p:contentPart>
          </mc:Choice>
          <mc:Fallback xmlns="">
            <p:pic>
              <p:nvPicPr>
                <p:cNvPr id="92" name="Ink 91">
                  <a:extLst>
                    <a:ext uri="{FF2B5EF4-FFF2-40B4-BE49-F238E27FC236}">
                      <a16:creationId xmlns:a16="http://schemas.microsoft.com/office/drawing/2014/main" id="{549A7F55-9678-6927-136E-BEED8694A6C6}"/>
                    </a:ext>
                  </a:extLst>
                </p:cNvPr>
                <p:cNvPicPr/>
                <p:nvPr/>
              </p:nvPicPr>
              <p:blipFill>
                <a:blip r:embed="rId48"/>
                <a:stretch>
                  <a:fillRect/>
                </a:stretch>
              </p:blipFill>
              <p:spPr>
                <a:xfrm>
                  <a:off x="2425191" y="719465"/>
                  <a:ext cx="1062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93" name="Ink 92">
                  <a:extLst>
                    <a:ext uri="{FF2B5EF4-FFF2-40B4-BE49-F238E27FC236}">
                      <a16:creationId xmlns:a16="http://schemas.microsoft.com/office/drawing/2014/main" id="{F62B8304-FB11-6DAF-BFCC-026A399B01FD}"/>
                    </a:ext>
                  </a:extLst>
                </p14:cNvPr>
                <p14:cNvContentPartPr/>
                <p14:nvPr/>
              </p14:nvContentPartPr>
              <p14:xfrm>
                <a:off x="2538231" y="723425"/>
                <a:ext cx="80280" cy="109440"/>
              </p14:xfrm>
            </p:contentPart>
          </mc:Choice>
          <mc:Fallback xmlns="">
            <p:pic>
              <p:nvPicPr>
                <p:cNvPr id="93" name="Ink 92">
                  <a:extLst>
                    <a:ext uri="{FF2B5EF4-FFF2-40B4-BE49-F238E27FC236}">
                      <a16:creationId xmlns:a16="http://schemas.microsoft.com/office/drawing/2014/main" id="{F62B8304-FB11-6DAF-BFCC-026A399B01FD}"/>
                    </a:ext>
                  </a:extLst>
                </p:cNvPr>
                <p:cNvPicPr/>
                <p:nvPr/>
              </p:nvPicPr>
              <p:blipFill>
                <a:blip r:embed="rId50"/>
                <a:stretch>
                  <a:fillRect/>
                </a:stretch>
              </p:blipFill>
              <p:spPr>
                <a:xfrm>
                  <a:off x="2529591" y="714785"/>
                  <a:ext cx="9792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94" name="Ink 93">
                  <a:extLst>
                    <a:ext uri="{FF2B5EF4-FFF2-40B4-BE49-F238E27FC236}">
                      <a16:creationId xmlns:a16="http://schemas.microsoft.com/office/drawing/2014/main" id="{2C7CD68D-53FE-5998-E296-1A046A3E78A5}"/>
                    </a:ext>
                  </a:extLst>
                </p14:cNvPr>
                <p14:cNvContentPartPr/>
                <p14:nvPr/>
              </p14:nvContentPartPr>
              <p14:xfrm>
                <a:off x="2675391" y="676985"/>
                <a:ext cx="148680" cy="126720"/>
              </p14:xfrm>
            </p:contentPart>
          </mc:Choice>
          <mc:Fallback xmlns="">
            <p:pic>
              <p:nvPicPr>
                <p:cNvPr id="94" name="Ink 93">
                  <a:extLst>
                    <a:ext uri="{FF2B5EF4-FFF2-40B4-BE49-F238E27FC236}">
                      <a16:creationId xmlns:a16="http://schemas.microsoft.com/office/drawing/2014/main" id="{2C7CD68D-53FE-5998-E296-1A046A3E78A5}"/>
                    </a:ext>
                  </a:extLst>
                </p:cNvPr>
                <p:cNvPicPr/>
                <p:nvPr/>
              </p:nvPicPr>
              <p:blipFill>
                <a:blip r:embed="rId52"/>
                <a:stretch>
                  <a:fillRect/>
                </a:stretch>
              </p:blipFill>
              <p:spPr>
                <a:xfrm>
                  <a:off x="2666391" y="668345"/>
                  <a:ext cx="16632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06" name="Ink 105">
                  <a:extLst>
                    <a:ext uri="{FF2B5EF4-FFF2-40B4-BE49-F238E27FC236}">
                      <a16:creationId xmlns:a16="http://schemas.microsoft.com/office/drawing/2014/main" id="{86C6BCB6-533A-EAE2-6325-64CF58DA0F06}"/>
                    </a:ext>
                  </a:extLst>
                </p14:cNvPr>
                <p14:cNvContentPartPr/>
                <p14:nvPr/>
              </p14:nvContentPartPr>
              <p14:xfrm>
                <a:off x="1982031" y="1093145"/>
                <a:ext cx="84240" cy="227520"/>
              </p14:xfrm>
            </p:contentPart>
          </mc:Choice>
          <mc:Fallback xmlns="">
            <p:pic>
              <p:nvPicPr>
                <p:cNvPr id="106" name="Ink 105">
                  <a:extLst>
                    <a:ext uri="{FF2B5EF4-FFF2-40B4-BE49-F238E27FC236}">
                      <a16:creationId xmlns:a16="http://schemas.microsoft.com/office/drawing/2014/main" id="{86C6BCB6-533A-EAE2-6325-64CF58DA0F06}"/>
                    </a:ext>
                  </a:extLst>
                </p:cNvPr>
                <p:cNvPicPr/>
                <p:nvPr/>
              </p:nvPicPr>
              <p:blipFill>
                <a:blip r:embed="rId54"/>
                <a:stretch>
                  <a:fillRect/>
                </a:stretch>
              </p:blipFill>
              <p:spPr>
                <a:xfrm>
                  <a:off x="1973031" y="1084505"/>
                  <a:ext cx="10188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07" name="Ink 106">
                  <a:extLst>
                    <a:ext uri="{FF2B5EF4-FFF2-40B4-BE49-F238E27FC236}">
                      <a16:creationId xmlns:a16="http://schemas.microsoft.com/office/drawing/2014/main" id="{640B6824-92FC-2444-AFC2-A5CBD9F1E0C9}"/>
                    </a:ext>
                  </a:extLst>
                </p14:cNvPr>
                <p14:cNvContentPartPr/>
                <p14:nvPr/>
              </p14:nvContentPartPr>
              <p14:xfrm>
                <a:off x="2197311" y="1108625"/>
                <a:ext cx="112680" cy="151920"/>
              </p14:xfrm>
            </p:contentPart>
          </mc:Choice>
          <mc:Fallback xmlns="">
            <p:pic>
              <p:nvPicPr>
                <p:cNvPr id="107" name="Ink 106">
                  <a:extLst>
                    <a:ext uri="{FF2B5EF4-FFF2-40B4-BE49-F238E27FC236}">
                      <a16:creationId xmlns:a16="http://schemas.microsoft.com/office/drawing/2014/main" id="{640B6824-92FC-2444-AFC2-A5CBD9F1E0C9}"/>
                    </a:ext>
                  </a:extLst>
                </p:cNvPr>
                <p:cNvPicPr/>
                <p:nvPr/>
              </p:nvPicPr>
              <p:blipFill>
                <a:blip r:embed="rId56"/>
                <a:stretch>
                  <a:fillRect/>
                </a:stretch>
              </p:blipFill>
              <p:spPr>
                <a:xfrm>
                  <a:off x="2188311" y="1099985"/>
                  <a:ext cx="13032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08" name="Ink 107">
                  <a:extLst>
                    <a:ext uri="{FF2B5EF4-FFF2-40B4-BE49-F238E27FC236}">
                      <a16:creationId xmlns:a16="http://schemas.microsoft.com/office/drawing/2014/main" id="{480D5413-5E8A-12BF-5F61-575DB205407D}"/>
                    </a:ext>
                  </a:extLst>
                </p14:cNvPr>
                <p14:cNvContentPartPr/>
                <p14:nvPr/>
              </p14:nvContentPartPr>
              <p14:xfrm>
                <a:off x="2364351" y="1103225"/>
                <a:ext cx="20880" cy="103680"/>
              </p14:xfrm>
            </p:contentPart>
          </mc:Choice>
          <mc:Fallback xmlns="">
            <p:pic>
              <p:nvPicPr>
                <p:cNvPr id="108" name="Ink 107">
                  <a:extLst>
                    <a:ext uri="{FF2B5EF4-FFF2-40B4-BE49-F238E27FC236}">
                      <a16:creationId xmlns:a16="http://schemas.microsoft.com/office/drawing/2014/main" id="{480D5413-5E8A-12BF-5F61-575DB205407D}"/>
                    </a:ext>
                  </a:extLst>
                </p:cNvPr>
                <p:cNvPicPr/>
                <p:nvPr/>
              </p:nvPicPr>
              <p:blipFill>
                <a:blip r:embed="rId58"/>
                <a:stretch>
                  <a:fillRect/>
                </a:stretch>
              </p:blipFill>
              <p:spPr>
                <a:xfrm>
                  <a:off x="2355351" y="1094225"/>
                  <a:ext cx="3852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09" name="Ink 108">
                  <a:extLst>
                    <a:ext uri="{FF2B5EF4-FFF2-40B4-BE49-F238E27FC236}">
                      <a16:creationId xmlns:a16="http://schemas.microsoft.com/office/drawing/2014/main" id="{BF533C8B-7763-2FBD-33C1-A487E7460C35}"/>
                    </a:ext>
                  </a:extLst>
                </p14:cNvPr>
                <p14:cNvContentPartPr/>
                <p14:nvPr/>
              </p14:nvContentPartPr>
              <p14:xfrm>
                <a:off x="2491431" y="1101065"/>
                <a:ext cx="91080" cy="118440"/>
              </p14:xfrm>
            </p:contentPart>
          </mc:Choice>
          <mc:Fallback xmlns="">
            <p:pic>
              <p:nvPicPr>
                <p:cNvPr id="109" name="Ink 108">
                  <a:extLst>
                    <a:ext uri="{FF2B5EF4-FFF2-40B4-BE49-F238E27FC236}">
                      <a16:creationId xmlns:a16="http://schemas.microsoft.com/office/drawing/2014/main" id="{BF533C8B-7763-2FBD-33C1-A487E7460C35}"/>
                    </a:ext>
                  </a:extLst>
                </p:cNvPr>
                <p:cNvPicPr/>
                <p:nvPr/>
              </p:nvPicPr>
              <p:blipFill>
                <a:blip r:embed="rId60"/>
                <a:stretch>
                  <a:fillRect/>
                </a:stretch>
              </p:blipFill>
              <p:spPr>
                <a:xfrm>
                  <a:off x="2482431" y="1092425"/>
                  <a:ext cx="10872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10" name="Ink 109">
                  <a:extLst>
                    <a:ext uri="{FF2B5EF4-FFF2-40B4-BE49-F238E27FC236}">
                      <a16:creationId xmlns:a16="http://schemas.microsoft.com/office/drawing/2014/main" id="{FBFAEA5F-20C9-2209-D309-7666EE7803A4}"/>
                    </a:ext>
                  </a:extLst>
                </p14:cNvPr>
                <p14:cNvContentPartPr/>
                <p14:nvPr/>
              </p14:nvContentPartPr>
              <p14:xfrm>
                <a:off x="2505471" y="1070465"/>
                <a:ext cx="81000" cy="25920"/>
              </p14:xfrm>
            </p:contentPart>
          </mc:Choice>
          <mc:Fallback xmlns="">
            <p:pic>
              <p:nvPicPr>
                <p:cNvPr id="110" name="Ink 109">
                  <a:extLst>
                    <a:ext uri="{FF2B5EF4-FFF2-40B4-BE49-F238E27FC236}">
                      <a16:creationId xmlns:a16="http://schemas.microsoft.com/office/drawing/2014/main" id="{FBFAEA5F-20C9-2209-D309-7666EE7803A4}"/>
                    </a:ext>
                  </a:extLst>
                </p:cNvPr>
                <p:cNvPicPr/>
                <p:nvPr/>
              </p:nvPicPr>
              <p:blipFill>
                <a:blip r:embed="rId62"/>
                <a:stretch>
                  <a:fillRect/>
                </a:stretch>
              </p:blipFill>
              <p:spPr>
                <a:xfrm>
                  <a:off x="2496471" y="1061465"/>
                  <a:ext cx="986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11" name="Ink 110">
                  <a:extLst>
                    <a:ext uri="{FF2B5EF4-FFF2-40B4-BE49-F238E27FC236}">
                      <a16:creationId xmlns:a16="http://schemas.microsoft.com/office/drawing/2014/main" id="{4EB7A214-63EB-8A22-01F5-6F05E130E48E}"/>
                    </a:ext>
                  </a:extLst>
                </p14:cNvPr>
                <p14:cNvContentPartPr/>
                <p14:nvPr/>
              </p14:nvContentPartPr>
              <p14:xfrm>
                <a:off x="2690151" y="1108625"/>
                <a:ext cx="136440" cy="128520"/>
              </p14:xfrm>
            </p:contentPart>
          </mc:Choice>
          <mc:Fallback xmlns="">
            <p:pic>
              <p:nvPicPr>
                <p:cNvPr id="111" name="Ink 110">
                  <a:extLst>
                    <a:ext uri="{FF2B5EF4-FFF2-40B4-BE49-F238E27FC236}">
                      <a16:creationId xmlns:a16="http://schemas.microsoft.com/office/drawing/2014/main" id="{4EB7A214-63EB-8A22-01F5-6F05E130E48E}"/>
                    </a:ext>
                  </a:extLst>
                </p:cNvPr>
                <p:cNvPicPr/>
                <p:nvPr/>
              </p:nvPicPr>
              <p:blipFill>
                <a:blip r:embed="rId64"/>
                <a:stretch>
                  <a:fillRect/>
                </a:stretch>
              </p:blipFill>
              <p:spPr>
                <a:xfrm>
                  <a:off x="2681511" y="1099625"/>
                  <a:ext cx="1540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12" name="Ink 111">
                  <a:extLst>
                    <a:ext uri="{FF2B5EF4-FFF2-40B4-BE49-F238E27FC236}">
                      <a16:creationId xmlns:a16="http://schemas.microsoft.com/office/drawing/2014/main" id="{D6A3D837-3BBC-9300-D7C2-820FB4BD1531}"/>
                    </a:ext>
                  </a:extLst>
                </p14:cNvPr>
                <p14:cNvContentPartPr/>
                <p14:nvPr/>
              </p14:nvContentPartPr>
              <p14:xfrm>
                <a:off x="2859351" y="1110065"/>
                <a:ext cx="15480" cy="110520"/>
              </p14:xfrm>
            </p:contentPart>
          </mc:Choice>
          <mc:Fallback xmlns="">
            <p:pic>
              <p:nvPicPr>
                <p:cNvPr id="112" name="Ink 111">
                  <a:extLst>
                    <a:ext uri="{FF2B5EF4-FFF2-40B4-BE49-F238E27FC236}">
                      <a16:creationId xmlns:a16="http://schemas.microsoft.com/office/drawing/2014/main" id="{D6A3D837-3BBC-9300-D7C2-820FB4BD1531}"/>
                    </a:ext>
                  </a:extLst>
                </p:cNvPr>
                <p:cNvPicPr/>
                <p:nvPr/>
              </p:nvPicPr>
              <p:blipFill>
                <a:blip r:embed="rId66"/>
                <a:stretch>
                  <a:fillRect/>
                </a:stretch>
              </p:blipFill>
              <p:spPr>
                <a:xfrm>
                  <a:off x="2850351" y="1101065"/>
                  <a:ext cx="3312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13" name="Ink 112">
                  <a:extLst>
                    <a:ext uri="{FF2B5EF4-FFF2-40B4-BE49-F238E27FC236}">
                      <a16:creationId xmlns:a16="http://schemas.microsoft.com/office/drawing/2014/main" id="{F2652F6E-3A18-DBA1-8E9E-B45EFB53622B}"/>
                    </a:ext>
                  </a:extLst>
                </p14:cNvPr>
                <p14:cNvContentPartPr/>
                <p14:nvPr/>
              </p14:nvContentPartPr>
              <p14:xfrm>
                <a:off x="2832711" y="1099265"/>
                <a:ext cx="36360" cy="67680"/>
              </p14:xfrm>
            </p:contentPart>
          </mc:Choice>
          <mc:Fallback xmlns="">
            <p:pic>
              <p:nvPicPr>
                <p:cNvPr id="113" name="Ink 112">
                  <a:extLst>
                    <a:ext uri="{FF2B5EF4-FFF2-40B4-BE49-F238E27FC236}">
                      <a16:creationId xmlns:a16="http://schemas.microsoft.com/office/drawing/2014/main" id="{F2652F6E-3A18-DBA1-8E9E-B45EFB53622B}"/>
                    </a:ext>
                  </a:extLst>
                </p:cNvPr>
                <p:cNvPicPr/>
                <p:nvPr/>
              </p:nvPicPr>
              <p:blipFill>
                <a:blip r:embed="rId68"/>
                <a:stretch>
                  <a:fillRect/>
                </a:stretch>
              </p:blipFill>
              <p:spPr>
                <a:xfrm>
                  <a:off x="2823711" y="1090625"/>
                  <a:ext cx="5400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14" name="Ink 113">
                  <a:extLst>
                    <a:ext uri="{FF2B5EF4-FFF2-40B4-BE49-F238E27FC236}">
                      <a16:creationId xmlns:a16="http://schemas.microsoft.com/office/drawing/2014/main" id="{F1760D6E-3A06-FB1D-33E9-1B984F8DCA14}"/>
                    </a:ext>
                  </a:extLst>
                </p14:cNvPr>
                <p14:cNvContentPartPr/>
                <p14:nvPr/>
              </p14:nvContentPartPr>
              <p14:xfrm>
                <a:off x="2866191" y="1101425"/>
                <a:ext cx="109440" cy="110520"/>
              </p14:xfrm>
            </p:contentPart>
          </mc:Choice>
          <mc:Fallback xmlns="">
            <p:pic>
              <p:nvPicPr>
                <p:cNvPr id="114" name="Ink 113">
                  <a:extLst>
                    <a:ext uri="{FF2B5EF4-FFF2-40B4-BE49-F238E27FC236}">
                      <a16:creationId xmlns:a16="http://schemas.microsoft.com/office/drawing/2014/main" id="{F1760D6E-3A06-FB1D-33E9-1B984F8DCA14}"/>
                    </a:ext>
                  </a:extLst>
                </p:cNvPr>
                <p:cNvPicPr/>
                <p:nvPr/>
              </p:nvPicPr>
              <p:blipFill>
                <a:blip r:embed="rId70"/>
                <a:stretch>
                  <a:fillRect/>
                </a:stretch>
              </p:blipFill>
              <p:spPr>
                <a:xfrm>
                  <a:off x="2857191" y="1092425"/>
                  <a:ext cx="12708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15" name="Ink 114">
                  <a:extLst>
                    <a:ext uri="{FF2B5EF4-FFF2-40B4-BE49-F238E27FC236}">
                      <a16:creationId xmlns:a16="http://schemas.microsoft.com/office/drawing/2014/main" id="{2EB6125F-8BFB-EA2A-5E53-DD482D3F4A2C}"/>
                    </a:ext>
                  </a:extLst>
                </p14:cNvPr>
                <p14:cNvContentPartPr/>
                <p14:nvPr/>
              </p14:nvContentPartPr>
              <p14:xfrm>
                <a:off x="3019191" y="1084145"/>
                <a:ext cx="49320" cy="94680"/>
              </p14:xfrm>
            </p:contentPart>
          </mc:Choice>
          <mc:Fallback xmlns="">
            <p:pic>
              <p:nvPicPr>
                <p:cNvPr id="115" name="Ink 114">
                  <a:extLst>
                    <a:ext uri="{FF2B5EF4-FFF2-40B4-BE49-F238E27FC236}">
                      <a16:creationId xmlns:a16="http://schemas.microsoft.com/office/drawing/2014/main" id="{2EB6125F-8BFB-EA2A-5E53-DD482D3F4A2C}"/>
                    </a:ext>
                  </a:extLst>
                </p:cNvPr>
                <p:cNvPicPr/>
                <p:nvPr/>
              </p:nvPicPr>
              <p:blipFill>
                <a:blip r:embed="rId72"/>
                <a:stretch>
                  <a:fillRect/>
                </a:stretch>
              </p:blipFill>
              <p:spPr>
                <a:xfrm>
                  <a:off x="3010191" y="1075505"/>
                  <a:ext cx="6696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16" name="Ink 115">
                  <a:extLst>
                    <a:ext uri="{FF2B5EF4-FFF2-40B4-BE49-F238E27FC236}">
                      <a16:creationId xmlns:a16="http://schemas.microsoft.com/office/drawing/2014/main" id="{AC50B6D3-C0E8-5DBC-673A-F6C1DC84B340}"/>
                    </a:ext>
                  </a:extLst>
                </p14:cNvPr>
                <p14:cNvContentPartPr/>
                <p14:nvPr/>
              </p14:nvContentPartPr>
              <p14:xfrm>
                <a:off x="3089031" y="1095305"/>
                <a:ext cx="73080" cy="104760"/>
              </p14:xfrm>
            </p:contentPart>
          </mc:Choice>
          <mc:Fallback xmlns="">
            <p:pic>
              <p:nvPicPr>
                <p:cNvPr id="116" name="Ink 115">
                  <a:extLst>
                    <a:ext uri="{FF2B5EF4-FFF2-40B4-BE49-F238E27FC236}">
                      <a16:creationId xmlns:a16="http://schemas.microsoft.com/office/drawing/2014/main" id="{AC50B6D3-C0E8-5DBC-673A-F6C1DC84B340}"/>
                    </a:ext>
                  </a:extLst>
                </p:cNvPr>
                <p:cNvPicPr/>
                <p:nvPr/>
              </p:nvPicPr>
              <p:blipFill>
                <a:blip r:embed="rId74"/>
                <a:stretch>
                  <a:fillRect/>
                </a:stretch>
              </p:blipFill>
              <p:spPr>
                <a:xfrm>
                  <a:off x="3080391" y="1086305"/>
                  <a:ext cx="907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17" name="Ink 116">
                  <a:extLst>
                    <a:ext uri="{FF2B5EF4-FFF2-40B4-BE49-F238E27FC236}">
                      <a16:creationId xmlns:a16="http://schemas.microsoft.com/office/drawing/2014/main" id="{BD7A8851-4D93-FE68-B94D-657F869FD33B}"/>
                    </a:ext>
                  </a:extLst>
                </p14:cNvPr>
                <p14:cNvContentPartPr/>
                <p14:nvPr/>
              </p14:nvContentPartPr>
              <p14:xfrm>
                <a:off x="3207471" y="1020065"/>
                <a:ext cx="120960" cy="187200"/>
              </p14:xfrm>
            </p:contentPart>
          </mc:Choice>
          <mc:Fallback xmlns="">
            <p:pic>
              <p:nvPicPr>
                <p:cNvPr id="117" name="Ink 116">
                  <a:extLst>
                    <a:ext uri="{FF2B5EF4-FFF2-40B4-BE49-F238E27FC236}">
                      <a16:creationId xmlns:a16="http://schemas.microsoft.com/office/drawing/2014/main" id="{BD7A8851-4D93-FE68-B94D-657F869FD33B}"/>
                    </a:ext>
                  </a:extLst>
                </p:cNvPr>
                <p:cNvPicPr/>
                <p:nvPr/>
              </p:nvPicPr>
              <p:blipFill>
                <a:blip r:embed="rId76"/>
                <a:stretch>
                  <a:fillRect/>
                </a:stretch>
              </p:blipFill>
              <p:spPr>
                <a:xfrm>
                  <a:off x="3198471" y="1011425"/>
                  <a:ext cx="13860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81" name="Ink 180">
                  <a:extLst>
                    <a:ext uri="{FF2B5EF4-FFF2-40B4-BE49-F238E27FC236}">
                      <a16:creationId xmlns:a16="http://schemas.microsoft.com/office/drawing/2014/main" id="{0D6AD2CA-4B92-5B89-BFE2-B28B4EA76991}"/>
                    </a:ext>
                  </a:extLst>
                </p14:cNvPr>
                <p14:cNvContentPartPr/>
                <p14:nvPr/>
              </p14:nvContentPartPr>
              <p14:xfrm>
                <a:off x="1277151" y="1195745"/>
                <a:ext cx="138240" cy="138960"/>
              </p14:xfrm>
            </p:contentPart>
          </mc:Choice>
          <mc:Fallback xmlns="">
            <p:pic>
              <p:nvPicPr>
                <p:cNvPr id="181" name="Ink 180">
                  <a:extLst>
                    <a:ext uri="{FF2B5EF4-FFF2-40B4-BE49-F238E27FC236}">
                      <a16:creationId xmlns:a16="http://schemas.microsoft.com/office/drawing/2014/main" id="{0D6AD2CA-4B92-5B89-BFE2-B28B4EA76991}"/>
                    </a:ext>
                  </a:extLst>
                </p:cNvPr>
                <p:cNvPicPr/>
                <p:nvPr/>
              </p:nvPicPr>
              <p:blipFill>
                <a:blip r:embed="rId78"/>
                <a:stretch>
                  <a:fillRect/>
                </a:stretch>
              </p:blipFill>
              <p:spPr>
                <a:xfrm>
                  <a:off x="1268151" y="1187105"/>
                  <a:ext cx="15588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82" name="Ink 181">
                  <a:extLst>
                    <a:ext uri="{FF2B5EF4-FFF2-40B4-BE49-F238E27FC236}">
                      <a16:creationId xmlns:a16="http://schemas.microsoft.com/office/drawing/2014/main" id="{CA728758-B73E-65F7-7B6F-11F4E4BB4A0F}"/>
                    </a:ext>
                  </a:extLst>
                </p14:cNvPr>
                <p14:cNvContentPartPr/>
                <p14:nvPr/>
              </p14:nvContentPartPr>
              <p14:xfrm>
                <a:off x="1310271" y="1161905"/>
                <a:ext cx="94320" cy="202320"/>
              </p14:xfrm>
            </p:contentPart>
          </mc:Choice>
          <mc:Fallback xmlns="">
            <p:pic>
              <p:nvPicPr>
                <p:cNvPr id="182" name="Ink 181">
                  <a:extLst>
                    <a:ext uri="{FF2B5EF4-FFF2-40B4-BE49-F238E27FC236}">
                      <a16:creationId xmlns:a16="http://schemas.microsoft.com/office/drawing/2014/main" id="{CA728758-B73E-65F7-7B6F-11F4E4BB4A0F}"/>
                    </a:ext>
                  </a:extLst>
                </p:cNvPr>
                <p:cNvPicPr/>
                <p:nvPr/>
              </p:nvPicPr>
              <p:blipFill>
                <a:blip r:embed="rId80"/>
                <a:stretch>
                  <a:fillRect/>
                </a:stretch>
              </p:blipFill>
              <p:spPr>
                <a:xfrm>
                  <a:off x="1301271" y="1152905"/>
                  <a:ext cx="11196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83" name="Ink 182">
                  <a:extLst>
                    <a:ext uri="{FF2B5EF4-FFF2-40B4-BE49-F238E27FC236}">
                      <a16:creationId xmlns:a16="http://schemas.microsoft.com/office/drawing/2014/main" id="{959892D2-6DE6-EDBB-04A9-61B2985840E7}"/>
                    </a:ext>
                  </a:extLst>
                </p14:cNvPr>
                <p14:cNvContentPartPr/>
                <p14:nvPr/>
              </p14:nvContentPartPr>
              <p14:xfrm>
                <a:off x="1519431" y="1106465"/>
                <a:ext cx="247680" cy="268200"/>
              </p14:xfrm>
            </p:contentPart>
          </mc:Choice>
          <mc:Fallback xmlns="">
            <p:pic>
              <p:nvPicPr>
                <p:cNvPr id="183" name="Ink 182">
                  <a:extLst>
                    <a:ext uri="{FF2B5EF4-FFF2-40B4-BE49-F238E27FC236}">
                      <a16:creationId xmlns:a16="http://schemas.microsoft.com/office/drawing/2014/main" id="{959892D2-6DE6-EDBB-04A9-61B2985840E7}"/>
                    </a:ext>
                  </a:extLst>
                </p:cNvPr>
                <p:cNvPicPr/>
                <p:nvPr/>
              </p:nvPicPr>
              <p:blipFill>
                <a:blip r:embed="rId82"/>
                <a:stretch>
                  <a:fillRect/>
                </a:stretch>
              </p:blipFill>
              <p:spPr>
                <a:xfrm>
                  <a:off x="1510791" y="1097825"/>
                  <a:ext cx="265320" cy="2858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34" name="Ink 33">
                  <a:extLst>
                    <a:ext uri="{FF2B5EF4-FFF2-40B4-BE49-F238E27FC236}">
                      <a16:creationId xmlns:a16="http://schemas.microsoft.com/office/drawing/2014/main" id="{F31B66F1-F253-B631-3251-28BFDB02E2DC}"/>
                    </a:ext>
                  </a:extLst>
                </p14:cNvPr>
                <p14:cNvContentPartPr/>
                <p14:nvPr/>
              </p14:nvContentPartPr>
              <p14:xfrm>
                <a:off x="1413591" y="1874705"/>
                <a:ext cx="1183680" cy="672120"/>
              </p14:xfrm>
            </p:contentPart>
          </mc:Choice>
          <mc:Fallback xmlns="">
            <p:pic>
              <p:nvPicPr>
                <p:cNvPr id="34" name="Ink 33">
                  <a:extLst>
                    <a:ext uri="{FF2B5EF4-FFF2-40B4-BE49-F238E27FC236}">
                      <a16:creationId xmlns:a16="http://schemas.microsoft.com/office/drawing/2014/main" id="{F31B66F1-F253-B631-3251-28BFDB02E2DC}"/>
                    </a:ext>
                  </a:extLst>
                </p:cNvPr>
                <p:cNvPicPr/>
                <p:nvPr/>
              </p:nvPicPr>
              <p:blipFill>
                <a:blip r:embed="rId84"/>
                <a:stretch>
                  <a:fillRect/>
                </a:stretch>
              </p:blipFill>
              <p:spPr>
                <a:xfrm>
                  <a:off x="1404951" y="1865705"/>
                  <a:ext cx="1201320" cy="6897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35" name="Ink 34">
                  <a:extLst>
                    <a:ext uri="{FF2B5EF4-FFF2-40B4-BE49-F238E27FC236}">
                      <a16:creationId xmlns:a16="http://schemas.microsoft.com/office/drawing/2014/main" id="{DA9B98B6-AA1F-5511-0352-C23493BB2E76}"/>
                    </a:ext>
                  </a:extLst>
                </p14:cNvPr>
                <p14:cNvContentPartPr/>
                <p14:nvPr/>
              </p14:nvContentPartPr>
              <p14:xfrm>
                <a:off x="1465071" y="2044985"/>
                <a:ext cx="1004760" cy="92160"/>
              </p14:xfrm>
            </p:contentPart>
          </mc:Choice>
          <mc:Fallback xmlns="">
            <p:pic>
              <p:nvPicPr>
                <p:cNvPr id="35" name="Ink 34">
                  <a:extLst>
                    <a:ext uri="{FF2B5EF4-FFF2-40B4-BE49-F238E27FC236}">
                      <a16:creationId xmlns:a16="http://schemas.microsoft.com/office/drawing/2014/main" id="{DA9B98B6-AA1F-5511-0352-C23493BB2E76}"/>
                    </a:ext>
                  </a:extLst>
                </p:cNvPr>
                <p:cNvPicPr/>
                <p:nvPr/>
              </p:nvPicPr>
              <p:blipFill>
                <a:blip r:embed="rId86"/>
                <a:stretch>
                  <a:fillRect/>
                </a:stretch>
              </p:blipFill>
              <p:spPr>
                <a:xfrm>
                  <a:off x="1456071" y="2036345"/>
                  <a:ext cx="10224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36" name="Ink 35">
                  <a:extLst>
                    <a:ext uri="{FF2B5EF4-FFF2-40B4-BE49-F238E27FC236}">
                      <a16:creationId xmlns:a16="http://schemas.microsoft.com/office/drawing/2014/main" id="{820AF290-4AD9-F971-8C06-33707298E07B}"/>
                    </a:ext>
                  </a:extLst>
                </p14:cNvPr>
                <p14:cNvContentPartPr/>
                <p14:nvPr/>
              </p14:nvContentPartPr>
              <p14:xfrm>
                <a:off x="1646871" y="2216705"/>
                <a:ext cx="149400" cy="202680"/>
              </p14:xfrm>
            </p:contentPart>
          </mc:Choice>
          <mc:Fallback xmlns="">
            <p:pic>
              <p:nvPicPr>
                <p:cNvPr id="36" name="Ink 35">
                  <a:extLst>
                    <a:ext uri="{FF2B5EF4-FFF2-40B4-BE49-F238E27FC236}">
                      <a16:creationId xmlns:a16="http://schemas.microsoft.com/office/drawing/2014/main" id="{820AF290-4AD9-F971-8C06-33707298E07B}"/>
                    </a:ext>
                  </a:extLst>
                </p:cNvPr>
                <p:cNvPicPr/>
                <p:nvPr/>
              </p:nvPicPr>
              <p:blipFill>
                <a:blip r:embed="rId88"/>
                <a:stretch>
                  <a:fillRect/>
                </a:stretch>
              </p:blipFill>
              <p:spPr>
                <a:xfrm>
                  <a:off x="1637871" y="2208065"/>
                  <a:ext cx="1670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37" name="Ink 36">
                  <a:extLst>
                    <a:ext uri="{FF2B5EF4-FFF2-40B4-BE49-F238E27FC236}">
                      <a16:creationId xmlns:a16="http://schemas.microsoft.com/office/drawing/2014/main" id="{C6856C58-0099-D14C-18D1-F94BCF0EBC85}"/>
                    </a:ext>
                  </a:extLst>
                </p14:cNvPr>
                <p14:cNvContentPartPr/>
                <p14:nvPr/>
              </p14:nvContentPartPr>
              <p14:xfrm>
                <a:off x="1782951" y="2297345"/>
                <a:ext cx="72720" cy="102240"/>
              </p14:xfrm>
            </p:contentPart>
          </mc:Choice>
          <mc:Fallback xmlns="">
            <p:pic>
              <p:nvPicPr>
                <p:cNvPr id="37" name="Ink 36">
                  <a:extLst>
                    <a:ext uri="{FF2B5EF4-FFF2-40B4-BE49-F238E27FC236}">
                      <a16:creationId xmlns:a16="http://schemas.microsoft.com/office/drawing/2014/main" id="{C6856C58-0099-D14C-18D1-F94BCF0EBC85}"/>
                    </a:ext>
                  </a:extLst>
                </p:cNvPr>
                <p:cNvPicPr/>
                <p:nvPr/>
              </p:nvPicPr>
              <p:blipFill>
                <a:blip r:embed="rId90"/>
                <a:stretch>
                  <a:fillRect/>
                </a:stretch>
              </p:blipFill>
              <p:spPr>
                <a:xfrm>
                  <a:off x="1774311" y="2288345"/>
                  <a:ext cx="9036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38" name="Ink 37">
                  <a:extLst>
                    <a:ext uri="{FF2B5EF4-FFF2-40B4-BE49-F238E27FC236}">
                      <a16:creationId xmlns:a16="http://schemas.microsoft.com/office/drawing/2014/main" id="{9659D8F7-1778-253E-38E7-82971B4808AF}"/>
                    </a:ext>
                  </a:extLst>
                </p14:cNvPr>
                <p14:cNvContentPartPr/>
                <p14:nvPr/>
              </p14:nvContentPartPr>
              <p14:xfrm>
                <a:off x="1903911" y="2283305"/>
                <a:ext cx="59760" cy="90000"/>
              </p14:xfrm>
            </p:contentPart>
          </mc:Choice>
          <mc:Fallback xmlns="">
            <p:pic>
              <p:nvPicPr>
                <p:cNvPr id="38" name="Ink 37">
                  <a:extLst>
                    <a:ext uri="{FF2B5EF4-FFF2-40B4-BE49-F238E27FC236}">
                      <a16:creationId xmlns:a16="http://schemas.microsoft.com/office/drawing/2014/main" id="{9659D8F7-1778-253E-38E7-82971B4808AF}"/>
                    </a:ext>
                  </a:extLst>
                </p:cNvPr>
                <p:cNvPicPr/>
                <p:nvPr/>
              </p:nvPicPr>
              <p:blipFill>
                <a:blip r:embed="rId92"/>
                <a:stretch>
                  <a:fillRect/>
                </a:stretch>
              </p:blipFill>
              <p:spPr>
                <a:xfrm>
                  <a:off x="1894911" y="2274305"/>
                  <a:ext cx="7740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39" name="Ink 38">
                  <a:extLst>
                    <a:ext uri="{FF2B5EF4-FFF2-40B4-BE49-F238E27FC236}">
                      <a16:creationId xmlns:a16="http://schemas.microsoft.com/office/drawing/2014/main" id="{145A170F-89AD-225B-7533-95B30FF94893}"/>
                    </a:ext>
                  </a:extLst>
                </p14:cNvPr>
                <p14:cNvContentPartPr/>
                <p14:nvPr/>
              </p14:nvContentPartPr>
              <p14:xfrm>
                <a:off x="1980231" y="2209145"/>
                <a:ext cx="20160" cy="180720"/>
              </p14:xfrm>
            </p:contentPart>
          </mc:Choice>
          <mc:Fallback xmlns="">
            <p:pic>
              <p:nvPicPr>
                <p:cNvPr id="39" name="Ink 38">
                  <a:extLst>
                    <a:ext uri="{FF2B5EF4-FFF2-40B4-BE49-F238E27FC236}">
                      <a16:creationId xmlns:a16="http://schemas.microsoft.com/office/drawing/2014/main" id="{145A170F-89AD-225B-7533-95B30FF94893}"/>
                    </a:ext>
                  </a:extLst>
                </p:cNvPr>
                <p:cNvPicPr/>
                <p:nvPr/>
              </p:nvPicPr>
              <p:blipFill>
                <a:blip r:embed="rId94"/>
                <a:stretch>
                  <a:fillRect/>
                </a:stretch>
              </p:blipFill>
              <p:spPr>
                <a:xfrm>
                  <a:off x="1971231" y="2200505"/>
                  <a:ext cx="3780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40" name="Ink 39">
                  <a:extLst>
                    <a:ext uri="{FF2B5EF4-FFF2-40B4-BE49-F238E27FC236}">
                      <a16:creationId xmlns:a16="http://schemas.microsoft.com/office/drawing/2014/main" id="{5F8C7E2F-EB81-E632-49FA-277E0508EF94}"/>
                    </a:ext>
                  </a:extLst>
                </p14:cNvPr>
                <p14:cNvContentPartPr/>
                <p14:nvPr/>
              </p14:nvContentPartPr>
              <p14:xfrm>
                <a:off x="2050791" y="2217425"/>
                <a:ext cx="102240" cy="157320"/>
              </p14:xfrm>
            </p:contentPart>
          </mc:Choice>
          <mc:Fallback xmlns="">
            <p:pic>
              <p:nvPicPr>
                <p:cNvPr id="40" name="Ink 39">
                  <a:extLst>
                    <a:ext uri="{FF2B5EF4-FFF2-40B4-BE49-F238E27FC236}">
                      <a16:creationId xmlns:a16="http://schemas.microsoft.com/office/drawing/2014/main" id="{5F8C7E2F-EB81-E632-49FA-277E0508EF94}"/>
                    </a:ext>
                  </a:extLst>
                </p:cNvPr>
                <p:cNvPicPr/>
                <p:nvPr/>
              </p:nvPicPr>
              <p:blipFill>
                <a:blip r:embed="rId96"/>
                <a:stretch>
                  <a:fillRect/>
                </a:stretch>
              </p:blipFill>
              <p:spPr>
                <a:xfrm>
                  <a:off x="2042151" y="2208785"/>
                  <a:ext cx="1198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41" name="Ink 40">
                  <a:extLst>
                    <a:ext uri="{FF2B5EF4-FFF2-40B4-BE49-F238E27FC236}">
                      <a16:creationId xmlns:a16="http://schemas.microsoft.com/office/drawing/2014/main" id="{50764C4A-331A-EC34-D807-5BC80D0EDBE9}"/>
                    </a:ext>
                  </a:extLst>
                </p14:cNvPr>
                <p14:cNvContentPartPr/>
                <p14:nvPr/>
              </p14:nvContentPartPr>
              <p14:xfrm>
                <a:off x="2176791" y="2258825"/>
                <a:ext cx="65880" cy="111240"/>
              </p14:xfrm>
            </p:contentPart>
          </mc:Choice>
          <mc:Fallback xmlns="">
            <p:pic>
              <p:nvPicPr>
                <p:cNvPr id="41" name="Ink 40">
                  <a:extLst>
                    <a:ext uri="{FF2B5EF4-FFF2-40B4-BE49-F238E27FC236}">
                      <a16:creationId xmlns:a16="http://schemas.microsoft.com/office/drawing/2014/main" id="{50764C4A-331A-EC34-D807-5BC80D0EDBE9}"/>
                    </a:ext>
                  </a:extLst>
                </p:cNvPr>
                <p:cNvPicPr/>
                <p:nvPr/>
              </p:nvPicPr>
              <p:blipFill>
                <a:blip r:embed="rId98"/>
                <a:stretch>
                  <a:fillRect/>
                </a:stretch>
              </p:blipFill>
              <p:spPr>
                <a:xfrm>
                  <a:off x="2167791" y="2250185"/>
                  <a:ext cx="8352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42" name="Ink 41">
                  <a:extLst>
                    <a:ext uri="{FF2B5EF4-FFF2-40B4-BE49-F238E27FC236}">
                      <a16:creationId xmlns:a16="http://schemas.microsoft.com/office/drawing/2014/main" id="{C600B3A5-8F6C-2D6D-52AC-B7FD4405B984}"/>
                    </a:ext>
                  </a:extLst>
                </p14:cNvPr>
                <p14:cNvContentPartPr/>
                <p14:nvPr/>
              </p14:nvContentPartPr>
              <p14:xfrm>
                <a:off x="2250591" y="2271065"/>
                <a:ext cx="60480" cy="70920"/>
              </p14:xfrm>
            </p:contentPart>
          </mc:Choice>
          <mc:Fallback xmlns="">
            <p:pic>
              <p:nvPicPr>
                <p:cNvPr id="42" name="Ink 41">
                  <a:extLst>
                    <a:ext uri="{FF2B5EF4-FFF2-40B4-BE49-F238E27FC236}">
                      <a16:creationId xmlns:a16="http://schemas.microsoft.com/office/drawing/2014/main" id="{C600B3A5-8F6C-2D6D-52AC-B7FD4405B984}"/>
                    </a:ext>
                  </a:extLst>
                </p:cNvPr>
                <p:cNvPicPr/>
                <p:nvPr/>
              </p:nvPicPr>
              <p:blipFill>
                <a:blip r:embed="rId100"/>
                <a:stretch>
                  <a:fillRect/>
                </a:stretch>
              </p:blipFill>
              <p:spPr>
                <a:xfrm>
                  <a:off x="2241951" y="2262065"/>
                  <a:ext cx="7812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43" name="Ink 42">
                  <a:extLst>
                    <a:ext uri="{FF2B5EF4-FFF2-40B4-BE49-F238E27FC236}">
                      <a16:creationId xmlns:a16="http://schemas.microsoft.com/office/drawing/2014/main" id="{4A1A5903-6625-066E-4580-2CED016FA5B3}"/>
                    </a:ext>
                  </a:extLst>
                </p14:cNvPr>
                <p14:cNvContentPartPr/>
                <p14:nvPr/>
              </p14:nvContentPartPr>
              <p14:xfrm>
                <a:off x="2224311" y="2237945"/>
                <a:ext cx="89640" cy="156600"/>
              </p14:xfrm>
            </p:contentPart>
          </mc:Choice>
          <mc:Fallback xmlns="">
            <p:pic>
              <p:nvPicPr>
                <p:cNvPr id="43" name="Ink 42">
                  <a:extLst>
                    <a:ext uri="{FF2B5EF4-FFF2-40B4-BE49-F238E27FC236}">
                      <a16:creationId xmlns:a16="http://schemas.microsoft.com/office/drawing/2014/main" id="{4A1A5903-6625-066E-4580-2CED016FA5B3}"/>
                    </a:ext>
                  </a:extLst>
                </p:cNvPr>
                <p:cNvPicPr/>
                <p:nvPr/>
              </p:nvPicPr>
              <p:blipFill>
                <a:blip r:embed="rId102"/>
                <a:stretch>
                  <a:fillRect/>
                </a:stretch>
              </p:blipFill>
              <p:spPr>
                <a:xfrm>
                  <a:off x="2215311" y="2228945"/>
                  <a:ext cx="10728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0" name="Ink 59">
                  <a:extLst>
                    <a:ext uri="{FF2B5EF4-FFF2-40B4-BE49-F238E27FC236}">
                      <a16:creationId xmlns:a16="http://schemas.microsoft.com/office/drawing/2014/main" id="{445D22EA-2EC7-548C-4F75-BB9E8D052493}"/>
                    </a:ext>
                  </a:extLst>
                </p14:cNvPr>
                <p14:cNvContentPartPr/>
                <p14:nvPr/>
              </p14:nvContentPartPr>
              <p14:xfrm>
                <a:off x="3228351" y="1926545"/>
                <a:ext cx="42480" cy="565920"/>
              </p14:xfrm>
            </p:contentPart>
          </mc:Choice>
          <mc:Fallback xmlns="">
            <p:pic>
              <p:nvPicPr>
                <p:cNvPr id="60" name="Ink 59">
                  <a:extLst>
                    <a:ext uri="{FF2B5EF4-FFF2-40B4-BE49-F238E27FC236}">
                      <a16:creationId xmlns:a16="http://schemas.microsoft.com/office/drawing/2014/main" id="{445D22EA-2EC7-548C-4F75-BB9E8D052493}"/>
                    </a:ext>
                  </a:extLst>
                </p:cNvPr>
                <p:cNvPicPr/>
                <p:nvPr/>
              </p:nvPicPr>
              <p:blipFill>
                <a:blip r:embed="rId104"/>
                <a:stretch>
                  <a:fillRect/>
                </a:stretch>
              </p:blipFill>
              <p:spPr>
                <a:xfrm>
                  <a:off x="3219351" y="1917545"/>
                  <a:ext cx="60120" cy="5835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1" name="Ink 60">
                  <a:extLst>
                    <a:ext uri="{FF2B5EF4-FFF2-40B4-BE49-F238E27FC236}">
                      <a16:creationId xmlns:a16="http://schemas.microsoft.com/office/drawing/2014/main" id="{3779AA82-FB38-701A-D666-1518F57BF25A}"/>
                    </a:ext>
                  </a:extLst>
                </p14:cNvPr>
                <p14:cNvContentPartPr/>
                <p14:nvPr/>
              </p14:nvContentPartPr>
              <p14:xfrm>
                <a:off x="3254271" y="1884785"/>
                <a:ext cx="29880" cy="12600"/>
              </p14:xfrm>
            </p:contentPart>
          </mc:Choice>
          <mc:Fallback xmlns="">
            <p:pic>
              <p:nvPicPr>
                <p:cNvPr id="61" name="Ink 60">
                  <a:extLst>
                    <a:ext uri="{FF2B5EF4-FFF2-40B4-BE49-F238E27FC236}">
                      <a16:creationId xmlns:a16="http://schemas.microsoft.com/office/drawing/2014/main" id="{3779AA82-FB38-701A-D666-1518F57BF25A}"/>
                    </a:ext>
                  </a:extLst>
                </p:cNvPr>
                <p:cNvPicPr/>
                <p:nvPr/>
              </p:nvPicPr>
              <p:blipFill>
                <a:blip r:embed="rId106"/>
                <a:stretch>
                  <a:fillRect/>
                </a:stretch>
              </p:blipFill>
              <p:spPr>
                <a:xfrm>
                  <a:off x="3245271" y="1875785"/>
                  <a:ext cx="4752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2" name="Ink 61">
                  <a:extLst>
                    <a:ext uri="{FF2B5EF4-FFF2-40B4-BE49-F238E27FC236}">
                      <a16:creationId xmlns:a16="http://schemas.microsoft.com/office/drawing/2014/main" id="{6A1D731D-447A-54DE-6563-E3FB55E95643}"/>
                    </a:ext>
                  </a:extLst>
                </p14:cNvPr>
                <p14:cNvContentPartPr/>
                <p14:nvPr/>
              </p14:nvContentPartPr>
              <p14:xfrm>
                <a:off x="3227991" y="1904225"/>
                <a:ext cx="446040" cy="15120"/>
              </p14:xfrm>
            </p:contentPart>
          </mc:Choice>
          <mc:Fallback xmlns="">
            <p:pic>
              <p:nvPicPr>
                <p:cNvPr id="62" name="Ink 61">
                  <a:extLst>
                    <a:ext uri="{FF2B5EF4-FFF2-40B4-BE49-F238E27FC236}">
                      <a16:creationId xmlns:a16="http://schemas.microsoft.com/office/drawing/2014/main" id="{6A1D731D-447A-54DE-6563-E3FB55E95643}"/>
                    </a:ext>
                  </a:extLst>
                </p:cNvPr>
                <p:cNvPicPr/>
                <p:nvPr/>
              </p:nvPicPr>
              <p:blipFill>
                <a:blip r:embed="rId108"/>
                <a:stretch>
                  <a:fillRect/>
                </a:stretch>
              </p:blipFill>
              <p:spPr>
                <a:xfrm>
                  <a:off x="3219351" y="1895585"/>
                  <a:ext cx="46368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4" name="Ink 63">
                  <a:extLst>
                    <a:ext uri="{FF2B5EF4-FFF2-40B4-BE49-F238E27FC236}">
                      <a16:creationId xmlns:a16="http://schemas.microsoft.com/office/drawing/2014/main" id="{C2D2508E-F5A1-4748-35BA-DE3D73B66FCF}"/>
                    </a:ext>
                  </a:extLst>
                </p14:cNvPr>
                <p14:cNvContentPartPr/>
                <p14:nvPr/>
              </p14:nvContentPartPr>
              <p14:xfrm>
                <a:off x="3652431" y="1879025"/>
                <a:ext cx="1536840" cy="894240"/>
              </p14:xfrm>
            </p:contentPart>
          </mc:Choice>
          <mc:Fallback xmlns="">
            <p:pic>
              <p:nvPicPr>
                <p:cNvPr id="64" name="Ink 63">
                  <a:extLst>
                    <a:ext uri="{FF2B5EF4-FFF2-40B4-BE49-F238E27FC236}">
                      <a16:creationId xmlns:a16="http://schemas.microsoft.com/office/drawing/2014/main" id="{C2D2508E-F5A1-4748-35BA-DE3D73B66FCF}"/>
                    </a:ext>
                  </a:extLst>
                </p:cNvPr>
                <p:cNvPicPr/>
                <p:nvPr/>
              </p:nvPicPr>
              <p:blipFill>
                <a:blip r:embed="rId110"/>
                <a:stretch>
                  <a:fillRect/>
                </a:stretch>
              </p:blipFill>
              <p:spPr>
                <a:xfrm>
                  <a:off x="3643431" y="1870025"/>
                  <a:ext cx="1554480" cy="91188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6" name="Ink 65">
                  <a:extLst>
                    <a:ext uri="{FF2B5EF4-FFF2-40B4-BE49-F238E27FC236}">
                      <a16:creationId xmlns:a16="http://schemas.microsoft.com/office/drawing/2014/main" id="{E8FE4E79-0957-EA64-1B0E-C493F2711C50}"/>
                    </a:ext>
                  </a:extLst>
                </p14:cNvPr>
                <p14:cNvContentPartPr/>
                <p14:nvPr/>
              </p14:nvContentPartPr>
              <p14:xfrm>
                <a:off x="3237711" y="1893425"/>
                <a:ext cx="2531880" cy="1011960"/>
              </p14:xfrm>
            </p:contentPart>
          </mc:Choice>
          <mc:Fallback xmlns="">
            <p:pic>
              <p:nvPicPr>
                <p:cNvPr id="66" name="Ink 65">
                  <a:extLst>
                    <a:ext uri="{FF2B5EF4-FFF2-40B4-BE49-F238E27FC236}">
                      <a16:creationId xmlns:a16="http://schemas.microsoft.com/office/drawing/2014/main" id="{E8FE4E79-0957-EA64-1B0E-C493F2711C50}"/>
                    </a:ext>
                  </a:extLst>
                </p:cNvPr>
                <p:cNvPicPr/>
                <p:nvPr/>
              </p:nvPicPr>
              <p:blipFill>
                <a:blip r:embed="rId112"/>
                <a:stretch>
                  <a:fillRect/>
                </a:stretch>
              </p:blipFill>
              <p:spPr>
                <a:xfrm>
                  <a:off x="3229071" y="1884425"/>
                  <a:ext cx="2549520" cy="10296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7" name="Ink 66">
                  <a:extLst>
                    <a:ext uri="{FF2B5EF4-FFF2-40B4-BE49-F238E27FC236}">
                      <a16:creationId xmlns:a16="http://schemas.microsoft.com/office/drawing/2014/main" id="{DF235720-5EB6-6448-4BD3-48112573F096}"/>
                    </a:ext>
                  </a:extLst>
                </p14:cNvPr>
                <p14:cNvContentPartPr/>
                <p14:nvPr/>
              </p14:nvContentPartPr>
              <p14:xfrm>
                <a:off x="3258591" y="2420825"/>
                <a:ext cx="77040" cy="531000"/>
              </p14:xfrm>
            </p:contentPart>
          </mc:Choice>
          <mc:Fallback xmlns="">
            <p:pic>
              <p:nvPicPr>
                <p:cNvPr id="67" name="Ink 66">
                  <a:extLst>
                    <a:ext uri="{FF2B5EF4-FFF2-40B4-BE49-F238E27FC236}">
                      <a16:creationId xmlns:a16="http://schemas.microsoft.com/office/drawing/2014/main" id="{DF235720-5EB6-6448-4BD3-48112573F096}"/>
                    </a:ext>
                  </a:extLst>
                </p:cNvPr>
                <p:cNvPicPr/>
                <p:nvPr/>
              </p:nvPicPr>
              <p:blipFill>
                <a:blip r:embed="rId114"/>
                <a:stretch>
                  <a:fillRect/>
                </a:stretch>
              </p:blipFill>
              <p:spPr>
                <a:xfrm>
                  <a:off x="3249591" y="2411825"/>
                  <a:ext cx="94680" cy="5486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8" name="Ink 67">
                  <a:extLst>
                    <a:ext uri="{FF2B5EF4-FFF2-40B4-BE49-F238E27FC236}">
                      <a16:creationId xmlns:a16="http://schemas.microsoft.com/office/drawing/2014/main" id="{DD8B0355-FC44-83F9-EB3A-48B528D31A9E}"/>
                    </a:ext>
                  </a:extLst>
                </p14:cNvPr>
                <p14:cNvContentPartPr/>
                <p14:nvPr/>
              </p14:nvContentPartPr>
              <p14:xfrm>
                <a:off x="3488271" y="2933825"/>
                <a:ext cx="92520" cy="101880"/>
              </p14:xfrm>
            </p:contentPart>
          </mc:Choice>
          <mc:Fallback xmlns="">
            <p:pic>
              <p:nvPicPr>
                <p:cNvPr id="68" name="Ink 67">
                  <a:extLst>
                    <a:ext uri="{FF2B5EF4-FFF2-40B4-BE49-F238E27FC236}">
                      <a16:creationId xmlns:a16="http://schemas.microsoft.com/office/drawing/2014/main" id="{DD8B0355-FC44-83F9-EB3A-48B528D31A9E}"/>
                    </a:ext>
                  </a:extLst>
                </p:cNvPr>
                <p:cNvPicPr/>
                <p:nvPr/>
              </p:nvPicPr>
              <p:blipFill>
                <a:blip r:embed="rId116"/>
                <a:stretch>
                  <a:fillRect/>
                </a:stretch>
              </p:blipFill>
              <p:spPr>
                <a:xfrm>
                  <a:off x="3479271" y="2925185"/>
                  <a:ext cx="11016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9" name="Ink 68">
                  <a:extLst>
                    <a:ext uri="{FF2B5EF4-FFF2-40B4-BE49-F238E27FC236}">
                      <a16:creationId xmlns:a16="http://schemas.microsoft.com/office/drawing/2014/main" id="{5DEE4463-047C-EB70-AA6A-8E5CBBD6382E}"/>
                    </a:ext>
                  </a:extLst>
                </p14:cNvPr>
                <p14:cNvContentPartPr/>
                <p14:nvPr/>
              </p14:nvContentPartPr>
              <p14:xfrm>
                <a:off x="4394031" y="2894225"/>
                <a:ext cx="73080" cy="50760"/>
              </p14:xfrm>
            </p:contentPart>
          </mc:Choice>
          <mc:Fallback xmlns="">
            <p:pic>
              <p:nvPicPr>
                <p:cNvPr id="69" name="Ink 68">
                  <a:extLst>
                    <a:ext uri="{FF2B5EF4-FFF2-40B4-BE49-F238E27FC236}">
                      <a16:creationId xmlns:a16="http://schemas.microsoft.com/office/drawing/2014/main" id="{5DEE4463-047C-EB70-AA6A-8E5CBBD6382E}"/>
                    </a:ext>
                  </a:extLst>
                </p:cNvPr>
                <p:cNvPicPr/>
                <p:nvPr/>
              </p:nvPicPr>
              <p:blipFill>
                <a:blip r:embed="rId118"/>
                <a:stretch>
                  <a:fillRect/>
                </a:stretch>
              </p:blipFill>
              <p:spPr>
                <a:xfrm>
                  <a:off x="4385391" y="2885225"/>
                  <a:ext cx="9072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0" name="Ink 69">
                  <a:extLst>
                    <a:ext uri="{FF2B5EF4-FFF2-40B4-BE49-F238E27FC236}">
                      <a16:creationId xmlns:a16="http://schemas.microsoft.com/office/drawing/2014/main" id="{3D2C2B1E-13C0-F8AF-8E15-886B968232A5}"/>
                    </a:ext>
                  </a:extLst>
                </p14:cNvPr>
                <p14:cNvContentPartPr/>
                <p14:nvPr/>
              </p14:nvContentPartPr>
              <p14:xfrm>
                <a:off x="5547471" y="2854265"/>
                <a:ext cx="66600" cy="81360"/>
              </p14:xfrm>
            </p:contentPart>
          </mc:Choice>
          <mc:Fallback xmlns="">
            <p:pic>
              <p:nvPicPr>
                <p:cNvPr id="70" name="Ink 69">
                  <a:extLst>
                    <a:ext uri="{FF2B5EF4-FFF2-40B4-BE49-F238E27FC236}">
                      <a16:creationId xmlns:a16="http://schemas.microsoft.com/office/drawing/2014/main" id="{3D2C2B1E-13C0-F8AF-8E15-886B968232A5}"/>
                    </a:ext>
                  </a:extLst>
                </p:cNvPr>
                <p:cNvPicPr/>
                <p:nvPr/>
              </p:nvPicPr>
              <p:blipFill>
                <a:blip r:embed="rId120"/>
                <a:stretch>
                  <a:fillRect/>
                </a:stretch>
              </p:blipFill>
              <p:spPr>
                <a:xfrm>
                  <a:off x="5538831" y="2845265"/>
                  <a:ext cx="8424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5" name="Ink 74">
                  <a:extLst>
                    <a:ext uri="{FF2B5EF4-FFF2-40B4-BE49-F238E27FC236}">
                      <a16:creationId xmlns:a16="http://schemas.microsoft.com/office/drawing/2014/main" id="{AFE5E441-8F94-56B5-E3DF-97DB79ED0A23}"/>
                    </a:ext>
                  </a:extLst>
                </p14:cNvPr>
                <p14:cNvContentPartPr/>
                <p14:nvPr/>
              </p14:nvContentPartPr>
              <p14:xfrm>
                <a:off x="3244911" y="3348905"/>
                <a:ext cx="2833200" cy="1141920"/>
              </p14:xfrm>
            </p:contentPart>
          </mc:Choice>
          <mc:Fallback xmlns="">
            <p:pic>
              <p:nvPicPr>
                <p:cNvPr id="75" name="Ink 74">
                  <a:extLst>
                    <a:ext uri="{FF2B5EF4-FFF2-40B4-BE49-F238E27FC236}">
                      <a16:creationId xmlns:a16="http://schemas.microsoft.com/office/drawing/2014/main" id="{AFE5E441-8F94-56B5-E3DF-97DB79ED0A23}"/>
                    </a:ext>
                  </a:extLst>
                </p:cNvPr>
                <p:cNvPicPr/>
                <p:nvPr/>
              </p:nvPicPr>
              <p:blipFill>
                <a:blip r:embed="rId122"/>
                <a:stretch>
                  <a:fillRect/>
                </a:stretch>
              </p:blipFill>
              <p:spPr>
                <a:xfrm>
                  <a:off x="3235911" y="3340265"/>
                  <a:ext cx="2850840" cy="11595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6" name="Ink 75">
                  <a:extLst>
                    <a:ext uri="{FF2B5EF4-FFF2-40B4-BE49-F238E27FC236}">
                      <a16:creationId xmlns:a16="http://schemas.microsoft.com/office/drawing/2014/main" id="{7DBAA296-E0CA-30FC-31DD-11E673148205}"/>
                    </a:ext>
                  </a:extLst>
                </p14:cNvPr>
                <p14:cNvContentPartPr/>
                <p14:nvPr/>
              </p14:nvContentPartPr>
              <p14:xfrm>
                <a:off x="3662511" y="4486865"/>
                <a:ext cx="146160" cy="91080"/>
              </p14:xfrm>
            </p:contentPart>
          </mc:Choice>
          <mc:Fallback xmlns="">
            <p:pic>
              <p:nvPicPr>
                <p:cNvPr id="76" name="Ink 75">
                  <a:extLst>
                    <a:ext uri="{FF2B5EF4-FFF2-40B4-BE49-F238E27FC236}">
                      <a16:creationId xmlns:a16="http://schemas.microsoft.com/office/drawing/2014/main" id="{7DBAA296-E0CA-30FC-31DD-11E673148205}"/>
                    </a:ext>
                  </a:extLst>
                </p:cNvPr>
                <p:cNvPicPr/>
                <p:nvPr/>
              </p:nvPicPr>
              <p:blipFill>
                <a:blip r:embed="rId124"/>
                <a:stretch>
                  <a:fillRect/>
                </a:stretch>
              </p:blipFill>
              <p:spPr>
                <a:xfrm>
                  <a:off x="3653511" y="4477865"/>
                  <a:ext cx="16380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7" name="Ink 76">
                  <a:extLst>
                    <a:ext uri="{FF2B5EF4-FFF2-40B4-BE49-F238E27FC236}">
                      <a16:creationId xmlns:a16="http://schemas.microsoft.com/office/drawing/2014/main" id="{49ADF5FD-9682-5AB4-521B-E4E75A479602}"/>
                    </a:ext>
                  </a:extLst>
                </p14:cNvPr>
                <p14:cNvContentPartPr/>
                <p14:nvPr/>
              </p14:nvContentPartPr>
              <p14:xfrm>
                <a:off x="4684551" y="4435385"/>
                <a:ext cx="85320" cy="106560"/>
              </p14:xfrm>
            </p:contentPart>
          </mc:Choice>
          <mc:Fallback xmlns="">
            <p:pic>
              <p:nvPicPr>
                <p:cNvPr id="77" name="Ink 76">
                  <a:extLst>
                    <a:ext uri="{FF2B5EF4-FFF2-40B4-BE49-F238E27FC236}">
                      <a16:creationId xmlns:a16="http://schemas.microsoft.com/office/drawing/2014/main" id="{49ADF5FD-9682-5AB4-521B-E4E75A479602}"/>
                    </a:ext>
                  </a:extLst>
                </p:cNvPr>
                <p:cNvPicPr/>
                <p:nvPr/>
              </p:nvPicPr>
              <p:blipFill>
                <a:blip r:embed="rId126"/>
                <a:stretch>
                  <a:fillRect/>
                </a:stretch>
              </p:blipFill>
              <p:spPr>
                <a:xfrm>
                  <a:off x="4675551" y="4426745"/>
                  <a:ext cx="1029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8" name="Ink 77">
                  <a:extLst>
                    <a:ext uri="{FF2B5EF4-FFF2-40B4-BE49-F238E27FC236}">
                      <a16:creationId xmlns:a16="http://schemas.microsoft.com/office/drawing/2014/main" id="{29E793B6-C819-C99D-0381-341212850252}"/>
                    </a:ext>
                  </a:extLst>
                </p14:cNvPr>
                <p14:cNvContentPartPr/>
                <p14:nvPr/>
              </p14:nvContentPartPr>
              <p14:xfrm>
                <a:off x="5623791" y="4391825"/>
                <a:ext cx="142920" cy="96120"/>
              </p14:xfrm>
            </p:contentPart>
          </mc:Choice>
          <mc:Fallback xmlns="">
            <p:pic>
              <p:nvPicPr>
                <p:cNvPr id="78" name="Ink 77">
                  <a:extLst>
                    <a:ext uri="{FF2B5EF4-FFF2-40B4-BE49-F238E27FC236}">
                      <a16:creationId xmlns:a16="http://schemas.microsoft.com/office/drawing/2014/main" id="{29E793B6-C819-C99D-0381-341212850252}"/>
                    </a:ext>
                  </a:extLst>
                </p:cNvPr>
                <p:cNvPicPr/>
                <p:nvPr/>
              </p:nvPicPr>
              <p:blipFill>
                <a:blip r:embed="rId128"/>
                <a:stretch>
                  <a:fillRect/>
                </a:stretch>
              </p:blipFill>
              <p:spPr>
                <a:xfrm>
                  <a:off x="5614791" y="4383185"/>
                  <a:ext cx="16056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80" name="Ink 79">
                  <a:extLst>
                    <a:ext uri="{FF2B5EF4-FFF2-40B4-BE49-F238E27FC236}">
                      <a16:creationId xmlns:a16="http://schemas.microsoft.com/office/drawing/2014/main" id="{B46AD9AB-6FE2-82BC-0381-D22C768BA45D}"/>
                    </a:ext>
                  </a:extLst>
                </p14:cNvPr>
                <p14:cNvContentPartPr/>
                <p14:nvPr/>
              </p14:nvContentPartPr>
              <p14:xfrm>
                <a:off x="3632271" y="3738065"/>
                <a:ext cx="1950120" cy="46080"/>
              </p14:xfrm>
            </p:contentPart>
          </mc:Choice>
          <mc:Fallback xmlns="">
            <p:pic>
              <p:nvPicPr>
                <p:cNvPr id="80" name="Ink 79">
                  <a:extLst>
                    <a:ext uri="{FF2B5EF4-FFF2-40B4-BE49-F238E27FC236}">
                      <a16:creationId xmlns:a16="http://schemas.microsoft.com/office/drawing/2014/main" id="{B46AD9AB-6FE2-82BC-0381-D22C768BA45D}"/>
                    </a:ext>
                  </a:extLst>
                </p:cNvPr>
                <p:cNvPicPr/>
                <p:nvPr/>
              </p:nvPicPr>
              <p:blipFill>
                <a:blip r:embed="rId130"/>
                <a:stretch>
                  <a:fillRect/>
                </a:stretch>
              </p:blipFill>
              <p:spPr>
                <a:xfrm>
                  <a:off x="3623271" y="3729065"/>
                  <a:ext cx="196776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1" name="Ink 80">
                  <a:extLst>
                    <a:ext uri="{FF2B5EF4-FFF2-40B4-BE49-F238E27FC236}">
                      <a16:creationId xmlns:a16="http://schemas.microsoft.com/office/drawing/2014/main" id="{64F66CB7-A643-D6CC-EA06-7BABE43FAD33}"/>
                    </a:ext>
                  </a:extLst>
                </p14:cNvPr>
                <p14:cNvContentPartPr/>
                <p14:nvPr/>
              </p14:nvContentPartPr>
              <p14:xfrm>
                <a:off x="3954831" y="3682265"/>
                <a:ext cx="390240" cy="425520"/>
              </p14:xfrm>
            </p:contentPart>
          </mc:Choice>
          <mc:Fallback xmlns="">
            <p:pic>
              <p:nvPicPr>
                <p:cNvPr id="81" name="Ink 80">
                  <a:extLst>
                    <a:ext uri="{FF2B5EF4-FFF2-40B4-BE49-F238E27FC236}">
                      <a16:creationId xmlns:a16="http://schemas.microsoft.com/office/drawing/2014/main" id="{64F66CB7-A643-D6CC-EA06-7BABE43FAD33}"/>
                    </a:ext>
                  </a:extLst>
                </p:cNvPr>
                <p:cNvPicPr/>
                <p:nvPr/>
              </p:nvPicPr>
              <p:blipFill>
                <a:blip r:embed="rId132"/>
                <a:stretch>
                  <a:fillRect/>
                </a:stretch>
              </p:blipFill>
              <p:spPr>
                <a:xfrm>
                  <a:off x="3945831" y="3673265"/>
                  <a:ext cx="407880" cy="44316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2" name="Ink 81">
                  <a:extLst>
                    <a:ext uri="{FF2B5EF4-FFF2-40B4-BE49-F238E27FC236}">
                      <a16:creationId xmlns:a16="http://schemas.microsoft.com/office/drawing/2014/main" id="{6BE4ADEC-FE7A-7A60-77CF-18CAA829E215}"/>
                    </a:ext>
                  </a:extLst>
                </p14:cNvPr>
                <p14:cNvContentPartPr/>
                <p14:nvPr/>
              </p14:nvContentPartPr>
              <p14:xfrm>
                <a:off x="4788951" y="3645185"/>
                <a:ext cx="413280" cy="452880"/>
              </p14:xfrm>
            </p:contentPart>
          </mc:Choice>
          <mc:Fallback xmlns="">
            <p:pic>
              <p:nvPicPr>
                <p:cNvPr id="82" name="Ink 81">
                  <a:extLst>
                    <a:ext uri="{FF2B5EF4-FFF2-40B4-BE49-F238E27FC236}">
                      <a16:creationId xmlns:a16="http://schemas.microsoft.com/office/drawing/2014/main" id="{6BE4ADEC-FE7A-7A60-77CF-18CAA829E215}"/>
                    </a:ext>
                  </a:extLst>
                </p:cNvPr>
                <p:cNvPicPr/>
                <p:nvPr/>
              </p:nvPicPr>
              <p:blipFill>
                <a:blip r:embed="rId134"/>
                <a:stretch>
                  <a:fillRect/>
                </a:stretch>
              </p:blipFill>
              <p:spPr>
                <a:xfrm>
                  <a:off x="4779951" y="3636185"/>
                  <a:ext cx="430920" cy="4705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19" name="Ink 118">
                  <a:extLst>
                    <a:ext uri="{FF2B5EF4-FFF2-40B4-BE49-F238E27FC236}">
                      <a16:creationId xmlns:a16="http://schemas.microsoft.com/office/drawing/2014/main" id="{E6B83376-80C9-8B78-C7AD-6F24B8DBB6FE}"/>
                    </a:ext>
                  </a:extLst>
                </p14:cNvPr>
                <p14:cNvContentPartPr/>
                <p14:nvPr/>
              </p14:nvContentPartPr>
              <p14:xfrm>
                <a:off x="6173151" y="1912145"/>
                <a:ext cx="969120" cy="720360"/>
              </p14:xfrm>
            </p:contentPart>
          </mc:Choice>
          <mc:Fallback xmlns="">
            <p:pic>
              <p:nvPicPr>
                <p:cNvPr id="119" name="Ink 118">
                  <a:extLst>
                    <a:ext uri="{FF2B5EF4-FFF2-40B4-BE49-F238E27FC236}">
                      <a16:creationId xmlns:a16="http://schemas.microsoft.com/office/drawing/2014/main" id="{E6B83376-80C9-8B78-C7AD-6F24B8DBB6FE}"/>
                    </a:ext>
                  </a:extLst>
                </p:cNvPr>
                <p:cNvPicPr/>
                <p:nvPr/>
              </p:nvPicPr>
              <p:blipFill>
                <a:blip r:embed="rId136"/>
                <a:stretch>
                  <a:fillRect/>
                </a:stretch>
              </p:blipFill>
              <p:spPr>
                <a:xfrm>
                  <a:off x="6164511" y="1903505"/>
                  <a:ext cx="986760" cy="7380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20" name="Ink 119">
                  <a:extLst>
                    <a:ext uri="{FF2B5EF4-FFF2-40B4-BE49-F238E27FC236}">
                      <a16:creationId xmlns:a16="http://schemas.microsoft.com/office/drawing/2014/main" id="{A9DA1446-42C5-9DA0-C8EE-EF99D4E6D268}"/>
                    </a:ext>
                  </a:extLst>
                </p14:cNvPr>
                <p14:cNvContentPartPr/>
                <p14:nvPr/>
              </p14:nvContentPartPr>
              <p14:xfrm>
                <a:off x="6229311" y="1803785"/>
                <a:ext cx="1063440" cy="793080"/>
              </p14:xfrm>
            </p:contentPart>
          </mc:Choice>
          <mc:Fallback xmlns="">
            <p:pic>
              <p:nvPicPr>
                <p:cNvPr id="120" name="Ink 119">
                  <a:extLst>
                    <a:ext uri="{FF2B5EF4-FFF2-40B4-BE49-F238E27FC236}">
                      <a16:creationId xmlns:a16="http://schemas.microsoft.com/office/drawing/2014/main" id="{A9DA1446-42C5-9DA0-C8EE-EF99D4E6D268}"/>
                    </a:ext>
                  </a:extLst>
                </p:cNvPr>
                <p:cNvPicPr/>
                <p:nvPr/>
              </p:nvPicPr>
              <p:blipFill>
                <a:blip r:embed="rId138"/>
                <a:stretch>
                  <a:fillRect/>
                </a:stretch>
              </p:blipFill>
              <p:spPr>
                <a:xfrm>
                  <a:off x="6220311" y="1795145"/>
                  <a:ext cx="1081080" cy="81072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21" name="Ink 120">
                  <a:extLst>
                    <a:ext uri="{FF2B5EF4-FFF2-40B4-BE49-F238E27FC236}">
                      <a16:creationId xmlns:a16="http://schemas.microsoft.com/office/drawing/2014/main" id="{C934A71D-09F6-8BE5-E6D8-B9BF34A1C899}"/>
                    </a:ext>
                  </a:extLst>
                </p14:cNvPr>
                <p14:cNvContentPartPr/>
                <p14:nvPr/>
              </p14:nvContentPartPr>
              <p14:xfrm>
                <a:off x="6303471" y="2030945"/>
                <a:ext cx="16560" cy="87480"/>
              </p14:xfrm>
            </p:contentPart>
          </mc:Choice>
          <mc:Fallback xmlns="">
            <p:pic>
              <p:nvPicPr>
                <p:cNvPr id="121" name="Ink 120">
                  <a:extLst>
                    <a:ext uri="{FF2B5EF4-FFF2-40B4-BE49-F238E27FC236}">
                      <a16:creationId xmlns:a16="http://schemas.microsoft.com/office/drawing/2014/main" id="{C934A71D-09F6-8BE5-E6D8-B9BF34A1C899}"/>
                    </a:ext>
                  </a:extLst>
                </p:cNvPr>
                <p:cNvPicPr/>
                <p:nvPr/>
              </p:nvPicPr>
              <p:blipFill>
                <a:blip r:embed="rId140"/>
                <a:stretch>
                  <a:fillRect/>
                </a:stretch>
              </p:blipFill>
              <p:spPr>
                <a:xfrm>
                  <a:off x="6294831" y="2021945"/>
                  <a:ext cx="342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22" name="Ink 121">
                  <a:extLst>
                    <a:ext uri="{FF2B5EF4-FFF2-40B4-BE49-F238E27FC236}">
                      <a16:creationId xmlns:a16="http://schemas.microsoft.com/office/drawing/2014/main" id="{74D9C3A6-ED26-61EE-34A6-B416A2E58EDA}"/>
                    </a:ext>
                  </a:extLst>
                </p14:cNvPr>
                <p14:cNvContentPartPr/>
                <p14:nvPr/>
              </p14:nvContentPartPr>
              <p14:xfrm>
                <a:off x="6312831" y="2003945"/>
                <a:ext cx="121680" cy="92520"/>
              </p14:xfrm>
            </p:contentPart>
          </mc:Choice>
          <mc:Fallback xmlns="">
            <p:pic>
              <p:nvPicPr>
                <p:cNvPr id="122" name="Ink 121">
                  <a:extLst>
                    <a:ext uri="{FF2B5EF4-FFF2-40B4-BE49-F238E27FC236}">
                      <a16:creationId xmlns:a16="http://schemas.microsoft.com/office/drawing/2014/main" id="{74D9C3A6-ED26-61EE-34A6-B416A2E58EDA}"/>
                    </a:ext>
                  </a:extLst>
                </p:cNvPr>
                <p:cNvPicPr/>
                <p:nvPr/>
              </p:nvPicPr>
              <p:blipFill>
                <a:blip r:embed="rId142"/>
                <a:stretch>
                  <a:fillRect/>
                </a:stretch>
              </p:blipFill>
              <p:spPr>
                <a:xfrm>
                  <a:off x="6304191" y="1995305"/>
                  <a:ext cx="1393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23" name="Ink 122">
                  <a:extLst>
                    <a:ext uri="{FF2B5EF4-FFF2-40B4-BE49-F238E27FC236}">
                      <a16:creationId xmlns:a16="http://schemas.microsoft.com/office/drawing/2014/main" id="{98AADD85-2E7D-7D0E-157C-DA38667B6572}"/>
                    </a:ext>
                  </a:extLst>
                </p14:cNvPr>
                <p14:cNvContentPartPr/>
                <p14:nvPr/>
              </p14:nvContentPartPr>
              <p14:xfrm>
                <a:off x="6506511" y="2015465"/>
                <a:ext cx="10800" cy="70920"/>
              </p14:xfrm>
            </p:contentPart>
          </mc:Choice>
          <mc:Fallback xmlns="">
            <p:pic>
              <p:nvPicPr>
                <p:cNvPr id="123" name="Ink 122">
                  <a:extLst>
                    <a:ext uri="{FF2B5EF4-FFF2-40B4-BE49-F238E27FC236}">
                      <a16:creationId xmlns:a16="http://schemas.microsoft.com/office/drawing/2014/main" id="{98AADD85-2E7D-7D0E-157C-DA38667B6572}"/>
                    </a:ext>
                  </a:extLst>
                </p:cNvPr>
                <p:cNvPicPr/>
                <p:nvPr/>
              </p:nvPicPr>
              <p:blipFill>
                <a:blip r:embed="rId144"/>
                <a:stretch>
                  <a:fillRect/>
                </a:stretch>
              </p:blipFill>
              <p:spPr>
                <a:xfrm>
                  <a:off x="6497871" y="2006825"/>
                  <a:ext cx="2844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24" name="Ink 123">
                  <a:extLst>
                    <a:ext uri="{FF2B5EF4-FFF2-40B4-BE49-F238E27FC236}">
                      <a16:creationId xmlns:a16="http://schemas.microsoft.com/office/drawing/2014/main" id="{7A59BAB5-6EB1-5C6E-A396-8685FE3C9F1D}"/>
                    </a:ext>
                  </a:extLst>
                </p14:cNvPr>
                <p14:cNvContentPartPr/>
                <p14:nvPr/>
              </p14:nvContentPartPr>
              <p14:xfrm>
                <a:off x="6489951" y="1984145"/>
                <a:ext cx="151560" cy="93960"/>
              </p14:xfrm>
            </p:contentPart>
          </mc:Choice>
          <mc:Fallback xmlns="">
            <p:pic>
              <p:nvPicPr>
                <p:cNvPr id="124" name="Ink 123">
                  <a:extLst>
                    <a:ext uri="{FF2B5EF4-FFF2-40B4-BE49-F238E27FC236}">
                      <a16:creationId xmlns:a16="http://schemas.microsoft.com/office/drawing/2014/main" id="{7A59BAB5-6EB1-5C6E-A396-8685FE3C9F1D}"/>
                    </a:ext>
                  </a:extLst>
                </p:cNvPr>
                <p:cNvPicPr/>
                <p:nvPr/>
              </p:nvPicPr>
              <p:blipFill>
                <a:blip r:embed="rId146"/>
                <a:stretch>
                  <a:fillRect/>
                </a:stretch>
              </p:blipFill>
              <p:spPr>
                <a:xfrm>
                  <a:off x="6481311" y="1975145"/>
                  <a:ext cx="16920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25" name="Ink 124">
                  <a:extLst>
                    <a:ext uri="{FF2B5EF4-FFF2-40B4-BE49-F238E27FC236}">
                      <a16:creationId xmlns:a16="http://schemas.microsoft.com/office/drawing/2014/main" id="{C96CC5BE-C63C-4B81-5883-B72EC52F6985}"/>
                    </a:ext>
                  </a:extLst>
                </p14:cNvPr>
                <p14:cNvContentPartPr/>
                <p14:nvPr/>
              </p14:nvContentPartPr>
              <p14:xfrm>
                <a:off x="6688311" y="1963265"/>
                <a:ext cx="181080" cy="119880"/>
              </p14:xfrm>
            </p:contentPart>
          </mc:Choice>
          <mc:Fallback xmlns="">
            <p:pic>
              <p:nvPicPr>
                <p:cNvPr id="125" name="Ink 124">
                  <a:extLst>
                    <a:ext uri="{FF2B5EF4-FFF2-40B4-BE49-F238E27FC236}">
                      <a16:creationId xmlns:a16="http://schemas.microsoft.com/office/drawing/2014/main" id="{C96CC5BE-C63C-4B81-5883-B72EC52F6985}"/>
                    </a:ext>
                  </a:extLst>
                </p:cNvPr>
                <p:cNvPicPr/>
                <p:nvPr/>
              </p:nvPicPr>
              <p:blipFill>
                <a:blip r:embed="rId148"/>
                <a:stretch>
                  <a:fillRect/>
                </a:stretch>
              </p:blipFill>
              <p:spPr>
                <a:xfrm>
                  <a:off x="6679671" y="1954265"/>
                  <a:ext cx="19872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26" name="Ink 125">
                  <a:extLst>
                    <a:ext uri="{FF2B5EF4-FFF2-40B4-BE49-F238E27FC236}">
                      <a16:creationId xmlns:a16="http://schemas.microsoft.com/office/drawing/2014/main" id="{78F7DE57-1141-F972-F732-594FE8F68289}"/>
                    </a:ext>
                  </a:extLst>
                </p14:cNvPr>
                <p14:cNvContentPartPr/>
                <p14:nvPr/>
              </p14:nvContentPartPr>
              <p14:xfrm>
                <a:off x="6370431" y="2205545"/>
                <a:ext cx="818280" cy="285840"/>
              </p14:xfrm>
            </p:contentPart>
          </mc:Choice>
          <mc:Fallback xmlns="">
            <p:pic>
              <p:nvPicPr>
                <p:cNvPr id="126" name="Ink 125">
                  <a:extLst>
                    <a:ext uri="{FF2B5EF4-FFF2-40B4-BE49-F238E27FC236}">
                      <a16:creationId xmlns:a16="http://schemas.microsoft.com/office/drawing/2014/main" id="{78F7DE57-1141-F972-F732-594FE8F68289}"/>
                    </a:ext>
                  </a:extLst>
                </p:cNvPr>
                <p:cNvPicPr/>
                <p:nvPr/>
              </p:nvPicPr>
              <p:blipFill>
                <a:blip r:embed="rId150"/>
                <a:stretch>
                  <a:fillRect/>
                </a:stretch>
              </p:blipFill>
              <p:spPr>
                <a:xfrm>
                  <a:off x="6361431" y="2196545"/>
                  <a:ext cx="83592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27" name="Ink 126">
                  <a:extLst>
                    <a:ext uri="{FF2B5EF4-FFF2-40B4-BE49-F238E27FC236}">
                      <a16:creationId xmlns:a16="http://schemas.microsoft.com/office/drawing/2014/main" id="{5C2E93AB-AF6E-5BE3-695E-29D88CD86168}"/>
                    </a:ext>
                  </a:extLst>
                </p14:cNvPr>
                <p14:cNvContentPartPr/>
                <p14:nvPr/>
              </p14:nvContentPartPr>
              <p14:xfrm>
                <a:off x="6370431" y="2300585"/>
                <a:ext cx="855720" cy="28440"/>
              </p14:xfrm>
            </p:contentPart>
          </mc:Choice>
          <mc:Fallback xmlns="">
            <p:pic>
              <p:nvPicPr>
                <p:cNvPr id="127" name="Ink 126">
                  <a:extLst>
                    <a:ext uri="{FF2B5EF4-FFF2-40B4-BE49-F238E27FC236}">
                      <a16:creationId xmlns:a16="http://schemas.microsoft.com/office/drawing/2014/main" id="{5C2E93AB-AF6E-5BE3-695E-29D88CD86168}"/>
                    </a:ext>
                  </a:extLst>
                </p:cNvPr>
                <p:cNvPicPr/>
                <p:nvPr/>
              </p:nvPicPr>
              <p:blipFill>
                <a:blip r:embed="rId152"/>
                <a:stretch>
                  <a:fillRect/>
                </a:stretch>
              </p:blipFill>
              <p:spPr>
                <a:xfrm>
                  <a:off x="6361431" y="2291585"/>
                  <a:ext cx="87336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46" name="Ink 145">
                  <a:extLst>
                    <a:ext uri="{FF2B5EF4-FFF2-40B4-BE49-F238E27FC236}">
                      <a16:creationId xmlns:a16="http://schemas.microsoft.com/office/drawing/2014/main" id="{9ED63942-B4C5-6DC0-E6FF-4FFB2C59D5A1}"/>
                    </a:ext>
                  </a:extLst>
                </p14:cNvPr>
                <p14:cNvContentPartPr/>
                <p14:nvPr/>
              </p14:nvContentPartPr>
              <p14:xfrm>
                <a:off x="7248471" y="2804945"/>
                <a:ext cx="31680" cy="219960"/>
              </p14:xfrm>
            </p:contentPart>
          </mc:Choice>
          <mc:Fallback xmlns="">
            <p:pic>
              <p:nvPicPr>
                <p:cNvPr id="146" name="Ink 145">
                  <a:extLst>
                    <a:ext uri="{FF2B5EF4-FFF2-40B4-BE49-F238E27FC236}">
                      <a16:creationId xmlns:a16="http://schemas.microsoft.com/office/drawing/2014/main" id="{9ED63942-B4C5-6DC0-E6FF-4FFB2C59D5A1}"/>
                    </a:ext>
                  </a:extLst>
                </p:cNvPr>
                <p:cNvPicPr/>
                <p:nvPr/>
              </p:nvPicPr>
              <p:blipFill>
                <a:blip r:embed="rId154"/>
                <a:stretch>
                  <a:fillRect/>
                </a:stretch>
              </p:blipFill>
              <p:spPr>
                <a:xfrm>
                  <a:off x="7239831" y="2796305"/>
                  <a:ext cx="4932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47" name="Ink 146">
                  <a:extLst>
                    <a:ext uri="{FF2B5EF4-FFF2-40B4-BE49-F238E27FC236}">
                      <a16:creationId xmlns:a16="http://schemas.microsoft.com/office/drawing/2014/main" id="{D2DBB717-2AE0-B82D-2630-0BB44BD51E9D}"/>
                    </a:ext>
                  </a:extLst>
                </p14:cNvPr>
                <p14:cNvContentPartPr/>
                <p14:nvPr/>
              </p14:nvContentPartPr>
              <p14:xfrm>
                <a:off x="7176471" y="2946065"/>
                <a:ext cx="218880" cy="70200"/>
              </p14:xfrm>
            </p:contentPart>
          </mc:Choice>
          <mc:Fallback xmlns="">
            <p:pic>
              <p:nvPicPr>
                <p:cNvPr id="147" name="Ink 146">
                  <a:extLst>
                    <a:ext uri="{FF2B5EF4-FFF2-40B4-BE49-F238E27FC236}">
                      <a16:creationId xmlns:a16="http://schemas.microsoft.com/office/drawing/2014/main" id="{D2DBB717-2AE0-B82D-2630-0BB44BD51E9D}"/>
                    </a:ext>
                  </a:extLst>
                </p:cNvPr>
                <p:cNvPicPr/>
                <p:nvPr/>
              </p:nvPicPr>
              <p:blipFill>
                <a:blip r:embed="rId156"/>
                <a:stretch>
                  <a:fillRect/>
                </a:stretch>
              </p:blipFill>
              <p:spPr>
                <a:xfrm>
                  <a:off x="7167471" y="2937065"/>
                  <a:ext cx="23652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48" name="Ink 147">
                  <a:extLst>
                    <a:ext uri="{FF2B5EF4-FFF2-40B4-BE49-F238E27FC236}">
                      <a16:creationId xmlns:a16="http://schemas.microsoft.com/office/drawing/2014/main" id="{06CF4CF6-5823-B67C-C3D0-1E4F79FAE90E}"/>
                    </a:ext>
                  </a:extLst>
                </p14:cNvPr>
                <p14:cNvContentPartPr/>
                <p14:nvPr/>
              </p14:nvContentPartPr>
              <p14:xfrm>
                <a:off x="7170351" y="2752745"/>
                <a:ext cx="185400" cy="36000"/>
              </p14:xfrm>
            </p:contentPart>
          </mc:Choice>
          <mc:Fallback xmlns="">
            <p:pic>
              <p:nvPicPr>
                <p:cNvPr id="148" name="Ink 147">
                  <a:extLst>
                    <a:ext uri="{FF2B5EF4-FFF2-40B4-BE49-F238E27FC236}">
                      <a16:creationId xmlns:a16="http://schemas.microsoft.com/office/drawing/2014/main" id="{06CF4CF6-5823-B67C-C3D0-1E4F79FAE90E}"/>
                    </a:ext>
                  </a:extLst>
                </p:cNvPr>
                <p:cNvPicPr/>
                <p:nvPr/>
              </p:nvPicPr>
              <p:blipFill>
                <a:blip r:embed="rId158"/>
                <a:stretch>
                  <a:fillRect/>
                </a:stretch>
              </p:blipFill>
              <p:spPr>
                <a:xfrm>
                  <a:off x="7161711" y="2743745"/>
                  <a:ext cx="20304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49" name="Ink 148">
                  <a:extLst>
                    <a:ext uri="{FF2B5EF4-FFF2-40B4-BE49-F238E27FC236}">
                      <a16:creationId xmlns:a16="http://schemas.microsoft.com/office/drawing/2014/main" id="{48F541C0-76CB-D46E-99DC-E646545C4EDC}"/>
                    </a:ext>
                  </a:extLst>
                </p14:cNvPr>
                <p14:cNvContentPartPr/>
                <p14:nvPr/>
              </p14:nvContentPartPr>
              <p14:xfrm>
                <a:off x="7411191" y="2839145"/>
                <a:ext cx="187560" cy="142920"/>
              </p14:xfrm>
            </p:contentPart>
          </mc:Choice>
          <mc:Fallback xmlns="">
            <p:pic>
              <p:nvPicPr>
                <p:cNvPr id="149" name="Ink 148">
                  <a:extLst>
                    <a:ext uri="{FF2B5EF4-FFF2-40B4-BE49-F238E27FC236}">
                      <a16:creationId xmlns:a16="http://schemas.microsoft.com/office/drawing/2014/main" id="{48F541C0-76CB-D46E-99DC-E646545C4EDC}"/>
                    </a:ext>
                  </a:extLst>
                </p:cNvPr>
                <p:cNvPicPr/>
                <p:nvPr/>
              </p:nvPicPr>
              <p:blipFill>
                <a:blip r:embed="rId160"/>
                <a:stretch>
                  <a:fillRect/>
                </a:stretch>
              </p:blipFill>
              <p:spPr>
                <a:xfrm>
                  <a:off x="7402191" y="2830505"/>
                  <a:ext cx="20520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50" name="Ink 149">
                  <a:extLst>
                    <a:ext uri="{FF2B5EF4-FFF2-40B4-BE49-F238E27FC236}">
                      <a16:creationId xmlns:a16="http://schemas.microsoft.com/office/drawing/2014/main" id="{4AF81818-56BE-C4FE-1F2D-10818EC70123}"/>
                    </a:ext>
                  </a:extLst>
                </p14:cNvPr>
                <p14:cNvContentPartPr/>
                <p14:nvPr/>
              </p14:nvContentPartPr>
              <p14:xfrm>
                <a:off x="7688391" y="2825465"/>
                <a:ext cx="35640" cy="135720"/>
              </p14:xfrm>
            </p:contentPart>
          </mc:Choice>
          <mc:Fallback xmlns="">
            <p:pic>
              <p:nvPicPr>
                <p:cNvPr id="150" name="Ink 149">
                  <a:extLst>
                    <a:ext uri="{FF2B5EF4-FFF2-40B4-BE49-F238E27FC236}">
                      <a16:creationId xmlns:a16="http://schemas.microsoft.com/office/drawing/2014/main" id="{4AF81818-56BE-C4FE-1F2D-10818EC70123}"/>
                    </a:ext>
                  </a:extLst>
                </p:cNvPr>
                <p:cNvPicPr/>
                <p:nvPr/>
              </p:nvPicPr>
              <p:blipFill>
                <a:blip r:embed="rId162"/>
                <a:stretch>
                  <a:fillRect/>
                </a:stretch>
              </p:blipFill>
              <p:spPr>
                <a:xfrm>
                  <a:off x="7679751" y="2816465"/>
                  <a:ext cx="53280" cy="1533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51" name="Ink 150">
                  <a:extLst>
                    <a:ext uri="{FF2B5EF4-FFF2-40B4-BE49-F238E27FC236}">
                      <a16:creationId xmlns:a16="http://schemas.microsoft.com/office/drawing/2014/main" id="{56B32620-2FD7-50A4-0594-2F402A19CB77}"/>
                    </a:ext>
                  </a:extLst>
                </p14:cNvPr>
                <p14:cNvContentPartPr/>
                <p14:nvPr/>
              </p14:nvContentPartPr>
              <p14:xfrm>
                <a:off x="7784871" y="2824025"/>
                <a:ext cx="86760" cy="122040"/>
              </p14:xfrm>
            </p:contentPart>
          </mc:Choice>
          <mc:Fallback xmlns="">
            <p:pic>
              <p:nvPicPr>
                <p:cNvPr id="151" name="Ink 150">
                  <a:extLst>
                    <a:ext uri="{FF2B5EF4-FFF2-40B4-BE49-F238E27FC236}">
                      <a16:creationId xmlns:a16="http://schemas.microsoft.com/office/drawing/2014/main" id="{56B32620-2FD7-50A4-0594-2F402A19CB77}"/>
                    </a:ext>
                  </a:extLst>
                </p:cNvPr>
                <p:cNvPicPr/>
                <p:nvPr/>
              </p:nvPicPr>
              <p:blipFill>
                <a:blip r:embed="rId164"/>
                <a:stretch>
                  <a:fillRect/>
                </a:stretch>
              </p:blipFill>
              <p:spPr>
                <a:xfrm>
                  <a:off x="7776231" y="2815385"/>
                  <a:ext cx="10440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52" name="Ink 151">
                  <a:extLst>
                    <a:ext uri="{FF2B5EF4-FFF2-40B4-BE49-F238E27FC236}">
                      <a16:creationId xmlns:a16="http://schemas.microsoft.com/office/drawing/2014/main" id="{7E5BD458-8E84-7D56-FB1B-10EE1855C3E6}"/>
                    </a:ext>
                  </a:extLst>
                </p14:cNvPr>
                <p14:cNvContentPartPr/>
                <p14:nvPr/>
              </p14:nvContentPartPr>
              <p14:xfrm>
                <a:off x="7910871" y="2816105"/>
                <a:ext cx="142920" cy="117720"/>
              </p14:xfrm>
            </p:contentPart>
          </mc:Choice>
          <mc:Fallback xmlns="">
            <p:pic>
              <p:nvPicPr>
                <p:cNvPr id="152" name="Ink 151">
                  <a:extLst>
                    <a:ext uri="{FF2B5EF4-FFF2-40B4-BE49-F238E27FC236}">
                      <a16:creationId xmlns:a16="http://schemas.microsoft.com/office/drawing/2014/main" id="{7E5BD458-8E84-7D56-FB1B-10EE1855C3E6}"/>
                    </a:ext>
                  </a:extLst>
                </p:cNvPr>
                <p:cNvPicPr/>
                <p:nvPr/>
              </p:nvPicPr>
              <p:blipFill>
                <a:blip r:embed="rId166"/>
                <a:stretch>
                  <a:fillRect/>
                </a:stretch>
              </p:blipFill>
              <p:spPr>
                <a:xfrm>
                  <a:off x="7901871" y="2807105"/>
                  <a:ext cx="16056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53" name="Ink 152">
                  <a:extLst>
                    <a:ext uri="{FF2B5EF4-FFF2-40B4-BE49-F238E27FC236}">
                      <a16:creationId xmlns:a16="http://schemas.microsoft.com/office/drawing/2014/main" id="{7E5E655F-A96D-19CB-53EE-BB8CB3BEA8B2}"/>
                    </a:ext>
                  </a:extLst>
                </p14:cNvPr>
                <p14:cNvContentPartPr/>
                <p14:nvPr/>
              </p14:nvContentPartPr>
              <p14:xfrm>
                <a:off x="8104191" y="2813945"/>
                <a:ext cx="79560" cy="117360"/>
              </p14:xfrm>
            </p:contentPart>
          </mc:Choice>
          <mc:Fallback xmlns="">
            <p:pic>
              <p:nvPicPr>
                <p:cNvPr id="153" name="Ink 152">
                  <a:extLst>
                    <a:ext uri="{FF2B5EF4-FFF2-40B4-BE49-F238E27FC236}">
                      <a16:creationId xmlns:a16="http://schemas.microsoft.com/office/drawing/2014/main" id="{7E5E655F-A96D-19CB-53EE-BB8CB3BEA8B2}"/>
                    </a:ext>
                  </a:extLst>
                </p:cNvPr>
                <p:cNvPicPr/>
                <p:nvPr/>
              </p:nvPicPr>
              <p:blipFill>
                <a:blip r:embed="rId168"/>
                <a:stretch>
                  <a:fillRect/>
                </a:stretch>
              </p:blipFill>
              <p:spPr>
                <a:xfrm>
                  <a:off x="8095191" y="2805305"/>
                  <a:ext cx="9720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54" name="Ink 153">
                  <a:extLst>
                    <a:ext uri="{FF2B5EF4-FFF2-40B4-BE49-F238E27FC236}">
                      <a16:creationId xmlns:a16="http://schemas.microsoft.com/office/drawing/2014/main" id="{097A924B-22CC-C258-CB3C-5BE2685C0A7E}"/>
                    </a:ext>
                  </a:extLst>
                </p14:cNvPr>
                <p14:cNvContentPartPr/>
                <p14:nvPr/>
              </p14:nvContentPartPr>
              <p14:xfrm>
                <a:off x="8208951" y="2826545"/>
                <a:ext cx="36000" cy="114120"/>
              </p14:xfrm>
            </p:contentPart>
          </mc:Choice>
          <mc:Fallback xmlns="">
            <p:pic>
              <p:nvPicPr>
                <p:cNvPr id="154" name="Ink 153">
                  <a:extLst>
                    <a:ext uri="{FF2B5EF4-FFF2-40B4-BE49-F238E27FC236}">
                      <a16:creationId xmlns:a16="http://schemas.microsoft.com/office/drawing/2014/main" id="{097A924B-22CC-C258-CB3C-5BE2685C0A7E}"/>
                    </a:ext>
                  </a:extLst>
                </p:cNvPr>
                <p:cNvPicPr/>
                <p:nvPr/>
              </p:nvPicPr>
              <p:blipFill>
                <a:blip r:embed="rId170"/>
                <a:stretch>
                  <a:fillRect/>
                </a:stretch>
              </p:blipFill>
              <p:spPr>
                <a:xfrm>
                  <a:off x="8200311" y="2817905"/>
                  <a:ext cx="5364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55" name="Ink 154">
                  <a:extLst>
                    <a:ext uri="{FF2B5EF4-FFF2-40B4-BE49-F238E27FC236}">
                      <a16:creationId xmlns:a16="http://schemas.microsoft.com/office/drawing/2014/main" id="{40857713-35BD-7774-249E-FDDD55B9FD42}"/>
                    </a:ext>
                  </a:extLst>
                </p14:cNvPr>
                <p14:cNvContentPartPr/>
                <p14:nvPr/>
              </p14:nvContentPartPr>
              <p14:xfrm>
                <a:off x="8239551" y="2730785"/>
                <a:ext cx="360" cy="17640"/>
              </p14:xfrm>
            </p:contentPart>
          </mc:Choice>
          <mc:Fallback xmlns="">
            <p:pic>
              <p:nvPicPr>
                <p:cNvPr id="155" name="Ink 154">
                  <a:extLst>
                    <a:ext uri="{FF2B5EF4-FFF2-40B4-BE49-F238E27FC236}">
                      <a16:creationId xmlns:a16="http://schemas.microsoft.com/office/drawing/2014/main" id="{40857713-35BD-7774-249E-FDDD55B9FD42}"/>
                    </a:ext>
                  </a:extLst>
                </p:cNvPr>
                <p:cNvPicPr/>
                <p:nvPr/>
              </p:nvPicPr>
              <p:blipFill>
                <a:blip r:embed="rId172"/>
                <a:stretch>
                  <a:fillRect/>
                </a:stretch>
              </p:blipFill>
              <p:spPr>
                <a:xfrm>
                  <a:off x="8230551" y="2721785"/>
                  <a:ext cx="1800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56" name="Ink 155">
                  <a:extLst>
                    <a:ext uri="{FF2B5EF4-FFF2-40B4-BE49-F238E27FC236}">
                      <a16:creationId xmlns:a16="http://schemas.microsoft.com/office/drawing/2014/main" id="{3B77EB14-CCB7-AAF7-D6FD-B4628FB59560}"/>
                    </a:ext>
                  </a:extLst>
                </p14:cNvPr>
                <p14:cNvContentPartPr/>
                <p14:nvPr/>
              </p14:nvContentPartPr>
              <p14:xfrm>
                <a:off x="8310471" y="2812145"/>
                <a:ext cx="77760" cy="141840"/>
              </p14:xfrm>
            </p:contentPart>
          </mc:Choice>
          <mc:Fallback xmlns="">
            <p:pic>
              <p:nvPicPr>
                <p:cNvPr id="156" name="Ink 155">
                  <a:extLst>
                    <a:ext uri="{FF2B5EF4-FFF2-40B4-BE49-F238E27FC236}">
                      <a16:creationId xmlns:a16="http://schemas.microsoft.com/office/drawing/2014/main" id="{3B77EB14-CCB7-AAF7-D6FD-B4628FB59560}"/>
                    </a:ext>
                  </a:extLst>
                </p:cNvPr>
                <p:cNvPicPr/>
                <p:nvPr/>
              </p:nvPicPr>
              <p:blipFill>
                <a:blip r:embed="rId174"/>
                <a:stretch>
                  <a:fillRect/>
                </a:stretch>
              </p:blipFill>
              <p:spPr>
                <a:xfrm>
                  <a:off x="8301471" y="2803505"/>
                  <a:ext cx="9540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57" name="Ink 156">
                  <a:extLst>
                    <a:ext uri="{FF2B5EF4-FFF2-40B4-BE49-F238E27FC236}">
                      <a16:creationId xmlns:a16="http://schemas.microsoft.com/office/drawing/2014/main" id="{C06605D0-9998-F1E5-5F5D-D2615C4631BE}"/>
                    </a:ext>
                  </a:extLst>
                </p14:cNvPr>
                <p14:cNvContentPartPr/>
                <p14:nvPr/>
              </p14:nvContentPartPr>
              <p14:xfrm>
                <a:off x="8421351" y="2732945"/>
                <a:ext cx="36720" cy="181080"/>
              </p14:xfrm>
            </p:contentPart>
          </mc:Choice>
          <mc:Fallback xmlns="">
            <p:pic>
              <p:nvPicPr>
                <p:cNvPr id="157" name="Ink 156">
                  <a:extLst>
                    <a:ext uri="{FF2B5EF4-FFF2-40B4-BE49-F238E27FC236}">
                      <a16:creationId xmlns:a16="http://schemas.microsoft.com/office/drawing/2014/main" id="{C06605D0-9998-F1E5-5F5D-D2615C4631BE}"/>
                    </a:ext>
                  </a:extLst>
                </p:cNvPr>
                <p:cNvPicPr/>
                <p:nvPr/>
              </p:nvPicPr>
              <p:blipFill>
                <a:blip r:embed="rId176"/>
                <a:stretch>
                  <a:fillRect/>
                </a:stretch>
              </p:blipFill>
              <p:spPr>
                <a:xfrm>
                  <a:off x="8412351" y="2723945"/>
                  <a:ext cx="5436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58" name="Ink 157">
                  <a:extLst>
                    <a:ext uri="{FF2B5EF4-FFF2-40B4-BE49-F238E27FC236}">
                      <a16:creationId xmlns:a16="http://schemas.microsoft.com/office/drawing/2014/main" id="{96F47CF8-6D39-7498-C57A-103A4D69FC5B}"/>
                    </a:ext>
                  </a:extLst>
                </p14:cNvPr>
                <p14:cNvContentPartPr/>
                <p14:nvPr/>
              </p14:nvContentPartPr>
              <p14:xfrm>
                <a:off x="8444391" y="2786585"/>
                <a:ext cx="135360" cy="127080"/>
              </p14:xfrm>
            </p:contentPart>
          </mc:Choice>
          <mc:Fallback xmlns="">
            <p:pic>
              <p:nvPicPr>
                <p:cNvPr id="158" name="Ink 157">
                  <a:extLst>
                    <a:ext uri="{FF2B5EF4-FFF2-40B4-BE49-F238E27FC236}">
                      <a16:creationId xmlns:a16="http://schemas.microsoft.com/office/drawing/2014/main" id="{96F47CF8-6D39-7498-C57A-103A4D69FC5B}"/>
                    </a:ext>
                  </a:extLst>
                </p:cNvPr>
                <p:cNvPicPr/>
                <p:nvPr/>
              </p:nvPicPr>
              <p:blipFill>
                <a:blip r:embed="rId178"/>
                <a:stretch>
                  <a:fillRect/>
                </a:stretch>
              </p:blipFill>
              <p:spPr>
                <a:xfrm>
                  <a:off x="8435751" y="2777585"/>
                  <a:ext cx="15300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59" name="Ink 158">
                  <a:extLst>
                    <a:ext uri="{FF2B5EF4-FFF2-40B4-BE49-F238E27FC236}">
                      <a16:creationId xmlns:a16="http://schemas.microsoft.com/office/drawing/2014/main" id="{1B808BC4-8DED-DFEC-4D47-C6F3F9EF8625}"/>
                    </a:ext>
                  </a:extLst>
                </p14:cNvPr>
                <p14:cNvContentPartPr/>
                <p14:nvPr/>
              </p14:nvContentPartPr>
              <p14:xfrm>
                <a:off x="8630871" y="2784425"/>
                <a:ext cx="137520" cy="142200"/>
              </p14:xfrm>
            </p:contentPart>
          </mc:Choice>
          <mc:Fallback xmlns="">
            <p:pic>
              <p:nvPicPr>
                <p:cNvPr id="159" name="Ink 158">
                  <a:extLst>
                    <a:ext uri="{FF2B5EF4-FFF2-40B4-BE49-F238E27FC236}">
                      <a16:creationId xmlns:a16="http://schemas.microsoft.com/office/drawing/2014/main" id="{1B808BC4-8DED-DFEC-4D47-C6F3F9EF8625}"/>
                    </a:ext>
                  </a:extLst>
                </p:cNvPr>
                <p:cNvPicPr/>
                <p:nvPr/>
              </p:nvPicPr>
              <p:blipFill>
                <a:blip r:embed="rId180"/>
                <a:stretch>
                  <a:fillRect/>
                </a:stretch>
              </p:blipFill>
              <p:spPr>
                <a:xfrm>
                  <a:off x="8622231" y="2775425"/>
                  <a:ext cx="1551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60" name="Ink 159">
                  <a:extLst>
                    <a:ext uri="{FF2B5EF4-FFF2-40B4-BE49-F238E27FC236}">
                      <a16:creationId xmlns:a16="http://schemas.microsoft.com/office/drawing/2014/main" id="{2A8EAFC7-209A-C0BE-D264-160346B9A4AE}"/>
                    </a:ext>
                  </a:extLst>
                </p14:cNvPr>
                <p14:cNvContentPartPr/>
                <p14:nvPr/>
              </p14:nvContentPartPr>
              <p14:xfrm>
                <a:off x="8803671" y="2687585"/>
                <a:ext cx="45360" cy="241560"/>
              </p14:xfrm>
            </p:contentPart>
          </mc:Choice>
          <mc:Fallback xmlns="">
            <p:pic>
              <p:nvPicPr>
                <p:cNvPr id="160" name="Ink 159">
                  <a:extLst>
                    <a:ext uri="{FF2B5EF4-FFF2-40B4-BE49-F238E27FC236}">
                      <a16:creationId xmlns:a16="http://schemas.microsoft.com/office/drawing/2014/main" id="{2A8EAFC7-209A-C0BE-D264-160346B9A4AE}"/>
                    </a:ext>
                  </a:extLst>
                </p:cNvPr>
                <p:cNvPicPr/>
                <p:nvPr/>
              </p:nvPicPr>
              <p:blipFill>
                <a:blip r:embed="rId182"/>
                <a:stretch>
                  <a:fillRect/>
                </a:stretch>
              </p:blipFill>
              <p:spPr>
                <a:xfrm>
                  <a:off x="8795031" y="2678585"/>
                  <a:ext cx="6300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61" name="Ink 160">
                  <a:extLst>
                    <a:ext uri="{FF2B5EF4-FFF2-40B4-BE49-F238E27FC236}">
                      <a16:creationId xmlns:a16="http://schemas.microsoft.com/office/drawing/2014/main" id="{213A5D93-85DA-0749-969B-2AF152D93879}"/>
                    </a:ext>
                  </a:extLst>
                </p14:cNvPr>
                <p14:cNvContentPartPr/>
                <p14:nvPr/>
              </p14:nvContentPartPr>
              <p14:xfrm>
                <a:off x="8819871" y="2793425"/>
                <a:ext cx="88200" cy="20880"/>
              </p14:xfrm>
            </p:contentPart>
          </mc:Choice>
          <mc:Fallback xmlns="">
            <p:pic>
              <p:nvPicPr>
                <p:cNvPr id="161" name="Ink 160">
                  <a:extLst>
                    <a:ext uri="{FF2B5EF4-FFF2-40B4-BE49-F238E27FC236}">
                      <a16:creationId xmlns:a16="http://schemas.microsoft.com/office/drawing/2014/main" id="{213A5D93-85DA-0749-969B-2AF152D93879}"/>
                    </a:ext>
                  </a:extLst>
                </p:cNvPr>
                <p:cNvPicPr/>
                <p:nvPr/>
              </p:nvPicPr>
              <p:blipFill>
                <a:blip r:embed="rId184"/>
                <a:stretch>
                  <a:fillRect/>
                </a:stretch>
              </p:blipFill>
              <p:spPr>
                <a:xfrm>
                  <a:off x="8810871" y="2784785"/>
                  <a:ext cx="1058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63" name="Ink 162">
                  <a:extLst>
                    <a:ext uri="{FF2B5EF4-FFF2-40B4-BE49-F238E27FC236}">
                      <a16:creationId xmlns:a16="http://schemas.microsoft.com/office/drawing/2014/main" id="{55BA00A6-54FA-DD58-6021-3BE9DE4C442D}"/>
                    </a:ext>
                  </a:extLst>
                </p14:cNvPr>
                <p14:cNvContentPartPr/>
                <p14:nvPr/>
              </p14:nvContentPartPr>
              <p14:xfrm>
                <a:off x="6841671" y="2928065"/>
                <a:ext cx="128520" cy="7560"/>
              </p14:xfrm>
            </p:contentPart>
          </mc:Choice>
          <mc:Fallback xmlns="">
            <p:pic>
              <p:nvPicPr>
                <p:cNvPr id="163" name="Ink 162">
                  <a:extLst>
                    <a:ext uri="{FF2B5EF4-FFF2-40B4-BE49-F238E27FC236}">
                      <a16:creationId xmlns:a16="http://schemas.microsoft.com/office/drawing/2014/main" id="{55BA00A6-54FA-DD58-6021-3BE9DE4C442D}"/>
                    </a:ext>
                  </a:extLst>
                </p:cNvPr>
                <p:cNvPicPr/>
                <p:nvPr/>
              </p:nvPicPr>
              <p:blipFill>
                <a:blip r:embed="rId186"/>
                <a:stretch>
                  <a:fillRect/>
                </a:stretch>
              </p:blipFill>
              <p:spPr>
                <a:xfrm>
                  <a:off x="6833031" y="2919065"/>
                  <a:ext cx="14616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64" name="Ink 163">
                  <a:extLst>
                    <a:ext uri="{FF2B5EF4-FFF2-40B4-BE49-F238E27FC236}">
                      <a16:creationId xmlns:a16="http://schemas.microsoft.com/office/drawing/2014/main" id="{5A6C5139-78DC-AC1D-B7E7-76A41380BA03}"/>
                    </a:ext>
                  </a:extLst>
                </p14:cNvPr>
                <p14:cNvContentPartPr/>
                <p14:nvPr/>
              </p14:nvContentPartPr>
              <p14:xfrm>
                <a:off x="6920151" y="2868665"/>
                <a:ext cx="70200" cy="133200"/>
              </p14:xfrm>
            </p:contentPart>
          </mc:Choice>
          <mc:Fallback xmlns="">
            <p:pic>
              <p:nvPicPr>
                <p:cNvPr id="164" name="Ink 163">
                  <a:extLst>
                    <a:ext uri="{FF2B5EF4-FFF2-40B4-BE49-F238E27FC236}">
                      <a16:creationId xmlns:a16="http://schemas.microsoft.com/office/drawing/2014/main" id="{5A6C5139-78DC-AC1D-B7E7-76A41380BA03}"/>
                    </a:ext>
                  </a:extLst>
                </p:cNvPr>
                <p:cNvPicPr/>
                <p:nvPr/>
              </p:nvPicPr>
              <p:blipFill>
                <a:blip r:embed="rId188"/>
                <a:stretch>
                  <a:fillRect/>
                </a:stretch>
              </p:blipFill>
              <p:spPr>
                <a:xfrm>
                  <a:off x="6911151" y="2859665"/>
                  <a:ext cx="8784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29" name="Ink 128">
                  <a:extLst>
                    <a:ext uri="{FF2B5EF4-FFF2-40B4-BE49-F238E27FC236}">
                      <a16:creationId xmlns:a16="http://schemas.microsoft.com/office/drawing/2014/main" id="{02B666CE-03DA-71A1-CF46-53213E22C57C}"/>
                    </a:ext>
                  </a:extLst>
                </p14:cNvPr>
                <p14:cNvContentPartPr/>
                <p14:nvPr/>
              </p14:nvContentPartPr>
              <p14:xfrm>
                <a:off x="6285111" y="3495785"/>
                <a:ext cx="79560" cy="774000"/>
              </p14:xfrm>
            </p:contentPart>
          </mc:Choice>
          <mc:Fallback xmlns="">
            <p:pic>
              <p:nvPicPr>
                <p:cNvPr id="129" name="Ink 128">
                  <a:extLst>
                    <a:ext uri="{FF2B5EF4-FFF2-40B4-BE49-F238E27FC236}">
                      <a16:creationId xmlns:a16="http://schemas.microsoft.com/office/drawing/2014/main" id="{02B666CE-03DA-71A1-CF46-53213E22C57C}"/>
                    </a:ext>
                  </a:extLst>
                </p:cNvPr>
                <p:cNvPicPr/>
                <p:nvPr/>
              </p:nvPicPr>
              <p:blipFill>
                <a:blip r:embed="rId190"/>
                <a:stretch>
                  <a:fillRect/>
                </a:stretch>
              </p:blipFill>
              <p:spPr>
                <a:xfrm>
                  <a:off x="6276471" y="3487145"/>
                  <a:ext cx="97200" cy="7916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30" name="Ink 129">
                  <a:extLst>
                    <a:ext uri="{FF2B5EF4-FFF2-40B4-BE49-F238E27FC236}">
                      <a16:creationId xmlns:a16="http://schemas.microsoft.com/office/drawing/2014/main" id="{4985A7C1-CEE3-16B0-8138-7F4D254932C9}"/>
                    </a:ext>
                  </a:extLst>
                </p14:cNvPr>
                <p14:cNvContentPartPr/>
                <p14:nvPr/>
              </p14:nvContentPartPr>
              <p14:xfrm>
                <a:off x="6279711" y="3495065"/>
                <a:ext cx="1248120" cy="794160"/>
              </p14:xfrm>
            </p:contentPart>
          </mc:Choice>
          <mc:Fallback xmlns="">
            <p:pic>
              <p:nvPicPr>
                <p:cNvPr id="130" name="Ink 129">
                  <a:extLst>
                    <a:ext uri="{FF2B5EF4-FFF2-40B4-BE49-F238E27FC236}">
                      <a16:creationId xmlns:a16="http://schemas.microsoft.com/office/drawing/2014/main" id="{4985A7C1-CEE3-16B0-8138-7F4D254932C9}"/>
                    </a:ext>
                  </a:extLst>
                </p:cNvPr>
                <p:cNvPicPr/>
                <p:nvPr/>
              </p:nvPicPr>
              <p:blipFill>
                <a:blip r:embed="rId192"/>
                <a:stretch>
                  <a:fillRect/>
                </a:stretch>
              </p:blipFill>
              <p:spPr>
                <a:xfrm>
                  <a:off x="6271071" y="3486425"/>
                  <a:ext cx="1265760" cy="81180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32" name="Ink 131">
                  <a:extLst>
                    <a:ext uri="{FF2B5EF4-FFF2-40B4-BE49-F238E27FC236}">
                      <a16:creationId xmlns:a16="http://schemas.microsoft.com/office/drawing/2014/main" id="{BC564966-450F-23FF-928F-2FBA2E98B804}"/>
                    </a:ext>
                  </a:extLst>
                </p14:cNvPr>
                <p14:cNvContentPartPr/>
                <p14:nvPr/>
              </p14:nvContentPartPr>
              <p14:xfrm>
                <a:off x="6678591" y="3510905"/>
                <a:ext cx="32040" cy="361080"/>
              </p14:xfrm>
            </p:contentPart>
          </mc:Choice>
          <mc:Fallback xmlns="">
            <p:pic>
              <p:nvPicPr>
                <p:cNvPr id="132" name="Ink 131">
                  <a:extLst>
                    <a:ext uri="{FF2B5EF4-FFF2-40B4-BE49-F238E27FC236}">
                      <a16:creationId xmlns:a16="http://schemas.microsoft.com/office/drawing/2014/main" id="{BC564966-450F-23FF-928F-2FBA2E98B804}"/>
                    </a:ext>
                  </a:extLst>
                </p:cNvPr>
                <p:cNvPicPr/>
                <p:nvPr/>
              </p:nvPicPr>
              <p:blipFill>
                <a:blip r:embed="rId194"/>
                <a:stretch>
                  <a:fillRect/>
                </a:stretch>
              </p:blipFill>
              <p:spPr>
                <a:xfrm>
                  <a:off x="6669591" y="3502265"/>
                  <a:ext cx="49680" cy="37872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33" name="Ink 132">
                  <a:extLst>
                    <a:ext uri="{FF2B5EF4-FFF2-40B4-BE49-F238E27FC236}">
                      <a16:creationId xmlns:a16="http://schemas.microsoft.com/office/drawing/2014/main" id="{46D158C6-6BF1-A347-C215-52A744C8C51B}"/>
                    </a:ext>
                  </a:extLst>
                </p14:cNvPr>
                <p14:cNvContentPartPr/>
                <p14:nvPr/>
              </p14:nvContentPartPr>
              <p14:xfrm>
                <a:off x="6708831" y="3816905"/>
                <a:ext cx="802800" cy="52920"/>
              </p14:xfrm>
            </p:contentPart>
          </mc:Choice>
          <mc:Fallback xmlns="">
            <p:pic>
              <p:nvPicPr>
                <p:cNvPr id="133" name="Ink 132">
                  <a:extLst>
                    <a:ext uri="{FF2B5EF4-FFF2-40B4-BE49-F238E27FC236}">
                      <a16:creationId xmlns:a16="http://schemas.microsoft.com/office/drawing/2014/main" id="{46D158C6-6BF1-A347-C215-52A744C8C51B}"/>
                    </a:ext>
                  </a:extLst>
                </p:cNvPr>
                <p:cNvPicPr/>
                <p:nvPr/>
              </p:nvPicPr>
              <p:blipFill>
                <a:blip r:embed="rId196"/>
                <a:stretch>
                  <a:fillRect/>
                </a:stretch>
              </p:blipFill>
              <p:spPr>
                <a:xfrm>
                  <a:off x="6700191" y="3807905"/>
                  <a:ext cx="82044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34" name="Ink 133">
                  <a:extLst>
                    <a:ext uri="{FF2B5EF4-FFF2-40B4-BE49-F238E27FC236}">
                      <a16:creationId xmlns:a16="http://schemas.microsoft.com/office/drawing/2014/main" id="{38544F6D-0A75-6576-72E1-57E69A6F693D}"/>
                    </a:ext>
                  </a:extLst>
                </p14:cNvPr>
                <p14:cNvContentPartPr/>
                <p14:nvPr/>
              </p14:nvContentPartPr>
              <p14:xfrm>
                <a:off x="6698391" y="3834185"/>
                <a:ext cx="30960" cy="362880"/>
              </p14:xfrm>
            </p:contentPart>
          </mc:Choice>
          <mc:Fallback xmlns="">
            <p:pic>
              <p:nvPicPr>
                <p:cNvPr id="134" name="Ink 133">
                  <a:extLst>
                    <a:ext uri="{FF2B5EF4-FFF2-40B4-BE49-F238E27FC236}">
                      <a16:creationId xmlns:a16="http://schemas.microsoft.com/office/drawing/2014/main" id="{38544F6D-0A75-6576-72E1-57E69A6F693D}"/>
                    </a:ext>
                  </a:extLst>
                </p:cNvPr>
                <p:cNvPicPr/>
                <p:nvPr/>
              </p:nvPicPr>
              <p:blipFill>
                <a:blip r:embed="rId198"/>
                <a:stretch>
                  <a:fillRect/>
                </a:stretch>
              </p:blipFill>
              <p:spPr>
                <a:xfrm>
                  <a:off x="6689751" y="3825545"/>
                  <a:ext cx="48600" cy="3805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35" name="Ink 134">
                  <a:extLst>
                    <a:ext uri="{FF2B5EF4-FFF2-40B4-BE49-F238E27FC236}">
                      <a16:creationId xmlns:a16="http://schemas.microsoft.com/office/drawing/2014/main" id="{056F8DD1-2920-F7FB-CB56-8662A3A8BFBA}"/>
                    </a:ext>
                  </a:extLst>
                </p14:cNvPr>
                <p14:cNvContentPartPr/>
                <p14:nvPr/>
              </p14:nvContentPartPr>
              <p14:xfrm>
                <a:off x="6425871" y="3652385"/>
                <a:ext cx="10800" cy="90360"/>
              </p14:xfrm>
            </p:contentPart>
          </mc:Choice>
          <mc:Fallback xmlns="">
            <p:pic>
              <p:nvPicPr>
                <p:cNvPr id="135" name="Ink 134">
                  <a:extLst>
                    <a:ext uri="{FF2B5EF4-FFF2-40B4-BE49-F238E27FC236}">
                      <a16:creationId xmlns:a16="http://schemas.microsoft.com/office/drawing/2014/main" id="{056F8DD1-2920-F7FB-CB56-8662A3A8BFBA}"/>
                    </a:ext>
                  </a:extLst>
                </p:cNvPr>
                <p:cNvPicPr/>
                <p:nvPr/>
              </p:nvPicPr>
              <p:blipFill>
                <a:blip r:embed="rId200"/>
                <a:stretch>
                  <a:fillRect/>
                </a:stretch>
              </p:blipFill>
              <p:spPr>
                <a:xfrm>
                  <a:off x="6417231" y="3643745"/>
                  <a:ext cx="2844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36" name="Ink 135">
                  <a:extLst>
                    <a:ext uri="{FF2B5EF4-FFF2-40B4-BE49-F238E27FC236}">
                      <a16:creationId xmlns:a16="http://schemas.microsoft.com/office/drawing/2014/main" id="{D54727E9-9319-4B24-1562-A33B61858B2D}"/>
                    </a:ext>
                  </a:extLst>
                </p14:cNvPr>
                <p14:cNvContentPartPr/>
                <p14:nvPr/>
              </p14:nvContentPartPr>
              <p14:xfrm>
                <a:off x="6430911" y="3610985"/>
                <a:ext cx="147240" cy="106200"/>
              </p14:xfrm>
            </p:contentPart>
          </mc:Choice>
          <mc:Fallback xmlns="">
            <p:pic>
              <p:nvPicPr>
                <p:cNvPr id="136" name="Ink 135">
                  <a:extLst>
                    <a:ext uri="{FF2B5EF4-FFF2-40B4-BE49-F238E27FC236}">
                      <a16:creationId xmlns:a16="http://schemas.microsoft.com/office/drawing/2014/main" id="{D54727E9-9319-4B24-1562-A33B61858B2D}"/>
                    </a:ext>
                  </a:extLst>
                </p:cNvPr>
                <p:cNvPicPr/>
                <p:nvPr/>
              </p:nvPicPr>
              <p:blipFill>
                <a:blip r:embed="rId202"/>
                <a:stretch>
                  <a:fillRect/>
                </a:stretch>
              </p:blipFill>
              <p:spPr>
                <a:xfrm>
                  <a:off x="6421911" y="3602345"/>
                  <a:ext cx="1648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37" name="Ink 136">
                  <a:extLst>
                    <a:ext uri="{FF2B5EF4-FFF2-40B4-BE49-F238E27FC236}">
                      <a16:creationId xmlns:a16="http://schemas.microsoft.com/office/drawing/2014/main" id="{7B303226-1A98-3F63-E7F4-BA3F8EC9AD3B}"/>
                    </a:ext>
                  </a:extLst>
                </p14:cNvPr>
                <p14:cNvContentPartPr/>
                <p14:nvPr/>
              </p14:nvContentPartPr>
              <p14:xfrm>
                <a:off x="6415791" y="3844265"/>
                <a:ext cx="24840" cy="111960"/>
              </p14:xfrm>
            </p:contentPart>
          </mc:Choice>
          <mc:Fallback xmlns="">
            <p:pic>
              <p:nvPicPr>
                <p:cNvPr id="137" name="Ink 136">
                  <a:extLst>
                    <a:ext uri="{FF2B5EF4-FFF2-40B4-BE49-F238E27FC236}">
                      <a16:creationId xmlns:a16="http://schemas.microsoft.com/office/drawing/2014/main" id="{7B303226-1A98-3F63-E7F4-BA3F8EC9AD3B}"/>
                    </a:ext>
                  </a:extLst>
                </p:cNvPr>
                <p:cNvPicPr/>
                <p:nvPr/>
              </p:nvPicPr>
              <p:blipFill>
                <a:blip r:embed="rId204"/>
                <a:stretch>
                  <a:fillRect/>
                </a:stretch>
              </p:blipFill>
              <p:spPr>
                <a:xfrm>
                  <a:off x="6407151" y="3835625"/>
                  <a:ext cx="4248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38" name="Ink 137">
                  <a:extLst>
                    <a:ext uri="{FF2B5EF4-FFF2-40B4-BE49-F238E27FC236}">
                      <a16:creationId xmlns:a16="http://schemas.microsoft.com/office/drawing/2014/main" id="{2E29896A-5B8A-9806-C3B9-2B51E1C40724}"/>
                    </a:ext>
                  </a:extLst>
                </p14:cNvPr>
                <p14:cNvContentPartPr/>
                <p14:nvPr/>
              </p14:nvContentPartPr>
              <p14:xfrm>
                <a:off x="6425871" y="3823745"/>
                <a:ext cx="159480" cy="112680"/>
              </p14:xfrm>
            </p:contentPart>
          </mc:Choice>
          <mc:Fallback xmlns="">
            <p:pic>
              <p:nvPicPr>
                <p:cNvPr id="138" name="Ink 137">
                  <a:extLst>
                    <a:ext uri="{FF2B5EF4-FFF2-40B4-BE49-F238E27FC236}">
                      <a16:creationId xmlns:a16="http://schemas.microsoft.com/office/drawing/2014/main" id="{2E29896A-5B8A-9806-C3B9-2B51E1C40724}"/>
                    </a:ext>
                  </a:extLst>
                </p:cNvPr>
                <p:cNvPicPr/>
                <p:nvPr/>
              </p:nvPicPr>
              <p:blipFill>
                <a:blip r:embed="rId206"/>
                <a:stretch>
                  <a:fillRect/>
                </a:stretch>
              </p:blipFill>
              <p:spPr>
                <a:xfrm>
                  <a:off x="6416871" y="3815105"/>
                  <a:ext cx="17712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39" name="Ink 138">
                  <a:extLst>
                    <a:ext uri="{FF2B5EF4-FFF2-40B4-BE49-F238E27FC236}">
                      <a16:creationId xmlns:a16="http://schemas.microsoft.com/office/drawing/2014/main" id="{5CB80835-7E20-63BA-DCC8-1CFF51018CE8}"/>
                    </a:ext>
                  </a:extLst>
                </p14:cNvPr>
                <p14:cNvContentPartPr/>
                <p14:nvPr/>
              </p14:nvContentPartPr>
              <p14:xfrm>
                <a:off x="6413991" y="4029305"/>
                <a:ext cx="176040" cy="100800"/>
              </p14:xfrm>
            </p:contentPart>
          </mc:Choice>
          <mc:Fallback xmlns="">
            <p:pic>
              <p:nvPicPr>
                <p:cNvPr id="139" name="Ink 138">
                  <a:extLst>
                    <a:ext uri="{FF2B5EF4-FFF2-40B4-BE49-F238E27FC236}">
                      <a16:creationId xmlns:a16="http://schemas.microsoft.com/office/drawing/2014/main" id="{5CB80835-7E20-63BA-DCC8-1CFF51018CE8}"/>
                    </a:ext>
                  </a:extLst>
                </p:cNvPr>
                <p:cNvPicPr/>
                <p:nvPr/>
              </p:nvPicPr>
              <p:blipFill>
                <a:blip r:embed="rId208"/>
                <a:stretch>
                  <a:fillRect/>
                </a:stretch>
              </p:blipFill>
              <p:spPr>
                <a:xfrm>
                  <a:off x="6404991" y="4020665"/>
                  <a:ext cx="1936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40" name="Ink 139">
                  <a:extLst>
                    <a:ext uri="{FF2B5EF4-FFF2-40B4-BE49-F238E27FC236}">
                      <a16:creationId xmlns:a16="http://schemas.microsoft.com/office/drawing/2014/main" id="{55BEAD91-F1DF-D297-B97B-F76BFE3CDFD4}"/>
                    </a:ext>
                  </a:extLst>
                </p14:cNvPr>
                <p14:cNvContentPartPr/>
                <p14:nvPr/>
              </p14:nvContentPartPr>
              <p14:xfrm>
                <a:off x="6824751" y="3587945"/>
                <a:ext cx="548640" cy="167040"/>
              </p14:xfrm>
            </p:contentPart>
          </mc:Choice>
          <mc:Fallback xmlns="">
            <p:pic>
              <p:nvPicPr>
                <p:cNvPr id="140" name="Ink 139">
                  <a:extLst>
                    <a:ext uri="{FF2B5EF4-FFF2-40B4-BE49-F238E27FC236}">
                      <a16:creationId xmlns:a16="http://schemas.microsoft.com/office/drawing/2014/main" id="{55BEAD91-F1DF-D297-B97B-F76BFE3CDFD4}"/>
                    </a:ext>
                  </a:extLst>
                </p:cNvPr>
                <p:cNvPicPr/>
                <p:nvPr/>
              </p:nvPicPr>
              <p:blipFill>
                <a:blip r:embed="rId210"/>
                <a:stretch>
                  <a:fillRect/>
                </a:stretch>
              </p:blipFill>
              <p:spPr>
                <a:xfrm>
                  <a:off x="6816111" y="3579305"/>
                  <a:ext cx="56628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41" name="Ink 140">
                  <a:extLst>
                    <a:ext uri="{FF2B5EF4-FFF2-40B4-BE49-F238E27FC236}">
                      <a16:creationId xmlns:a16="http://schemas.microsoft.com/office/drawing/2014/main" id="{3CE540A7-28D9-8203-E5B0-DB2899B9BBE1}"/>
                    </a:ext>
                  </a:extLst>
                </p14:cNvPr>
                <p14:cNvContentPartPr/>
                <p14:nvPr/>
              </p14:nvContentPartPr>
              <p14:xfrm>
                <a:off x="6841671" y="3576425"/>
                <a:ext cx="575640" cy="173160"/>
              </p14:xfrm>
            </p:contentPart>
          </mc:Choice>
          <mc:Fallback xmlns="">
            <p:pic>
              <p:nvPicPr>
                <p:cNvPr id="141" name="Ink 140">
                  <a:extLst>
                    <a:ext uri="{FF2B5EF4-FFF2-40B4-BE49-F238E27FC236}">
                      <a16:creationId xmlns:a16="http://schemas.microsoft.com/office/drawing/2014/main" id="{3CE540A7-28D9-8203-E5B0-DB2899B9BBE1}"/>
                    </a:ext>
                  </a:extLst>
                </p:cNvPr>
                <p:cNvPicPr/>
                <p:nvPr/>
              </p:nvPicPr>
              <p:blipFill>
                <a:blip r:embed="rId212"/>
                <a:stretch>
                  <a:fillRect/>
                </a:stretch>
              </p:blipFill>
              <p:spPr>
                <a:xfrm>
                  <a:off x="6832671" y="3567785"/>
                  <a:ext cx="5932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42" name="Ink 141">
                  <a:extLst>
                    <a:ext uri="{FF2B5EF4-FFF2-40B4-BE49-F238E27FC236}">
                      <a16:creationId xmlns:a16="http://schemas.microsoft.com/office/drawing/2014/main" id="{19B0D5A5-D4A4-7C5B-D68C-2BA9C651B2C1}"/>
                    </a:ext>
                  </a:extLst>
                </p14:cNvPr>
                <p14:cNvContentPartPr/>
                <p14:nvPr/>
              </p14:nvContentPartPr>
              <p14:xfrm>
                <a:off x="6809271" y="3657425"/>
                <a:ext cx="667440" cy="10440"/>
              </p14:xfrm>
            </p:contentPart>
          </mc:Choice>
          <mc:Fallback xmlns="">
            <p:pic>
              <p:nvPicPr>
                <p:cNvPr id="142" name="Ink 141">
                  <a:extLst>
                    <a:ext uri="{FF2B5EF4-FFF2-40B4-BE49-F238E27FC236}">
                      <a16:creationId xmlns:a16="http://schemas.microsoft.com/office/drawing/2014/main" id="{19B0D5A5-D4A4-7C5B-D68C-2BA9C651B2C1}"/>
                    </a:ext>
                  </a:extLst>
                </p:cNvPr>
                <p:cNvPicPr/>
                <p:nvPr/>
              </p:nvPicPr>
              <p:blipFill>
                <a:blip r:embed="rId214"/>
                <a:stretch>
                  <a:fillRect/>
                </a:stretch>
              </p:blipFill>
              <p:spPr>
                <a:xfrm>
                  <a:off x="6800271" y="3648785"/>
                  <a:ext cx="68508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43" name="Ink 142">
                  <a:extLst>
                    <a:ext uri="{FF2B5EF4-FFF2-40B4-BE49-F238E27FC236}">
                      <a16:creationId xmlns:a16="http://schemas.microsoft.com/office/drawing/2014/main" id="{BE8F6193-5817-6D78-123B-CC1B6413FB4C}"/>
                    </a:ext>
                  </a:extLst>
                </p14:cNvPr>
                <p14:cNvContentPartPr/>
                <p14:nvPr/>
              </p14:nvContentPartPr>
              <p14:xfrm>
                <a:off x="6874791" y="3998705"/>
                <a:ext cx="598680" cy="226440"/>
              </p14:xfrm>
            </p:contentPart>
          </mc:Choice>
          <mc:Fallback xmlns="">
            <p:pic>
              <p:nvPicPr>
                <p:cNvPr id="143" name="Ink 142">
                  <a:extLst>
                    <a:ext uri="{FF2B5EF4-FFF2-40B4-BE49-F238E27FC236}">
                      <a16:creationId xmlns:a16="http://schemas.microsoft.com/office/drawing/2014/main" id="{BE8F6193-5817-6D78-123B-CC1B6413FB4C}"/>
                    </a:ext>
                  </a:extLst>
                </p:cNvPr>
                <p:cNvPicPr/>
                <p:nvPr/>
              </p:nvPicPr>
              <p:blipFill>
                <a:blip r:embed="rId216"/>
                <a:stretch>
                  <a:fillRect/>
                </a:stretch>
              </p:blipFill>
              <p:spPr>
                <a:xfrm>
                  <a:off x="6865791" y="3990065"/>
                  <a:ext cx="61632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44" name="Ink 143">
                  <a:extLst>
                    <a:ext uri="{FF2B5EF4-FFF2-40B4-BE49-F238E27FC236}">
                      <a16:creationId xmlns:a16="http://schemas.microsoft.com/office/drawing/2014/main" id="{3E6FBD14-1683-B965-5C3A-DCF4011C340C}"/>
                    </a:ext>
                  </a:extLst>
                </p14:cNvPr>
                <p14:cNvContentPartPr/>
                <p14:nvPr/>
              </p14:nvContentPartPr>
              <p14:xfrm>
                <a:off x="6955791" y="3982505"/>
                <a:ext cx="421920" cy="176040"/>
              </p14:xfrm>
            </p:contentPart>
          </mc:Choice>
          <mc:Fallback xmlns="">
            <p:pic>
              <p:nvPicPr>
                <p:cNvPr id="144" name="Ink 143">
                  <a:extLst>
                    <a:ext uri="{FF2B5EF4-FFF2-40B4-BE49-F238E27FC236}">
                      <a16:creationId xmlns:a16="http://schemas.microsoft.com/office/drawing/2014/main" id="{3E6FBD14-1683-B965-5C3A-DCF4011C340C}"/>
                    </a:ext>
                  </a:extLst>
                </p:cNvPr>
                <p:cNvPicPr/>
                <p:nvPr/>
              </p:nvPicPr>
              <p:blipFill>
                <a:blip r:embed="rId218"/>
                <a:stretch>
                  <a:fillRect/>
                </a:stretch>
              </p:blipFill>
              <p:spPr>
                <a:xfrm>
                  <a:off x="6946791" y="3973865"/>
                  <a:ext cx="43956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66" name="Ink 165">
                  <a:extLst>
                    <a:ext uri="{FF2B5EF4-FFF2-40B4-BE49-F238E27FC236}">
                      <a16:creationId xmlns:a16="http://schemas.microsoft.com/office/drawing/2014/main" id="{719A6032-FA52-BF11-55DE-B6D555B408CC}"/>
                    </a:ext>
                  </a:extLst>
                </p14:cNvPr>
                <p14:cNvContentPartPr/>
                <p14:nvPr/>
              </p14:nvContentPartPr>
              <p14:xfrm>
                <a:off x="6850311" y="3299585"/>
                <a:ext cx="172800" cy="9720"/>
              </p14:xfrm>
            </p:contentPart>
          </mc:Choice>
          <mc:Fallback xmlns="">
            <p:pic>
              <p:nvPicPr>
                <p:cNvPr id="166" name="Ink 165">
                  <a:extLst>
                    <a:ext uri="{FF2B5EF4-FFF2-40B4-BE49-F238E27FC236}">
                      <a16:creationId xmlns:a16="http://schemas.microsoft.com/office/drawing/2014/main" id="{719A6032-FA52-BF11-55DE-B6D555B408CC}"/>
                    </a:ext>
                  </a:extLst>
                </p:cNvPr>
                <p:cNvPicPr/>
                <p:nvPr/>
              </p:nvPicPr>
              <p:blipFill>
                <a:blip r:embed="rId220"/>
                <a:stretch>
                  <a:fillRect/>
                </a:stretch>
              </p:blipFill>
              <p:spPr>
                <a:xfrm>
                  <a:off x="6841671" y="3290945"/>
                  <a:ext cx="19044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67" name="Ink 166">
                  <a:extLst>
                    <a:ext uri="{FF2B5EF4-FFF2-40B4-BE49-F238E27FC236}">
                      <a16:creationId xmlns:a16="http://schemas.microsoft.com/office/drawing/2014/main" id="{78D5641E-4C4B-42E3-8D4C-AB0CB2337D32}"/>
                    </a:ext>
                  </a:extLst>
                </p14:cNvPr>
                <p14:cNvContentPartPr/>
                <p14:nvPr/>
              </p14:nvContentPartPr>
              <p14:xfrm>
                <a:off x="6971631" y="3243425"/>
                <a:ext cx="79200" cy="115200"/>
              </p14:xfrm>
            </p:contentPart>
          </mc:Choice>
          <mc:Fallback xmlns="">
            <p:pic>
              <p:nvPicPr>
                <p:cNvPr id="167" name="Ink 166">
                  <a:extLst>
                    <a:ext uri="{FF2B5EF4-FFF2-40B4-BE49-F238E27FC236}">
                      <a16:creationId xmlns:a16="http://schemas.microsoft.com/office/drawing/2014/main" id="{78D5641E-4C4B-42E3-8D4C-AB0CB2337D32}"/>
                    </a:ext>
                  </a:extLst>
                </p:cNvPr>
                <p:cNvPicPr/>
                <p:nvPr/>
              </p:nvPicPr>
              <p:blipFill>
                <a:blip r:embed="rId222"/>
                <a:stretch>
                  <a:fillRect/>
                </a:stretch>
              </p:blipFill>
              <p:spPr>
                <a:xfrm>
                  <a:off x="6962631" y="3234785"/>
                  <a:ext cx="968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69" name="Ink 168">
                  <a:extLst>
                    <a:ext uri="{FF2B5EF4-FFF2-40B4-BE49-F238E27FC236}">
                      <a16:creationId xmlns:a16="http://schemas.microsoft.com/office/drawing/2014/main" id="{00A2129E-D302-41B1-D63A-EDACD52C8DEF}"/>
                    </a:ext>
                  </a:extLst>
                </p14:cNvPr>
                <p14:cNvContentPartPr/>
                <p14:nvPr/>
              </p14:nvContentPartPr>
              <p14:xfrm>
                <a:off x="7157391" y="3171065"/>
                <a:ext cx="217080" cy="37080"/>
              </p14:xfrm>
            </p:contentPart>
          </mc:Choice>
          <mc:Fallback xmlns="">
            <p:pic>
              <p:nvPicPr>
                <p:cNvPr id="169" name="Ink 168">
                  <a:extLst>
                    <a:ext uri="{FF2B5EF4-FFF2-40B4-BE49-F238E27FC236}">
                      <a16:creationId xmlns:a16="http://schemas.microsoft.com/office/drawing/2014/main" id="{00A2129E-D302-41B1-D63A-EDACD52C8DEF}"/>
                    </a:ext>
                  </a:extLst>
                </p:cNvPr>
                <p:cNvPicPr/>
                <p:nvPr/>
              </p:nvPicPr>
              <p:blipFill>
                <a:blip r:embed="rId224"/>
                <a:stretch>
                  <a:fillRect/>
                </a:stretch>
              </p:blipFill>
              <p:spPr>
                <a:xfrm>
                  <a:off x="7148391" y="3162425"/>
                  <a:ext cx="23472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70" name="Ink 169">
                  <a:extLst>
                    <a:ext uri="{FF2B5EF4-FFF2-40B4-BE49-F238E27FC236}">
                      <a16:creationId xmlns:a16="http://schemas.microsoft.com/office/drawing/2014/main" id="{7F21CAA2-EBC9-26EA-37C1-861AE5185531}"/>
                    </a:ext>
                  </a:extLst>
                </p14:cNvPr>
                <p14:cNvContentPartPr/>
                <p14:nvPr/>
              </p14:nvContentPartPr>
              <p14:xfrm>
                <a:off x="7264671" y="3187625"/>
                <a:ext cx="71640" cy="203400"/>
              </p14:xfrm>
            </p:contentPart>
          </mc:Choice>
          <mc:Fallback xmlns="">
            <p:pic>
              <p:nvPicPr>
                <p:cNvPr id="170" name="Ink 169">
                  <a:extLst>
                    <a:ext uri="{FF2B5EF4-FFF2-40B4-BE49-F238E27FC236}">
                      <a16:creationId xmlns:a16="http://schemas.microsoft.com/office/drawing/2014/main" id="{7F21CAA2-EBC9-26EA-37C1-861AE5185531}"/>
                    </a:ext>
                  </a:extLst>
                </p:cNvPr>
                <p:cNvPicPr/>
                <p:nvPr/>
              </p:nvPicPr>
              <p:blipFill>
                <a:blip r:embed="rId226"/>
                <a:stretch>
                  <a:fillRect/>
                </a:stretch>
              </p:blipFill>
              <p:spPr>
                <a:xfrm>
                  <a:off x="7255671" y="3178985"/>
                  <a:ext cx="8928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71" name="Ink 170">
                  <a:extLst>
                    <a:ext uri="{FF2B5EF4-FFF2-40B4-BE49-F238E27FC236}">
                      <a16:creationId xmlns:a16="http://schemas.microsoft.com/office/drawing/2014/main" id="{83E9A3F0-19F7-AB47-068F-75343D78A53A}"/>
                    </a:ext>
                  </a:extLst>
                </p14:cNvPr>
                <p14:cNvContentPartPr/>
                <p14:nvPr/>
              </p14:nvContentPartPr>
              <p14:xfrm>
                <a:off x="7375551" y="3242705"/>
                <a:ext cx="185760" cy="131760"/>
              </p14:xfrm>
            </p:contentPart>
          </mc:Choice>
          <mc:Fallback xmlns="">
            <p:pic>
              <p:nvPicPr>
                <p:cNvPr id="171" name="Ink 170">
                  <a:extLst>
                    <a:ext uri="{FF2B5EF4-FFF2-40B4-BE49-F238E27FC236}">
                      <a16:creationId xmlns:a16="http://schemas.microsoft.com/office/drawing/2014/main" id="{83E9A3F0-19F7-AB47-068F-75343D78A53A}"/>
                    </a:ext>
                  </a:extLst>
                </p:cNvPr>
                <p:cNvPicPr/>
                <p:nvPr/>
              </p:nvPicPr>
              <p:blipFill>
                <a:blip r:embed="rId228"/>
                <a:stretch>
                  <a:fillRect/>
                </a:stretch>
              </p:blipFill>
              <p:spPr>
                <a:xfrm>
                  <a:off x="7366911" y="3233705"/>
                  <a:ext cx="20340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72" name="Ink 171">
                  <a:extLst>
                    <a:ext uri="{FF2B5EF4-FFF2-40B4-BE49-F238E27FC236}">
                      <a16:creationId xmlns:a16="http://schemas.microsoft.com/office/drawing/2014/main" id="{61B24123-DCFA-DAD6-1D69-595D0B905FDA}"/>
                    </a:ext>
                  </a:extLst>
                </p14:cNvPr>
                <p14:cNvContentPartPr/>
                <p14:nvPr/>
              </p14:nvContentPartPr>
              <p14:xfrm>
                <a:off x="7576431" y="3253145"/>
                <a:ext cx="125640" cy="92880"/>
              </p14:xfrm>
            </p:contentPart>
          </mc:Choice>
          <mc:Fallback xmlns="">
            <p:pic>
              <p:nvPicPr>
                <p:cNvPr id="172" name="Ink 171">
                  <a:extLst>
                    <a:ext uri="{FF2B5EF4-FFF2-40B4-BE49-F238E27FC236}">
                      <a16:creationId xmlns:a16="http://schemas.microsoft.com/office/drawing/2014/main" id="{61B24123-DCFA-DAD6-1D69-595D0B905FDA}"/>
                    </a:ext>
                  </a:extLst>
                </p:cNvPr>
                <p:cNvPicPr/>
                <p:nvPr/>
              </p:nvPicPr>
              <p:blipFill>
                <a:blip r:embed="rId230"/>
                <a:stretch>
                  <a:fillRect/>
                </a:stretch>
              </p:blipFill>
              <p:spPr>
                <a:xfrm>
                  <a:off x="7567791" y="3244145"/>
                  <a:ext cx="14328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73" name="Ink 172">
                  <a:extLst>
                    <a:ext uri="{FF2B5EF4-FFF2-40B4-BE49-F238E27FC236}">
                      <a16:creationId xmlns:a16="http://schemas.microsoft.com/office/drawing/2014/main" id="{D5AC7269-D955-86C3-142F-DEF0E933A995}"/>
                    </a:ext>
                  </a:extLst>
                </p14:cNvPr>
                <p14:cNvContentPartPr/>
                <p14:nvPr/>
              </p14:nvContentPartPr>
              <p14:xfrm>
                <a:off x="7739511" y="3251345"/>
                <a:ext cx="22680" cy="88560"/>
              </p14:xfrm>
            </p:contentPart>
          </mc:Choice>
          <mc:Fallback xmlns="">
            <p:pic>
              <p:nvPicPr>
                <p:cNvPr id="173" name="Ink 172">
                  <a:extLst>
                    <a:ext uri="{FF2B5EF4-FFF2-40B4-BE49-F238E27FC236}">
                      <a16:creationId xmlns:a16="http://schemas.microsoft.com/office/drawing/2014/main" id="{D5AC7269-D955-86C3-142F-DEF0E933A995}"/>
                    </a:ext>
                  </a:extLst>
                </p:cNvPr>
                <p:cNvPicPr/>
                <p:nvPr/>
              </p:nvPicPr>
              <p:blipFill>
                <a:blip r:embed="rId232"/>
                <a:stretch>
                  <a:fillRect/>
                </a:stretch>
              </p:blipFill>
              <p:spPr>
                <a:xfrm>
                  <a:off x="7730511" y="3242705"/>
                  <a:ext cx="4032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74" name="Ink 173">
                  <a:extLst>
                    <a:ext uri="{FF2B5EF4-FFF2-40B4-BE49-F238E27FC236}">
                      <a16:creationId xmlns:a16="http://schemas.microsoft.com/office/drawing/2014/main" id="{F6AB8594-58BC-07E0-8112-C9E31EFD08B2}"/>
                    </a:ext>
                  </a:extLst>
                </p14:cNvPr>
                <p14:cNvContentPartPr/>
                <p14:nvPr/>
              </p14:nvContentPartPr>
              <p14:xfrm>
                <a:off x="7765071" y="3159545"/>
                <a:ext cx="15120" cy="32040"/>
              </p14:xfrm>
            </p:contentPart>
          </mc:Choice>
          <mc:Fallback xmlns="">
            <p:pic>
              <p:nvPicPr>
                <p:cNvPr id="174" name="Ink 173">
                  <a:extLst>
                    <a:ext uri="{FF2B5EF4-FFF2-40B4-BE49-F238E27FC236}">
                      <a16:creationId xmlns:a16="http://schemas.microsoft.com/office/drawing/2014/main" id="{F6AB8594-58BC-07E0-8112-C9E31EFD08B2}"/>
                    </a:ext>
                  </a:extLst>
                </p:cNvPr>
                <p:cNvPicPr/>
                <p:nvPr/>
              </p:nvPicPr>
              <p:blipFill>
                <a:blip r:embed="rId234"/>
                <a:stretch>
                  <a:fillRect/>
                </a:stretch>
              </p:blipFill>
              <p:spPr>
                <a:xfrm>
                  <a:off x="7756071" y="3150905"/>
                  <a:ext cx="3276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75" name="Ink 174">
                  <a:extLst>
                    <a:ext uri="{FF2B5EF4-FFF2-40B4-BE49-F238E27FC236}">
                      <a16:creationId xmlns:a16="http://schemas.microsoft.com/office/drawing/2014/main" id="{40C2AA46-01AD-2ABA-4869-03E267DEAD7E}"/>
                    </a:ext>
                  </a:extLst>
                </p14:cNvPr>
                <p14:cNvContentPartPr/>
                <p14:nvPr/>
              </p14:nvContentPartPr>
              <p14:xfrm>
                <a:off x="7835271" y="3258545"/>
                <a:ext cx="132480" cy="106560"/>
              </p14:xfrm>
            </p:contentPart>
          </mc:Choice>
          <mc:Fallback xmlns="">
            <p:pic>
              <p:nvPicPr>
                <p:cNvPr id="175" name="Ink 174">
                  <a:extLst>
                    <a:ext uri="{FF2B5EF4-FFF2-40B4-BE49-F238E27FC236}">
                      <a16:creationId xmlns:a16="http://schemas.microsoft.com/office/drawing/2014/main" id="{40C2AA46-01AD-2ABA-4869-03E267DEAD7E}"/>
                    </a:ext>
                  </a:extLst>
                </p:cNvPr>
                <p:cNvPicPr/>
                <p:nvPr/>
              </p:nvPicPr>
              <p:blipFill>
                <a:blip r:embed="rId236"/>
                <a:stretch>
                  <a:fillRect/>
                </a:stretch>
              </p:blipFill>
              <p:spPr>
                <a:xfrm>
                  <a:off x="7826631" y="3249545"/>
                  <a:ext cx="15012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76" name="Ink 175">
                  <a:extLst>
                    <a:ext uri="{FF2B5EF4-FFF2-40B4-BE49-F238E27FC236}">
                      <a16:creationId xmlns:a16="http://schemas.microsoft.com/office/drawing/2014/main" id="{28375075-D6BF-EFB7-F43E-5A19704A80ED}"/>
                    </a:ext>
                  </a:extLst>
                </p14:cNvPr>
                <p14:cNvContentPartPr/>
                <p14:nvPr/>
              </p14:nvContentPartPr>
              <p14:xfrm>
                <a:off x="8037591" y="3256385"/>
                <a:ext cx="29160" cy="118440"/>
              </p14:xfrm>
            </p:contentPart>
          </mc:Choice>
          <mc:Fallback xmlns="">
            <p:pic>
              <p:nvPicPr>
                <p:cNvPr id="176" name="Ink 175">
                  <a:extLst>
                    <a:ext uri="{FF2B5EF4-FFF2-40B4-BE49-F238E27FC236}">
                      <a16:creationId xmlns:a16="http://schemas.microsoft.com/office/drawing/2014/main" id="{28375075-D6BF-EFB7-F43E-5A19704A80ED}"/>
                    </a:ext>
                  </a:extLst>
                </p:cNvPr>
                <p:cNvPicPr/>
                <p:nvPr/>
              </p:nvPicPr>
              <p:blipFill>
                <a:blip r:embed="rId238"/>
                <a:stretch>
                  <a:fillRect/>
                </a:stretch>
              </p:blipFill>
              <p:spPr>
                <a:xfrm>
                  <a:off x="8028591" y="3247745"/>
                  <a:ext cx="468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77" name="Ink 176">
                  <a:extLst>
                    <a:ext uri="{FF2B5EF4-FFF2-40B4-BE49-F238E27FC236}">
                      <a16:creationId xmlns:a16="http://schemas.microsoft.com/office/drawing/2014/main" id="{F67DC3A0-6815-7546-263F-D5483C28B226}"/>
                    </a:ext>
                  </a:extLst>
                </p14:cNvPr>
                <p14:cNvContentPartPr/>
                <p14:nvPr/>
              </p14:nvContentPartPr>
              <p14:xfrm>
                <a:off x="8037231" y="3177545"/>
                <a:ext cx="41040" cy="15840"/>
              </p14:xfrm>
            </p:contentPart>
          </mc:Choice>
          <mc:Fallback xmlns="">
            <p:pic>
              <p:nvPicPr>
                <p:cNvPr id="177" name="Ink 176">
                  <a:extLst>
                    <a:ext uri="{FF2B5EF4-FFF2-40B4-BE49-F238E27FC236}">
                      <a16:creationId xmlns:a16="http://schemas.microsoft.com/office/drawing/2014/main" id="{F67DC3A0-6815-7546-263F-D5483C28B226}"/>
                    </a:ext>
                  </a:extLst>
                </p:cNvPr>
                <p:cNvPicPr/>
                <p:nvPr/>
              </p:nvPicPr>
              <p:blipFill>
                <a:blip r:embed="rId240"/>
                <a:stretch>
                  <a:fillRect/>
                </a:stretch>
              </p:blipFill>
              <p:spPr>
                <a:xfrm>
                  <a:off x="8028231" y="3168545"/>
                  <a:ext cx="586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79" name="Ink 178">
                  <a:extLst>
                    <a:ext uri="{FF2B5EF4-FFF2-40B4-BE49-F238E27FC236}">
                      <a16:creationId xmlns:a16="http://schemas.microsoft.com/office/drawing/2014/main" id="{5CD62851-4767-08CB-F921-B3EC9FF90478}"/>
                    </a:ext>
                  </a:extLst>
                </p14:cNvPr>
                <p14:cNvContentPartPr/>
                <p14:nvPr/>
              </p14:nvContentPartPr>
              <p14:xfrm>
                <a:off x="8103111" y="3232985"/>
                <a:ext cx="407880" cy="379080"/>
              </p14:xfrm>
            </p:contentPart>
          </mc:Choice>
          <mc:Fallback xmlns="">
            <p:pic>
              <p:nvPicPr>
                <p:cNvPr id="179" name="Ink 178">
                  <a:extLst>
                    <a:ext uri="{FF2B5EF4-FFF2-40B4-BE49-F238E27FC236}">
                      <a16:creationId xmlns:a16="http://schemas.microsoft.com/office/drawing/2014/main" id="{5CD62851-4767-08CB-F921-B3EC9FF90478}"/>
                    </a:ext>
                  </a:extLst>
                </p:cNvPr>
                <p:cNvPicPr/>
                <p:nvPr/>
              </p:nvPicPr>
              <p:blipFill>
                <a:blip r:embed="rId242"/>
                <a:stretch>
                  <a:fillRect/>
                </a:stretch>
              </p:blipFill>
              <p:spPr>
                <a:xfrm>
                  <a:off x="8094111" y="3223985"/>
                  <a:ext cx="425520" cy="3967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9" name="Ink 18">
                  <a:extLst>
                    <a:ext uri="{FF2B5EF4-FFF2-40B4-BE49-F238E27FC236}">
                      <a16:creationId xmlns:a16="http://schemas.microsoft.com/office/drawing/2014/main" id="{6956CEF0-C29C-1E42-388A-91D1122F641A}"/>
                    </a:ext>
                  </a:extLst>
                </p14:cNvPr>
                <p14:cNvContentPartPr/>
                <p14:nvPr/>
              </p14:nvContentPartPr>
              <p14:xfrm>
                <a:off x="551751" y="3454745"/>
                <a:ext cx="437400" cy="975240"/>
              </p14:xfrm>
            </p:contentPart>
          </mc:Choice>
          <mc:Fallback xmlns="">
            <p:pic>
              <p:nvPicPr>
                <p:cNvPr id="19" name="Ink 18">
                  <a:extLst>
                    <a:ext uri="{FF2B5EF4-FFF2-40B4-BE49-F238E27FC236}">
                      <a16:creationId xmlns:a16="http://schemas.microsoft.com/office/drawing/2014/main" id="{6956CEF0-C29C-1E42-388A-91D1122F641A}"/>
                    </a:ext>
                  </a:extLst>
                </p:cNvPr>
                <p:cNvPicPr/>
                <p:nvPr/>
              </p:nvPicPr>
              <p:blipFill>
                <a:blip r:embed="rId244"/>
                <a:stretch>
                  <a:fillRect/>
                </a:stretch>
              </p:blipFill>
              <p:spPr>
                <a:xfrm>
                  <a:off x="543111" y="3445745"/>
                  <a:ext cx="455040" cy="99288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20" name="Ink 19">
                  <a:extLst>
                    <a:ext uri="{FF2B5EF4-FFF2-40B4-BE49-F238E27FC236}">
                      <a16:creationId xmlns:a16="http://schemas.microsoft.com/office/drawing/2014/main" id="{500C061A-F73B-A465-A133-BCB76A69C98E}"/>
                    </a:ext>
                  </a:extLst>
                </p14:cNvPr>
                <p14:cNvContentPartPr/>
                <p14:nvPr/>
              </p14:nvContentPartPr>
              <p14:xfrm>
                <a:off x="508191" y="3919865"/>
                <a:ext cx="244080" cy="557280"/>
              </p14:xfrm>
            </p:contentPart>
          </mc:Choice>
          <mc:Fallback xmlns="">
            <p:pic>
              <p:nvPicPr>
                <p:cNvPr id="20" name="Ink 19">
                  <a:extLst>
                    <a:ext uri="{FF2B5EF4-FFF2-40B4-BE49-F238E27FC236}">
                      <a16:creationId xmlns:a16="http://schemas.microsoft.com/office/drawing/2014/main" id="{500C061A-F73B-A465-A133-BCB76A69C98E}"/>
                    </a:ext>
                  </a:extLst>
                </p:cNvPr>
                <p:cNvPicPr/>
                <p:nvPr/>
              </p:nvPicPr>
              <p:blipFill>
                <a:blip r:embed="rId246"/>
                <a:stretch>
                  <a:fillRect/>
                </a:stretch>
              </p:blipFill>
              <p:spPr>
                <a:xfrm>
                  <a:off x="499551" y="3910865"/>
                  <a:ext cx="261720" cy="5749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21" name="Ink 20">
                  <a:extLst>
                    <a:ext uri="{FF2B5EF4-FFF2-40B4-BE49-F238E27FC236}">
                      <a16:creationId xmlns:a16="http://schemas.microsoft.com/office/drawing/2014/main" id="{8C263D62-EDEA-1FC3-09DA-08D64D3B5448}"/>
                    </a:ext>
                  </a:extLst>
                </p14:cNvPr>
                <p14:cNvContentPartPr/>
                <p14:nvPr/>
              </p14:nvContentPartPr>
              <p14:xfrm>
                <a:off x="676671" y="3743105"/>
                <a:ext cx="119160" cy="41040"/>
              </p14:xfrm>
            </p:contentPart>
          </mc:Choice>
          <mc:Fallback xmlns="">
            <p:pic>
              <p:nvPicPr>
                <p:cNvPr id="21" name="Ink 20">
                  <a:extLst>
                    <a:ext uri="{FF2B5EF4-FFF2-40B4-BE49-F238E27FC236}">
                      <a16:creationId xmlns:a16="http://schemas.microsoft.com/office/drawing/2014/main" id="{8C263D62-EDEA-1FC3-09DA-08D64D3B5448}"/>
                    </a:ext>
                  </a:extLst>
                </p:cNvPr>
                <p:cNvPicPr/>
                <p:nvPr/>
              </p:nvPicPr>
              <p:blipFill>
                <a:blip r:embed="rId248"/>
                <a:stretch>
                  <a:fillRect/>
                </a:stretch>
              </p:blipFill>
              <p:spPr>
                <a:xfrm>
                  <a:off x="668031" y="3734465"/>
                  <a:ext cx="13680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22" name="Ink 21">
                  <a:extLst>
                    <a:ext uri="{FF2B5EF4-FFF2-40B4-BE49-F238E27FC236}">
                      <a16:creationId xmlns:a16="http://schemas.microsoft.com/office/drawing/2014/main" id="{56BB91F7-19B3-D8A8-7CA9-A7BF7F7F100D}"/>
                    </a:ext>
                  </a:extLst>
                </p14:cNvPr>
                <p14:cNvContentPartPr/>
                <p14:nvPr/>
              </p14:nvContentPartPr>
              <p14:xfrm>
                <a:off x="669111" y="3623585"/>
                <a:ext cx="38160" cy="53280"/>
              </p14:xfrm>
            </p:contentPart>
          </mc:Choice>
          <mc:Fallback xmlns="">
            <p:pic>
              <p:nvPicPr>
                <p:cNvPr id="22" name="Ink 21">
                  <a:extLst>
                    <a:ext uri="{FF2B5EF4-FFF2-40B4-BE49-F238E27FC236}">
                      <a16:creationId xmlns:a16="http://schemas.microsoft.com/office/drawing/2014/main" id="{56BB91F7-19B3-D8A8-7CA9-A7BF7F7F100D}"/>
                    </a:ext>
                  </a:extLst>
                </p:cNvPr>
                <p:cNvPicPr/>
                <p:nvPr/>
              </p:nvPicPr>
              <p:blipFill>
                <a:blip r:embed="rId250"/>
                <a:stretch>
                  <a:fillRect/>
                </a:stretch>
              </p:blipFill>
              <p:spPr>
                <a:xfrm>
                  <a:off x="660471" y="3614585"/>
                  <a:ext cx="5580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23" name="Ink 22">
                  <a:extLst>
                    <a:ext uri="{FF2B5EF4-FFF2-40B4-BE49-F238E27FC236}">
                      <a16:creationId xmlns:a16="http://schemas.microsoft.com/office/drawing/2014/main" id="{FEB81E1B-28CC-328D-B30D-18B5A04B88B3}"/>
                    </a:ext>
                  </a:extLst>
                </p14:cNvPr>
                <p14:cNvContentPartPr/>
                <p14:nvPr/>
              </p14:nvContentPartPr>
              <p14:xfrm>
                <a:off x="839391" y="3620345"/>
                <a:ext cx="38880" cy="53640"/>
              </p14:xfrm>
            </p:contentPart>
          </mc:Choice>
          <mc:Fallback xmlns="">
            <p:pic>
              <p:nvPicPr>
                <p:cNvPr id="23" name="Ink 22">
                  <a:extLst>
                    <a:ext uri="{FF2B5EF4-FFF2-40B4-BE49-F238E27FC236}">
                      <a16:creationId xmlns:a16="http://schemas.microsoft.com/office/drawing/2014/main" id="{FEB81E1B-28CC-328D-B30D-18B5A04B88B3}"/>
                    </a:ext>
                  </a:extLst>
                </p:cNvPr>
                <p:cNvPicPr/>
                <p:nvPr/>
              </p:nvPicPr>
              <p:blipFill>
                <a:blip r:embed="rId252"/>
                <a:stretch>
                  <a:fillRect/>
                </a:stretch>
              </p:blipFill>
              <p:spPr>
                <a:xfrm>
                  <a:off x="830391" y="3611345"/>
                  <a:ext cx="5652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24" name="Ink 23">
                  <a:extLst>
                    <a:ext uri="{FF2B5EF4-FFF2-40B4-BE49-F238E27FC236}">
                      <a16:creationId xmlns:a16="http://schemas.microsoft.com/office/drawing/2014/main" id="{104A5CDF-CFDF-AAB3-5E0C-0B648DE877EE}"/>
                    </a:ext>
                  </a:extLst>
                </p14:cNvPr>
                <p14:cNvContentPartPr/>
                <p14:nvPr/>
              </p14:nvContentPartPr>
              <p14:xfrm>
                <a:off x="225231" y="3324065"/>
                <a:ext cx="7560" cy="360"/>
              </p14:xfrm>
            </p:contentPart>
          </mc:Choice>
          <mc:Fallback xmlns="">
            <p:pic>
              <p:nvPicPr>
                <p:cNvPr id="24" name="Ink 23">
                  <a:extLst>
                    <a:ext uri="{FF2B5EF4-FFF2-40B4-BE49-F238E27FC236}">
                      <a16:creationId xmlns:a16="http://schemas.microsoft.com/office/drawing/2014/main" id="{104A5CDF-CFDF-AAB3-5E0C-0B648DE877EE}"/>
                    </a:ext>
                  </a:extLst>
                </p:cNvPr>
                <p:cNvPicPr/>
                <p:nvPr/>
              </p:nvPicPr>
              <p:blipFill>
                <a:blip r:embed="rId254"/>
                <a:stretch>
                  <a:fillRect/>
                </a:stretch>
              </p:blipFill>
              <p:spPr>
                <a:xfrm>
                  <a:off x="216231" y="3315065"/>
                  <a:ext cx="252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25" name="Ink 24">
                  <a:extLst>
                    <a:ext uri="{FF2B5EF4-FFF2-40B4-BE49-F238E27FC236}">
                      <a16:creationId xmlns:a16="http://schemas.microsoft.com/office/drawing/2014/main" id="{E92B238B-EB5E-9F34-0D97-33A848A2D6D7}"/>
                    </a:ext>
                  </a:extLst>
                </p14:cNvPr>
                <p14:cNvContentPartPr/>
                <p14:nvPr/>
              </p14:nvContentPartPr>
              <p14:xfrm>
                <a:off x="160791" y="3284465"/>
                <a:ext cx="151920" cy="256320"/>
              </p14:xfrm>
            </p:contentPart>
          </mc:Choice>
          <mc:Fallback xmlns="">
            <p:pic>
              <p:nvPicPr>
                <p:cNvPr id="25" name="Ink 24">
                  <a:extLst>
                    <a:ext uri="{FF2B5EF4-FFF2-40B4-BE49-F238E27FC236}">
                      <a16:creationId xmlns:a16="http://schemas.microsoft.com/office/drawing/2014/main" id="{E92B238B-EB5E-9F34-0D97-33A848A2D6D7}"/>
                    </a:ext>
                  </a:extLst>
                </p:cNvPr>
                <p:cNvPicPr/>
                <p:nvPr/>
              </p:nvPicPr>
              <p:blipFill>
                <a:blip r:embed="rId256"/>
                <a:stretch>
                  <a:fillRect/>
                </a:stretch>
              </p:blipFill>
              <p:spPr>
                <a:xfrm>
                  <a:off x="151791" y="3275465"/>
                  <a:ext cx="16956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26" name="Ink 25">
                  <a:extLst>
                    <a:ext uri="{FF2B5EF4-FFF2-40B4-BE49-F238E27FC236}">
                      <a16:creationId xmlns:a16="http://schemas.microsoft.com/office/drawing/2014/main" id="{8D8DF0BD-8A8C-FB98-5136-F40C03D416DC}"/>
                    </a:ext>
                  </a:extLst>
                </p14:cNvPr>
                <p14:cNvContentPartPr/>
                <p14:nvPr/>
              </p14:nvContentPartPr>
              <p14:xfrm>
                <a:off x="308031" y="3259265"/>
                <a:ext cx="144000" cy="189000"/>
              </p14:xfrm>
            </p:contentPart>
          </mc:Choice>
          <mc:Fallback xmlns="">
            <p:pic>
              <p:nvPicPr>
                <p:cNvPr id="26" name="Ink 25">
                  <a:extLst>
                    <a:ext uri="{FF2B5EF4-FFF2-40B4-BE49-F238E27FC236}">
                      <a16:creationId xmlns:a16="http://schemas.microsoft.com/office/drawing/2014/main" id="{8D8DF0BD-8A8C-FB98-5136-F40C03D416DC}"/>
                    </a:ext>
                  </a:extLst>
                </p:cNvPr>
                <p:cNvPicPr/>
                <p:nvPr/>
              </p:nvPicPr>
              <p:blipFill>
                <a:blip r:embed="rId258"/>
                <a:stretch>
                  <a:fillRect/>
                </a:stretch>
              </p:blipFill>
              <p:spPr>
                <a:xfrm>
                  <a:off x="299391" y="3250265"/>
                  <a:ext cx="16164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27" name="Ink 26">
                  <a:extLst>
                    <a:ext uri="{FF2B5EF4-FFF2-40B4-BE49-F238E27FC236}">
                      <a16:creationId xmlns:a16="http://schemas.microsoft.com/office/drawing/2014/main" id="{FBF945ED-500A-3812-D756-0B28483AB5E1}"/>
                    </a:ext>
                  </a:extLst>
                </p14:cNvPr>
                <p14:cNvContentPartPr/>
                <p14:nvPr/>
              </p14:nvContentPartPr>
              <p14:xfrm>
                <a:off x="420711" y="3266825"/>
                <a:ext cx="119160" cy="272160"/>
              </p14:xfrm>
            </p:contentPart>
          </mc:Choice>
          <mc:Fallback xmlns="">
            <p:pic>
              <p:nvPicPr>
                <p:cNvPr id="27" name="Ink 26">
                  <a:extLst>
                    <a:ext uri="{FF2B5EF4-FFF2-40B4-BE49-F238E27FC236}">
                      <a16:creationId xmlns:a16="http://schemas.microsoft.com/office/drawing/2014/main" id="{FBF945ED-500A-3812-D756-0B28483AB5E1}"/>
                    </a:ext>
                  </a:extLst>
                </p:cNvPr>
                <p:cNvPicPr/>
                <p:nvPr/>
              </p:nvPicPr>
              <p:blipFill>
                <a:blip r:embed="rId260"/>
                <a:stretch>
                  <a:fillRect/>
                </a:stretch>
              </p:blipFill>
              <p:spPr>
                <a:xfrm>
                  <a:off x="412071" y="3257825"/>
                  <a:ext cx="13680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28" name="Ink 27">
                  <a:extLst>
                    <a:ext uri="{FF2B5EF4-FFF2-40B4-BE49-F238E27FC236}">
                      <a16:creationId xmlns:a16="http://schemas.microsoft.com/office/drawing/2014/main" id="{194CCFC9-21F4-FF38-048D-E8CE404F959C}"/>
                    </a:ext>
                  </a:extLst>
                </p14:cNvPr>
                <p14:cNvContentPartPr/>
                <p14:nvPr/>
              </p14:nvContentPartPr>
              <p14:xfrm>
                <a:off x="557151" y="3232625"/>
                <a:ext cx="95760" cy="107640"/>
              </p14:xfrm>
            </p:contentPart>
          </mc:Choice>
          <mc:Fallback xmlns="">
            <p:pic>
              <p:nvPicPr>
                <p:cNvPr id="28" name="Ink 27">
                  <a:extLst>
                    <a:ext uri="{FF2B5EF4-FFF2-40B4-BE49-F238E27FC236}">
                      <a16:creationId xmlns:a16="http://schemas.microsoft.com/office/drawing/2014/main" id="{194CCFC9-21F4-FF38-048D-E8CE404F959C}"/>
                    </a:ext>
                  </a:extLst>
                </p:cNvPr>
                <p:cNvPicPr/>
                <p:nvPr/>
              </p:nvPicPr>
              <p:blipFill>
                <a:blip r:embed="rId262"/>
                <a:stretch>
                  <a:fillRect/>
                </a:stretch>
              </p:blipFill>
              <p:spPr>
                <a:xfrm>
                  <a:off x="548511" y="3223625"/>
                  <a:ext cx="1134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29" name="Ink 28">
                  <a:extLst>
                    <a:ext uri="{FF2B5EF4-FFF2-40B4-BE49-F238E27FC236}">
                      <a16:creationId xmlns:a16="http://schemas.microsoft.com/office/drawing/2014/main" id="{CD2E3F7C-D90B-4582-0625-AAAEDC9E3A47}"/>
                    </a:ext>
                  </a:extLst>
                </p14:cNvPr>
                <p14:cNvContentPartPr/>
                <p14:nvPr/>
              </p14:nvContentPartPr>
              <p14:xfrm>
                <a:off x="665511" y="3171425"/>
                <a:ext cx="213120" cy="126000"/>
              </p14:xfrm>
            </p:contentPart>
          </mc:Choice>
          <mc:Fallback xmlns="">
            <p:pic>
              <p:nvPicPr>
                <p:cNvPr id="29" name="Ink 28">
                  <a:extLst>
                    <a:ext uri="{FF2B5EF4-FFF2-40B4-BE49-F238E27FC236}">
                      <a16:creationId xmlns:a16="http://schemas.microsoft.com/office/drawing/2014/main" id="{CD2E3F7C-D90B-4582-0625-AAAEDC9E3A47}"/>
                    </a:ext>
                  </a:extLst>
                </p:cNvPr>
                <p:cNvPicPr/>
                <p:nvPr/>
              </p:nvPicPr>
              <p:blipFill>
                <a:blip r:embed="rId264"/>
                <a:stretch>
                  <a:fillRect/>
                </a:stretch>
              </p:blipFill>
              <p:spPr>
                <a:xfrm>
                  <a:off x="656871" y="3162785"/>
                  <a:ext cx="23076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00" name="Ink 99">
                  <a:extLst>
                    <a:ext uri="{FF2B5EF4-FFF2-40B4-BE49-F238E27FC236}">
                      <a16:creationId xmlns:a16="http://schemas.microsoft.com/office/drawing/2014/main" id="{57CCA3B2-7FCB-EB39-A6FC-8737BBC0B21C}"/>
                    </a:ext>
                  </a:extLst>
                </p14:cNvPr>
                <p14:cNvContentPartPr/>
                <p14:nvPr/>
              </p14:nvContentPartPr>
              <p14:xfrm>
                <a:off x="247191" y="2892065"/>
                <a:ext cx="156240" cy="246240"/>
              </p14:xfrm>
            </p:contentPart>
          </mc:Choice>
          <mc:Fallback xmlns="">
            <p:pic>
              <p:nvPicPr>
                <p:cNvPr id="100" name="Ink 99">
                  <a:extLst>
                    <a:ext uri="{FF2B5EF4-FFF2-40B4-BE49-F238E27FC236}">
                      <a16:creationId xmlns:a16="http://schemas.microsoft.com/office/drawing/2014/main" id="{57CCA3B2-7FCB-EB39-A6FC-8737BBC0B21C}"/>
                    </a:ext>
                  </a:extLst>
                </p:cNvPr>
                <p:cNvPicPr/>
                <p:nvPr/>
              </p:nvPicPr>
              <p:blipFill>
                <a:blip r:embed="rId266"/>
                <a:stretch>
                  <a:fillRect/>
                </a:stretch>
              </p:blipFill>
              <p:spPr>
                <a:xfrm>
                  <a:off x="238191" y="2883425"/>
                  <a:ext cx="17388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01" name="Ink 100">
                  <a:extLst>
                    <a:ext uri="{FF2B5EF4-FFF2-40B4-BE49-F238E27FC236}">
                      <a16:creationId xmlns:a16="http://schemas.microsoft.com/office/drawing/2014/main" id="{4209B6CE-7C45-A746-C588-9BF4C306CC67}"/>
                    </a:ext>
                  </a:extLst>
                </p14:cNvPr>
                <p14:cNvContentPartPr/>
                <p14:nvPr/>
              </p14:nvContentPartPr>
              <p14:xfrm>
                <a:off x="413151" y="2971985"/>
                <a:ext cx="87120" cy="149760"/>
              </p14:xfrm>
            </p:contentPart>
          </mc:Choice>
          <mc:Fallback xmlns="">
            <p:pic>
              <p:nvPicPr>
                <p:cNvPr id="101" name="Ink 100">
                  <a:extLst>
                    <a:ext uri="{FF2B5EF4-FFF2-40B4-BE49-F238E27FC236}">
                      <a16:creationId xmlns:a16="http://schemas.microsoft.com/office/drawing/2014/main" id="{4209B6CE-7C45-A746-C588-9BF4C306CC67}"/>
                    </a:ext>
                  </a:extLst>
                </p:cNvPr>
                <p:cNvPicPr/>
                <p:nvPr/>
              </p:nvPicPr>
              <p:blipFill>
                <a:blip r:embed="rId268"/>
                <a:stretch>
                  <a:fillRect/>
                </a:stretch>
              </p:blipFill>
              <p:spPr>
                <a:xfrm>
                  <a:off x="404151" y="2963345"/>
                  <a:ext cx="1047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02" name="Ink 101">
                  <a:extLst>
                    <a:ext uri="{FF2B5EF4-FFF2-40B4-BE49-F238E27FC236}">
                      <a16:creationId xmlns:a16="http://schemas.microsoft.com/office/drawing/2014/main" id="{06C04559-4E52-DB73-62C2-10B6A5BA9A8B}"/>
                    </a:ext>
                  </a:extLst>
                </p14:cNvPr>
                <p14:cNvContentPartPr/>
                <p14:nvPr/>
              </p14:nvContentPartPr>
              <p14:xfrm>
                <a:off x="525111" y="2965865"/>
                <a:ext cx="81720" cy="128520"/>
              </p14:xfrm>
            </p:contentPart>
          </mc:Choice>
          <mc:Fallback xmlns="">
            <p:pic>
              <p:nvPicPr>
                <p:cNvPr id="102" name="Ink 101">
                  <a:extLst>
                    <a:ext uri="{FF2B5EF4-FFF2-40B4-BE49-F238E27FC236}">
                      <a16:creationId xmlns:a16="http://schemas.microsoft.com/office/drawing/2014/main" id="{06C04559-4E52-DB73-62C2-10B6A5BA9A8B}"/>
                    </a:ext>
                  </a:extLst>
                </p:cNvPr>
                <p:cNvPicPr/>
                <p:nvPr/>
              </p:nvPicPr>
              <p:blipFill>
                <a:blip r:embed="rId270"/>
                <a:stretch>
                  <a:fillRect/>
                </a:stretch>
              </p:blipFill>
              <p:spPr>
                <a:xfrm>
                  <a:off x="516471" y="2956865"/>
                  <a:ext cx="9936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03" name="Ink 102">
                  <a:extLst>
                    <a:ext uri="{FF2B5EF4-FFF2-40B4-BE49-F238E27FC236}">
                      <a16:creationId xmlns:a16="http://schemas.microsoft.com/office/drawing/2014/main" id="{756F47CA-B8EA-4252-E257-91F97CECEE75}"/>
                    </a:ext>
                  </a:extLst>
                </p14:cNvPr>
                <p14:cNvContentPartPr/>
                <p14:nvPr/>
              </p14:nvContentPartPr>
              <p14:xfrm>
                <a:off x="646431" y="2910785"/>
                <a:ext cx="169920" cy="138960"/>
              </p14:xfrm>
            </p:contentPart>
          </mc:Choice>
          <mc:Fallback xmlns="">
            <p:pic>
              <p:nvPicPr>
                <p:cNvPr id="103" name="Ink 102">
                  <a:extLst>
                    <a:ext uri="{FF2B5EF4-FFF2-40B4-BE49-F238E27FC236}">
                      <a16:creationId xmlns:a16="http://schemas.microsoft.com/office/drawing/2014/main" id="{756F47CA-B8EA-4252-E257-91F97CECEE75}"/>
                    </a:ext>
                  </a:extLst>
                </p:cNvPr>
                <p:cNvPicPr/>
                <p:nvPr/>
              </p:nvPicPr>
              <p:blipFill>
                <a:blip r:embed="rId272"/>
                <a:stretch>
                  <a:fillRect/>
                </a:stretch>
              </p:blipFill>
              <p:spPr>
                <a:xfrm>
                  <a:off x="637431" y="2901785"/>
                  <a:ext cx="18756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45" name="Ink 44">
                  <a:extLst>
                    <a:ext uri="{FF2B5EF4-FFF2-40B4-BE49-F238E27FC236}">
                      <a16:creationId xmlns:a16="http://schemas.microsoft.com/office/drawing/2014/main" id="{F18951D6-8F35-DD0B-329E-F4DB61B6BBD8}"/>
                    </a:ext>
                  </a:extLst>
                </p14:cNvPr>
                <p14:cNvContentPartPr/>
                <p14:nvPr/>
              </p14:nvContentPartPr>
              <p14:xfrm>
                <a:off x="1443111" y="3757145"/>
                <a:ext cx="101160" cy="73080"/>
              </p14:xfrm>
            </p:contentPart>
          </mc:Choice>
          <mc:Fallback xmlns="">
            <p:pic>
              <p:nvPicPr>
                <p:cNvPr id="45" name="Ink 44">
                  <a:extLst>
                    <a:ext uri="{FF2B5EF4-FFF2-40B4-BE49-F238E27FC236}">
                      <a16:creationId xmlns:a16="http://schemas.microsoft.com/office/drawing/2014/main" id="{F18951D6-8F35-DD0B-329E-F4DB61B6BBD8}"/>
                    </a:ext>
                  </a:extLst>
                </p:cNvPr>
                <p:cNvPicPr/>
                <p:nvPr/>
              </p:nvPicPr>
              <p:blipFill>
                <a:blip r:embed="rId274"/>
                <a:stretch>
                  <a:fillRect/>
                </a:stretch>
              </p:blipFill>
              <p:spPr>
                <a:xfrm>
                  <a:off x="1434471" y="3748505"/>
                  <a:ext cx="1188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46" name="Ink 45">
                  <a:extLst>
                    <a:ext uri="{FF2B5EF4-FFF2-40B4-BE49-F238E27FC236}">
                      <a16:creationId xmlns:a16="http://schemas.microsoft.com/office/drawing/2014/main" id="{ABD504A3-486E-649D-B464-E672D54CC250}"/>
                    </a:ext>
                  </a:extLst>
                </p14:cNvPr>
                <p14:cNvContentPartPr/>
                <p14:nvPr/>
              </p14:nvContentPartPr>
              <p14:xfrm>
                <a:off x="1478751" y="3785585"/>
                <a:ext cx="108720" cy="621720"/>
              </p14:xfrm>
            </p:contentPart>
          </mc:Choice>
          <mc:Fallback xmlns="">
            <p:pic>
              <p:nvPicPr>
                <p:cNvPr id="46" name="Ink 45">
                  <a:extLst>
                    <a:ext uri="{FF2B5EF4-FFF2-40B4-BE49-F238E27FC236}">
                      <a16:creationId xmlns:a16="http://schemas.microsoft.com/office/drawing/2014/main" id="{ABD504A3-486E-649D-B464-E672D54CC250}"/>
                    </a:ext>
                  </a:extLst>
                </p:cNvPr>
                <p:cNvPicPr/>
                <p:nvPr/>
              </p:nvPicPr>
              <p:blipFill>
                <a:blip r:embed="rId276"/>
                <a:stretch>
                  <a:fillRect/>
                </a:stretch>
              </p:blipFill>
              <p:spPr>
                <a:xfrm>
                  <a:off x="1470111" y="3776585"/>
                  <a:ext cx="126360" cy="63936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47" name="Ink 46">
                  <a:extLst>
                    <a:ext uri="{FF2B5EF4-FFF2-40B4-BE49-F238E27FC236}">
                      <a16:creationId xmlns:a16="http://schemas.microsoft.com/office/drawing/2014/main" id="{684FFE04-D728-815B-75CC-1B8D51D0E9EF}"/>
                    </a:ext>
                  </a:extLst>
                </p14:cNvPr>
                <p14:cNvContentPartPr/>
                <p14:nvPr/>
              </p14:nvContentPartPr>
              <p14:xfrm>
                <a:off x="1459671" y="3706385"/>
                <a:ext cx="1437480" cy="730080"/>
              </p14:xfrm>
            </p:contentPart>
          </mc:Choice>
          <mc:Fallback xmlns="">
            <p:pic>
              <p:nvPicPr>
                <p:cNvPr id="47" name="Ink 46">
                  <a:extLst>
                    <a:ext uri="{FF2B5EF4-FFF2-40B4-BE49-F238E27FC236}">
                      <a16:creationId xmlns:a16="http://schemas.microsoft.com/office/drawing/2014/main" id="{684FFE04-D728-815B-75CC-1B8D51D0E9EF}"/>
                    </a:ext>
                  </a:extLst>
                </p:cNvPr>
                <p:cNvPicPr/>
                <p:nvPr/>
              </p:nvPicPr>
              <p:blipFill>
                <a:blip r:embed="rId278"/>
                <a:stretch>
                  <a:fillRect/>
                </a:stretch>
              </p:blipFill>
              <p:spPr>
                <a:xfrm>
                  <a:off x="1451031" y="3697745"/>
                  <a:ext cx="1455120" cy="74772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49" name="Ink 48">
                  <a:extLst>
                    <a:ext uri="{FF2B5EF4-FFF2-40B4-BE49-F238E27FC236}">
                      <a16:creationId xmlns:a16="http://schemas.microsoft.com/office/drawing/2014/main" id="{3A4D2089-98C3-1283-A30F-AFAD615594A1}"/>
                    </a:ext>
                  </a:extLst>
                </p14:cNvPr>
                <p14:cNvContentPartPr/>
                <p14:nvPr/>
              </p14:nvContentPartPr>
              <p14:xfrm>
                <a:off x="1553631" y="3925265"/>
                <a:ext cx="1169640" cy="86400"/>
              </p14:xfrm>
            </p:contentPart>
          </mc:Choice>
          <mc:Fallback xmlns="">
            <p:pic>
              <p:nvPicPr>
                <p:cNvPr id="49" name="Ink 48">
                  <a:extLst>
                    <a:ext uri="{FF2B5EF4-FFF2-40B4-BE49-F238E27FC236}">
                      <a16:creationId xmlns:a16="http://schemas.microsoft.com/office/drawing/2014/main" id="{3A4D2089-98C3-1283-A30F-AFAD615594A1}"/>
                    </a:ext>
                  </a:extLst>
                </p:cNvPr>
                <p:cNvPicPr/>
                <p:nvPr/>
              </p:nvPicPr>
              <p:blipFill>
                <a:blip r:embed="rId280"/>
                <a:stretch>
                  <a:fillRect/>
                </a:stretch>
              </p:blipFill>
              <p:spPr>
                <a:xfrm>
                  <a:off x="1544631" y="3916265"/>
                  <a:ext cx="118728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50" name="Ink 49">
                  <a:extLst>
                    <a:ext uri="{FF2B5EF4-FFF2-40B4-BE49-F238E27FC236}">
                      <a16:creationId xmlns:a16="http://schemas.microsoft.com/office/drawing/2014/main" id="{C2B04DBE-B4A1-2F6B-C0CA-988AA87BBE35}"/>
                    </a:ext>
                  </a:extLst>
                </p14:cNvPr>
                <p14:cNvContentPartPr/>
                <p14:nvPr/>
              </p14:nvContentPartPr>
              <p14:xfrm>
                <a:off x="1739031" y="4080425"/>
                <a:ext cx="182520" cy="27000"/>
              </p14:xfrm>
            </p:contentPart>
          </mc:Choice>
          <mc:Fallback xmlns="">
            <p:pic>
              <p:nvPicPr>
                <p:cNvPr id="50" name="Ink 49">
                  <a:extLst>
                    <a:ext uri="{FF2B5EF4-FFF2-40B4-BE49-F238E27FC236}">
                      <a16:creationId xmlns:a16="http://schemas.microsoft.com/office/drawing/2014/main" id="{C2B04DBE-B4A1-2F6B-C0CA-988AA87BBE35}"/>
                    </a:ext>
                  </a:extLst>
                </p:cNvPr>
                <p:cNvPicPr/>
                <p:nvPr/>
              </p:nvPicPr>
              <p:blipFill>
                <a:blip r:embed="rId282"/>
                <a:stretch>
                  <a:fillRect/>
                </a:stretch>
              </p:blipFill>
              <p:spPr>
                <a:xfrm>
                  <a:off x="1730031" y="4071785"/>
                  <a:ext cx="2001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51" name="Ink 50">
                  <a:extLst>
                    <a:ext uri="{FF2B5EF4-FFF2-40B4-BE49-F238E27FC236}">
                      <a16:creationId xmlns:a16="http://schemas.microsoft.com/office/drawing/2014/main" id="{C2C92B9A-3EB1-778A-CBFF-B4E7873A1564}"/>
                    </a:ext>
                  </a:extLst>
                </p14:cNvPr>
                <p14:cNvContentPartPr/>
                <p14:nvPr/>
              </p14:nvContentPartPr>
              <p14:xfrm>
                <a:off x="1816431" y="4107065"/>
                <a:ext cx="27720" cy="161280"/>
              </p14:xfrm>
            </p:contentPart>
          </mc:Choice>
          <mc:Fallback xmlns="">
            <p:pic>
              <p:nvPicPr>
                <p:cNvPr id="51" name="Ink 50">
                  <a:extLst>
                    <a:ext uri="{FF2B5EF4-FFF2-40B4-BE49-F238E27FC236}">
                      <a16:creationId xmlns:a16="http://schemas.microsoft.com/office/drawing/2014/main" id="{C2C92B9A-3EB1-778A-CBFF-B4E7873A1564}"/>
                    </a:ext>
                  </a:extLst>
                </p:cNvPr>
                <p:cNvPicPr/>
                <p:nvPr/>
              </p:nvPicPr>
              <p:blipFill>
                <a:blip r:embed="rId284"/>
                <a:stretch>
                  <a:fillRect/>
                </a:stretch>
              </p:blipFill>
              <p:spPr>
                <a:xfrm>
                  <a:off x="1807791" y="4098065"/>
                  <a:ext cx="4536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52" name="Ink 51">
                  <a:extLst>
                    <a:ext uri="{FF2B5EF4-FFF2-40B4-BE49-F238E27FC236}">
                      <a16:creationId xmlns:a16="http://schemas.microsoft.com/office/drawing/2014/main" id="{85D9AD7C-E36C-78F9-701A-49B6F0CC4BC4}"/>
                    </a:ext>
                  </a:extLst>
                </p14:cNvPr>
                <p14:cNvContentPartPr/>
                <p14:nvPr/>
              </p14:nvContentPartPr>
              <p14:xfrm>
                <a:off x="1901031" y="4171865"/>
                <a:ext cx="54720" cy="85320"/>
              </p14:xfrm>
            </p:contentPart>
          </mc:Choice>
          <mc:Fallback xmlns="">
            <p:pic>
              <p:nvPicPr>
                <p:cNvPr id="52" name="Ink 51">
                  <a:extLst>
                    <a:ext uri="{FF2B5EF4-FFF2-40B4-BE49-F238E27FC236}">
                      <a16:creationId xmlns:a16="http://schemas.microsoft.com/office/drawing/2014/main" id="{85D9AD7C-E36C-78F9-701A-49B6F0CC4BC4}"/>
                    </a:ext>
                  </a:extLst>
                </p:cNvPr>
                <p:cNvPicPr/>
                <p:nvPr/>
              </p:nvPicPr>
              <p:blipFill>
                <a:blip r:embed="rId286"/>
                <a:stretch>
                  <a:fillRect/>
                </a:stretch>
              </p:blipFill>
              <p:spPr>
                <a:xfrm>
                  <a:off x="1892391" y="4162865"/>
                  <a:ext cx="7236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53" name="Ink 52">
                  <a:extLst>
                    <a:ext uri="{FF2B5EF4-FFF2-40B4-BE49-F238E27FC236}">
                      <a16:creationId xmlns:a16="http://schemas.microsoft.com/office/drawing/2014/main" id="{BAC90156-9238-8F01-227E-E5C729254D0B}"/>
                    </a:ext>
                  </a:extLst>
                </p14:cNvPr>
                <p14:cNvContentPartPr/>
                <p14:nvPr/>
              </p14:nvContentPartPr>
              <p14:xfrm>
                <a:off x="1987071" y="4185545"/>
                <a:ext cx="79920" cy="82800"/>
              </p14:xfrm>
            </p:contentPart>
          </mc:Choice>
          <mc:Fallback xmlns="">
            <p:pic>
              <p:nvPicPr>
                <p:cNvPr id="53" name="Ink 52">
                  <a:extLst>
                    <a:ext uri="{FF2B5EF4-FFF2-40B4-BE49-F238E27FC236}">
                      <a16:creationId xmlns:a16="http://schemas.microsoft.com/office/drawing/2014/main" id="{BAC90156-9238-8F01-227E-E5C729254D0B}"/>
                    </a:ext>
                  </a:extLst>
                </p:cNvPr>
                <p:cNvPicPr/>
                <p:nvPr/>
              </p:nvPicPr>
              <p:blipFill>
                <a:blip r:embed="rId288"/>
                <a:stretch>
                  <a:fillRect/>
                </a:stretch>
              </p:blipFill>
              <p:spPr>
                <a:xfrm>
                  <a:off x="1978431" y="4176545"/>
                  <a:ext cx="9756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54" name="Ink 53">
                  <a:extLst>
                    <a:ext uri="{FF2B5EF4-FFF2-40B4-BE49-F238E27FC236}">
                      <a16:creationId xmlns:a16="http://schemas.microsoft.com/office/drawing/2014/main" id="{976C9FC0-CAA9-F6DF-2D96-9DB4AB420D6A}"/>
                    </a:ext>
                  </a:extLst>
                </p14:cNvPr>
                <p14:cNvContentPartPr/>
                <p14:nvPr/>
              </p14:nvContentPartPr>
              <p14:xfrm>
                <a:off x="2075991" y="4140545"/>
                <a:ext cx="7560" cy="172080"/>
              </p14:xfrm>
            </p:contentPart>
          </mc:Choice>
          <mc:Fallback xmlns="">
            <p:pic>
              <p:nvPicPr>
                <p:cNvPr id="54" name="Ink 53">
                  <a:extLst>
                    <a:ext uri="{FF2B5EF4-FFF2-40B4-BE49-F238E27FC236}">
                      <a16:creationId xmlns:a16="http://schemas.microsoft.com/office/drawing/2014/main" id="{976C9FC0-CAA9-F6DF-2D96-9DB4AB420D6A}"/>
                    </a:ext>
                  </a:extLst>
                </p:cNvPr>
                <p:cNvPicPr/>
                <p:nvPr/>
              </p:nvPicPr>
              <p:blipFill>
                <a:blip r:embed="rId290"/>
                <a:stretch>
                  <a:fillRect/>
                </a:stretch>
              </p:blipFill>
              <p:spPr>
                <a:xfrm>
                  <a:off x="2067351" y="4131545"/>
                  <a:ext cx="2520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55" name="Ink 54">
                  <a:extLst>
                    <a:ext uri="{FF2B5EF4-FFF2-40B4-BE49-F238E27FC236}">
                      <a16:creationId xmlns:a16="http://schemas.microsoft.com/office/drawing/2014/main" id="{B9D28A3C-53B0-0EE5-D13C-611995432F19}"/>
                    </a:ext>
                  </a:extLst>
                </p14:cNvPr>
                <p14:cNvContentPartPr/>
                <p14:nvPr/>
              </p14:nvContentPartPr>
              <p14:xfrm>
                <a:off x="2161311" y="4144145"/>
                <a:ext cx="74880" cy="145080"/>
              </p14:xfrm>
            </p:contentPart>
          </mc:Choice>
          <mc:Fallback xmlns="">
            <p:pic>
              <p:nvPicPr>
                <p:cNvPr id="55" name="Ink 54">
                  <a:extLst>
                    <a:ext uri="{FF2B5EF4-FFF2-40B4-BE49-F238E27FC236}">
                      <a16:creationId xmlns:a16="http://schemas.microsoft.com/office/drawing/2014/main" id="{B9D28A3C-53B0-0EE5-D13C-611995432F19}"/>
                    </a:ext>
                  </a:extLst>
                </p:cNvPr>
                <p:cNvPicPr/>
                <p:nvPr/>
              </p:nvPicPr>
              <p:blipFill>
                <a:blip r:embed="rId292"/>
                <a:stretch>
                  <a:fillRect/>
                </a:stretch>
              </p:blipFill>
              <p:spPr>
                <a:xfrm>
                  <a:off x="2152311" y="4135145"/>
                  <a:ext cx="9252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56" name="Ink 55">
                  <a:extLst>
                    <a:ext uri="{FF2B5EF4-FFF2-40B4-BE49-F238E27FC236}">
                      <a16:creationId xmlns:a16="http://schemas.microsoft.com/office/drawing/2014/main" id="{A2DF75C3-2504-C7A8-6384-8D98187F950C}"/>
                    </a:ext>
                  </a:extLst>
                </p14:cNvPr>
                <p14:cNvContentPartPr/>
                <p14:nvPr/>
              </p14:nvContentPartPr>
              <p14:xfrm>
                <a:off x="2273271" y="4189505"/>
                <a:ext cx="51120" cy="90720"/>
              </p14:xfrm>
            </p:contentPart>
          </mc:Choice>
          <mc:Fallback xmlns="">
            <p:pic>
              <p:nvPicPr>
                <p:cNvPr id="56" name="Ink 55">
                  <a:extLst>
                    <a:ext uri="{FF2B5EF4-FFF2-40B4-BE49-F238E27FC236}">
                      <a16:creationId xmlns:a16="http://schemas.microsoft.com/office/drawing/2014/main" id="{A2DF75C3-2504-C7A8-6384-8D98187F950C}"/>
                    </a:ext>
                  </a:extLst>
                </p:cNvPr>
                <p:cNvPicPr/>
                <p:nvPr/>
              </p:nvPicPr>
              <p:blipFill>
                <a:blip r:embed="rId294"/>
                <a:stretch>
                  <a:fillRect/>
                </a:stretch>
              </p:blipFill>
              <p:spPr>
                <a:xfrm>
                  <a:off x="2264631" y="4180865"/>
                  <a:ext cx="6876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57" name="Ink 56">
                  <a:extLst>
                    <a:ext uri="{FF2B5EF4-FFF2-40B4-BE49-F238E27FC236}">
                      <a16:creationId xmlns:a16="http://schemas.microsoft.com/office/drawing/2014/main" id="{07EC70EC-B7D4-C5DA-F385-1F2DD67F4BD9}"/>
                    </a:ext>
                  </a:extLst>
                </p14:cNvPr>
                <p14:cNvContentPartPr/>
                <p14:nvPr/>
              </p14:nvContentPartPr>
              <p14:xfrm>
                <a:off x="2364351" y="4183025"/>
                <a:ext cx="130320" cy="75960"/>
              </p14:xfrm>
            </p:contentPart>
          </mc:Choice>
          <mc:Fallback xmlns="">
            <p:pic>
              <p:nvPicPr>
                <p:cNvPr id="57" name="Ink 56">
                  <a:extLst>
                    <a:ext uri="{FF2B5EF4-FFF2-40B4-BE49-F238E27FC236}">
                      <a16:creationId xmlns:a16="http://schemas.microsoft.com/office/drawing/2014/main" id="{07EC70EC-B7D4-C5DA-F385-1F2DD67F4BD9}"/>
                    </a:ext>
                  </a:extLst>
                </p:cNvPr>
                <p:cNvPicPr/>
                <p:nvPr/>
              </p:nvPicPr>
              <p:blipFill>
                <a:blip r:embed="rId296"/>
                <a:stretch>
                  <a:fillRect/>
                </a:stretch>
              </p:blipFill>
              <p:spPr>
                <a:xfrm>
                  <a:off x="2355351" y="4174025"/>
                  <a:ext cx="14796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58" name="Ink 57">
                  <a:extLst>
                    <a:ext uri="{FF2B5EF4-FFF2-40B4-BE49-F238E27FC236}">
                      <a16:creationId xmlns:a16="http://schemas.microsoft.com/office/drawing/2014/main" id="{2B9DC2DA-B964-7D8E-0A44-7855197EC286}"/>
                    </a:ext>
                  </a:extLst>
                </p14:cNvPr>
                <p14:cNvContentPartPr/>
                <p14:nvPr/>
              </p14:nvContentPartPr>
              <p14:xfrm>
                <a:off x="2361111" y="4152425"/>
                <a:ext cx="129600" cy="162360"/>
              </p14:xfrm>
            </p:contentPart>
          </mc:Choice>
          <mc:Fallback xmlns="">
            <p:pic>
              <p:nvPicPr>
                <p:cNvPr id="58" name="Ink 57">
                  <a:extLst>
                    <a:ext uri="{FF2B5EF4-FFF2-40B4-BE49-F238E27FC236}">
                      <a16:creationId xmlns:a16="http://schemas.microsoft.com/office/drawing/2014/main" id="{2B9DC2DA-B964-7D8E-0A44-7855197EC286}"/>
                    </a:ext>
                  </a:extLst>
                </p:cNvPr>
                <p:cNvPicPr/>
                <p:nvPr/>
              </p:nvPicPr>
              <p:blipFill>
                <a:blip r:embed="rId298"/>
                <a:stretch>
                  <a:fillRect/>
                </a:stretch>
              </p:blipFill>
              <p:spPr>
                <a:xfrm>
                  <a:off x="2352471" y="4143785"/>
                  <a:ext cx="14724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85" name="Ink 184">
                  <a:extLst>
                    <a:ext uri="{FF2B5EF4-FFF2-40B4-BE49-F238E27FC236}">
                      <a16:creationId xmlns:a16="http://schemas.microsoft.com/office/drawing/2014/main" id="{9F097968-96C7-0241-CAD2-D4C2845E40EA}"/>
                    </a:ext>
                  </a:extLst>
                </p14:cNvPr>
                <p14:cNvContentPartPr/>
                <p14:nvPr/>
              </p14:nvContentPartPr>
              <p14:xfrm>
                <a:off x="1353831" y="2921945"/>
                <a:ext cx="857880" cy="618840"/>
              </p14:xfrm>
            </p:contentPart>
          </mc:Choice>
          <mc:Fallback xmlns="">
            <p:pic>
              <p:nvPicPr>
                <p:cNvPr id="185" name="Ink 184">
                  <a:extLst>
                    <a:ext uri="{FF2B5EF4-FFF2-40B4-BE49-F238E27FC236}">
                      <a16:creationId xmlns:a16="http://schemas.microsoft.com/office/drawing/2014/main" id="{9F097968-96C7-0241-CAD2-D4C2845E40EA}"/>
                    </a:ext>
                  </a:extLst>
                </p:cNvPr>
                <p:cNvPicPr/>
                <p:nvPr/>
              </p:nvPicPr>
              <p:blipFill>
                <a:blip r:embed="rId300"/>
                <a:stretch>
                  <a:fillRect/>
                </a:stretch>
              </p:blipFill>
              <p:spPr>
                <a:xfrm>
                  <a:off x="1344831" y="2913305"/>
                  <a:ext cx="875520" cy="63648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86" name="Ink 185">
                  <a:extLst>
                    <a:ext uri="{FF2B5EF4-FFF2-40B4-BE49-F238E27FC236}">
                      <a16:creationId xmlns:a16="http://schemas.microsoft.com/office/drawing/2014/main" id="{4157D4D1-5068-0E54-92DC-8F2FED3E14BA}"/>
                    </a:ext>
                  </a:extLst>
                </p14:cNvPr>
                <p14:cNvContentPartPr/>
                <p14:nvPr/>
              </p14:nvContentPartPr>
              <p14:xfrm>
                <a:off x="1420431" y="2832305"/>
                <a:ext cx="1086120" cy="695160"/>
              </p14:xfrm>
            </p:contentPart>
          </mc:Choice>
          <mc:Fallback xmlns="">
            <p:pic>
              <p:nvPicPr>
                <p:cNvPr id="186" name="Ink 185">
                  <a:extLst>
                    <a:ext uri="{FF2B5EF4-FFF2-40B4-BE49-F238E27FC236}">
                      <a16:creationId xmlns:a16="http://schemas.microsoft.com/office/drawing/2014/main" id="{4157D4D1-5068-0E54-92DC-8F2FED3E14BA}"/>
                    </a:ext>
                  </a:extLst>
                </p:cNvPr>
                <p:cNvPicPr/>
                <p:nvPr/>
              </p:nvPicPr>
              <p:blipFill>
                <a:blip r:embed="rId302"/>
                <a:stretch>
                  <a:fillRect/>
                </a:stretch>
              </p:blipFill>
              <p:spPr>
                <a:xfrm>
                  <a:off x="1411791" y="2823305"/>
                  <a:ext cx="1103760" cy="71280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88" name="Ink 187">
                  <a:extLst>
                    <a:ext uri="{FF2B5EF4-FFF2-40B4-BE49-F238E27FC236}">
                      <a16:creationId xmlns:a16="http://schemas.microsoft.com/office/drawing/2014/main" id="{2E33F0AA-6E99-F963-B26E-D483E4B8E466}"/>
                    </a:ext>
                  </a:extLst>
                </p14:cNvPr>
                <p14:cNvContentPartPr/>
                <p14:nvPr/>
              </p14:nvContentPartPr>
              <p14:xfrm>
                <a:off x="1524111" y="2685425"/>
                <a:ext cx="162720" cy="212040"/>
              </p14:xfrm>
            </p:contentPart>
          </mc:Choice>
          <mc:Fallback xmlns="">
            <p:pic>
              <p:nvPicPr>
                <p:cNvPr id="188" name="Ink 187">
                  <a:extLst>
                    <a:ext uri="{FF2B5EF4-FFF2-40B4-BE49-F238E27FC236}">
                      <a16:creationId xmlns:a16="http://schemas.microsoft.com/office/drawing/2014/main" id="{2E33F0AA-6E99-F963-B26E-D483E4B8E466}"/>
                    </a:ext>
                  </a:extLst>
                </p:cNvPr>
                <p:cNvPicPr/>
                <p:nvPr/>
              </p:nvPicPr>
              <p:blipFill>
                <a:blip r:embed="rId304"/>
                <a:stretch>
                  <a:fillRect/>
                </a:stretch>
              </p:blipFill>
              <p:spPr>
                <a:xfrm>
                  <a:off x="1515111" y="2676425"/>
                  <a:ext cx="18036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89" name="Ink 188">
                  <a:extLst>
                    <a:ext uri="{FF2B5EF4-FFF2-40B4-BE49-F238E27FC236}">
                      <a16:creationId xmlns:a16="http://schemas.microsoft.com/office/drawing/2014/main" id="{60C8C0B9-683F-AF21-C7FF-2C4406119A8B}"/>
                    </a:ext>
                  </a:extLst>
                </p14:cNvPr>
                <p14:cNvContentPartPr/>
                <p14:nvPr/>
              </p14:nvContentPartPr>
              <p14:xfrm>
                <a:off x="1681791" y="2688305"/>
                <a:ext cx="39600" cy="139680"/>
              </p14:xfrm>
            </p:contentPart>
          </mc:Choice>
          <mc:Fallback xmlns="">
            <p:pic>
              <p:nvPicPr>
                <p:cNvPr id="189" name="Ink 188">
                  <a:extLst>
                    <a:ext uri="{FF2B5EF4-FFF2-40B4-BE49-F238E27FC236}">
                      <a16:creationId xmlns:a16="http://schemas.microsoft.com/office/drawing/2014/main" id="{60C8C0B9-683F-AF21-C7FF-2C4406119A8B}"/>
                    </a:ext>
                  </a:extLst>
                </p:cNvPr>
                <p:cNvPicPr/>
                <p:nvPr/>
              </p:nvPicPr>
              <p:blipFill>
                <a:blip r:embed="rId306"/>
                <a:stretch>
                  <a:fillRect/>
                </a:stretch>
              </p:blipFill>
              <p:spPr>
                <a:xfrm>
                  <a:off x="1673151" y="2679305"/>
                  <a:ext cx="5724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90" name="Ink 189">
                  <a:extLst>
                    <a:ext uri="{FF2B5EF4-FFF2-40B4-BE49-F238E27FC236}">
                      <a16:creationId xmlns:a16="http://schemas.microsoft.com/office/drawing/2014/main" id="{E53C0FFA-68AA-FCC2-0F93-E673E02F0045}"/>
                    </a:ext>
                  </a:extLst>
                </p14:cNvPr>
                <p14:cNvContentPartPr/>
                <p14:nvPr/>
              </p14:nvContentPartPr>
              <p14:xfrm>
                <a:off x="1768551" y="2725385"/>
                <a:ext cx="100080" cy="137160"/>
              </p14:xfrm>
            </p:contentPart>
          </mc:Choice>
          <mc:Fallback xmlns="">
            <p:pic>
              <p:nvPicPr>
                <p:cNvPr id="190" name="Ink 189">
                  <a:extLst>
                    <a:ext uri="{FF2B5EF4-FFF2-40B4-BE49-F238E27FC236}">
                      <a16:creationId xmlns:a16="http://schemas.microsoft.com/office/drawing/2014/main" id="{E53C0FFA-68AA-FCC2-0F93-E673E02F0045}"/>
                    </a:ext>
                  </a:extLst>
                </p:cNvPr>
                <p:cNvPicPr/>
                <p:nvPr/>
              </p:nvPicPr>
              <p:blipFill>
                <a:blip r:embed="rId308"/>
                <a:stretch>
                  <a:fillRect/>
                </a:stretch>
              </p:blipFill>
              <p:spPr>
                <a:xfrm>
                  <a:off x="1759911" y="2716745"/>
                  <a:ext cx="11772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91" name="Ink 190">
                  <a:extLst>
                    <a:ext uri="{FF2B5EF4-FFF2-40B4-BE49-F238E27FC236}">
                      <a16:creationId xmlns:a16="http://schemas.microsoft.com/office/drawing/2014/main" id="{4CA4AF11-40A3-06FD-FA78-FF7FB54C34A2}"/>
                    </a:ext>
                  </a:extLst>
                </p14:cNvPr>
                <p14:cNvContentPartPr/>
                <p14:nvPr/>
              </p14:nvContentPartPr>
              <p14:xfrm>
                <a:off x="1883751" y="2723585"/>
                <a:ext cx="83880" cy="151920"/>
              </p14:xfrm>
            </p:contentPart>
          </mc:Choice>
          <mc:Fallback xmlns="">
            <p:pic>
              <p:nvPicPr>
                <p:cNvPr id="191" name="Ink 190">
                  <a:extLst>
                    <a:ext uri="{FF2B5EF4-FFF2-40B4-BE49-F238E27FC236}">
                      <a16:creationId xmlns:a16="http://schemas.microsoft.com/office/drawing/2014/main" id="{4CA4AF11-40A3-06FD-FA78-FF7FB54C34A2}"/>
                    </a:ext>
                  </a:extLst>
                </p:cNvPr>
                <p:cNvPicPr/>
                <p:nvPr/>
              </p:nvPicPr>
              <p:blipFill>
                <a:blip r:embed="rId310"/>
                <a:stretch>
                  <a:fillRect/>
                </a:stretch>
              </p:blipFill>
              <p:spPr>
                <a:xfrm>
                  <a:off x="1874751" y="2714585"/>
                  <a:ext cx="10152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92" name="Ink 191">
                  <a:extLst>
                    <a:ext uri="{FF2B5EF4-FFF2-40B4-BE49-F238E27FC236}">
                      <a16:creationId xmlns:a16="http://schemas.microsoft.com/office/drawing/2014/main" id="{7BEA173F-4103-93CD-FEBE-DE7CA43BC8CF}"/>
                    </a:ext>
                  </a:extLst>
                </p14:cNvPr>
                <p14:cNvContentPartPr/>
                <p14:nvPr/>
              </p14:nvContentPartPr>
              <p14:xfrm>
                <a:off x="2025951" y="2726465"/>
                <a:ext cx="104760" cy="222120"/>
              </p14:xfrm>
            </p:contentPart>
          </mc:Choice>
          <mc:Fallback xmlns="">
            <p:pic>
              <p:nvPicPr>
                <p:cNvPr id="192" name="Ink 191">
                  <a:extLst>
                    <a:ext uri="{FF2B5EF4-FFF2-40B4-BE49-F238E27FC236}">
                      <a16:creationId xmlns:a16="http://schemas.microsoft.com/office/drawing/2014/main" id="{7BEA173F-4103-93CD-FEBE-DE7CA43BC8CF}"/>
                    </a:ext>
                  </a:extLst>
                </p:cNvPr>
                <p:cNvPicPr/>
                <p:nvPr/>
              </p:nvPicPr>
              <p:blipFill>
                <a:blip r:embed="rId312"/>
                <a:stretch>
                  <a:fillRect/>
                </a:stretch>
              </p:blipFill>
              <p:spPr>
                <a:xfrm>
                  <a:off x="2017311" y="2717825"/>
                  <a:ext cx="12240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93" name="Ink 192">
                  <a:extLst>
                    <a:ext uri="{FF2B5EF4-FFF2-40B4-BE49-F238E27FC236}">
                      <a16:creationId xmlns:a16="http://schemas.microsoft.com/office/drawing/2014/main" id="{7B27745A-6B4F-4CED-015E-AB261C4A6882}"/>
                    </a:ext>
                  </a:extLst>
                </p14:cNvPr>
                <p14:cNvContentPartPr/>
                <p14:nvPr/>
              </p14:nvContentPartPr>
              <p14:xfrm>
                <a:off x="2136471" y="2717825"/>
                <a:ext cx="113040" cy="114840"/>
              </p14:xfrm>
            </p:contentPart>
          </mc:Choice>
          <mc:Fallback xmlns="">
            <p:pic>
              <p:nvPicPr>
                <p:cNvPr id="193" name="Ink 192">
                  <a:extLst>
                    <a:ext uri="{FF2B5EF4-FFF2-40B4-BE49-F238E27FC236}">
                      <a16:creationId xmlns:a16="http://schemas.microsoft.com/office/drawing/2014/main" id="{7B27745A-6B4F-4CED-015E-AB261C4A6882}"/>
                    </a:ext>
                  </a:extLst>
                </p:cNvPr>
                <p:cNvPicPr/>
                <p:nvPr/>
              </p:nvPicPr>
              <p:blipFill>
                <a:blip r:embed="rId314"/>
                <a:stretch>
                  <a:fillRect/>
                </a:stretch>
              </p:blipFill>
              <p:spPr>
                <a:xfrm>
                  <a:off x="2127831" y="2709185"/>
                  <a:ext cx="13068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194" name="Ink 193">
                  <a:extLst>
                    <a:ext uri="{FF2B5EF4-FFF2-40B4-BE49-F238E27FC236}">
                      <a16:creationId xmlns:a16="http://schemas.microsoft.com/office/drawing/2014/main" id="{AA014456-752F-0A83-3B5E-6A0EFF22ED8C}"/>
                    </a:ext>
                  </a:extLst>
                </p14:cNvPr>
                <p14:cNvContentPartPr/>
                <p14:nvPr/>
              </p14:nvContentPartPr>
              <p14:xfrm>
                <a:off x="2283351" y="2732945"/>
                <a:ext cx="17640" cy="81360"/>
              </p14:xfrm>
            </p:contentPart>
          </mc:Choice>
          <mc:Fallback xmlns="">
            <p:pic>
              <p:nvPicPr>
                <p:cNvPr id="194" name="Ink 193">
                  <a:extLst>
                    <a:ext uri="{FF2B5EF4-FFF2-40B4-BE49-F238E27FC236}">
                      <a16:creationId xmlns:a16="http://schemas.microsoft.com/office/drawing/2014/main" id="{AA014456-752F-0A83-3B5E-6A0EFF22ED8C}"/>
                    </a:ext>
                  </a:extLst>
                </p:cNvPr>
                <p:cNvPicPr/>
                <p:nvPr/>
              </p:nvPicPr>
              <p:blipFill>
                <a:blip r:embed="rId316"/>
                <a:stretch>
                  <a:fillRect/>
                </a:stretch>
              </p:blipFill>
              <p:spPr>
                <a:xfrm>
                  <a:off x="2274351" y="2723945"/>
                  <a:ext cx="3528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195" name="Ink 194">
                  <a:extLst>
                    <a:ext uri="{FF2B5EF4-FFF2-40B4-BE49-F238E27FC236}">
                      <a16:creationId xmlns:a16="http://schemas.microsoft.com/office/drawing/2014/main" id="{4C7FD53F-E45F-1F2F-850C-B941B6680244}"/>
                    </a:ext>
                  </a:extLst>
                </p14:cNvPr>
                <p14:cNvContentPartPr/>
                <p14:nvPr/>
              </p14:nvContentPartPr>
              <p14:xfrm>
                <a:off x="2243751" y="2632145"/>
                <a:ext cx="4680" cy="360"/>
              </p14:xfrm>
            </p:contentPart>
          </mc:Choice>
          <mc:Fallback xmlns="">
            <p:pic>
              <p:nvPicPr>
                <p:cNvPr id="195" name="Ink 194">
                  <a:extLst>
                    <a:ext uri="{FF2B5EF4-FFF2-40B4-BE49-F238E27FC236}">
                      <a16:creationId xmlns:a16="http://schemas.microsoft.com/office/drawing/2014/main" id="{4C7FD53F-E45F-1F2F-850C-B941B6680244}"/>
                    </a:ext>
                  </a:extLst>
                </p:cNvPr>
                <p:cNvPicPr/>
                <p:nvPr/>
              </p:nvPicPr>
              <p:blipFill>
                <a:blip r:embed="rId318"/>
                <a:stretch>
                  <a:fillRect/>
                </a:stretch>
              </p:blipFill>
              <p:spPr>
                <a:xfrm>
                  <a:off x="2234751" y="2623145"/>
                  <a:ext cx="223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196" name="Ink 195">
                  <a:extLst>
                    <a:ext uri="{FF2B5EF4-FFF2-40B4-BE49-F238E27FC236}">
                      <a16:creationId xmlns:a16="http://schemas.microsoft.com/office/drawing/2014/main" id="{291DDA9D-E37B-47AE-03D9-D21B4DA2380C}"/>
                    </a:ext>
                  </a:extLst>
                </p14:cNvPr>
                <p14:cNvContentPartPr/>
                <p14:nvPr/>
              </p14:nvContentPartPr>
              <p14:xfrm>
                <a:off x="2281911" y="2722865"/>
                <a:ext cx="93240" cy="91440"/>
              </p14:xfrm>
            </p:contentPart>
          </mc:Choice>
          <mc:Fallback xmlns="">
            <p:pic>
              <p:nvPicPr>
                <p:cNvPr id="196" name="Ink 195">
                  <a:extLst>
                    <a:ext uri="{FF2B5EF4-FFF2-40B4-BE49-F238E27FC236}">
                      <a16:creationId xmlns:a16="http://schemas.microsoft.com/office/drawing/2014/main" id="{291DDA9D-E37B-47AE-03D9-D21B4DA2380C}"/>
                    </a:ext>
                  </a:extLst>
                </p:cNvPr>
                <p:cNvPicPr/>
                <p:nvPr/>
              </p:nvPicPr>
              <p:blipFill>
                <a:blip r:embed="rId320"/>
                <a:stretch>
                  <a:fillRect/>
                </a:stretch>
              </p:blipFill>
              <p:spPr>
                <a:xfrm>
                  <a:off x="2273271" y="2713865"/>
                  <a:ext cx="11088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197" name="Ink 196">
                  <a:extLst>
                    <a:ext uri="{FF2B5EF4-FFF2-40B4-BE49-F238E27FC236}">
                      <a16:creationId xmlns:a16="http://schemas.microsoft.com/office/drawing/2014/main" id="{DF0FB4EB-7154-14BD-9778-1FB0F6D3C164}"/>
                    </a:ext>
                  </a:extLst>
                </p14:cNvPr>
                <p14:cNvContentPartPr/>
                <p14:nvPr/>
              </p14:nvContentPartPr>
              <p14:xfrm>
                <a:off x="2414751" y="2629625"/>
                <a:ext cx="136800" cy="178200"/>
              </p14:xfrm>
            </p:contentPart>
          </mc:Choice>
          <mc:Fallback xmlns="">
            <p:pic>
              <p:nvPicPr>
                <p:cNvPr id="197" name="Ink 196">
                  <a:extLst>
                    <a:ext uri="{FF2B5EF4-FFF2-40B4-BE49-F238E27FC236}">
                      <a16:creationId xmlns:a16="http://schemas.microsoft.com/office/drawing/2014/main" id="{DF0FB4EB-7154-14BD-9778-1FB0F6D3C164}"/>
                    </a:ext>
                  </a:extLst>
                </p:cNvPr>
                <p:cNvPicPr/>
                <p:nvPr/>
              </p:nvPicPr>
              <p:blipFill>
                <a:blip r:embed="rId322"/>
                <a:stretch>
                  <a:fillRect/>
                </a:stretch>
              </p:blipFill>
              <p:spPr>
                <a:xfrm>
                  <a:off x="2405751" y="2620625"/>
                  <a:ext cx="15444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198" name="Ink 197">
                  <a:extLst>
                    <a:ext uri="{FF2B5EF4-FFF2-40B4-BE49-F238E27FC236}">
                      <a16:creationId xmlns:a16="http://schemas.microsoft.com/office/drawing/2014/main" id="{25D3A219-0FF2-CBC3-261C-84519BD40E54}"/>
                    </a:ext>
                  </a:extLst>
                </p14:cNvPr>
                <p14:cNvContentPartPr/>
                <p14:nvPr/>
              </p14:nvContentPartPr>
              <p14:xfrm>
                <a:off x="2426271" y="2681465"/>
                <a:ext cx="115200" cy="11520"/>
              </p14:xfrm>
            </p:contentPart>
          </mc:Choice>
          <mc:Fallback xmlns="">
            <p:pic>
              <p:nvPicPr>
                <p:cNvPr id="198" name="Ink 197">
                  <a:extLst>
                    <a:ext uri="{FF2B5EF4-FFF2-40B4-BE49-F238E27FC236}">
                      <a16:creationId xmlns:a16="http://schemas.microsoft.com/office/drawing/2014/main" id="{25D3A219-0FF2-CBC3-261C-84519BD40E54}"/>
                    </a:ext>
                  </a:extLst>
                </p:cNvPr>
                <p:cNvPicPr/>
                <p:nvPr/>
              </p:nvPicPr>
              <p:blipFill>
                <a:blip r:embed="rId324"/>
                <a:stretch>
                  <a:fillRect/>
                </a:stretch>
              </p:blipFill>
              <p:spPr>
                <a:xfrm>
                  <a:off x="2417271" y="2672825"/>
                  <a:ext cx="13284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00" name="Ink 199">
                  <a:extLst>
                    <a:ext uri="{FF2B5EF4-FFF2-40B4-BE49-F238E27FC236}">
                      <a16:creationId xmlns:a16="http://schemas.microsoft.com/office/drawing/2014/main" id="{76BA93B2-69BD-A662-89C4-5BC9D7A68B35}"/>
                    </a:ext>
                  </a:extLst>
                </p14:cNvPr>
                <p14:cNvContentPartPr/>
                <p14:nvPr/>
              </p14:nvContentPartPr>
              <p14:xfrm>
                <a:off x="1575951" y="3025265"/>
                <a:ext cx="18720" cy="83880"/>
              </p14:xfrm>
            </p:contentPart>
          </mc:Choice>
          <mc:Fallback xmlns="">
            <p:pic>
              <p:nvPicPr>
                <p:cNvPr id="200" name="Ink 199">
                  <a:extLst>
                    <a:ext uri="{FF2B5EF4-FFF2-40B4-BE49-F238E27FC236}">
                      <a16:creationId xmlns:a16="http://schemas.microsoft.com/office/drawing/2014/main" id="{76BA93B2-69BD-A662-89C4-5BC9D7A68B35}"/>
                    </a:ext>
                  </a:extLst>
                </p:cNvPr>
                <p:cNvPicPr/>
                <p:nvPr/>
              </p:nvPicPr>
              <p:blipFill>
                <a:blip r:embed="rId326"/>
                <a:stretch>
                  <a:fillRect/>
                </a:stretch>
              </p:blipFill>
              <p:spPr>
                <a:xfrm>
                  <a:off x="1567311" y="3016265"/>
                  <a:ext cx="3636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01" name="Ink 200">
                  <a:extLst>
                    <a:ext uri="{FF2B5EF4-FFF2-40B4-BE49-F238E27FC236}">
                      <a16:creationId xmlns:a16="http://schemas.microsoft.com/office/drawing/2014/main" id="{32FA5985-5DA5-ED7E-B1F4-F119C2267293}"/>
                    </a:ext>
                  </a:extLst>
                </p14:cNvPr>
                <p14:cNvContentPartPr/>
                <p14:nvPr/>
              </p14:nvContentPartPr>
              <p14:xfrm>
                <a:off x="1596831" y="3023105"/>
                <a:ext cx="150840" cy="88560"/>
              </p14:xfrm>
            </p:contentPart>
          </mc:Choice>
          <mc:Fallback xmlns="">
            <p:pic>
              <p:nvPicPr>
                <p:cNvPr id="201" name="Ink 200">
                  <a:extLst>
                    <a:ext uri="{FF2B5EF4-FFF2-40B4-BE49-F238E27FC236}">
                      <a16:creationId xmlns:a16="http://schemas.microsoft.com/office/drawing/2014/main" id="{32FA5985-5DA5-ED7E-B1F4-F119C2267293}"/>
                    </a:ext>
                  </a:extLst>
                </p:cNvPr>
                <p:cNvPicPr/>
                <p:nvPr/>
              </p:nvPicPr>
              <p:blipFill>
                <a:blip r:embed="rId328"/>
                <a:stretch>
                  <a:fillRect/>
                </a:stretch>
              </p:blipFill>
              <p:spPr>
                <a:xfrm>
                  <a:off x="1588191" y="3014105"/>
                  <a:ext cx="1684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02" name="Ink 201">
                  <a:extLst>
                    <a:ext uri="{FF2B5EF4-FFF2-40B4-BE49-F238E27FC236}">
                      <a16:creationId xmlns:a16="http://schemas.microsoft.com/office/drawing/2014/main" id="{B16B1F51-2FA3-9EBE-9A33-FC2B13D53DF8}"/>
                    </a:ext>
                  </a:extLst>
                </p14:cNvPr>
                <p14:cNvContentPartPr/>
                <p14:nvPr/>
              </p14:nvContentPartPr>
              <p14:xfrm>
                <a:off x="1793031" y="3025985"/>
                <a:ext cx="11520" cy="60480"/>
              </p14:xfrm>
            </p:contentPart>
          </mc:Choice>
          <mc:Fallback xmlns="">
            <p:pic>
              <p:nvPicPr>
                <p:cNvPr id="202" name="Ink 201">
                  <a:extLst>
                    <a:ext uri="{FF2B5EF4-FFF2-40B4-BE49-F238E27FC236}">
                      <a16:creationId xmlns:a16="http://schemas.microsoft.com/office/drawing/2014/main" id="{B16B1F51-2FA3-9EBE-9A33-FC2B13D53DF8}"/>
                    </a:ext>
                  </a:extLst>
                </p:cNvPr>
                <p:cNvPicPr/>
                <p:nvPr/>
              </p:nvPicPr>
              <p:blipFill>
                <a:blip r:embed="rId330"/>
                <a:stretch>
                  <a:fillRect/>
                </a:stretch>
              </p:blipFill>
              <p:spPr>
                <a:xfrm>
                  <a:off x="1784391" y="3016985"/>
                  <a:ext cx="2916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03" name="Ink 202">
                  <a:extLst>
                    <a:ext uri="{FF2B5EF4-FFF2-40B4-BE49-F238E27FC236}">
                      <a16:creationId xmlns:a16="http://schemas.microsoft.com/office/drawing/2014/main" id="{FC904ABC-BCF5-8299-F25D-6ED229976EE3}"/>
                    </a:ext>
                  </a:extLst>
                </p14:cNvPr>
                <p14:cNvContentPartPr/>
                <p14:nvPr/>
              </p14:nvContentPartPr>
              <p14:xfrm>
                <a:off x="1803471" y="3012305"/>
                <a:ext cx="138600" cy="69840"/>
              </p14:xfrm>
            </p:contentPart>
          </mc:Choice>
          <mc:Fallback xmlns="">
            <p:pic>
              <p:nvPicPr>
                <p:cNvPr id="203" name="Ink 202">
                  <a:extLst>
                    <a:ext uri="{FF2B5EF4-FFF2-40B4-BE49-F238E27FC236}">
                      <a16:creationId xmlns:a16="http://schemas.microsoft.com/office/drawing/2014/main" id="{FC904ABC-BCF5-8299-F25D-6ED229976EE3}"/>
                    </a:ext>
                  </a:extLst>
                </p:cNvPr>
                <p:cNvPicPr/>
                <p:nvPr/>
              </p:nvPicPr>
              <p:blipFill>
                <a:blip r:embed="rId332"/>
                <a:stretch>
                  <a:fillRect/>
                </a:stretch>
              </p:blipFill>
              <p:spPr>
                <a:xfrm>
                  <a:off x="1794471" y="3003305"/>
                  <a:ext cx="15624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04" name="Ink 203">
                  <a:extLst>
                    <a:ext uri="{FF2B5EF4-FFF2-40B4-BE49-F238E27FC236}">
                      <a16:creationId xmlns:a16="http://schemas.microsoft.com/office/drawing/2014/main" id="{C287FC5E-E2D4-2D1D-C8C9-BCD76ACE5C26}"/>
                    </a:ext>
                  </a:extLst>
                </p14:cNvPr>
                <p14:cNvContentPartPr/>
                <p14:nvPr/>
              </p14:nvContentPartPr>
              <p14:xfrm>
                <a:off x="1954671" y="2910425"/>
                <a:ext cx="30960" cy="611640"/>
              </p14:xfrm>
            </p:contentPart>
          </mc:Choice>
          <mc:Fallback xmlns="">
            <p:pic>
              <p:nvPicPr>
                <p:cNvPr id="204" name="Ink 203">
                  <a:extLst>
                    <a:ext uri="{FF2B5EF4-FFF2-40B4-BE49-F238E27FC236}">
                      <a16:creationId xmlns:a16="http://schemas.microsoft.com/office/drawing/2014/main" id="{C287FC5E-E2D4-2D1D-C8C9-BCD76ACE5C26}"/>
                    </a:ext>
                  </a:extLst>
                </p:cNvPr>
                <p:cNvPicPr/>
                <p:nvPr/>
              </p:nvPicPr>
              <p:blipFill>
                <a:blip r:embed="rId334"/>
                <a:stretch>
                  <a:fillRect/>
                </a:stretch>
              </p:blipFill>
              <p:spPr>
                <a:xfrm>
                  <a:off x="1945671" y="2901785"/>
                  <a:ext cx="48600" cy="62928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05" name="Ink 204">
                  <a:extLst>
                    <a:ext uri="{FF2B5EF4-FFF2-40B4-BE49-F238E27FC236}">
                      <a16:creationId xmlns:a16="http://schemas.microsoft.com/office/drawing/2014/main" id="{1BCAEEF0-A05F-2417-DDCA-037891159E11}"/>
                    </a:ext>
                  </a:extLst>
                </p14:cNvPr>
                <p14:cNvContentPartPr/>
                <p14:nvPr/>
              </p14:nvContentPartPr>
              <p14:xfrm>
                <a:off x="2106231" y="3117065"/>
                <a:ext cx="309600" cy="297720"/>
              </p14:xfrm>
            </p:contentPart>
          </mc:Choice>
          <mc:Fallback xmlns="">
            <p:pic>
              <p:nvPicPr>
                <p:cNvPr id="205" name="Ink 204">
                  <a:extLst>
                    <a:ext uri="{FF2B5EF4-FFF2-40B4-BE49-F238E27FC236}">
                      <a16:creationId xmlns:a16="http://schemas.microsoft.com/office/drawing/2014/main" id="{1BCAEEF0-A05F-2417-DDCA-037891159E11}"/>
                    </a:ext>
                  </a:extLst>
                </p:cNvPr>
                <p:cNvPicPr/>
                <p:nvPr/>
              </p:nvPicPr>
              <p:blipFill>
                <a:blip r:embed="rId336"/>
                <a:stretch>
                  <a:fillRect/>
                </a:stretch>
              </p:blipFill>
              <p:spPr>
                <a:xfrm>
                  <a:off x="2097591" y="3108065"/>
                  <a:ext cx="327240" cy="31536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06" name="Ink 205">
                  <a:extLst>
                    <a:ext uri="{FF2B5EF4-FFF2-40B4-BE49-F238E27FC236}">
                      <a16:creationId xmlns:a16="http://schemas.microsoft.com/office/drawing/2014/main" id="{EAA5EF69-AA24-4D6B-7655-DDAB8B6F2534}"/>
                    </a:ext>
                  </a:extLst>
                </p14:cNvPr>
                <p14:cNvContentPartPr/>
                <p14:nvPr/>
              </p14:nvContentPartPr>
              <p14:xfrm>
                <a:off x="2144751" y="3138305"/>
                <a:ext cx="290520" cy="10800"/>
              </p14:xfrm>
            </p:contentPart>
          </mc:Choice>
          <mc:Fallback xmlns="">
            <p:pic>
              <p:nvPicPr>
                <p:cNvPr id="206" name="Ink 205">
                  <a:extLst>
                    <a:ext uri="{FF2B5EF4-FFF2-40B4-BE49-F238E27FC236}">
                      <a16:creationId xmlns:a16="http://schemas.microsoft.com/office/drawing/2014/main" id="{EAA5EF69-AA24-4D6B-7655-DDAB8B6F2534}"/>
                    </a:ext>
                  </a:extLst>
                </p:cNvPr>
                <p:cNvPicPr/>
                <p:nvPr/>
              </p:nvPicPr>
              <p:blipFill>
                <a:blip r:embed="rId338"/>
                <a:stretch>
                  <a:fillRect/>
                </a:stretch>
              </p:blipFill>
              <p:spPr>
                <a:xfrm>
                  <a:off x="2136111" y="3129305"/>
                  <a:ext cx="3081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08" name="Ink 207">
                  <a:extLst>
                    <a:ext uri="{FF2B5EF4-FFF2-40B4-BE49-F238E27FC236}">
                      <a16:creationId xmlns:a16="http://schemas.microsoft.com/office/drawing/2014/main" id="{AD8DE9D1-7371-C816-D110-B81EC2F8D0B0}"/>
                    </a:ext>
                  </a:extLst>
                </p14:cNvPr>
                <p14:cNvContentPartPr/>
                <p14:nvPr/>
              </p14:nvContentPartPr>
              <p14:xfrm>
                <a:off x="2602311" y="3202745"/>
                <a:ext cx="69480" cy="114480"/>
              </p14:xfrm>
            </p:contentPart>
          </mc:Choice>
          <mc:Fallback xmlns="">
            <p:pic>
              <p:nvPicPr>
                <p:cNvPr id="208" name="Ink 207">
                  <a:extLst>
                    <a:ext uri="{FF2B5EF4-FFF2-40B4-BE49-F238E27FC236}">
                      <a16:creationId xmlns:a16="http://schemas.microsoft.com/office/drawing/2014/main" id="{AD8DE9D1-7371-C816-D110-B81EC2F8D0B0}"/>
                    </a:ext>
                  </a:extLst>
                </p:cNvPr>
                <p:cNvPicPr/>
                <p:nvPr/>
              </p:nvPicPr>
              <p:blipFill>
                <a:blip r:embed="rId340"/>
                <a:stretch>
                  <a:fillRect/>
                </a:stretch>
              </p:blipFill>
              <p:spPr>
                <a:xfrm>
                  <a:off x="2593671" y="3193745"/>
                  <a:ext cx="8712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09" name="Ink 208">
                  <a:extLst>
                    <a:ext uri="{FF2B5EF4-FFF2-40B4-BE49-F238E27FC236}">
                      <a16:creationId xmlns:a16="http://schemas.microsoft.com/office/drawing/2014/main" id="{1BA453D7-6D42-9236-B8A8-C7A22B3AE2D1}"/>
                    </a:ext>
                  </a:extLst>
                </p14:cNvPr>
                <p14:cNvContentPartPr/>
                <p14:nvPr/>
              </p14:nvContentPartPr>
              <p14:xfrm>
                <a:off x="2702391" y="3210305"/>
                <a:ext cx="97560" cy="87480"/>
              </p14:xfrm>
            </p:contentPart>
          </mc:Choice>
          <mc:Fallback xmlns="">
            <p:pic>
              <p:nvPicPr>
                <p:cNvPr id="209" name="Ink 208">
                  <a:extLst>
                    <a:ext uri="{FF2B5EF4-FFF2-40B4-BE49-F238E27FC236}">
                      <a16:creationId xmlns:a16="http://schemas.microsoft.com/office/drawing/2014/main" id="{1BA453D7-6D42-9236-B8A8-C7A22B3AE2D1}"/>
                    </a:ext>
                  </a:extLst>
                </p:cNvPr>
                <p:cNvPicPr/>
                <p:nvPr/>
              </p:nvPicPr>
              <p:blipFill>
                <a:blip r:embed="rId342"/>
                <a:stretch>
                  <a:fillRect/>
                </a:stretch>
              </p:blipFill>
              <p:spPr>
                <a:xfrm>
                  <a:off x="2693751" y="3201305"/>
                  <a:ext cx="1152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10" name="Ink 209">
                  <a:extLst>
                    <a:ext uri="{FF2B5EF4-FFF2-40B4-BE49-F238E27FC236}">
                      <a16:creationId xmlns:a16="http://schemas.microsoft.com/office/drawing/2014/main" id="{B5EE8F77-480C-BF3C-ACD3-212745F21C31}"/>
                    </a:ext>
                  </a:extLst>
                </p14:cNvPr>
                <p14:cNvContentPartPr/>
                <p14:nvPr/>
              </p14:nvContentPartPr>
              <p14:xfrm>
                <a:off x="2838831" y="3212105"/>
                <a:ext cx="58320" cy="101880"/>
              </p14:xfrm>
            </p:contentPart>
          </mc:Choice>
          <mc:Fallback xmlns="">
            <p:pic>
              <p:nvPicPr>
                <p:cNvPr id="210" name="Ink 209">
                  <a:extLst>
                    <a:ext uri="{FF2B5EF4-FFF2-40B4-BE49-F238E27FC236}">
                      <a16:creationId xmlns:a16="http://schemas.microsoft.com/office/drawing/2014/main" id="{B5EE8F77-480C-BF3C-ACD3-212745F21C31}"/>
                    </a:ext>
                  </a:extLst>
                </p:cNvPr>
                <p:cNvPicPr/>
                <p:nvPr/>
              </p:nvPicPr>
              <p:blipFill>
                <a:blip r:embed="rId344"/>
                <a:stretch>
                  <a:fillRect/>
                </a:stretch>
              </p:blipFill>
              <p:spPr>
                <a:xfrm>
                  <a:off x="2830191" y="3203105"/>
                  <a:ext cx="7596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11" name="Ink 210">
                  <a:extLst>
                    <a:ext uri="{FF2B5EF4-FFF2-40B4-BE49-F238E27FC236}">
                      <a16:creationId xmlns:a16="http://schemas.microsoft.com/office/drawing/2014/main" id="{4D17E8F6-141A-3C74-80AF-E310A76E0BC8}"/>
                    </a:ext>
                  </a:extLst>
                </p14:cNvPr>
                <p14:cNvContentPartPr/>
                <p14:nvPr/>
              </p14:nvContentPartPr>
              <p14:xfrm>
                <a:off x="2741271" y="3378425"/>
                <a:ext cx="12600" cy="181440"/>
              </p14:xfrm>
            </p:contentPart>
          </mc:Choice>
          <mc:Fallback xmlns="">
            <p:pic>
              <p:nvPicPr>
                <p:cNvPr id="211" name="Ink 210">
                  <a:extLst>
                    <a:ext uri="{FF2B5EF4-FFF2-40B4-BE49-F238E27FC236}">
                      <a16:creationId xmlns:a16="http://schemas.microsoft.com/office/drawing/2014/main" id="{4D17E8F6-141A-3C74-80AF-E310A76E0BC8}"/>
                    </a:ext>
                  </a:extLst>
                </p:cNvPr>
                <p:cNvPicPr/>
                <p:nvPr/>
              </p:nvPicPr>
              <p:blipFill>
                <a:blip r:embed="rId346"/>
                <a:stretch>
                  <a:fillRect/>
                </a:stretch>
              </p:blipFill>
              <p:spPr>
                <a:xfrm>
                  <a:off x="2732271" y="3369425"/>
                  <a:ext cx="3024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12" name="Ink 211">
                  <a:extLst>
                    <a:ext uri="{FF2B5EF4-FFF2-40B4-BE49-F238E27FC236}">
                      <a16:creationId xmlns:a16="http://schemas.microsoft.com/office/drawing/2014/main" id="{EE71C75D-2435-BF35-C46A-C268E9FAF557}"/>
                    </a:ext>
                  </a:extLst>
                </p14:cNvPr>
                <p14:cNvContentPartPr/>
                <p14:nvPr/>
              </p14:nvContentPartPr>
              <p14:xfrm>
                <a:off x="2686551" y="3474185"/>
                <a:ext cx="119520" cy="76320"/>
              </p14:xfrm>
            </p:contentPart>
          </mc:Choice>
          <mc:Fallback xmlns="">
            <p:pic>
              <p:nvPicPr>
                <p:cNvPr id="212" name="Ink 211">
                  <a:extLst>
                    <a:ext uri="{FF2B5EF4-FFF2-40B4-BE49-F238E27FC236}">
                      <a16:creationId xmlns:a16="http://schemas.microsoft.com/office/drawing/2014/main" id="{EE71C75D-2435-BF35-C46A-C268E9FAF557}"/>
                    </a:ext>
                  </a:extLst>
                </p:cNvPr>
                <p:cNvPicPr/>
                <p:nvPr/>
              </p:nvPicPr>
              <p:blipFill>
                <a:blip r:embed="rId348"/>
                <a:stretch>
                  <a:fillRect/>
                </a:stretch>
              </p:blipFill>
              <p:spPr>
                <a:xfrm>
                  <a:off x="2677911" y="3465545"/>
                  <a:ext cx="13716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13" name="Ink 212">
                  <a:extLst>
                    <a:ext uri="{FF2B5EF4-FFF2-40B4-BE49-F238E27FC236}">
                      <a16:creationId xmlns:a16="http://schemas.microsoft.com/office/drawing/2014/main" id="{50E576C6-942B-7ACF-9276-6802FA57E5CE}"/>
                    </a:ext>
                  </a:extLst>
                </p14:cNvPr>
                <p14:cNvContentPartPr/>
                <p14:nvPr/>
              </p14:nvContentPartPr>
              <p14:xfrm>
                <a:off x="2803551" y="3397865"/>
                <a:ext cx="360" cy="22680"/>
              </p14:xfrm>
            </p:contentPart>
          </mc:Choice>
          <mc:Fallback xmlns="">
            <p:pic>
              <p:nvPicPr>
                <p:cNvPr id="213" name="Ink 212">
                  <a:extLst>
                    <a:ext uri="{FF2B5EF4-FFF2-40B4-BE49-F238E27FC236}">
                      <a16:creationId xmlns:a16="http://schemas.microsoft.com/office/drawing/2014/main" id="{50E576C6-942B-7ACF-9276-6802FA57E5CE}"/>
                    </a:ext>
                  </a:extLst>
                </p:cNvPr>
                <p:cNvPicPr/>
                <p:nvPr/>
              </p:nvPicPr>
              <p:blipFill>
                <a:blip r:embed="rId350"/>
                <a:stretch>
                  <a:fillRect/>
                </a:stretch>
              </p:blipFill>
              <p:spPr>
                <a:xfrm>
                  <a:off x="2794911" y="3388865"/>
                  <a:ext cx="180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14" name="Ink 213">
                  <a:extLst>
                    <a:ext uri="{FF2B5EF4-FFF2-40B4-BE49-F238E27FC236}">
                      <a16:creationId xmlns:a16="http://schemas.microsoft.com/office/drawing/2014/main" id="{65BBB9F8-21DE-BD37-A32C-CED6AAE75C5C}"/>
                    </a:ext>
                  </a:extLst>
                </p14:cNvPr>
                <p14:cNvContentPartPr/>
                <p14:nvPr/>
              </p14:nvContentPartPr>
              <p14:xfrm>
                <a:off x="2818671" y="3446105"/>
                <a:ext cx="212040" cy="88920"/>
              </p14:xfrm>
            </p:contentPart>
          </mc:Choice>
          <mc:Fallback xmlns="">
            <p:pic>
              <p:nvPicPr>
                <p:cNvPr id="214" name="Ink 213">
                  <a:extLst>
                    <a:ext uri="{FF2B5EF4-FFF2-40B4-BE49-F238E27FC236}">
                      <a16:creationId xmlns:a16="http://schemas.microsoft.com/office/drawing/2014/main" id="{65BBB9F8-21DE-BD37-A32C-CED6AAE75C5C}"/>
                    </a:ext>
                  </a:extLst>
                </p:cNvPr>
                <p:cNvPicPr/>
                <p:nvPr/>
              </p:nvPicPr>
              <p:blipFill>
                <a:blip r:embed="rId352"/>
                <a:stretch>
                  <a:fillRect/>
                </a:stretch>
              </p:blipFill>
              <p:spPr>
                <a:xfrm>
                  <a:off x="2810031" y="3437105"/>
                  <a:ext cx="2296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16" name="Ink 215">
                  <a:extLst>
                    <a:ext uri="{FF2B5EF4-FFF2-40B4-BE49-F238E27FC236}">
                      <a16:creationId xmlns:a16="http://schemas.microsoft.com/office/drawing/2014/main" id="{C1E362A8-BDF1-3429-61DE-DB7E1CBDFDC0}"/>
                    </a:ext>
                  </a:extLst>
                </p14:cNvPr>
                <p14:cNvContentPartPr/>
                <p14:nvPr/>
              </p14:nvContentPartPr>
              <p14:xfrm>
                <a:off x="717351" y="2606945"/>
                <a:ext cx="187920" cy="238680"/>
              </p14:xfrm>
            </p:contentPart>
          </mc:Choice>
          <mc:Fallback xmlns="">
            <p:pic>
              <p:nvPicPr>
                <p:cNvPr id="216" name="Ink 215">
                  <a:extLst>
                    <a:ext uri="{FF2B5EF4-FFF2-40B4-BE49-F238E27FC236}">
                      <a16:creationId xmlns:a16="http://schemas.microsoft.com/office/drawing/2014/main" id="{C1E362A8-BDF1-3429-61DE-DB7E1CBDFDC0}"/>
                    </a:ext>
                  </a:extLst>
                </p:cNvPr>
                <p:cNvPicPr/>
                <p:nvPr/>
              </p:nvPicPr>
              <p:blipFill>
                <a:blip r:embed="rId354"/>
                <a:stretch>
                  <a:fillRect/>
                </a:stretch>
              </p:blipFill>
              <p:spPr>
                <a:xfrm>
                  <a:off x="708351" y="2598305"/>
                  <a:ext cx="20556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17" name="Ink 216">
                  <a:extLst>
                    <a:ext uri="{FF2B5EF4-FFF2-40B4-BE49-F238E27FC236}">
                      <a16:creationId xmlns:a16="http://schemas.microsoft.com/office/drawing/2014/main" id="{894DBBC7-66A5-54C1-071E-9F3712B8F768}"/>
                    </a:ext>
                  </a:extLst>
                </p14:cNvPr>
                <p14:cNvContentPartPr/>
                <p14:nvPr/>
              </p14:nvContentPartPr>
              <p14:xfrm>
                <a:off x="960711" y="2631785"/>
                <a:ext cx="115560" cy="177840"/>
              </p14:xfrm>
            </p:contentPart>
          </mc:Choice>
          <mc:Fallback xmlns="">
            <p:pic>
              <p:nvPicPr>
                <p:cNvPr id="217" name="Ink 216">
                  <a:extLst>
                    <a:ext uri="{FF2B5EF4-FFF2-40B4-BE49-F238E27FC236}">
                      <a16:creationId xmlns:a16="http://schemas.microsoft.com/office/drawing/2014/main" id="{894DBBC7-66A5-54C1-071E-9F3712B8F768}"/>
                    </a:ext>
                  </a:extLst>
                </p:cNvPr>
                <p:cNvPicPr/>
                <p:nvPr/>
              </p:nvPicPr>
              <p:blipFill>
                <a:blip r:embed="rId356"/>
                <a:stretch>
                  <a:fillRect/>
                </a:stretch>
              </p:blipFill>
              <p:spPr>
                <a:xfrm>
                  <a:off x="952071" y="2622785"/>
                  <a:ext cx="13320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18" name="Ink 217">
                  <a:extLst>
                    <a:ext uri="{FF2B5EF4-FFF2-40B4-BE49-F238E27FC236}">
                      <a16:creationId xmlns:a16="http://schemas.microsoft.com/office/drawing/2014/main" id="{ACE48108-DFA5-B913-ADC0-89292ACF06FB}"/>
                    </a:ext>
                  </a:extLst>
                </p14:cNvPr>
                <p14:cNvContentPartPr/>
                <p14:nvPr/>
              </p14:nvContentPartPr>
              <p14:xfrm>
                <a:off x="944511" y="2611625"/>
                <a:ext cx="162000" cy="208440"/>
              </p14:xfrm>
            </p:contentPart>
          </mc:Choice>
          <mc:Fallback xmlns="">
            <p:pic>
              <p:nvPicPr>
                <p:cNvPr id="218" name="Ink 217">
                  <a:extLst>
                    <a:ext uri="{FF2B5EF4-FFF2-40B4-BE49-F238E27FC236}">
                      <a16:creationId xmlns:a16="http://schemas.microsoft.com/office/drawing/2014/main" id="{ACE48108-DFA5-B913-ADC0-89292ACF06FB}"/>
                    </a:ext>
                  </a:extLst>
                </p:cNvPr>
                <p:cNvPicPr/>
                <p:nvPr/>
              </p:nvPicPr>
              <p:blipFill>
                <a:blip r:embed="rId358"/>
                <a:stretch>
                  <a:fillRect/>
                </a:stretch>
              </p:blipFill>
              <p:spPr>
                <a:xfrm>
                  <a:off x="935511" y="2602985"/>
                  <a:ext cx="17964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19" name="Ink 218">
                  <a:extLst>
                    <a:ext uri="{FF2B5EF4-FFF2-40B4-BE49-F238E27FC236}">
                      <a16:creationId xmlns:a16="http://schemas.microsoft.com/office/drawing/2014/main" id="{71928B5D-815F-12DC-B6F1-9C6A2BCF2D24}"/>
                    </a:ext>
                  </a:extLst>
                </p14:cNvPr>
                <p14:cNvContentPartPr/>
                <p14:nvPr/>
              </p14:nvContentPartPr>
              <p14:xfrm>
                <a:off x="594591" y="2616665"/>
                <a:ext cx="84600" cy="258480"/>
              </p14:xfrm>
            </p:contentPart>
          </mc:Choice>
          <mc:Fallback xmlns="">
            <p:pic>
              <p:nvPicPr>
                <p:cNvPr id="219" name="Ink 218">
                  <a:extLst>
                    <a:ext uri="{FF2B5EF4-FFF2-40B4-BE49-F238E27FC236}">
                      <a16:creationId xmlns:a16="http://schemas.microsoft.com/office/drawing/2014/main" id="{71928B5D-815F-12DC-B6F1-9C6A2BCF2D24}"/>
                    </a:ext>
                  </a:extLst>
                </p:cNvPr>
                <p:cNvPicPr/>
                <p:nvPr/>
              </p:nvPicPr>
              <p:blipFill>
                <a:blip r:embed="rId360"/>
                <a:stretch>
                  <a:fillRect/>
                </a:stretch>
              </p:blipFill>
              <p:spPr>
                <a:xfrm>
                  <a:off x="585951" y="2608025"/>
                  <a:ext cx="10224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20" name="Ink 219">
                  <a:extLst>
                    <a:ext uri="{FF2B5EF4-FFF2-40B4-BE49-F238E27FC236}">
                      <a16:creationId xmlns:a16="http://schemas.microsoft.com/office/drawing/2014/main" id="{B86BAC1B-3665-03AF-7FEB-1CF0621B5F9F}"/>
                    </a:ext>
                  </a:extLst>
                </p14:cNvPr>
                <p14:cNvContentPartPr/>
                <p14:nvPr/>
              </p14:nvContentPartPr>
              <p14:xfrm>
                <a:off x="1146831" y="2579225"/>
                <a:ext cx="66960" cy="222120"/>
              </p14:xfrm>
            </p:contentPart>
          </mc:Choice>
          <mc:Fallback xmlns="">
            <p:pic>
              <p:nvPicPr>
                <p:cNvPr id="220" name="Ink 219">
                  <a:extLst>
                    <a:ext uri="{FF2B5EF4-FFF2-40B4-BE49-F238E27FC236}">
                      <a16:creationId xmlns:a16="http://schemas.microsoft.com/office/drawing/2014/main" id="{B86BAC1B-3665-03AF-7FEB-1CF0621B5F9F}"/>
                    </a:ext>
                  </a:extLst>
                </p:cNvPr>
                <p:cNvPicPr/>
                <p:nvPr/>
              </p:nvPicPr>
              <p:blipFill>
                <a:blip r:embed="rId362"/>
                <a:stretch>
                  <a:fillRect/>
                </a:stretch>
              </p:blipFill>
              <p:spPr>
                <a:xfrm>
                  <a:off x="1137831" y="2570225"/>
                  <a:ext cx="8460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22" name="Ink 221">
                  <a:extLst>
                    <a:ext uri="{FF2B5EF4-FFF2-40B4-BE49-F238E27FC236}">
                      <a16:creationId xmlns:a16="http://schemas.microsoft.com/office/drawing/2014/main" id="{69BCCCB4-94D6-AFAC-EE4E-FF18356C14AF}"/>
                    </a:ext>
                  </a:extLst>
                </p14:cNvPr>
                <p14:cNvContentPartPr/>
                <p14:nvPr/>
              </p14:nvContentPartPr>
              <p14:xfrm>
                <a:off x="4041591" y="328865"/>
                <a:ext cx="218880" cy="221400"/>
              </p14:xfrm>
            </p:contentPart>
          </mc:Choice>
          <mc:Fallback xmlns="">
            <p:pic>
              <p:nvPicPr>
                <p:cNvPr id="222" name="Ink 221">
                  <a:extLst>
                    <a:ext uri="{FF2B5EF4-FFF2-40B4-BE49-F238E27FC236}">
                      <a16:creationId xmlns:a16="http://schemas.microsoft.com/office/drawing/2014/main" id="{69BCCCB4-94D6-AFAC-EE4E-FF18356C14AF}"/>
                    </a:ext>
                  </a:extLst>
                </p:cNvPr>
                <p:cNvPicPr/>
                <p:nvPr/>
              </p:nvPicPr>
              <p:blipFill>
                <a:blip r:embed="rId364"/>
                <a:stretch>
                  <a:fillRect/>
                </a:stretch>
              </p:blipFill>
              <p:spPr>
                <a:xfrm>
                  <a:off x="4032591" y="320225"/>
                  <a:ext cx="23652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23" name="Ink 222">
                  <a:extLst>
                    <a:ext uri="{FF2B5EF4-FFF2-40B4-BE49-F238E27FC236}">
                      <a16:creationId xmlns:a16="http://schemas.microsoft.com/office/drawing/2014/main" id="{99AE87E1-AD52-995A-7169-393D21CF5548}"/>
                    </a:ext>
                  </a:extLst>
                </p14:cNvPr>
                <p14:cNvContentPartPr/>
                <p14:nvPr/>
              </p14:nvContentPartPr>
              <p14:xfrm>
                <a:off x="4335711" y="334625"/>
                <a:ext cx="43920" cy="176760"/>
              </p14:xfrm>
            </p:contentPart>
          </mc:Choice>
          <mc:Fallback xmlns="">
            <p:pic>
              <p:nvPicPr>
                <p:cNvPr id="223" name="Ink 222">
                  <a:extLst>
                    <a:ext uri="{FF2B5EF4-FFF2-40B4-BE49-F238E27FC236}">
                      <a16:creationId xmlns:a16="http://schemas.microsoft.com/office/drawing/2014/main" id="{99AE87E1-AD52-995A-7169-393D21CF5548}"/>
                    </a:ext>
                  </a:extLst>
                </p:cNvPr>
                <p:cNvPicPr/>
                <p:nvPr/>
              </p:nvPicPr>
              <p:blipFill>
                <a:blip r:embed="rId366"/>
                <a:stretch>
                  <a:fillRect/>
                </a:stretch>
              </p:blipFill>
              <p:spPr>
                <a:xfrm>
                  <a:off x="4327071" y="325985"/>
                  <a:ext cx="615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24" name="Ink 223">
                  <a:extLst>
                    <a:ext uri="{FF2B5EF4-FFF2-40B4-BE49-F238E27FC236}">
                      <a16:creationId xmlns:a16="http://schemas.microsoft.com/office/drawing/2014/main" id="{990D25D3-0F60-E191-EC01-0CA72DCDAA70}"/>
                    </a:ext>
                  </a:extLst>
                </p14:cNvPr>
                <p14:cNvContentPartPr/>
                <p14:nvPr/>
              </p14:nvContentPartPr>
              <p14:xfrm>
                <a:off x="4458111" y="332825"/>
                <a:ext cx="94680" cy="201960"/>
              </p14:xfrm>
            </p:contentPart>
          </mc:Choice>
          <mc:Fallback xmlns="">
            <p:pic>
              <p:nvPicPr>
                <p:cNvPr id="224" name="Ink 223">
                  <a:extLst>
                    <a:ext uri="{FF2B5EF4-FFF2-40B4-BE49-F238E27FC236}">
                      <a16:creationId xmlns:a16="http://schemas.microsoft.com/office/drawing/2014/main" id="{990D25D3-0F60-E191-EC01-0CA72DCDAA70}"/>
                    </a:ext>
                  </a:extLst>
                </p:cNvPr>
                <p:cNvPicPr/>
                <p:nvPr/>
              </p:nvPicPr>
              <p:blipFill>
                <a:blip r:embed="rId368"/>
                <a:stretch>
                  <a:fillRect/>
                </a:stretch>
              </p:blipFill>
              <p:spPr>
                <a:xfrm>
                  <a:off x="4449471" y="323825"/>
                  <a:ext cx="11232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25" name="Ink 224">
                  <a:extLst>
                    <a:ext uri="{FF2B5EF4-FFF2-40B4-BE49-F238E27FC236}">
                      <a16:creationId xmlns:a16="http://schemas.microsoft.com/office/drawing/2014/main" id="{BE964DC8-766F-6557-A4C9-9FE25D97993D}"/>
                    </a:ext>
                  </a:extLst>
                </p14:cNvPr>
                <p14:cNvContentPartPr/>
                <p14:nvPr/>
              </p14:nvContentPartPr>
              <p14:xfrm>
                <a:off x="4465671" y="314465"/>
                <a:ext cx="136800" cy="34200"/>
              </p14:xfrm>
            </p:contentPart>
          </mc:Choice>
          <mc:Fallback xmlns="">
            <p:pic>
              <p:nvPicPr>
                <p:cNvPr id="225" name="Ink 224">
                  <a:extLst>
                    <a:ext uri="{FF2B5EF4-FFF2-40B4-BE49-F238E27FC236}">
                      <a16:creationId xmlns:a16="http://schemas.microsoft.com/office/drawing/2014/main" id="{BE964DC8-766F-6557-A4C9-9FE25D97993D}"/>
                    </a:ext>
                  </a:extLst>
                </p:cNvPr>
                <p:cNvPicPr/>
                <p:nvPr/>
              </p:nvPicPr>
              <p:blipFill>
                <a:blip r:embed="rId370"/>
                <a:stretch>
                  <a:fillRect/>
                </a:stretch>
              </p:blipFill>
              <p:spPr>
                <a:xfrm>
                  <a:off x="4457031" y="305465"/>
                  <a:ext cx="1544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26" name="Ink 225">
                  <a:extLst>
                    <a:ext uri="{FF2B5EF4-FFF2-40B4-BE49-F238E27FC236}">
                      <a16:creationId xmlns:a16="http://schemas.microsoft.com/office/drawing/2014/main" id="{D6937B2B-D369-420D-F21E-D583DEFE1B6B}"/>
                    </a:ext>
                  </a:extLst>
                </p14:cNvPr>
                <p14:cNvContentPartPr/>
                <p14:nvPr/>
              </p14:nvContentPartPr>
              <p14:xfrm>
                <a:off x="4767711" y="452345"/>
                <a:ext cx="86760" cy="24840"/>
              </p14:xfrm>
            </p:contentPart>
          </mc:Choice>
          <mc:Fallback xmlns="">
            <p:pic>
              <p:nvPicPr>
                <p:cNvPr id="226" name="Ink 225">
                  <a:extLst>
                    <a:ext uri="{FF2B5EF4-FFF2-40B4-BE49-F238E27FC236}">
                      <a16:creationId xmlns:a16="http://schemas.microsoft.com/office/drawing/2014/main" id="{D6937B2B-D369-420D-F21E-D583DEFE1B6B}"/>
                    </a:ext>
                  </a:extLst>
                </p:cNvPr>
                <p:cNvPicPr/>
                <p:nvPr/>
              </p:nvPicPr>
              <p:blipFill>
                <a:blip r:embed="rId372"/>
                <a:stretch>
                  <a:fillRect/>
                </a:stretch>
              </p:blipFill>
              <p:spPr>
                <a:xfrm>
                  <a:off x="4759071" y="443345"/>
                  <a:ext cx="1044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27" name="Ink 226">
                  <a:extLst>
                    <a:ext uri="{FF2B5EF4-FFF2-40B4-BE49-F238E27FC236}">
                      <a16:creationId xmlns:a16="http://schemas.microsoft.com/office/drawing/2014/main" id="{EA763825-38C9-85BC-303C-2E0BAD17F3BB}"/>
                    </a:ext>
                  </a:extLst>
                </p14:cNvPr>
                <p14:cNvContentPartPr/>
                <p14:nvPr/>
              </p14:nvContentPartPr>
              <p14:xfrm>
                <a:off x="5046711" y="259025"/>
                <a:ext cx="100800" cy="307440"/>
              </p14:xfrm>
            </p:contentPart>
          </mc:Choice>
          <mc:Fallback xmlns="">
            <p:pic>
              <p:nvPicPr>
                <p:cNvPr id="227" name="Ink 226">
                  <a:extLst>
                    <a:ext uri="{FF2B5EF4-FFF2-40B4-BE49-F238E27FC236}">
                      <a16:creationId xmlns:a16="http://schemas.microsoft.com/office/drawing/2014/main" id="{EA763825-38C9-85BC-303C-2E0BAD17F3BB}"/>
                    </a:ext>
                  </a:extLst>
                </p:cNvPr>
                <p:cNvPicPr/>
                <p:nvPr/>
              </p:nvPicPr>
              <p:blipFill>
                <a:blip r:embed="rId374"/>
                <a:stretch>
                  <a:fillRect/>
                </a:stretch>
              </p:blipFill>
              <p:spPr>
                <a:xfrm>
                  <a:off x="5038071" y="250025"/>
                  <a:ext cx="11844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28" name="Ink 227">
                  <a:extLst>
                    <a:ext uri="{FF2B5EF4-FFF2-40B4-BE49-F238E27FC236}">
                      <a16:creationId xmlns:a16="http://schemas.microsoft.com/office/drawing/2014/main" id="{987FE007-4B4E-32D5-0B1C-E367F33ED001}"/>
                    </a:ext>
                  </a:extLst>
                </p14:cNvPr>
                <p14:cNvContentPartPr/>
                <p14:nvPr/>
              </p14:nvContentPartPr>
              <p14:xfrm>
                <a:off x="5066151" y="398705"/>
                <a:ext cx="375120" cy="174240"/>
              </p14:xfrm>
            </p:contentPart>
          </mc:Choice>
          <mc:Fallback xmlns="">
            <p:pic>
              <p:nvPicPr>
                <p:cNvPr id="228" name="Ink 227">
                  <a:extLst>
                    <a:ext uri="{FF2B5EF4-FFF2-40B4-BE49-F238E27FC236}">
                      <a16:creationId xmlns:a16="http://schemas.microsoft.com/office/drawing/2014/main" id="{987FE007-4B4E-32D5-0B1C-E367F33ED001}"/>
                    </a:ext>
                  </a:extLst>
                </p:cNvPr>
                <p:cNvPicPr/>
                <p:nvPr/>
              </p:nvPicPr>
              <p:blipFill>
                <a:blip r:embed="rId376"/>
                <a:stretch>
                  <a:fillRect/>
                </a:stretch>
              </p:blipFill>
              <p:spPr>
                <a:xfrm>
                  <a:off x="5057511" y="390065"/>
                  <a:ext cx="3927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29" name="Ink 228">
                  <a:extLst>
                    <a:ext uri="{FF2B5EF4-FFF2-40B4-BE49-F238E27FC236}">
                      <a16:creationId xmlns:a16="http://schemas.microsoft.com/office/drawing/2014/main" id="{045DFF87-6989-2607-68FA-0AE2F2112DBF}"/>
                    </a:ext>
                  </a:extLst>
                </p14:cNvPr>
                <p14:cNvContentPartPr/>
                <p14:nvPr/>
              </p14:nvContentPartPr>
              <p14:xfrm>
                <a:off x="5530911" y="403745"/>
                <a:ext cx="120240" cy="156600"/>
              </p14:xfrm>
            </p:contentPart>
          </mc:Choice>
          <mc:Fallback xmlns="">
            <p:pic>
              <p:nvPicPr>
                <p:cNvPr id="229" name="Ink 228">
                  <a:extLst>
                    <a:ext uri="{FF2B5EF4-FFF2-40B4-BE49-F238E27FC236}">
                      <a16:creationId xmlns:a16="http://schemas.microsoft.com/office/drawing/2014/main" id="{045DFF87-6989-2607-68FA-0AE2F2112DBF}"/>
                    </a:ext>
                  </a:extLst>
                </p:cNvPr>
                <p:cNvPicPr/>
                <p:nvPr/>
              </p:nvPicPr>
              <p:blipFill>
                <a:blip r:embed="rId378"/>
                <a:stretch>
                  <a:fillRect/>
                </a:stretch>
              </p:blipFill>
              <p:spPr>
                <a:xfrm>
                  <a:off x="5521911" y="395105"/>
                  <a:ext cx="13788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30" name="Ink 229">
                  <a:extLst>
                    <a:ext uri="{FF2B5EF4-FFF2-40B4-BE49-F238E27FC236}">
                      <a16:creationId xmlns:a16="http://schemas.microsoft.com/office/drawing/2014/main" id="{FC324B7A-5C14-4C99-F23B-30A077E67E97}"/>
                    </a:ext>
                  </a:extLst>
                </p14:cNvPr>
                <p14:cNvContentPartPr/>
                <p14:nvPr/>
              </p14:nvContentPartPr>
              <p14:xfrm>
                <a:off x="5715951" y="281705"/>
                <a:ext cx="72000" cy="282600"/>
              </p14:xfrm>
            </p:contentPart>
          </mc:Choice>
          <mc:Fallback xmlns="">
            <p:pic>
              <p:nvPicPr>
                <p:cNvPr id="230" name="Ink 229">
                  <a:extLst>
                    <a:ext uri="{FF2B5EF4-FFF2-40B4-BE49-F238E27FC236}">
                      <a16:creationId xmlns:a16="http://schemas.microsoft.com/office/drawing/2014/main" id="{FC324B7A-5C14-4C99-F23B-30A077E67E97}"/>
                    </a:ext>
                  </a:extLst>
                </p:cNvPr>
                <p:cNvPicPr/>
                <p:nvPr/>
              </p:nvPicPr>
              <p:blipFill>
                <a:blip r:embed="rId380"/>
                <a:stretch>
                  <a:fillRect/>
                </a:stretch>
              </p:blipFill>
              <p:spPr>
                <a:xfrm>
                  <a:off x="5706951" y="273065"/>
                  <a:ext cx="8964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31" name="Ink 230">
                  <a:extLst>
                    <a:ext uri="{FF2B5EF4-FFF2-40B4-BE49-F238E27FC236}">
                      <a16:creationId xmlns:a16="http://schemas.microsoft.com/office/drawing/2014/main" id="{E0E9609C-DAC2-610E-15DA-4FAFC71F8647}"/>
                    </a:ext>
                  </a:extLst>
                </p14:cNvPr>
                <p14:cNvContentPartPr/>
                <p14:nvPr/>
              </p14:nvContentPartPr>
              <p14:xfrm>
                <a:off x="5797671" y="342185"/>
                <a:ext cx="137880" cy="249480"/>
              </p14:xfrm>
            </p:contentPart>
          </mc:Choice>
          <mc:Fallback xmlns="">
            <p:pic>
              <p:nvPicPr>
                <p:cNvPr id="231" name="Ink 230">
                  <a:extLst>
                    <a:ext uri="{FF2B5EF4-FFF2-40B4-BE49-F238E27FC236}">
                      <a16:creationId xmlns:a16="http://schemas.microsoft.com/office/drawing/2014/main" id="{E0E9609C-DAC2-610E-15DA-4FAFC71F8647}"/>
                    </a:ext>
                  </a:extLst>
                </p:cNvPr>
                <p:cNvPicPr/>
                <p:nvPr/>
              </p:nvPicPr>
              <p:blipFill>
                <a:blip r:embed="rId382"/>
                <a:stretch>
                  <a:fillRect/>
                </a:stretch>
              </p:blipFill>
              <p:spPr>
                <a:xfrm>
                  <a:off x="5789031" y="333545"/>
                  <a:ext cx="15552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32" name="Ink 231">
                  <a:extLst>
                    <a:ext uri="{FF2B5EF4-FFF2-40B4-BE49-F238E27FC236}">
                      <a16:creationId xmlns:a16="http://schemas.microsoft.com/office/drawing/2014/main" id="{B6E72767-8C59-E959-E513-4994ED7FE1F7}"/>
                    </a:ext>
                  </a:extLst>
                </p14:cNvPr>
                <p14:cNvContentPartPr/>
                <p14:nvPr/>
              </p14:nvContentPartPr>
              <p14:xfrm>
                <a:off x="6001431" y="434345"/>
                <a:ext cx="34920" cy="152640"/>
              </p14:xfrm>
            </p:contentPart>
          </mc:Choice>
          <mc:Fallback xmlns="">
            <p:pic>
              <p:nvPicPr>
                <p:cNvPr id="232" name="Ink 231">
                  <a:extLst>
                    <a:ext uri="{FF2B5EF4-FFF2-40B4-BE49-F238E27FC236}">
                      <a16:creationId xmlns:a16="http://schemas.microsoft.com/office/drawing/2014/main" id="{B6E72767-8C59-E959-E513-4994ED7FE1F7}"/>
                    </a:ext>
                  </a:extLst>
                </p:cNvPr>
                <p:cNvPicPr/>
                <p:nvPr/>
              </p:nvPicPr>
              <p:blipFill>
                <a:blip r:embed="rId384"/>
                <a:stretch>
                  <a:fillRect/>
                </a:stretch>
              </p:blipFill>
              <p:spPr>
                <a:xfrm>
                  <a:off x="5992431" y="425705"/>
                  <a:ext cx="5256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33" name="Ink 232">
                  <a:extLst>
                    <a:ext uri="{FF2B5EF4-FFF2-40B4-BE49-F238E27FC236}">
                      <a16:creationId xmlns:a16="http://schemas.microsoft.com/office/drawing/2014/main" id="{C512BF00-7F9B-BC9E-BE46-470806DFC296}"/>
                    </a:ext>
                  </a:extLst>
                </p14:cNvPr>
                <p14:cNvContentPartPr/>
                <p14:nvPr/>
              </p14:nvContentPartPr>
              <p14:xfrm>
                <a:off x="5978391" y="260465"/>
                <a:ext cx="23400" cy="27360"/>
              </p14:xfrm>
            </p:contentPart>
          </mc:Choice>
          <mc:Fallback xmlns="">
            <p:pic>
              <p:nvPicPr>
                <p:cNvPr id="233" name="Ink 232">
                  <a:extLst>
                    <a:ext uri="{FF2B5EF4-FFF2-40B4-BE49-F238E27FC236}">
                      <a16:creationId xmlns:a16="http://schemas.microsoft.com/office/drawing/2014/main" id="{C512BF00-7F9B-BC9E-BE46-470806DFC296}"/>
                    </a:ext>
                  </a:extLst>
                </p:cNvPr>
                <p:cNvPicPr/>
                <p:nvPr/>
              </p:nvPicPr>
              <p:blipFill>
                <a:blip r:embed="rId386"/>
                <a:stretch>
                  <a:fillRect/>
                </a:stretch>
              </p:blipFill>
              <p:spPr>
                <a:xfrm>
                  <a:off x="5969391" y="251825"/>
                  <a:ext cx="4104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34" name="Ink 233">
                  <a:extLst>
                    <a:ext uri="{FF2B5EF4-FFF2-40B4-BE49-F238E27FC236}">
                      <a16:creationId xmlns:a16="http://schemas.microsoft.com/office/drawing/2014/main" id="{4848788B-5F39-C5CA-B7A8-3D4C6D5BAF58}"/>
                    </a:ext>
                  </a:extLst>
                </p14:cNvPr>
                <p14:cNvContentPartPr/>
                <p14:nvPr/>
              </p14:nvContentPartPr>
              <p14:xfrm>
                <a:off x="6062271" y="297905"/>
                <a:ext cx="80280" cy="288360"/>
              </p14:xfrm>
            </p:contentPart>
          </mc:Choice>
          <mc:Fallback xmlns="">
            <p:pic>
              <p:nvPicPr>
                <p:cNvPr id="234" name="Ink 233">
                  <a:extLst>
                    <a:ext uri="{FF2B5EF4-FFF2-40B4-BE49-F238E27FC236}">
                      <a16:creationId xmlns:a16="http://schemas.microsoft.com/office/drawing/2014/main" id="{4848788B-5F39-C5CA-B7A8-3D4C6D5BAF58}"/>
                    </a:ext>
                  </a:extLst>
                </p:cNvPr>
                <p:cNvPicPr/>
                <p:nvPr/>
              </p:nvPicPr>
              <p:blipFill>
                <a:blip r:embed="rId388"/>
                <a:stretch>
                  <a:fillRect/>
                </a:stretch>
              </p:blipFill>
              <p:spPr>
                <a:xfrm>
                  <a:off x="6053271" y="289265"/>
                  <a:ext cx="9792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35" name="Ink 234">
                  <a:extLst>
                    <a:ext uri="{FF2B5EF4-FFF2-40B4-BE49-F238E27FC236}">
                      <a16:creationId xmlns:a16="http://schemas.microsoft.com/office/drawing/2014/main" id="{1E100EC1-44D1-CAFB-E385-63DE470ABA80}"/>
                    </a:ext>
                  </a:extLst>
                </p14:cNvPr>
                <p14:cNvContentPartPr/>
                <p14:nvPr/>
              </p14:nvContentPartPr>
              <p14:xfrm>
                <a:off x="6091791" y="438665"/>
                <a:ext cx="70560" cy="16200"/>
              </p14:xfrm>
            </p:contentPart>
          </mc:Choice>
          <mc:Fallback xmlns="">
            <p:pic>
              <p:nvPicPr>
                <p:cNvPr id="235" name="Ink 234">
                  <a:extLst>
                    <a:ext uri="{FF2B5EF4-FFF2-40B4-BE49-F238E27FC236}">
                      <a16:creationId xmlns:a16="http://schemas.microsoft.com/office/drawing/2014/main" id="{1E100EC1-44D1-CAFB-E385-63DE470ABA80}"/>
                    </a:ext>
                  </a:extLst>
                </p:cNvPr>
                <p:cNvPicPr/>
                <p:nvPr/>
              </p:nvPicPr>
              <p:blipFill>
                <a:blip r:embed="rId390"/>
                <a:stretch>
                  <a:fillRect/>
                </a:stretch>
              </p:blipFill>
              <p:spPr>
                <a:xfrm>
                  <a:off x="6083151" y="430025"/>
                  <a:ext cx="882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36" name="Ink 235">
                  <a:extLst>
                    <a:ext uri="{FF2B5EF4-FFF2-40B4-BE49-F238E27FC236}">
                      <a16:creationId xmlns:a16="http://schemas.microsoft.com/office/drawing/2014/main" id="{C8E33AB8-0A8C-A304-A027-CFDD53F91A43}"/>
                    </a:ext>
                  </a:extLst>
                </p14:cNvPr>
                <p14:cNvContentPartPr/>
                <p14:nvPr/>
              </p14:nvContentPartPr>
              <p14:xfrm>
                <a:off x="6186831" y="436145"/>
                <a:ext cx="150480" cy="15120"/>
              </p14:xfrm>
            </p:contentPart>
          </mc:Choice>
          <mc:Fallback xmlns="">
            <p:pic>
              <p:nvPicPr>
                <p:cNvPr id="236" name="Ink 235">
                  <a:extLst>
                    <a:ext uri="{FF2B5EF4-FFF2-40B4-BE49-F238E27FC236}">
                      <a16:creationId xmlns:a16="http://schemas.microsoft.com/office/drawing/2014/main" id="{C8E33AB8-0A8C-A304-A027-CFDD53F91A43}"/>
                    </a:ext>
                  </a:extLst>
                </p:cNvPr>
                <p:cNvPicPr/>
                <p:nvPr/>
              </p:nvPicPr>
              <p:blipFill>
                <a:blip r:embed="rId392"/>
                <a:stretch>
                  <a:fillRect/>
                </a:stretch>
              </p:blipFill>
              <p:spPr>
                <a:xfrm>
                  <a:off x="6178191" y="427505"/>
                  <a:ext cx="16812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37" name="Ink 236">
                  <a:extLst>
                    <a:ext uri="{FF2B5EF4-FFF2-40B4-BE49-F238E27FC236}">
                      <a16:creationId xmlns:a16="http://schemas.microsoft.com/office/drawing/2014/main" id="{E7B0D76C-482E-1D97-A4E1-E56596120EBE}"/>
                    </a:ext>
                  </a:extLst>
                </p14:cNvPr>
                <p14:cNvContentPartPr/>
                <p14:nvPr/>
              </p14:nvContentPartPr>
              <p14:xfrm>
                <a:off x="6588951" y="182345"/>
                <a:ext cx="79560" cy="498960"/>
              </p14:xfrm>
            </p:contentPart>
          </mc:Choice>
          <mc:Fallback xmlns="">
            <p:pic>
              <p:nvPicPr>
                <p:cNvPr id="237" name="Ink 236">
                  <a:extLst>
                    <a:ext uri="{FF2B5EF4-FFF2-40B4-BE49-F238E27FC236}">
                      <a16:creationId xmlns:a16="http://schemas.microsoft.com/office/drawing/2014/main" id="{E7B0D76C-482E-1D97-A4E1-E56596120EBE}"/>
                    </a:ext>
                  </a:extLst>
                </p:cNvPr>
                <p:cNvPicPr/>
                <p:nvPr/>
              </p:nvPicPr>
              <p:blipFill>
                <a:blip r:embed="rId394"/>
                <a:stretch>
                  <a:fillRect/>
                </a:stretch>
              </p:blipFill>
              <p:spPr>
                <a:xfrm>
                  <a:off x="6579951" y="173345"/>
                  <a:ext cx="97200" cy="51660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38" name="Ink 237">
                  <a:extLst>
                    <a:ext uri="{FF2B5EF4-FFF2-40B4-BE49-F238E27FC236}">
                      <a16:creationId xmlns:a16="http://schemas.microsoft.com/office/drawing/2014/main" id="{4A882BA1-BB4A-6FC3-28DD-2427AF984115}"/>
                    </a:ext>
                  </a:extLst>
                </p14:cNvPr>
                <p14:cNvContentPartPr/>
                <p14:nvPr/>
              </p14:nvContentPartPr>
              <p14:xfrm>
                <a:off x="6592551" y="411665"/>
                <a:ext cx="254880" cy="160200"/>
              </p14:xfrm>
            </p:contentPart>
          </mc:Choice>
          <mc:Fallback xmlns="">
            <p:pic>
              <p:nvPicPr>
                <p:cNvPr id="238" name="Ink 237">
                  <a:extLst>
                    <a:ext uri="{FF2B5EF4-FFF2-40B4-BE49-F238E27FC236}">
                      <a16:creationId xmlns:a16="http://schemas.microsoft.com/office/drawing/2014/main" id="{4A882BA1-BB4A-6FC3-28DD-2427AF984115}"/>
                    </a:ext>
                  </a:extLst>
                </p:cNvPr>
                <p:cNvPicPr/>
                <p:nvPr/>
              </p:nvPicPr>
              <p:blipFill>
                <a:blip r:embed="rId396"/>
                <a:stretch>
                  <a:fillRect/>
                </a:stretch>
              </p:blipFill>
              <p:spPr>
                <a:xfrm>
                  <a:off x="6583551" y="403025"/>
                  <a:ext cx="27252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39" name="Ink 238">
                  <a:extLst>
                    <a:ext uri="{FF2B5EF4-FFF2-40B4-BE49-F238E27FC236}">
                      <a16:creationId xmlns:a16="http://schemas.microsoft.com/office/drawing/2014/main" id="{F397CF64-300B-AB49-322C-A65DD7E85A6D}"/>
                    </a:ext>
                  </a:extLst>
                </p14:cNvPr>
                <p14:cNvContentPartPr/>
                <p14:nvPr/>
              </p14:nvContentPartPr>
              <p14:xfrm>
                <a:off x="6902151" y="402305"/>
                <a:ext cx="170280" cy="154440"/>
              </p14:xfrm>
            </p:contentPart>
          </mc:Choice>
          <mc:Fallback xmlns="">
            <p:pic>
              <p:nvPicPr>
                <p:cNvPr id="239" name="Ink 238">
                  <a:extLst>
                    <a:ext uri="{FF2B5EF4-FFF2-40B4-BE49-F238E27FC236}">
                      <a16:creationId xmlns:a16="http://schemas.microsoft.com/office/drawing/2014/main" id="{F397CF64-300B-AB49-322C-A65DD7E85A6D}"/>
                    </a:ext>
                  </a:extLst>
                </p:cNvPr>
                <p:cNvPicPr/>
                <p:nvPr/>
              </p:nvPicPr>
              <p:blipFill>
                <a:blip r:embed="rId398"/>
                <a:stretch>
                  <a:fillRect/>
                </a:stretch>
              </p:blipFill>
              <p:spPr>
                <a:xfrm>
                  <a:off x="6893511" y="393665"/>
                  <a:ext cx="18792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40" name="Ink 239">
                  <a:extLst>
                    <a:ext uri="{FF2B5EF4-FFF2-40B4-BE49-F238E27FC236}">
                      <a16:creationId xmlns:a16="http://schemas.microsoft.com/office/drawing/2014/main" id="{C5746569-CB34-8072-1809-4A476DEFBB82}"/>
                    </a:ext>
                  </a:extLst>
                </p14:cNvPr>
                <p14:cNvContentPartPr/>
                <p14:nvPr/>
              </p14:nvContentPartPr>
              <p14:xfrm>
                <a:off x="7077831" y="386465"/>
                <a:ext cx="438840" cy="171720"/>
              </p14:xfrm>
            </p:contentPart>
          </mc:Choice>
          <mc:Fallback xmlns="">
            <p:pic>
              <p:nvPicPr>
                <p:cNvPr id="240" name="Ink 239">
                  <a:extLst>
                    <a:ext uri="{FF2B5EF4-FFF2-40B4-BE49-F238E27FC236}">
                      <a16:creationId xmlns:a16="http://schemas.microsoft.com/office/drawing/2014/main" id="{C5746569-CB34-8072-1809-4A476DEFBB82}"/>
                    </a:ext>
                  </a:extLst>
                </p:cNvPr>
                <p:cNvPicPr/>
                <p:nvPr/>
              </p:nvPicPr>
              <p:blipFill>
                <a:blip r:embed="rId400"/>
                <a:stretch>
                  <a:fillRect/>
                </a:stretch>
              </p:blipFill>
              <p:spPr>
                <a:xfrm>
                  <a:off x="7068831" y="377465"/>
                  <a:ext cx="45648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41" name="Ink 240">
                  <a:extLst>
                    <a:ext uri="{FF2B5EF4-FFF2-40B4-BE49-F238E27FC236}">
                      <a16:creationId xmlns:a16="http://schemas.microsoft.com/office/drawing/2014/main" id="{0E15F244-CD22-9AA7-BE50-0A94717BD969}"/>
                    </a:ext>
                  </a:extLst>
                </p14:cNvPr>
                <p14:cNvContentPartPr/>
                <p14:nvPr/>
              </p14:nvContentPartPr>
              <p14:xfrm>
                <a:off x="7607391" y="393665"/>
                <a:ext cx="199080" cy="168120"/>
              </p14:xfrm>
            </p:contentPart>
          </mc:Choice>
          <mc:Fallback xmlns="">
            <p:pic>
              <p:nvPicPr>
                <p:cNvPr id="241" name="Ink 240">
                  <a:extLst>
                    <a:ext uri="{FF2B5EF4-FFF2-40B4-BE49-F238E27FC236}">
                      <a16:creationId xmlns:a16="http://schemas.microsoft.com/office/drawing/2014/main" id="{0E15F244-CD22-9AA7-BE50-0A94717BD969}"/>
                    </a:ext>
                  </a:extLst>
                </p:cNvPr>
                <p:cNvPicPr/>
                <p:nvPr/>
              </p:nvPicPr>
              <p:blipFill>
                <a:blip r:embed="rId402"/>
                <a:stretch>
                  <a:fillRect/>
                </a:stretch>
              </p:blipFill>
              <p:spPr>
                <a:xfrm>
                  <a:off x="7598751" y="384665"/>
                  <a:ext cx="2167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242" name="Ink 241">
                  <a:extLst>
                    <a:ext uri="{FF2B5EF4-FFF2-40B4-BE49-F238E27FC236}">
                      <a16:creationId xmlns:a16="http://schemas.microsoft.com/office/drawing/2014/main" id="{CB22A72B-6F43-909B-ED3A-2E670BC40822}"/>
                    </a:ext>
                  </a:extLst>
                </p14:cNvPr>
                <p14:cNvContentPartPr/>
                <p14:nvPr/>
              </p14:nvContentPartPr>
              <p14:xfrm>
                <a:off x="7848951" y="408425"/>
                <a:ext cx="129960" cy="163800"/>
              </p14:xfrm>
            </p:contentPart>
          </mc:Choice>
          <mc:Fallback xmlns="">
            <p:pic>
              <p:nvPicPr>
                <p:cNvPr id="242" name="Ink 241">
                  <a:extLst>
                    <a:ext uri="{FF2B5EF4-FFF2-40B4-BE49-F238E27FC236}">
                      <a16:creationId xmlns:a16="http://schemas.microsoft.com/office/drawing/2014/main" id="{CB22A72B-6F43-909B-ED3A-2E670BC40822}"/>
                    </a:ext>
                  </a:extLst>
                </p:cNvPr>
                <p:cNvPicPr/>
                <p:nvPr/>
              </p:nvPicPr>
              <p:blipFill>
                <a:blip r:embed="rId404"/>
                <a:stretch>
                  <a:fillRect/>
                </a:stretch>
              </p:blipFill>
              <p:spPr>
                <a:xfrm>
                  <a:off x="7840311" y="399785"/>
                  <a:ext cx="14760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43" name="Ink 242">
                  <a:extLst>
                    <a:ext uri="{FF2B5EF4-FFF2-40B4-BE49-F238E27FC236}">
                      <a16:creationId xmlns:a16="http://schemas.microsoft.com/office/drawing/2014/main" id="{710EEDFD-C302-922E-EE9A-C7416E9A163B}"/>
                    </a:ext>
                  </a:extLst>
                </p14:cNvPr>
                <p14:cNvContentPartPr/>
                <p14:nvPr/>
              </p14:nvContentPartPr>
              <p14:xfrm>
                <a:off x="7984311" y="422105"/>
                <a:ext cx="159840" cy="149760"/>
              </p14:xfrm>
            </p:contentPart>
          </mc:Choice>
          <mc:Fallback xmlns="">
            <p:pic>
              <p:nvPicPr>
                <p:cNvPr id="243" name="Ink 242">
                  <a:extLst>
                    <a:ext uri="{FF2B5EF4-FFF2-40B4-BE49-F238E27FC236}">
                      <a16:creationId xmlns:a16="http://schemas.microsoft.com/office/drawing/2014/main" id="{710EEDFD-C302-922E-EE9A-C7416E9A163B}"/>
                    </a:ext>
                  </a:extLst>
                </p:cNvPr>
                <p:cNvPicPr/>
                <p:nvPr/>
              </p:nvPicPr>
              <p:blipFill>
                <a:blip r:embed="rId406"/>
                <a:stretch>
                  <a:fillRect/>
                </a:stretch>
              </p:blipFill>
              <p:spPr>
                <a:xfrm>
                  <a:off x="7975671" y="413105"/>
                  <a:ext cx="17748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44" name="Ink 243">
                  <a:extLst>
                    <a:ext uri="{FF2B5EF4-FFF2-40B4-BE49-F238E27FC236}">
                      <a16:creationId xmlns:a16="http://schemas.microsoft.com/office/drawing/2014/main" id="{22FADCDD-E17F-E475-E236-45F2DF9D25EF}"/>
                    </a:ext>
                  </a:extLst>
                </p14:cNvPr>
                <p14:cNvContentPartPr/>
                <p14:nvPr/>
              </p14:nvContentPartPr>
              <p14:xfrm>
                <a:off x="8171151" y="356225"/>
                <a:ext cx="62640" cy="190080"/>
              </p14:xfrm>
            </p:contentPart>
          </mc:Choice>
          <mc:Fallback xmlns="">
            <p:pic>
              <p:nvPicPr>
                <p:cNvPr id="244" name="Ink 243">
                  <a:extLst>
                    <a:ext uri="{FF2B5EF4-FFF2-40B4-BE49-F238E27FC236}">
                      <a16:creationId xmlns:a16="http://schemas.microsoft.com/office/drawing/2014/main" id="{22FADCDD-E17F-E475-E236-45F2DF9D25EF}"/>
                    </a:ext>
                  </a:extLst>
                </p:cNvPr>
                <p:cNvPicPr/>
                <p:nvPr/>
              </p:nvPicPr>
              <p:blipFill>
                <a:blip r:embed="rId408"/>
                <a:stretch>
                  <a:fillRect/>
                </a:stretch>
              </p:blipFill>
              <p:spPr>
                <a:xfrm>
                  <a:off x="8162151" y="347225"/>
                  <a:ext cx="8028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45" name="Ink 244">
                  <a:extLst>
                    <a:ext uri="{FF2B5EF4-FFF2-40B4-BE49-F238E27FC236}">
                      <a16:creationId xmlns:a16="http://schemas.microsoft.com/office/drawing/2014/main" id="{3A974A55-6DE8-1569-142D-441BAC274FCC}"/>
                    </a:ext>
                  </a:extLst>
                </p14:cNvPr>
                <p14:cNvContentPartPr/>
                <p14:nvPr/>
              </p14:nvContentPartPr>
              <p14:xfrm>
                <a:off x="8188071" y="404825"/>
                <a:ext cx="135000" cy="228240"/>
              </p14:xfrm>
            </p:contentPart>
          </mc:Choice>
          <mc:Fallback xmlns="">
            <p:pic>
              <p:nvPicPr>
                <p:cNvPr id="245" name="Ink 244">
                  <a:extLst>
                    <a:ext uri="{FF2B5EF4-FFF2-40B4-BE49-F238E27FC236}">
                      <a16:creationId xmlns:a16="http://schemas.microsoft.com/office/drawing/2014/main" id="{3A974A55-6DE8-1569-142D-441BAC274FCC}"/>
                    </a:ext>
                  </a:extLst>
                </p:cNvPr>
                <p:cNvPicPr/>
                <p:nvPr/>
              </p:nvPicPr>
              <p:blipFill>
                <a:blip r:embed="rId410"/>
                <a:stretch>
                  <a:fillRect/>
                </a:stretch>
              </p:blipFill>
              <p:spPr>
                <a:xfrm>
                  <a:off x="8179071" y="395825"/>
                  <a:ext cx="15264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246" name="Ink 245">
                  <a:extLst>
                    <a:ext uri="{FF2B5EF4-FFF2-40B4-BE49-F238E27FC236}">
                      <a16:creationId xmlns:a16="http://schemas.microsoft.com/office/drawing/2014/main" id="{528B70CA-372A-AD98-8F8F-3C8AEC4EDB70}"/>
                    </a:ext>
                  </a:extLst>
                </p14:cNvPr>
                <p14:cNvContentPartPr/>
                <p14:nvPr/>
              </p14:nvContentPartPr>
              <p14:xfrm>
                <a:off x="4167951" y="849065"/>
                <a:ext cx="40320" cy="352440"/>
              </p14:xfrm>
            </p:contentPart>
          </mc:Choice>
          <mc:Fallback xmlns="">
            <p:pic>
              <p:nvPicPr>
                <p:cNvPr id="246" name="Ink 245">
                  <a:extLst>
                    <a:ext uri="{FF2B5EF4-FFF2-40B4-BE49-F238E27FC236}">
                      <a16:creationId xmlns:a16="http://schemas.microsoft.com/office/drawing/2014/main" id="{528B70CA-372A-AD98-8F8F-3C8AEC4EDB70}"/>
                    </a:ext>
                  </a:extLst>
                </p:cNvPr>
                <p:cNvPicPr/>
                <p:nvPr/>
              </p:nvPicPr>
              <p:blipFill>
                <a:blip r:embed="rId412"/>
                <a:stretch>
                  <a:fillRect/>
                </a:stretch>
              </p:blipFill>
              <p:spPr>
                <a:xfrm>
                  <a:off x="4158951" y="840425"/>
                  <a:ext cx="57960" cy="37008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247" name="Ink 246">
                  <a:extLst>
                    <a:ext uri="{FF2B5EF4-FFF2-40B4-BE49-F238E27FC236}">
                      <a16:creationId xmlns:a16="http://schemas.microsoft.com/office/drawing/2014/main" id="{EA7CF478-6CCC-D323-ED68-65C9FDDA1126}"/>
                    </a:ext>
                  </a:extLst>
                </p14:cNvPr>
                <p14:cNvContentPartPr/>
                <p14:nvPr/>
              </p14:nvContentPartPr>
              <p14:xfrm>
                <a:off x="4158951" y="808385"/>
                <a:ext cx="191160" cy="86040"/>
              </p14:xfrm>
            </p:contentPart>
          </mc:Choice>
          <mc:Fallback xmlns="">
            <p:pic>
              <p:nvPicPr>
                <p:cNvPr id="247" name="Ink 246">
                  <a:extLst>
                    <a:ext uri="{FF2B5EF4-FFF2-40B4-BE49-F238E27FC236}">
                      <a16:creationId xmlns:a16="http://schemas.microsoft.com/office/drawing/2014/main" id="{EA7CF478-6CCC-D323-ED68-65C9FDDA1126}"/>
                    </a:ext>
                  </a:extLst>
                </p:cNvPr>
                <p:cNvPicPr/>
                <p:nvPr/>
              </p:nvPicPr>
              <p:blipFill>
                <a:blip r:embed="rId414"/>
                <a:stretch>
                  <a:fillRect/>
                </a:stretch>
              </p:blipFill>
              <p:spPr>
                <a:xfrm>
                  <a:off x="4149951" y="799745"/>
                  <a:ext cx="20880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248" name="Ink 247">
                  <a:extLst>
                    <a:ext uri="{FF2B5EF4-FFF2-40B4-BE49-F238E27FC236}">
                      <a16:creationId xmlns:a16="http://schemas.microsoft.com/office/drawing/2014/main" id="{663E7A3D-699E-6B76-8844-637799F7C78E}"/>
                    </a:ext>
                  </a:extLst>
                </p14:cNvPr>
                <p14:cNvContentPartPr/>
                <p14:nvPr/>
              </p14:nvContentPartPr>
              <p14:xfrm>
                <a:off x="4196031" y="1052465"/>
                <a:ext cx="85320" cy="34200"/>
              </p14:xfrm>
            </p:contentPart>
          </mc:Choice>
          <mc:Fallback xmlns="">
            <p:pic>
              <p:nvPicPr>
                <p:cNvPr id="248" name="Ink 247">
                  <a:extLst>
                    <a:ext uri="{FF2B5EF4-FFF2-40B4-BE49-F238E27FC236}">
                      <a16:creationId xmlns:a16="http://schemas.microsoft.com/office/drawing/2014/main" id="{663E7A3D-699E-6B76-8844-637799F7C78E}"/>
                    </a:ext>
                  </a:extLst>
                </p:cNvPr>
                <p:cNvPicPr/>
                <p:nvPr/>
              </p:nvPicPr>
              <p:blipFill>
                <a:blip r:embed="rId416"/>
                <a:stretch>
                  <a:fillRect/>
                </a:stretch>
              </p:blipFill>
              <p:spPr>
                <a:xfrm>
                  <a:off x="4187031" y="1043465"/>
                  <a:ext cx="1029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249" name="Ink 248">
                  <a:extLst>
                    <a:ext uri="{FF2B5EF4-FFF2-40B4-BE49-F238E27FC236}">
                      <a16:creationId xmlns:a16="http://schemas.microsoft.com/office/drawing/2014/main" id="{33B50B07-38A6-20A6-964B-D8FBB0A6B7FB}"/>
                    </a:ext>
                  </a:extLst>
                </p14:cNvPr>
                <p14:cNvContentPartPr/>
                <p14:nvPr/>
              </p14:nvContentPartPr>
              <p14:xfrm>
                <a:off x="4344711" y="1040585"/>
                <a:ext cx="30240" cy="177120"/>
              </p14:xfrm>
            </p:contentPart>
          </mc:Choice>
          <mc:Fallback xmlns="">
            <p:pic>
              <p:nvPicPr>
                <p:cNvPr id="249" name="Ink 248">
                  <a:extLst>
                    <a:ext uri="{FF2B5EF4-FFF2-40B4-BE49-F238E27FC236}">
                      <a16:creationId xmlns:a16="http://schemas.microsoft.com/office/drawing/2014/main" id="{33B50B07-38A6-20A6-964B-D8FBB0A6B7FB}"/>
                    </a:ext>
                  </a:extLst>
                </p:cNvPr>
                <p:cNvPicPr/>
                <p:nvPr/>
              </p:nvPicPr>
              <p:blipFill>
                <a:blip r:embed="rId418"/>
                <a:stretch>
                  <a:fillRect/>
                </a:stretch>
              </p:blipFill>
              <p:spPr>
                <a:xfrm>
                  <a:off x="4335711" y="1031585"/>
                  <a:ext cx="4788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250" name="Ink 249">
                  <a:extLst>
                    <a:ext uri="{FF2B5EF4-FFF2-40B4-BE49-F238E27FC236}">
                      <a16:creationId xmlns:a16="http://schemas.microsoft.com/office/drawing/2014/main" id="{DDF66670-7EE6-1085-0C9F-0C2383A0A547}"/>
                    </a:ext>
                  </a:extLst>
                </p14:cNvPr>
                <p14:cNvContentPartPr/>
                <p14:nvPr/>
              </p14:nvContentPartPr>
              <p14:xfrm>
                <a:off x="4357671" y="933305"/>
                <a:ext cx="7200" cy="6840"/>
              </p14:xfrm>
            </p:contentPart>
          </mc:Choice>
          <mc:Fallback xmlns="">
            <p:pic>
              <p:nvPicPr>
                <p:cNvPr id="250" name="Ink 249">
                  <a:extLst>
                    <a:ext uri="{FF2B5EF4-FFF2-40B4-BE49-F238E27FC236}">
                      <a16:creationId xmlns:a16="http://schemas.microsoft.com/office/drawing/2014/main" id="{DDF66670-7EE6-1085-0C9F-0C2383A0A547}"/>
                    </a:ext>
                  </a:extLst>
                </p:cNvPr>
                <p:cNvPicPr/>
                <p:nvPr/>
              </p:nvPicPr>
              <p:blipFill>
                <a:blip r:embed="rId254"/>
                <a:stretch>
                  <a:fillRect/>
                </a:stretch>
              </p:blipFill>
              <p:spPr>
                <a:xfrm>
                  <a:off x="4348671" y="924305"/>
                  <a:ext cx="248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251" name="Ink 250">
                  <a:extLst>
                    <a:ext uri="{FF2B5EF4-FFF2-40B4-BE49-F238E27FC236}">
                      <a16:creationId xmlns:a16="http://schemas.microsoft.com/office/drawing/2014/main" id="{6C3857C8-DEB1-F8E5-A6B2-A3F24747A8AA}"/>
                    </a:ext>
                  </a:extLst>
                </p14:cNvPr>
                <p14:cNvContentPartPr/>
                <p14:nvPr/>
              </p14:nvContentPartPr>
              <p14:xfrm>
                <a:off x="4464951" y="1020425"/>
                <a:ext cx="116640" cy="161640"/>
              </p14:xfrm>
            </p:contentPart>
          </mc:Choice>
          <mc:Fallback xmlns="">
            <p:pic>
              <p:nvPicPr>
                <p:cNvPr id="251" name="Ink 250">
                  <a:extLst>
                    <a:ext uri="{FF2B5EF4-FFF2-40B4-BE49-F238E27FC236}">
                      <a16:creationId xmlns:a16="http://schemas.microsoft.com/office/drawing/2014/main" id="{6C3857C8-DEB1-F8E5-A6B2-A3F24747A8AA}"/>
                    </a:ext>
                  </a:extLst>
                </p:cNvPr>
                <p:cNvPicPr/>
                <p:nvPr/>
              </p:nvPicPr>
              <p:blipFill>
                <a:blip r:embed="rId421"/>
                <a:stretch>
                  <a:fillRect/>
                </a:stretch>
              </p:blipFill>
              <p:spPr>
                <a:xfrm>
                  <a:off x="4455951" y="1011425"/>
                  <a:ext cx="13428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252" name="Ink 251">
                  <a:extLst>
                    <a:ext uri="{FF2B5EF4-FFF2-40B4-BE49-F238E27FC236}">
                      <a16:creationId xmlns:a16="http://schemas.microsoft.com/office/drawing/2014/main" id="{81D1093E-C631-55FA-6F04-0FDC7CEE9F71}"/>
                    </a:ext>
                  </a:extLst>
                </p14:cNvPr>
                <p14:cNvContentPartPr/>
                <p14:nvPr/>
              </p14:nvContentPartPr>
              <p14:xfrm>
                <a:off x="4662591" y="978305"/>
                <a:ext cx="302760" cy="196920"/>
              </p14:xfrm>
            </p:contentPart>
          </mc:Choice>
          <mc:Fallback xmlns="">
            <p:pic>
              <p:nvPicPr>
                <p:cNvPr id="252" name="Ink 251">
                  <a:extLst>
                    <a:ext uri="{FF2B5EF4-FFF2-40B4-BE49-F238E27FC236}">
                      <a16:creationId xmlns:a16="http://schemas.microsoft.com/office/drawing/2014/main" id="{81D1093E-C631-55FA-6F04-0FDC7CEE9F71}"/>
                    </a:ext>
                  </a:extLst>
                </p:cNvPr>
                <p:cNvPicPr/>
                <p:nvPr/>
              </p:nvPicPr>
              <p:blipFill>
                <a:blip r:embed="rId423"/>
                <a:stretch>
                  <a:fillRect/>
                </a:stretch>
              </p:blipFill>
              <p:spPr>
                <a:xfrm>
                  <a:off x="4653951" y="969665"/>
                  <a:ext cx="32040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253" name="Ink 252">
                  <a:extLst>
                    <a:ext uri="{FF2B5EF4-FFF2-40B4-BE49-F238E27FC236}">
                      <a16:creationId xmlns:a16="http://schemas.microsoft.com/office/drawing/2014/main" id="{FE5BC943-553D-B4C3-2AB7-DC22CF6403EA}"/>
                    </a:ext>
                  </a:extLst>
                </p14:cNvPr>
                <p14:cNvContentPartPr/>
                <p14:nvPr/>
              </p14:nvContentPartPr>
              <p14:xfrm>
                <a:off x="4867071" y="825665"/>
                <a:ext cx="13320" cy="7920"/>
              </p14:xfrm>
            </p:contentPart>
          </mc:Choice>
          <mc:Fallback xmlns="">
            <p:pic>
              <p:nvPicPr>
                <p:cNvPr id="253" name="Ink 252">
                  <a:extLst>
                    <a:ext uri="{FF2B5EF4-FFF2-40B4-BE49-F238E27FC236}">
                      <a16:creationId xmlns:a16="http://schemas.microsoft.com/office/drawing/2014/main" id="{FE5BC943-553D-B4C3-2AB7-DC22CF6403EA}"/>
                    </a:ext>
                  </a:extLst>
                </p:cNvPr>
                <p:cNvPicPr/>
                <p:nvPr/>
              </p:nvPicPr>
              <p:blipFill>
                <a:blip r:embed="rId425"/>
                <a:stretch>
                  <a:fillRect/>
                </a:stretch>
              </p:blipFill>
              <p:spPr>
                <a:xfrm>
                  <a:off x="4858431" y="817025"/>
                  <a:ext cx="309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254" name="Ink 253">
                  <a:extLst>
                    <a:ext uri="{FF2B5EF4-FFF2-40B4-BE49-F238E27FC236}">
                      <a16:creationId xmlns:a16="http://schemas.microsoft.com/office/drawing/2014/main" id="{7D6B5E86-C425-7980-0FC3-7B125C7525F9}"/>
                    </a:ext>
                  </a:extLst>
                </p14:cNvPr>
                <p14:cNvContentPartPr/>
                <p14:nvPr/>
              </p14:nvContentPartPr>
              <p14:xfrm>
                <a:off x="5045631" y="1015385"/>
                <a:ext cx="151920" cy="13320"/>
              </p14:xfrm>
            </p:contentPart>
          </mc:Choice>
          <mc:Fallback xmlns="">
            <p:pic>
              <p:nvPicPr>
                <p:cNvPr id="254" name="Ink 253">
                  <a:extLst>
                    <a:ext uri="{FF2B5EF4-FFF2-40B4-BE49-F238E27FC236}">
                      <a16:creationId xmlns:a16="http://schemas.microsoft.com/office/drawing/2014/main" id="{7D6B5E86-C425-7980-0FC3-7B125C7525F9}"/>
                    </a:ext>
                  </a:extLst>
                </p:cNvPr>
                <p:cNvPicPr/>
                <p:nvPr/>
              </p:nvPicPr>
              <p:blipFill>
                <a:blip r:embed="rId427"/>
                <a:stretch>
                  <a:fillRect/>
                </a:stretch>
              </p:blipFill>
              <p:spPr>
                <a:xfrm>
                  <a:off x="5036631" y="1006385"/>
                  <a:ext cx="1695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255" name="Ink 254">
                  <a:extLst>
                    <a:ext uri="{FF2B5EF4-FFF2-40B4-BE49-F238E27FC236}">
                      <a16:creationId xmlns:a16="http://schemas.microsoft.com/office/drawing/2014/main" id="{6F3DA465-39B8-B914-60F4-A7BFE8F05FCA}"/>
                    </a:ext>
                  </a:extLst>
                </p14:cNvPr>
                <p14:cNvContentPartPr/>
                <p14:nvPr/>
              </p14:nvContentPartPr>
              <p14:xfrm>
                <a:off x="5225631" y="778865"/>
                <a:ext cx="345600" cy="382680"/>
              </p14:xfrm>
            </p:contentPart>
          </mc:Choice>
          <mc:Fallback xmlns="">
            <p:pic>
              <p:nvPicPr>
                <p:cNvPr id="255" name="Ink 254">
                  <a:extLst>
                    <a:ext uri="{FF2B5EF4-FFF2-40B4-BE49-F238E27FC236}">
                      <a16:creationId xmlns:a16="http://schemas.microsoft.com/office/drawing/2014/main" id="{6F3DA465-39B8-B914-60F4-A7BFE8F05FCA}"/>
                    </a:ext>
                  </a:extLst>
                </p:cNvPr>
                <p:cNvPicPr/>
                <p:nvPr/>
              </p:nvPicPr>
              <p:blipFill>
                <a:blip r:embed="rId429"/>
                <a:stretch>
                  <a:fillRect/>
                </a:stretch>
              </p:blipFill>
              <p:spPr>
                <a:xfrm>
                  <a:off x="5216631" y="770225"/>
                  <a:ext cx="363240" cy="400320"/>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256" name="Ink 255">
                  <a:extLst>
                    <a:ext uri="{FF2B5EF4-FFF2-40B4-BE49-F238E27FC236}">
                      <a16:creationId xmlns:a16="http://schemas.microsoft.com/office/drawing/2014/main" id="{7C93E105-E0C7-CEFD-20A5-19E5B2EE2173}"/>
                    </a:ext>
                  </a:extLst>
                </p14:cNvPr>
                <p14:cNvContentPartPr/>
                <p14:nvPr/>
              </p14:nvContentPartPr>
              <p14:xfrm>
                <a:off x="5657631" y="979745"/>
                <a:ext cx="124200" cy="181080"/>
              </p14:xfrm>
            </p:contentPart>
          </mc:Choice>
          <mc:Fallback xmlns="">
            <p:pic>
              <p:nvPicPr>
                <p:cNvPr id="256" name="Ink 255">
                  <a:extLst>
                    <a:ext uri="{FF2B5EF4-FFF2-40B4-BE49-F238E27FC236}">
                      <a16:creationId xmlns:a16="http://schemas.microsoft.com/office/drawing/2014/main" id="{7C93E105-E0C7-CEFD-20A5-19E5B2EE2173}"/>
                    </a:ext>
                  </a:extLst>
                </p:cNvPr>
                <p:cNvPicPr/>
                <p:nvPr/>
              </p:nvPicPr>
              <p:blipFill>
                <a:blip r:embed="rId431"/>
                <a:stretch>
                  <a:fillRect/>
                </a:stretch>
              </p:blipFill>
              <p:spPr>
                <a:xfrm>
                  <a:off x="5648631" y="971105"/>
                  <a:ext cx="1418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257" name="Ink 256">
                  <a:extLst>
                    <a:ext uri="{FF2B5EF4-FFF2-40B4-BE49-F238E27FC236}">
                      <a16:creationId xmlns:a16="http://schemas.microsoft.com/office/drawing/2014/main" id="{5E73B952-5EBD-FEB1-96EA-F08DC788CF68}"/>
                    </a:ext>
                  </a:extLst>
                </p14:cNvPr>
                <p14:cNvContentPartPr/>
                <p14:nvPr/>
              </p14:nvContentPartPr>
              <p14:xfrm>
                <a:off x="5870391" y="966785"/>
                <a:ext cx="44280" cy="174960"/>
              </p14:xfrm>
            </p:contentPart>
          </mc:Choice>
          <mc:Fallback xmlns="">
            <p:pic>
              <p:nvPicPr>
                <p:cNvPr id="257" name="Ink 256">
                  <a:extLst>
                    <a:ext uri="{FF2B5EF4-FFF2-40B4-BE49-F238E27FC236}">
                      <a16:creationId xmlns:a16="http://schemas.microsoft.com/office/drawing/2014/main" id="{5E73B952-5EBD-FEB1-96EA-F08DC788CF68}"/>
                    </a:ext>
                  </a:extLst>
                </p:cNvPr>
                <p:cNvPicPr/>
                <p:nvPr/>
              </p:nvPicPr>
              <p:blipFill>
                <a:blip r:embed="rId433"/>
                <a:stretch>
                  <a:fillRect/>
                </a:stretch>
              </p:blipFill>
              <p:spPr>
                <a:xfrm>
                  <a:off x="5861391" y="958145"/>
                  <a:ext cx="6192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434">
              <p14:nvContentPartPr>
                <p14:cNvPr id="258" name="Ink 257">
                  <a:extLst>
                    <a:ext uri="{FF2B5EF4-FFF2-40B4-BE49-F238E27FC236}">
                      <a16:creationId xmlns:a16="http://schemas.microsoft.com/office/drawing/2014/main" id="{3B725A8B-766F-18F4-DB0A-E62174088052}"/>
                    </a:ext>
                  </a:extLst>
                </p14:cNvPr>
                <p14:cNvContentPartPr/>
                <p14:nvPr/>
              </p14:nvContentPartPr>
              <p14:xfrm>
                <a:off x="5867871" y="848705"/>
                <a:ext cx="33120" cy="45720"/>
              </p14:xfrm>
            </p:contentPart>
          </mc:Choice>
          <mc:Fallback xmlns="">
            <p:pic>
              <p:nvPicPr>
                <p:cNvPr id="258" name="Ink 257">
                  <a:extLst>
                    <a:ext uri="{FF2B5EF4-FFF2-40B4-BE49-F238E27FC236}">
                      <a16:creationId xmlns:a16="http://schemas.microsoft.com/office/drawing/2014/main" id="{3B725A8B-766F-18F4-DB0A-E62174088052}"/>
                    </a:ext>
                  </a:extLst>
                </p:cNvPr>
                <p:cNvPicPr/>
                <p:nvPr/>
              </p:nvPicPr>
              <p:blipFill>
                <a:blip r:embed="rId435"/>
                <a:stretch>
                  <a:fillRect/>
                </a:stretch>
              </p:blipFill>
              <p:spPr>
                <a:xfrm>
                  <a:off x="5859231" y="840065"/>
                  <a:ext cx="5076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259" name="Ink 258">
                  <a:extLst>
                    <a:ext uri="{FF2B5EF4-FFF2-40B4-BE49-F238E27FC236}">
                      <a16:creationId xmlns:a16="http://schemas.microsoft.com/office/drawing/2014/main" id="{F85BDB63-2795-D64F-EB70-43C71A5B1453}"/>
                    </a:ext>
                  </a:extLst>
                </p14:cNvPr>
                <p14:cNvContentPartPr/>
                <p14:nvPr/>
              </p14:nvContentPartPr>
              <p14:xfrm>
                <a:off x="6021231" y="864185"/>
                <a:ext cx="193320" cy="283320"/>
              </p14:xfrm>
            </p:contentPart>
          </mc:Choice>
          <mc:Fallback xmlns="">
            <p:pic>
              <p:nvPicPr>
                <p:cNvPr id="259" name="Ink 258">
                  <a:extLst>
                    <a:ext uri="{FF2B5EF4-FFF2-40B4-BE49-F238E27FC236}">
                      <a16:creationId xmlns:a16="http://schemas.microsoft.com/office/drawing/2014/main" id="{F85BDB63-2795-D64F-EB70-43C71A5B1453}"/>
                    </a:ext>
                  </a:extLst>
                </p:cNvPr>
                <p:cNvPicPr/>
                <p:nvPr/>
              </p:nvPicPr>
              <p:blipFill>
                <a:blip r:embed="rId437"/>
                <a:stretch>
                  <a:fillRect/>
                </a:stretch>
              </p:blipFill>
              <p:spPr>
                <a:xfrm>
                  <a:off x="6012231" y="855545"/>
                  <a:ext cx="21096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260" name="Ink 259">
                  <a:extLst>
                    <a:ext uri="{FF2B5EF4-FFF2-40B4-BE49-F238E27FC236}">
                      <a16:creationId xmlns:a16="http://schemas.microsoft.com/office/drawing/2014/main" id="{20518B7C-EBD3-DE99-811E-F089679363A1}"/>
                    </a:ext>
                  </a:extLst>
                </p14:cNvPr>
                <p14:cNvContentPartPr/>
                <p14:nvPr/>
              </p14:nvContentPartPr>
              <p14:xfrm>
                <a:off x="6299511" y="989825"/>
                <a:ext cx="87840" cy="66240"/>
              </p14:xfrm>
            </p:contentPart>
          </mc:Choice>
          <mc:Fallback xmlns="">
            <p:pic>
              <p:nvPicPr>
                <p:cNvPr id="260" name="Ink 259">
                  <a:extLst>
                    <a:ext uri="{FF2B5EF4-FFF2-40B4-BE49-F238E27FC236}">
                      <a16:creationId xmlns:a16="http://schemas.microsoft.com/office/drawing/2014/main" id="{20518B7C-EBD3-DE99-811E-F089679363A1}"/>
                    </a:ext>
                  </a:extLst>
                </p:cNvPr>
                <p:cNvPicPr/>
                <p:nvPr/>
              </p:nvPicPr>
              <p:blipFill>
                <a:blip r:embed="rId439"/>
                <a:stretch>
                  <a:fillRect/>
                </a:stretch>
              </p:blipFill>
              <p:spPr>
                <a:xfrm>
                  <a:off x="6290871" y="981185"/>
                  <a:ext cx="10548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261" name="Ink 260">
                  <a:extLst>
                    <a:ext uri="{FF2B5EF4-FFF2-40B4-BE49-F238E27FC236}">
                      <a16:creationId xmlns:a16="http://schemas.microsoft.com/office/drawing/2014/main" id="{0D46CA18-3ED3-ED0C-DC59-A9258F1D617F}"/>
                    </a:ext>
                  </a:extLst>
                </p14:cNvPr>
                <p14:cNvContentPartPr/>
                <p14:nvPr/>
              </p14:nvContentPartPr>
              <p14:xfrm>
                <a:off x="6294471" y="859865"/>
                <a:ext cx="246600" cy="271800"/>
              </p14:xfrm>
            </p:contentPart>
          </mc:Choice>
          <mc:Fallback xmlns="">
            <p:pic>
              <p:nvPicPr>
                <p:cNvPr id="261" name="Ink 260">
                  <a:extLst>
                    <a:ext uri="{FF2B5EF4-FFF2-40B4-BE49-F238E27FC236}">
                      <a16:creationId xmlns:a16="http://schemas.microsoft.com/office/drawing/2014/main" id="{0D46CA18-3ED3-ED0C-DC59-A9258F1D617F}"/>
                    </a:ext>
                  </a:extLst>
                </p:cNvPr>
                <p:cNvPicPr/>
                <p:nvPr/>
              </p:nvPicPr>
              <p:blipFill>
                <a:blip r:embed="rId441"/>
                <a:stretch>
                  <a:fillRect/>
                </a:stretch>
              </p:blipFill>
              <p:spPr>
                <a:xfrm>
                  <a:off x="6285471" y="850865"/>
                  <a:ext cx="26424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262" name="Ink 261">
                  <a:extLst>
                    <a:ext uri="{FF2B5EF4-FFF2-40B4-BE49-F238E27FC236}">
                      <a16:creationId xmlns:a16="http://schemas.microsoft.com/office/drawing/2014/main" id="{AB303D03-15A3-05D9-8380-4DA5BE371ED9}"/>
                    </a:ext>
                  </a:extLst>
                </p14:cNvPr>
                <p14:cNvContentPartPr/>
                <p14:nvPr/>
              </p14:nvContentPartPr>
              <p14:xfrm>
                <a:off x="6613071" y="990185"/>
                <a:ext cx="10080" cy="90000"/>
              </p14:xfrm>
            </p:contentPart>
          </mc:Choice>
          <mc:Fallback xmlns="">
            <p:pic>
              <p:nvPicPr>
                <p:cNvPr id="262" name="Ink 261">
                  <a:extLst>
                    <a:ext uri="{FF2B5EF4-FFF2-40B4-BE49-F238E27FC236}">
                      <a16:creationId xmlns:a16="http://schemas.microsoft.com/office/drawing/2014/main" id="{AB303D03-15A3-05D9-8380-4DA5BE371ED9}"/>
                    </a:ext>
                  </a:extLst>
                </p:cNvPr>
                <p:cNvPicPr/>
                <p:nvPr/>
              </p:nvPicPr>
              <p:blipFill>
                <a:blip r:embed="rId443"/>
                <a:stretch>
                  <a:fillRect/>
                </a:stretch>
              </p:blipFill>
              <p:spPr>
                <a:xfrm>
                  <a:off x="6604071" y="981545"/>
                  <a:ext cx="2772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263" name="Ink 262">
                  <a:extLst>
                    <a:ext uri="{FF2B5EF4-FFF2-40B4-BE49-F238E27FC236}">
                      <a16:creationId xmlns:a16="http://schemas.microsoft.com/office/drawing/2014/main" id="{3E371731-B35F-022B-3869-20A211ADD470}"/>
                    </a:ext>
                  </a:extLst>
                </p14:cNvPr>
                <p14:cNvContentPartPr/>
                <p14:nvPr/>
              </p14:nvContentPartPr>
              <p14:xfrm>
                <a:off x="6628191" y="844745"/>
                <a:ext cx="360" cy="44640"/>
              </p14:xfrm>
            </p:contentPart>
          </mc:Choice>
          <mc:Fallback xmlns="">
            <p:pic>
              <p:nvPicPr>
                <p:cNvPr id="263" name="Ink 262">
                  <a:extLst>
                    <a:ext uri="{FF2B5EF4-FFF2-40B4-BE49-F238E27FC236}">
                      <a16:creationId xmlns:a16="http://schemas.microsoft.com/office/drawing/2014/main" id="{3E371731-B35F-022B-3869-20A211ADD470}"/>
                    </a:ext>
                  </a:extLst>
                </p:cNvPr>
                <p:cNvPicPr/>
                <p:nvPr/>
              </p:nvPicPr>
              <p:blipFill>
                <a:blip r:embed="rId445"/>
                <a:stretch>
                  <a:fillRect/>
                </a:stretch>
              </p:blipFill>
              <p:spPr>
                <a:xfrm>
                  <a:off x="6619191" y="836105"/>
                  <a:ext cx="180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446">
              <p14:nvContentPartPr>
                <p14:cNvPr id="264" name="Ink 263">
                  <a:extLst>
                    <a:ext uri="{FF2B5EF4-FFF2-40B4-BE49-F238E27FC236}">
                      <a16:creationId xmlns:a16="http://schemas.microsoft.com/office/drawing/2014/main" id="{E1F1DD16-B8C0-B16B-431B-AD36FA762977}"/>
                    </a:ext>
                  </a:extLst>
                </p14:cNvPr>
                <p14:cNvContentPartPr/>
                <p14:nvPr/>
              </p14:nvContentPartPr>
              <p14:xfrm>
                <a:off x="6663471" y="953105"/>
                <a:ext cx="166680" cy="144360"/>
              </p14:xfrm>
            </p:contentPart>
          </mc:Choice>
          <mc:Fallback xmlns="">
            <p:pic>
              <p:nvPicPr>
                <p:cNvPr id="264" name="Ink 263">
                  <a:extLst>
                    <a:ext uri="{FF2B5EF4-FFF2-40B4-BE49-F238E27FC236}">
                      <a16:creationId xmlns:a16="http://schemas.microsoft.com/office/drawing/2014/main" id="{E1F1DD16-B8C0-B16B-431B-AD36FA762977}"/>
                    </a:ext>
                  </a:extLst>
                </p:cNvPr>
                <p:cNvPicPr/>
                <p:nvPr/>
              </p:nvPicPr>
              <p:blipFill>
                <a:blip r:embed="rId447"/>
                <a:stretch>
                  <a:fillRect/>
                </a:stretch>
              </p:blipFill>
              <p:spPr>
                <a:xfrm>
                  <a:off x="6654471" y="944465"/>
                  <a:ext cx="1843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448">
              <p14:nvContentPartPr>
                <p14:cNvPr id="268" name="Ink 267">
                  <a:extLst>
                    <a:ext uri="{FF2B5EF4-FFF2-40B4-BE49-F238E27FC236}">
                      <a16:creationId xmlns:a16="http://schemas.microsoft.com/office/drawing/2014/main" id="{5B3B1C1F-4D51-0BA5-6362-042FB84DD262}"/>
                    </a:ext>
                  </a:extLst>
                </p14:cNvPr>
                <p14:cNvContentPartPr/>
                <p14:nvPr/>
              </p14:nvContentPartPr>
              <p14:xfrm>
                <a:off x="6928071" y="931145"/>
                <a:ext cx="178560" cy="173160"/>
              </p14:xfrm>
            </p:contentPart>
          </mc:Choice>
          <mc:Fallback xmlns="">
            <p:pic>
              <p:nvPicPr>
                <p:cNvPr id="268" name="Ink 267">
                  <a:extLst>
                    <a:ext uri="{FF2B5EF4-FFF2-40B4-BE49-F238E27FC236}">
                      <a16:creationId xmlns:a16="http://schemas.microsoft.com/office/drawing/2014/main" id="{5B3B1C1F-4D51-0BA5-6362-042FB84DD262}"/>
                    </a:ext>
                  </a:extLst>
                </p:cNvPr>
                <p:cNvPicPr/>
                <p:nvPr/>
              </p:nvPicPr>
              <p:blipFill>
                <a:blip r:embed="rId449"/>
                <a:stretch>
                  <a:fillRect/>
                </a:stretch>
              </p:blipFill>
              <p:spPr>
                <a:xfrm>
                  <a:off x="6919431" y="922505"/>
                  <a:ext cx="19620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270" name="Ink 269">
                  <a:extLst>
                    <a:ext uri="{FF2B5EF4-FFF2-40B4-BE49-F238E27FC236}">
                      <a16:creationId xmlns:a16="http://schemas.microsoft.com/office/drawing/2014/main" id="{80989860-1C8D-F879-AAF1-AEF80FAB36C8}"/>
                    </a:ext>
                  </a:extLst>
                </p14:cNvPr>
                <p14:cNvContentPartPr/>
                <p14:nvPr/>
              </p14:nvContentPartPr>
              <p14:xfrm>
                <a:off x="7287351" y="936185"/>
                <a:ext cx="275040" cy="79920"/>
              </p14:xfrm>
            </p:contentPart>
          </mc:Choice>
          <mc:Fallback xmlns="">
            <p:pic>
              <p:nvPicPr>
                <p:cNvPr id="270" name="Ink 269">
                  <a:extLst>
                    <a:ext uri="{FF2B5EF4-FFF2-40B4-BE49-F238E27FC236}">
                      <a16:creationId xmlns:a16="http://schemas.microsoft.com/office/drawing/2014/main" id="{80989860-1C8D-F879-AAF1-AEF80FAB36C8}"/>
                    </a:ext>
                  </a:extLst>
                </p:cNvPr>
                <p:cNvPicPr/>
                <p:nvPr/>
              </p:nvPicPr>
              <p:blipFill>
                <a:blip r:embed="rId451"/>
                <a:stretch>
                  <a:fillRect/>
                </a:stretch>
              </p:blipFill>
              <p:spPr>
                <a:xfrm>
                  <a:off x="7278711" y="927185"/>
                  <a:ext cx="29268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452">
              <p14:nvContentPartPr>
                <p14:cNvPr id="271" name="Ink 270">
                  <a:extLst>
                    <a:ext uri="{FF2B5EF4-FFF2-40B4-BE49-F238E27FC236}">
                      <a16:creationId xmlns:a16="http://schemas.microsoft.com/office/drawing/2014/main" id="{A4304C57-CEF6-3568-8BB6-C35B8A0E9780}"/>
                    </a:ext>
                  </a:extLst>
                </p14:cNvPr>
                <p14:cNvContentPartPr/>
                <p14:nvPr/>
              </p14:nvContentPartPr>
              <p14:xfrm>
                <a:off x="7465911" y="887585"/>
                <a:ext cx="164880" cy="125280"/>
              </p14:xfrm>
            </p:contentPart>
          </mc:Choice>
          <mc:Fallback xmlns="">
            <p:pic>
              <p:nvPicPr>
                <p:cNvPr id="271" name="Ink 270">
                  <a:extLst>
                    <a:ext uri="{FF2B5EF4-FFF2-40B4-BE49-F238E27FC236}">
                      <a16:creationId xmlns:a16="http://schemas.microsoft.com/office/drawing/2014/main" id="{A4304C57-CEF6-3568-8BB6-C35B8A0E9780}"/>
                    </a:ext>
                  </a:extLst>
                </p:cNvPr>
                <p:cNvPicPr/>
                <p:nvPr/>
              </p:nvPicPr>
              <p:blipFill>
                <a:blip r:embed="rId453"/>
                <a:stretch>
                  <a:fillRect/>
                </a:stretch>
              </p:blipFill>
              <p:spPr>
                <a:xfrm>
                  <a:off x="7456911" y="878585"/>
                  <a:ext cx="18252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272" name="Ink 271">
                  <a:extLst>
                    <a:ext uri="{FF2B5EF4-FFF2-40B4-BE49-F238E27FC236}">
                      <a16:creationId xmlns:a16="http://schemas.microsoft.com/office/drawing/2014/main" id="{C50752B5-4422-25BA-552B-E7962E8AE785}"/>
                    </a:ext>
                  </a:extLst>
                </p14:cNvPr>
                <p14:cNvContentPartPr/>
                <p14:nvPr/>
              </p14:nvContentPartPr>
              <p14:xfrm>
                <a:off x="7747071" y="713705"/>
                <a:ext cx="155520" cy="282600"/>
              </p14:xfrm>
            </p:contentPart>
          </mc:Choice>
          <mc:Fallback xmlns="">
            <p:pic>
              <p:nvPicPr>
                <p:cNvPr id="272" name="Ink 271">
                  <a:extLst>
                    <a:ext uri="{FF2B5EF4-FFF2-40B4-BE49-F238E27FC236}">
                      <a16:creationId xmlns:a16="http://schemas.microsoft.com/office/drawing/2014/main" id="{C50752B5-4422-25BA-552B-E7962E8AE785}"/>
                    </a:ext>
                  </a:extLst>
                </p:cNvPr>
                <p:cNvPicPr/>
                <p:nvPr/>
              </p:nvPicPr>
              <p:blipFill>
                <a:blip r:embed="rId455"/>
                <a:stretch>
                  <a:fillRect/>
                </a:stretch>
              </p:blipFill>
              <p:spPr>
                <a:xfrm>
                  <a:off x="7738071" y="704705"/>
                  <a:ext cx="17316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456">
              <p14:nvContentPartPr>
                <p14:cNvPr id="273" name="Ink 272">
                  <a:extLst>
                    <a:ext uri="{FF2B5EF4-FFF2-40B4-BE49-F238E27FC236}">
                      <a16:creationId xmlns:a16="http://schemas.microsoft.com/office/drawing/2014/main" id="{63AEB8F3-DBCC-B39B-7F5B-5B06CEE045BE}"/>
                    </a:ext>
                  </a:extLst>
                </p14:cNvPr>
                <p14:cNvContentPartPr/>
                <p14:nvPr/>
              </p14:nvContentPartPr>
              <p14:xfrm>
                <a:off x="7758231" y="875705"/>
                <a:ext cx="135360" cy="8640"/>
              </p14:xfrm>
            </p:contentPart>
          </mc:Choice>
          <mc:Fallback xmlns="">
            <p:pic>
              <p:nvPicPr>
                <p:cNvPr id="273" name="Ink 272">
                  <a:extLst>
                    <a:ext uri="{FF2B5EF4-FFF2-40B4-BE49-F238E27FC236}">
                      <a16:creationId xmlns:a16="http://schemas.microsoft.com/office/drawing/2014/main" id="{63AEB8F3-DBCC-B39B-7F5B-5B06CEE045BE}"/>
                    </a:ext>
                  </a:extLst>
                </p:cNvPr>
                <p:cNvPicPr/>
                <p:nvPr/>
              </p:nvPicPr>
              <p:blipFill>
                <a:blip r:embed="rId457"/>
                <a:stretch>
                  <a:fillRect/>
                </a:stretch>
              </p:blipFill>
              <p:spPr>
                <a:xfrm>
                  <a:off x="7749231" y="866705"/>
                  <a:ext cx="15300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458">
              <p14:nvContentPartPr>
                <p14:cNvPr id="274" name="Ink 273">
                  <a:extLst>
                    <a:ext uri="{FF2B5EF4-FFF2-40B4-BE49-F238E27FC236}">
                      <a16:creationId xmlns:a16="http://schemas.microsoft.com/office/drawing/2014/main" id="{2FEDF5EC-AC62-6D11-EB93-E37622CC8F0B}"/>
                    </a:ext>
                  </a:extLst>
                </p14:cNvPr>
                <p14:cNvContentPartPr/>
                <p14:nvPr/>
              </p14:nvContentPartPr>
              <p14:xfrm>
                <a:off x="7986471" y="821345"/>
                <a:ext cx="126720" cy="170640"/>
              </p14:xfrm>
            </p:contentPart>
          </mc:Choice>
          <mc:Fallback xmlns="">
            <p:pic>
              <p:nvPicPr>
                <p:cNvPr id="274" name="Ink 273">
                  <a:extLst>
                    <a:ext uri="{FF2B5EF4-FFF2-40B4-BE49-F238E27FC236}">
                      <a16:creationId xmlns:a16="http://schemas.microsoft.com/office/drawing/2014/main" id="{2FEDF5EC-AC62-6D11-EB93-E37622CC8F0B}"/>
                    </a:ext>
                  </a:extLst>
                </p:cNvPr>
                <p:cNvPicPr/>
                <p:nvPr/>
              </p:nvPicPr>
              <p:blipFill>
                <a:blip r:embed="rId459"/>
                <a:stretch>
                  <a:fillRect/>
                </a:stretch>
              </p:blipFill>
              <p:spPr>
                <a:xfrm>
                  <a:off x="7977831" y="812345"/>
                  <a:ext cx="14436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460">
              <p14:nvContentPartPr>
                <p14:cNvPr id="275" name="Ink 274">
                  <a:extLst>
                    <a:ext uri="{FF2B5EF4-FFF2-40B4-BE49-F238E27FC236}">
                      <a16:creationId xmlns:a16="http://schemas.microsoft.com/office/drawing/2014/main" id="{FAACA81F-07A2-7419-5436-23AF9C6FE6CB}"/>
                    </a:ext>
                  </a:extLst>
                </p14:cNvPr>
                <p14:cNvContentPartPr/>
                <p14:nvPr/>
              </p14:nvContentPartPr>
              <p14:xfrm>
                <a:off x="8141991" y="818105"/>
                <a:ext cx="117720" cy="146520"/>
              </p14:xfrm>
            </p:contentPart>
          </mc:Choice>
          <mc:Fallback xmlns="">
            <p:pic>
              <p:nvPicPr>
                <p:cNvPr id="275" name="Ink 274">
                  <a:extLst>
                    <a:ext uri="{FF2B5EF4-FFF2-40B4-BE49-F238E27FC236}">
                      <a16:creationId xmlns:a16="http://schemas.microsoft.com/office/drawing/2014/main" id="{FAACA81F-07A2-7419-5436-23AF9C6FE6CB}"/>
                    </a:ext>
                  </a:extLst>
                </p:cNvPr>
                <p:cNvPicPr/>
                <p:nvPr/>
              </p:nvPicPr>
              <p:blipFill>
                <a:blip r:embed="rId461"/>
                <a:stretch>
                  <a:fillRect/>
                </a:stretch>
              </p:blipFill>
              <p:spPr>
                <a:xfrm>
                  <a:off x="8133351" y="809105"/>
                  <a:ext cx="13536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462">
              <p14:nvContentPartPr>
                <p14:cNvPr id="276" name="Ink 275">
                  <a:extLst>
                    <a:ext uri="{FF2B5EF4-FFF2-40B4-BE49-F238E27FC236}">
                      <a16:creationId xmlns:a16="http://schemas.microsoft.com/office/drawing/2014/main" id="{BD1AE745-B0EB-434F-0F1D-2CAFEB12F7D2}"/>
                    </a:ext>
                  </a:extLst>
                </p14:cNvPr>
                <p14:cNvContentPartPr/>
                <p14:nvPr/>
              </p14:nvContentPartPr>
              <p14:xfrm>
                <a:off x="8284911" y="798305"/>
                <a:ext cx="254880" cy="205920"/>
              </p14:xfrm>
            </p:contentPart>
          </mc:Choice>
          <mc:Fallback xmlns="">
            <p:pic>
              <p:nvPicPr>
                <p:cNvPr id="276" name="Ink 275">
                  <a:extLst>
                    <a:ext uri="{FF2B5EF4-FFF2-40B4-BE49-F238E27FC236}">
                      <a16:creationId xmlns:a16="http://schemas.microsoft.com/office/drawing/2014/main" id="{BD1AE745-B0EB-434F-0F1D-2CAFEB12F7D2}"/>
                    </a:ext>
                  </a:extLst>
                </p:cNvPr>
                <p:cNvPicPr/>
                <p:nvPr/>
              </p:nvPicPr>
              <p:blipFill>
                <a:blip r:embed="rId463"/>
                <a:stretch>
                  <a:fillRect/>
                </a:stretch>
              </p:blipFill>
              <p:spPr>
                <a:xfrm>
                  <a:off x="8275911" y="789665"/>
                  <a:ext cx="27252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464">
              <p14:nvContentPartPr>
                <p14:cNvPr id="278" name="Ink 277">
                  <a:extLst>
                    <a:ext uri="{FF2B5EF4-FFF2-40B4-BE49-F238E27FC236}">
                      <a16:creationId xmlns:a16="http://schemas.microsoft.com/office/drawing/2014/main" id="{C82FC280-2756-B9E7-3527-4B0FD92B9681}"/>
                    </a:ext>
                  </a:extLst>
                </p14:cNvPr>
                <p14:cNvContentPartPr/>
                <p14:nvPr/>
              </p14:nvContentPartPr>
              <p14:xfrm>
                <a:off x="7274391" y="1146785"/>
                <a:ext cx="243000" cy="30960"/>
              </p14:xfrm>
            </p:contentPart>
          </mc:Choice>
          <mc:Fallback xmlns="">
            <p:pic>
              <p:nvPicPr>
                <p:cNvPr id="278" name="Ink 277">
                  <a:extLst>
                    <a:ext uri="{FF2B5EF4-FFF2-40B4-BE49-F238E27FC236}">
                      <a16:creationId xmlns:a16="http://schemas.microsoft.com/office/drawing/2014/main" id="{C82FC280-2756-B9E7-3527-4B0FD92B9681}"/>
                    </a:ext>
                  </a:extLst>
                </p:cNvPr>
                <p:cNvPicPr/>
                <p:nvPr/>
              </p:nvPicPr>
              <p:blipFill>
                <a:blip r:embed="rId465"/>
                <a:stretch>
                  <a:fillRect/>
                </a:stretch>
              </p:blipFill>
              <p:spPr>
                <a:xfrm>
                  <a:off x="7265751" y="1137785"/>
                  <a:ext cx="2606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466">
              <p14:nvContentPartPr>
                <p14:cNvPr id="279" name="Ink 278">
                  <a:extLst>
                    <a:ext uri="{FF2B5EF4-FFF2-40B4-BE49-F238E27FC236}">
                      <a16:creationId xmlns:a16="http://schemas.microsoft.com/office/drawing/2014/main" id="{0D42EC04-F244-8B53-D3A1-CD02899BF9D5}"/>
                    </a:ext>
                  </a:extLst>
                </p14:cNvPr>
                <p14:cNvContentPartPr/>
                <p14:nvPr/>
              </p14:nvContentPartPr>
              <p14:xfrm>
                <a:off x="7397511" y="1122305"/>
                <a:ext cx="164880" cy="149040"/>
              </p14:xfrm>
            </p:contentPart>
          </mc:Choice>
          <mc:Fallback xmlns="">
            <p:pic>
              <p:nvPicPr>
                <p:cNvPr id="279" name="Ink 278">
                  <a:extLst>
                    <a:ext uri="{FF2B5EF4-FFF2-40B4-BE49-F238E27FC236}">
                      <a16:creationId xmlns:a16="http://schemas.microsoft.com/office/drawing/2014/main" id="{0D42EC04-F244-8B53-D3A1-CD02899BF9D5}"/>
                    </a:ext>
                  </a:extLst>
                </p:cNvPr>
                <p:cNvPicPr/>
                <p:nvPr/>
              </p:nvPicPr>
              <p:blipFill>
                <a:blip r:embed="rId467"/>
                <a:stretch>
                  <a:fillRect/>
                </a:stretch>
              </p:blipFill>
              <p:spPr>
                <a:xfrm>
                  <a:off x="7388871" y="1113665"/>
                  <a:ext cx="18252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468">
              <p14:nvContentPartPr>
                <p14:cNvPr id="280" name="Ink 279">
                  <a:extLst>
                    <a:ext uri="{FF2B5EF4-FFF2-40B4-BE49-F238E27FC236}">
                      <a16:creationId xmlns:a16="http://schemas.microsoft.com/office/drawing/2014/main" id="{F2F2452C-DF9C-EF48-17DC-32F8B413BBE8}"/>
                    </a:ext>
                  </a:extLst>
                </p14:cNvPr>
                <p14:cNvContentPartPr/>
                <p14:nvPr/>
              </p14:nvContentPartPr>
              <p14:xfrm>
                <a:off x="7739151" y="1112945"/>
                <a:ext cx="150120" cy="185400"/>
              </p14:xfrm>
            </p:contentPart>
          </mc:Choice>
          <mc:Fallback xmlns="">
            <p:pic>
              <p:nvPicPr>
                <p:cNvPr id="280" name="Ink 279">
                  <a:extLst>
                    <a:ext uri="{FF2B5EF4-FFF2-40B4-BE49-F238E27FC236}">
                      <a16:creationId xmlns:a16="http://schemas.microsoft.com/office/drawing/2014/main" id="{F2F2452C-DF9C-EF48-17DC-32F8B413BBE8}"/>
                    </a:ext>
                  </a:extLst>
                </p:cNvPr>
                <p:cNvPicPr/>
                <p:nvPr/>
              </p:nvPicPr>
              <p:blipFill>
                <a:blip r:embed="rId469"/>
                <a:stretch>
                  <a:fillRect/>
                </a:stretch>
              </p:blipFill>
              <p:spPr>
                <a:xfrm>
                  <a:off x="7730151" y="1104305"/>
                  <a:ext cx="16776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470">
              <p14:nvContentPartPr>
                <p14:cNvPr id="281" name="Ink 280">
                  <a:extLst>
                    <a:ext uri="{FF2B5EF4-FFF2-40B4-BE49-F238E27FC236}">
                      <a16:creationId xmlns:a16="http://schemas.microsoft.com/office/drawing/2014/main" id="{B24037E2-E25E-1239-67DA-1C11E38B65F1}"/>
                    </a:ext>
                  </a:extLst>
                </p14:cNvPr>
                <p14:cNvContentPartPr/>
                <p14:nvPr/>
              </p14:nvContentPartPr>
              <p14:xfrm>
                <a:off x="7779111" y="1192145"/>
                <a:ext cx="127800" cy="41040"/>
              </p14:xfrm>
            </p:contentPart>
          </mc:Choice>
          <mc:Fallback xmlns="">
            <p:pic>
              <p:nvPicPr>
                <p:cNvPr id="281" name="Ink 280">
                  <a:extLst>
                    <a:ext uri="{FF2B5EF4-FFF2-40B4-BE49-F238E27FC236}">
                      <a16:creationId xmlns:a16="http://schemas.microsoft.com/office/drawing/2014/main" id="{B24037E2-E25E-1239-67DA-1C11E38B65F1}"/>
                    </a:ext>
                  </a:extLst>
                </p:cNvPr>
                <p:cNvPicPr/>
                <p:nvPr/>
              </p:nvPicPr>
              <p:blipFill>
                <a:blip r:embed="rId471"/>
                <a:stretch>
                  <a:fillRect/>
                </a:stretch>
              </p:blipFill>
              <p:spPr>
                <a:xfrm>
                  <a:off x="7770471" y="1183145"/>
                  <a:ext cx="14544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472">
              <p14:nvContentPartPr>
                <p14:cNvPr id="282" name="Ink 281">
                  <a:extLst>
                    <a:ext uri="{FF2B5EF4-FFF2-40B4-BE49-F238E27FC236}">
                      <a16:creationId xmlns:a16="http://schemas.microsoft.com/office/drawing/2014/main" id="{7094D90B-9BE6-1F28-DFE5-0C9C35AAB857}"/>
                    </a:ext>
                  </a:extLst>
                </p14:cNvPr>
                <p14:cNvContentPartPr/>
                <p14:nvPr/>
              </p14:nvContentPartPr>
              <p14:xfrm>
                <a:off x="7960911" y="1146065"/>
                <a:ext cx="94320" cy="10800"/>
              </p14:xfrm>
            </p:contentPart>
          </mc:Choice>
          <mc:Fallback xmlns="">
            <p:pic>
              <p:nvPicPr>
                <p:cNvPr id="282" name="Ink 281">
                  <a:extLst>
                    <a:ext uri="{FF2B5EF4-FFF2-40B4-BE49-F238E27FC236}">
                      <a16:creationId xmlns:a16="http://schemas.microsoft.com/office/drawing/2014/main" id="{7094D90B-9BE6-1F28-DFE5-0C9C35AAB857}"/>
                    </a:ext>
                  </a:extLst>
                </p:cNvPr>
                <p:cNvPicPr/>
                <p:nvPr/>
              </p:nvPicPr>
              <p:blipFill>
                <a:blip r:embed="rId473"/>
                <a:stretch>
                  <a:fillRect/>
                </a:stretch>
              </p:blipFill>
              <p:spPr>
                <a:xfrm>
                  <a:off x="7952271" y="1137425"/>
                  <a:ext cx="1119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474">
              <p14:nvContentPartPr>
                <p14:cNvPr id="283" name="Ink 282">
                  <a:extLst>
                    <a:ext uri="{FF2B5EF4-FFF2-40B4-BE49-F238E27FC236}">
                      <a16:creationId xmlns:a16="http://schemas.microsoft.com/office/drawing/2014/main" id="{6E64252D-DE70-6D20-A3D5-A76EB3D24631}"/>
                    </a:ext>
                  </a:extLst>
                </p14:cNvPr>
                <p14:cNvContentPartPr/>
                <p14:nvPr/>
              </p14:nvContentPartPr>
              <p14:xfrm>
                <a:off x="7979991" y="1131305"/>
                <a:ext cx="32760" cy="170280"/>
              </p14:xfrm>
            </p:contentPart>
          </mc:Choice>
          <mc:Fallback xmlns="">
            <p:pic>
              <p:nvPicPr>
                <p:cNvPr id="283" name="Ink 282">
                  <a:extLst>
                    <a:ext uri="{FF2B5EF4-FFF2-40B4-BE49-F238E27FC236}">
                      <a16:creationId xmlns:a16="http://schemas.microsoft.com/office/drawing/2014/main" id="{6E64252D-DE70-6D20-A3D5-A76EB3D24631}"/>
                    </a:ext>
                  </a:extLst>
                </p:cNvPr>
                <p:cNvPicPr/>
                <p:nvPr/>
              </p:nvPicPr>
              <p:blipFill>
                <a:blip r:embed="rId475"/>
                <a:stretch>
                  <a:fillRect/>
                </a:stretch>
              </p:blipFill>
              <p:spPr>
                <a:xfrm>
                  <a:off x="7971351" y="1122665"/>
                  <a:ext cx="5040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476">
              <p14:nvContentPartPr>
                <p14:cNvPr id="284" name="Ink 283">
                  <a:extLst>
                    <a:ext uri="{FF2B5EF4-FFF2-40B4-BE49-F238E27FC236}">
                      <a16:creationId xmlns:a16="http://schemas.microsoft.com/office/drawing/2014/main" id="{8A209584-3EF6-9190-16A2-A24C4B4B47E9}"/>
                    </a:ext>
                  </a:extLst>
                </p14:cNvPr>
                <p14:cNvContentPartPr/>
                <p14:nvPr/>
              </p14:nvContentPartPr>
              <p14:xfrm>
                <a:off x="8065671" y="1149665"/>
                <a:ext cx="169560" cy="150120"/>
              </p14:xfrm>
            </p:contentPart>
          </mc:Choice>
          <mc:Fallback xmlns="">
            <p:pic>
              <p:nvPicPr>
                <p:cNvPr id="284" name="Ink 283">
                  <a:extLst>
                    <a:ext uri="{FF2B5EF4-FFF2-40B4-BE49-F238E27FC236}">
                      <a16:creationId xmlns:a16="http://schemas.microsoft.com/office/drawing/2014/main" id="{8A209584-3EF6-9190-16A2-A24C4B4B47E9}"/>
                    </a:ext>
                  </a:extLst>
                </p:cNvPr>
                <p:cNvPicPr/>
                <p:nvPr/>
              </p:nvPicPr>
              <p:blipFill>
                <a:blip r:embed="rId477"/>
                <a:stretch>
                  <a:fillRect/>
                </a:stretch>
              </p:blipFill>
              <p:spPr>
                <a:xfrm>
                  <a:off x="8057031" y="1141025"/>
                  <a:ext cx="18720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478">
              <p14:nvContentPartPr>
                <p14:cNvPr id="286" name="Ink 285">
                  <a:extLst>
                    <a:ext uri="{FF2B5EF4-FFF2-40B4-BE49-F238E27FC236}">
                      <a16:creationId xmlns:a16="http://schemas.microsoft.com/office/drawing/2014/main" id="{3A03D1C1-60A1-A635-0E7B-DF67C899D450}"/>
                    </a:ext>
                  </a:extLst>
                </p14:cNvPr>
                <p14:cNvContentPartPr/>
                <p14:nvPr/>
              </p14:nvContentPartPr>
              <p14:xfrm>
                <a:off x="7076751" y="1226705"/>
                <a:ext cx="185760" cy="119880"/>
              </p14:xfrm>
            </p:contentPart>
          </mc:Choice>
          <mc:Fallback xmlns="">
            <p:pic>
              <p:nvPicPr>
                <p:cNvPr id="286" name="Ink 285">
                  <a:extLst>
                    <a:ext uri="{FF2B5EF4-FFF2-40B4-BE49-F238E27FC236}">
                      <a16:creationId xmlns:a16="http://schemas.microsoft.com/office/drawing/2014/main" id="{3A03D1C1-60A1-A635-0E7B-DF67C899D450}"/>
                    </a:ext>
                  </a:extLst>
                </p:cNvPr>
                <p:cNvPicPr/>
                <p:nvPr/>
              </p:nvPicPr>
              <p:blipFill>
                <a:blip r:embed="rId479"/>
                <a:stretch>
                  <a:fillRect/>
                </a:stretch>
              </p:blipFill>
              <p:spPr>
                <a:xfrm>
                  <a:off x="7068111" y="1218065"/>
                  <a:ext cx="20340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480">
              <p14:nvContentPartPr>
                <p14:cNvPr id="287" name="Ink 286">
                  <a:extLst>
                    <a:ext uri="{FF2B5EF4-FFF2-40B4-BE49-F238E27FC236}">
                      <a16:creationId xmlns:a16="http://schemas.microsoft.com/office/drawing/2014/main" id="{D03D9C44-53C6-9529-2C26-CD41E8BD36E3}"/>
                    </a:ext>
                  </a:extLst>
                </p14:cNvPr>
                <p14:cNvContentPartPr/>
                <p14:nvPr/>
              </p14:nvContentPartPr>
              <p14:xfrm>
                <a:off x="7188351" y="1277105"/>
                <a:ext cx="121680" cy="123480"/>
              </p14:xfrm>
            </p:contentPart>
          </mc:Choice>
          <mc:Fallback xmlns="">
            <p:pic>
              <p:nvPicPr>
                <p:cNvPr id="287" name="Ink 286">
                  <a:extLst>
                    <a:ext uri="{FF2B5EF4-FFF2-40B4-BE49-F238E27FC236}">
                      <a16:creationId xmlns:a16="http://schemas.microsoft.com/office/drawing/2014/main" id="{D03D9C44-53C6-9529-2C26-CD41E8BD36E3}"/>
                    </a:ext>
                  </a:extLst>
                </p:cNvPr>
                <p:cNvPicPr/>
                <p:nvPr/>
              </p:nvPicPr>
              <p:blipFill>
                <a:blip r:embed="rId481"/>
                <a:stretch>
                  <a:fillRect/>
                </a:stretch>
              </p:blipFill>
              <p:spPr>
                <a:xfrm>
                  <a:off x="7179351" y="1268465"/>
                  <a:ext cx="13932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482">
              <p14:nvContentPartPr>
                <p14:cNvPr id="288" name="Ink 287">
                  <a:extLst>
                    <a:ext uri="{FF2B5EF4-FFF2-40B4-BE49-F238E27FC236}">
                      <a16:creationId xmlns:a16="http://schemas.microsoft.com/office/drawing/2014/main" id="{8ECA7765-1632-3F9C-529B-422DF9332693}"/>
                    </a:ext>
                  </a:extLst>
                </p14:cNvPr>
                <p14:cNvContentPartPr/>
                <p14:nvPr/>
              </p14:nvContentPartPr>
              <p14:xfrm>
                <a:off x="7431711" y="1321385"/>
                <a:ext cx="103320" cy="229680"/>
              </p14:xfrm>
            </p:contentPart>
          </mc:Choice>
          <mc:Fallback xmlns="">
            <p:pic>
              <p:nvPicPr>
                <p:cNvPr id="288" name="Ink 287">
                  <a:extLst>
                    <a:ext uri="{FF2B5EF4-FFF2-40B4-BE49-F238E27FC236}">
                      <a16:creationId xmlns:a16="http://schemas.microsoft.com/office/drawing/2014/main" id="{8ECA7765-1632-3F9C-529B-422DF9332693}"/>
                    </a:ext>
                  </a:extLst>
                </p:cNvPr>
                <p:cNvPicPr/>
                <p:nvPr/>
              </p:nvPicPr>
              <p:blipFill>
                <a:blip r:embed="rId483"/>
                <a:stretch>
                  <a:fillRect/>
                </a:stretch>
              </p:blipFill>
              <p:spPr>
                <a:xfrm>
                  <a:off x="7422711" y="1312385"/>
                  <a:ext cx="12096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484">
              <p14:nvContentPartPr>
                <p14:cNvPr id="289" name="Ink 288">
                  <a:extLst>
                    <a:ext uri="{FF2B5EF4-FFF2-40B4-BE49-F238E27FC236}">
                      <a16:creationId xmlns:a16="http://schemas.microsoft.com/office/drawing/2014/main" id="{D45D0F02-CD99-80CD-EAAE-2831EDB86B02}"/>
                    </a:ext>
                  </a:extLst>
                </p14:cNvPr>
                <p14:cNvContentPartPr/>
                <p14:nvPr/>
              </p14:nvContentPartPr>
              <p14:xfrm>
                <a:off x="7602351" y="1449545"/>
                <a:ext cx="93960" cy="102600"/>
              </p14:xfrm>
            </p:contentPart>
          </mc:Choice>
          <mc:Fallback xmlns="">
            <p:pic>
              <p:nvPicPr>
                <p:cNvPr id="289" name="Ink 288">
                  <a:extLst>
                    <a:ext uri="{FF2B5EF4-FFF2-40B4-BE49-F238E27FC236}">
                      <a16:creationId xmlns:a16="http://schemas.microsoft.com/office/drawing/2014/main" id="{D45D0F02-CD99-80CD-EAAE-2831EDB86B02}"/>
                    </a:ext>
                  </a:extLst>
                </p:cNvPr>
                <p:cNvPicPr/>
                <p:nvPr/>
              </p:nvPicPr>
              <p:blipFill>
                <a:blip r:embed="rId485"/>
                <a:stretch>
                  <a:fillRect/>
                </a:stretch>
              </p:blipFill>
              <p:spPr>
                <a:xfrm>
                  <a:off x="7593711" y="1440905"/>
                  <a:ext cx="11160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486">
              <p14:nvContentPartPr>
                <p14:cNvPr id="290" name="Ink 289">
                  <a:extLst>
                    <a:ext uri="{FF2B5EF4-FFF2-40B4-BE49-F238E27FC236}">
                      <a16:creationId xmlns:a16="http://schemas.microsoft.com/office/drawing/2014/main" id="{71104941-3185-B661-6AB2-ACCA6812868C}"/>
                    </a:ext>
                  </a:extLst>
                </p14:cNvPr>
                <p14:cNvContentPartPr/>
                <p14:nvPr/>
              </p14:nvContentPartPr>
              <p14:xfrm>
                <a:off x="7745271" y="1434065"/>
                <a:ext cx="108360" cy="132120"/>
              </p14:xfrm>
            </p:contentPart>
          </mc:Choice>
          <mc:Fallback xmlns="">
            <p:pic>
              <p:nvPicPr>
                <p:cNvPr id="290" name="Ink 289">
                  <a:extLst>
                    <a:ext uri="{FF2B5EF4-FFF2-40B4-BE49-F238E27FC236}">
                      <a16:creationId xmlns:a16="http://schemas.microsoft.com/office/drawing/2014/main" id="{71104941-3185-B661-6AB2-ACCA6812868C}"/>
                    </a:ext>
                  </a:extLst>
                </p:cNvPr>
                <p:cNvPicPr/>
                <p:nvPr/>
              </p:nvPicPr>
              <p:blipFill>
                <a:blip r:embed="rId487"/>
                <a:stretch>
                  <a:fillRect/>
                </a:stretch>
              </p:blipFill>
              <p:spPr>
                <a:xfrm>
                  <a:off x="7736271" y="1425065"/>
                  <a:ext cx="12600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488">
              <p14:nvContentPartPr>
                <p14:cNvPr id="291" name="Ink 290">
                  <a:extLst>
                    <a:ext uri="{FF2B5EF4-FFF2-40B4-BE49-F238E27FC236}">
                      <a16:creationId xmlns:a16="http://schemas.microsoft.com/office/drawing/2014/main" id="{0AA56D07-A4E3-C702-A93D-FC74E4DB16DB}"/>
                    </a:ext>
                  </a:extLst>
                </p14:cNvPr>
                <p14:cNvContentPartPr/>
                <p14:nvPr/>
              </p14:nvContentPartPr>
              <p14:xfrm>
                <a:off x="7880991" y="1358465"/>
                <a:ext cx="36000" cy="232200"/>
              </p14:xfrm>
            </p:contentPart>
          </mc:Choice>
          <mc:Fallback xmlns="">
            <p:pic>
              <p:nvPicPr>
                <p:cNvPr id="291" name="Ink 290">
                  <a:extLst>
                    <a:ext uri="{FF2B5EF4-FFF2-40B4-BE49-F238E27FC236}">
                      <a16:creationId xmlns:a16="http://schemas.microsoft.com/office/drawing/2014/main" id="{0AA56D07-A4E3-C702-A93D-FC74E4DB16DB}"/>
                    </a:ext>
                  </a:extLst>
                </p:cNvPr>
                <p:cNvPicPr/>
                <p:nvPr/>
              </p:nvPicPr>
              <p:blipFill>
                <a:blip r:embed="rId489"/>
                <a:stretch>
                  <a:fillRect/>
                </a:stretch>
              </p:blipFill>
              <p:spPr>
                <a:xfrm>
                  <a:off x="7871991" y="1349825"/>
                  <a:ext cx="5364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490">
              <p14:nvContentPartPr>
                <p14:cNvPr id="292" name="Ink 291">
                  <a:extLst>
                    <a:ext uri="{FF2B5EF4-FFF2-40B4-BE49-F238E27FC236}">
                      <a16:creationId xmlns:a16="http://schemas.microsoft.com/office/drawing/2014/main" id="{0E52D0DA-34DF-F2CD-17E9-A47D21255697}"/>
                    </a:ext>
                  </a:extLst>
                </p14:cNvPr>
                <p14:cNvContentPartPr/>
                <p14:nvPr/>
              </p14:nvContentPartPr>
              <p14:xfrm>
                <a:off x="7904391" y="1445585"/>
                <a:ext cx="130680" cy="131760"/>
              </p14:xfrm>
            </p:contentPart>
          </mc:Choice>
          <mc:Fallback xmlns="">
            <p:pic>
              <p:nvPicPr>
                <p:cNvPr id="292" name="Ink 291">
                  <a:extLst>
                    <a:ext uri="{FF2B5EF4-FFF2-40B4-BE49-F238E27FC236}">
                      <a16:creationId xmlns:a16="http://schemas.microsoft.com/office/drawing/2014/main" id="{0E52D0DA-34DF-F2CD-17E9-A47D21255697}"/>
                    </a:ext>
                  </a:extLst>
                </p:cNvPr>
                <p:cNvPicPr/>
                <p:nvPr/>
              </p:nvPicPr>
              <p:blipFill>
                <a:blip r:embed="rId491"/>
                <a:stretch>
                  <a:fillRect/>
                </a:stretch>
              </p:blipFill>
              <p:spPr>
                <a:xfrm>
                  <a:off x="7895751" y="1436585"/>
                  <a:ext cx="1483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492">
              <p14:nvContentPartPr>
                <p14:cNvPr id="293" name="Ink 292">
                  <a:extLst>
                    <a:ext uri="{FF2B5EF4-FFF2-40B4-BE49-F238E27FC236}">
                      <a16:creationId xmlns:a16="http://schemas.microsoft.com/office/drawing/2014/main" id="{69A3855E-4627-77D3-653A-88C2D6D46159}"/>
                    </a:ext>
                  </a:extLst>
                </p14:cNvPr>
                <p14:cNvContentPartPr/>
                <p14:nvPr/>
              </p14:nvContentPartPr>
              <p14:xfrm>
                <a:off x="8108151" y="1389065"/>
                <a:ext cx="14400" cy="203760"/>
              </p14:xfrm>
            </p:contentPart>
          </mc:Choice>
          <mc:Fallback xmlns="">
            <p:pic>
              <p:nvPicPr>
                <p:cNvPr id="293" name="Ink 292">
                  <a:extLst>
                    <a:ext uri="{FF2B5EF4-FFF2-40B4-BE49-F238E27FC236}">
                      <a16:creationId xmlns:a16="http://schemas.microsoft.com/office/drawing/2014/main" id="{69A3855E-4627-77D3-653A-88C2D6D46159}"/>
                    </a:ext>
                  </a:extLst>
                </p:cNvPr>
                <p:cNvPicPr/>
                <p:nvPr/>
              </p:nvPicPr>
              <p:blipFill>
                <a:blip r:embed="rId493"/>
                <a:stretch>
                  <a:fillRect/>
                </a:stretch>
              </p:blipFill>
              <p:spPr>
                <a:xfrm>
                  <a:off x="8099511" y="1380065"/>
                  <a:ext cx="320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494">
              <p14:nvContentPartPr>
                <p14:cNvPr id="295" name="Ink 294">
                  <a:extLst>
                    <a:ext uri="{FF2B5EF4-FFF2-40B4-BE49-F238E27FC236}">
                      <a16:creationId xmlns:a16="http://schemas.microsoft.com/office/drawing/2014/main" id="{6C3DE6DD-495E-028B-565B-18E45DDFC5D0}"/>
                    </a:ext>
                  </a:extLst>
                </p14:cNvPr>
                <p14:cNvContentPartPr/>
                <p14:nvPr/>
              </p14:nvContentPartPr>
              <p14:xfrm>
                <a:off x="8242791" y="1473665"/>
                <a:ext cx="254880" cy="214920"/>
              </p14:xfrm>
            </p:contentPart>
          </mc:Choice>
          <mc:Fallback xmlns="">
            <p:pic>
              <p:nvPicPr>
                <p:cNvPr id="295" name="Ink 294">
                  <a:extLst>
                    <a:ext uri="{FF2B5EF4-FFF2-40B4-BE49-F238E27FC236}">
                      <a16:creationId xmlns:a16="http://schemas.microsoft.com/office/drawing/2014/main" id="{6C3DE6DD-495E-028B-565B-18E45DDFC5D0}"/>
                    </a:ext>
                  </a:extLst>
                </p:cNvPr>
                <p:cNvPicPr/>
                <p:nvPr/>
              </p:nvPicPr>
              <p:blipFill>
                <a:blip r:embed="rId495"/>
                <a:stretch>
                  <a:fillRect/>
                </a:stretch>
              </p:blipFill>
              <p:spPr>
                <a:xfrm>
                  <a:off x="8234151" y="1464665"/>
                  <a:ext cx="27252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496">
              <p14:nvContentPartPr>
                <p14:cNvPr id="296" name="Ink 295">
                  <a:extLst>
                    <a:ext uri="{FF2B5EF4-FFF2-40B4-BE49-F238E27FC236}">
                      <a16:creationId xmlns:a16="http://schemas.microsoft.com/office/drawing/2014/main" id="{F4E61CE7-80ED-DC00-972D-022BA20F1731}"/>
                    </a:ext>
                  </a:extLst>
                </p14:cNvPr>
                <p14:cNvContentPartPr/>
                <p14:nvPr/>
              </p14:nvContentPartPr>
              <p14:xfrm>
                <a:off x="8557071" y="1470065"/>
                <a:ext cx="94680" cy="199080"/>
              </p14:xfrm>
            </p:contentPart>
          </mc:Choice>
          <mc:Fallback xmlns="">
            <p:pic>
              <p:nvPicPr>
                <p:cNvPr id="296" name="Ink 295">
                  <a:extLst>
                    <a:ext uri="{FF2B5EF4-FFF2-40B4-BE49-F238E27FC236}">
                      <a16:creationId xmlns:a16="http://schemas.microsoft.com/office/drawing/2014/main" id="{F4E61CE7-80ED-DC00-972D-022BA20F1731}"/>
                    </a:ext>
                  </a:extLst>
                </p:cNvPr>
                <p:cNvPicPr/>
                <p:nvPr/>
              </p:nvPicPr>
              <p:blipFill>
                <a:blip r:embed="rId497"/>
                <a:stretch>
                  <a:fillRect/>
                </a:stretch>
              </p:blipFill>
              <p:spPr>
                <a:xfrm>
                  <a:off x="8548071" y="1461425"/>
                  <a:ext cx="11232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498">
              <p14:nvContentPartPr>
                <p14:cNvPr id="297" name="Ink 296">
                  <a:extLst>
                    <a:ext uri="{FF2B5EF4-FFF2-40B4-BE49-F238E27FC236}">
                      <a16:creationId xmlns:a16="http://schemas.microsoft.com/office/drawing/2014/main" id="{29DD4B2D-BABF-B5D4-1705-4F08B617FA19}"/>
                    </a:ext>
                  </a:extLst>
                </p14:cNvPr>
                <p14:cNvContentPartPr/>
                <p14:nvPr/>
              </p14:nvContentPartPr>
              <p14:xfrm>
                <a:off x="6844911" y="1275305"/>
                <a:ext cx="238320" cy="236160"/>
              </p14:xfrm>
            </p:contentPart>
          </mc:Choice>
          <mc:Fallback xmlns="">
            <p:pic>
              <p:nvPicPr>
                <p:cNvPr id="297" name="Ink 296">
                  <a:extLst>
                    <a:ext uri="{FF2B5EF4-FFF2-40B4-BE49-F238E27FC236}">
                      <a16:creationId xmlns:a16="http://schemas.microsoft.com/office/drawing/2014/main" id="{29DD4B2D-BABF-B5D4-1705-4F08B617FA19}"/>
                    </a:ext>
                  </a:extLst>
                </p:cNvPr>
                <p:cNvPicPr/>
                <p:nvPr/>
              </p:nvPicPr>
              <p:blipFill>
                <a:blip r:embed="rId499"/>
                <a:stretch>
                  <a:fillRect/>
                </a:stretch>
              </p:blipFill>
              <p:spPr>
                <a:xfrm>
                  <a:off x="6836271" y="1266665"/>
                  <a:ext cx="25596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500">
              <p14:nvContentPartPr>
                <p14:cNvPr id="298" name="Ink 297">
                  <a:extLst>
                    <a:ext uri="{FF2B5EF4-FFF2-40B4-BE49-F238E27FC236}">
                      <a16:creationId xmlns:a16="http://schemas.microsoft.com/office/drawing/2014/main" id="{6BFAC701-F92D-4D56-D474-A632E3A905D5}"/>
                    </a:ext>
                  </a:extLst>
                </p14:cNvPr>
                <p14:cNvContentPartPr/>
                <p14:nvPr/>
              </p14:nvContentPartPr>
              <p14:xfrm>
                <a:off x="7018791" y="1378985"/>
                <a:ext cx="80280" cy="181440"/>
              </p14:xfrm>
            </p:contentPart>
          </mc:Choice>
          <mc:Fallback xmlns="">
            <p:pic>
              <p:nvPicPr>
                <p:cNvPr id="298" name="Ink 297">
                  <a:extLst>
                    <a:ext uri="{FF2B5EF4-FFF2-40B4-BE49-F238E27FC236}">
                      <a16:creationId xmlns:a16="http://schemas.microsoft.com/office/drawing/2014/main" id="{6BFAC701-F92D-4D56-D474-A632E3A905D5}"/>
                    </a:ext>
                  </a:extLst>
                </p:cNvPr>
                <p:cNvPicPr/>
                <p:nvPr/>
              </p:nvPicPr>
              <p:blipFill>
                <a:blip r:embed="rId501"/>
                <a:stretch>
                  <a:fillRect/>
                </a:stretch>
              </p:blipFill>
              <p:spPr>
                <a:xfrm>
                  <a:off x="7010151" y="1370345"/>
                  <a:ext cx="9792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502">
              <p14:nvContentPartPr>
                <p14:cNvPr id="299" name="Ink 298">
                  <a:extLst>
                    <a:ext uri="{FF2B5EF4-FFF2-40B4-BE49-F238E27FC236}">
                      <a16:creationId xmlns:a16="http://schemas.microsoft.com/office/drawing/2014/main" id="{ECE634B8-66DA-F56C-DD8E-31C7C7F8374A}"/>
                    </a:ext>
                  </a:extLst>
                </p14:cNvPr>
                <p14:cNvContentPartPr/>
                <p14:nvPr/>
              </p14:nvContentPartPr>
              <p14:xfrm>
                <a:off x="7213911" y="1471865"/>
                <a:ext cx="95760" cy="214920"/>
              </p14:xfrm>
            </p:contentPart>
          </mc:Choice>
          <mc:Fallback xmlns="">
            <p:pic>
              <p:nvPicPr>
                <p:cNvPr id="299" name="Ink 298">
                  <a:extLst>
                    <a:ext uri="{FF2B5EF4-FFF2-40B4-BE49-F238E27FC236}">
                      <a16:creationId xmlns:a16="http://schemas.microsoft.com/office/drawing/2014/main" id="{ECE634B8-66DA-F56C-DD8E-31C7C7F8374A}"/>
                    </a:ext>
                  </a:extLst>
                </p:cNvPr>
                <p:cNvPicPr/>
                <p:nvPr/>
              </p:nvPicPr>
              <p:blipFill>
                <a:blip r:embed="rId503"/>
                <a:stretch>
                  <a:fillRect/>
                </a:stretch>
              </p:blipFill>
              <p:spPr>
                <a:xfrm>
                  <a:off x="7205271" y="1462865"/>
                  <a:ext cx="11340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504">
              <p14:nvContentPartPr>
                <p14:cNvPr id="300" name="Ink 299">
                  <a:extLst>
                    <a:ext uri="{FF2B5EF4-FFF2-40B4-BE49-F238E27FC236}">
                      <a16:creationId xmlns:a16="http://schemas.microsoft.com/office/drawing/2014/main" id="{9CB0BF23-CC4C-3DE3-1135-F58290300960}"/>
                    </a:ext>
                  </a:extLst>
                </p14:cNvPr>
                <p14:cNvContentPartPr/>
                <p14:nvPr/>
              </p14:nvContentPartPr>
              <p14:xfrm>
                <a:off x="7330911" y="1586345"/>
                <a:ext cx="271080" cy="161280"/>
              </p14:xfrm>
            </p:contentPart>
          </mc:Choice>
          <mc:Fallback xmlns="">
            <p:pic>
              <p:nvPicPr>
                <p:cNvPr id="300" name="Ink 299">
                  <a:extLst>
                    <a:ext uri="{FF2B5EF4-FFF2-40B4-BE49-F238E27FC236}">
                      <a16:creationId xmlns:a16="http://schemas.microsoft.com/office/drawing/2014/main" id="{9CB0BF23-CC4C-3DE3-1135-F58290300960}"/>
                    </a:ext>
                  </a:extLst>
                </p:cNvPr>
                <p:cNvPicPr/>
                <p:nvPr/>
              </p:nvPicPr>
              <p:blipFill>
                <a:blip r:embed="rId505"/>
                <a:stretch>
                  <a:fillRect/>
                </a:stretch>
              </p:blipFill>
              <p:spPr>
                <a:xfrm>
                  <a:off x="7322271" y="1577345"/>
                  <a:ext cx="28872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506">
              <p14:nvContentPartPr>
                <p14:cNvPr id="301" name="Ink 300">
                  <a:extLst>
                    <a:ext uri="{FF2B5EF4-FFF2-40B4-BE49-F238E27FC236}">
                      <a16:creationId xmlns:a16="http://schemas.microsoft.com/office/drawing/2014/main" id="{F7CED7F6-7ED3-A797-C1CF-3191F690FB04}"/>
                    </a:ext>
                  </a:extLst>
                </p14:cNvPr>
                <p14:cNvContentPartPr/>
                <p14:nvPr/>
              </p14:nvContentPartPr>
              <p14:xfrm>
                <a:off x="7685511" y="1673465"/>
                <a:ext cx="137160" cy="118800"/>
              </p14:xfrm>
            </p:contentPart>
          </mc:Choice>
          <mc:Fallback xmlns="">
            <p:pic>
              <p:nvPicPr>
                <p:cNvPr id="301" name="Ink 300">
                  <a:extLst>
                    <a:ext uri="{FF2B5EF4-FFF2-40B4-BE49-F238E27FC236}">
                      <a16:creationId xmlns:a16="http://schemas.microsoft.com/office/drawing/2014/main" id="{F7CED7F6-7ED3-A797-C1CF-3191F690FB04}"/>
                    </a:ext>
                  </a:extLst>
                </p:cNvPr>
                <p:cNvPicPr/>
                <p:nvPr/>
              </p:nvPicPr>
              <p:blipFill>
                <a:blip r:embed="rId507"/>
                <a:stretch>
                  <a:fillRect/>
                </a:stretch>
              </p:blipFill>
              <p:spPr>
                <a:xfrm>
                  <a:off x="7676511" y="1664825"/>
                  <a:ext cx="15480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508">
              <p14:nvContentPartPr>
                <p14:cNvPr id="302" name="Ink 301">
                  <a:extLst>
                    <a:ext uri="{FF2B5EF4-FFF2-40B4-BE49-F238E27FC236}">
                      <a16:creationId xmlns:a16="http://schemas.microsoft.com/office/drawing/2014/main" id="{EC555DC0-1C08-45A7-6571-53E8A23F4D8E}"/>
                    </a:ext>
                  </a:extLst>
                </p14:cNvPr>
                <p14:cNvContentPartPr/>
                <p14:nvPr/>
              </p14:nvContentPartPr>
              <p14:xfrm>
                <a:off x="7854351" y="1692905"/>
                <a:ext cx="80280" cy="99360"/>
              </p14:xfrm>
            </p:contentPart>
          </mc:Choice>
          <mc:Fallback xmlns="">
            <p:pic>
              <p:nvPicPr>
                <p:cNvPr id="302" name="Ink 301">
                  <a:extLst>
                    <a:ext uri="{FF2B5EF4-FFF2-40B4-BE49-F238E27FC236}">
                      <a16:creationId xmlns:a16="http://schemas.microsoft.com/office/drawing/2014/main" id="{EC555DC0-1C08-45A7-6571-53E8A23F4D8E}"/>
                    </a:ext>
                  </a:extLst>
                </p:cNvPr>
                <p:cNvPicPr/>
                <p:nvPr/>
              </p:nvPicPr>
              <p:blipFill>
                <a:blip r:embed="rId509"/>
                <a:stretch>
                  <a:fillRect/>
                </a:stretch>
              </p:blipFill>
              <p:spPr>
                <a:xfrm>
                  <a:off x="7845711" y="1684265"/>
                  <a:ext cx="9792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510">
              <p14:nvContentPartPr>
                <p14:cNvPr id="303" name="Ink 302">
                  <a:extLst>
                    <a:ext uri="{FF2B5EF4-FFF2-40B4-BE49-F238E27FC236}">
                      <a16:creationId xmlns:a16="http://schemas.microsoft.com/office/drawing/2014/main" id="{C08C6E8A-49F7-2137-9BCB-BD2FA61C9D65}"/>
                    </a:ext>
                  </a:extLst>
                </p14:cNvPr>
                <p14:cNvContentPartPr/>
                <p14:nvPr/>
              </p14:nvContentPartPr>
              <p14:xfrm>
                <a:off x="7976751" y="1709105"/>
                <a:ext cx="95040" cy="86040"/>
              </p14:xfrm>
            </p:contentPart>
          </mc:Choice>
          <mc:Fallback xmlns="">
            <p:pic>
              <p:nvPicPr>
                <p:cNvPr id="303" name="Ink 302">
                  <a:extLst>
                    <a:ext uri="{FF2B5EF4-FFF2-40B4-BE49-F238E27FC236}">
                      <a16:creationId xmlns:a16="http://schemas.microsoft.com/office/drawing/2014/main" id="{C08C6E8A-49F7-2137-9BCB-BD2FA61C9D65}"/>
                    </a:ext>
                  </a:extLst>
                </p:cNvPr>
                <p:cNvPicPr/>
                <p:nvPr/>
              </p:nvPicPr>
              <p:blipFill>
                <a:blip r:embed="rId511"/>
                <a:stretch>
                  <a:fillRect/>
                </a:stretch>
              </p:blipFill>
              <p:spPr>
                <a:xfrm>
                  <a:off x="7968111" y="1700105"/>
                  <a:ext cx="11268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512">
              <p14:nvContentPartPr>
                <p14:cNvPr id="304" name="Ink 303">
                  <a:extLst>
                    <a:ext uri="{FF2B5EF4-FFF2-40B4-BE49-F238E27FC236}">
                      <a16:creationId xmlns:a16="http://schemas.microsoft.com/office/drawing/2014/main" id="{857D1A1F-EB97-EC09-229F-AC658D4D5470}"/>
                    </a:ext>
                  </a:extLst>
                </p14:cNvPr>
                <p14:cNvContentPartPr/>
                <p14:nvPr/>
              </p14:nvContentPartPr>
              <p14:xfrm>
                <a:off x="8118231" y="1670585"/>
                <a:ext cx="118440" cy="185400"/>
              </p14:xfrm>
            </p:contentPart>
          </mc:Choice>
          <mc:Fallback xmlns="">
            <p:pic>
              <p:nvPicPr>
                <p:cNvPr id="304" name="Ink 303">
                  <a:extLst>
                    <a:ext uri="{FF2B5EF4-FFF2-40B4-BE49-F238E27FC236}">
                      <a16:creationId xmlns:a16="http://schemas.microsoft.com/office/drawing/2014/main" id="{857D1A1F-EB97-EC09-229F-AC658D4D5470}"/>
                    </a:ext>
                  </a:extLst>
                </p:cNvPr>
                <p:cNvPicPr/>
                <p:nvPr/>
              </p:nvPicPr>
              <p:blipFill>
                <a:blip r:embed="rId513"/>
                <a:stretch>
                  <a:fillRect/>
                </a:stretch>
              </p:blipFill>
              <p:spPr>
                <a:xfrm>
                  <a:off x="8109591" y="1661585"/>
                  <a:ext cx="13608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514">
              <p14:nvContentPartPr>
                <p14:cNvPr id="306" name="Ink 305">
                  <a:extLst>
                    <a:ext uri="{FF2B5EF4-FFF2-40B4-BE49-F238E27FC236}">
                      <a16:creationId xmlns:a16="http://schemas.microsoft.com/office/drawing/2014/main" id="{5A6394DD-DB43-ADDE-ACB6-50C608BA9D18}"/>
                    </a:ext>
                  </a:extLst>
                </p14:cNvPr>
                <p14:cNvContentPartPr/>
                <p14:nvPr/>
              </p14:nvContentPartPr>
              <p14:xfrm>
                <a:off x="7806471" y="2019785"/>
                <a:ext cx="207360" cy="267840"/>
              </p14:xfrm>
            </p:contentPart>
          </mc:Choice>
          <mc:Fallback xmlns="">
            <p:pic>
              <p:nvPicPr>
                <p:cNvPr id="306" name="Ink 305">
                  <a:extLst>
                    <a:ext uri="{FF2B5EF4-FFF2-40B4-BE49-F238E27FC236}">
                      <a16:creationId xmlns:a16="http://schemas.microsoft.com/office/drawing/2014/main" id="{5A6394DD-DB43-ADDE-ACB6-50C608BA9D18}"/>
                    </a:ext>
                  </a:extLst>
                </p:cNvPr>
                <p:cNvPicPr/>
                <p:nvPr/>
              </p:nvPicPr>
              <p:blipFill>
                <a:blip r:embed="rId515"/>
                <a:stretch>
                  <a:fillRect/>
                </a:stretch>
              </p:blipFill>
              <p:spPr>
                <a:xfrm>
                  <a:off x="7797831" y="2011145"/>
                  <a:ext cx="225000" cy="28548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307" name="Ink 306">
                  <a:extLst>
                    <a:ext uri="{FF2B5EF4-FFF2-40B4-BE49-F238E27FC236}">
                      <a16:creationId xmlns:a16="http://schemas.microsoft.com/office/drawing/2014/main" id="{B29BF713-A50D-455D-601E-114BECB646D1}"/>
                    </a:ext>
                  </a:extLst>
                </p14:cNvPr>
                <p14:cNvContentPartPr/>
                <p14:nvPr/>
              </p14:nvContentPartPr>
              <p14:xfrm>
                <a:off x="8067471" y="2137145"/>
                <a:ext cx="132120" cy="108360"/>
              </p14:xfrm>
            </p:contentPart>
          </mc:Choice>
          <mc:Fallback xmlns="">
            <p:pic>
              <p:nvPicPr>
                <p:cNvPr id="307" name="Ink 306">
                  <a:extLst>
                    <a:ext uri="{FF2B5EF4-FFF2-40B4-BE49-F238E27FC236}">
                      <a16:creationId xmlns:a16="http://schemas.microsoft.com/office/drawing/2014/main" id="{B29BF713-A50D-455D-601E-114BECB646D1}"/>
                    </a:ext>
                  </a:extLst>
                </p:cNvPr>
                <p:cNvPicPr/>
                <p:nvPr/>
              </p:nvPicPr>
              <p:blipFill>
                <a:blip r:embed="rId517"/>
                <a:stretch>
                  <a:fillRect/>
                </a:stretch>
              </p:blipFill>
              <p:spPr>
                <a:xfrm>
                  <a:off x="8058471" y="2128145"/>
                  <a:ext cx="1497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308" name="Ink 307">
                  <a:extLst>
                    <a:ext uri="{FF2B5EF4-FFF2-40B4-BE49-F238E27FC236}">
                      <a16:creationId xmlns:a16="http://schemas.microsoft.com/office/drawing/2014/main" id="{DAFFDC7B-1E0F-17B6-F551-EAA193EE1E94}"/>
                    </a:ext>
                  </a:extLst>
                </p14:cNvPr>
                <p14:cNvContentPartPr/>
                <p14:nvPr/>
              </p14:nvContentPartPr>
              <p14:xfrm>
                <a:off x="8234151" y="2122025"/>
                <a:ext cx="353520" cy="131040"/>
              </p14:xfrm>
            </p:contentPart>
          </mc:Choice>
          <mc:Fallback xmlns="">
            <p:pic>
              <p:nvPicPr>
                <p:cNvPr id="308" name="Ink 307">
                  <a:extLst>
                    <a:ext uri="{FF2B5EF4-FFF2-40B4-BE49-F238E27FC236}">
                      <a16:creationId xmlns:a16="http://schemas.microsoft.com/office/drawing/2014/main" id="{DAFFDC7B-1E0F-17B6-F551-EAA193EE1E94}"/>
                    </a:ext>
                  </a:extLst>
                </p:cNvPr>
                <p:cNvPicPr/>
                <p:nvPr/>
              </p:nvPicPr>
              <p:blipFill>
                <a:blip r:embed="rId519"/>
                <a:stretch>
                  <a:fillRect/>
                </a:stretch>
              </p:blipFill>
              <p:spPr>
                <a:xfrm>
                  <a:off x="8225151" y="2113385"/>
                  <a:ext cx="37116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309" name="Ink 308">
                  <a:extLst>
                    <a:ext uri="{FF2B5EF4-FFF2-40B4-BE49-F238E27FC236}">
                      <a16:creationId xmlns:a16="http://schemas.microsoft.com/office/drawing/2014/main" id="{25425E39-D90A-FA70-6AC5-F302F2E47EA4}"/>
                    </a:ext>
                  </a:extLst>
                </p14:cNvPr>
                <p14:cNvContentPartPr/>
                <p14:nvPr/>
              </p14:nvContentPartPr>
              <p14:xfrm>
                <a:off x="8648511" y="2064065"/>
                <a:ext cx="125640" cy="244440"/>
              </p14:xfrm>
            </p:contentPart>
          </mc:Choice>
          <mc:Fallback xmlns="">
            <p:pic>
              <p:nvPicPr>
                <p:cNvPr id="309" name="Ink 308">
                  <a:extLst>
                    <a:ext uri="{FF2B5EF4-FFF2-40B4-BE49-F238E27FC236}">
                      <a16:creationId xmlns:a16="http://schemas.microsoft.com/office/drawing/2014/main" id="{25425E39-D90A-FA70-6AC5-F302F2E47EA4}"/>
                    </a:ext>
                  </a:extLst>
                </p:cNvPr>
                <p:cNvPicPr/>
                <p:nvPr/>
              </p:nvPicPr>
              <p:blipFill>
                <a:blip r:embed="rId521"/>
                <a:stretch>
                  <a:fillRect/>
                </a:stretch>
              </p:blipFill>
              <p:spPr>
                <a:xfrm>
                  <a:off x="8639871" y="2055065"/>
                  <a:ext cx="14328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522">
              <p14:nvContentPartPr>
                <p14:cNvPr id="310" name="Ink 309">
                  <a:extLst>
                    <a:ext uri="{FF2B5EF4-FFF2-40B4-BE49-F238E27FC236}">
                      <a16:creationId xmlns:a16="http://schemas.microsoft.com/office/drawing/2014/main" id="{2CE2BEB7-FB28-956F-8A6E-AAC8CA01C9A0}"/>
                    </a:ext>
                  </a:extLst>
                </p14:cNvPr>
                <p14:cNvContentPartPr/>
                <p14:nvPr/>
              </p14:nvContentPartPr>
              <p14:xfrm>
                <a:off x="7643751" y="2030945"/>
                <a:ext cx="81720" cy="282600"/>
              </p14:xfrm>
            </p:contentPart>
          </mc:Choice>
          <mc:Fallback xmlns="">
            <p:pic>
              <p:nvPicPr>
                <p:cNvPr id="310" name="Ink 309">
                  <a:extLst>
                    <a:ext uri="{FF2B5EF4-FFF2-40B4-BE49-F238E27FC236}">
                      <a16:creationId xmlns:a16="http://schemas.microsoft.com/office/drawing/2014/main" id="{2CE2BEB7-FB28-956F-8A6E-AAC8CA01C9A0}"/>
                    </a:ext>
                  </a:extLst>
                </p:cNvPr>
                <p:cNvPicPr/>
                <p:nvPr/>
              </p:nvPicPr>
              <p:blipFill>
                <a:blip r:embed="rId523"/>
                <a:stretch>
                  <a:fillRect/>
                </a:stretch>
              </p:blipFill>
              <p:spPr>
                <a:xfrm>
                  <a:off x="7635111" y="2021945"/>
                  <a:ext cx="9936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524">
              <p14:nvContentPartPr>
                <p14:cNvPr id="312" name="Ink 311">
                  <a:extLst>
                    <a:ext uri="{FF2B5EF4-FFF2-40B4-BE49-F238E27FC236}">
                      <a16:creationId xmlns:a16="http://schemas.microsoft.com/office/drawing/2014/main" id="{2B276C83-D1C9-BF9F-4911-10207C965CC4}"/>
                    </a:ext>
                  </a:extLst>
                </p14:cNvPr>
                <p14:cNvContentPartPr/>
                <p14:nvPr/>
              </p14:nvContentPartPr>
              <p14:xfrm>
                <a:off x="6953991" y="1591025"/>
                <a:ext cx="2520" cy="2520"/>
              </p14:xfrm>
            </p:contentPart>
          </mc:Choice>
          <mc:Fallback xmlns="">
            <p:pic>
              <p:nvPicPr>
                <p:cNvPr id="312" name="Ink 311">
                  <a:extLst>
                    <a:ext uri="{FF2B5EF4-FFF2-40B4-BE49-F238E27FC236}">
                      <a16:creationId xmlns:a16="http://schemas.microsoft.com/office/drawing/2014/main" id="{2B276C83-D1C9-BF9F-4911-10207C965CC4}"/>
                    </a:ext>
                  </a:extLst>
                </p:cNvPr>
                <p:cNvPicPr/>
                <p:nvPr/>
              </p:nvPicPr>
              <p:blipFill>
                <a:blip r:embed="rId318"/>
                <a:stretch>
                  <a:fillRect/>
                </a:stretch>
              </p:blipFill>
              <p:spPr>
                <a:xfrm>
                  <a:off x="6945351" y="1582385"/>
                  <a:ext cx="2016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525">
              <p14:nvContentPartPr>
                <p14:cNvPr id="313" name="Ink 312">
                  <a:extLst>
                    <a:ext uri="{FF2B5EF4-FFF2-40B4-BE49-F238E27FC236}">
                      <a16:creationId xmlns:a16="http://schemas.microsoft.com/office/drawing/2014/main" id="{B3E9573B-61B5-56D7-9C46-38C1D12036BA}"/>
                    </a:ext>
                  </a:extLst>
                </p14:cNvPr>
                <p14:cNvContentPartPr/>
                <p14:nvPr/>
              </p14:nvContentPartPr>
              <p14:xfrm>
                <a:off x="6851751" y="1638905"/>
                <a:ext cx="14040" cy="3240"/>
              </p14:xfrm>
            </p:contentPart>
          </mc:Choice>
          <mc:Fallback xmlns="">
            <p:pic>
              <p:nvPicPr>
                <p:cNvPr id="313" name="Ink 312">
                  <a:extLst>
                    <a:ext uri="{FF2B5EF4-FFF2-40B4-BE49-F238E27FC236}">
                      <a16:creationId xmlns:a16="http://schemas.microsoft.com/office/drawing/2014/main" id="{B3E9573B-61B5-56D7-9C46-38C1D12036BA}"/>
                    </a:ext>
                  </a:extLst>
                </p:cNvPr>
                <p:cNvPicPr/>
                <p:nvPr/>
              </p:nvPicPr>
              <p:blipFill>
                <a:blip r:embed="rId526"/>
                <a:stretch>
                  <a:fillRect/>
                </a:stretch>
              </p:blipFill>
              <p:spPr>
                <a:xfrm>
                  <a:off x="6843111" y="1629905"/>
                  <a:ext cx="316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527">
              <p14:nvContentPartPr>
                <p14:cNvPr id="314" name="Ink 313">
                  <a:extLst>
                    <a:ext uri="{FF2B5EF4-FFF2-40B4-BE49-F238E27FC236}">
                      <a16:creationId xmlns:a16="http://schemas.microsoft.com/office/drawing/2014/main" id="{AF18ACA7-D0FE-1373-5FBD-EE356AFFF82B}"/>
                    </a:ext>
                  </a:extLst>
                </p14:cNvPr>
                <p14:cNvContentPartPr/>
                <p14:nvPr/>
              </p14:nvContentPartPr>
              <p14:xfrm>
                <a:off x="6726831" y="1644665"/>
                <a:ext cx="37800" cy="2520"/>
              </p14:xfrm>
            </p:contentPart>
          </mc:Choice>
          <mc:Fallback xmlns="">
            <p:pic>
              <p:nvPicPr>
                <p:cNvPr id="314" name="Ink 313">
                  <a:extLst>
                    <a:ext uri="{FF2B5EF4-FFF2-40B4-BE49-F238E27FC236}">
                      <a16:creationId xmlns:a16="http://schemas.microsoft.com/office/drawing/2014/main" id="{AF18ACA7-D0FE-1373-5FBD-EE356AFFF82B}"/>
                    </a:ext>
                  </a:extLst>
                </p:cNvPr>
                <p:cNvPicPr/>
                <p:nvPr/>
              </p:nvPicPr>
              <p:blipFill>
                <a:blip r:embed="rId528"/>
                <a:stretch>
                  <a:fillRect/>
                </a:stretch>
              </p:blipFill>
              <p:spPr>
                <a:xfrm>
                  <a:off x="6718191" y="1636025"/>
                  <a:ext cx="5544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529">
              <p14:nvContentPartPr>
                <p14:cNvPr id="315" name="Ink 314">
                  <a:extLst>
                    <a:ext uri="{FF2B5EF4-FFF2-40B4-BE49-F238E27FC236}">
                      <a16:creationId xmlns:a16="http://schemas.microsoft.com/office/drawing/2014/main" id="{C4AB6B7E-00DA-3B6F-91D1-297F3BBC5BA0}"/>
                    </a:ext>
                  </a:extLst>
                </p14:cNvPr>
                <p14:cNvContentPartPr/>
                <p14:nvPr/>
              </p14:nvContentPartPr>
              <p14:xfrm>
                <a:off x="6619911" y="1656905"/>
                <a:ext cx="18720" cy="4320"/>
              </p14:xfrm>
            </p:contentPart>
          </mc:Choice>
          <mc:Fallback xmlns="">
            <p:pic>
              <p:nvPicPr>
                <p:cNvPr id="315" name="Ink 314">
                  <a:extLst>
                    <a:ext uri="{FF2B5EF4-FFF2-40B4-BE49-F238E27FC236}">
                      <a16:creationId xmlns:a16="http://schemas.microsoft.com/office/drawing/2014/main" id="{C4AB6B7E-00DA-3B6F-91D1-297F3BBC5BA0}"/>
                    </a:ext>
                  </a:extLst>
                </p:cNvPr>
                <p:cNvPicPr/>
                <p:nvPr/>
              </p:nvPicPr>
              <p:blipFill>
                <a:blip r:embed="rId530"/>
                <a:stretch>
                  <a:fillRect/>
                </a:stretch>
              </p:blipFill>
              <p:spPr>
                <a:xfrm>
                  <a:off x="6610911" y="1647905"/>
                  <a:ext cx="3636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531">
              <p14:nvContentPartPr>
                <p14:cNvPr id="316" name="Ink 315">
                  <a:extLst>
                    <a:ext uri="{FF2B5EF4-FFF2-40B4-BE49-F238E27FC236}">
                      <a16:creationId xmlns:a16="http://schemas.microsoft.com/office/drawing/2014/main" id="{3C335E5B-688D-5A49-DC9F-0F37F0DCBF2C}"/>
                    </a:ext>
                  </a:extLst>
                </p14:cNvPr>
                <p14:cNvContentPartPr/>
                <p14:nvPr/>
              </p14:nvContentPartPr>
              <p14:xfrm>
                <a:off x="6451071" y="1644665"/>
                <a:ext cx="70920" cy="12240"/>
              </p14:xfrm>
            </p:contentPart>
          </mc:Choice>
          <mc:Fallback xmlns="">
            <p:pic>
              <p:nvPicPr>
                <p:cNvPr id="316" name="Ink 315">
                  <a:extLst>
                    <a:ext uri="{FF2B5EF4-FFF2-40B4-BE49-F238E27FC236}">
                      <a16:creationId xmlns:a16="http://schemas.microsoft.com/office/drawing/2014/main" id="{3C335E5B-688D-5A49-DC9F-0F37F0DCBF2C}"/>
                    </a:ext>
                  </a:extLst>
                </p:cNvPr>
                <p:cNvPicPr/>
                <p:nvPr/>
              </p:nvPicPr>
              <p:blipFill>
                <a:blip r:embed="rId532"/>
                <a:stretch>
                  <a:fillRect/>
                </a:stretch>
              </p:blipFill>
              <p:spPr>
                <a:xfrm>
                  <a:off x="6442431" y="1636025"/>
                  <a:ext cx="88560" cy="29880"/>
                </a:xfrm>
                <a:prstGeom prst="rect">
                  <a:avLst/>
                </a:prstGeom>
              </p:spPr>
            </p:pic>
          </mc:Fallback>
        </mc:AlternateContent>
      </p:grpSp>
      <p:grpSp>
        <p:nvGrpSpPr>
          <p:cNvPr id="322" name="Group 321">
            <a:extLst>
              <a:ext uri="{FF2B5EF4-FFF2-40B4-BE49-F238E27FC236}">
                <a16:creationId xmlns:a16="http://schemas.microsoft.com/office/drawing/2014/main" id="{EF76AE55-FAF2-21B0-359D-5DEC26A5A23A}"/>
              </a:ext>
            </a:extLst>
          </p:cNvPr>
          <p:cNvGrpSpPr/>
          <p:nvPr/>
        </p:nvGrpSpPr>
        <p:grpSpPr>
          <a:xfrm>
            <a:off x="4193151" y="1395545"/>
            <a:ext cx="1333800" cy="675720"/>
            <a:chOff x="4193151" y="1395545"/>
            <a:chExt cx="1333800" cy="675720"/>
          </a:xfrm>
        </p:grpSpPr>
        <mc:AlternateContent xmlns:mc="http://schemas.openxmlformats.org/markup-compatibility/2006" xmlns:p14="http://schemas.microsoft.com/office/powerpoint/2010/main">
          <mc:Choice Requires="p14">
            <p:contentPart p14:bwMode="auto" r:id="rId533">
              <p14:nvContentPartPr>
                <p14:cNvPr id="318" name="Ink 317">
                  <a:extLst>
                    <a:ext uri="{FF2B5EF4-FFF2-40B4-BE49-F238E27FC236}">
                      <a16:creationId xmlns:a16="http://schemas.microsoft.com/office/drawing/2014/main" id="{C6F7C38B-53C5-5347-4AED-D843540D7A75}"/>
                    </a:ext>
                  </a:extLst>
                </p14:cNvPr>
                <p14:cNvContentPartPr/>
                <p14:nvPr/>
              </p14:nvContentPartPr>
              <p14:xfrm>
                <a:off x="4193151" y="1450985"/>
                <a:ext cx="703800" cy="572760"/>
              </p14:xfrm>
            </p:contentPart>
          </mc:Choice>
          <mc:Fallback xmlns="">
            <p:pic>
              <p:nvPicPr>
                <p:cNvPr id="318" name="Ink 317">
                  <a:extLst>
                    <a:ext uri="{FF2B5EF4-FFF2-40B4-BE49-F238E27FC236}">
                      <a16:creationId xmlns:a16="http://schemas.microsoft.com/office/drawing/2014/main" id="{C6F7C38B-53C5-5347-4AED-D843540D7A75}"/>
                    </a:ext>
                  </a:extLst>
                </p:cNvPr>
                <p:cNvPicPr/>
                <p:nvPr/>
              </p:nvPicPr>
              <p:blipFill>
                <a:blip r:embed="rId534"/>
                <a:stretch>
                  <a:fillRect/>
                </a:stretch>
              </p:blipFill>
              <p:spPr>
                <a:xfrm>
                  <a:off x="4184151" y="1442345"/>
                  <a:ext cx="721440" cy="590400"/>
                </a:xfrm>
                <a:prstGeom prst="rect">
                  <a:avLst/>
                </a:prstGeom>
              </p:spPr>
            </p:pic>
          </mc:Fallback>
        </mc:AlternateContent>
        <mc:AlternateContent xmlns:mc="http://schemas.openxmlformats.org/markup-compatibility/2006" xmlns:p14="http://schemas.microsoft.com/office/powerpoint/2010/main">
          <mc:Choice Requires="p14">
            <p:contentPart p14:bwMode="auto" r:id="rId535">
              <p14:nvContentPartPr>
                <p14:cNvPr id="319" name="Ink 318">
                  <a:extLst>
                    <a:ext uri="{FF2B5EF4-FFF2-40B4-BE49-F238E27FC236}">
                      <a16:creationId xmlns:a16="http://schemas.microsoft.com/office/drawing/2014/main" id="{B4FBEE09-E48D-9257-1953-BC662DCA43E3}"/>
                    </a:ext>
                  </a:extLst>
                </p14:cNvPr>
                <p14:cNvContentPartPr/>
                <p14:nvPr/>
              </p14:nvContentPartPr>
              <p14:xfrm>
                <a:off x="4829271" y="1965785"/>
                <a:ext cx="137160" cy="105480"/>
              </p14:xfrm>
            </p:contentPart>
          </mc:Choice>
          <mc:Fallback xmlns="">
            <p:pic>
              <p:nvPicPr>
                <p:cNvPr id="319" name="Ink 318">
                  <a:extLst>
                    <a:ext uri="{FF2B5EF4-FFF2-40B4-BE49-F238E27FC236}">
                      <a16:creationId xmlns:a16="http://schemas.microsoft.com/office/drawing/2014/main" id="{B4FBEE09-E48D-9257-1953-BC662DCA43E3}"/>
                    </a:ext>
                  </a:extLst>
                </p:cNvPr>
                <p:cNvPicPr/>
                <p:nvPr/>
              </p:nvPicPr>
              <p:blipFill>
                <a:blip r:embed="rId536"/>
                <a:stretch>
                  <a:fillRect/>
                </a:stretch>
              </p:blipFill>
              <p:spPr>
                <a:xfrm>
                  <a:off x="4820631" y="1956785"/>
                  <a:ext cx="1548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537">
              <p14:nvContentPartPr>
                <p14:cNvPr id="320" name="Ink 319">
                  <a:extLst>
                    <a:ext uri="{FF2B5EF4-FFF2-40B4-BE49-F238E27FC236}">
                      <a16:creationId xmlns:a16="http://schemas.microsoft.com/office/drawing/2014/main" id="{852B97CF-67FF-A63C-6D21-67CBE44DB315}"/>
                    </a:ext>
                  </a:extLst>
                </p14:cNvPr>
                <p14:cNvContentPartPr/>
                <p14:nvPr/>
              </p14:nvContentPartPr>
              <p14:xfrm>
                <a:off x="4906311" y="1395545"/>
                <a:ext cx="560880" cy="428040"/>
              </p14:xfrm>
            </p:contentPart>
          </mc:Choice>
          <mc:Fallback xmlns="">
            <p:pic>
              <p:nvPicPr>
                <p:cNvPr id="320" name="Ink 319">
                  <a:extLst>
                    <a:ext uri="{FF2B5EF4-FFF2-40B4-BE49-F238E27FC236}">
                      <a16:creationId xmlns:a16="http://schemas.microsoft.com/office/drawing/2014/main" id="{852B97CF-67FF-A63C-6D21-67CBE44DB315}"/>
                    </a:ext>
                  </a:extLst>
                </p:cNvPr>
                <p:cNvPicPr/>
                <p:nvPr/>
              </p:nvPicPr>
              <p:blipFill>
                <a:blip r:embed="rId538"/>
                <a:stretch>
                  <a:fillRect/>
                </a:stretch>
              </p:blipFill>
              <p:spPr>
                <a:xfrm>
                  <a:off x="4897671" y="1386905"/>
                  <a:ext cx="578520" cy="445680"/>
                </a:xfrm>
                <a:prstGeom prst="rect">
                  <a:avLst/>
                </a:prstGeom>
              </p:spPr>
            </p:pic>
          </mc:Fallback>
        </mc:AlternateContent>
        <mc:AlternateContent xmlns:mc="http://schemas.openxmlformats.org/markup-compatibility/2006" xmlns:p14="http://schemas.microsoft.com/office/powerpoint/2010/main">
          <mc:Choice Requires="p14">
            <p:contentPart p14:bwMode="auto" r:id="rId539">
              <p14:nvContentPartPr>
                <p14:cNvPr id="321" name="Ink 320">
                  <a:extLst>
                    <a:ext uri="{FF2B5EF4-FFF2-40B4-BE49-F238E27FC236}">
                      <a16:creationId xmlns:a16="http://schemas.microsoft.com/office/drawing/2014/main" id="{F4233EE0-FA37-BB21-23C7-9072556FEF63}"/>
                    </a:ext>
                  </a:extLst>
                </p14:cNvPr>
                <p14:cNvContentPartPr/>
                <p14:nvPr/>
              </p14:nvContentPartPr>
              <p14:xfrm>
                <a:off x="5381151" y="1752665"/>
                <a:ext cx="145800" cy="153000"/>
              </p14:xfrm>
            </p:contentPart>
          </mc:Choice>
          <mc:Fallback xmlns="">
            <p:pic>
              <p:nvPicPr>
                <p:cNvPr id="321" name="Ink 320">
                  <a:extLst>
                    <a:ext uri="{FF2B5EF4-FFF2-40B4-BE49-F238E27FC236}">
                      <a16:creationId xmlns:a16="http://schemas.microsoft.com/office/drawing/2014/main" id="{F4233EE0-FA37-BB21-23C7-9072556FEF63}"/>
                    </a:ext>
                  </a:extLst>
                </p:cNvPr>
                <p:cNvPicPr/>
                <p:nvPr/>
              </p:nvPicPr>
              <p:blipFill>
                <a:blip r:embed="rId540"/>
                <a:stretch>
                  <a:fillRect/>
                </a:stretch>
              </p:blipFill>
              <p:spPr>
                <a:xfrm>
                  <a:off x="5372151" y="1744025"/>
                  <a:ext cx="163440" cy="170640"/>
                </a:xfrm>
                <a:prstGeom prst="rect">
                  <a:avLst/>
                </a:prstGeom>
              </p:spPr>
            </p:pic>
          </mc:Fallback>
        </mc:AlternateContent>
      </p:grpSp>
    </p:spTree>
    <p:extLst>
      <p:ext uri="{BB962C8B-B14F-4D97-AF65-F5344CB8AC3E}">
        <p14:creationId xmlns:p14="http://schemas.microsoft.com/office/powerpoint/2010/main" val="23113309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B99D7-E70E-FC87-8861-DCFC95E4DD8A}"/>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A14B15DC-0E22-95BF-BD8B-A145FA43B763}"/>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Difference between UI and UX</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3BCA42F-35BB-9D12-2E86-EF9EB32252EC}"/>
              </a:ext>
            </a:extLst>
          </p:cNvPr>
          <p:cNvSpPr txBox="1"/>
          <p:nvPr/>
        </p:nvSpPr>
        <p:spPr>
          <a:xfrm>
            <a:off x="134426" y="490759"/>
            <a:ext cx="8615133" cy="1962059"/>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UI stands for User Interface</a:t>
            </a:r>
          </a:p>
          <a:p>
            <a:pPr marL="285750" indent="-285750">
              <a:buFont typeface="Arial" panose="020B0604020202020204" pitchFamily="34" charset="0"/>
              <a:buChar char="•"/>
            </a:pPr>
            <a:r>
              <a:rPr lang="en-IN" sz="1350" dirty="0">
                <a:latin typeface="Amasis MT Pro" panose="02040504050005020304" pitchFamily="18" charset="0"/>
              </a:rPr>
              <a:t>UI can be created when we have any framework</a:t>
            </a:r>
          </a:p>
          <a:p>
            <a:pPr marL="285750" indent="-285750">
              <a:buFont typeface="Arial" panose="020B0604020202020204" pitchFamily="34" charset="0"/>
              <a:buChar char="•"/>
            </a:pPr>
            <a:r>
              <a:rPr lang="en-IN" sz="1350" dirty="0">
                <a:latin typeface="Amasis MT Pro" panose="02040504050005020304" pitchFamily="18" charset="0"/>
              </a:rPr>
              <a:t>UI is usually created with developers perspective</a:t>
            </a:r>
          </a:p>
          <a:p>
            <a:pPr marL="285750" indent="-285750">
              <a:buFont typeface="Arial" panose="020B0604020202020204" pitchFamily="34" charset="0"/>
              <a:buChar char="•"/>
            </a:pPr>
            <a:r>
              <a:rPr lang="en-IN" sz="1350" dirty="0">
                <a:latin typeface="Amasis MT Pro" panose="02040504050005020304" pitchFamily="18" charset="0"/>
              </a:rPr>
              <a:t>You can change UI any time</a:t>
            </a:r>
          </a:p>
          <a:p>
            <a:endParaRPr lang="en-IN" sz="1350" dirty="0">
              <a:latin typeface="Amasis MT Pro" panose="02040504050005020304" pitchFamily="18" charset="0"/>
            </a:endParaRPr>
          </a:p>
          <a:p>
            <a:r>
              <a:rPr lang="en-IN" sz="1350" dirty="0">
                <a:latin typeface="Amasis MT Pro" panose="02040504050005020304" pitchFamily="18" charset="0"/>
              </a:rPr>
              <a:t>UX stands for User Experience</a:t>
            </a:r>
          </a:p>
          <a:p>
            <a:pPr marL="285750" indent="-285750">
              <a:buFont typeface="Arial" panose="020B0604020202020204" pitchFamily="34" charset="0"/>
              <a:buChar char="•"/>
            </a:pPr>
            <a:r>
              <a:rPr lang="en-IN" sz="1350" dirty="0">
                <a:latin typeface="Amasis MT Pro" panose="02040504050005020304" pitchFamily="18" charset="0"/>
              </a:rPr>
              <a:t>UX is created based on the user’s behavior, actions, patterns</a:t>
            </a:r>
          </a:p>
          <a:p>
            <a:pPr marL="285750" indent="-285750">
              <a:buFont typeface="Arial" panose="020B0604020202020204" pitchFamily="34" charset="0"/>
              <a:buChar char="•"/>
            </a:pPr>
            <a:r>
              <a:rPr lang="en-IN" sz="1350" dirty="0">
                <a:latin typeface="Amasis MT Pro" panose="02040504050005020304" pitchFamily="18" charset="0"/>
              </a:rPr>
              <a:t>Its psychological hence it is user’s perspective</a:t>
            </a:r>
          </a:p>
          <a:p>
            <a:pPr marL="285750" indent="-285750">
              <a:buFont typeface="Arial" panose="020B0604020202020204" pitchFamily="34" charset="0"/>
              <a:buChar char="•"/>
            </a:pPr>
            <a:r>
              <a:rPr lang="en-IN" sz="1350" dirty="0">
                <a:latin typeface="Amasis MT Pro" panose="02040504050005020304" pitchFamily="18" charset="0"/>
              </a:rPr>
              <a:t>You cannot change the UX</a:t>
            </a:r>
          </a:p>
        </p:txBody>
      </p:sp>
      <p:sp>
        <p:nvSpPr>
          <p:cNvPr id="4" name="TextBox 3">
            <a:extLst>
              <a:ext uri="{FF2B5EF4-FFF2-40B4-BE49-F238E27FC236}">
                <a16:creationId xmlns:a16="http://schemas.microsoft.com/office/drawing/2014/main" id="{BF56D697-FD50-BAEA-BA94-21D6C99F49CB}"/>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FC93777B-046B-403E-DD1A-D74DBF889137}"/>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26B5D7EB-5BFD-05A9-3177-1B20FDDEF726}"/>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pic>
        <p:nvPicPr>
          <p:cNvPr id="1026" name="Picture 2" descr="How that UX vs design analogy is wrong | by Shain McAlindon | Medium">
            <a:extLst>
              <a:ext uri="{FF2B5EF4-FFF2-40B4-BE49-F238E27FC236}">
                <a16:creationId xmlns:a16="http://schemas.microsoft.com/office/drawing/2014/main" id="{316B5326-523E-1AE1-4181-55E193672B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114550"/>
            <a:ext cx="4557089" cy="2614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77081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B357C-E929-7CA1-E8CF-C4B105B9E684}"/>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49BE2804-07E4-840D-EF9F-B4B3AC65455C}"/>
              </a:ext>
            </a:extLst>
          </p:cNvPr>
          <p:cNvSpPr/>
          <p:nvPr/>
        </p:nvSpPr>
        <p:spPr>
          <a:xfrm>
            <a:off x="5029200" y="133350"/>
            <a:ext cx="3061051" cy="6698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7">
            <a:extLst>
              <a:ext uri="{FF2B5EF4-FFF2-40B4-BE49-F238E27FC236}">
                <a16:creationId xmlns:a16="http://schemas.microsoft.com/office/drawing/2014/main" id="{CA2DC80F-B960-3C02-A2BB-281514B3656B}"/>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How Fiori Apps are built</a:t>
            </a:r>
            <a:endParaRPr lang="en-IN" sz="2000"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73AE35A-77B0-AFB7-E9BA-D1A837044E01}"/>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CAFB1D94-844F-8BBE-C753-18CCA440A36E}"/>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11BEE0AC-6CDC-BBBC-88AF-7C18F5ECDEDB}"/>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D18E6ED6-2368-63A1-0B97-FB1D834C1DBC}"/>
              </a:ext>
            </a:extLst>
          </p:cNvPr>
          <p:cNvSpPr/>
          <p:nvPr/>
        </p:nvSpPr>
        <p:spPr>
          <a:xfrm>
            <a:off x="1066800" y="510194"/>
            <a:ext cx="1219200" cy="152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Index.html</a:t>
            </a:r>
          </a:p>
        </p:txBody>
      </p:sp>
      <p:sp>
        <p:nvSpPr>
          <p:cNvPr id="8" name="Rectangle: Rounded Corners 7">
            <a:extLst>
              <a:ext uri="{FF2B5EF4-FFF2-40B4-BE49-F238E27FC236}">
                <a16:creationId xmlns:a16="http://schemas.microsoft.com/office/drawing/2014/main" id="{8AC933A9-B16B-38CD-FBB5-55EAE5928662}"/>
              </a:ext>
            </a:extLst>
          </p:cNvPr>
          <p:cNvSpPr/>
          <p:nvPr/>
        </p:nvSpPr>
        <p:spPr>
          <a:xfrm>
            <a:off x="3429000" y="965863"/>
            <a:ext cx="1600200" cy="609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View</a:t>
            </a:r>
          </a:p>
        </p:txBody>
      </p:sp>
      <p:sp>
        <p:nvSpPr>
          <p:cNvPr id="9" name="Arrow: Right 8">
            <a:extLst>
              <a:ext uri="{FF2B5EF4-FFF2-40B4-BE49-F238E27FC236}">
                <a16:creationId xmlns:a16="http://schemas.microsoft.com/office/drawing/2014/main" id="{1A0811AF-F1C4-BC61-1472-9E10E0BD88D0}"/>
              </a:ext>
            </a:extLst>
          </p:cNvPr>
          <p:cNvSpPr/>
          <p:nvPr/>
        </p:nvSpPr>
        <p:spPr>
          <a:xfrm>
            <a:off x="2286000" y="1119794"/>
            <a:ext cx="1143000" cy="304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50559B44-B373-0C45-06CC-EA20F2D37D3F}"/>
              </a:ext>
            </a:extLst>
          </p:cNvPr>
          <p:cNvSpPr/>
          <p:nvPr/>
        </p:nvSpPr>
        <p:spPr>
          <a:xfrm>
            <a:off x="6490051" y="965863"/>
            <a:ext cx="1600200" cy="609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Controller</a:t>
            </a:r>
          </a:p>
        </p:txBody>
      </p:sp>
      <p:cxnSp>
        <p:nvCxnSpPr>
          <p:cNvPr id="12" name="Straight Connector 11">
            <a:extLst>
              <a:ext uri="{FF2B5EF4-FFF2-40B4-BE49-F238E27FC236}">
                <a16:creationId xmlns:a16="http://schemas.microsoft.com/office/drawing/2014/main" id="{02AD0E55-FC1B-319D-539A-BEB5E1F1A739}"/>
              </a:ext>
            </a:extLst>
          </p:cNvPr>
          <p:cNvCxnSpPr>
            <a:stCxn id="8" idx="3"/>
            <a:endCxn id="10" idx="1"/>
          </p:cNvCxnSpPr>
          <p:nvPr/>
        </p:nvCxnSpPr>
        <p:spPr>
          <a:xfrm>
            <a:off x="5029200" y="1270663"/>
            <a:ext cx="1460851"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43BED916-EA8A-69AD-CE57-343960BB5A1E}"/>
              </a:ext>
            </a:extLst>
          </p:cNvPr>
          <p:cNvSpPr/>
          <p:nvPr/>
        </p:nvSpPr>
        <p:spPr>
          <a:xfrm>
            <a:off x="107001" y="3257550"/>
            <a:ext cx="1219200" cy="152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Index.html</a:t>
            </a:r>
          </a:p>
        </p:txBody>
      </p:sp>
      <p:sp>
        <p:nvSpPr>
          <p:cNvPr id="14" name="Rectangle 13">
            <a:extLst>
              <a:ext uri="{FF2B5EF4-FFF2-40B4-BE49-F238E27FC236}">
                <a16:creationId xmlns:a16="http://schemas.microsoft.com/office/drawing/2014/main" id="{8CA23C7A-5A23-60B4-2B40-2959E6205E6A}"/>
              </a:ext>
            </a:extLst>
          </p:cNvPr>
          <p:cNvSpPr/>
          <p:nvPr/>
        </p:nvSpPr>
        <p:spPr>
          <a:xfrm>
            <a:off x="1828800" y="3257550"/>
            <a:ext cx="2590800" cy="152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b="1" dirty="0">
                <a:effectLst>
                  <a:outerShdw blurRad="38100" dist="38100" dir="2700000" algn="tl">
                    <a:srgbClr val="000000">
                      <a:alpha val="43137"/>
                    </a:srgbClr>
                  </a:outerShdw>
                </a:effectLst>
              </a:rPr>
              <a:t>Component.js</a:t>
            </a:r>
          </a:p>
          <a:p>
            <a:pPr algn="ctr"/>
            <a:r>
              <a:rPr lang="en-IN" sz="1400" dirty="0">
                <a:latin typeface="Agency FB" panose="020B0503020202020204" pitchFamily="34" charset="0"/>
              </a:rPr>
              <a:t>It is the launcher file, starring point of any Fiori app, it wraps all the functionality of our application. If you create Fiori app w/o component file, you can never integrate this app with launchpad</a:t>
            </a:r>
          </a:p>
        </p:txBody>
      </p:sp>
      <p:cxnSp>
        <p:nvCxnSpPr>
          <p:cNvPr id="16" name="Straight Arrow Connector 15">
            <a:extLst>
              <a:ext uri="{FF2B5EF4-FFF2-40B4-BE49-F238E27FC236}">
                <a16:creationId xmlns:a16="http://schemas.microsoft.com/office/drawing/2014/main" id="{E6B7EB71-D79A-6527-B201-F7E32838EF83}"/>
              </a:ext>
            </a:extLst>
          </p:cNvPr>
          <p:cNvCxnSpPr>
            <a:stCxn id="13" idx="3"/>
            <a:endCxn id="14" idx="1"/>
          </p:cNvCxnSpPr>
          <p:nvPr/>
        </p:nvCxnSpPr>
        <p:spPr>
          <a:xfrm>
            <a:off x="1326201" y="4019550"/>
            <a:ext cx="5025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DAC3D1F8-25A7-93E4-E16F-27D031310B62}"/>
              </a:ext>
            </a:extLst>
          </p:cNvPr>
          <p:cNvSpPr/>
          <p:nvPr/>
        </p:nvSpPr>
        <p:spPr>
          <a:xfrm>
            <a:off x="1981200" y="2112472"/>
            <a:ext cx="2286000"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err="1">
                <a:effectLst>
                  <a:outerShdw blurRad="38100" dist="38100" dir="2700000" algn="tl">
                    <a:srgbClr val="000000">
                      <a:alpha val="43137"/>
                    </a:srgbClr>
                  </a:outerShdw>
                </a:effectLst>
              </a:rPr>
              <a:t>manifest.json</a:t>
            </a:r>
            <a:endParaRPr lang="en-IN" sz="1600" b="1" dirty="0">
              <a:effectLst>
                <a:outerShdw blurRad="38100" dist="38100" dir="2700000" algn="tl">
                  <a:srgbClr val="000000">
                    <a:alpha val="43137"/>
                  </a:srgbClr>
                </a:outerShdw>
              </a:effectLst>
            </a:endParaRPr>
          </a:p>
          <a:p>
            <a:pPr algn="ctr"/>
            <a:r>
              <a:rPr lang="en-IN" sz="1400" dirty="0">
                <a:latin typeface="Agency FB" panose="020B0503020202020204" pitchFamily="34" charset="0"/>
              </a:rPr>
              <a:t>It is called application descriptor, which contains all our app properties</a:t>
            </a:r>
          </a:p>
        </p:txBody>
      </p:sp>
      <p:cxnSp>
        <p:nvCxnSpPr>
          <p:cNvPr id="19" name="Straight Connector 18">
            <a:extLst>
              <a:ext uri="{FF2B5EF4-FFF2-40B4-BE49-F238E27FC236}">
                <a16:creationId xmlns:a16="http://schemas.microsoft.com/office/drawing/2014/main" id="{3FBA7208-9A2D-F085-623B-D267B916BE31}"/>
              </a:ext>
            </a:extLst>
          </p:cNvPr>
          <p:cNvCxnSpPr>
            <a:cxnSpLocks/>
            <a:stCxn id="17" idx="2"/>
            <a:endCxn id="14" idx="0"/>
          </p:cNvCxnSpPr>
          <p:nvPr/>
        </p:nvCxnSpPr>
        <p:spPr>
          <a:xfrm>
            <a:off x="3124200" y="3026872"/>
            <a:ext cx="0" cy="230678"/>
          </a:xfrm>
          <a:prstGeom prst="line">
            <a:avLst/>
          </a:prstGeom>
        </p:spPr>
        <p:style>
          <a:lnRef idx="3">
            <a:schemeClr val="accent5"/>
          </a:lnRef>
          <a:fillRef idx="0">
            <a:schemeClr val="accent5"/>
          </a:fillRef>
          <a:effectRef idx="2">
            <a:schemeClr val="accent5"/>
          </a:effectRef>
          <a:fontRef idx="minor">
            <a:schemeClr val="tx1"/>
          </a:fontRef>
        </p:style>
      </p:cxnSp>
      <p:sp>
        <p:nvSpPr>
          <p:cNvPr id="21" name="Rectangle 20">
            <a:extLst>
              <a:ext uri="{FF2B5EF4-FFF2-40B4-BE49-F238E27FC236}">
                <a16:creationId xmlns:a16="http://schemas.microsoft.com/office/drawing/2014/main" id="{67105998-0B87-FCB9-18CA-9CF2D4421FE0}"/>
              </a:ext>
            </a:extLst>
          </p:cNvPr>
          <p:cNvSpPr/>
          <p:nvPr/>
        </p:nvSpPr>
        <p:spPr>
          <a:xfrm>
            <a:off x="4876800" y="3371855"/>
            <a:ext cx="1981200" cy="12953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t>Root View (App.view.xml)</a:t>
            </a:r>
          </a:p>
          <a:p>
            <a:pPr algn="ctr"/>
            <a:endParaRPr lang="en-IN" sz="1200" b="1" dirty="0"/>
          </a:p>
          <a:p>
            <a:pPr algn="ctr"/>
            <a:endParaRPr lang="en-IN" sz="1200" b="1" dirty="0"/>
          </a:p>
          <a:p>
            <a:pPr algn="ctr"/>
            <a:endParaRPr lang="en-IN" sz="1200" b="1" dirty="0"/>
          </a:p>
          <a:p>
            <a:pPr algn="ctr"/>
            <a:endParaRPr lang="en-IN" sz="1200" b="1" dirty="0"/>
          </a:p>
          <a:p>
            <a:pPr algn="ctr"/>
            <a:endParaRPr lang="en-IN" sz="1200" b="1" dirty="0"/>
          </a:p>
        </p:txBody>
      </p:sp>
      <p:sp>
        <p:nvSpPr>
          <p:cNvPr id="22" name="Rectangle 21">
            <a:extLst>
              <a:ext uri="{FF2B5EF4-FFF2-40B4-BE49-F238E27FC236}">
                <a16:creationId xmlns:a16="http://schemas.microsoft.com/office/drawing/2014/main" id="{024A68AD-4F75-BFF6-05B8-CF34C28B592C}"/>
              </a:ext>
            </a:extLst>
          </p:cNvPr>
          <p:cNvSpPr/>
          <p:nvPr/>
        </p:nvSpPr>
        <p:spPr>
          <a:xfrm>
            <a:off x="5029200" y="3758537"/>
            <a:ext cx="1676400" cy="8382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t>Application container</a:t>
            </a:r>
          </a:p>
        </p:txBody>
      </p:sp>
      <p:sp>
        <p:nvSpPr>
          <p:cNvPr id="23" name="Rectangle 22">
            <a:extLst>
              <a:ext uri="{FF2B5EF4-FFF2-40B4-BE49-F238E27FC236}">
                <a16:creationId xmlns:a16="http://schemas.microsoft.com/office/drawing/2014/main" id="{94895016-A811-8170-2BCB-291A98BF39E7}"/>
              </a:ext>
            </a:extLst>
          </p:cNvPr>
          <p:cNvSpPr/>
          <p:nvPr/>
        </p:nvSpPr>
        <p:spPr>
          <a:xfrm>
            <a:off x="5067300" y="2869515"/>
            <a:ext cx="1600200" cy="307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t>App.controller.js</a:t>
            </a:r>
          </a:p>
        </p:txBody>
      </p:sp>
      <p:cxnSp>
        <p:nvCxnSpPr>
          <p:cNvPr id="25" name="Straight Arrow Connector 24">
            <a:extLst>
              <a:ext uri="{FF2B5EF4-FFF2-40B4-BE49-F238E27FC236}">
                <a16:creationId xmlns:a16="http://schemas.microsoft.com/office/drawing/2014/main" id="{EB9F4B3B-AD70-B7D5-B9D6-7B27119581E8}"/>
              </a:ext>
            </a:extLst>
          </p:cNvPr>
          <p:cNvCxnSpPr>
            <a:cxnSpLocks/>
            <a:stCxn id="14" idx="3"/>
            <a:endCxn id="21" idx="1"/>
          </p:cNvCxnSpPr>
          <p:nvPr/>
        </p:nvCxnSpPr>
        <p:spPr>
          <a:xfrm>
            <a:off x="4419600" y="4019550"/>
            <a:ext cx="457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7AE6FD1-C040-3D2F-4749-71AADB8F7947}"/>
              </a:ext>
            </a:extLst>
          </p:cNvPr>
          <p:cNvCxnSpPr>
            <a:cxnSpLocks/>
            <a:stCxn id="23" idx="2"/>
            <a:endCxn id="21" idx="0"/>
          </p:cNvCxnSpPr>
          <p:nvPr/>
        </p:nvCxnSpPr>
        <p:spPr>
          <a:xfrm>
            <a:off x="5867400" y="3177151"/>
            <a:ext cx="0" cy="194704"/>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D3FA7EC5-293A-68F8-BBEB-64D1BE1701FB}"/>
              </a:ext>
            </a:extLst>
          </p:cNvPr>
          <p:cNvSpPr/>
          <p:nvPr/>
        </p:nvSpPr>
        <p:spPr>
          <a:xfrm>
            <a:off x="7086600" y="3790950"/>
            <a:ext cx="12954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effectLst>
                  <a:outerShdw blurRad="38100" dist="38100" dir="2700000" algn="tl">
                    <a:srgbClr val="000000">
                      <a:alpha val="43137"/>
                    </a:srgbClr>
                  </a:outerShdw>
                </a:effectLst>
              </a:rPr>
              <a:t>View1</a:t>
            </a:r>
          </a:p>
        </p:txBody>
      </p:sp>
      <p:sp>
        <p:nvSpPr>
          <p:cNvPr id="31" name="Rectangle 30">
            <a:extLst>
              <a:ext uri="{FF2B5EF4-FFF2-40B4-BE49-F238E27FC236}">
                <a16:creationId xmlns:a16="http://schemas.microsoft.com/office/drawing/2014/main" id="{FE0EBEE2-2129-FD9C-6002-B6C6CC23E9F0}"/>
              </a:ext>
            </a:extLst>
          </p:cNvPr>
          <p:cNvSpPr/>
          <p:nvPr/>
        </p:nvSpPr>
        <p:spPr>
          <a:xfrm>
            <a:off x="8122136" y="4291937"/>
            <a:ext cx="12954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effectLst>
                  <a:outerShdw blurRad="38100" dist="38100" dir="2700000" algn="tl">
                    <a:srgbClr val="000000">
                      <a:alpha val="43137"/>
                    </a:srgbClr>
                  </a:outerShdw>
                </a:effectLst>
              </a:rPr>
              <a:t>View2</a:t>
            </a:r>
          </a:p>
        </p:txBody>
      </p:sp>
      <p:cxnSp>
        <p:nvCxnSpPr>
          <p:cNvPr id="33" name="Straight Arrow Connector 32">
            <a:extLst>
              <a:ext uri="{FF2B5EF4-FFF2-40B4-BE49-F238E27FC236}">
                <a16:creationId xmlns:a16="http://schemas.microsoft.com/office/drawing/2014/main" id="{77B23C93-7855-74B2-C4BB-96A4EAAA2FA1}"/>
              </a:ext>
            </a:extLst>
          </p:cNvPr>
          <p:cNvCxnSpPr>
            <a:stCxn id="30" idx="1"/>
          </p:cNvCxnSpPr>
          <p:nvPr/>
        </p:nvCxnSpPr>
        <p:spPr>
          <a:xfrm flipH="1">
            <a:off x="6629400" y="3943350"/>
            <a:ext cx="457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1722FDE8-029E-B5A1-A729-EF7157844F04}"/>
              </a:ext>
            </a:extLst>
          </p:cNvPr>
          <p:cNvCxnSpPr>
            <a:cxnSpLocks/>
          </p:cNvCxnSpPr>
          <p:nvPr/>
        </p:nvCxnSpPr>
        <p:spPr>
          <a:xfrm flipH="1">
            <a:off x="6629400" y="4444337"/>
            <a:ext cx="14927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Rectangle 39">
            <a:extLst>
              <a:ext uri="{FF2B5EF4-FFF2-40B4-BE49-F238E27FC236}">
                <a16:creationId xmlns:a16="http://schemas.microsoft.com/office/drawing/2014/main" id="{C957A2BD-C60E-49D6-81D7-C4C8558506FF}"/>
              </a:ext>
            </a:extLst>
          </p:cNvPr>
          <p:cNvSpPr/>
          <p:nvPr/>
        </p:nvSpPr>
        <p:spPr>
          <a:xfrm>
            <a:off x="6849580" y="2889926"/>
            <a:ext cx="1380020" cy="307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t>View1.controller.js</a:t>
            </a:r>
          </a:p>
        </p:txBody>
      </p:sp>
      <p:sp>
        <p:nvSpPr>
          <p:cNvPr id="41" name="Rectangle 40">
            <a:extLst>
              <a:ext uri="{FF2B5EF4-FFF2-40B4-BE49-F238E27FC236}">
                <a16:creationId xmlns:a16="http://schemas.microsoft.com/office/drawing/2014/main" id="{D3CFEC20-E769-24D2-D9A6-3AC15584BA3B}"/>
              </a:ext>
            </a:extLst>
          </p:cNvPr>
          <p:cNvSpPr/>
          <p:nvPr/>
        </p:nvSpPr>
        <p:spPr>
          <a:xfrm>
            <a:off x="8382000" y="2889926"/>
            <a:ext cx="1380020" cy="307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t>View2.controller.js</a:t>
            </a:r>
          </a:p>
        </p:txBody>
      </p:sp>
      <p:sp>
        <p:nvSpPr>
          <p:cNvPr id="42" name="Rectangle 41">
            <a:extLst>
              <a:ext uri="{FF2B5EF4-FFF2-40B4-BE49-F238E27FC236}">
                <a16:creationId xmlns:a16="http://schemas.microsoft.com/office/drawing/2014/main" id="{FF4C5ECB-168E-97FC-660B-315A53A52DBE}"/>
              </a:ext>
            </a:extLst>
          </p:cNvPr>
          <p:cNvSpPr/>
          <p:nvPr/>
        </p:nvSpPr>
        <p:spPr>
          <a:xfrm>
            <a:off x="6858000" y="2100985"/>
            <a:ext cx="1380020" cy="3076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t>BaseController</a:t>
            </a:r>
          </a:p>
        </p:txBody>
      </p:sp>
      <p:cxnSp>
        <p:nvCxnSpPr>
          <p:cNvPr id="44" name="Connector: Elbow 43">
            <a:extLst>
              <a:ext uri="{FF2B5EF4-FFF2-40B4-BE49-F238E27FC236}">
                <a16:creationId xmlns:a16="http://schemas.microsoft.com/office/drawing/2014/main" id="{1E84AE58-1936-0D1C-5909-559D6D7CF13D}"/>
              </a:ext>
            </a:extLst>
          </p:cNvPr>
          <p:cNvCxnSpPr>
            <a:stCxn id="23" idx="0"/>
            <a:endCxn id="42" idx="2"/>
          </p:cNvCxnSpPr>
          <p:nvPr/>
        </p:nvCxnSpPr>
        <p:spPr>
          <a:xfrm rot="5400000" flipH="1" flipV="1">
            <a:off x="6477258" y="1798763"/>
            <a:ext cx="460894" cy="168061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DD6C4B5A-F091-982B-97FD-5AD418408682}"/>
              </a:ext>
            </a:extLst>
          </p:cNvPr>
          <p:cNvCxnSpPr>
            <a:stCxn id="41" idx="0"/>
            <a:endCxn id="42" idx="2"/>
          </p:cNvCxnSpPr>
          <p:nvPr/>
        </p:nvCxnSpPr>
        <p:spPr>
          <a:xfrm rot="16200000" flipV="1">
            <a:off x="8069358" y="1887274"/>
            <a:ext cx="481305" cy="15240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6BCBA05-922B-710F-D822-307FA442A746}"/>
              </a:ext>
            </a:extLst>
          </p:cNvPr>
          <p:cNvCxnSpPr>
            <a:stCxn id="40" idx="0"/>
            <a:endCxn id="42" idx="2"/>
          </p:cNvCxnSpPr>
          <p:nvPr/>
        </p:nvCxnSpPr>
        <p:spPr>
          <a:xfrm flipV="1">
            <a:off x="7539590" y="2408621"/>
            <a:ext cx="8420" cy="481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DF64C07-54BD-DA44-57BB-7FC2EF3FB89F}"/>
              </a:ext>
            </a:extLst>
          </p:cNvPr>
          <p:cNvCxnSpPr>
            <a:stCxn id="40" idx="2"/>
            <a:endCxn id="30" idx="0"/>
          </p:cNvCxnSpPr>
          <p:nvPr/>
        </p:nvCxnSpPr>
        <p:spPr>
          <a:xfrm>
            <a:off x="7539590" y="3197562"/>
            <a:ext cx="194710" cy="5933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2CA6756-93F0-FC8D-9491-A04C4931961E}"/>
              </a:ext>
            </a:extLst>
          </p:cNvPr>
          <p:cNvCxnSpPr>
            <a:stCxn id="41" idx="2"/>
            <a:endCxn id="31" idx="0"/>
          </p:cNvCxnSpPr>
          <p:nvPr/>
        </p:nvCxnSpPr>
        <p:spPr>
          <a:xfrm flipH="1">
            <a:off x="8769836" y="3197562"/>
            <a:ext cx="302174" cy="1094375"/>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A0524C4-48A8-6363-411C-462811A85E57}"/>
              </a:ext>
            </a:extLst>
          </p:cNvPr>
          <p:cNvSpPr txBox="1"/>
          <p:nvPr/>
        </p:nvSpPr>
        <p:spPr>
          <a:xfrm>
            <a:off x="5029200" y="111264"/>
            <a:ext cx="3136143" cy="707886"/>
          </a:xfrm>
          <a:prstGeom prst="rect">
            <a:avLst/>
          </a:prstGeom>
          <a:noFill/>
        </p:spPr>
        <p:txBody>
          <a:bodyPr wrap="square" rtlCol="0">
            <a:spAutoFit/>
          </a:bodyPr>
          <a:lstStyle/>
          <a:p>
            <a:r>
              <a:rPr lang="en-US" sz="1000" dirty="0">
                <a:solidFill>
                  <a:schemeClr val="bg2"/>
                </a:solidFill>
              </a:rPr>
              <a:t>Component.js is the starting point of our app or it is the launcher file because it starts or initialize view (able to see) and intern's controller. Index.html only used for Bootstrap to load UI5</a:t>
            </a:r>
            <a:endParaRPr lang="en-IN" sz="1000" dirty="0">
              <a:solidFill>
                <a:schemeClr val="bg2"/>
              </a:solidFill>
            </a:endParaRPr>
          </a:p>
        </p:txBody>
      </p:sp>
      <p:cxnSp>
        <p:nvCxnSpPr>
          <p:cNvPr id="15" name="Connector: Elbow 14">
            <a:extLst>
              <a:ext uri="{FF2B5EF4-FFF2-40B4-BE49-F238E27FC236}">
                <a16:creationId xmlns:a16="http://schemas.microsoft.com/office/drawing/2014/main" id="{C40311E2-C1E9-8F6F-3519-1FA8F64CB589}"/>
              </a:ext>
            </a:extLst>
          </p:cNvPr>
          <p:cNvCxnSpPr>
            <a:cxnSpLocks/>
          </p:cNvCxnSpPr>
          <p:nvPr/>
        </p:nvCxnSpPr>
        <p:spPr>
          <a:xfrm rot="5400000" flipH="1" flipV="1">
            <a:off x="3962400" y="1200150"/>
            <a:ext cx="2438400" cy="16764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250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5FD1E-DDF0-86F3-7CE4-70073C94F373}"/>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9991CCF3-9CF3-AD28-FF94-23363C271878}"/>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Component.js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DA22982-AE50-C89D-0A15-8E7A218DBFD8}"/>
              </a:ext>
            </a:extLst>
          </p:cNvPr>
          <p:cNvSpPr txBox="1"/>
          <p:nvPr/>
        </p:nvSpPr>
        <p:spPr>
          <a:xfrm>
            <a:off x="134426" y="490759"/>
            <a:ext cx="8615133" cy="4131884"/>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Component.js is the launcher file of any Fiori Application, an application which contains Component.js file is called </a:t>
            </a:r>
            <a:r>
              <a:rPr lang="en-IN" sz="1350" b="1" dirty="0" err="1">
                <a:latin typeface="Amasis MT Pro" panose="02040504050005020304" pitchFamily="18" charset="0"/>
              </a:rPr>
              <a:t>fiorilikeapp</a:t>
            </a:r>
            <a:endParaRPr lang="en-IN" sz="1350" b="1" dirty="0">
              <a:latin typeface="Amasis MT Pro" panose="02040504050005020304" pitchFamily="18" charset="0"/>
            </a:endParaRPr>
          </a:p>
          <a:p>
            <a:pPr marL="285750" indent="-285750">
              <a:buFont typeface="Arial" panose="020B0604020202020204" pitchFamily="34" charset="0"/>
              <a:buChar char="•"/>
            </a:pPr>
            <a:r>
              <a:rPr lang="en-IN" sz="1350" dirty="0">
                <a:latin typeface="Amasis MT Pro" panose="02040504050005020304" pitchFamily="18" charset="0"/>
              </a:rPr>
              <a:t>It wraps the functionality of any Fiori App</a:t>
            </a:r>
          </a:p>
          <a:p>
            <a:pPr marL="285750" indent="-285750">
              <a:buFont typeface="Arial" panose="020B0604020202020204" pitchFamily="34" charset="0"/>
              <a:buChar char="•"/>
            </a:pPr>
            <a:r>
              <a:rPr lang="en-IN" sz="1350" dirty="0">
                <a:latin typeface="Amasis MT Pro" panose="02040504050005020304" pitchFamily="18" charset="0"/>
              </a:rPr>
              <a:t>We cannot integrate our app with Fiori Launchpad, if we don’t have Component.js file in our app</a:t>
            </a:r>
          </a:p>
          <a:p>
            <a:pPr marL="285750" indent="-285750">
              <a:buFont typeface="Arial" panose="020B0604020202020204" pitchFamily="34" charset="0"/>
              <a:buChar char="•"/>
            </a:pPr>
            <a:r>
              <a:rPr lang="en-IN" sz="1350" dirty="0">
                <a:latin typeface="Amasis MT Pro" panose="02040504050005020304" pitchFamily="18" charset="0"/>
              </a:rPr>
              <a:t>There is always only one Component.js file in our app</a:t>
            </a:r>
          </a:p>
          <a:p>
            <a:pPr marL="285750" indent="-285750">
              <a:buFont typeface="Arial" panose="020B0604020202020204" pitchFamily="34" charset="0"/>
              <a:buChar char="•"/>
            </a:pPr>
            <a:r>
              <a:rPr lang="en-IN" sz="1350" dirty="0">
                <a:latin typeface="Amasis MT Pro" panose="02040504050005020304" pitchFamily="18" charset="0"/>
              </a:rPr>
              <a:t>Usually located in the root directory (webapp) of our project</a:t>
            </a:r>
          </a:p>
          <a:p>
            <a:pPr marL="285750" indent="-285750">
              <a:buFont typeface="Arial" panose="020B0604020202020204" pitchFamily="34" charset="0"/>
              <a:buChar char="•"/>
            </a:pPr>
            <a:r>
              <a:rPr lang="en-IN" sz="1350" dirty="0">
                <a:latin typeface="Amasis MT Pro" panose="02040504050005020304" pitchFamily="18" charset="0"/>
              </a:rPr>
              <a:t>The name must be Component.js because UI5 framework SCAN your app to look this file @ start</a:t>
            </a:r>
          </a:p>
          <a:p>
            <a:pPr marL="285750" indent="-285750">
              <a:buFont typeface="Arial" panose="020B0604020202020204" pitchFamily="34" charset="0"/>
              <a:buChar char="•"/>
            </a:pPr>
            <a:r>
              <a:rPr lang="en-IN" sz="1350" dirty="0">
                <a:latin typeface="Amasis MT Pro" panose="02040504050005020304" pitchFamily="18" charset="0"/>
              </a:rPr>
              <a:t>It comes companion file called </a:t>
            </a:r>
            <a:r>
              <a:rPr lang="en-IN" sz="1350" dirty="0" err="1">
                <a:latin typeface="Amasis MT Pro" panose="02040504050005020304" pitchFamily="18" charset="0"/>
              </a:rPr>
              <a:t>manifest.json</a:t>
            </a:r>
            <a:r>
              <a:rPr lang="en-IN" sz="1350" dirty="0">
                <a:latin typeface="Amasis MT Pro" panose="02040504050005020304" pitchFamily="18" charset="0"/>
              </a:rPr>
              <a:t> (called Application descriptor file)</a:t>
            </a:r>
          </a:p>
          <a:p>
            <a:pPr marL="285750" indent="-285750">
              <a:buFont typeface="Arial" panose="020B0604020202020204" pitchFamily="34" charset="0"/>
              <a:buChar char="•"/>
            </a:pPr>
            <a:r>
              <a:rPr lang="en-IN" sz="1350" dirty="0">
                <a:latin typeface="Amasis MT Pro" panose="02040504050005020304" pitchFamily="18" charset="0"/>
              </a:rPr>
              <a:t>Technically, it inherit from standard SAP UI5 class/module </a:t>
            </a:r>
            <a:r>
              <a:rPr lang="en-IN" sz="1350" b="1" dirty="0">
                <a:latin typeface="Amasis MT Pro" panose="02040504050005020304" pitchFamily="18" charset="0"/>
              </a:rPr>
              <a:t>“sap/</a:t>
            </a:r>
            <a:r>
              <a:rPr lang="en-IN" sz="1350" b="1" dirty="0" err="1">
                <a:latin typeface="Amasis MT Pro" panose="02040504050005020304" pitchFamily="18" charset="0"/>
              </a:rPr>
              <a:t>ui</a:t>
            </a:r>
            <a:r>
              <a:rPr lang="en-IN" sz="1350" b="1" dirty="0">
                <a:latin typeface="Amasis MT Pro" panose="02040504050005020304" pitchFamily="18" charset="0"/>
              </a:rPr>
              <a:t>/core/</a:t>
            </a:r>
            <a:r>
              <a:rPr lang="en-IN" sz="1350" b="1" dirty="0" err="1">
                <a:latin typeface="Amasis MT Pro" panose="02040504050005020304" pitchFamily="18" charset="0"/>
              </a:rPr>
              <a:t>UIComponent</a:t>
            </a:r>
            <a:r>
              <a:rPr lang="en-IN" sz="1350" b="1" dirty="0">
                <a:latin typeface="Amasis MT Pro" panose="02040504050005020304" pitchFamily="18" charset="0"/>
              </a:rPr>
              <a:t>”</a:t>
            </a:r>
          </a:p>
          <a:p>
            <a:pPr marL="285750" indent="-285750">
              <a:buFont typeface="Arial" panose="020B0604020202020204" pitchFamily="34" charset="0"/>
              <a:buChar char="•"/>
            </a:pPr>
            <a:r>
              <a:rPr lang="en-IN" sz="1350" dirty="0">
                <a:latin typeface="Amasis MT Pro" panose="02040504050005020304" pitchFamily="18" charset="0"/>
              </a:rPr>
              <a:t>A Component.js connect to manifest using metadata property</a:t>
            </a:r>
          </a:p>
          <a:p>
            <a:pPr marL="285750" indent="-285750">
              <a:buFont typeface="Arial" panose="020B0604020202020204" pitchFamily="34" charset="0"/>
              <a:buChar char="•"/>
            </a:pPr>
            <a:r>
              <a:rPr lang="en-IN" sz="1350" dirty="0">
                <a:latin typeface="Amasis MT Pro" panose="02040504050005020304" pitchFamily="18" charset="0"/>
              </a:rPr>
              <a:t>It contains 3 methods – </a:t>
            </a:r>
            <a:r>
              <a:rPr lang="en-IN" sz="1350" b="1" dirty="0" err="1">
                <a:latin typeface="Amasis MT Pro" panose="02040504050005020304" pitchFamily="18" charset="0"/>
              </a:rPr>
              <a:t>init</a:t>
            </a:r>
            <a:r>
              <a:rPr lang="en-IN" sz="1350" b="1" dirty="0">
                <a:latin typeface="Amasis MT Pro" panose="02040504050005020304" pitchFamily="18" charset="0"/>
              </a:rPr>
              <a:t>, </a:t>
            </a:r>
            <a:r>
              <a:rPr lang="en-IN" sz="1350" b="1" dirty="0" err="1">
                <a:latin typeface="Amasis MT Pro" panose="02040504050005020304" pitchFamily="18" charset="0"/>
              </a:rPr>
              <a:t>createContent</a:t>
            </a:r>
            <a:r>
              <a:rPr lang="en-IN" sz="1350" b="1" dirty="0">
                <a:latin typeface="Amasis MT Pro" panose="02040504050005020304" pitchFamily="18" charset="0"/>
              </a:rPr>
              <a:t>, and destroy</a:t>
            </a:r>
          </a:p>
          <a:p>
            <a:pPr marL="285750" indent="-285750">
              <a:buFont typeface="Arial" panose="020B0604020202020204" pitchFamily="34" charset="0"/>
              <a:buChar char="•"/>
            </a:pPr>
            <a:r>
              <a:rPr lang="en-IN" sz="1350" dirty="0">
                <a:latin typeface="Amasis MT Pro" panose="02040504050005020304" pitchFamily="18" charset="0"/>
              </a:rPr>
              <a:t>Remember Component.js is the starring point of any </a:t>
            </a:r>
            <a:r>
              <a:rPr lang="en-IN" sz="1350" b="1" dirty="0">
                <a:latin typeface="Amasis MT Pro" panose="02040504050005020304" pitchFamily="18" charset="0"/>
              </a:rPr>
              <a:t>Fiori App</a:t>
            </a:r>
          </a:p>
          <a:p>
            <a:pPr marL="285750" indent="-285750">
              <a:buFont typeface="Arial" panose="020B0604020202020204" pitchFamily="34" charset="0"/>
              <a:buChar char="•"/>
            </a:pPr>
            <a:r>
              <a:rPr lang="en-IN" sz="1350" dirty="0">
                <a:latin typeface="Amasis MT Pro" panose="02040504050005020304" pitchFamily="18" charset="0"/>
              </a:rPr>
              <a:t>In the index.html, we never put any productive code anymore, rather we just test our Component.js using a class called </a:t>
            </a:r>
            <a:r>
              <a:rPr lang="en-IN" sz="1350" dirty="0" err="1">
                <a:latin typeface="Amasis MT Pro" panose="02040504050005020304" pitchFamily="18" charset="0"/>
              </a:rPr>
              <a:t>ComponentContainer</a:t>
            </a:r>
            <a:br>
              <a:rPr lang="en-IN" sz="1350" dirty="0">
                <a:latin typeface="Amasis MT Pro" panose="02040504050005020304" pitchFamily="18" charset="0"/>
              </a:rPr>
            </a:br>
            <a:br>
              <a:rPr lang="en-IN" sz="1350" dirty="0">
                <a:latin typeface="Amasis MT Pro" panose="02040504050005020304" pitchFamily="18" charset="0"/>
              </a:rPr>
            </a:br>
            <a:r>
              <a:rPr lang="en-US" b="1" dirty="0" err="1">
                <a:highlight>
                  <a:srgbClr val="00FFFF"/>
                </a:highlight>
              </a:rPr>
              <a:t>ComponentContainer</a:t>
            </a:r>
            <a:r>
              <a:rPr lang="en-US" sz="1400" dirty="0">
                <a:highlight>
                  <a:srgbClr val="00FFFF"/>
                </a:highlight>
              </a:rPr>
              <a:t> is a SAP UI5 control used to load and display a </a:t>
            </a:r>
            <a:r>
              <a:rPr lang="en-US" sz="1400" b="1" dirty="0">
                <a:highlight>
                  <a:srgbClr val="00FFFF"/>
                </a:highlight>
              </a:rPr>
              <a:t>Component</a:t>
            </a:r>
            <a:r>
              <a:rPr lang="en-US" sz="1400" dirty="0">
                <a:highlight>
                  <a:srgbClr val="00FFFF"/>
                </a:highlight>
              </a:rPr>
              <a:t> (like </a:t>
            </a:r>
            <a:r>
              <a:rPr lang="en-US" dirty="0">
                <a:highlight>
                  <a:srgbClr val="00FFFF"/>
                </a:highlight>
              </a:rPr>
              <a:t>Component.js</a:t>
            </a:r>
            <a:r>
              <a:rPr lang="en-US" sz="1400" dirty="0">
                <a:highlight>
                  <a:srgbClr val="00FFFF"/>
                </a:highlight>
              </a:rPr>
              <a:t>) inside the HTML page.</a:t>
            </a:r>
            <a:br>
              <a:rPr lang="en-US" sz="1400" dirty="0">
                <a:highlight>
                  <a:srgbClr val="00FFFF"/>
                </a:highlight>
              </a:rPr>
            </a:br>
            <a:r>
              <a:rPr lang="en-US" sz="1400" dirty="0">
                <a:highlight>
                  <a:srgbClr val="00FFFF"/>
                </a:highlight>
              </a:rPr>
              <a:t>It acts as a </a:t>
            </a:r>
            <a:r>
              <a:rPr lang="en-US" sz="1400" b="1" dirty="0">
                <a:highlight>
                  <a:srgbClr val="00FFFF"/>
                </a:highlight>
              </a:rPr>
              <a:t>wrapper</a:t>
            </a:r>
            <a:r>
              <a:rPr lang="en-US" sz="1400" dirty="0">
                <a:highlight>
                  <a:srgbClr val="00FFFF"/>
                </a:highlight>
              </a:rPr>
              <a:t> that initializes the component, manages its lifecycle, and renders its main view in the browser.</a:t>
            </a:r>
            <a:endParaRPr lang="en-IN" sz="1350" dirty="0">
              <a:highlight>
                <a:srgbClr val="00FFFF"/>
              </a:highlight>
              <a:latin typeface="Amasis MT Pro" panose="02040504050005020304" pitchFamily="18" charset="0"/>
            </a:endParaRPr>
          </a:p>
        </p:txBody>
      </p:sp>
      <p:sp>
        <p:nvSpPr>
          <p:cNvPr id="4" name="TextBox 3">
            <a:extLst>
              <a:ext uri="{FF2B5EF4-FFF2-40B4-BE49-F238E27FC236}">
                <a16:creationId xmlns:a16="http://schemas.microsoft.com/office/drawing/2014/main" id="{50315F24-3365-1532-7A3C-C4B6EA70B41B}"/>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7BCE6AA4-47DF-B6FC-D3AB-9FDD6419DA03}"/>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42FEFFD2-EA7F-7991-3055-07E0EB981166}"/>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12882292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EA628-039B-E138-97F5-230118C55CC4}"/>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7E75DBAF-4B80-5060-B113-7D142224F8F7}"/>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Title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1405082-A664-8641-42E0-D15ED72CDACD}"/>
              </a:ext>
            </a:extLst>
          </p:cNvPr>
          <p:cNvSpPr txBox="1"/>
          <p:nvPr/>
        </p:nvSpPr>
        <p:spPr>
          <a:xfrm>
            <a:off x="134426" y="490759"/>
            <a:ext cx="8615133" cy="300066"/>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&lt;content&gt;</a:t>
            </a:r>
          </a:p>
        </p:txBody>
      </p:sp>
      <p:sp>
        <p:nvSpPr>
          <p:cNvPr id="4" name="TextBox 3">
            <a:extLst>
              <a:ext uri="{FF2B5EF4-FFF2-40B4-BE49-F238E27FC236}">
                <a16:creationId xmlns:a16="http://schemas.microsoft.com/office/drawing/2014/main" id="{67313393-D16A-6063-2EF1-5809BB432AE0}"/>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F8B52097-BAC9-98F3-0643-101F518C8E9B}"/>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8E06B04F-FFD2-4D81-402C-8FB4CD9205F9}"/>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54EE0EA9-AC2F-3FCA-9C27-1DB9BF6ED344}"/>
              </a:ext>
            </a:extLst>
          </p:cNvPr>
          <p:cNvSpPr/>
          <p:nvPr/>
        </p:nvSpPr>
        <p:spPr>
          <a:xfrm>
            <a:off x="1828800" y="908663"/>
            <a:ext cx="1981200" cy="12953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t>Root View (App.view.xml)</a:t>
            </a:r>
          </a:p>
          <a:p>
            <a:pPr algn="ctr"/>
            <a:endParaRPr lang="en-IN" sz="1200" b="1" dirty="0"/>
          </a:p>
          <a:p>
            <a:pPr algn="ctr"/>
            <a:endParaRPr lang="en-IN" sz="1200" b="1" dirty="0"/>
          </a:p>
          <a:p>
            <a:pPr algn="ctr"/>
            <a:endParaRPr lang="en-IN" sz="1200" b="1" dirty="0"/>
          </a:p>
          <a:p>
            <a:pPr algn="ctr"/>
            <a:endParaRPr lang="en-IN" sz="1200" b="1" dirty="0"/>
          </a:p>
          <a:p>
            <a:pPr algn="ctr"/>
            <a:endParaRPr lang="en-IN" sz="1200" b="1" dirty="0"/>
          </a:p>
        </p:txBody>
      </p:sp>
      <p:sp>
        <p:nvSpPr>
          <p:cNvPr id="8" name="Rectangle 7">
            <a:extLst>
              <a:ext uri="{FF2B5EF4-FFF2-40B4-BE49-F238E27FC236}">
                <a16:creationId xmlns:a16="http://schemas.microsoft.com/office/drawing/2014/main" id="{4757F878-CC74-96EA-CE37-E1521D289614}"/>
              </a:ext>
            </a:extLst>
          </p:cNvPr>
          <p:cNvSpPr/>
          <p:nvPr/>
        </p:nvSpPr>
        <p:spPr>
          <a:xfrm>
            <a:off x="1981200" y="1295345"/>
            <a:ext cx="1676400" cy="8382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t>Application container </a:t>
            </a:r>
            <a:r>
              <a:rPr lang="en-IN" dirty="0">
                <a:highlight>
                  <a:srgbClr val="FF0000"/>
                </a:highlight>
              </a:rPr>
              <a:t>pages</a:t>
            </a:r>
          </a:p>
          <a:p>
            <a:pPr algn="ctr"/>
            <a:r>
              <a:rPr lang="en-IN" b="1" dirty="0">
                <a:solidFill>
                  <a:srgbClr val="FF0000"/>
                </a:solidFill>
                <a:effectLst>
                  <a:outerShdw blurRad="38100" dist="38100" dir="2700000" algn="tl">
                    <a:srgbClr val="000000">
                      <a:alpha val="43137"/>
                    </a:srgbClr>
                  </a:outerShdw>
                </a:effectLst>
              </a:rPr>
              <a:t>App</a:t>
            </a:r>
          </a:p>
        </p:txBody>
      </p:sp>
      <p:sp>
        <p:nvSpPr>
          <p:cNvPr id="9" name="Rectangle 8">
            <a:extLst>
              <a:ext uri="{FF2B5EF4-FFF2-40B4-BE49-F238E27FC236}">
                <a16:creationId xmlns:a16="http://schemas.microsoft.com/office/drawing/2014/main" id="{A021BD10-7631-F3B7-2122-9FB0F14028F6}"/>
              </a:ext>
            </a:extLst>
          </p:cNvPr>
          <p:cNvSpPr/>
          <p:nvPr/>
        </p:nvSpPr>
        <p:spPr>
          <a:xfrm>
            <a:off x="1066800" y="3409950"/>
            <a:ext cx="12954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effectLst>
                  <a:outerShdw blurRad="38100" dist="38100" dir="2700000" algn="tl">
                    <a:srgbClr val="000000">
                      <a:alpha val="43137"/>
                    </a:srgbClr>
                  </a:outerShdw>
                </a:effectLst>
              </a:rPr>
              <a:t>View1</a:t>
            </a:r>
          </a:p>
        </p:txBody>
      </p:sp>
      <p:sp>
        <p:nvSpPr>
          <p:cNvPr id="10" name="Rectangle 9">
            <a:extLst>
              <a:ext uri="{FF2B5EF4-FFF2-40B4-BE49-F238E27FC236}">
                <a16:creationId xmlns:a16="http://schemas.microsoft.com/office/drawing/2014/main" id="{20DD4DEF-4C09-B1D0-E9F1-445CCDAB2934}"/>
              </a:ext>
            </a:extLst>
          </p:cNvPr>
          <p:cNvSpPr/>
          <p:nvPr/>
        </p:nvSpPr>
        <p:spPr>
          <a:xfrm>
            <a:off x="2933700" y="3409950"/>
            <a:ext cx="12954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effectLst>
                  <a:outerShdw blurRad="38100" dist="38100" dir="2700000" algn="tl">
                    <a:srgbClr val="000000">
                      <a:alpha val="43137"/>
                    </a:srgbClr>
                  </a:outerShdw>
                </a:effectLst>
              </a:rPr>
              <a:t>View2</a:t>
            </a:r>
          </a:p>
        </p:txBody>
      </p:sp>
      <p:cxnSp>
        <p:nvCxnSpPr>
          <p:cNvPr id="11" name="Straight Arrow Connector 10">
            <a:extLst>
              <a:ext uri="{FF2B5EF4-FFF2-40B4-BE49-F238E27FC236}">
                <a16:creationId xmlns:a16="http://schemas.microsoft.com/office/drawing/2014/main" id="{5DA00400-90B4-7378-7B67-7B89B280DC18}"/>
              </a:ext>
            </a:extLst>
          </p:cNvPr>
          <p:cNvCxnSpPr>
            <a:cxnSpLocks/>
            <a:stCxn id="9" idx="0"/>
          </p:cNvCxnSpPr>
          <p:nvPr/>
        </p:nvCxnSpPr>
        <p:spPr>
          <a:xfrm flipV="1">
            <a:off x="1714500" y="2133545"/>
            <a:ext cx="800100" cy="12764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5DC08354-E583-53D8-76CB-EC6A0C108199}"/>
              </a:ext>
            </a:extLst>
          </p:cNvPr>
          <p:cNvCxnSpPr>
            <a:cxnSpLocks/>
            <a:stCxn id="10" idx="0"/>
          </p:cNvCxnSpPr>
          <p:nvPr/>
        </p:nvCxnSpPr>
        <p:spPr>
          <a:xfrm flipH="1" flipV="1">
            <a:off x="3048000" y="2133545"/>
            <a:ext cx="533400" cy="12764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45" name="Group 44">
            <a:extLst>
              <a:ext uri="{FF2B5EF4-FFF2-40B4-BE49-F238E27FC236}">
                <a16:creationId xmlns:a16="http://schemas.microsoft.com/office/drawing/2014/main" id="{8B55CA4C-6BCC-2E82-D6EA-99B4CCA9B3D5}"/>
              </a:ext>
            </a:extLst>
          </p:cNvPr>
          <p:cNvGrpSpPr/>
          <p:nvPr/>
        </p:nvGrpSpPr>
        <p:grpSpPr>
          <a:xfrm>
            <a:off x="808791" y="3167465"/>
            <a:ext cx="3956400" cy="1769760"/>
            <a:chOff x="808791" y="3167465"/>
            <a:chExt cx="3956400" cy="1769760"/>
          </a:xfrm>
        </p:grpSpPr>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D6C7F838-8896-F582-97D2-AFC10DE59ACA}"/>
                    </a:ext>
                  </a:extLst>
                </p14:cNvPr>
                <p14:cNvContentPartPr/>
                <p14:nvPr/>
              </p14:nvContentPartPr>
              <p14:xfrm>
                <a:off x="808791" y="3167465"/>
                <a:ext cx="3956400" cy="721080"/>
              </p14:xfrm>
            </p:contentPart>
          </mc:Choice>
          <mc:Fallback xmlns="">
            <p:pic>
              <p:nvPicPr>
                <p:cNvPr id="17" name="Ink 16">
                  <a:extLst>
                    <a:ext uri="{FF2B5EF4-FFF2-40B4-BE49-F238E27FC236}">
                      <a16:creationId xmlns:a16="http://schemas.microsoft.com/office/drawing/2014/main" id="{D6C7F838-8896-F582-97D2-AFC10DE59ACA}"/>
                    </a:ext>
                  </a:extLst>
                </p:cNvPr>
                <p:cNvPicPr/>
                <p:nvPr/>
              </p:nvPicPr>
              <p:blipFill>
                <a:blip r:embed="rId4"/>
                <a:stretch>
                  <a:fillRect/>
                </a:stretch>
              </p:blipFill>
              <p:spPr>
                <a:xfrm>
                  <a:off x="800151" y="3158465"/>
                  <a:ext cx="3974040" cy="738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8" name="Ink 17">
                  <a:extLst>
                    <a:ext uri="{FF2B5EF4-FFF2-40B4-BE49-F238E27FC236}">
                      <a16:creationId xmlns:a16="http://schemas.microsoft.com/office/drawing/2014/main" id="{86769E31-24E3-678D-BA63-16313CC996A6}"/>
                    </a:ext>
                  </a:extLst>
                </p14:cNvPr>
                <p14:cNvContentPartPr/>
                <p14:nvPr/>
              </p14:nvContentPartPr>
              <p14:xfrm>
                <a:off x="2524191" y="3854705"/>
                <a:ext cx="57960" cy="198000"/>
              </p14:xfrm>
            </p:contentPart>
          </mc:Choice>
          <mc:Fallback xmlns="">
            <p:pic>
              <p:nvPicPr>
                <p:cNvPr id="18" name="Ink 17">
                  <a:extLst>
                    <a:ext uri="{FF2B5EF4-FFF2-40B4-BE49-F238E27FC236}">
                      <a16:creationId xmlns:a16="http://schemas.microsoft.com/office/drawing/2014/main" id="{86769E31-24E3-678D-BA63-16313CC996A6}"/>
                    </a:ext>
                  </a:extLst>
                </p:cNvPr>
                <p:cNvPicPr/>
                <p:nvPr/>
              </p:nvPicPr>
              <p:blipFill>
                <a:blip r:embed="rId6"/>
                <a:stretch>
                  <a:fillRect/>
                </a:stretch>
              </p:blipFill>
              <p:spPr>
                <a:xfrm>
                  <a:off x="2515551" y="3845705"/>
                  <a:ext cx="7560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C3868314-F69A-AC64-D0A3-AFA2B4C338D5}"/>
                    </a:ext>
                  </a:extLst>
                </p14:cNvPr>
                <p14:cNvContentPartPr/>
                <p14:nvPr/>
              </p14:nvContentPartPr>
              <p14:xfrm>
                <a:off x="2565951" y="3885305"/>
                <a:ext cx="117360" cy="169200"/>
              </p14:xfrm>
            </p:contentPart>
          </mc:Choice>
          <mc:Fallback xmlns="">
            <p:pic>
              <p:nvPicPr>
                <p:cNvPr id="19" name="Ink 18">
                  <a:extLst>
                    <a:ext uri="{FF2B5EF4-FFF2-40B4-BE49-F238E27FC236}">
                      <a16:creationId xmlns:a16="http://schemas.microsoft.com/office/drawing/2014/main" id="{C3868314-F69A-AC64-D0A3-AFA2B4C338D5}"/>
                    </a:ext>
                  </a:extLst>
                </p:cNvPr>
                <p:cNvPicPr/>
                <p:nvPr/>
              </p:nvPicPr>
              <p:blipFill>
                <a:blip r:embed="rId8"/>
                <a:stretch>
                  <a:fillRect/>
                </a:stretch>
              </p:blipFill>
              <p:spPr>
                <a:xfrm>
                  <a:off x="2556951" y="3876305"/>
                  <a:ext cx="13500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D8C972FF-D5C6-F0B6-2076-08E03C3E4134}"/>
                    </a:ext>
                  </a:extLst>
                </p14:cNvPr>
                <p14:cNvContentPartPr/>
                <p14:nvPr/>
              </p14:nvContentPartPr>
              <p14:xfrm>
                <a:off x="2533911" y="3904385"/>
                <a:ext cx="56520" cy="209880"/>
              </p14:xfrm>
            </p:contentPart>
          </mc:Choice>
          <mc:Fallback xmlns="">
            <p:pic>
              <p:nvPicPr>
                <p:cNvPr id="20" name="Ink 19">
                  <a:extLst>
                    <a:ext uri="{FF2B5EF4-FFF2-40B4-BE49-F238E27FC236}">
                      <a16:creationId xmlns:a16="http://schemas.microsoft.com/office/drawing/2014/main" id="{D8C972FF-D5C6-F0B6-2076-08E03C3E4134}"/>
                    </a:ext>
                  </a:extLst>
                </p:cNvPr>
                <p:cNvPicPr/>
                <p:nvPr/>
              </p:nvPicPr>
              <p:blipFill>
                <a:blip r:embed="rId10"/>
                <a:stretch>
                  <a:fillRect/>
                </a:stretch>
              </p:blipFill>
              <p:spPr>
                <a:xfrm>
                  <a:off x="2524911" y="3895385"/>
                  <a:ext cx="7416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2" name="Ink 21">
                  <a:extLst>
                    <a:ext uri="{FF2B5EF4-FFF2-40B4-BE49-F238E27FC236}">
                      <a16:creationId xmlns:a16="http://schemas.microsoft.com/office/drawing/2014/main" id="{67A3154B-5A28-09DB-B09B-025E79EE26F9}"/>
                    </a:ext>
                  </a:extLst>
                </p14:cNvPr>
                <p14:cNvContentPartPr/>
                <p14:nvPr/>
              </p14:nvContentPartPr>
              <p14:xfrm>
                <a:off x="2426991" y="4319105"/>
                <a:ext cx="175320" cy="197280"/>
              </p14:xfrm>
            </p:contentPart>
          </mc:Choice>
          <mc:Fallback xmlns="">
            <p:pic>
              <p:nvPicPr>
                <p:cNvPr id="22" name="Ink 21">
                  <a:extLst>
                    <a:ext uri="{FF2B5EF4-FFF2-40B4-BE49-F238E27FC236}">
                      <a16:creationId xmlns:a16="http://schemas.microsoft.com/office/drawing/2014/main" id="{67A3154B-5A28-09DB-B09B-025E79EE26F9}"/>
                    </a:ext>
                  </a:extLst>
                </p:cNvPr>
                <p:cNvPicPr/>
                <p:nvPr/>
              </p:nvPicPr>
              <p:blipFill>
                <a:blip r:embed="rId12"/>
                <a:stretch>
                  <a:fillRect/>
                </a:stretch>
              </p:blipFill>
              <p:spPr>
                <a:xfrm>
                  <a:off x="2417991" y="4310105"/>
                  <a:ext cx="19296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3" name="Ink 22">
                  <a:extLst>
                    <a:ext uri="{FF2B5EF4-FFF2-40B4-BE49-F238E27FC236}">
                      <a16:creationId xmlns:a16="http://schemas.microsoft.com/office/drawing/2014/main" id="{E64345D1-D73E-4A43-DE11-14AD8990B35E}"/>
                    </a:ext>
                  </a:extLst>
                </p14:cNvPr>
                <p14:cNvContentPartPr/>
                <p14:nvPr/>
              </p14:nvContentPartPr>
              <p14:xfrm>
                <a:off x="2624271" y="4335665"/>
                <a:ext cx="89640" cy="152280"/>
              </p14:xfrm>
            </p:contentPart>
          </mc:Choice>
          <mc:Fallback xmlns="">
            <p:pic>
              <p:nvPicPr>
                <p:cNvPr id="23" name="Ink 22">
                  <a:extLst>
                    <a:ext uri="{FF2B5EF4-FFF2-40B4-BE49-F238E27FC236}">
                      <a16:creationId xmlns:a16="http://schemas.microsoft.com/office/drawing/2014/main" id="{E64345D1-D73E-4A43-DE11-14AD8990B35E}"/>
                    </a:ext>
                  </a:extLst>
                </p:cNvPr>
                <p:cNvPicPr/>
                <p:nvPr/>
              </p:nvPicPr>
              <p:blipFill>
                <a:blip r:embed="rId14"/>
                <a:stretch>
                  <a:fillRect/>
                </a:stretch>
              </p:blipFill>
              <p:spPr>
                <a:xfrm>
                  <a:off x="2615631" y="4326665"/>
                  <a:ext cx="10728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4" name="Ink 23">
                  <a:extLst>
                    <a:ext uri="{FF2B5EF4-FFF2-40B4-BE49-F238E27FC236}">
                      <a16:creationId xmlns:a16="http://schemas.microsoft.com/office/drawing/2014/main" id="{0C5CA1C2-EF76-6A29-F585-0A24EC55C0C3}"/>
                    </a:ext>
                  </a:extLst>
                </p14:cNvPr>
                <p14:cNvContentPartPr/>
                <p14:nvPr/>
              </p14:nvContentPartPr>
              <p14:xfrm>
                <a:off x="2728311" y="4325225"/>
                <a:ext cx="91440" cy="136440"/>
              </p14:xfrm>
            </p:contentPart>
          </mc:Choice>
          <mc:Fallback xmlns="">
            <p:pic>
              <p:nvPicPr>
                <p:cNvPr id="24" name="Ink 23">
                  <a:extLst>
                    <a:ext uri="{FF2B5EF4-FFF2-40B4-BE49-F238E27FC236}">
                      <a16:creationId xmlns:a16="http://schemas.microsoft.com/office/drawing/2014/main" id="{0C5CA1C2-EF76-6A29-F585-0A24EC55C0C3}"/>
                    </a:ext>
                  </a:extLst>
                </p:cNvPr>
                <p:cNvPicPr/>
                <p:nvPr/>
              </p:nvPicPr>
              <p:blipFill>
                <a:blip r:embed="rId16"/>
                <a:stretch>
                  <a:fillRect/>
                </a:stretch>
              </p:blipFill>
              <p:spPr>
                <a:xfrm>
                  <a:off x="2719671" y="4316225"/>
                  <a:ext cx="10908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5" name="Ink 24">
                  <a:extLst>
                    <a:ext uri="{FF2B5EF4-FFF2-40B4-BE49-F238E27FC236}">
                      <a16:creationId xmlns:a16="http://schemas.microsoft.com/office/drawing/2014/main" id="{12406F2A-3734-4E6D-B66F-C3154C558ACE}"/>
                    </a:ext>
                  </a:extLst>
                </p14:cNvPr>
                <p14:cNvContentPartPr/>
                <p14:nvPr/>
              </p14:nvContentPartPr>
              <p14:xfrm>
                <a:off x="2844591" y="4224065"/>
                <a:ext cx="185760" cy="219240"/>
              </p14:xfrm>
            </p:contentPart>
          </mc:Choice>
          <mc:Fallback xmlns="">
            <p:pic>
              <p:nvPicPr>
                <p:cNvPr id="25" name="Ink 24">
                  <a:extLst>
                    <a:ext uri="{FF2B5EF4-FFF2-40B4-BE49-F238E27FC236}">
                      <a16:creationId xmlns:a16="http://schemas.microsoft.com/office/drawing/2014/main" id="{12406F2A-3734-4E6D-B66F-C3154C558ACE}"/>
                    </a:ext>
                  </a:extLst>
                </p:cNvPr>
                <p:cNvPicPr/>
                <p:nvPr/>
              </p:nvPicPr>
              <p:blipFill>
                <a:blip r:embed="rId18"/>
                <a:stretch>
                  <a:fillRect/>
                </a:stretch>
              </p:blipFill>
              <p:spPr>
                <a:xfrm>
                  <a:off x="2835951" y="4215425"/>
                  <a:ext cx="20340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6" name="Ink 25">
                  <a:extLst>
                    <a:ext uri="{FF2B5EF4-FFF2-40B4-BE49-F238E27FC236}">
                      <a16:creationId xmlns:a16="http://schemas.microsoft.com/office/drawing/2014/main" id="{FB101D1B-1BF4-3CE6-3AC8-2FC2CB450066}"/>
                    </a:ext>
                  </a:extLst>
                </p14:cNvPr>
                <p14:cNvContentPartPr/>
                <p14:nvPr/>
              </p14:nvContentPartPr>
              <p14:xfrm>
                <a:off x="2999391" y="4268705"/>
                <a:ext cx="145080" cy="188280"/>
              </p14:xfrm>
            </p:contentPart>
          </mc:Choice>
          <mc:Fallback xmlns="">
            <p:pic>
              <p:nvPicPr>
                <p:cNvPr id="26" name="Ink 25">
                  <a:extLst>
                    <a:ext uri="{FF2B5EF4-FFF2-40B4-BE49-F238E27FC236}">
                      <a16:creationId xmlns:a16="http://schemas.microsoft.com/office/drawing/2014/main" id="{FB101D1B-1BF4-3CE6-3AC8-2FC2CB450066}"/>
                    </a:ext>
                  </a:extLst>
                </p:cNvPr>
                <p:cNvPicPr/>
                <p:nvPr/>
              </p:nvPicPr>
              <p:blipFill>
                <a:blip r:embed="rId20"/>
                <a:stretch>
                  <a:fillRect/>
                </a:stretch>
              </p:blipFill>
              <p:spPr>
                <a:xfrm>
                  <a:off x="2990751" y="4260065"/>
                  <a:ext cx="16272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7" name="Ink 26">
                  <a:extLst>
                    <a:ext uri="{FF2B5EF4-FFF2-40B4-BE49-F238E27FC236}">
                      <a16:creationId xmlns:a16="http://schemas.microsoft.com/office/drawing/2014/main" id="{095932F4-528E-D6D0-9342-E5339C06F989}"/>
                    </a:ext>
                  </a:extLst>
                </p14:cNvPr>
                <p14:cNvContentPartPr/>
                <p14:nvPr/>
              </p14:nvContentPartPr>
              <p14:xfrm>
                <a:off x="3234831" y="4227665"/>
                <a:ext cx="132480" cy="186480"/>
              </p14:xfrm>
            </p:contentPart>
          </mc:Choice>
          <mc:Fallback xmlns="">
            <p:pic>
              <p:nvPicPr>
                <p:cNvPr id="27" name="Ink 26">
                  <a:extLst>
                    <a:ext uri="{FF2B5EF4-FFF2-40B4-BE49-F238E27FC236}">
                      <a16:creationId xmlns:a16="http://schemas.microsoft.com/office/drawing/2014/main" id="{095932F4-528E-D6D0-9342-E5339C06F989}"/>
                    </a:ext>
                  </a:extLst>
                </p:cNvPr>
                <p:cNvPicPr/>
                <p:nvPr/>
              </p:nvPicPr>
              <p:blipFill>
                <a:blip r:embed="rId22"/>
                <a:stretch>
                  <a:fillRect/>
                </a:stretch>
              </p:blipFill>
              <p:spPr>
                <a:xfrm>
                  <a:off x="3225831" y="4219025"/>
                  <a:ext cx="15012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8" name="Ink 27">
                  <a:extLst>
                    <a:ext uri="{FF2B5EF4-FFF2-40B4-BE49-F238E27FC236}">
                      <a16:creationId xmlns:a16="http://schemas.microsoft.com/office/drawing/2014/main" id="{D8D566AC-3F9C-4D13-CDB0-32C8E71C44E9}"/>
                    </a:ext>
                  </a:extLst>
                </p14:cNvPr>
                <p14:cNvContentPartPr/>
                <p14:nvPr/>
              </p14:nvContentPartPr>
              <p14:xfrm>
                <a:off x="3414831" y="4278785"/>
                <a:ext cx="10800" cy="95760"/>
              </p14:xfrm>
            </p:contentPart>
          </mc:Choice>
          <mc:Fallback xmlns="">
            <p:pic>
              <p:nvPicPr>
                <p:cNvPr id="28" name="Ink 27">
                  <a:extLst>
                    <a:ext uri="{FF2B5EF4-FFF2-40B4-BE49-F238E27FC236}">
                      <a16:creationId xmlns:a16="http://schemas.microsoft.com/office/drawing/2014/main" id="{D8D566AC-3F9C-4D13-CDB0-32C8E71C44E9}"/>
                    </a:ext>
                  </a:extLst>
                </p:cNvPr>
                <p:cNvPicPr/>
                <p:nvPr/>
              </p:nvPicPr>
              <p:blipFill>
                <a:blip r:embed="rId24"/>
                <a:stretch>
                  <a:fillRect/>
                </a:stretch>
              </p:blipFill>
              <p:spPr>
                <a:xfrm>
                  <a:off x="3405831" y="4270145"/>
                  <a:ext cx="284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9" name="Ink 28">
                  <a:extLst>
                    <a:ext uri="{FF2B5EF4-FFF2-40B4-BE49-F238E27FC236}">
                      <a16:creationId xmlns:a16="http://schemas.microsoft.com/office/drawing/2014/main" id="{982958D3-69B9-9FF6-3A9F-FEF23656FAA0}"/>
                    </a:ext>
                  </a:extLst>
                </p14:cNvPr>
                <p14:cNvContentPartPr/>
                <p14:nvPr/>
              </p14:nvContentPartPr>
              <p14:xfrm>
                <a:off x="3415191" y="4167185"/>
                <a:ext cx="10080" cy="5760"/>
              </p14:xfrm>
            </p:contentPart>
          </mc:Choice>
          <mc:Fallback xmlns="">
            <p:pic>
              <p:nvPicPr>
                <p:cNvPr id="29" name="Ink 28">
                  <a:extLst>
                    <a:ext uri="{FF2B5EF4-FFF2-40B4-BE49-F238E27FC236}">
                      <a16:creationId xmlns:a16="http://schemas.microsoft.com/office/drawing/2014/main" id="{982958D3-69B9-9FF6-3A9F-FEF23656FAA0}"/>
                    </a:ext>
                  </a:extLst>
                </p:cNvPr>
                <p:cNvPicPr/>
                <p:nvPr/>
              </p:nvPicPr>
              <p:blipFill>
                <a:blip r:embed="rId26"/>
                <a:stretch>
                  <a:fillRect/>
                </a:stretch>
              </p:blipFill>
              <p:spPr>
                <a:xfrm>
                  <a:off x="3406551" y="4158545"/>
                  <a:ext cx="2772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0" name="Ink 29">
                  <a:extLst>
                    <a:ext uri="{FF2B5EF4-FFF2-40B4-BE49-F238E27FC236}">
                      <a16:creationId xmlns:a16="http://schemas.microsoft.com/office/drawing/2014/main" id="{EA10A7B3-05FB-4CDE-0CB1-C955B2CBE125}"/>
                    </a:ext>
                  </a:extLst>
                </p14:cNvPr>
                <p14:cNvContentPartPr/>
                <p14:nvPr/>
              </p14:nvContentPartPr>
              <p14:xfrm>
                <a:off x="3485391" y="4195985"/>
                <a:ext cx="338400" cy="155520"/>
              </p14:xfrm>
            </p:contentPart>
          </mc:Choice>
          <mc:Fallback xmlns="">
            <p:pic>
              <p:nvPicPr>
                <p:cNvPr id="30" name="Ink 29">
                  <a:extLst>
                    <a:ext uri="{FF2B5EF4-FFF2-40B4-BE49-F238E27FC236}">
                      <a16:creationId xmlns:a16="http://schemas.microsoft.com/office/drawing/2014/main" id="{EA10A7B3-05FB-4CDE-0CB1-C955B2CBE125}"/>
                    </a:ext>
                  </a:extLst>
                </p:cNvPr>
                <p:cNvPicPr/>
                <p:nvPr/>
              </p:nvPicPr>
              <p:blipFill>
                <a:blip r:embed="rId28"/>
                <a:stretch>
                  <a:fillRect/>
                </a:stretch>
              </p:blipFill>
              <p:spPr>
                <a:xfrm>
                  <a:off x="3476751" y="4187345"/>
                  <a:ext cx="35604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1" name="Ink 30">
                  <a:extLst>
                    <a:ext uri="{FF2B5EF4-FFF2-40B4-BE49-F238E27FC236}">
                      <a16:creationId xmlns:a16="http://schemas.microsoft.com/office/drawing/2014/main" id="{3B71A967-3475-4E3E-5B5B-A971E0629DF6}"/>
                    </a:ext>
                  </a:extLst>
                </p14:cNvPr>
                <p14:cNvContentPartPr/>
                <p14:nvPr/>
              </p14:nvContentPartPr>
              <p14:xfrm>
                <a:off x="3879231" y="4148825"/>
                <a:ext cx="120240" cy="150840"/>
              </p14:xfrm>
            </p:contentPart>
          </mc:Choice>
          <mc:Fallback xmlns="">
            <p:pic>
              <p:nvPicPr>
                <p:cNvPr id="31" name="Ink 30">
                  <a:extLst>
                    <a:ext uri="{FF2B5EF4-FFF2-40B4-BE49-F238E27FC236}">
                      <a16:creationId xmlns:a16="http://schemas.microsoft.com/office/drawing/2014/main" id="{3B71A967-3475-4E3E-5B5B-A971E0629DF6}"/>
                    </a:ext>
                  </a:extLst>
                </p:cNvPr>
                <p:cNvPicPr/>
                <p:nvPr/>
              </p:nvPicPr>
              <p:blipFill>
                <a:blip r:embed="rId30"/>
                <a:stretch>
                  <a:fillRect/>
                </a:stretch>
              </p:blipFill>
              <p:spPr>
                <a:xfrm>
                  <a:off x="3870591" y="4139825"/>
                  <a:ext cx="13788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2" name="Ink 31">
                  <a:extLst>
                    <a:ext uri="{FF2B5EF4-FFF2-40B4-BE49-F238E27FC236}">
                      <a16:creationId xmlns:a16="http://schemas.microsoft.com/office/drawing/2014/main" id="{DE295ED4-EF13-4FF7-19A1-CC4A605B5F58}"/>
                    </a:ext>
                  </a:extLst>
                </p14:cNvPr>
                <p14:cNvContentPartPr/>
                <p14:nvPr/>
              </p14:nvContentPartPr>
              <p14:xfrm>
                <a:off x="2106591" y="4385705"/>
                <a:ext cx="15840" cy="161280"/>
              </p14:xfrm>
            </p:contentPart>
          </mc:Choice>
          <mc:Fallback xmlns="">
            <p:pic>
              <p:nvPicPr>
                <p:cNvPr id="32" name="Ink 31">
                  <a:extLst>
                    <a:ext uri="{FF2B5EF4-FFF2-40B4-BE49-F238E27FC236}">
                      <a16:creationId xmlns:a16="http://schemas.microsoft.com/office/drawing/2014/main" id="{DE295ED4-EF13-4FF7-19A1-CC4A605B5F58}"/>
                    </a:ext>
                  </a:extLst>
                </p:cNvPr>
                <p:cNvPicPr/>
                <p:nvPr/>
              </p:nvPicPr>
              <p:blipFill>
                <a:blip r:embed="rId32"/>
                <a:stretch>
                  <a:fillRect/>
                </a:stretch>
              </p:blipFill>
              <p:spPr>
                <a:xfrm>
                  <a:off x="2097591" y="4377065"/>
                  <a:ext cx="3348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3" name="Ink 32">
                  <a:extLst>
                    <a:ext uri="{FF2B5EF4-FFF2-40B4-BE49-F238E27FC236}">
                      <a16:creationId xmlns:a16="http://schemas.microsoft.com/office/drawing/2014/main" id="{1844AD50-D99C-C054-2ABD-5A56406752B6}"/>
                    </a:ext>
                  </a:extLst>
                </p14:cNvPr>
                <p14:cNvContentPartPr/>
                <p14:nvPr/>
              </p14:nvContentPartPr>
              <p14:xfrm>
                <a:off x="2141511" y="4345385"/>
                <a:ext cx="78480" cy="255240"/>
              </p14:xfrm>
            </p:contentPart>
          </mc:Choice>
          <mc:Fallback xmlns="">
            <p:pic>
              <p:nvPicPr>
                <p:cNvPr id="33" name="Ink 32">
                  <a:extLst>
                    <a:ext uri="{FF2B5EF4-FFF2-40B4-BE49-F238E27FC236}">
                      <a16:creationId xmlns:a16="http://schemas.microsoft.com/office/drawing/2014/main" id="{1844AD50-D99C-C054-2ABD-5A56406752B6}"/>
                    </a:ext>
                  </a:extLst>
                </p:cNvPr>
                <p:cNvPicPr/>
                <p:nvPr/>
              </p:nvPicPr>
              <p:blipFill>
                <a:blip r:embed="rId34"/>
                <a:stretch>
                  <a:fillRect/>
                </a:stretch>
              </p:blipFill>
              <p:spPr>
                <a:xfrm>
                  <a:off x="2132871" y="4336745"/>
                  <a:ext cx="9612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4" name="Ink 33">
                  <a:extLst>
                    <a:ext uri="{FF2B5EF4-FFF2-40B4-BE49-F238E27FC236}">
                      <a16:creationId xmlns:a16="http://schemas.microsoft.com/office/drawing/2014/main" id="{DFEB9E9E-CB8B-E853-D8F9-58452A6805CF}"/>
                    </a:ext>
                  </a:extLst>
                </p14:cNvPr>
                <p14:cNvContentPartPr/>
                <p14:nvPr/>
              </p14:nvContentPartPr>
              <p14:xfrm>
                <a:off x="2093991" y="4751465"/>
                <a:ext cx="150120" cy="185760"/>
              </p14:xfrm>
            </p:contentPart>
          </mc:Choice>
          <mc:Fallback xmlns="">
            <p:pic>
              <p:nvPicPr>
                <p:cNvPr id="34" name="Ink 33">
                  <a:extLst>
                    <a:ext uri="{FF2B5EF4-FFF2-40B4-BE49-F238E27FC236}">
                      <a16:creationId xmlns:a16="http://schemas.microsoft.com/office/drawing/2014/main" id="{DFEB9E9E-CB8B-E853-D8F9-58452A6805CF}"/>
                    </a:ext>
                  </a:extLst>
                </p:cNvPr>
                <p:cNvPicPr/>
                <p:nvPr/>
              </p:nvPicPr>
              <p:blipFill>
                <a:blip r:embed="rId36"/>
                <a:stretch>
                  <a:fillRect/>
                </a:stretch>
              </p:blipFill>
              <p:spPr>
                <a:xfrm>
                  <a:off x="2085351" y="4742825"/>
                  <a:ext cx="16776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5" name="Ink 34">
                  <a:extLst>
                    <a:ext uri="{FF2B5EF4-FFF2-40B4-BE49-F238E27FC236}">
                      <a16:creationId xmlns:a16="http://schemas.microsoft.com/office/drawing/2014/main" id="{A1D10D83-975A-8CA5-1234-FC9B13B1F085}"/>
                    </a:ext>
                  </a:extLst>
                </p14:cNvPr>
                <p14:cNvContentPartPr/>
                <p14:nvPr/>
              </p14:nvContentPartPr>
              <p14:xfrm>
                <a:off x="2222511" y="4717985"/>
                <a:ext cx="97920" cy="176040"/>
              </p14:xfrm>
            </p:contentPart>
          </mc:Choice>
          <mc:Fallback xmlns="">
            <p:pic>
              <p:nvPicPr>
                <p:cNvPr id="35" name="Ink 34">
                  <a:extLst>
                    <a:ext uri="{FF2B5EF4-FFF2-40B4-BE49-F238E27FC236}">
                      <a16:creationId xmlns:a16="http://schemas.microsoft.com/office/drawing/2014/main" id="{A1D10D83-975A-8CA5-1234-FC9B13B1F085}"/>
                    </a:ext>
                  </a:extLst>
                </p:cNvPr>
                <p:cNvPicPr/>
                <p:nvPr/>
              </p:nvPicPr>
              <p:blipFill>
                <a:blip r:embed="rId38"/>
                <a:stretch>
                  <a:fillRect/>
                </a:stretch>
              </p:blipFill>
              <p:spPr>
                <a:xfrm>
                  <a:off x="2213511" y="4708985"/>
                  <a:ext cx="11556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6" name="Ink 35">
                  <a:extLst>
                    <a:ext uri="{FF2B5EF4-FFF2-40B4-BE49-F238E27FC236}">
                      <a16:creationId xmlns:a16="http://schemas.microsoft.com/office/drawing/2014/main" id="{C937A646-29EC-E109-8FEA-612C832D0BC3}"/>
                    </a:ext>
                  </a:extLst>
                </p14:cNvPr>
                <p14:cNvContentPartPr/>
                <p14:nvPr/>
              </p14:nvContentPartPr>
              <p14:xfrm>
                <a:off x="2555871" y="4728425"/>
                <a:ext cx="133200" cy="151560"/>
              </p14:xfrm>
            </p:contentPart>
          </mc:Choice>
          <mc:Fallback xmlns="">
            <p:pic>
              <p:nvPicPr>
                <p:cNvPr id="36" name="Ink 35">
                  <a:extLst>
                    <a:ext uri="{FF2B5EF4-FFF2-40B4-BE49-F238E27FC236}">
                      <a16:creationId xmlns:a16="http://schemas.microsoft.com/office/drawing/2014/main" id="{C937A646-29EC-E109-8FEA-612C832D0BC3}"/>
                    </a:ext>
                  </a:extLst>
                </p:cNvPr>
                <p:cNvPicPr/>
                <p:nvPr/>
              </p:nvPicPr>
              <p:blipFill>
                <a:blip r:embed="rId40"/>
                <a:stretch>
                  <a:fillRect/>
                </a:stretch>
              </p:blipFill>
              <p:spPr>
                <a:xfrm>
                  <a:off x="2547231" y="4719785"/>
                  <a:ext cx="15084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7" name="Ink 36">
                  <a:extLst>
                    <a:ext uri="{FF2B5EF4-FFF2-40B4-BE49-F238E27FC236}">
                      <a16:creationId xmlns:a16="http://schemas.microsoft.com/office/drawing/2014/main" id="{A32BCA5E-8A3E-7C94-8F97-647925531F59}"/>
                    </a:ext>
                  </a:extLst>
                </p14:cNvPr>
                <p14:cNvContentPartPr/>
                <p14:nvPr/>
              </p14:nvContentPartPr>
              <p14:xfrm>
                <a:off x="2714991" y="4665425"/>
                <a:ext cx="135000" cy="184320"/>
              </p14:xfrm>
            </p:contentPart>
          </mc:Choice>
          <mc:Fallback xmlns="">
            <p:pic>
              <p:nvPicPr>
                <p:cNvPr id="37" name="Ink 36">
                  <a:extLst>
                    <a:ext uri="{FF2B5EF4-FFF2-40B4-BE49-F238E27FC236}">
                      <a16:creationId xmlns:a16="http://schemas.microsoft.com/office/drawing/2014/main" id="{A32BCA5E-8A3E-7C94-8F97-647925531F59}"/>
                    </a:ext>
                  </a:extLst>
                </p:cNvPr>
                <p:cNvPicPr/>
                <p:nvPr/>
              </p:nvPicPr>
              <p:blipFill>
                <a:blip r:embed="rId42"/>
                <a:stretch>
                  <a:fillRect/>
                </a:stretch>
              </p:blipFill>
              <p:spPr>
                <a:xfrm>
                  <a:off x="2705991" y="4656785"/>
                  <a:ext cx="15264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8" name="Ink 37">
                  <a:extLst>
                    <a:ext uri="{FF2B5EF4-FFF2-40B4-BE49-F238E27FC236}">
                      <a16:creationId xmlns:a16="http://schemas.microsoft.com/office/drawing/2014/main" id="{14A3800C-3AD9-029E-071F-F59A3CE83DF3}"/>
                    </a:ext>
                  </a:extLst>
                </p14:cNvPr>
                <p14:cNvContentPartPr/>
                <p14:nvPr/>
              </p14:nvContentPartPr>
              <p14:xfrm>
                <a:off x="2879511" y="4734545"/>
                <a:ext cx="81360" cy="192600"/>
              </p14:xfrm>
            </p:contentPart>
          </mc:Choice>
          <mc:Fallback xmlns="">
            <p:pic>
              <p:nvPicPr>
                <p:cNvPr id="38" name="Ink 37">
                  <a:extLst>
                    <a:ext uri="{FF2B5EF4-FFF2-40B4-BE49-F238E27FC236}">
                      <a16:creationId xmlns:a16="http://schemas.microsoft.com/office/drawing/2014/main" id="{14A3800C-3AD9-029E-071F-F59A3CE83DF3}"/>
                    </a:ext>
                  </a:extLst>
                </p:cNvPr>
                <p:cNvPicPr/>
                <p:nvPr/>
              </p:nvPicPr>
              <p:blipFill>
                <a:blip r:embed="rId44"/>
                <a:stretch>
                  <a:fillRect/>
                </a:stretch>
              </p:blipFill>
              <p:spPr>
                <a:xfrm>
                  <a:off x="2870871" y="4725545"/>
                  <a:ext cx="9900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9" name="Ink 38">
                  <a:extLst>
                    <a:ext uri="{FF2B5EF4-FFF2-40B4-BE49-F238E27FC236}">
                      <a16:creationId xmlns:a16="http://schemas.microsoft.com/office/drawing/2014/main" id="{E96D0BA2-C9F0-74B0-9969-F46FB557AC52}"/>
                    </a:ext>
                  </a:extLst>
                </p14:cNvPr>
                <p14:cNvContentPartPr/>
                <p14:nvPr/>
              </p14:nvContentPartPr>
              <p14:xfrm>
                <a:off x="2849271" y="4631945"/>
                <a:ext cx="6840" cy="15840"/>
              </p14:xfrm>
            </p:contentPart>
          </mc:Choice>
          <mc:Fallback xmlns="">
            <p:pic>
              <p:nvPicPr>
                <p:cNvPr id="39" name="Ink 38">
                  <a:extLst>
                    <a:ext uri="{FF2B5EF4-FFF2-40B4-BE49-F238E27FC236}">
                      <a16:creationId xmlns:a16="http://schemas.microsoft.com/office/drawing/2014/main" id="{E96D0BA2-C9F0-74B0-9969-F46FB557AC52}"/>
                    </a:ext>
                  </a:extLst>
                </p:cNvPr>
                <p:cNvPicPr/>
                <p:nvPr/>
              </p:nvPicPr>
              <p:blipFill>
                <a:blip r:embed="rId46"/>
                <a:stretch>
                  <a:fillRect/>
                </a:stretch>
              </p:blipFill>
              <p:spPr>
                <a:xfrm>
                  <a:off x="2840271" y="4622945"/>
                  <a:ext cx="244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0" name="Ink 39">
                  <a:extLst>
                    <a:ext uri="{FF2B5EF4-FFF2-40B4-BE49-F238E27FC236}">
                      <a16:creationId xmlns:a16="http://schemas.microsoft.com/office/drawing/2014/main" id="{297A742C-BD9C-648C-6633-988021A4FFC4}"/>
                    </a:ext>
                  </a:extLst>
                </p14:cNvPr>
                <p14:cNvContentPartPr/>
                <p14:nvPr/>
              </p14:nvContentPartPr>
              <p14:xfrm>
                <a:off x="2992191" y="4667225"/>
                <a:ext cx="106560" cy="112320"/>
              </p14:xfrm>
            </p:contentPart>
          </mc:Choice>
          <mc:Fallback xmlns="">
            <p:pic>
              <p:nvPicPr>
                <p:cNvPr id="40" name="Ink 39">
                  <a:extLst>
                    <a:ext uri="{FF2B5EF4-FFF2-40B4-BE49-F238E27FC236}">
                      <a16:creationId xmlns:a16="http://schemas.microsoft.com/office/drawing/2014/main" id="{297A742C-BD9C-648C-6633-988021A4FFC4}"/>
                    </a:ext>
                  </a:extLst>
                </p:cNvPr>
                <p:cNvPicPr/>
                <p:nvPr/>
              </p:nvPicPr>
              <p:blipFill>
                <a:blip r:embed="rId48"/>
                <a:stretch>
                  <a:fillRect/>
                </a:stretch>
              </p:blipFill>
              <p:spPr>
                <a:xfrm>
                  <a:off x="2983191" y="4658585"/>
                  <a:ext cx="12420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1" name="Ink 40">
                  <a:extLst>
                    <a:ext uri="{FF2B5EF4-FFF2-40B4-BE49-F238E27FC236}">
                      <a16:creationId xmlns:a16="http://schemas.microsoft.com/office/drawing/2014/main" id="{856BEB5E-9BA7-6C62-EF13-936DE6BCF38E}"/>
                    </a:ext>
                  </a:extLst>
                </p14:cNvPr>
                <p14:cNvContentPartPr/>
                <p14:nvPr/>
              </p14:nvContentPartPr>
              <p14:xfrm>
                <a:off x="3146271" y="4676225"/>
                <a:ext cx="83880" cy="98280"/>
              </p14:xfrm>
            </p:contentPart>
          </mc:Choice>
          <mc:Fallback xmlns="">
            <p:pic>
              <p:nvPicPr>
                <p:cNvPr id="41" name="Ink 40">
                  <a:extLst>
                    <a:ext uri="{FF2B5EF4-FFF2-40B4-BE49-F238E27FC236}">
                      <a16:creationId xmlns:a16="http://schemas.microsoft.com/office/drawing/2014/main" id="{856BEB5E-9BA7-6C62-EF13-936DE6BCF38E}"/>
                    </a:ext>
                  </a:extLst>
                </p:cNvPr>
                <p:cNvPicPr/>
                <p:nvPr/>
              </p:nvPicPr>
              <p:blipFill>
                <a:blip r:embed="rId50"/>
                <a:stretch>
                  <a:fillRect/>
                </a:stretch>
              </p:blipFill>
              <p:spPr>
                <a:xfrm>
                  <a:off x="3137631" y="4667585"/>
                  <a:ext cx="10152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2" name="Ink 41">
                  <a:extLst>
                    <a:ext uri="{FF2B5EF4-FFF2-40B4-BE49-F238E27FC236}">
                      <a16:creationId xmlns:a16="http://schemas.microsoft.com/office/drawing/2014/main" id="{209AC56B-9A3A-966D-B169-A7541DB8BFA6}"/>
                    </a:ext>
                  </a:extLst>
                </p14:cNvPr>
                <p14:cNvContentPartPr/>
                <p14:nvPr/>
              </p14:nvContentPartPr>
              <p14:xfrm>
                <a:off x="3297471" y="4568225"/>
                <a:ext cx="61920" cy="158040"/>
              </p14:xfrm>
            </p:contentPart>
          </mc:Choice>
          <mc:Fallback xmlns="">
            <p:pic>
              <p:nvPicPr>
                <p:cNvPr id="42" name="Ink 41">
                  <a:extLst>
                    <a:ext uri="{FF2B5EF4-FFF2-40B4-BE49-F238E27FC236}">
                      <a16:creationId xmlns:a16="http://schemas.microsoft.com/office/drawing/2014/main" id="{209AC56B-9A3A-966D-B169-A7541DB8BFA6}"/>
                    </a:ext>
                  </a:extLst>
                </p:cNvPr>
                <p:cNvPicPr/>
                <p:nvPr/>
              </p:nvPicPr>
              <p:blipFill>
                <a:blip r:embed="rId52"/>
                <a:stretch>
                  <a:fillRect/>
                </a:stretch>
              </p:blipFill>
              <p:spPr>
                <a:xfrm>
                  <a:off x="3288831" y="4559225"/>
                  <a:ext cx="7956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3" name="Ink 42">
                  <a:extLst>
                    <a:ext uri="{FF2B5EF4-FFF2-40B4-BE49-F238E27FC236}">
                      <a16:creationId xmlns:a16="http://schemas.microsoft.com/office/drawing/2014/main" id="{600AEC72-45D8-DF19-39EA-9AEDC7C8125F}"/>
                    </a:ext>
                  </a:extLst>
                </p14:cNvPr>
                <p14:cNvContentPartPr/>
                <p14:nvPr/>
              </p14:nvContentPartPr>
              <p14:xfrm>
                <a:off x="3303591" y="4647425"/>
                <a:ext cx="48960" cy="36000"/>
              </p14:xfrm>
            </p:contentPart>
          </mc:Choice>
          <mc:Fallback xmlns="">
            <p:pic>
              <p:nvPicPr>
                <p:cNvPr id="43" name="Ink 42">
                  <a:extLst>
                    <a:ext uri="{FF2B5EF4-FFF2-40B4-BE49-F238E27FC236}">
                      <a16:creationId xmlns:a16="http://schemas.microsoft.com/office/drawing/2014/main" id="{600AEC72-45D8-DF19-39EA-9AEDC7C8125F}"/>
                    </a:ext>
                  </a:extLst>
                </p:cNvPr>
                <p:cNvPicPr/>
                <p:nvPr/>
              </p:nvPicPr>
              <p:blipFill>
                <a:blip r:embed="rId54"/>
                <a:stretch>
                  <a:fillRect/>
                </a:stretch>
              </p:blipFill>
              <p:spPr>
                <a:xfrm>
                  <a:off x="3294951" y="4638425"/>
                  <a:ext cx="6660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4" name="Ink 43">
                  <a:extLst>
                    <a:ext uri="{FF2B5EF4-FFF2-40B4-BE49-F238E27FC236}">
                      <a16:creationId xmlns:a16="http://schemas.microsoft.com/office/drawing/2014/main" id="{95BC80F3-ADFF-D046-6729-4B6B2CD3357C}"/>
                    </a:ext>
                  </a:extLst>
                </p14:cNvPr>
                <p14:cNvContentPartPr/>
                <p14:nvPr/>
              </p14:nvContentPartPr>
              <p14:xfrm>
                <a:off x="3410871" y="4602065"/>
                <a:ext cx="133560" cy="126720"/>
              </p14:xfrm>
            </p:contentPart>
          </mc:Choice>
          <mc:Fallback xmlns="">
            <p:pic>
              <p:nvPicPr>
                <p:cNvPr id="44" name="Ink 43">
                  <a:extLst>
                    <a:ext uri="{FF2B5EF4-FFF2-40B4-BE49-F238E27FC236}">
                      <a16:creationId xmlns:a16="http://schemas.microsoft.com/office/drawing/2014/main" id="{95BC80F3-ADFF-D046-6729-4B6B2CD3357C}"/>
                    </a:ext>
                  </a:extLst>
                </p:cNvPr>
                <p:cNvPicPr/>
                <p:nvPr/>
              </p:nvPicPr>
              <p:blipFill>
                <a:blip r:embed="rId56"/>
                <a:stretch>
                  <a:fillRect/>
                </a:stretch>
              </p:blipFill>
              <p:spPr>
                <a:xfrm>
                  <a:off x="3401871" y="4593425"/>
                  <a:ext cx="151200" cy="14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7">
            <p14:nvContentPartPr>
              <p14:cNvPr id="46" name="Ink 45">
                <a:extLst>
                  <a:ext uri="{FF2B5EF4-FFF2-40B4-BE49-F238E27FC236}">
                    <a16:creationId xmlns:a16="http://schemas.microsoft.com/office/drawing/2014/main" id="{65A7C2CE-1B6F-3310-3096-B62289B72D2B}"/>
                  </a:ext>
                </a:extLst>
              </p14:cNvPr>
              <p14:cNvContentPartPr/>
              <p14:nvPr/>
            </p14:nvContentPartPr>
            <p14:xfrm>
              <a:off x="3734151" y="2561585"/>
              <a:ext cx="160920" cy="162000"/>
            </p14:xfrm>
          </p:contentPart>
        </mc:Choice>
        <mc:Fallback xmlns="">
          <p:pic>
            <p:nvPicPr>
              <p:cNvPr id="46" name="Ink 45">
                <a:extLst>
                  <a:ext uri="{FF2B5EF4-FFF2-40B4-BE49-F238E27FC236}">
                    <a16:creationId xmlns:a16="http://schemas.microsoft.com/office/drawing/2014/main" id="{65A7C2CE-1B6F-3310-3096-B62289B72D2B}"/>
                  </a:ext>
                </a:extLst>
              </p:cNvPr>
              <p:cNvPicPr/>
              <p:nvPr/>
            </p:nvPicPr>
            <p:blipFill>
              <a:blip r:embed="rId58"/>
              <a:stretch>
                <a:fillRect/>
              </a:stretch>
            </p:blipFill>
            <p:spPr>
              <a:xfrm>
                <a:off x="3725151" y="2552945"/>
                <a:ext cx="17856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7" name="Ink 46">
                <a:extLst>
                  <a:ext uri="{FF2B5EF4-FFF2-40B4-BE49-F238E27FC236}">
                    <a16:creationId xmlns:a16="http://schemas.microsoft.com/office/drawing/2014/main" id="{196E563B-AF50-112B-A87C-5ECAA2A78A26}"/>
                  </a:ext>
                </a:extLst>
              </p14:cNvPr>
              <p14:cNvContentPartPr/>
              <p14:nvPr/>
            </p14:nvContentPartPr>
            <p14:xfrm>
              <a:off x="3891471" y="2493905"/>
              <a:ext cx="113040" cy="272520"/>
            </p14:xfrm>
          </p:contentPart>
        </mc:Choice>
        <mc:Fallback xmlns="">
          <p:pic>
            <p:nvPicPr>
              <p:cNvPr id="47" name="Ink 46">
                <a:extLst>
                  <a:ext uri="{FF2B5EF4-FFF2-40B4-BE49-F238E27FC236}">
                    <a16:creationId xmlns:a16="http://schemas.microsoft.com/office/drawing/2014/main" id="{196E563B-AF50-112B-A87C-5ECAA2A78A26}"/>
                  </a:ext>
                </a:extLst>
              </p:cNvPr>
              <p:cNvPicPr/>
              <p:nvPr/>
            </p:nvPicPr>
            <p:blipFill>
              <a:blip r:embed="rId60"/>
              <a:stretch>
                <a:fillRect/>
              </a:stretch>
            </p:blipFill>
            <p:spPr>
              <a:xfrm>
                <a:off x="3882831" y="2485265"/>
                <a:ext cx="13068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8" name="Ink 47">
                <a:extLst>
                  <a:ext uri="{FF2B5EF4-FFF2-40B4-BE49-F238E27FC236}">
                    <a16:creationId xmlns:a16="http://schemas.microsoft.com/office/drawing/2014/main" id="{B6DC91EB-F61B-A538-41C7-1772FF094C7A}"/>
                  </a:ext>
                </a:extLst>
              </p14:cNvPr>
              <p14:cNvContentPartPr/>
              <p14:nvPr/>
            </p14:nvContentPartPr>
            <p14:xfrm>
              <a:off x="4127631" y="2466905"/>
              <a:ext cx="113760" cy="210240"/>
            </p14:xfrm>
          </p:contentPart>
        </mc:Choice>
        <mc:Fallback xmlns="">
          <p:pic>
            <p:nvPicPr>
              <p:cNvPr id="48" name="Ink 47">
                <a:extLst>
                  <a:ext uri="{FF2B5EF4-FFF2-40B4-BE49-F238E27FC236}">
                    <a16:creationId xmlns:a16="http://schemas.microsoft.com/office/drawing/2014/main" id="{B6DC91EB-F61B-A538-41C7-1772FF094C7A}"/>
                  </a:ext>
                </a:extLst>
              </p:cNvPr>
              <p:cNvPicPr/>
              <p:nvPr/>
            </p:nvPicPr>
            <p:blipFill>
              <a:blip r:embed="rId62"/>
              <a:stretch>
                <a:fillRect/>
              </a:stretch>
            </p:blipFill>
            <p:spPr>
              <a:xfrm>
                <a:off x="4118631" y="2458265"/>
                <a:ext cx="13140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9" name="Ink 48">
                <a:extLst>
                  <a:ext uri="{FF2B5EF4-FFF2-40B4-BE49-F238E27FC236}">
                    <a16:creationId xmlns:a16="http://schemas.microsoft.com/office/drawing/2014/main" id="{73194160-4AE1-2713-AE97-C829352A2AF8}"/>
                  </a:ext>
                </a:extLst>
              </p14:cNvPr>
              <p14:cNvContentPartPr/>
              <p14:nvPr/>
            </p14:nvContentPartPr>
            <p14:xfrm>
              <a:off x="4274871" y="2538905"/>
              <a:ext cx="172440" cy="110160"/>
            </p14:xfrm>
          </p:contentPart>
        </mc:Choice>
        <mc:Fallback xmlns="">
          <p:pic>
            <p:nvPicPr>
              <p:cNvPr id="49" name="Ink 48">
                <a:extLst>
                  <a:ext uri="{FF2B5EF4-FFF2-40B4-BE49-F238E27FC236}">
                    <a16:creationId xmlns:a16="http://schemas.microsoft.com/office/drawing/2014/main" id="{73194160-4AE1-2713-AE97-C829352A2AF8}"/>
                  </a:ext>
                </a:extLst>
              </p:cNvPr>
              <p:cNvPicPr/>
              <p:nvPr/>
            </p:nvPicPr>
            <p:blipFill>
              <a:blip r:embed="rId64"/>
              <a:stretch>
                <a:fillRect/>
              </a:stretch>
            </p:blipFill>
            <p:spPr>
              <a:xfrm>
                <a:off x="4265871" y="2530265"/>
                <a:ext cx="1900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0" name="Ink 49">
                <a:extLst>
                  <a:ext uri="{FF2B5EF4-FFF2-40B4-BE49-F238E27FC236}">
                    <a16:creationId xmlns:a16="http://schemas.microsoft.com/office/drawing/2014/main" id="{21F8C8CD-5944-EBB0-9D87-128DEBB67083}"/>
                  </a:ext>
                </a:extLst>
              </p14:cNvPr>
              <p14:cNvContentPartPr/>
              <p14:nvPr/>
            </p14:nvContentPartPr>
            <p14:xfrm>
              <a:off x="4465671" y="2428745"/>
              <a:ext cx="116280" cy="199440"/>
            </p14:xfrm>
          </p:contentPart>
        </mc:Choice>
        <mc:Fallback xmlns="">
          <p:pic>
            <p:nvPicPr>
              <p:cNvPr id="50" name="Ink 49">
                <a:extLst>
                  <a:ext uri="{FF2B5EF4-FFF2-40B4-BE49-F238E27FC236}">
                    <a16:creationId xmlns:a16="http://schemas.microsoft.com/office/drawing/2014/main" id="{21F8C8CD-5944-EBB0-9D87-128DEBB67083}"/>
                  </a:ext>
                </a:extLst>
              </p:cNvPr>
              <p:cNvPicPr/>
              <p:nvPr/>
            </p:nvPicPr>
            <p:blipFill>
              <a:blip r:embed="rId66"/>
              <a:stretch>
                <a:fillRect/>
              </a:stretch>
            </p:blipFill>
            <p:spPr>
              <a:xfrm>
                <a:off x="4457031" y="2420105"/>
                <a:ext cx="13392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1" name="Ink 50">
                <a:extLst>
                  <a:ext uri="{FF2B5EF4-FFF2-40B4-BE49-F238E27FC236}">
                    <a16:creationId xmlns:a16="http://schemas.microsoft.com/office/drawing/2014/main" id="{B11D7BC0-3EDC-F7BE-1D72-D6087E65AB76}"/>
                  </a:ext>
                </a:extLst>
              </p14:cNvPr>
              <p14:cNvContentPartPr/>
              <p14:nvPr/>
            </p14:nvContentPartPr>
            <p14:xfrm>
              <a:off x="4607151" y="2481305"/>
              <a:ext cx="132480" cy="145440"/>
            </p14:xfrm>
          </p:contentPart>
        </mc:Choice>
        <mc:Fallback xmlns="">
          <p:pic>
            <p:nvPicPr>
              <p:cNvPr id="51" name="Ink 50">
                <a:extLst>
                  <a:ext uri="{FF2B5EF4-FFF2-40B4-BE49-F238E27FC236}">
                    <a16:creationId xmlns:a16="http://schemas.microsoft.com/office/drawing/2014/main" id="{B11D7BC0-3EDC-F7BE-1D72-D6087E65AB76}"/>
                  </a:ext>
                </a:extLst>
              </p:cNvPr>
              <p:cNvPicPr/>
              <p:nvPr/>
            </p:nvPicPr>
            <p:blipFill>
              <a:blip r:embed="rId68"/>
              <a:stretch>
                <a:fillRect/>
              </a:stretch>
            </p:blipFill>
            <p:spPr>
              <a:xfrm>
                <a:off x="4598511" y="2472665"/>
                <a:ext cx="15012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2" name="Ink 51">
                <a:extLst>
                  <a:ext uri="{FF2B5EF4-FFF2-40B4-BE49-F238E27FC236}">
                    <a16:creationId xmlns:a16="http://schemas.microsoft.com/office/drawing/2014/main" id="{40E13D21-A266-2E7D-5515-2E1BBFFC02F1}"/>
                  </a:ext>
                </a:extLst>
              </p14:cNvPr>
              <p14:cNvContentPartPr/>
              <p14:nvPr/>
            </p14:nvContentPartPr>
            <p14:xfrm>
              <a:off x="4823511" y="2320025"/>
              <a:ext cx="198720" cy="281520"/>
            </p14:xfrm>
          </p:contentPart>
        </mc:Choice>
        <mc:Fallback xmlns="">
          <p:pic>
            <p:nvPicPr>
              <p:cNvPr id="52" name="Ink 51">
                <a:extLst>
                  <a:ext uri="{FF2B5EF4-FFF2-40B4-BE49-F238E27FC236}">
                    <a16:creationId xmlns:a16="http://schemas.microsoft.com/office/drawing/2014/main" id="{40E13D21-A266-2E7D-5515-2E1BBFFC02F1}"/>
                  </a:ext>
                </a:extLst>
              </p:cNvPr>
              <p:cNvPicPr/>
              <p:nvPr/>
            </p:nvPicPr>
            <p:blipFill>
              <a:blip r:embed="rId70"/>
              <a:stretch>
                <a:fillRect/>
              </a:stretch>
            </p:blipFill>
            <p:spPr>
              <a:xfrm>
                <a:off x="4814871" y="2311385"/>
                <a:ext cx="216360" cy="299160"/>
              </a:xfrm>
              <a:prstGeom prst="rect">
                <a:avLst/>
              </a:prstGeom>
            </p:spPr>
          </p:pic>
        </mc:Fallback>
      </mc:AlternateContent>
      <p:grpSp>
        <p:nvGrpSpPr>
          <p:cNvPr id="120" name="Group 119">
            <a:extLst>
              <a:ext uri="{FF2B5EF4-FFF2-40B4-BE49-F238E27FC236}">
                <a16:creationId xmlns:a16="http://schemas.microsoft.com/office/drawing/2014/main" id="{0E7184B3-DE0B-468C-C4D6-F4F0BA2BD7EC}"/>
              </a:ext>
            </a:extLst>
          </p:cNvPr>
          <p:cNvGrpSpPr/>
          <p:nvPr/>
        </p:nvGrpSpPr>
        <p:grpSpPr>
          <a:xfrm>
            <a:off x="5122671" y="301145"/>
            <a:ext cx="3453480" cy="2514960"/>
            <a:chOff x="5122671" y="301145"/>
            <a:chExt cx="3453480" cy="2514960"/>
          </a:xfrm>
        </p:grpSpPr>
        <mc:AlternateContent xmlns:mc="http://schemas.openxmlformats.org/markup-compatibility/2006" xmlns:p14="http://schemas.microsoft.com/office/powerpoint/2010/main">
          <mc:Choice Requires="p14">
            <p:contentPart p14:bwMode="auto" r:id="rId71">
              <p14:nvContentPartPr>
                <p14:cNvPr id="59" name="Ink 58">
                  <a:extLst>
                    <a:ext uri="{FF2B5EF4-FFF2-40B4-BE49-F238E27FC236}">
                      <a16:creationId xmlns:a16="http://schemas.microsoft.com/office/drawing/2014/main" id="{BBB575E2-AFF8-B858-7089-210D2B8451BD}"/>
                    </a:ext>
                  </a:extLst>
                </p14:cNvPr>
                <p14:cNvContentPartPr/>
                <p14:nvPr/>
              </p14:nvContentPartPr>
              <p14:xfrm>
                <a:off x="5188191" y="2364305"/>
                <a:ext cx="92880" cy="106560"/>
              </p14:xfrm>
            </p:contentPart>
          </mc:Choice>
          <mc:Fallback xmlns="">
            <p:pic>
              <p:nvPicPr>
                <p:cNvPr id="59" name="Ink 58">
                  <a:extLst>
                    <a:ext uri="{FF2B5EF4-FFF2-40B4-BE49-F238E27FC236}">
                      <a16:creationId xmlns:a16="http://schemas.microsoft.com/office/drawing/2014/main" id="{BBB575E2-AFF8-B858-7089-210D2B8451BD}"/>
                    </a:ext>
                  </a:extLst>
                </p:cNvPr>
                <p:cNvPicPr/>
                <p:nvPr/>
              </p:nvPicPr>
              <p:blipFill>
                <a:blip r:embed="rId72"/>
                <a:stretch>
                  <a:fillRect/>
                </a:stretch>
              </p:blipFill>
              <p:spPr>
                <a:xfrm>
                  <a:off x="5179551" y="2355665"/>
                  <a:ext cx="11052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0" name="Ink 59">
                  <a:extLst>
                    <a:ext uri="{FF2B5EF4-FFF2-40B4-BE49-F238E27FC236}">
                      <a16:creationId xmlns:a16="http://schemas.microsoft.com/office/drawing/2014/main" id="{E7D42982-9C23-8B89-A3AB-F6C30111A605}"/>
                    </a:ext>
                  </a:extLst>
                </p14:cNvPr>
                <p14:cNvContentPartPr/>
                <p14:nvPr/>
              </p14:nvContentPartPr>
              <p14:xfrm>
                <a:off x="5225991" y="2280425"/>
                <a:ext cx="13320" cy="4320"/>
              </p14:xfrm>
            </p:contentPart>
          </mc:Choice>
          <mc:Fallback xmlns="">
            <p:pic>
              <p:nvPicPr>
                <p:cNvPr id="60" name="Ink 59">
                  <a:extLst>
                    <a:ext uri="{FF2B5EF4-FFF2-40B4-BE49-F238E27FC236}">
                      <a16:creationId xmlns:a16="http://schemas.microsoft.com/office/drawing/2014/main" id="{E7D42982-9C23-8B89-A3AB-F6C30111A605}"/>
                    </a:ext>
                  </a:extLst>
                </p:cNvPr>
                <p:cNvPicPr/>
                <p:nvPr/>
              </p:nvPicPr>
              <p:blipFill>
                <a:blip r:embed="rId74"/>
                <a:stretch>
                  <a:fillRect/>
                </a:stretch>
              </p:blipFill>
              <p:spPr>
                <a:xfrm>
                  <a:off x="5216991" y="2271425"/>
                  <a:ext cx="3096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1" name="Ink 60">
                  <a:extLst>
                    <a:ext uri="{FF2B5EF4-FFF2-40B4-BE49-F238E27FC236}">
                      <a16:creationId xmlns:a16="http://schemas.microsoft.com/office/drawing/2014/main" id="{9863F51F-60A5-878B-8DDF-44533EC6BE50}"/>
                    </a:ext>
                  </a:extLst>
                </p14:cNvPr>
                <p14:cNvContentPartPr/>
                <p14:nvPr/>
              </p14:nvContentPartPr>
              <p14:xfrm>
                <a:off x="5312751" y="2318945"/>
                <a:ext cx="126000" cy="148320"/>
              </p14:xfrm>
            </p:contentPart>
          </mc:Choice>
          <mc:Fallback xmlns="">
            <p:pic>
              <p:nvPicPr>
                <p:cNvPr id="61" name="Ink 60">
                  <a:extLst>
                    <a:ext uri="{FF2B5EF4-FFF2-40B4-BE49-F238E27FC236}">
                      <a16:creationId xmlns:a16="http://schemas.microsoft.com/office/drawing/2014/main" id="{9863F51F-60A5-878B-8DDF-44533EC6BE50}"/>
                    </a:ext>
                  </a:extLst>
                </p:cNvPr>
                <p:cNvPicPr/>
                <p:nvPr/>
              </p:nvPicPr>
              <p:blipFill>
                <a:blip r:embed="rId76"/>
                <a:stretch>
                  <a:fillRect/>
                </a:stretch>
              </p:blipFill>
              <p:spPr>
                <a:xfrm>
                  <a:off x="5303751" y="2310305"/>
                  <a:ext cx="14364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2" name="Ink 61">
                  <a:extLst>
                    <a:ext uri="{FF2B5EF4-FFF2-40B4-BE49-F238E27FC236}">
                      <a16:creationId xmlns:a16="http://schemas.microsoft.com/office/drawing/2014/main" id="{B7E28999-9B48-7BBB-6AFA-29B792D8E483}"/>
                    </a:ext>
                  </a:extLst>
                </p14:cNvPr>
                <p14:cNvContentPartPr/>
                <p14:nvPr/>
              </p14:nvContentPartPr>
              <p14:xfrm>
                <a:off x="5462151" y="2280425"/>
                <a:ext cx="84960" cy="159120"/>
              </p14:xfrm>
            </p:contentPart>
          </mc:Choice>
          <mc:Fallback xmlns="">
            <p:pic>
              <p:nvPicPr>
                <p:cNvPr id="62" name="Ink 61">
                  <a:extLst>
                    <a:ext uri="{FF2B5EF4-FFF2-40B4-BE49-F238E27FC236}">
                      <a16:creationId xmlns:a16="http://schemas.microsoft.com/office/drawing/2014/main" id="{B7E28999-9B48-7BBB-6AFA-29B792D8E483}"/>
                    </a:ext>
                  </a:extLst>
                </p:cNvPr>
                <p:cNvPicPr/>
                <p:nvPr/>
              </p:nvPicPr>
              <p:blipFill>
                <a:blip r:embed="rId78"/>
                <a:stretch>
                  <a:fillRect/>
                </a:stretch>
              </p:blipFill>
              <p:spPr>
                <a:xfrm>
                  <a:off x="5453511" y="2271425"/>
                  <a:ext cx="10260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3" name="Ink 62">
                  <a:extLst>
                    <a:ext uri="{FF2B5EF4-FFF2-40B4-BE49-F238E27FC236}">
                      <a16:creationId xmlns:a16="http://schemas.microsoft.com/office/drawing/2014/main" id="{7909CA6D-AA2E-CFBE-5427-7D69058B195B}"/>
                    </a:ext>
                  </a:extLst>
                </p14:cNvPr>
                <p14:cNvContentPartPr/>
                <p14:nvPr/>
              </p14:nvContentPartPr>
              <p14:xfrm>
                <a:off x="5622351" y="2292305"/>
                <a:ext cx="13320" cy="81000"/>
              </p14:xfrm>
            </p:contentPart>
          </mc:Choice>
          <mc:Fallback xmlns="">
            <p:pic>
              <p:nvPicPr>
                <p:cNvPr id="63" name="Ink 62">
                  <a:extLst>
                    <a:ext uri="{FF2B5EF4-FFF2-40B4-BE49-F238E27FC236}">
                      <a16:creationId xmlns:a16="http://schemas.microsoft.com/office/drawing/2014/main" id="{7909CA6D-AA2E-CFBE-5427-7D69058B195B}"/>
                    </a:ext>
                  </a:extLst>
                </p:cNvPr>
                <p:cNvPicPr/>
                <p:nvPr/>
              </p:nvPicPr>
              <p:blipFill>
                <a:blip r:embed="rId80"/>
                <a:stretch>
                  <a:fillRect/>
                </a:stretch>
              </p:blipFill>
              <p:spPr>
                <a:xfrm>
                  <a:off x="5613711" y="2283305"/>
                  <a:ext cx="3096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4" name="Ink 63">
                  <a:extLst>
                    <a:ext uri="{FF2B5EF4-FFF2-40B4-BE49-F238E27FC236}">
                      <a16:creationId xmlns:a16="http://schemas.microsoft.com/office/drawing/2014/main" id="{9519F8BC-0065-9CFC-22A8-BC58EF1FAE02}"/>
                    </a:ext>
                  </a:extLst>
                </p14:cNvPr>
                <p14:cNvContentPartPr/>
                <p14:nvPr/>
              </p14:nvContentPartPr>
              <p14:xfrm>
                <a:off x="5615511" y="2177105"/>
                <a:ext cx="2520" cy="1080"/>
              </p14:xfrm>
            </p:contentPart>
          </mc:Choice>
          <mc:Fallback xmlns="">
            <p:pic>
              <p:nvPicPr>
                <p:cNvPr id="64" name="Ink 63">
                  <a:extLst>
                    <a:ext uri="{FF2B5EF4-FFF2-40B4-BE49-F238E27FC236}">
                      <a16:creationId xmlns:a16="http://schemas.microsoft.com/office/drawing/2014/main" id="{9519F8BC-0065-9CFC-22A8-BC58EF1FAE02}"/>
                    </a:ext>
                  </a:extLst>
                </p:cNvPr>
                <p:cNvPicPr/>
                <p:nvPr/>
              </p:nvPicPr>
              <p:blipFill>
                <a:blip r:embed="rId82"/>
                <a:stretch>
                  <a:fillRect/>
                </a:stretch>
              </p:blipFill>
              <p:spPr>
                <a:xfrm>
                  <a:off x="5606871" y="2168465"/>
                  <a:ext cx="2016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65" name="Ink 64">
                  <a:extLst>
                    <a:ext uri="{FF2B5EF4-FFF2-40B4-BE49-F238E27FC236}">
                      <a16:creationId xmlns:a16="http://schemas.microsoft.com/office/drawing/2014/main" id="{966A3481-9B1F-CDFA-D738-915C57D7CC37}"/>
                    </a:ext>
                  </a:extLst>
                </p14:cNvPr>
                <p14:cNvContentPartPr/>
                <p14:nvPr/>
              </p14:nvContentPartPr>
              <p14:xfrm>
                <a:off x="5723151" y="2127065"/>
                <a:ext cx="151920" cy="247680"/>
              </p14:xfrm>
            </p:contentPart>
          </mc:Choice>
          <mc:Fallback xmlns="">
            <p:pic>
              <p:nvPicPr>
                <p:cNvPr id="65" name="Ink 64">
                  <a:extLst>
                    <a:ext uri="{FF2B5EF4-FFF2-40B4-BE49-F238E27FC236}">
                      <a16:creationId xmlns:a16="http://schemas.microsoft.com/office/drawing/2014/main" id="{966A3481-9B1F-CDFA-D738-915C57D7CC37}"/>
                    </a:ext>
                  </a:extLst>
                </p:cNvPr>
                <p:cNvPicPr/>
                <p:nvPr/>
              </p:nvPicPr>
              <p:blipFill>
                <a:blip r:embed="rId84"/>
                <a:stretch>
                  <a:fillRect/>
                </a:stretch>
              </p:blipFill>
              <p:spPr>
                <a:xfrm>
                  <a:off x="5714151" y="2118065"/>
                  <a:ext cx="16956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66" name="Ink 65">
                  <a:extLst>
                    <a:ext uri="{FF2B5EF4-FFF2-40B4-BE49-F238E27FC236}">
                      <a16:creationId xmlns:a16="http://schemas.microsoft.com/office/drawing/2014/main" id="{7BAFF9BF-19F3-52BC-97D9-3A8057166C47}"/>
                    </a:ext>
                  </a:extLst>
                </p14:cNvPr>
                <p14:cNvContentPartPr/>
                <p14:nvPr/>
              </p14:nvContentPartPr>
              <p14:xfrm>
                <a:off x="5920791" y="2206985"/>
                <a:ext cx="92520" cy="115200"/>
              </p14:xfrm>
            </p:contentPart>
          </mc:Choice>
          <mc:Fallback xmlns="">
            <p:pic>
              <p:nvPicPr>
                <p:cNvPr id="66" name="Ink 65">
                  <a:extLst>
                    <a:ext uri="{FF2B5EF4-FFF2-40B4-BE49-F238E27FC236}">
                      <a16:creationId xmlns:a16="http://schemas.microsoft.com/office/drawing/2014/main" id="{7BAFF9BF-19F3-52BC-97D9-3A8057166C47}"/>
                    </a:ext>
                  </a:extLst>
                </p:cNvPr>
                <p:cNvPicPr/>
                <p:nvPr/>
              </p:nvPicPr>
              <p:blipFill>
                <a:blip r:embed="rId86"/>
                <a:stretch>
                  <a:fillRect/>
                </a:stretch>
              </p:blipFill>
              <p:spPr>
                <a:xfrm>
                  <a:off x="5911791" y="2198345"/>
                  <a:ext cx="1101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7" name="Ink 66">
                  <a:extLst>
                    <a:ext uri="{FF2B5EF4-FFF2-40B4-BE49-F238E27FC236}">
                      <a16:creationId xmlns:a16="http://schemas.microsoft.com/office/drawing/2014/main" id="{A2BB2098-4120-046B-5E15-1D705B27893B}"/>
                    </a:ext>
                  </a:extLst>
                </p14:cNvPr>
                <p14:cNvContentPartPr/>
                <p14:nvPr/>
              </p14:nvContentPartPr>
              <p14:xfrm>
                <a:off x="5122671" y="2642225"/>
                <a:ext cx="321480" cy="173880"/>
              </p14:xfrm>
            </p:contentPart>
          </mc:Choice>
          <mc:Fallback xmlns="">
            <p:pic>
              <p:nvPicPr>
                <p:cNvPr id="67" name="Ink 66">
                  <a:extLst>
                    <a:ext uri="{FF2B5EF4-FFF2-40B4-BE49-F238E27FC236}">
                      <a16:creationId xmlns:a16="http://schemas.microsoft.com/office/drawing/2014/main" id="{A2BB2098-4120-046B-5E15-1D705B27893B}"/>
                    </a:ext>
                  </a:extLst>
                </p:cNvPr>
                <p:cNvPicPr/>
                <p:nvPr/>
              </p:nvPicPr>
              <p:blipFill>
                <a:blip r:embed="rId88"/>
                <a:stretch>
                  <a:fillRect/>
                </a:stretch>
              </p:blipFill>
              <p:spPr>
                <a:xfrm>
                  <a:off x="5114031" y="2633585"/>
                  <a:ext cx="33912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8" name="Ink 67">
                  <a:extLst>
                    <a:ext uri="{FF2B5EF4-FFF2-40B4-BE49-F238E27FC236}">
                      <a16:creationId xmlns:a16="http://schemas.microsoft.com/office/drawing/2014/main" id="{34B93065-BC04-03ED-666B-03FB35FE8686}"/>
                    </a:ext>
                  </a:extLst>
                </p14:cNvPr>
                <p14:cNvContentPartPr/>
                <p14:nvPr/>
              </p14:nvContentPartPr>
              <p14:xfrm>
                <a:off x="5485911" y="2599745"/>
                <a:ext cx="76680" cy="160560"/>
              </p14:xfrm>
            </p:contentPart>
          </mc:Choice>
          <mc:Fallback xmlns="">
            <p:pic>
              <p:nvPicPr>
                <p:cNvPr id="68" name="Ink 67">
                  <a:extLst>
                    <a:ext uri="{FF2B5EF4-FFF2-40B4-BE49-F238E27FC236}">
                      <a16:creationId xmlns:a16="http://schemas.microsoft.com/office/drawing/2014/main" id="{34B93065-BC04-03ED-666B-03FB35FE8686}"/>
                    </a:ext>
                  </a:extLst>
                </p:cNvPr>
                <p:cNvPicPr/>
                <p:nvPr/>
              </p:nvPicPr>
              <p:blipFill>
                <a:blip r:embed="rId90"/>
                <a:stretch>
                  <a:fillRect/>
                </a:stretch>
              </p:blipFill>
              <p:spPr>
                <a:xfrm>
                  <a:off x="5476911" y="2591105"/>
                  <a:ext cx="943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71" name="Ink 70">
                  <a:extLst>
                    <a:ext uri="{FF2B5EF4-FFF2-40B4-BE49-F238E27FC236}">
                      <a16:creationId xmlns:a16="http://schemas.microsoft.com/office/drawing/2014/main" id="{77C5D19C-0EC9-D2E9-0F60-D3326DECF6B3}"/>
                    </a:ext>
                  </a:extLst>
                </p14:cNvPr>
                <p14:cNvContentPartPr/>
                <p14:nvPr/>
              </p14:nvContentPartPr>
              <p14:xfrm>
                <a:off x="5673471" y="2513705"/>
                <a:ext cx="462240" cy="168480"/>
              </p14:xfrm>
            </p:contentPart>
          </mc:Choice>
          <mc:Fallback xmlns="">
            <p:pic>
              <p:nvPicPr>
                <p:cNvPr id="71" name="Ink 70">
                  <a:extLst>
                    <a:ext uri="{FF2B5EF4-FFF2-40B4-BE49-F238E27FC236}">
                      <a16:creationId xmlns:a16="http://schemas.microsoft.com/office/drawing/2014/main" id="{77C5D19C-0EC9-D2E9-0F60-D3326DECF6B3}"/>
                    </a:ext>
                  </a:extLst>
                </p:cNvPr>
                <p:cNvPicPr/>
                <p:nvPr/>
              </p:nvPicPr>
              <p:blipFill>
                <a:blip r:embed="rId92"/>
                <a:stretch>
                  <a:fillRect/>
                </a:stretch>
              </p:blipFill>
              <p:spPr>
                <a:xfrm>
                  <a:off x="5664471" y="2504705"/>
                  <a:ext cx="47988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2" name="Ink 71">
                  <a:extLst>
                    <a:ext uri="{FF2B5EF4-FFF2-40B4-BE49-F238E27FC236}">
                      <a16:creationId xmlns:a16="http://schemas.microsoft.com/office/drawing/2014/main" id="{2988A3C6-8660-7D95-DD8B-05A45F38248F}"/>
                    </a:ext>
                  </a:extLst>
                </p14:cNvPr>
                <p14:cNvContentPartPr/>
                <p14:nvPr/>
              </p14:nvContentPartPr>
              <p14:xfrm>
                <a:off x="6167751" y="2428385"/>
                <a:ext cx="34200" cy="179280"/>
              </p14:xfrm>
            </p:contentPart>
          </mc:Choice>
          <mc:Fallback xmlns="">
            <p:pic>
              <p:nvPicPr>
                <p:cNvPr id="72" name="Ink 71">
                  <a:extLst>
                    <a:ext uri="{FF2B5EF4-FFF2-40B4-BE49-F238E27FC236}">
                      <a16:creationId xmlns:a16="http://schemas.microsoft.com/office/drawing/2014/main" id="{2988A3C6-8660-7D95-DD8B-05A45F38248F}"/>
                    </a:ext>
                  </a:extLst>
                </p:cNvPr>
                <p:cNvPicPr/>
                <p:nvPr/>
              </p:nvPicPr>
              <p:blipFill>
                <a:blip r:embed="rId94"/>
                <a:stretch>
                  <a:fillRect/>
                </a:stretch>
              </p:blipFill>
              <p:spPr>
                <a:xfrm>
                  <a:off x="6159111" y="2419385"/>
                  <a:ext cx="5184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73" name="Ink 72">
                  <a:extLst>
                    <a:ext uri="{FF2B5EF4-FFF2-40B4-BE49-F238E27FC236}">
                      <a16:creationId xmlns:a16="http://schemas.microsoft.com/office/drawing/2014/main" id="{F7E083B5-6292-43C0-5979-D09FA1334943}"/>
                    </a:ext>
                  </a:extLst>
                </p14:cNvPr>
                <p14:cNvContentPartPr/>
                <p14:nvPr/>
              </p14:nvContentPartPr>
              <p14:xfrm>
                <a:off x="6155151" y="2484185"/>
                <a:ext cx="321120" cy="128520"/>
              </p14:xfrm>
            </p:contentPart>
          </mc:Choice>
          <mc:Fallback xmlns="">
            <p:pic>
              <p:nvPicPr>
                <p:cNvPr id="73" name="Ink 72">
                  <a:extLst>
                    <a:ext uri="{FF2B5EF4-FFF2-40B4-BE49-F238E27FC236}">
                      <a16:creationId xmlns:a16="http://schemas.microsoft.com/office/drawing/2014/main" id="{F7E083B5-6292-43C0-5979-D09FA1334943}"/>
                    </a:ext>
                  </a:extLst>
                </p:cNvPr>
                <p:cNvPicPr/>
                <p:nvPr/>
              </p:nvPicPr>
              <p:blipFill>
                <a:blip r:embed="rId96"/>
                <a:stretch>
                  <a:fillRect/>
                </a:stretch>
              </p:blipFill>
              <p:spPr>
                <a:xfrm>
                  <a:off x="6146151" y="2475545"/>
                  <a:ext cx="33876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74" name="Ink 73">
                  <a:extLst>
                    <a:ext uri="{FF2B5EF4-FFF2-40B4-BE49-F238E27FC236}">
                      <a16:creationId xmlns:a16="http://schemas.microsoft.com/office/drawing/2014/main" id="{CEEB50AF-DC8A-5845-4823-2101875C9E44}"/>
                    </a:ext>
                  </a:extLst>
                </p14:cNvPr>
                <p14:cNvContentPartPr/>
                <p14:nvPr/>
              </p14:nvContentPartPr>
              <p14:xfrm>
                <a:off x="6463311" y="2348105"/>
                <a:ext cx="13320" cy="11520"/>
              </p14:xfrm>
            </p:contentPart>
          </mc:Choice>
          <mc:Fallback xmlns="">
            <p:pic>
              <p:nvPicPr>
                <p:cNvPr id="74" name="Ink 73">
                  <a:extLst>
                    <a:ext uri="{FF2B5EF4-FFF2-40B4-BE49-F238E27FC236}">
                      <a16:creationId xmlns:a16="http://schemas.microsoft.com/office/drawing/2014/main" id="{CEEB50AF-DC8A-5845-4823-2101875C9E44}"/>
                    </a:ext>
                  </a:extLst>
                </p:cNvPr>
                <p:cNvPicPr/>
                <p:nvPr/>
              </p:nvPicPr>
              <p:blipFill>
                <a:blip r:embed="rId98"/>
                <a:stretch>
                  <a:fillRect/>
                </a:stretch>
              </p:blipFill>
              <p:spPr>
                <a:xfrm>
                  <a:off x="6454671" y="2339105"/>
                  <a:ext cx="309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75" name="Ink 74">
                  <a:extLst>
                    <a:ext uri="{FF2B5EF4-FFF2-40B4-BE49-F238E27FC236}">
                      <a16:creationId xmlns:a16="http://schemas.microsoft.com/office/drawing/2014/main" id="{9785AB97-1C26-5B55-C6EA-41E22297170A}"/>
                    </a:ext>
                  </a:extLst>
                </p14:cNvPr>
                <p14:cNvContentPartPr/>
                <p14:nvPr/>
              </p14:nvContentPartPr>
              <p14:xfrm>
                <a:off x="6550431" y="2423705"/>
                <a:ext cx="371520" cy="141480"/>
              </p14:xfrm>
            </p:contentPart>
          </mc:Choice>
          <mc:Fallback xmlns="">
            <p:pic>
              <p:nvPicPr>
                <p:cNvPr id="75" name="Ink 74">
                  <a:extLst>
                    <a:ext uri="{FF2B5EF4-FFF2-40B4-BE49-F238E27FC236}">
                      <a16:creationId xmlns:a16="http://schemas.microsoft.com/office/drawing/2014/main" id="{9785AB97-1C26-5B55-C6EA-41E22297170A}"/>
                    </a:ext>
                  </a:extLst>
                </p:cNvPr>
                <p:cNvPicPr/>
                <p:nvPr/>
              </p:nvPicPr>
              <p:blipFill>
                <a:blip r:embed="rId100"/>
                <a:stretch>
                  <a:fillRect/>
                </a:stretch>
              </p:blipFill>
              <p:spPr>
                <a:xfrm>
                  <a:off x="6541431" y="2414705"/>
                  <a:ext cx="3891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76" name="Ink 75">
                  <a:extLst>
                    <a:ext uri="{FF2B5EF4-FFF2-40B4-BE49-F238E27FC236}">
                      <a16:creationId xmlns:a16="http://schemas.microsoft.com/office/drawing/2014/main" id="{3F4DA9F1-EC06-7ADE-E80E-9E29F2BD120A}"/>
                    </a:ext>
                  </a:extLst>
                </p14:cNvPr>
                <p14:cNvContentPartPr/>
                <p14:nvPr/>
              </p14:nvContentPartPr>
              <p14:xfrm>
                <a:off x="6884151" y="2326865"/>
                <a:ext cx="144000" cy="183600"/>
              </p14:xfrm>
            </p:contentPart>
          </mc:Choice>
          <mc:Fallback xmlns="">
            <p:pic>
              <p:nvPicPr>
                <p:cNvPr id="76" name="Ink 75">
                  <a:extLst>
                    <a:ext uri="{FF2B5EF4-FFF2-40B4-BE49-F238E27FC236}">
                      <a16:creationId xmlns:a16="http://schemas.microsoft.com/office/drawing/2014/main" id="{3F4DA9F1-EC06-7ADE-E80E-9E29F2BD120A}"/>
                    </a:ext>
                  </a:extLst>
                </p:cNvPr>
                <p:cNvPicPr/>
                <p:nvPr/>
              </p:nvPicPr>
              <p:blipFill>
                <a:blip r:embed="rId102"/>
                <a:stretch>
                  <a:fillRect/>
                </a:stretch>
              </p:blipFill>
              <p:spPr>
                <a:xfrm>
                  <a:off x="6875511" y="2318225"/>
                  <a:ext cx="16164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78" name="Ink 77">
                  <a:extLst>
                    <a:ext uri="{FF2B5EF4-FFF2-40B4-BE49-F238E27FC236}">
                      <a16:creationId xmlns:a16="http://schemas.microsoft.com/office/drawing/2014/main" id="{DF70BA3F-9C63-3313-4E41-204AA66A612F}"/>
                    </a:ext>
                  </a:extLst>
                </p14:cNvPr>
                <p14:cNvContentPartPr/>
                <p14:nvPr/>
              </p14:nvContentPartPr>
              <p14:xfrm>
                <a:off x="5271351" y="572225"/>
                <a:ext cx="155520" cy="709560"/>
              </p14:xfrm>
            </p:contentPart>
          </mc:Choice>
          <mc:Fallback xmlns="">
            <p:pic>
              <p:nvPicPr>
                <p:cNvPr id="78" name="Ink 77">
                  <a:extLst>
                    <a:ext uri="{FF2B5EF4-FFF2-40B4-BE49-F238E27FC236}">
                      <a16:creationId xmlns:a16="http://schemas.microsoft.com/office/drawing/2014/main" id="{DF70BA3F-9C63-3313-4E41-204AA66A612F}"/>
                    </a:ext>
                  </a:extLst>
                </p:cNvPr>
                <p:cNvPicPr/>
                <p:nvPr/>
              </p:nvPicPr>
              <p:blipFill>
                <a:blip r:embed="rId104"/>
                <a:stretch>
                  <a:fillRect/>
                </a:stretch>
              </p:blipFill>
              <p:spPr>
                <a:xfrm>
                  <a:off x="5262351" y="563585"/>
                  <a:ext cx="173160" cy="7272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79" name="Ink 78">
                  <a:extLst>
                    <a:ext uri="{FF2B5EF4-FFF2-40B4-BE49-F238E27FC236}">
                      <a16:creationId xmlns:a16="http://schemas.microsoft.com/office/drawing/2014/main" id="{5B72F068-70A7-DA4E-C2A6-01A0890DC2B9}"/>
                    </a:ext>
                  </a:extLst>
                </p14:cNvPr>
                <p14:cNvContentPartPr/>
                <p14:nvPr/>
              </p14:nvContentPartPr>
              <p14:xfrm>
                <a:off x="5213391" y="952745"/>
                <a:ext cx="274320" cy="153360"/>
              </p14:xfrm>
            </p:contentPart>
          </mc:Choice>
          <mc:Fallback xmlns="">
            <p:pic>
              <p:nvPicPr>
                <p:cNvPr id="79" name="Ink 78">
                  <a:extLst>
                    <a:ext uri="{FF2B5EF4-FFF2-40B4-BE49-F238E27FC236}">
                      <a16:creationId xmlns:a16="http://schemas.microsoft.com/office/drawing/2014/main" id="{5B72F068-70A7-DA4E-C2A6-01A0890DC2B9}"/>
                    </a:ext>
                  </a:extLst>
                </p:cNvPr>
                <p:cNvPicPr/>
                <p:nvPr/>
              </p:nvPicPr>
              <p:blipFill>
                <a:blip r:embed="rId106"/>
                <a:stretch>
                  <a:fillRect/>
                </a:stretch>
              </p:blipFill>
              <p:spPr>
                <a:xfrm>
                  <a:off x="5204751" y="944105"/>
                  <a:ext cx="29196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80" name="Ink 79">
                  <a:extLst>
                    <a:ext uri="{FF2B5EF4-FFF2-40B4-BE49-F238E27FC236}">
                      <a16:creationId xmlns:a16="http://schemas.microsoft.com/office/drawing/2014/main" id="{5DB3CBBF-AA9A-D088-F109-1821C56BCDBD}"/>
                    </a:ext>
                  </a:extLst>
                </p14:cNvPr>
                <p14:cNvContentPartPr/>
                <p14:nvPr/>
              </p14:nvContentPartPr>
              <p14:xfrm>
                <a:off x="5439111" y="782825"/>
                <a:ext cx="27360" cy="20520"/>
              </p14:xfrm>
            </p:contentPart>
          </mc:Choice>
          <mc:Fallback xmlns="">
            <p:pic>
              <p:nvPicPr>
                <p:cNvPr id="80" name="Ink 79">
                  <a:extLst>
                    <a:ext uri="{FF2B5EF4-FFF2-40B4-BE49-F238E27FC236}">
                      <a16:creationId xmlns:a16="http://schemas.microsoft.com/office/drawing/2014/main" id="{5DB3CBBF-AA9A-D088-F109-1821C56BCDBD}"/>
                    </a:ext>
                  </a:extLst>
                </p:cNvPr>
                <p:cNvPicPr/>
                <p:nvPr/>
              </p:nvPicPr>
              <p:blipFill>
                <a:blip r:embed="rId108"/>
                <a:stretch>
                  <a:fillRect/>
                </a:stretch>
              </p:blipFill>
              <p:spPr>
                <a:xfrm>
                  <a:off x="5430111" y="774185"/>
                  <a:ext cx="450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81" name="Ink 80">
                  <a:extLst>
                    <a:ext uri="{FF2B5EF4-FFF2-40B4-BE49-F238E27FC236}">
                      <a16:creationId xmlns:a16="http://schemas.microsoft.com/office/drawing/2014/main" id="{E65E8C54-3FDF-FCF6-588E-8BD26A2C6E36}"/>
                    </a:ext>
                  </a:extLst>
                </p14:cNvPr>
                <p14:cNvContentPartPr/>
                <p14:nvPr/>
              </p14:nvContentPartPr>
              <p14:xfrm>
                <a:off x="5546391" y="899825"/>
                <a:ext cx="127800" cy="181080"/>
              </p14:xfrm>
            </p:contentPart>
          </mc:Choice>
          <mc:Fallback xmlns="">
            <p:pic>
              <p:nvPicPr>
                <p:cNvPr id="81" name="Ink 80">
                  <a:extLst>
                    <a:ext uri="{FF2B5EF4-FFF2-40B4-BE49-F238E27FC236}">
                      <a16:creationId xmlns:a16="http://schemas.microsoft.com/office/drawing/2014/main" id="{E65E8C54-3FDF-FCF6-588E-8BD26A2C6E36}"/>
                    </a:ext>
                  </a:extLst>
                </p:cNvPr>
                <p:cNvPicPr/>
                <p:nvPr/>
              </p:nvPicPr>
              <p:blipFill>
                <a:blip r:embed="rId110"/>
                <a:stretch>
                  <a:fillRect/>
                </a:stretch>
              </p:blipFill>
              <p:spPr>
                <a:xfrm>
                  <a:off x="5537391" y="891185"/>
                  <a:ext cx="1454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82" name="Ink 81">
                  <a:extLst>
                    <a:ext uri="{FF2B5EF4-FFF2-40B4-BE49-F238E27FC236}">
                      <a16:creationId xmlns:a16="http://schemas.microsoft.com/office/drawing/2014/main" id="{67C816A6-106E-91DC-CDCF-F9F6D5A234CC}"/>
                    </a:ext>
                  </a:extLst>
                </p14:cNvPr>
                <p14:cNvContentPartPr/>
                <p14:nvPr/>
              </p14:nvContentPartPr>
              <p14:xfrm>
                <a:off x="5668431" y="869585"/>
                <a:ext cx="249120" cy="185760"/>
              </p14:xfrm>
            </p:contentPart>
          </mc:Choice>
          <mc:Fallback xmlns="">
            <p:pic>
              <p:nvPicPr>
                <p:cNvPr id="82" name="Ink 81">
                  <a:extLst>
                    <a:ext uri="{FF2B5EF4-FFF2-40B4-BE49-F238E27FC236}">
                      <a16:creationId xmlns:a16="http://schemas.microsoft.com/office/drawing/2014/main" id="{67C816A6-106E-91DC-CDCF-F9F6D5A234CC}"/>
                    </a:ext>
                  </a:extLst>
                </p:cNvPr>
                <p:cNvPicPr/>
                <p:nvPr/>
              </p:nvPicPr>
              <p:blipFill>
                <a:blip r:embed="rId112"/>
                <a:stretch>
                  <a:fillRect/>
                </a:stretch>
              </p:blipFill>
              <p:spPr>
                <a:xfrm>
                  <a:off x="5659791" y="860945"/>
                  <a:ext cx="26676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83" name="Ink 82">
                  <a:extLst>
                    <a:ext uri="{FF2B5EF4-FFF2-40B4-BE49-F238E27FC236}">
                      <a16:creationId xmlns:a16="http://schemas.microsoft.com/office/drawing/2014/main" id="{7BC433B0-C29F-2D4C-4022-021635AAC526}"/>
                    </a:ext>
                  </a:extLst>
                </p14:cNvPr>
                <p14:cNvContentPartPr/>
                <p14:nvPr/>
              </p14:nvContentPartPr>
              <p14:xfrm>
                <a:off x="5783631" y="709385"/>
                <a:ext cx="21240" cy="18360"/>
              </p14:xfrm>
            </p:contentPart>
          </mc:Choice>
          <mc:Fallback xmlns="">
            <p:pic>
              <p:nvPicPr>
                <p:cNvPr id="83" name="Ink 82">
                  <a:extLst>
                    <a:ext uri="{FF2B5EF4-FFF2-40B4-BE49-F238E27FC236}">
                      <a16:creationId xmlns:a16="http://schemas.microsoft.com/office/drawing/2014/main" id="{7BC433B0-C29F-2D4C-4022-021635AAC526}"/>
                    </a:ext>
                  </a:extLst>
                </p:cNvPr>
                <p:cNvPicPr/>
                <p:nvPr/>
              </p:nvPicPr>
              <p:blipFill>
                <a:blip r:embed="rId114"/>
                <a:stretch>
                  <a:fillRect/>
                </a:stretch>
              </p:blipFill>
              <p:spPr>
                <a:xfrm>
                  <a:off x="5774631" y="700745"/>
                  <a:ext cx="388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84" name="Ink 83">
                  <a:extLst>
                    <a:ext uri="{FF2B5EF4-FFF2-40B4-BE49-F238E27FC236}">
                      <a16:creationId xmlns:a16="http://schemas.microsoft.com/office/drawing/2014/main" id="{A2C3459F-6FE0-FAA0-23FD-DD4CF871F6FC}"/>
                    </a:ext>
                  </a:extLst>
                </p14:cNvPr>
                <p14:cNvContentPartPr/>
                <p14:nvPr/>
              </p14:nvContentPartPr>
              <p14:xfrm>
                <a:off x="6077391" y="868865"/>
                <a:ext cx="60840" cy="15480"/>
              </p14:xfrm>
            </p:contentPart>
          </mc:Choice>
          <mc:Fallback xmlns="">
            <p:pic>
              <p:nvPicPr>
                <p:cNvPr id="84" name="Ink 83">
                  <a:extLst>
                    <a:ext uri="{FF2B5EF4-FFF2-40B4-BE49-F238E27FC236}">
                      <a16:creationId xmlns:a16="http://schemas.microsoft.com/office/drawing/2014/main" id="{A2C3459F-6FE0-FAA0-23FD-DD4CF871F6FC}"/>
                    </a:ext>
                  </a:extLst>
                </p:cNvPr>
                <p:cNvPicPr/>
                <p:nvPr/>
              </p:nvPicPr>
              <p:blipFill>
                <a:blip r:embed="rId116"/>
                <a:stretch>
                  <a:fillRect/>
                </a:stretch>
              </p:blipFill>
              <p:spPr>
                <a:xfrm>
                  <a:off x="6068391" y="860225"/>
                  <a:ext cx="7848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6" name="Ink 85">
                  <a:extLst>
                    <a:ext uri="{FF2B5EF4-FFF2-40B4-BE49-F238E27FC236}">
                      <a16:creationId xmlns:a16="http://schemas.microsoft.com/office/drawing/2014/main" id="{7F53D122-2D0D-F1C9-B778-37EB6C83E205}"/>
                    </a:ext>
                  </a:extLst>
                </p14:cNvPr>
                <p14:cNvContentPartPr/>
                <p14:nvPr/>
              </p14:nvContentPartPr>
              <p14:xfrm>
                <a:off x="6461151" y="691745"/>
                <a:ext cx="20520" cy="203760"/>
              </p14:xfrm>
            </p:contentPart>
          </mc:Choice>
          <mc:Fallback xmlns="">
            <p:pic>
              <p:nvPicPr>
                <p:cNvPr id="86" name="Ink 85">
                  <a:extLst>
                    <a:ext uri="{FF2B5EF4-FFF2-40B4-BE49-F238E27FC236}">
                      <a16:creationId xmlns:a16="http://schemas.microsoft.com/office/drawing/2014/main" id="{7F53D122-2D0D-F1C9-B778-37EB6C83E205}"/>
                    </a:ext>
                  </a:extLst>
                </p:cNvPr>
                <p:cNvPicPr/>
                <p:nvPr/>
              </p:nvPicPr>
              <p:blipFill>
                <a:blip r:embed="rId118"/>
                <a:stretch>
                  <a:fillRect/>
                </a:stretch>
              </p:blipFill>
              <p:spPr>
                <a:xfrm>
                  <a:off x="6452151" y="683105"/>
                  <a:ext cx="3816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87" name="Ink 86">
                  <a:extLst>
                    <a:ext uri="{FF2B5EF4-FFF2-40B4-BE49-F238E27FC236}">
                      <a16:creationId xmlns:a16="http://schemas.microsoft.com/office/drawing/2014/main" id="{815C8228-AB8E-3A70-28C9-3404889B9E6E}"/>
                    </a:ext>
                  </a:extLst>
                </p14:cNvPr>
                <p14:cNvContentPartPr/>
                <p14:nvPr/>
              </p14:nvContentPartPr>
              <p14:xfrm>
                <a:off x="6305631" y="447665"/>
                <a:ext cx="256320" cy="300240"/>
              </p14:xfrm>
            </p:contentPart>
          </mc:Choice>
          <mc:Fallback xmlns="">
            <p:pic>
              <p:nvPicPr>
                <p:cNvPr id="87" name="Ink 86">
                  <a:extLst>
                    <a:ext uri="{FF2B5EF4-FFF2-40B4-BE49-F238E27FC236}">
                      <a16:creationId xmlns:a16="http://schemas.microsoft.com/office/drawing/2014/main" id="{815C8228-AB8E-3A70-28C9-3404889B9E6E}"/>
                    </a:ext>
                  </a:extLst>
                </p:cNvPr>
                <p:cNvPicPr/>
                <p:nvPr/>
              </p:nvPicPr>
              <p:blipFill>
                <a:blip r:embed="rId120"/>
                <a:stretch>
                  <a:fillRect/>
                </a:stretch>
              </p:blipFill>
              <p:spPr>
                <a:xfrm>
                  <a:off x="6296631" y="438665"/>
                  <a:ext cx="27396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9" name="Ink 88">
                  <a:extLst>
                    <a:ext uri="{FF2B5EF4-FFF2-40B4-BE49-F238E27FC236}">
                      <a16:creationId xmlns:a16="http://schemas.microsoft.com/office/drawing/2014/main" id="{B9759510-A55E-63E8-1AFA-5E07AD058595}"/>
                    </a:ext>
                  </a:extLst>
                </p14:cNvPr>
                <p14:cNvContentPartPr/>
                <p14:nvPr/>
              </p14:nvContentPartPr>
              <p14:xfrm>
                <a:off x="6621711" y="673385"/>
                <a:ext cx="126720" cy="145080"/>
              </p14:xfrm>
            </p:contentPart>
          </mc:Choice>
          <mc:Fallback xmlns="">
            <p:pic>
              <p:nvPicPr>
                <p:cNvPr id="89" name="Ink 88">
                  <a:extLst>
                    <a:ext uri="{FF2B5EF4-FFF2-40B4-BE49-F238E27FC236}">
                      <a16:creationId xmlns:a16="http://schemas.microsoft.com/office/drawing/2014/main" id="{B9759510-A55E-63E8-1AFA-5E07AD058595}"/>
                    </a:ext>
                  </a:extLst>
                </p:cNvPr>
                <p:cNvPicPr/>
                <p:nvPr/>
              </p:nvPicPr>
              <p:blipFill>
                <a:blip r:embed="rId122"/>
                <a:stretch>
                  <a:fillRect/>
                </a:stretch>
              </p:blipFill>
              <p:spPr>
                <a:xfrm>
                  <a:off x="6612711" y="664385"/>
                  <a:ext cx="14436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90" name="Ink 89">
                  <a:extLst>
                    <a:ext uri="{FF2B5EF4-FFF2-40B4-BE49-F238E27FC236}">
                      <a16:creationId xmlns:a16="http://schemas.microsoft.com/office/drawing/2014/main" id="{B1D731B7-2E33-71B6-BC3D-19DE85735D53}"/>
                    </a:ext>
                  </a:extLst>
                </p14:cNvPr>
                <p14:cNvContentPartPr/>
                <p14:nvPr/>
              </p14:nvContentPartPr>
              <p14:xfrm>
                <a:off x="6819351" y="652865"/>
                <a:ext cx="125640" cy="285840"/>
              </p14:xfrm>
            </p:contentPart>
          </mc:Choice>
          <mc:Fallback xmlns="">
            <p:pic>
              <p:nvPicPr>
                <p:cNvPr id="90" name="Ink 89">
                  <a:extLst>
                    <a:ext uri="{FF2B5EF4-FFF2-40B4-BE49-F238E27FC236}">
                      <a16:creationId xmlns:a16="http://schemas.microsoft.com/office/drawing/2014/main" id="{B1D731B7-2E33-71B6-BC3D-19DE85735D53}"/>
                    </a:ext>
                  </a:extLst>
                </p:cNvPr>
                <p:cNvPicPr/>
                <p:nvPr/>
              </p:nvPicPr>
              <p:blipFill>
                <a:blip r:embed="rId124"/>
                <a:stretch>
                  <a:fillRect/>
                </a:stretch>
              </p:blipFill>
              <p:spPr>
                <a:xfrm>
                  <a:off x="6810711" y="643865"/>
                  <a:ext cx="14328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91" name="Ink 90">
                  <a:extLst>
                    <a:ext uri="{FF2B5EF4-FFF2-40B4-BE49-F238E27FC236}">
                      <a16:creationId xmlns:a16="http://schemas.microsoft.com/office/drawing/2014/main" id="{0A96A44D-8BD8-2CA8-C470-B1BEB1285F99}"/>
                    </a:ext>
                  </a:extLst>
                </p14:cNvPr>
                <p14:cNvContentPartPr/>
                <p14:nvPr/>
              </p14:nvContentPartPr>
              <p14:xfrm>
                <a:off x="6988551" y="622985"/>
                <a:ext cx="158040" cy="131040"/>
              </p14:xfrm>
            </p:contentPart>
          </mc:Choice>
          <mc:Fallback xmlns="">
            <p:pic>
              <p:nvPicPr>
                <p:cNvPr id="91" name="Ink 90">
                  <a:extLst>
                    <a:ext uri="{FF2B5EF4-FFF2-40B4-BE49-F238E27FC236}">
                      <a16:creationId xmlns:a16="http://schemas.microsoft.com/office/drawing/2014/main" id="{0A96A44D-8BD8-2CA8-C470-B1BEB1285F99}"/>
                    </a:ext>
                  </a:extLst>
                </p:cNvPr>
                <p:cNvPicPr/>
                <p:nvPr/>
              </p:nvPicPr>
              <p:blipFill>
                <a:blip r:embed="rId126"/>
                <a:stretch>
                  <a:fillRect/>
                </a:stretch>
              </p:blipFill>
              <p:spPr>
                <a:xfrm>
                  <a:off x="6979551" y="614345"/>
                  <a:ext cx="1756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92" name="Ink 91">
                  <a:extLst>
                    <a:ext uri="{FF2B5EF4-FFF2-40B4-BE49-F238E27FC236}">
                      <a16:creationId xmlns:a16="http://schemas.microsoft.com/office/drawing/2014/main" id="{09D717D4-E864-0FE5-328C-93F32C2607A0}"/>
                    </a:ext>
                  </a:extLst>
                </p14:cNvPr>
                <p14:cNvContentPartPr/>
                <p14:nvPr/>
              </p14:nvContentPartPr>
              <p14:xfrm>
                <a:off x="7233351" y="608225"/>
                <a:ext cx="88200" cy="23760"/>
              </p14:xfrm>
            </p:contentPart>
          </mc:Choice>
          <mc:Fallback xmlns="">
            <p:pic>
              <p:nvPicPr>
                <p:cNvPr id="92" name="Ink 91">
                  <a:extLst>
                    <a:ext uri="{FF2B5EF4-FFF2-40B4-BE49-F238E27FC236}">
                      <a16:creationId xmlns:a16="http://schemas.microsoft.com/office/drawing/2014/main" id="{09D717D4-E864-0FE5-328C-93F32C2607A0}"/>
                    </a:ext>
                  </a:extLst>
                </p:cNvPr>
                <p:cNvPicPr/>
                <p:nvPr/>
              </p:nvPicPr>
              <p:blipFill>
                <a:blip r:embed="rId128"/>
                <a:stretch>
                  <a:fillRect/>
                </a:stretch>
              </p:blipFill>
              <p:spPr>
                <a:xfrm>
                  <a:off x="7224351" y="599225"/>
                  <a:ext cx="1058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93" name="Ink 92">
                  <a:extLst>
                    <a:ext uri="{FF2B5EF4-FFF2-40B4-BE49-F238E27FC236}">
                      <a16:creationId xmlns:a16="http://schemas.microsoft.com/office/drawing/2014/main" id="{31B5C5C1-FE26-01C8-D73E-31C0CD80F347}"/>
                    </a:ext>
                  </a:extLst>
                </p14:cNvPr>
                <p14:cNvContentPartPr/>
                <p14:nvPr/>
              </p14:nvContentPartPr>
              <p14:xfrm>
                <a:off x="7446111" y="476105"/>
                <a:ext cx="337680" cy="206640"/>
              </p14:xfrm>
            </p:contentPart>
          </mc:Choice>
          <mc:Fallback xmlns="">
            <p:pic>
              <p:nvPicPr>
                <p:cNvPr id="93" name="Ink 92">
                  <a:extLst>
                    <a:ext uri="{FF2B5EF4-FFF2-40B4-BE49-F238E27FC236}">
                      <a16:creationId xmlns:a16="http://schemas.microsoft.com/office/drawing/2014/main" id="{31B5C5C1-FE26-01C8-D73E-31C0CD80F347}"/>
                    </a:ext>
                  </a:extLst>
                </p:cNvPr>
                <p:cNvPicPr/>
                <p:nvPr/>
              </p:nvPicPr>
              <p:blipFill>
                <a:blip r:embed="rId130"/>
                <a:stretch>
                  <a:fillRect/>
                </a:stretch>
              </p:blipFill>
              <p:spPr>
                <a:xfrm>
                  <a:off x="7437471" y="467465"/>
                  <a:ext cx="35532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94" name="Ink 93">
                  <a:extLst>
                    <a:ext uri="{FF2B5EF4-FFF2-40B4-BE49-F238E27FC236}">
                      <a16:creationId xmlns:a16="http://schemas.microsoft.com/office/drawing/2014/main" id="{4128E4FF-FC29-531A-C9B1-8215395768A0}"/>
                    </a:ext>
                  </a:extLst>
                </p14:cNvPr>
                <p14:cNvContentPartPr/>
                <p14:nvPr/>
              </p14:nvContentPartPr>
              <p14:xfrm>
                <a:off x="7861551" y="488345"/>
                <a:ext cx="104760" cy="139320"/>
              </p14:xfrm>
            </p:contentPart>
          </mc:Choice>
          <mc:Fallback xmlns="">
            <p:pic>
              <p:nvPicPr>
                <p:cNvPr id="94" name="Ink 93">
                  <a:extLst>
                    <a:ext uri="{FF2B5EF4-FFF2-40B4-BE49-F238E27FC236}">
                      <a16:creationId xmlns:a16="http://schemas.microsoft.com/office/drawing/2014/main" id="{4128E4FF-FC29-531A-C9B1-8215395768A0}"/>
                    </a:ext>
                  </a:extLst>
                </p:cNvPr>
                <p:cNvPicPr/>
                <p:nvPr/>
              </p:nvPicPr>
              <p:blipFill>
                <a:blip r:embed="rId132"/>
                <a:stretch>
                  <a:fillRect/>
                </a:stretch>
              </p:blipFill>
              <p:spPr>
                <a:xfrm>
                  <a:off x="7852551" y="479345"/>
                  <a:ext cx="12240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95" name="Ink 94">
                  <a:extLst>
                    <a:ext uri="{FF2B5EF4-FFF2-40B4-BE49-F238E27FC236}">
                      <a16:creationId xmlns:a16="http://schemas.microsoft.com/office/drawing/2014/main" id="{997911FF-EC8F-0F3D-99CF-9A3DBB8A4A65}"/>
                    </a:ext>
                  </a:extLst>
                </p14:cNvPr>
                <p14:cNvContentPartPr/>
                <p14:nvPr/>
              </p14:nvContentPartPr>
              <p14:xfrm>
                <a:off x="7981431" y="368465"/>
                <a:ext cx="169560" cy="228240"/>
              </p14:xfrm>
            </p:contentPart>
          </mc:Choice>
          <mc:Fallback xmlns="">
            <p:pic>
              <p:nvPicPr>
                <p:cNvPr id="95" name="Ink 94">
                  <a:extLst>
                    <a:ext uri="{FF2B5EF4-FFF2-40B4-BE49-F238E27FC236}">
                      <a16:creationId xmlns:a16="http://schemas.microsoft.com/office/drawing/2014/main" id="{997911FF-EC8F-0F3D-99CF-9A3DBB8A4A65}"/>
                    </a:ext>
                  </a:extLst>
                </p:cNvPr>
                <p:cNvPicPr/>
                <p:nvPr/>
              </p:nvPicPr>
              <p:blipFill>
                <a:blip r:embed="rId134"/>
                <a:stretch>
                  <a:fillRect/>
                </a:stretch>
              </p:blipFill>
              <p:spPr>
                <a:xfrm>
                  <a:off x="7972791" y="359465"/>
                  <a:ext cx="18720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96" name="Ink 95">
                  <a:extLst>
                    <a:ext uri="{FF2B5EF4-FFF2-40B4-BE49-F238E27FC236}">
                      <a16:creationId xmlns:a16="http://schemas.microsoft.com/office/drawing/2014/main" id="{BA0B844A-FA2B-15FE-80E9-0D5A0D789A7A}"/>
                    </a:ext>
                  </a:extLst>
                </p14:cNvPr>
                <p14:cNvContentPartPr/>
                <p14:nvPr/>
              </p14:nvContentPartPr>
              <p14:xfrm>
                <a:off x="8215431" y="439385"/>
                <a:ext cx="16200" cy="147240"/>
              </p14:xfrm>
            </p:contentPart>
          </mc:Choice>
          <mc:Fallback xmlns="">
            <p:pic>
              <p:nvPicPr>
                <p:cNvPr id="96" name="Ink 95">
                  <a:extLst>
                    <a:ext uri="{FF2B5EF4-FFF2-40B4-BE49-F238E27FC236}">
                      <a16:creationId xmlns:a16="http://schemas.microsoft.com/office/drawing/2014/main" id="{BA0B844A-FA2B-15FE-80E9-0D5A0D789A7A}"/>
                    </a:ext>
                  </a:extLst>
                </p:cNvPr>
                <p:cNvPicPr/>
                <p:nvPr/>
              </p:nvPicPr>
              <p:blipFill>
                <a:blip r:embed="rId136"/>
                <a:stretch>
                  <a:fillRect/>
                </a:stretch>
              </p:blipFill>
              <p:spPr>
                <a:xfrm>
                  <a:off x="8206431" y="430385"/>
                  <a:ext cx="3384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97" name="Ink 96">
                  <a:extLst>
                    <a:ext uri="{FF2B5EF4-FFF2-40B4-BE49-F238E27FC236}">
                      <a16:creationId xmlns:a16="http://schemas.microsoft.com/office/drawing/2014/main" id="{B0DA402B-287C-7C74-4927-A30AE6AB0C94}"/>
                    </a:ext>
                  </a:extLst>
                </p14:cNvPr>
                <p14:cNvContentPartPr/>
                <p14:nvPr/>
              </p14:nvContentPartPr>
              <p14:xfrm>
                <a:off x="8195271" y="301145"/>
                <a:ext cx="4320" cy="37440"/>
              </p14:xfrm>
            </p:contentPart>
          </mc:Choice>
          <mc:Fallback xmlns="">
            <p:pic>
              <p:nvPicPr>
                <p:cNvPr id="97" name="Ink 96">
                  <a:extLst>
                    <a:ext uri="{FF2B5EF4-FFF2-40B4-BE49-F238E27FC236}">
                      <a16:creationId xmlns:a16="http://schemas.microsoft.com/office/drawing/2014/main" id="{B0DA402B-287C-7C74-4927-A30AE6AB0C94}"/>
                    </a:ext>
                  </a:extLst>
                </p:cNvPr>
                <p:cNvPicPr/>
                <p:nvPr/>
              </p:nvPicPr>
              <p:blipFill>
                <a:blip r:embed="rId138"/>
                <a:stretch>
                  <a:fillRect/>
                </a:stretch>
              </p:blipFill>
              <p:spPr>
                <a:xfrm>
                  <a:off x="8186271" y="292505"/>
                  <a:ext cx="219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98" name="Ink 97">
                  <a:extLst>
                    <a:ext uri="{FF2B5EF4-FFF2-40B4-BE49-F238E27FC236}">
                      <a16:creationId xmlns:a16="http://schemas.microsoft.com/office/drawing/2014/main" id="{700EF15E-EDEB-DB00-0077-7D3E58C7D447}"/>
                    </a:ext>
                  </a:extLst>
                </p14:cNvPr>
                <p14:cNvContentPartPr/>
                <p14:nvPr/>
              </p14:nvContentPartPr>
              <p14:xfrm>
                <a:off x="8290311" y="333185"/>
                <a:ext cx="46080" cy="245160"/>
              </p14:xfrm>
            </p:contentPart>
          </mc:Choice>
          <mc:Fallback xmlns="">
            <p:pic>
              <p:nvPicPr>
                <p:cNvPr id="98" name="Ink 97">
                  <a:extLst>
                    <a:ext uri="{FF2B5EF4-FFF2-40B4-BE49-F238E27FC236}">
                      <a16:creationId xmlns:a16="http://schemas.microsoft.com/office/drawing/2014/main" id="{700EF15E-EDEB-DB00-0077-7D3E58C7D447}"/>
                    </a:ext>
                  </a:extLst>
                </p:cNvPr>
                <p:cNvPicPr/>
                <p:nvPr/>
              </p:nvPicPr>
              <p:blipFill>
                <a:blip r:embed="rId140"/>
                <a:stretch>
                  <a:fillRect/>
                </a:stretch>
              </p:blipFill>
              <p:spPr>
                <a:xfrm>
                  <a:off x="8281311" y="324545"/>
                  <a:ext cx="6372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99" name="Ink 98">
                  <a:extLst>
                    <a:ext uri="{FF2B5EF4-FFF2-40B4-BE49-F238E27FC236}">
                      <a16:creationId xmlns:a16="http://schemas.microsoft.com/office/drawing/2014/main" id="{21B34DBB-FCD3-129D-9FE1-7FF930C0A1D8}"/>
                    </a:ext>
                  </a:extLst>
                </p14:cNvPr>
                <p14:cNvContentPartPr/>
                <p14:nvPr/>
              </p14:nvContentPartPr>
              <p14:xfrm>
                <a:off x="8402271" y="385025"/>
                <a:ext cx="173880" cy="193680"/>
              </p14:xfrm>
            </p:contentPart>
          </mc:Choice>
          <mc:Fallback xmlns="">
            <p:pic>
              <p:nvPicPr>
                <p:cNvPr id="99" name="Ink 98">
                  <a:extLst>
                    <a:ext uri="{FF2B5EF4-FFF2-40B4-BE49-F238E27FC236}">
                      <a16:creationId xmlns:a16="http://schemas.microsoft.com/office/drawing/2014/main" id="{21B34DBB-FCD3-129D-9FE1-7FF930C0A1D8}"/>
                    </a:ext>
                  </a:extLst>
                </p:cNvPr>
                <p:cNvPicPr/>
                <p:nvPr/>
              </p:nvPicPr>
              <p:blipFill>
                <a:blip r:embed="rId142"/>
                <a:stretch>
                  <a:fillRect/>
                </a:stretch>
              </p:blipFill>
              <p:spPr>
                <a:xfrm>
                  <a:off x="8393631" y="376025"/>
                  <a:ext cx="19152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01" name="Ink 100">
                  <a:extLst>
                    <a:ext uri="{FF2B5EF4-FFF2-40B4-BE49-F238E27FC236}">
                      <a16:creationId xmlns:a16="http://schemas.microsoft.com/office/drawing/2014/main" id="{5E2067D1-99C4-3E02-0A17-2A2A955CCD49}"/>
                    </a:ext>
                  </a:extLst>
                </p14:cNvPr>
                <p14:cNvContentPartPr/>
                <p14:nvPr/>
              </p14:nvContentPartPr>
              <p14:xfrm>
                <a:off x="7365831" y="1039865"/>
                <a:ext cx="1206000" cy="1284480"/>
              </p14:xfrm>
            </p:contentPart>
          </mc:Choice>
          <mc:Fallback xmlns="">
            <p:pic>
              <p:nvPicPr>
                <p:cNvPr id="101" name="Ink 100">
                  <a:extLst>
                    <a:ext uri="{FF2B5EF4-FFF2-40B4-BE49-F238E27FC236}">
                      <a16:creationId xmlns:a16="http://schemas.microsoft.com/office/drawing/2014/main" id="{5E2067D1-99C4-3E02-0A17-2A2A955CCD49}"/>
                    </a:ext>
                  </a:extLst>
                </p:cNvPr>
                <p:cNvPicPr/>
                <p:nvPr/>
              </p:nvPicPr>
              <p:blipFill>
                <a:blip r:embed="rId144"/>
                <a:stretch>
                  <a:fillRect/>
                </a:stretch>
              </p:blipFill>
              <p:spPr>
                <a:xfrm>
                  <a:off x="7356831" y="1030865"/>
                  <a:ext cx="1223640" cy="130212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02" name="Ink 101">
                  <a:extLst>
                    <a:ext uri="{FF2B5EF4-FFF2-40B4-BE49-F238E27FC236}">
                      <a16:creationId xmlns:a16="http://schemas.microsoft.com/office/drawing/2014/main" id="{A79F5017-F139-6D11-6E43-9E82BF2A034B}"/>
                    </a:ext>
                  </a:extLst>
                </p14:cNvPr>
                <p14:cNvContentPartPr/>
                <p14:nvPr/>
              </p14:nvContentPartPr>
              <p14:xfrm>
                <a:off x="7431351" y="1307705"/>
                <a:ext cx="1090080" cy="11880"/>
              </p14:xfrm>
            </p:contentPart>
          </mc:Choice>
          <mc:Fallback xmlns="">
            <p:pic>
              <p:nvPicPr>
                <p:cNvPr id="102" name="Ink 101">
                  <a:extLst>
                    <a:ext uri="{FF2B5EF4-FFF2-40B4-BE49-F238E27FC236}">
                      <a16:creationId xmlns:a16="http://schemas.microsoft.com/office/drawing/2014/main" id="{A79F5017-F139-6D11-6E43-9E82BF2A034B}"/>
                    </a:ext>
                  </a:extLst>
                </p:cNvPr>
                <p:cNvPicPr/>
                <p:nvPr/>
              </p:nvPicPr>
              <p:blipFill>
                <a:blip r:embed="rId146"/>
                <a:stretch>
                  <a:fillRect/>
                </a:stretch>
              </p:blipFill>
              <p:spPr>
                <a:xfrm>
                  <a:off x="7422351" y="1298705"/>
                  <a:ext cx="110772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03" name="Ink 102">
                  <a:extLst>
                    <a:ext uri="{FF2B5EF4-FFF2-40B4-BE49-F238E27FC236}">
                      <a16:creationId xmlns:a16="http://schemas.microsoft.com/office/drawing/2014/main" id="{B91E2FAA-E223-7F83-F42E-EDF15C4436C5}"/>
                    </a:ext>
                  </a:extLst>
                </p14:cNvPr>
                <p14:cNvContentPartPr/>
                <p14:nvPr/>
              </p14:nvContentPartPr>
              <p14:xfrm>
                <a:off x="7503711" y="1136345"/>
                <a:ext cx="109800" cy="87480"/>
              </p14:xfrm>
            </p:contentPart>
          </mc:Choice>
          <mc:Fallback xmlns="">
            <p:pic>
              <p:nvPicPr>
                <p:cNvPr id="103" name="Ink 102">
                  <a:extLst>
                    <a:ext uri="{FF2B5EF4-FFF2-40B4-BE49-F238E27FC236}">
                      <a16:creationId xmlns:a16="http://schemas.microsoft.com/office/drawing/2014/main" id="{B91E2FAA-E223-7F83-F42E-EDF15C4436C5}"/>
                    </a:ext>
                  </a:extLst>
                </p:cNvPr>
                <p:cNvPicPr/>
                <p:nvPr/>
              </p:nvPicPr>
              <p:blipFill>
                <a:blip r:embed="rId148"/>
                <a:stretch>
                  <a:fillRect/>
                </a:stretch>
              </p:blipFill>
              <p:spPr>
                <a:xfrm>
                  <a:off x="7494711" y="1127345"/>
                  <a:ext cx="12744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05" name="Ink 104">
                  <a:extLst>
                    <a:ext uri="{FF2B5EF4-FFF2-40B4-BE49-F238E27FC236}">
                      <a16:creationId xmlns:a16="http://schemas.microsoft.com/office/drawing/2014/main" id="{07F63982-F3BB-F814-7BE5-B44578BC925F}"/>
                    </a:ext>
                  </a:extLst>
                </p14:cNvPr>
                <p14:cNvContentPartPr/>
                <p14:nvPr/>
              </p14:nvContentPartPr>
              <p14:xfrm>
                <a:off x="8396151" y="1141385"/>
                <a:ext cx="86400" cy="74880"/>
              </p14:xfrm>
            </p:contentPart>
          </mc:Choice>
          <mc:Fallback xmlns="">
            <p:pic>
              <p:nvPicPr>
                <p:cNvPr id="105" name="Ink 104">
                  <a:extLst>
                    <a:ext uri="{FF2B5EF4-FFF2-40B4-BE49-F238E27FC236}">
                      <a16:creationId xmlns:a16="http://schemas.microsoft.com/office/drawing/2014/main" id="{07F63982-F3BB-F814-7BE5-B44578BC925F}"/>
                    </a:ext>
                  </a:extLst>
                </p:cNvPr>
                <p:cNvPicPr/>
                <p:nvPr/>
              </p:nvPicPr>
              <p:blipFill>
                <a:blip r:embed="rId150"/>
                <a:stretch>
                  <a:fillRect/>
                </a:stretch>
              </p:blipFill>
              <p:spPr>
                <a:xfrm>
                  <a:off x="8387151" y="1132745"/>
                  <a:ext cx="10404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07" name="Ink 106">
                  <a:extLst>
                    <a:ext uri="{FF2B5EF4-FFF2-40B4-BE49-F238E27FC236}">
                      <a16:creationId xmlns:a16="http://schemas.microsoft.com/office/drawing/2014/main" id="{101A4C36-4BC6-A9BB-1263-BF162DAA9F9D}"/>
                    </a:ext>
                  </a:extLst>
                </p14:cNvPr>
                <p14:cNvContentPartPr/>
                <p14:nvPr/>
              </p14:nvContentPartPr>
              <p14:xfrm>
                <a:off x="7792791" y="1111505"/>
                <a:ext cx="97920" cy="15120"/>
              </p14:xfrm>
            </p:contentPart>
          </mc:Choice>
          <mc:Fallback xmlns="">
            <p:pic>
              <p:nvPicPr>
                <p:cNvPr id="107" name="Ink 106">
                  <a:extLst>
                    <a:ext uri="{FF2B5EF4-FFF2-40B4-BE49-F238E27FC236}">
                      <a16:creationId xmlns:a16="http://schemas.microsoft.com/office/drawing/2014/main" id="{101A4C36-4BC6-A9BB-1263-BF162DAA9F9D}"/>
                    </a:ext>
                  </a:extLst>
                </p:cNvPr>
                <p:cNvPicPr/>
                <p:nvPr/>
              </p:nvPicPr>
              <p:blipFill>
                <a:blip r:embed="rId152"/>
                <a:stretch>
                  <a:fillRect/>
                </a:stretch>
              </p:blipFill>
              <p:spPr>
                <a:xfrm>
                  <a:off x="7783791" y="1102865"/>
                  <a:ext cx="1155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08" name="Ink 107">
                  <a:extLst>
                    <a:ext uri="{FF2B5EF4-FFF2-40B4-BE49-F238E27FC236}">
                      <a16:creationId xmlns:a16="http://schemas.microsoft.com/office/drawing/2014/main" id="{DB4951C3-2959-51DD-F275-03AA1F22E332}"/>
                    </a:ext>
                  </a:extLst>
                </p14:cNvPr>
                <p14:cNvContentPartPr/>
                <p14:nvPr/>
              </p14:nvContentPartPr>
              <p14:xfrm>
                <a:off x="7841031" y="1116185"/>
                <a:ext cx="12240" cy="100440"/>
              </p14:xfrm>
            </p:contentPart>
          </mc:Choice>
          <mc:Fallback xmlns="">
            <p:pic>
              <p:nvPicPr>
                <p:cNvPr id="108" name="Ink 107">
                  <a:extLst>
                    <a:ext uri="{FF2B5EF4-FFF2-40B4-BE49-F238E27FC236}">
                      <a16:creationId xmlns:a16="http://schemas.microsoft.com/office/drawing/2014/main" id="{DB4951C3-2959-51DD-F275-03AA1F22E332}"/>
                    </a:ext>
                  </a:extLst>
                </p:cNvPr>
                <p:cNvPicPr/>
                <p:nvPr/>
              </p:nvPicPr>
              <p:blipFill>
                <a:blip r:embed="rId154"/>
                <a:stretch>
                  <a:fillRect/>
                </a:stretch>
              </p:blipFill>
              <p:spPr>
                <a:xfrm>
                  <a:off x="7832031" y="1107545"/>
                  <a:ext cx="2988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09" name="Ink 108">
                  <a:extLst>
                    <a:ext uri="{FF2B5EF4-FFF2-40B4-BE49-F238E27FC236}">
                      <a16:creationId xmlns:a16="http://schemas.microsoft.com/office/drawing/2014/main" id="{FA69CE55-AF81-0F69-F19A-8D9D699AD8B6}"/>
                    </a:ext>
                  </a:extLst>
                </p14:cNvPr>
                <p14:cNvContentPartPr/>
                <p14:nvPr/>
              </p14:nvContentPartPr>
              <p14:xfrm>
                <a:off x="7906191" y="1169465"/>
                <a:ext cx="6840" cy="32400"/>
              </p14:xfrm>
            </p:contentPart>
          </mc:Choice>
          <mc:Fallback xmlns="">
            <p:pic>
              <p:nvPicPr>
                <p:cNvPr id="109" name="Ink 108">
                  <a:extLst>
                    <a:ext uri="{FF2B5EF4-FFF2-40B4-BE49-F238E27FC236}">
                      <a16:creationId xmlns:a16="http://schemas.microsoft.com/office/drawing/2014/main" id="{FA69CE55-AF81-0F69-F19A-8D9D699AD8B6}"/>
                    </a:ext>
                  </a:extLst>
                </p:cNvPr>
                <p:cNvPicPr/>
                <p:nvPr/>
              </p:nvPicPr>
              <p:blipFill>
                <a:blip r:embed="rId156"/>
                <a:stretch>
                  <a:fillRect/>
                </a:stretch>
              </p:blipFill>
              <p:spPr>
                <a:xfrm>
                  <a:off x="7897191" y="1160825"/>
                  <a:ext cx="2448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10" name="Ink 109">
                  <a:extLst>
                    <a:ext uri="{FF2B5EF4-FFF2-40B4-BE49-F238E27FC236}">
                      <a16:creationId xmlns:a16="http://schemas.microsoft.com/office/drawing/2014/main" id="{5A9B1409-4E3F-3CF1-3ADF-C5BF9A6999A5}"/>
                    </a:ext>
                  </a:extLst>
                </p14:cNvPr>
                <p14:cNvContentPartPr/>
                <p14:nvPr/>
              </p14:nvContentPartPr>
              <p14:xfrm>
                <a:off x="7909071" y="1123385"/>
                <a:ext cx="2520" cy="3240"/>
              </p14:xfrm>
            </p:contentPart>
          </mc:Choice>
          <mc:Fallback xmlns="">
            <p:pic>
              <p:nvPicPr>
                <p:cNvPr id="110" name="Ink 109">
                  <a:extLst>
                    <a:ext uri="{FF2B5EF4-FFF2-40B4-BE49-F238E27FC236}">
                      <a16:creationId xmlns:a16="http://schemas.microsoft.com/office/drawing/2014/main" id="{5A9B1409-4E3F-3CF1-3ADF-C5BF9A6999A5}"/>
                    </a:ext>
                  </a:extLst>
                </p:cNvPr>
                <p:cNvPicPr/>
                <p:nvPr/>
              </p:nvPicPr>
              <p:blipFill>
                <a:blip r:embed="rId158"/>
                <a:stretch>
                  <a:fillRect/>
                </a:stretch>
              </p:blipFill>
              <p:spPr>
                <a:xfrm>
                  <a:off x="7900431" y="1114745"/>
                  <a:ext cx="2016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11" name="Ink 110">
                  <a:extLst>
                    <a:ext uri="{FF2B5EF4-FFF2-40B4-BE49-F238E27FC236}">
                      <a16:creationId xmlns:a16="http://schemas.microsoft.com/office/drawing/2014/main" id="{F474042A-53EA-BBA6-3A28-58DDB125969A}"/>
                    </a:ext>
                  </a:extLst>
                </p14:cNvPr>
                <p14:cNvContentPartPr/>
                <p14:nvPr/>
              </p14:nvContentPartPr>
              <p14:xfrm>
                <a:off x="7971711" y="1116185"/>
                <a:ext cx="10440" cy="89640"/>
              </p14:xfrm>
            </p:contentPart>
          </mc:Choice>
          <mc:Fallback xmlns="">
            <p:pic>
              <p:nvPicPr>
                <p:cNvPr id="111" name="Ink 110">
                  <a:extLst>
                    <a:ext uri="{FF2B5EF4-FFF2-40B4-BE49-F238E27FC236}">
                      <a16:creationId xmlns:a16="http://schemas.microsoft.com/office/drawing/2014/main" id="{F474042A-53EA-BBA6-3A28-58DDB125969A}"/>
                    </a:ext>
                  </a:extLst>
                </p:cNvPr>
                <p:cNvPicPr/>
                <p:nvPr/>
              </p:nvPicPr>
              <p:blipFill>
                <a:blip r:embed="rId160"/>
                <a:stretch>
                  <a:fillRect/>
                </a:stretch>
              </p:blipFill>
              <p:spPr>
                <a:xfrm>
                  <a:off x="7962711" y="1107545"/>
                  <a:ext cx="2808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12" name="Ink 111">
                  <a:extLst>
                    <a:ext uri="{FF2B5EF4-FFF2-40B4-BE49-F238E27FC236}">
                      <a16:creationId xmlns:a16="http://schemas.microsoft.com/office/drawing/2014/main" id="{D6E64793-1389-8540-3573-7AD23F0B7240}"/>
                    </a:ext>
                  </a:extLst>
                </p14:cNvPr>
                <p14:cNvContentPartPr/>
                <p14:nvPr/>
              </p14:nvContentPartPr>
              <p14:xfrm>
                <a:off x="7956591" y="1173425"/>
                <a:ext cx="60120" cy="14040"/>
              </p14:xfrm>
            </p:contentPart>
          </mc:Choice>
          <mc:Fallback xmlns="">
            <p:pic>
              <p:nvPicPr>
                <p:cNvPr id="112" name="Ink 111">
                  <a:extLst>
                    <a:ext uri="{FF2B5EF4-FFF2-40B4-BE49-F238E27FC236}">
                      <a16:creationId xmlns:a16="http://schemas.microsoft.com/office/drawing/2014/main" id="{D6E64793-1389-8540-3573-7AD23F0B7240}"/>
                    </a:ext>
                  </a:extLst>
                </p:cNvPr>
                <p:cNvPicPr/>
                <p:nvPr/>
              </p:nvPicPr>
              <p:blipFill>
                <a:blip r:embed="rId162"/>
                <a:stretch>
                  <a:fillRect/>
                </a:stretch>
              </p:blipFill>
              <p:spPr>
                <a:xfrm>
                  <a:off x="7947951" y="1164785"/>
                  <a:ext cx="7776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13" name="Ink 112">
                  <a:extLst>
                    <a:ext uri="{FF2B5EF4-FFF2-40B4-BE49-F238E27FC236}">
                      <a16:creationId xmlns:a16="http://schemas.microsoft.com/office/drawing/2014/main" id="{B97F0D6D-4B0D-8E80-6D0A-1897E71B5642}"/>
                    </a:ext>
                  </a:extLst>
                </p14:cNvPr>
                <p14:cNvContentPartPr/>
                <p14:nvPr/>
              </p14:nvContentPartPr>
              <p14:xfrm>
                <a:off x="8072511" y="1141025"/>
                <a:ext cx="10800" cy="73080"/>
              </p14:xfrm>
            </p:contentPart>
          </mc:Choice>
          <mc:Fallback xmlns="">
            <p:pic>
              <p:nvPicPr>
                <p:cNvPr id="113" name="Ink 112">
                  <a:extLst>
                    <a:ext uri="{FF2B5EF4-FFF2-40B4-BE49-F238E27FC236}">
                      <a16:creationId xmlns:a16="http://schemas.microsoft.com/office/drawing/2014/main" id="{B97F0D6D-4B0D-8E80-6D0A-1897E71B5642}"/>
                    </a:ext>
                  </a:extLst>
                </p:cNvPr>
                <p:cNvPicPr/>
                <p:nvPr/>
              </p:nvPicPr>
              <p:blipFill>
                <a:blip r:embed="rId164"/>
                <a:stretch>
                  <a:fillRect/>
                </a:stretch>
              </p:blipFill>
              <p:spPr>
                <a:xfrm>
                  <a:off x="8063511" y="1132025"/>
                  <a:ext cx="2844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14" name="Ink 113">
                  <a:extLst>
                    <a:ext uri="{FF2B5EF4-FFF2-40B4-BE49-F238E27FC236}">
                      <a16:creationId xmlns:a16="http://schemas.microsoft.com/office/drawing/2014/main" id="{193E589B-819C-9C37-A8BE-A529B8504AA6}"/>
                    </a:ext>
                  </a:extLst>
                </p14:cNvPr>
                <p14:cNvContentPartPr/>
                <p14:nvPr/>
              </p14:nvContentPartPr>
              <p14:xfrm>
                <a:off x="8128311" y="1175945"/>
                <a:ext cx="50040" cy="87120"/>
              </p14:xfrm>
            </p:contentPart>
          </mc:Choice>
          <mc:Fallback xmlns="">
            <p:pic>
              <p:nvPicPr>
                <p:cNvPr id="114" name="Ink 113">
                  <a:extLst>
                    <a:ext uri="{FF2B5EF4-FFF2-40B4-BE49-F238E27FC236}">
                      <a16:creationId xmlns:a16="http://schemas.microsoft.com/office/drawing/2014/main" id="{193E589B-819C-9C37-A8BE-A529B8504AA6}"/>
                    </a:ext>
                  </a:extLst>
                </p:cNvPr>
                <p:cNvPicPr/>
                <p:nvPr/>
              </p:nvPicPr>
              <p:blipFill>
                <a:blip r:embed="rId166"/>
                <a:stretch>
                  <a:fillRect/>
                </a:stretch>
              </p:blipFill>
              <p:spPr>
                <a:xfrm>
                  <a:off x="8119671" y="1167305"/>
                  <a:ext cx="676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15" name="Ink 114">
                  <a:extLst>
                    <a:ext uri="{FF2B5EF4-FFF2-40B4-BE49-F238E27FC236}">
                      <a16:creationId xmlns:a16="http://schemas.microsoft.com/office/drawing/2014/main" id="{14B24F9B-E182-1D0C-B404-8770B8686B04}"/>
                    </a:ext>
                  </a:extLst>
                </p14:cNvPr>
                <p14:cNvContentPartPr/>
                <p14:nvPr/>
              </p14:nvContentPartPr>
              <p14:xfrm>
                <a:off x="7100511" y="1074065"/>
                <a:ext cx="284400" cy="1486080"/>
              </p14:xfrm>
            </p:contentPart>
          </mc:Choice>
          <mc:Fallback xmlns="">
            <p:pic>
              <p:nvPicPr>
                <p:cNvPr id="115" name="Ink 114">
                  <a:extLst>
                    <a:ext uri="{FF2B5EF4-FFF2-40B4-BE49-F238E27FC236}">
                      <a16:creationId xmlns:a16="http://schemas.microsoft.com/office/drawing/2014/main" id="{14B24F9B-E182-1D0C-B404-8770B8686B04}"/>
                    </a:ext>
                  </a:extLst>
                </p:cNvPr>
                <p:cNvPicPr/>
                <p:nvPr/>
              </p:nvPicPr>
              <p:blipFill>
                <a:blip r:embed="rId168"/>
                <a:stretch>
                  <a:fillRect/>
                </a:stretch>
              </p:blipFill>
              <p:spPr>
                <a:xfrm>
                  <a:off x="7091871" y="1065425"/>
                  <a:ext cx="302040" cy="15037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17" name="Ink 116">
                  <a:extLst>
                    <a:ext uri="{FF2B5EF4-FFF2-40B4-BE49-F238E27FC236}">
                      <a16:creationId xmlns:a16="http://schemas.microsoft.com/office/drawing/2014/main" id="{6E44A63A-D2E4-450F-F4C2-73148268AD89}"/>
                    </a:ext>
                  </a:extLst>
                </p14:cNvPr>
                <p14:cNvContentPartPr/>
                <p14:nvPr/>
              </p14:nvContentPartPr>
              <p14:xfrm>
                <a:off x="6617751" y="1040945"/>
                <a:ext cx="500760" cy="651960"/>
              </p14:xfrm>
            </p:contentPart>
          </mc:Choice>
          <mc:Fallback xmlns="">
            <p:pic>
              <p:nvPicPr>
                <p:cNvPr id="117" name="Ink 116">
                  <a:extLst>
                    <a:ext uri="{FF2B5EF4-FFF2-40B4-BE49-F238E27FC236}">
                      <a16:creationId xmlns:a16="http://schemas.microsoft.com/office/drawing/2014/main" id="{6E44A63A-D2E4-450F-F4C2-73148268AD89}"/>
                    </a:ext>
                  </a:extLst>
                </p:cNvPr>
                <p:cNvPicPr/>
                <p:nvPr/>
              </p:nvPicPr>
              <p:blipFill>
                <a:blip r:embed="rId170"/>
                <a:stretch>
                  <a:fillRect/>
                </a:stretch>
              </p:blipFill>
              <p:spPr>
                <a:xfrm>
                  <a:off x="6608751" y="1032305"/>
                  <a:ext cx="518400" cy="6696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18" name="Ink 117">
                  <a:extLst>
                    <a:ext uri="{FF2B5EF4-FFF2-40B4-BE49-F238E27FC236}">
                      <a16:creationId xmlns:a16="http://schemas.microsoft.com/office/drawing/2014/main" id="{8E782FC0-14C9-B58F-52F4-95CD48F070D0}"/>
                    </a:ext>
                  </a:extLst>
                </p14:cNvPr>
                <p14:cNvContentPartPr/>
                <p14:nvPr/>
              </p14:nvContentPartPr>
              <p14:xfrm>
                <a:off x="6566631" y="1040585"/>
                <a:ext cx="47160" cy="132480"/>
              </p14:xfrm>
            </p:contentPart>
          </mc:Choice>
          <mc:Fallback xmlns="">
            <p:pic>
              <p:nvPicPr>
                <p:cNvPr id="118" name="Ink 117">
                  <a:extLst>
                    <a:ext uri="{FF2B5EF4-FFF2-40B4-BE49-F238E27FC236}">
                      <a16:creationId xmlns:a16="http://schemas.microsoft.com/office/drawing/2014/main" id="{8E782FC0-14C9-B58F-52F4-95CD48F070D0}"/>
                    </a:ext>
                  </a:extLst>
                </p:cNvPr>
                <p:cNvPicPr/>
                <p:nvPr/>
              </p:nvPicPr>
              <p:blipFill>
                <a:blip r:embed="rId172"/>
                <a:stretch>
                  <a:fillRect/>
                </a:stretch>
              </p:blipFill>
              <p:spPr>
                <a:xfrm>
                  <a:off x="6557631" y="1031585"/>
                  <a:ext cx="6480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19" name="Ink 118">
                  <a:extLst>
                    <a:ext uri="{FF2B5EF4-FFF2-40B4-BE49-F238E27FC236}">
                      <a16:creationId xmlns:a16="http://schemas.microsoft.com/office/drawing/2014/main" id="{CC4EDF6F-39FD-4011-6968-69E90E5679D3}"/>
                    </a:ext>
                  </a:extLst>
                </p14:cNvPr>
                <p14:cNvContentPartPr/>
                <p14:nvPr/>
              </p14:nvContentPartPr>
              <p14:xfrm>
                <a:off x="6614871" y="1060025"/>
                <a:ext cx="78840" cy="82800"/>
              </p14:xfrm>
            </p:contentPart>
          </mc:Choice>
          <mc:Fallback xmlns="">
            <p:pic>
              <p:nvPicPr>
                <p:cNvPr id="119" name="Ink 118">
                  <a:extLst>
                    <a:ext uri="{FF2B5EF4-FFF2-40B4-BE49-F238E27FC236}">
                      <a16:creationId xmlns:a16="http://schemas.microsoft.com/office/drawing/2014/main" id="{CC4EDF6F-39FD-4011-6968-69E90E5679D3}"/>
                    </a:ext>
                  </a:extLst>
                </p:cNvPr>
                <p:cNvPicPr/>
                <p:nvPr/>
              </p:nvPicPr>
              <p:blipFill>
                <a:blip r:embed="rId174"/>
                <a:stretch>
                  <a:fillRect/>
                </a:stretch>
              </p:blipFill>
              <p:spPr>
                <a:xfrm>
                  <a:off x="6605871" y="1051385"/>
                  <a:ext cx="96480" cy="100440"/>
                </a:xfrm>
                <a:prstGeom prst="rect">
                  <a:avLst/>
                </a:prstGeom>
              </p:spPr>
            </p:pic>
          </mc:Fallback>
        </mc:AlternateContent>
      </p:grpSp>
      <p:grpSp>
        <p:nvGrpSpPr>
          <p:cNvPr id="124" name="Group 123">
            <a:extLst>
              <a:ext uri="{FF2B5EF4-FFF2-40B4-BE49-F238E27FC236}">
                <a16:creationId xmlns:a16="http://schemas.microsoft.com/office/drawing/2014/main" id="{1DAA8D00-5D33-54F0-CC93-0C1040835D0D}"/>
              </a:ext>
            </a:extLst>
          </p:cNvPr>
          <p:cNvGrpSpPr/>
          <p:nvPr/>
        </p:nvGrpSpPr>
        <p:grpSpPr>
          <a:xfrm>
            <a:off x="660831" y="3712865"/>
            <a:ext cx="151920" cy="228600"/>
            <a:chOff x="660831" y="3712865"/>
            <a:chExt cx="151920" cy="228600"/>
          </a:xfrm>
        </p:grpSpPr>
        <mc:AlternateContent xmlns:mc="http://schemas.openxmlformats.org/markup-compatibility/2006" xmlns:p14="http://schemas.microsoft.com/office/powerpoint/2010/main">
          <mc:Choice Requires="p14">
            <p:contentPart p14:bwMode="auto" r:id="rId175">
              <p14:nvContentPartPr>
                <p14:cNvPr id="121" name="Ink 120">
                  <a:extLst>
                    <a:ext uri="{FF2B5EF4-FFF2-40B4-BE49-F238E27FC236}">
                      <a16:creationId xmlns:a16="http://schemas.microsoft.com/office/drawing/2014/main" id="{607EB2A4-3B6D-AF94-352D-154E7627ED22}"/>
                    </a:ext>
                  </a:extLst>
                </p14:cNvPr>
                <p14:cNvContentPartPr/>
                <p14:nvPr/>
              </p14:nvContentPartPr>
              <p14:xfrm>
                <a:off x="660831" y="3763625"/>
                <a:ext cx="36360" cy="177840"/>
              </p14:xfrm>
            </p:contentPart>
          </mc:Choice>
          <mc:Fallback xmlns="">
            <p:pic>
              <p:nvPicPr>
                <p:cNvPr id="121" name="Ink 120">
                  <a:extLst>
                    <a:ext uri="{FF2B5EF4-FFF2-40B4-BE49-F238E27FC236}">
                      <a16:creationId xmlns:a16="http://schemas.microsoft.com/office/drawing/2014/main" id="{607EB2A4-3B6D-AF94-352D-154E7627ED22}"/>
                    </a:ext>
                  </a:extLst>
                </p:cNvPr>
                <p:cNvPicPr/>
                <p:nvPr/>
              </p:nvPicPr>
              <p:blipFill>
                <a:blip r:embed="rId176"/>
                <a:stretch>
                  <a:fillRect/>
                </a:stretch>
              </p:blipFill>
              <p:spPr>
                <a:xfrm>
                  <a:off x="652191" y="3754625"/>
                  <a:ext cx="5400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22" name="Ink 121">
                  <a:extLst>
                    <a:ext uri="{FF2B5EF4-FFF2-40B4-BE49-F238E27FC236}">
                      <a16:creationId xmlns:a16="http://schemas.microsoft.com/office/drawing/2014/main" id="{D370341E-D50E-5C18-26C2-6B7835030AD8}"/>
                    </a:ext>
                  </a:extLst>
                </p14:cNvPr>
                <p14:cNvContentPartPr/>
                <p14:nvPr/>
              </p14:nvContentPartPr>
              <p14:xfrm>
                <a:off x="691791" y="3712865"/>
                <a:ext cx="102240" cy="190080"/>
              </p14:xfrm>
            </p:contentPart>
          </mc:Choice>
          <mc:Fallback xmlns="">
            <p:pic>
              <p:nvPicPr>
                <p:cNvPr id="122" name="Ink 121">
                  <a:extLst>
                    <a:ext uri="{FF2B5EF4-FFF2-40B4-BE49-F238E27FC236}">
                      <a16:creationId xmlns:a16="http://schemas.microsoft.com/office/drawing/2014/main" id="{D370341E-D50E-5C18-26C2-6B7835030AD8}"/>
                    </a:ext>
                  </a:extLst>
                </p:cNvPr>
                <p:cNvPicPr/>
                <p:nvPr/>
              </p:nvPicPr>
              <p:blipFill>
                <a:blip r:embed="rId178"/>
                <a:stretch>
                  <a:fillRect/>
                </a:stretch>
              </p:blipFill>
              <p:spPr>
                <a:xfrm>
                  <a:off x="683151" y="3704225"/>
                  <a:ext cx="11988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23" name="Ink 122">
                  <a:extLst>
                    <a:ext uri="{FF2B5EF4-FFF2-40B4-BE49-F238E27FC236}">
                      <a16:creationId xmlns:a16="http://schemas.microsoft.com/office/drawing/2014/main" id="{328D50C7-B1EF-379B-B20D-08C15238BAA8}"/>
                    </a:ext>
                  </a:extLst>
                </p14:cNvPr>
                <p14:cNvContentPartPr/>
                <p14:nvPr/>
              </p14:nvContentPartPr>
              <p14:xfrm>
                <a:off x="702951" y="3810425"/>
                <a:ext cx="109800" cy="24120"/>
              </p14:xfrm>
            </p:contentPart>
          </mc:Choice>
          <mc:Fallback xmlns="">
            <p:pic>
              <p:nvPicPr>
                <p:cNvPr id="123" name="Ink 122">
                  <a:extLst>
                    <a:ext uri="{FF2B5EF4-FFF2-40B4-BE49-F238E27FC236}">
                      <a16:creationId xmlns:a16="http://schemas.microsoft.com/office/drawing/2014/main" id="{328D50C7-B1EF-379B-B20D-08C15238BAA8}"/>
                    </a:ext>
                  </a:extLst>
                </p:cNvPr>
                <p:cNvPicPr/>
                <p:nvPr/>
              </p:nvPicPr>
              <p:blipFill>
                <a:blip r:embed="rId180"/>
                <a:stretch>
                  <a:fillRect/>
                </a:stretch>
              </p:blipFill>
              <p:spPr>
                <a:xfrm>
                  <a:off x="693951" y="3801785"/>
                  <a:ext cx="127440" cy="41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1">
            <p14:nvContentPartPr>
              <p14:cNvPr id="125" name="Ink 124">
                <a:extLst>
                  <a:ext uri="{FF2B5EF4-FFF2-40B4-BE49-F238E27FC236}">
                    <a16:creationId xmlns:a16="http://schemas.microsoft.com/office/drawing/2014/main" id="{AF27C6EB-65C6-9B67-1B94-07EC3DDAE742}"/>
                  </a:ext>
                </a:extLst>
              </p14:cNvPr>
              <p14:cNvContentPartPr/>
              <p14:nvPr/>
            </p14:nvContentPartPr>
            <p14:xfrm>
              <a:off x="4369911" y="3710345"/>
              <a:ext cx="181080" cy="175680"/>
            </p14:xfrm>
          </p:contentPart>
        </mc:Choice>
        <mc:Fallback xmlns="">
          <p:pic>
            <p:nvPicPr>
              <p:cNvPr id="125" name="Ink 124">
                <a:extLst>
                  <a:ext uri="{FF2B5EF4-FFF2-40B4-BE49-F238E27FC236}">
                    <a16:creationId xmlns:a16="http://schemas.microsoft.com/office/drawing/2014/main" id="{AF27C6EB-65C6-9B67-1B94-07EC3DDAE742}"/>
                  </a:ext>
                </a:extLst>
              </p:cNvPr>
              <p:cNvPicPr/>
              <p:nvPr/>
            </p:nvPicPr>
            <p:blipFill>
              <a:blip r:embed="rId182"/>
              <a:stretch>
                <a:fillRect/>
              </a:stretch>
            </p:blipFill>
            <p:spPr>
              <a:xfrm>
                <a:off x="4360911" y="3701345"/>
                <a:ext cx="198720" cy="193320"/>
              </a:xfrm>
              <a:prstGeom prst="rect">
                <a:avLst/>
              </a:prstGeom>
            </p:spPr>
          </p:pic>
        </mc:Fallback>
      </mc:AlternateContent>
      <p:grpSp>
        <p:nvGrpSpPr>
          <p:cNvPr id="133" name="Group 132">
            <a:extLst>
              <a:ext uri="{FF2B5EF4-FFF2-40B4-BE49-F238E27FC236}">
                <a16:creationId xmlns:a16="http://schemas.microsoft.com/office/drawing/2014/main" id="{463FA3B5-3F62-3A76-14B5-54C2882D953F}"/>
              </a:ext>
            </a:extLst>
          </p:cNvPr>
          <p:cNvGrpSpPr/>
          <p:nvPr/>
        </p:nvGrpSpPr>
        <p:grpSpPr>
          <a:xfrm>
            <a:off x="712311" y="1504985"/>
            <a:ext cx="1419840" cy="463680"/>
            <a:chOff x="712311" y="1504985"/>
            <a:chExt cx="1419840" cy="463680"/>
          </a:xfrm>
        </p:grpSpPr>
        <mc:AlternateContent xmlns:mc="http://schemas.openxmlformats.org/markup-compatibility/2006" xmlns:p14="http://schemas.microsoft.com/office/powerpoint/2010/main">
          <mc:Choice Requires="p14">
            <p:contentPart p14:bwMode="auto" r:id="rId183">
              <p14:nvContentPartPr>
                <p14:cNvPr id="126" name="Ink 125">
                  <a:extLst>
                    <a:ext uri="{FF2B5EF4-FFF2-40B4-BE49-F238E27FC236}">
                      <a16:creationId xmlns:a16="http://schemas.microsoft.com/office/drawing/2014/main" id="{CD3D73DD-02B1-83A1-2608-7BF83EB4A78B}"/>
                    </a:ext>
                  </a:extLst>
                </p14:cNvPr>
                <p14:cNvContentPartPr/>
                <p14:nvPr/>
              </p14:nvContentPartPr>
              <p14:xfrm>
                <a:off x="1459311" y="1810265"/>
                <a:ext cx="672840" cy="158400"/>
              </p14:xfrm>
            </p:contentPart>
          </mc:Choice>
          <mc:Fallback xmlns="">
            <p:pic>
              <p:nvPicPr>
                <p:cNvPr id="126" name="Ink 125">
                  <a:extLst>
                    <a:ext uri="{FF2B5EF4-FFF2-40B4-BE49-F238E27FC236}">
                      <a16:creationId xmlns:a16="http://schemas.microsoft.com/office/drawing/2014/main" id="{CD3D73DD-02B1-83A1-2608-7BF83EB4A78B}"/>
                    </a:ext>
                  </a:extLst>
                </p:cNvPr>
                <p:cNvPicPr/>
                <p:nvPr/>
              </p:nvPicPr>
              <p:blipFill>
                <a:blip r:embed="rId184"/>
                <a:stretch>
                  <a:fillRect/>
                </a:stretch>
              </p:blipFill>
              <p:spPr>
                <a:xfrm>
                  <a:off x="1450671" y="1801265"/>
                  <a:ext cx="69048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27" name="Ink 126">
                  <a:extLst>
                    <a:ext uri="{FF2B5EF4-FFF2-40B4-BE49-F238E27FC236}">
                      <a16:creationId xmlns:a16="http://schemas.microsoft.com/office/drawing/2014/main" id="{1DD4CE9B-638D-ABBB-5666-4489F28505D6}"/>
                    </a:ext>
                  </a:extLst>
                </p14:cNvPr>
                <p14:cNvContentPartPr/>
                <p14:nvPr/>
              </p14:nvContentPartPr>
              <p14:xfrm>
                <a:off x="712311" y="1661225"/>
                <a:ext cx="238680" cy="179280"/>
              </p14:xfrm>
            </p:contentPart>
          </mc:Choice>
          <mc:Fallback xmlns="">
            <p:pic>
              <p:nvPicPr>
                <p:cNvPr id="127" name="Ink 126">
                  <a:extLst>
                    <a:ext uri="{FF2B5EF4-FFF2-40B4-BE49-F238E27FC236}">
                      <a16:creationId xmlns:a16="http://schemas.microsoft.com/office/drawing/2014/main" id="{1DD4CE9B-638D-ABBB-5666-4489F28505D6}"/>
                    </a:ext>
                  </a:extLst>
                </p:cNvPr>
                <p:cNvPicPr/>
                <p:nvPr/>
              </p:nvPicPr>
              <p:blipFill>
                <a:blip r:embed="rId186"/>
                <a:stretch>
                  <a:fillRect/>
                </a:stretch>
              </p:blipFill>
              <p:spPr>
                <a:xfrm>
                  <a:off x="703311" y="1652225"/>
                  <a:ext cx="25632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28" name="Ink 127">
                  <a:extLst>
                    <a:ext uri="{FF2B5EF4-FFF2-40B4-BE49-F238E27FC236}">
                      <a16:creationId xmlns:a16="http://schemas.microsoft.com/office/drawing/2014/main" id="{B3503D76-3273-3ACC-4AD7-A95C4C010A31}"/>
                    </a:ext>
                  </a:extLst>
                </p14:cNvPr>
                <p14:cNvContentPartPr/>
                <p14:nvPr/>
              </p14:nvContentPartPr>
              <p14:xfrm>
                <a:off x="975471" y="1644305"/>
                <a:ext cx="100080" cy="141120"/>
              </p14:xfrm>
            </p:contentPart>
          </mc:Choice>
          <mc:Fallback xmlns="">
            <p:pic>
              <p:nvPicPr>
                <p:cNvPr id="128" name="Ink 127">
                  <a:extLst>
                    <a:ext uri="{FF2B5EF4-FFF2-40B4-BE49-F238E27FC236}">
                      <a16:creationId xmlns:a16="http://schemas.microsoft.com/office/drawing/2014/main" id="{B3503D76-3273-3ACC-4AD7-A95C4C010A31}"/>
                    </a:ext>
                  </a:extLst>
                </p:cNvPr>
                <p:cNvPicPr/>
                <p:nvPr/>
              </p:nvPicPr>
              <p:blipFill>
                <a:blip r:embed="rId188"/>
                <a:stretch>
                  <a:fillRect/>
                </a:stretch>
              </p:blipFill>
              <p:spPr>
                <a:xfrm>
                  <a:off x="966471" y="1635665"/>
                  <a:ext cx="1177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29" name="Ink 128">
                  <a:extLst>
                    <a:ext uri="{FF2B5EF4-FFF2-40B4-BE49-F238E27FC236}">
                      <a16:creationId xmlns:a16="http://schemas.microsoft.com/office/drawing/2014/main" id="{F3082A30-E1E6-52AE-36DC-835B5F34E460}"/>
                    </a:ext>
                  </a:extLst>
                </p14:cNvPr>
                <p14:cNvContentPartPr/>
                <p14:nvPr/>
              </p14:nvContentPartPr>
              <p14:xfrm>
                <a:off x="1101111" y="1550705"/>
                <a:ext cx="36000" cy="181800"/>
              </p14:xfrm>
            </p:contentPart>
          </mc:Choice>
          <mc:Fallback xmlns="">
            <p:pic>
              <p:nvPicPr>
                <p:cNvPr id="129" name="Ink 128">
                  <a:extLst>
                    <a:ext uri="{FF2B5EF4-FFF2-40B4-BE49-F238E27FC236}">
                      <a16:creationId xmlns:a16="http://schemas.microsoft.com/office/drawing/2014/main" id="{F3082A30-E1E6-52AE-36DC-835B5F34E460}"/>
                    </a:ext>
                  </a:extLst>
                </p:cNvPr>
                <p:cNvPicPr/>
                <p:nvPr/>
              </p:nvPicPr>
              <p:blipFill>
                <a:blip r:embed="rId190"/>
                <a:stretch>
                  <a:fillRect/>
                </a:stretch>
              </p:blipFill>
              <p:spPr>
                <a:xfrm>
                  <a:off x="1092471" y="1542065"/>
                  <a:ext cx="5364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30" name="Ink 129">
                  <a:extLst>
                    <a:ext uri="{FF2B5EF4-FFF2-40B4-BE49-F238E27FC236}">
                      <a16:creationId xmlns:a16="http://schemas.microsoft.com/office/drawing/2014/main" id="{5114D91D-6B8D-E319-79DD-9CFDDE0B712C}"/>
                    </a:ext>
                  </a:extLst>
                </p14:cNvPr>
                <p14:cNvContentPartPr/>
                <p14:nvPr/>
              </p14:nvContentPartPr>
              <p14:xfrm>
                <a:off x="1085991" y="1562945"/>
                <a:ext cx="157320" cy="169920"/>
              </p14:xfrm>
            </p:contentPart>
          </mc:Choice>
          <mc:Fallback xmlns="">
            <p:pic>
              <p:nvPicPr>
                <p:cNvPr id="130" name="Ink 129">
                  <a:extLst>
                    <a:ext uri="{FF2B5EF4-FFF2-40B4-BE49-F238E27FC236}">
                      <a16:creationId xmlns:a16="http://schemas.microsoft.com/office/drawing/2014/main" id="{5114D91D-6B8D-E319-79DD-9CFDDE0B712C}"/>
                    </a:ext>
                  </a:extLst>
                </p:cNvPr>
                <p:cNvPicPr/>
                <p:nvPr/>
              </p:nvPicPr>
              <p:blipFill>
                <a:blip r:embed="rId192"/>
                <a:stretch>
                  <a:fillRect/>
                </a:stretch>
              </p:blipFill>
              <p:spPr>
                <a:xfrm>
                  <a:off x="1077351" y="1554305"/>
                  <a:ext cx="17496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31" name="Ink 130">
                  <a:extLst>
                    <a:ext uri="{FF2B5EF4-FFF2-40B4-BE49-F238E27FC236}">
                      <a16:creationId xmlns:a16="http://schemas.microsoft.com/office/drawing/2014/main" id="{1B7A1E08-4849-5535-ADCA-EF2F56406444}"/>
                    </a:ext>
                  </a:extLst>
                </p14:cNvPr>
                <p14:cNvContentPartPr/>
                <p14:nvPr/>
              </p14:nvContentPartPr>
              <p14:xfrm>
                <a:off x="1263471" y="1571585"/>
                <a:ext cx="70200" cy="107280"/>
              </p14:xfrm>
            </p:contentPart>
          </mc:Choice>
          <mc:Fallback xmlns="">
            <p:pic>
              <p:nvPicPr>
                <p:cNvPr id="131" name="Ink 130">
                  <a:extLst>
                    <a:ext uri="{FF2B5EF4-FFF2-40B4-BE49-F238E27FC236}">
                      <a16:creationId xmlns:a16="http://schemas.microsoft.com/office/drawing/2014/main" id="{1B7A1E08-4849-5535-ADCA-EF2F56406444}"/>
                    </a:ext>
                  </a:extLst>
                </p:cNvPr>
                <p:cNvPicPr/>
                <p:nvPr/>
              </p:nvPicPr>
              <p:blipFill>
                <a:blip r:embed="rId194"/>
                <a:stretch>
                  <a:fillRect/>
                </a:stretch>
              </p:blipFill>
              <p:spPr>
                <a:xfrm>
                  <a:off x="1254471" y="1562945"/>
                  <a:ext cx="8784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32" name="Ink 131">
                  <a:extLst>
                    <a:ext uri="{FF2B5EF4-FFF2-40B4-BE49-F238E27FC236}">
                      <a16:creationId xmlns:a16="http://schemas.microsoft.com/office/drawing/2014/main" id="{405B91DD-F832-86E9-7804-A4DADB78C942}"/>
                    </a:ext>
                  </a:extLst>
                </p14:cNvPr>
                <p14:cNvContentPartPr/>
                <p14:nvPr/>
              </p14:nvContentPartPr>
              <p14:xfrm>
                <a:off x="1368951" y="1504985"/>
                <a:ext cx="108000" cy="146520"/>
              </p14:xfrm>
            </p:contentPart>
          </mc:Choice>
          <mc:Fallback xmlns="">
            <p:pic>
              <p:nvPicPr>
                <p:cNvPr id="132" name="Ink 131">
                  <a:extLst>
                    <a:ext uri="{FF2B5EF4-FFF2-40B4-BE49-F238E27FC236}">
                      <a16:creationId xmlns:a16="http://schemas.microsoft.com/office/drawing/2014/main" id="{405B91DD-F832-86E9-7804-A4DADB78C942}"/>
                    </a:ext>
                  </a:extLst>
                </p:cNvPr>
                <p:cNvPicPr/>
                <p:nvPr/>
              </p:nvPicPr>
              <p:blipFill>
                <a:blip r:embed="rId196"/>
                <a:stretch>
                  <a:fillRect/>
                </a:stretch>
              </p:blipFill>
              <p:spPr>
                <a:xfrm>
                  <a:off x="1360311" y="1496345"/>
                  <a:ext cx="125640" cy="164160"/>
                </a:xfrm>
                <a:prstGeom prst="rect">
                  <a:avLst/>
                </a:prstGeom>
              </p:spPr>
            </p:pic>
          </mc:Fallback>
        </mc:AlternateContent>
      </p:grpSp>
      <p:grpSp>
        <p:nvGrpSpPr>
          <p:cNvPr id="156" name="Group 155">
            <a:extLst>
              <a:ext uri="{FF2B5EF4-FFF2-40B4-BE49-F238E27FC236}">
                <a16:creationId xmlns:a16="http://schemas.microsoft.com/office/drawing/2014/main" id="{4585365A-B185-3103-7DE7-9908B5AB2441}"/>
              </a:ext>
            </a:extLst>
          </p:cNvPr>
          <p:cNvGrpSpPr/>
          <p:nvPr/>
        </p:nvGrpSpPr>
        <p:grpSpPr>
          <a:xfrm>
            <a:off x="882951" y="2455025"/>
            <a:ext cx="2785320" cy="425160"/>
            <a:chOff x="882951" y="2455025"/>
            <a:chExt cx="2785320" cy="425160"/>
          </a:xfrm>
        </p:grpSpPr>
        <mc:AlternateContent xmlns:mc="http://schemas.openxmlformats.org/markup-compatibility/2006" xmlns:p14="http://schemas.microsoft.com/office/powerpoint/2010/main">
          <mc:Choice Requires="p14">
            <p:contentPart p14:bwMode="auto" r:id="rId197">
              <p14:nvContentPartPr>
                <p14:cNvPr id="54" name="Ink 53">
                  <a:extLst>
                    <a:ext uri="{FF2B5EF4-FFF2-40B4-BE49-F238E27FC236}">
                      <a16:creationId xmlns:a16="http://schemas.microsoft.com/office/drawing/2014/main" id="{7AB2E2E6-ECD0-DE20-D22A-6FBD94C1F760}"/>
                    </a:ext>
                  </a:extLst>
                </p14:cNvPr>
                <p14:cNvContentPartPr/>
                <p14:nvPr/>
              </p14:nvContentPartPr>
              <p14:xfrm>
                <a:off x="3277311" y="2627105"/>
                <a:ext cx="379080" cy="93600"/>
              </p14:xfrm>
            </p:contentPart>
          </mc:Choice>
          <mc:Fallback xmlns="">
            <p:pic>
              <p:nvPicPr>
                <p:cNvPr id="54" name="Ink 53">
                  <a:extLst>
                    <a:ext uri="{FF2B5EF4-FFF2-40B4-BE49-F238E27FC236}">
                      <a16:creationId xmlns:a16="http://schemas.microsoft.com/office/drawing/2014/main" id="{7AB2E2E6-ECD0-DE20-D22A-6FBD94C1F760}"/>
                    </a:ext>
                  </a:extLst>
                </p:cNvPr>
                <p:cNvPicPr/>
                <p:nvPr/>
              </p:nvPicPr>
              <p:blipFill>
                <a:blip r:embed="rId198"/>
                <a:stretch>
                  <a:fillRect/>
                </a:stretch>
              </p:blipFill>
              <p:spPr>
                <a:xfrm>
                  <a:off x="3268671" y="2618465"/>
                  <a:ext cx="3967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55" name="Ink 54">
                  <a:extLst>
                    <a:ext uri="{FF2B5EF4-FFF2-40B4-BE49-F238E27FC236}">
                      <a16:creationId xmlns:a16="http://schemas.microsoft.com/office/drawing/2014/main" id="{0BA70A42-C071-A8A6-8BBA-6A339F425536}"/>
                    </a:ext>
                  </a:extLst>
                </p14:cNvPr>
                <p14:cNvContentPartPr/>
                <p14:nvPr/>
              </p14:nvContentPartPr>
              <p14:xfrm>
                <a:off x="3275151" y="2636105"/>
                <a:ext cx="74880" cy="140760"/>
              </p14:xfrm>
            </p:contentPart>
          </mc:Choice>
          <mc:Fallback xmlns="">
            <p:pic>
              <p:nvPicPr>
                <p:cNvPr id="55" name="Ink 54">
                  <a:extLst>
                    <a:ext uri="{FF2B5EF4-FFF2-40B4-BE49-F238E27FC236}">
                      <a16:creationId xmlns:a16="http://schemas.microsoft.com/office/drawing/2014/main" id="{0BA70A42-C071-A8A6-8BBA-6A339F425536}"/>
                    </a:ext>
                  </a:extLst>
                </p:cNvPr>
                <p:cNvPicPr/>
                <p:nvPr/>
              </p:nvPicPr>
              <p:blipFill>
                <a:blip r:embed="rId200"/>
                <a:stretch>
                  <a:fillRect/>
                </a:stretch>
              </p:blipFill>
              <p:spPr>
                <a:xfrm>
                  <a:off x="3266511" y="2627105"/>
                  <a:ext cx="9252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56" name="Ink 55">
                  <a:extLst>
                    <a:ext uri="{FF2B5EF4-FFF2-40B4-BE49-F238E27FC236}">
                      <a16:creationId xmlns:a16="http://schemas.microsoft.com/office/drawing/2014/main" id="{1DECB3AB-EFF8-01DA-DBF4-D92B42EDC5AC}"/>
                    </a:ext>
                  </a:extLst>
                </p14:cNvPr>
                <p14:cNvContentPartPr/>
                <p14:nvPr/>
              </p14:nvContentPartPr>
              <p14:xfrm>
                <a:off x="2294511" y="2455745"/>
                <a:ext cx="1373760" cy="171720"/>
              </p14:xfrm>
            </p:contentPart>
          </mc:Choice>
          <mc:Fallback xmlns="">
            <p:pic>
              <p:nvPicPr>
                <p:cNvPr id="56" name="Ink 55">
                  <a:extLst>
                    <a:ext uri="{FF2B5EF4-FFF2-40B4-BE49-F238E27FC236}">
                      <a16:creationId xmlns:a16="http://schemas.microsoft.com/office/drawing/2014/main" id="{1DECB3AB-EFF8-01DA-DBF4-D92B42EDC5AC}"/>
                    </a:ext>
                  </a:extLst>
                </p:cNvPr>
                <p:cNvPicPr/>
                <p:nvPr/>
              </p:nvPicPr>
              <p:blipFill>
                <a:blip r:embed="rId202"/>
                <a:stretch>
                  <a:fillRect/>
                </a:stretch>
              </p:blipFill>
              <p:spPr>
                <a:xfrm>
                  <a:off x="2285871" y="2446745"/>
                  <a:ext cx="139140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57" name="Ink 56">
                  <a:extLst>
                    <a:ext uri="{FF2B5EF4-FFF2-40B4-BE49-F238E27FC236}">
                      <a16:creationId xmlns:a16="http://schemas.microsoft.com/office/drawing/2014/main" id="{819759EA-8B30-C7BD-0A96-68011C9CBF2D}"/>
                    </a:ext>
                  </a:extLst>
                </p14:cNvPr>
                <p14:cNvContentPartPr/>
                <p14:nvPr/>
              </p14:nvContentPartPr>
              <p14:xfrm>
                <a:off x="2257791" y="2500385"/>
                <a:ext cx="112680" cy="184680"/>
              </p14:xfrm>
            </p:contentPart>
          </mc:Choice>
          <mc:Fallback xmlns="">
            <p:pic>
              <p:nvPicPr>
                <p:cNvPr id="57" name="Ink 56">
                  <a:extLst>
                    <a:ext uri="{FF2B5EF4-FFF2-40B4-BE49-F238E27FC236}">
                      <a16:creationId xmlns:a16="http://schemas.microsoft.com/office/drawing/2014/main" id="{819759EA-8B30-C7BD-0A96-68011C9CBF2D}"/>
                    </a:ext>
                  </a:extLst>
                </p:cNvPr>
                <p:cNvPicPr/>
                <p:nvPr/>
              </p:nvPicPr>
              <p:blipFill>
                <a:blip r:embed="rId204"/>
                <a:stretch>
                  <a:fillRect/>
                </a:stretch>
              </p:blipFill>
              <p:spPr>
                <a:xfrm>
                  <a:off x="2248791" y="2491385"/>
                  <a:ext cx="13032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42" name="Ink 141">
                  <a:extLst>
                    <a:ext uri="{FF2B5EF4-FFF2-40B4-BE49-F238E27FC236}">
                      <a16:creationId xmlns:a16="http://schemas.microsoft.com/office/drawing/2014/main" id="{60B372AF-C6E2-AF2D-5C42-E47E2F31D45E}"/>
                    </a:ext>
                  </a:extLst>
                </p14:cNvPr>
                <p14:cNvContentPartPr/>
                <p14:nvPr/>
              </p14:nvContentPartPr>
              <p14:xfrm>
                <a:off x="882951" y="2630705"/>
                <a:ext cx="137520" cy="249480"/>
              </p14:xfrm>
            </p:contentPart>
          </mc:Choice>
          <mc:Fallback xmlns="">
            <p:pic>
              <p:nvPicPr>
                <p:cNvPr id="142" name="Ink 141">
                  <a:extLst>
                    <a:ext uri="{FF2B5EF4-FFF2-40B4-BE49-F238E27FC236}">
                      <a16:creationId xmlns:a16="http://schemas.microsoft.com/office/drawing/2014/main" id="{60B372AF-C6E2-AF2D-5C42-E47E2F31D45E}"/>
                    </a:ext>
                  </a:extLst>
                </p:cNvPr>
                <p:cNvPicPr/>
                <p:nvPr/>
              </p:nvPicPr>
              <p:blipFill>
                <a:blip r:embed="rId206"/>
                <a:stretch>
                  <a:fillRect/>
                </a:stretch>
              </p:blipFill>
              <p:spPr>
                <a:xfrm>
                  <a:off x="874311" y="2622065"/>
                  <a:ext cx="15516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43" name="Ink 142">
                  <a:extLst>
                    <a:ext uri="{FF2B5EF4-FFF2-40B4-BE49-F238E27FC236}">
                      <a16:creationId xmlns:a16="http://schemas.microsoft.com/office/drawing/2014/main" id="{23F34594-01A9-ACF9-FEEF-C06AB09A6610}"/>
                    </a:ext>
                  </a:extLst>
                </p14:cNvPr>
                <p14:cNvContentPartPr/>
                <p14:nvPr/>
              </p14:nvContentPartPr>
              <p14:xfrm>
                <a:off x="1035591" y="2636825"/>
                <a:ext cx="81720" cy="111600"/>
              </p14:xfrm>
            </p:contentPart>
          </mc:Choice>
          <mc:Fallback xmlns="">
            <p:pic>
              <p:nvPicPr>
                <p:cNvPr id="143" name="Ink 142">
                  <a:extLst>
                    <a:ext uri="{FF2B5EF4-FFF2-40B4-BE49-F238E27FC236}">
                      <a16:creationId xmlns:a16="http://schemas.microsoft.com/office/drawing/2014/main" id="{23F34594-01A9-ACF9-FEEF-C06AB09A6610}"/>
                    </a:ext>
                  </a:extLst>
                </p:cNvPr>
                <p:cNvPicPr/>
                <p:nvPr/>
              </p:nvPicPr>
              <p:blipFill>
                <a:blip r:embed="rId208"/>
                <a:stretch>
                  <a:fillRect/>
                </a:stretch>
              </p:blipFill>
              <p:spPr>
                <a:xfrm>
                  <a:off x="1026951" y="2627825"/>
                  <a:ext cx="9936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44" name="Ink 143">
                  <a:extLst>
                    <a:ext uri="{FF2B5EF4-FFF2-40B4-BE49-F238E27FC236}">
                      <a16:creationId xmlns:a16="http://schemas.microsoft.com/office/drawing/2014/main" id="{574878BA-6337-A5A3-43AF-C1DCE08D727F}"/>
                    </a:ext>
                  </a:extLst>
                </p14:cNvPr>
                <p14:cNvContentPartPr/>
                <p14:nvPr/>
              </p14:nvContentPartPr>
              <p14:xfrm>
                <a:off x="1147191" y="2549345"/>
                <a:ext cx="43920" cy="189720"/>
              </p14:xfrm>
            </p:contentPart>
          </mc:Choice>
          <mc:Fallback xmlns="">
            <p:pic>
              <p:nvPicPr>
                <p:cNvPr id="144" name="Ink 143">
                  <a:extLst>
                    <a:ext uri="{FF2B5EF4-FFF2-40B4-BE49-F238E27FC236}">
                      <a16:creationId xmlns:a16="http://schemas.microsoft.com/office/drawing/2014/main" id="{574878BA-6337-A5A3-43AF-C1DCE08D727F}"/>
                    </a:ext>
                  </a:extLst>
                </p:cNvPr>
                <p:cNvPicPr/>
                <p:nvPr/>
              </p:nvPicPr>
              <p:blipFill>
                <a:blip r:embed="rId210"/>
                <a:stretch>
                  <a:fillRect/>
                </a:stretch>
              </p:blipFill>
              <p:spPr>
                <a:xfrm>
                  <a:off x="1138191" y="2540345"/>
                  <a:ext cx="6156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45" name="Ink 144">
                  <a:extLst>
                    <a:ext uri="{FF2B5EF4-FFF2-40B4-BE49-F238E27FC236}">
                      <a16:creationId xmlns:a16="http://schemas.microsoft.com/office/drawing/2014/main" id="{8BC7B90F-93B6-D13C-9B99-0130835529A5}"/>
                    </a:ext>
                  </a:extLst>
                </p14:cNvPr>
                <p14:cNvContentPartPr/>
                <p14:nvPr/>
              </p14:nvContentPartPr>
              <p14:xfrm>
                <a:off x="1139631" y="2635025"/>
                <a:ext cx="95400" cy="32760"/>
              </p14:xfrm>
            </p:contentPart>
          </mc:Choice>
          <mc:Fallback xmlns="">
            <p:pic>
              <p:nvPicPr>
                <p:cNvPr id="145" name="Ink 144">
                  <a:extLst>
                    <a:ext uri="{FF2B5EF4-FFF2-40B4-BE49-F238E27FC236}">
                      <a16:creationId xmlns:a16="http://schemas.microsoft.com/office/drawing/2014/main" id="{8BC7B90F-93B6-D13C-9B99-0130835529A5}"/>
                    </a:ext>
                  </a:extLst>
                </p:cNvPr>
                <p:cNvPicPr/>
                <p:nvPr/>
              </p:nvPicPr>
              <p:blipFill>
                <a:blip r:embed="rId212"/>
                <a:stretch>
                  <a:fillRect/>
                </a:stretch>
              </p:blipFill>
              <p:spPr>
                <a:xfrm>
                  <a:off x="1130631" y="2626025"/>
                  <a:ext cx="11304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46" name="Ink 145">
                  <a:extLst>
                    <a:ext uri="{FF2B5EF4-FFF2-40B4-BE49-F238E27FC236}">
                      <a16:creationId xmlns:a16="http://schemas.microsoft.com/office/drawing/2014/main" id="{88CD4D3C-DA82-A2F4-5CC7-25F4BAC2A25F}"/>
                    </a:ext>
                  </a:extLst>
                </p14:cNvPr>
                <p14:cNvContentPartPr/>
                <p14:nvPr/>
              </p14:nvContentPartPr>
              <p14:xfrm>
                <a:off x="1270671" y="2581385"/>
                <a:ext cx="57960" cy="161640"/>
              </p14:xfrm>
            </p:contentPart>
          </mc:Choice>
          <mc:Fallback xmlns="">
            <p:pic>
              <p:nvPicPr>
                <p:cNvPr id="146" name="Ink 145">
                  <a:extLst>
                    <a:ext uri="{FF2B5EF4-FFF2-40B4-BE49-F238E27FC236}">
                      <a16:creationId xmlns:a16="http://schemas.microsoft.com/office/drawing/2014/main" id="{88CD4D3C-DA82-A2F4-5CC7-25F4BAC2A25F}"/>
                    </a:ext>
                  </a:extLst>
                </p:cNvPr>
                <p:cNvPicPr/>
                <p:nvPr/>
              </p:nvPicPr>
              <p:blipFill>
                <a:blip r:embed="rId214"/>
                <a:stretch>
                  <a:fillRect/>
                </a:stretch>
              </p:blipFill>
              <p:spPr>
                <a:xfrm>
                  <a:off x="1262031" y="2572385"/>
                  <a:ext cx="7560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47" name="Ink 146">
                  <a:extLst>
                    <a:ext uri="{FF2B5EF4-FFF2-40B4-BE49-F238E27FC236}">
                      <a16:creationId xmlns:a16="http://schemas.microsoft.com/office/drawing/2014/main" id="{A2B3B6B0-DBEB-817D-90A2-46CFF4CC4A3A}"/>
                    </a:ext>
                  </a:extLst>
                </p14:cNvPr>
                <p14:cNvContentPartPr/>
                <p14:nvPr/>
              </p14:nvContentPartPr>
              <p14:xfrm>
                <a:off x="1267431" y="2455025"/>
                <a:ext cx="147600" cy="167760"/>
              </p14:xfrm>
            </p:contentPart>
          </mc:Choice>
          <mc:Fallback xmlns="">
            <p:pic>
              <p:nvPicPr>
                <p:cNvPr id="147" name="Ink 146">
                  <a:extLst>
                    <a:ext uri="{FF2B5EF4-FFF2-40B4-BE49-F238E27FC236}">
                      <a16:creationId xmlns:a16="http://schemas.microsoft.com/office/drawing/2014/main" id="{A2B3B6B0-DBEB-817D-90A2-46CFF4CC4A3A}"/>
                    </a:ext>
                  </a:extLst>
                </p:cNvPr>
                <p:cNvPicPr/>
                <p:nvPr/>
              </p:nvPicPr>
              <p:blipFill>
                <a:blip r:embed="rId216"/>
                <a:stretch>
                  <a:fillRect/>
                </a:stretch>
              </p:blipFill>
              <p:spPr>
                <a:xfrm>
                  <a:off x="1258791" y="2446385"/>
                  <a:ext cx="16524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48" name="Ink 147">
                  <a:extLst>
                    <a:ext uri="{FF2B5EF4-FFF2-40B4-BE49-F238E27FC236}">
                      <a16:creationId xmlns:a16="http://schemas.microsoft.com/office/drawing/2014/main" id="{166E36AC-0570-0A4B-CE06-AFFB79E2869C}"/>
                    </a:ext>
                  </a:extLst>
                </p14:cNvPr>
                <p14:cNvContentPartPr/>
                <p14:nvPr/>
              </p14:nvContentPartPr>
              <p14:xfrm>
                <a:off x="1373271" y="2601545"/>
                <a:ext cx="127440" cy="109800"/>
              </p14:xfrm>
            </p:contentPart>
          </mc:Choice>
          <mc:Fallback xmlns="">
            <p:pic>
              <p:nvPicPr>
                <p:cNvPr id="148" name="Ink 147">
                  <a:extLst>
                    <a:ext uri="{FF2B5EF4-FFF2-40B4-BE49-F238E27FC236}">
                      <a16:creationId xmlns:a16="http://schemas.microsoft.com/office/drawing/2014/main" id="{166E36AC-0570-0A4B-CE06-AFFB79E2869C}"/>
                    </a:ext>
                  </a:extLst>
                </p:cNvPr>
                <p:cNvPicPr/>
                <p:nvPr/>
              </p:nvPicPr>
              <p:blipFill>
                <a:blip r:embed="rId218"/>
                <a:stretch>
                  <a:fillRect/>
                </a:stretch>
              </p:blipFill>
              <p:spPr>
                <a:xfrm>
                  <a:off x="1364631" y="2592905"/>
                  <a:ext cx="14508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49" name="Ink 148">
                  <a:extLst>
                    <a:ext uri="{FF2B5EF4-FFF2-40B4-BE49-F238E27FC236}">
                      <a16:creationId xmlns:a16="http://schemas.microsoft.com/office/drawing/2014/main" id="{BA7BD8F9-E75C-3478-A3CA-0A74822E2B25}"/>
                    </a:ext>
                  </a:extLst>
                </p14:cNvPr>
                <p14:cNvContentPartPr/>
                <p14:nvPr/>
              </p14:nvContentPartPr>
              <p14:xfrm>
                <a:off x="1505031" y="2580665"/>
                <a:ext cx="120600" cy="101880"/>
              </p14:xfrm>
            </p:contentPart>
          </mc:Choice>
          <mc:Fallback xmlns="">
            <p:pic>
              <p:nvPicPr>
                <p:cNvPr id="149" name="Ink 148">
                  <a:extLst>
                    <a:ext uri="{FF2B5EF4-FFF2-40B4-BE49-F238E27FC236}">
                      <a16:creationId xmlns:a16="http://schemas.microsoft.com/office/drawing/2014/main" id="{BA7BD8F9-E75C-3478-A3CA-0A74822E2B25}"/>
                    </a:ext>
                  </a:extLst>
                </p:cNvPr>
                <p:cNvPicPr/>
                <p:nvPr/>
              </p:nvPicPr>
              <p:blipFill>
                <a:blip r:embed="rId220"/>
                <a:stretch>
                  <a:fillRect/>
                </a:stretch>
              </p:blipFill>
              <p:spPr>
                <a:xfrm>
                  <a:off x="1496031" y="2572025"/>
                  <a:ext cx="13824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50" name="Ink 149">
                  <a:extLst>
                    <a:ext uri="{FF2B5EF4-FFF2-40B4-BE49-F238E27FC236}">
                      <a16:creationId xmlns:a16="http://schemas.microsoft.com/office/drawing/2014/main" id="{66E7CA00-EF93-701C-B06B-1153D1224741}"/>
                    </a:ext>
                  </a:extLst>
                </p14:cNvPr>
                <p14:cNvContentPartPr/>
                <p14:nvPr/>
              </p14:nvContentPartPr>
              <p14:xfrm>
                <a:off x="1627791" y="2581025"/>
                <a:ext cx="68040" cy="112320"/>
              </p14:xfrm>
            </p:contentPart>
          </mc:Choice>
          <mc:Fallback xmlns="">
            <p:pic>
              <p:nvPicPr>
                <p:cNvPr id="150" name="Ink 149">
                  <a:extLst>
                    <a:ext uri="{FF2B5EF4-FFF2-40B4-BE49-F238E27FC236}">
                      <a16:creationId xmlns:a16="http://schemas.microsoft.com/office/drawing/2014/main" id="{66E7CA00-EF93-701C-B06B-1153D1224741}"/>
                    </a:ext>
                  </a:extLst>
                </p:cNvPr>
                <p:cNvPicPr/>
                <p:nvPr/>
              </p:nvPicPr>
              <p:blipFill>
                <a:blip r:embed="rId222"/>
                <a:stretch>
                  <a:fillRect/>
                </a:stretch>
              </p:blipFill>
              <p:spPr>
                <a:xfrm>
                  <a:off x="1619151" y="2572025"/>
                  <a:ext cx="856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51" name="Ink 150">
                  <a:extLst>
                    <a:ext uri="{FF2B5EF4-FFF2-40B4-BE49-F238E27FC236}">
                      <a16:creationId xmlns:a16="http://schemas.microsoft.com/office/drawing/2014/main" id="{915CC729-2274-F559-77F7-5F5A53613A08}"/>
                    </a:ext>
                  </a:extLst>
                </p14:cNvPr>
                <p14:cNvContentPartPr/>
                <p14:nvPr/>
              </p14:nvContentPartPr>
              <p14:xfrm>
                <a:off x="1742631" y="2575985"/>
                <a:ext cx="96480" cy="103680"/>
              </p14:xfrm>
            </p:contentPart>
          </mc:Choice>
          <mc:Fallback xmlns="">
            <p:pic>
              <p:nvPicPr>
                <p:cNvPr id="151" name="Ink 150">
                  <a:extLst>
                    <a:ext uri="{FF2B5EF4-FFF2-40B4-BE49-F238E27FC236}">
                      <a16:creationId xmlns:a16="http://schemas.microsoft.com/office/drawing/2014/main" id="{915CC729-2274-F559-77F7-5F5A53613A08}"/>
                    </a:ext>
                  </a:extLst>
                </p:cNvPr>
                <p:cNvPicPr/>
                <p:nvPr/>
              </p:nvPicPr>
              <p:blipFill>
                <a:blip r:embed="rId224"/>
                <a:stretch>
                  <a:fillRect/>
                </a:stretch>
              </p:blipFill>
              <p:spPr>
                <a:xfrm>
                  <a:off x="1733991" y="2567345"/>
                  <a:ext cx="11412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52" name="Ink 151">
                  <a:extLst>
                    <a:ext uri="{FF2B5EF4-FFF2-40B4-BE49-F238E27FC236}">
                      <a16:creationId xmlns:a16="http://schemas.microsoft.com/office/drawing/2014/main" id="{A26AA113-EDBC-5365-8953-D58637FEEF2D}"/>
                    </a:ext>
                  </a:extLst>
                </p14:cNvPr>
                <p14:cNvContentPartPr/>
                <p14:nvPr/>
              </p14:nvContentPartPr>
              <p14:xfrm>
                <a:off x="1853511" y="2464385"/>
                <a:ext cx="93600" cy="194040"/>
              </p14:xfrm>
            </p:contentPart>
          </mc:Choice>
          <mc:Fallback xmlns="">
            <p:pic>
              <p:nvPicPr>
                <p:cNvPr id="152" name="Ink 151">
                  <a:extLst>
                    <a:ext uri="{FF2B5EF4-FFF2-40B4-BE49-F238E27FC236}">
                      <a16:creationId xmlns:a16="http://schemas.microsoft.com/office/drawing/2014/main" id="{A26AA113-EDBC-5365-8953-D58637FEEF2D}"/>
                    </a:ext>
                  </a:extLst>
                </p:cNvPr>
                <p:cNvPicPr/>
                <p:nvPr/>
              </p:nvPicPr>
              <p:blipFill>
                <a:blip r:embed="rId226"/>
                <a:stretch>
                  <a:fillRect/>
                </a:stretch>
              </p:blipFill>
              <p:spPr>
                <a:xfrm>
                  <a:off x="1844871" y="2455385"/>
                  <a:ext cx="11124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53" name="Ink 152">
                  <a:extLst>
                    <a:ext uri="{FF2B5EF4-FFF2-40B4-BE49-F238E27FC236}">
                      <a16:creationId xmlns:a16="http://schemas.microsoft.com/office/drawing/2014/main" id="{DC65CC60-6241-6A76-C8AA-A8DBA9BDC03F}"/>
                    </a:ext>
                  </a:extLst>
                </p14:cNvPr>
                <p14:cNvContentPartPr/>
                <p14:nvPr/>
              </p14:nvContentPartPr>
              <p14:xfrm>
                <a:off x="1866471" y="2541065"/>
                <a:ext cx="86040" cy="25560"/>
              </p14:xfrm>
            </p:contentPart>
          </mc:Choice>
          <mc:Fallback xmlns="">
            <p:pic>
              <p:nvPicPr>
                <p:cNvPr id="153" name="Ink 152">
                  <a:extLst>
                    <a:ext uri="{FF2B5EF4-FFF2-40B4-BE49-F238E27FC236}">
                      <a16:creationId xmlns:a16="http://schemas.microsoft.com/office/drawing/2014/main" id="{DC65CC60-6241-6A76-C8AA-A8DBA9BDC03F}"/>
                    </a:ext>
                  </a:extLst>
                </p:cNvPr>
                <p:cNvPicPr/>
                <p:nvPr/>
              </p:nvPicPr>
              <p:blipFill>
                <a:blip r:embed="rId228"/>
                <a:stretch>
                  <a:fillRect/>
                </a:stretch>
              </p:blipFill>
              <p:spPr>
                <a:xfrm>
                  <a:off x="1857831" y="2532065"/>
                  <a:ext cx="1036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54" name="Ink 153">
                  <a:extLst>
                    <a:ext uri="{FF2B5EF4-FFF2-40B4-BE49-F238E27FC236}">
                      <a16:creationId xmlns:a16="http://schemas.microsoft.com/office/drawing/2014/main" id="{D2100C26-6B1A-2856-B2C5-0B51BFC294D4}"/>
                    </a:ext>
                  </a:extLst>
                </p14:cNvPr>
                <p14:cNvContentPartPr/>
                <p14:nvPr/>
              </p14:nvContentPartPr>
              <p14:xfrm>
                <a:off x="2000391" y="2485265"/>
                <a:ext cx="36000" cy="157680"/>
              </p14:xfrm>
            </p:contentPart>
          </mc:Choice>
          <mc:Fallback xmlns="">
            <p:pic>
              <p:nvPicPr>
                <p:cNvPr id="154" name="Ink 153">
                  <a:extLst>
                    <a:ext uri="{FF2B5EF4-FFF2-40B4-BE49-F238E27FC236}">
                      <a16:creationId xmlns:a16="http://schemas.microsoft.com/office/drawing/2014/main" id="{D2100C26-6B1A-2856-B2C5-0B51BFC294D4}"/>
                    </a:ext>
                  </a:extLst>
                </p:cNvPr>
                <p:cNvPicPr/>
                <p:nvPr/>
              </p:nvPicPr>
              <p:blipFill>
                <a:blip r:embed="rId230"/>
                <a:stretch>
                  <a:fillRect/>
                </a:stretch>
              </p:blipFill>
              <p:spPr>
                <a:xfrm>
                  <a:off x="1991751" y="2476625"/>
                  <a:ext cx="5364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55" name="Ink 154">
                  <a:extLst>
                    <a:ext uri="{FF2B5EF4-FFF2-40B4-BE49-F238E27FC236}">
                      <a16:creationId xmlns:a16="http://schemas.microsoft.com/office/drawing/2014/main" id="{27D6681F-A2D7-0E55-FBCB-A59DEC525275}"/>
                    </a:ext>
                  </a:extLst>
                </p14:cNvPr>
                <p14:cNvContentPartPr/>
                <p14:nvPr/>
              </p14:nvContentPartPr>
              <p14:xfrm>
                <a:off x="2104071" y="2457545"/>
                <a:ext cx="85680" cy="156600"/>
              </p14:xfrm>
            </p:contentPart>
          </mc:Choice>
          <mc:Fallback xmlns="">
            <p:pic>
              <p:nvPicPr>
                <p:cNvPr id="155" name="Ink 154">
                  <a:extLst>
                    <a:ext uri="{FF2B5EF4-FFF2-40B4-BE49-F238E27FC236}">
                      <a16:creationId xmlns:a16="http://schemas.microsoft.com/office/drawing/2014/main" id="{27D6681F-A2D7-0E55-FBCB-A59DEC525275}"/>
                    </a:ext>
                  </a:extLst>
                </p:cNvPr>
                <p:cNvPicPr/>
                <p:nvPr/>
              </p:nvPicPr>
              <p:blipFill>
                <a:blip r:embed="rId232"/>
                <a:stretch>
                  <a:fillRect/>
                </a:stretch>
              </p:blipFill>
              <p:spPr>
                <a:xfrm>
                  <a:off x="2095431" y="2448545"/>
                  <a:ext cx="103320" cy="174240"/>
                </a:xfrm>
                <a:prstGeom prst="rect">
                  <a:avLst/>
                </a:prstGeom>
              </p:spPr>
            </p:pic>
          </mc:Fallback>
        </mc:AlternateContent>
      </p:grpSp>
    </p:spTree>
    <p:extLst>
      <p:ext uri="{BB962C8B-B14F-4D97-AF65-F5344CB8AC3E}">
        <p14:creationId xmlns:p14="http://schemas.microsoft.com/office/powerpoint/2010/main" val="10417801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0E45C-0296-96F1-5243-C45464822C1B}"/>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234D6B5-9DC0-9356-04E5-A72366F7F001}"/>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Title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84D27E5-37DB-64AD-8600-73B9BBCA2170}"/>
              </a:ext>
            </a:extLst>
          </p:cNvPr>
          <p:cNvSpPr txBox="1"/>
          <p:nvPr/>
        </p:nvSpPr>
        <p:spPr>
          <a:xfrm>
            <a:off x="134426" y="490759"/>
            <a:ext cx="8615133" cy="300066"/>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&lt;content&gt;</a:t>
            </a:r>
          </a:p>
        </p:txBody>
      </p:sp>
      <p:sp>
        <p:nvSpPr>
          <p:cNvPr id="4" name="TextBox 3">
            <a:extLst>
              <a:ext uri="{FF2B5EF4-FFF2-40B4-BE49-F238E27FC236}">
                <a16:creationId xmlns:a16="http://schemas.microsoft.com/office/drawing/2014/main" id="{727429C4-D18D-67AB-61A2-5DF05D8F7E10}"/>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9AD87056-DF86-7A2D-C76F-0E7881CB51C1}"/>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2BD91608-566A-80FA-71A1-8551B31D865A}"/>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FACD9AF4-19C0-7D52-C54F-91DFE708F9B7}"/>
              </a:ext>
            </a:extLst>
          </p:cNvPr>
          <p:cNvSpPr/>
          <p:nvPr/>
        </p:nvSpPr>
        <p:spPr>
          <a:xfrm>
            <a:off x="1219200" y="971550"/>
            <a:ext cx="22860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ListBase</a:t>
            </a:r>
            <a:endParaRPr lang="en-IN" dirty="0"/>
          </a:p>
        </p:txBody>
      </p:sp>
      <p:sp>
        <p:nvSpPr>
          <p:cNvPr id="8" name="Rectangle: Rounded Corners 7">
            <a:extLst>
              <a:ext uri="{FF2B5EF4-FFF2-40B4-BE49-F238E27FC236}">
                <a16:creationId xmlns:a16="http://schemas.microsoft.com/office/drawing/2014/main" id="{E78D4799-2965-F739-3FB1-A7CED28C966A}"/>
              </a:ext>
            </a:extLst>
          </p:cNvPr>
          <p:cNvSpPr/>
          <p:nvPr/>
        </p:nvSpPr>
        <p:spPr>
          <a:xfrm>
            <a:off x="2743200" y="1047750"/>
            <a:ext cx="990600" cy="2286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items</a:t>
            </a:r>
          </a:p>
        </p:txBody>
      </p:sp>
      <p:sp>
        <p:nvSpPr>
          <p:cNvPr id="9" name="Rectangle 8">
            <a:extLst>
              <a:ext uri="{FF2B5EF4-FFF2-40B4-BE49-F238E27FC236}">
                <a16:creationId xmlns:a16="http://schemas.microsoft.com/office/drawing/2014/main" id="{D38EB48D-60E3-6FD5-06B1-2017717B8DA8}"/>
              </a:ext>
            </a:extLst>
          </p:cNvPr>
          <p:cNvSpPr/>
          <p:nvPr/>
        </p:nvSpPr>
        <p:spPr>
          <a:xfrm>
            <a:off x="1219200" y="2724150"/>
            <a:ext cx="22860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List</a:t>
            </a:r>
          </a:p>
        </p:txBody>
      </p:sp>
      <p:cxnSp>
        <p:nvCxnSpPr>
          <p:cNvPr id="11" name="Straight Arrow Connector 10">
            <a:extLst>
              <a:ext uri="{FF2B5EF4-FFF2-40B4-BE49-F238E27FC236}">
                <a16:creationId xmlns:a16="http://schemas.microsoft.com/office/drawing/2014/main" id="{307D8C9C-1092-ABB0-4F99-40D287F0C00F}"/>
              </a:ext>
            </a:extLst>
          </p:cNvPr>
          <p:cNvCxnSpPr>
            <a:stCxn id="9" idx="0"/>
            <a:endCxn id="7" idx="2"/>
          </p:cNvCxnSpPr>
          <p:nvPr/>
        </p:nvCxnSpPr>
        <p:spPr>
          <a:xfrm flipV="1">
            <a:off x="2362200" y="1885950"/>
            <a:ext cx="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6AF5539E-0D02-596D-E9EB-F35F3750C013}"/>
              </a:ext>
            </a:extLst>
          </p:cNvPr>
          <p:cNvSpPr/>
          <p:nvPr/>
        </p:nvSpPr>
        <p:spPr>
          <a:xfrm>
            <a:off x="5257800" y="1162050"/>
            <a:ext cx="2819400" cy="419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ListItemType</a:t>
            </a:r>
            <a:endParaRPr lang="en-IN" dirty="0"/>
          </a:p>
        </p:txBody>
      </p:sp>
      <p:cxnSp>
        <p:nvCxnSpPr>
          <p:cNvPr id="14" name="Connector: Elbow 13">
            <a:extLst>
              <a:ext uri="{FF2B5EF4-FFF2-40B4-BE49-F238E27FC236}">
                <a16:creationId xmlns:a16="http://schemas.microsoft.com/office/drawing/2014/main" id="{33941A4D-66A7-CDB8-7A70-B18A1EFBE6EB}"/>
              </a:ext>
            </a:extLst>
          </p:cNvPr>
          <p:cNvCxnSpPr>
            <a:stCxn id="8" idx="3"/>
            <a:endCxn id="12" idx="1"/>
          </p:cNvCxnSpPr>
          <p:nvPr/>
        </p:nvCxnSpPr>
        <p:spPr>
          <a:xfrm>
            <a:off x="3733800" y="1162050"/>
            <a:ext cx="1524000" cy="209550"/>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6E719FF1-7F1F-B954-FF7A-F225B99860B3}"/>
              </a:ext>
            </a:extLst>
          </p:cNvPr>
          <p:cNvSpPr/>
          <p:nvPr/>
        </p:nvSpPr>
        <p:spPr>
          <a:xfrm>
            <a:off x="4114800" y="2220535"/>
            <a:ext cx="2057397" cy="30480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tx1"/>
                </a:solidFill>
                <a:effectLst>
                  <a:outerShdw blurRad="38100" dist="38100" dir="2700000" algn="tl">
                    <a:srgbClr val="000000">
                      <a:alpha val="43137"/>
                    </a:srgbClr>
                  </a:outerShdw>
                </a:effectLst>
              </a:rPr>
              <a:t>DisplayListItem</a:t>
            </a:r>
            <a:endParaRPr lang="en-IN" b="1" dirty="0">
              <a:solidFill>
                <a:schemeClr val="tx1"/>
              </a:solidFill>
              <a:effectLst>
                <a:outerShdw blurRad="38100" dist="38100" dir="2700000" algn="tl">
                  <a:srgbClr val="000000">
                    <a:alpha val="43137"/>
                  </a:srgbClr>
                </a:outerShdw>
              </a:effectLst>
            </a:endParaRPr>
          </a:p>
        </p:txBody>
      </p:sp>
      <p:sp>
        <p:nvSpPr>
          <p:cNvPr id="17" name="Rectangle 16">
            <a:extLst>
              <a:ext uri="{FF2B5EF4-FFF2-40B4-BE49-F238E27FC236}">
                <a16:creationId xmlns:a16="http://schemas.microsoft.com/office/drawing/2014/main" id="{1739240C-D8E8-F431-C705-ADD2C176C184}"/>
              </a:ext>
            </a:extLst>
          </p:cNvPr>
          <p:cNvSpPr/>
          <p:nvPr/>
        </p:nvSpPr>
        <p:spPr>
          <a:xfrm>
            <a:off x="6667500" y="2215799"/>
            <a:ext cx="2057397" cy="30480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tx1"/>
                </a:solidFill>
                <a:effectLst>
                  <a:outerShdw blurRad="38100" dist="38100" dir="2700000" algn="tl">
                    <a:srgbClr val="000000">
                      <a:alpha val="43137"/>
                    </a:srgbClr>
                  </a:outerShdw>
                </a:effectLst>
              </a:rPr>
              <a:t>StandardListItem</a:t>
            </a:r>
            <a:endParaRPr lang="en-IN" b="1" dirty="0">
              <a:solidFill>
                <a:schemeClr val="tx1"/>
              </a:solidFill>
              <a:effectLst>
                <a:outerShdw blurRad="38100" dist="38100" dir="2700000" algn="tl">
                  <a:srgbClr val="000000">
                    <a:alpha val="43137"/>
                  </a:srgbClr>
                </a:outerShdw>
              </a:effectLst>
            </a:endParaRPr>
          </a:p>
        </p:txBody>
      </p:sp>
      <p:sp>
        <p:nvSpPr>
          <p:cNvPr id="18" name="Rectangle 17">
            <a:extLst>
              <a:ext uri="{FF2B5EF4-FFF2-40B4-BE49-F238E27FC236}">
                <a16:creationId xmlns:a16="http://schemas.microsoft.com/office/drawing/2014/main" id="{68E98AF3-C04E-07DD-56EE-C648D11CBD9F}"/>
              </a:ext>
            </a:extLst>
          </p:cNvPr>
          <p:cNvSpPr/>
          <p:nvPr/>
        </p:nvSpPr>
        <p:spPr>
          <a:xfrm>
            <a:off x="4139462" y="2648910"/>
            <a:ext cx="2057397" cy="30480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tx1"/>
                </a:solidFill>
                <a:effectLst>
                  <a:outerShdw blurRad="38100" dist="38100" dir="2700000" algn="tl">
                    <a:srgbClr val="000000">
                      <a:alpha val="43137"/>
                    </a:srgbClr>
                  </a:outerShdw>
                </a:effectLst>
              </a:rPr>
              <a:t>ObjectListItem</a:t>
            </a:r>
            <a:endParaRPr lang="en-IN" b="1" dirty="0">
              <a:solidFill>
                <a:schemeClr val="tx1"/>
              </a:solidFill>
              <a:effectLst>
                <a:outerShdw blurRad="38100" dist="38100" dir="2700000" algn="tl">
                  <a:srgbClr val="000000">
                    <a:alpha val="43137"/>
                  </a:srgbClr>
                </a:outerShdw>
              </a:effectLst>
            </a:endParaRPr>
          </a:p>
        </p:txBody>
      </p:sp>
      <p:sp>
        <p:nvSpPr>
          <p:cNvPr id="19" name="Rectangle 18">
            <a:extLst>
              <a:ext uri="{FF2B5EF4-FFF2-40B4-BE49-F238E27FC236}">
                <a16:creationId xmlns:a16="http://schemas.microsoft.com/office/drawing/2014/main" id="{57B59206-74B2-B8DB-44D9-DB3360C84ECA}"/>
              </a:ext>
            </a:extLst>
          </p:cNvPr>
          <p:cNvSpPr/>
          <p:nvPr/>
        </p:nvSpPr>
        <p:spPr>
          <a:xfrm>
            <a:off x="6692162" y="2644174"/>
            <a:ext cx="2057397" cy="30480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tx1"/>
                </a:solidFill>
                <a:effectLst>
                  <a:outerShdw blurRad="38100" dist="38100" dir="2700000" algn="tl">
                    <a:srgbClr val="000000">
                      <a:alpha val="43137"/>
                    </a:srgbClr>
                  </a:outerShdw>
                </a:effectLst>
              </a:rPr>
              <a:t>CustomListItem</a:t>
            </a:r>
            <a:endParaRPr lang="en-IN" b="1" dirty="0">
              <a:solidFill>
                <a:schemeClr val="tx1"/>
              </a:solidFill>
              <a:effectLst>
                <a:outerShdw blurRad="38100" dist="38100" dir="2700000" algn="tl">
                  <a:srgbClr val="000000">
                    <a:alpha val="43137"/>
                  </a:srgbClr>
                </a:outerShdw>
              </a:effectLst>
            </a:endParaRPr>
          </a:p>
        </p:txBody>
      </p:sp>
      <p:sp>
        <p:nvSpPr>
          <p:cNvPr id="20" name="Rectangle 19">
            <a:extLst>
              <a:ext uri="{FF2B5EF4-FFF2-40B4-BE49-F238E27FC236}">
                <a16:creationId xmlns:a16="http://schemas.microsoft.com/office/drawing/2014/main" id="{13DB3064-3B86-CEA6-7436-F85CF749C79E}"/>
              </a:ext>
            </a:extLst>
          </p:cNvPr>
          <p:cNvSpPr/>
          <p:nvPr/>
        </p:nvSpPr>
        <p:spPr>
          <a:xfrm>
            <a:off x="4137955" y="3077285"/>
            <a:ext cx="2057397" cy="30480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tx1"/>
                </a:solidFill>
                <a:effectLst>
                  <a:outerShdw blurRad="38100" dist="38100" dir="2700000" algn="tl">
                    <a:srgbClr val="000000">
                      <a:alpha val="43137"/>
                    </a:srgbClr>
                  </a:outerShdw>
                </a:effectLst>
              </a:rPr>
              <a:t>FeedListItem</a:t>
            </a:r>
            <a:endParaRPr lang="en-IN" b="1" dirty="0">
              <a:solidFill>
                <a:schemeClr val="tx1"/>
              </a:solidFill>
              <a:effectLst>
                <a:outerShdw blurRad="38100" dist="38100" dir="2700000" algn="tl">
                  <a:srgbClr val="000000">
                    <a:alpha val="43137"/>
                  </a:srgbClr>
                </a:outerShdw>
              </a:effectLst>
            </a:endParaRPr>
          </a:p>
        </p:txBody>
      </p:sp>
      <p:sp>
        <p:nvSpPr>
          <p:cNvPr id="21" name="Rectangle 20">
            <a:extLst>
              <a:ext uri="{FF2B5EF4-FFF2-40B4-BE49-F238E27FC236}">
                <a16:creationId xmlns:a16="http://schemas.microsoft.com/office/drawing/2014/main" id="{9EEE0F07-171F-C77D-E6FC-D4191A1C9D4C}"/>
              </a:ext>
            </a:extLst>
          </p:cNvPr>
          <p:cNvSpPr/>
          <p:nvPr/>
        </p:nvSpPr>
        <p:spPr>
          <a:xfrm>
            <a:off x="6690655" y="3072549"/>
            <a:ext cx="2057397" cy="30480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tx1"/>
                </a:solidFill>
                <a:effectLst>
                  <a:outerShdw blurRad="38100" dist="38100" dir="2700000" algn="tl">
                    <a:srgbClr val="000000">
                      <a:alpha val="43137"/>
                    </a:srgbClr>
                  </a:outerShdw>
                </a:effectLst>
              </a:rPr>
              <a:t>ColumnListItem</a:t>
            </a:r>
            <a:endParaRPr lang="en-IN" b="1" dirty="0">
              <a:solidFill>
                <a:schemeClr val="tx1"/>
              </a:solidFill>
              <a:effectLst>
                <a:outerShdw blurRad="38100" dist="38100" dir="2700000" algn="tl">
                  <a:srgbClr val="000000">
                    <a:alpha val="43137"/>
                  </a:srgbClr>
                </a:outerShdw>
              </a:effectLst>
            </a:endParaRPr>
          </a:p>
        </p:txBody>
      </p:sp>
      <p:sp>
        <p:nvSpPr>
          <p:cNvPr id="22" name="Rectangle 21">
            <a:extLst>
              <a:ext uri="{FF2B5EF4-FFF2-40B4-BE49-F238E27FC236}">
                <a16:creationId xmlns:a16="http://schemas.microsoft.com/office/drawing/2014/main" id="{34161CBB-5FF2-5B3D-4E9C-67DECD10EAE2}"/>
              </a:ext>
            </a:extLst>
          </p:cNvPr>
          <p:cNvSpPr/>
          <p:nvPr/>
        </p:nvSpPr>
        <p:spPr>
          <a:xfrm>
            <a:off x="4142478" y="3490886"/>
            <a:ext cx="2057397" cy="30480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tx1"/>
                </a:solidFill>
                <a:effectLst>
                  <a:outerShdw blurRad="38100" dist="38100" dir="2700000" algn="tl">
                    <a:srgbClr val="000000">
                      <a:alpha val="43137"/>
                    </a:srgbClr>
                  </a:outerShdw>
                </a:effectLst>
              </a:rPr>
              <a:t>ActionListItem</a:t>
            </a:r>
            <a:endParaRPr lang="en-IN" b="1" dirty="0">
              <a:solidFill>
                <a:schemeClr val="tx1"/>
              </a:solidFill>
              <a:effectLst>
                <a:outerShdw blurRad="38100" dist="38100" dir="2700000" algn="tl">
                  <a:srgbClr val="000000">
                    <a:alpha val="43137"/>
                  </a:srgbClr>
                </a:outerShdw>
              </a:effectLst>
            </a:endParaRPr>
          </a:p>
        </p:txBody>
      </p:sp>
      <p:sp>
        <p:nvSpPr>
          <p:cNvPr id="23" name="Rectangle 22">
            <a:extLst>
              <a:ext uri="{FF2B5EF4-FFF2-40B4-BE49-F238E27FC236}">
                <a16:creationId xmlns:a16="http://schemas.microsoft.com/office/drawing/2014/main" id="{6A61FEE8-E94F-097B-AAD7-C33C429DD4D7}"/>
              </a:ext>
            </a:extLst>
          </p:cNvPr>
          <p:cNvSpPr/>
          <p:nvPr/>
        </p:nvSpPr>
        <p:spPr>
          <a:xfrm>
            <a:off x="6695178" y="3486150"/>
            <a:ext cx="2057397" cy="30480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err="1">
                <a:solidFill>
                  <a:schemeClr val="tx1"/>
                </a:solidFill>
                <a:effectLst>
                  <a:outerShdw blurRad="38100" dist="38100" dir="2700000" algn="tl">
                    <a:srgbClr val="000000">
                      <a:alpha val="43137"/>
                    </a:srgbClr>
                  </a:outerShdw>
                </a:effectLst>
              </a:rPr>
              <a:t>InputListItem</a:t>
            </a:r>
            <a:endParaRPr lang="en-IN"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671821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5C2F0-3BEB-A1BD-10D0-6CBA1FFF54A4}"/>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56D2588D-A6C5-16C0-79E9-DF155AC86B30}"/>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Manifest – application descriptor file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D7D4121-F69D-EC36-1B45-3808F502CD55}"/>
              </a:ext>
            </a:extLst>
          </p:cNvPr>
          <p:cNvSpPr txBox="1"/>
          <p:nvPr/>
        </p:nvSpPr>
        <p:spPr>
          <a:xfrm>
            <a:off x="134426" y="490759"/>
            <a:ext cx="8615133" cy="3208555"/>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It describes the property of our application end to end. Some of the properties are just for documentation purpose, whereas many properties are used for driving the functionality of our app.</a:t>
            </a:r>
          </a:p>
          <a:p>
            <a:r>
              <a:rPr lang="en-IN" sz="1350" dirty="0">
                <a:latin typeface="Amasis MT Pro" panose="02040504050005020304" pitchFamily="18" charset="0"/>
              </a:rPr>
              <a:t>It contains 3 sections</a:t>
            </a:r>
          </a:p>
          <a:p>
            <a:r>
              <a:rPr lang="en-IN" sz="1350" dirty="0" err="1">
                <a:latin typeface="Amasis MT Pro" panose="02040504050005020304" pitchFamily="18" charset="0"/>
              </a:rPr>
              <a:t>sap.app</a:t>
            </a:r>
            <a:r>
              <a:rPr lang="en-IN" sz="1350" dirty="0">
                <a:latin typeface="Amasis MT Pro" panose="02040504050005020304" pitchFamily="18" charset="0"/>
              </a:rPr>
              <a:t> – application title, id, namespace, version etc.</a:t>
            </a:r>
          </a:p>
          <a:p>
            <a:r>
              <a:rPr lang="en-IN" sz="1350" dirty="0" err="1">
                <a:latin typeface="Amasis MT Pro" panose="02040504050005020304" pitchFamily="18" charset="0"/>
              </a:rPr>
              <a:t>sap.ui</a:t>
            </a:r>
            <a:r>
              <a:rPr lang="en-IN" sz="1350" dirty="0">
                <a:latin typeface="Amasis MT Pro" panose="02040504050005020304" pitchFamily="18" charset="0"/>
              </a:rPr>
              <a:t> – theme, experience, allowed devices</a:t>
            </a:r>
          </a:p>
          <a:p>
            <a:r>
              <a:rPr lang="en-IN" sz="1350" dirty="0">
                <a:latin typeface="Amasis MT Pro" panose="02040504050005020304" pitchFamily="18" charset="0"/>
              </a:rPr>
              <a:t>sap.ui5 – model, i18n, service connection</a:t>
            </a:r>
          </a:p>
          <a:p>
            <a:endParaRPr lang="en-IN" sz="1350" dirty="0">
              <a:latin typeface="Amasis MT Pro" panose="02040504050005020304" pitchFamily="18" charset="0"/>
            </a:endParaRPr>
          </a:p>
          <a:p>
            <a:endParaRPr lang="en-IN" sz="1350" dirty="0">
              <a:latin typeface="Amasis MT Pro" panose="02040504050005020304" pitchFamily="18" charset="0"/>
            </a:endParaRPr>
          </a:p>
          <a:p>
            <a:pPr marL="285750" indent="-285750">
              <a:buFont typeface="Arial" panose="020B0604020202020204" pitchFamily="34" charset="0"/>
              <a:buChar char="•"/>
            </a:pPr>
            <a:r>
              <a:rPr lang="en-IN" sz="1350" dirty="0">
                <a:latin typeface="Amasis MT Pro" panose="02040504050005020304" pitchFamily="18" charset="0"/>
              </a:rPr>
              <a:t>The idea is to avoid JS coding and write all the major details of our app in a single file.</a:t>
            </a:r>
          </a:p>
          <a:p>
            <a:pPr marL="285750" indent="-285750">
              <a:buFont typeface="Arial" panose="020B0604020202020204" pitchFamily="34" charset="0"/>
              <a:buChar char="•"/>
            </a:pPr>
            <a:r>
              <a:rPr lang="en-IN" sz="1350" dirty="0">
                <a:latin typeface="Amasis MT Pro" panose="02040504050005020304" pitchFamily="18" charset="0"/>
              </a:rPr>
              <a:t>It brings standardization to our app</a:t>
            </a:r>
          </a:p>
          <a:p>
            <a:pPr marL="285750" indent="-285750">
              <a:buFont typeface="Arial" panose="020B0604020202020204" pitchFamily="34" charset="0"/>
              <a:buChar char="•"/>
            </a:pPr>
            <a:r>
              <a:rPr lang="en-IN" sz="1350" dirty="0">
                <a:latin typeface="Amasis MT Pro" panose="02040504050005020304" pitchFamily="18" charset="0"/>
              </a:rPr>
              <a:t>When a consultant is on leave or leaves company, you can check manifest for the app details</a:t>
            </a:r>
          </a:p>
          <a:p>
            <a:pPr marL="285750" indent="-285750">
              <a:buFont typeface="Arial" panose="020B0604020202020204" pitchFamily="34" charset="0"/>
              <a:buChar char="•"/>
            </a:pPr>
            <a:r>
              <a:rPr lang="en-IN" sz="1350" dirty="0">
                <a:latin typeface="Amasis MT Pro" panose="02040504050005020304" pitchFamily="18" charset="0"/>
              </a:rPr>
              <a:t>We also can instantiate our model and set it at application level using manifest</a:t>
            </a:r>
          </a:p>
          <a:p>
            <a:pPr marL="285750" indent="-285750">
              <a:buFont typeface="Arial" panose="020B0604020202020204" pitchFamily="34" charset="0"/>
              <a:buChar char="•"/>
            </a:pPr>
            <a:r>
              <a:rPr lang="en-IN" sz="1350" dirty="0">
                <a:latin typeface="Amasis MT Pro" panose="02040504050005020304" pitchFamily="18" charset="0"/>
              </a:rPr>
              <a:t>Also create i18n model as well</a:t>
            </a:r>
          </a:p>
          <a:p>
            <a:pPr marL="285750" indent="-285750">
              <a:buFont typeface="Arial" panose="020B0604020202020204" pitchFamily="34" charset="0"/>
              <a:buChar char="•"/>
            </a:pPr>
            <a:r>
              <a:rPr lang="en-IN" sz="1350" dirty="0">
                <a:latin typeface="Amasis MT Pro" panose="02040504050005020304" pitchFamily="18" charset="0"/>
              </a:rPr>
              <a:t>You just provide the configuration in manifest and system will create rest of things automatically</a:t>
            </a:r>
          </a:p>
          <a:p>
            <a:pPr marL="285750" indent="-285750">
              <a:buFont typeface="Arial" panose="020B0604020202020204" pitchFamily="34" charset="0"/>
              <a:buChar char="•"/>
            </a:pPr>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3369D392-2959-2B97-EC14-A1C70232BB50}"/>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10E8DBA9-FA8F-E05A-6CB3-A86835A3F511}"/>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B7A84CC5-6CA6-E502-05FE-5D99DE911A47}"/>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10210830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58198-1B1F-F378-3703-B8EB7B0E7C10}"/>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F08CDAA9-6223-353E-1A42-0034A74F3670}"/>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Exercise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01F5470-E1D6-D4FD-469C-2D99F3C9818A}"/>
              </a:ext>
            </a:extLst>
          </p:cNvPr>
          <p:cNvSpPr txBox="1"/>
          <p:nvPr/>
        </p:nvSpPr>
        <p:spPr>
          <a:xfrm>
            <a:off x="134426" y="490759"/>
            <a:ext cx="8615133" cy="4178051"/>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Create a </a:t>
            </a:r>
            <a:r>
              <a:rPr lang="en-IN" sz="1350" dirty="0" err="1">
                <a:latin typeface="Amasis MT Pro" panose="02040504050005020304" pitchFamily="18" charset="0"/>
              </a:rPr>
              <a:t>json</a:t>
            </a:r>
            <a:r>
              <a:rPr lang="en-IN" sz="1350" dirty="0">
                <a:latin typeface="Amasis MT Pro" panose="02040504050005020304" pitchFamily="18" charset="0"/>
              </a:rPr>
              <a:t> with following data in entities </a:t>
            </a:r>
          </a:p>
          <a:p>
            <a:r>
              <a:rPr lang="en-IN" dirty="0"/>
              <a:t>{</a:t>
            </a:r>
          </a:p>
          <a:p>
            <a:r>
              <a:rPr lang="en-IN" dirty="0"/>
              <a:t>    "fruits" :[],	--add </a:t>
            </a:r>
            <a:r>
              <a:rPr lang="en-IN" dirty="0" err="1"/>
              <a:t>name,type</a:t>
            </a:r>
            <a:r>
              <a:rPr lang="en-IN" dirty="0"/>
              <a:t>(</a:t>
            </a:r>
            <a:r>
              <a:rPr lang="en-IN" dirty="0" err="1"/>
              <a:t>alkaline,citrus,neutral</a:t>
            </a:r>
            <a:r>
              <a:rPr lang="en-IN" dirty="0"/>
              <a:t>),color,price,unit,healthBenefit,image,supplier,minOrderQty,status(A- Available, D-Discontinued, O-Out of stock) – 10 records</a:t>
            </a:r>
          </a:p>
          <a:p>
            <a:r>
              <a:rPr lang="en-IN" dirty="0"/>
              <a:t>    "suppliers": [], -- name, city, country, capacity (</a:t>
            </a:r>
            <a:r>
              <a:rPr lang="en-IN" dirty="0" err="1"/>
              <a:t>mt</a:t>
            </a:r>
            <a:r>
              <a:rPr lang="en-IN" dirty="0"/>
              <a:t>), fruits:[{name:, </a:t>
            </a:r>
            <a:r>
              <a:rPr lang="en-IN" dirty="0" err="1"/>
              <a:t>minQty</a:t>
            </a:r>
            <a:r>
              <a:rPr lang="en-IN" dirty="0"/>
              <a:t>:}], </a:t>
            </a:r>
            <a:r>
              <a:rPr lang="en-IN" dirty="0" err="1"/>
              <a:t>contactName</a:t>
            </a:r>
            <a:r>
              <a:rPr lang="en-IN" dirty="0"/>
              <a:t>, </a:t>
            </a:r>
            <a:r>
              <a:rPr lang="en-IN" dirty="0" err="1"/>
              <a:t>phoneNo</a:t>
            </a:r>
            <a:r>
              <a:rPr lang="en-IN" dirty="0"/>
              <a:t>, </a:t>
            </a:r>
            <a:r>
              <a:rPr lang="en-IN" dirty="0" err="1"/>
              <a:t>sinceWhen</a:t>
            </a:r>
            <a:r>
              <a:rPr lang="en-IN" dirty="0"/>
              <a:t> – 10 records</a:t>
            </a:r>
          </a:p>
          <a:p>
            <a:r>
              <a:rPr lang="en-IN" dirty="0"/>
              <a:t>    "cities": [] – name, state, population, </a:t>
            </a:r>
            <a:r>
              <a:rPr lang="en-IN" dirty="0" err="1"/>
              <a:t>famousFor</a:t>
            </a:r>
            <a:r>
              <a:rPr lang="en-IN" dirty="0"/>
              <a:t>  --10 records</a:t>
            </a:r>
          </a:p>
          <a:p>
            <a:r>
              <a:rPr lang="en-IN" dirty="0"/>
              <a:t>}</a:t>
            </a:r>
          </a:p>
          <a:p>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dirty="0">
                <a:latin typeface="Amasis MT Pro" panose="02040504050005020304" pitchFamily="18" charset="0"/>
                <a:hlinkClick r:id="rId2"/>
              </a:rPr>
              <a:t>Anubhav.abap@gmail.com</a:t>
            </a:r>
            <a:r>
              <a:rPr lang="en-IN" sz="1350" dirty="0">
                <a:latin typeface="Amasis MT Pro" panose="02040504050005020304" pitchFamily="18" charset="0"/>
              </a:rPr>
              <a:t> before 6 PM today</a:t>
            </a:r>
          </a:p>
          <a:p>
            <a:endParaRPr lang="en-IN" sz="1350" dirty="0">
              <a:latin typeface="Amasis MT Pro" panose="02040504050005020304" pitchFamily="18" charset="0"/>
            </a:endParaRPr>
          </a:p>
          <a:p>
            <a:r>
              <a:rPr lang="en-IN" sz="1350" b="1" u="sng" dirty="0">
                <a:latin typeface="Amasis MT Pro" panose="02040504050005020304" pitchFamily="18" charset="0"/>
              </a:rPr>
              <a:t>Exercise: </a:t>
            </a:r>
          </a:p>
          <a:p>
            <a:r>
              <a:rPr lang="en-IN" sz="1350" dirty="0">
                <a:latin typeface="Amasis MT Pro" panose="02040504050005020304" pitchFamily="18" charset="0"/>
              </a:rPr>
              <a:t>Enable the </a:t>
            </a:r>
            <a:r>
              <a:rPr lang="en-IN" sz="1350" dirty="0" err="1">
                <a:latin typeface="Amasis MT Pro" panose="02040504050005020304" pitchFamily="18" charset="0"/>
              </a:rPr>
              <a:t>MultiSelect</a:t>
            </a:r>
            <a:r>
              <a:rPr lang="en-IN" sz="1350" dirty="0">
                <a:latin typeface="Amasis MT Pro" panose="02040504050005020304" pitchFamily="18" charset="0"/>
              </a:rPr>
              <a:t> mode, add a toolbar above the list with a delete icon.</a:t>
            </a:r>
          </a:p>
          <a:p>
            <a:r>
              <a:rPr lang="en-IN" sz="1350" dirty="0">
                <a:latin typeface="Amasis MT Pro" panose="02040504050005020304" pitchFamily="18" charset="0"/>
              </a:rPr>
              <a:t>On Click of Delete icon, remove ALL the selected items from the list.</a:t>
            </a:r>
          </a:p>
          <a:p>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1A8B509B-B592-2D31-2824-5A48D6B625E0}"/>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80E4FEBA-114B-8013-EBC5-5F7A4DF813A5}"/>
              </a:ext>
            </a:extLst>
          </p:cNvPr>
          <p:cNvPicPr>
            <a:picLocks noChangeAspect="1"/>
          </p:cNvPicPr>
          <p:nvPr/>
        </p:nvPicPr>
        <p:blipFill>
          <a:blip r:embed="rId3"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4C55AC7F-39EE-0C10-3335-056A1B4F62C7}"/>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15739738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B34C6-CB39-A178-B622-3C4B46277DB9}"/>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14E972C4-4382-84AC-9BB8-0919F24F91B9}"/>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Worklist Fiori App</a:t>
            </a:r>
            <a:endParaRPr lang="en-IN" sz="2000"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004E330-B79A-0588-73C9-4176403D5C56}"/>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07CA9442-AE80-8590-E144-733C0EE6ECFF}"/>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2590C1BA-A630-B4D7-606D-014A6491974F}"/>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grpSp>
        <p:nvGrpSpPr>
          <p:cNvPr id="119" name="Group 118">
            <a:extLst>
              <a:ext uri="{FF2B5EF4-FFF2-40B4-BE49-F238E27FC236}">
                <a16:creationId xmlns:a16="http://schemas.microsoft.com/office/drawing/2014/main" id="{264A0169-73F3-E509-9DD4-267F120EC14C}"/>
              </a:ext>
            </a:extLst>
          </p:cNvPr>
          <p:cNvGrpSpPr/>
          <p:nvPr/>
        </p:nvGrpSpPr>
        <p:grpSpPr>
          <a:xfrm>
            <a:off x="678111" y="610385"/>
            <a:ext cx="6291000" cy="3966840"/>
            <a:chOff x="678111" y="610385"/>
            <a:chExt cx="6291000" cy="3966840"/>
          </a:xfrm>
        </p:grpSpPr>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C1E6A7DD-97C3-6306-BB60-2B3D88FCB03B}"/>
                    </a:ext>
                  </a:extLst>
                </p14:cNvPr>
                <p14:cNvContentPartPr/>
                <p14:nvPr/>
              </p14:nvContentPartPr>
              <p14:xfrm>
                <a:off x="953511" y="1500305"/>
                <a:ext cx="1890360" cy="1752480"/>
              </p14:xfrm>
            </p:contentPart>
          </mc:Choice>
          <mc:Fallback xmlns="">
            <p:pic>
              <p:nvPicPr>
                <p:cNvPr id="7" name="Ink 6">
                  <a:extLst>
                    <a:ext uri="{FF2B5EF4-FFF2-40B4-BE49-F238E27FC236}">
                      <a16:creationId xmlns:a16="http://schemas.microsoft.com/office/drawing/2014/main" id="{C1E6A7DD-97C3-6306-BB60-2B3D88FCB03B}"/>
                    </a:ext>
                  </a:extLst>
                </p:cNvPr>
                <p:cNvPicPr/>
                <p:nvPr/>
              </p:nvPicPr>
              <p:blipFill>
                <a:blip r:embed="rId4"/>
                <a:stretch>
                  <a:fillRect/>
                </a:stretch>
              </p:blipFill>
              <p:spPr>
                <a:xfrm>
                  <a:off x="944511" y="1491665"/>
                  <a:ext cx="1908000" cy="1770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654744C3-65B0-E2A5-4974-8D9E1AE7E8CD}"/>
                    </a:ext>
                  </a:extLst>
                </p14:cNvPr>
                <p14:cNvContentPartPr/>
                <p14:nvPr/>
              </p14:nvContentPartPr>
              <p14:xfrm>
                <a:off x="1091031" y="1930145"/>
                <a:ext cx="1474560" cy="80280"/>
              </p14:xfrm>
            </p:contentPart>
          </mc:Choice>
          <mc:Fallback xmlns="">
            <p:pic>
              <p:nvPicPr>
                <p:cNvPr id="8" name="Ink 7">
                  <a:extLst>
                    <a:ext uri="{FF2B5EF4-FFF2-40B4-BE49-F238E27FC236}">
                      <a16:creationId xmlns:a16="http://schemas.microsoft.com/office/drawing/2014/main" id="{654744C3-65B0-E2A5-4974-8D9E1AE7E8CD}"/>
                    </a:ext>
                  </a:extLst>
                </p:cNvPr>
                <p:cNvPicPr/>
                <p:nvPr/>
              </p:nvPicPr>
              <p:blipFill>
                <a:blip r:embed="rId6"/>
                <a:stretch>
                  <a:fillRect/>
                </a:stretch>
              </p:blipFill>
              <p:spPr>
                <a:xfrm>
                  <a:off x="1082391" y="1921505"/>
                  <a:ext cx="149220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2336D1FE-007C-1698-1F30-5E733CA17366}"/>
                    </a:ext>
                  </a:extLst>
                </p14:cNvPr>
                <p14:cNvContentPartPr/>
                <p14:nvPr/>
              </p14:nvContentPartPr>
              <p14:xfrm>
                <a:off x="1093911" y="2374025"/>
                <a:ext cx="1484640" cy="51120"/>
              </p14:xfrm>
            </p:contentPart>
          </mc:Choice>
          <mc:Fallback xmlns="">
            <p:pic>
              <p:nvPicPr>
                <p:cNvPr id="9" name="Ink 8">
                  <a:extLst>
                    <a:ext uri="{FF2B5EF4-FFF2-40B4-BE49-F238E27FC236}">
                      <a16:creationId xmlns:a16="http://schemas.microsoft.com/office/drawing/2014/main" id="{2336D1FE-007C-1698-1F30-5E733CA17366}"/>
                    </a:ext>
                  </a:extLst>
                </p:cNvPr>
                <p:cNvPicPr/>
                <p:nvPr/>
              </p:nvPicPr>
              <p:blipFill>
                <a:blip r:embed="rId8"/>
                <a:stretch>
                  <a:fillRect/>
                </a:stretch>
              </p:blipFill>
              <p:spPr>
                <a:xfrm>
                  <a:off x="1085271" y="2365385"/>
                  <a:ext cx="150228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2EC44657-8578-7B50-0CC3-AF96C1AAAB12}"/>
                    </a:ext>
                  </a:extLst>
                </p14:cNvPr>
                <p14:cNvContentPartPr/>
                <p14:nvPr/>
              </p14:nvContentPartPr>
              <p14:xfrm>
                <a:off x="976191" y="2821865"/>
                <a:ext cx="1570320" cy="37800"/>
              </p14:xfrm>
            </p:contentPart>
          </mc:Choice>
          <mc:Fallback xmlns="">
            <p:pic>
              <p:nvPicPr>
                <p:cNvPr id="11" name="Ink 10">
                  <a:extLst>
                    <a:ext uri="{FF2B5EF4-FFF2-40B4-BE49-F238E27FC236}">
                      <a16:creationId xmlns:a16="http://schemas.microsoft.com/office/drawing/2014/main" id="{2EC44657-8578-7B50-0CC3-AF96C1AAAB12}"/>
                    </a:ext>
                  </a:extLst>
                </p:cNvPr>
                <p:cNvPicPr/>
                <p:nvPr/>
              </p:nvPicPr>
              <p:blipFill>
                <a:blip r:embed="rId10"/>
                <a:stretch>
                  <a:fillRect/>
                </a:stretch>
              </p:blipFill>
              <p:spPr>
                <a:xfrm>
                  <a:off x="967551" y="2812865"/>
                  <a:ext cx="158796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37031EF0-3E4F-110A-33B6-CFAE3A4CB44D}"/>
                    </a:ext>
                  </a:extLst>
                </p14:cNvPr>
                <p14:cNvContentPartPr/>
                <p14:nvPr/>
              </p14:nvContentPartPr>
              <p14:xfrm>
                <a:off x="1368951" y="1762025"/>
                <a:ext cx="18720" cy="106200"/>
              </p14:xfrm>
            </p:contentPart>
          </mc:Choice>
          <mc:Fallback xmlns="">
            <p:pic>
              <p:nvPicPr>
                <p:cNvPr id="12" name="Ink 11">
                  <a:extLst>
                    <a:ext uri="{FF2B5EF4-FFF2-40B4-BE49-F238E27FC236}">
                      <a16:creationId xmlns:a16="http://schemas.microsoft.com/office/drawing/2014/main" id="{37031EF0-3E4F-110A-33B6-CFAE3A4CB44D}"/>
                    </a:ext>
                  </a:extLst>
                </p:cNvPr>
                <p:cNvPicPr/>
                <p:nvPr/>
              </p:nvPicPr>
              <p:blipFill>
                <a:blip r:embed="rId12"/>
                <a:stretch>
                  <a:fillRect/>
                </a:stretch>
              </p:blipFill>
              <p:spPr>
                <a:xfrm>
                  <a:off x="1359951" y="1753385"/>
                  <a:ext cx="3636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E0C7C1FE-098A-CA28-7734-9513F78ACC52}"/>
                    </a:ext>
                  </a:extLst>
                </p14:cNvPr>
                <p14:cNvContentPartPr/>
                <p14:nvPr/>
              </p14:nvContentPartPr>
              <p14:xfrm>
                <a:off x="1370391" y="1666985"/>
                <a:ext cx="9000" cy="12600"/>
              </p14:xfrm>
            </p:contentPart>
          </mc:Choice>
          <mc:Fallback xmlns="">
            <p:pic>
              <p:nvPicPr>
                <p:cNvPr id="13" name="Ink 12">
                  <a:extLst>
                    <a:ext uri="{FF2B5EF4-FFF2-40B4-BE49-F238E27FC236}">
                      <a16:creationId xmlns:a16="http://schemas.microsoft.com/office/drawing/2014/main" id="{E0C7C1FE-098A-CA28-7734-9513F78ACC52}"/>
                    </a:ext>
                  </a:extLst>
                </p:cNvPr>
                <p:cNvPicPr/>
                <p:nvPr/>
              </p:nvPicPr>
              <p:blipFill>
                <a:blip r:embed="rId14"/>
                <a:stretch>
                  <a:fillRect/>
                </a:stretch>
              </p:blipFill>
              <p:spPr>
                <a:xfrm>
                  <a:off x="1361751" y="1658345"/>
                  <a:ext cx="2664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4D9148BE-87E6-6DF7-75F6-39C019C9BBAA}"/>
                    </a:ext>
                  </a:extLst>
                </p14:cNvPr>
                <p14:cNvContentPartPr/>
                <p14:nvPr/>
              </p14:nvContentPartPr>
              <p14:xfrm>
                <a:off x="1454991" y="1747985"/>
                <a:ext cx="10800" cy="139680"/>
              </p14:xfrm>
            </p:contentPart>
          </mc:Choice>
          <mc:Fallback xmlns="">
            <p:pic>
              <p:nvPicPr>
                <p:cNvPr id="14" name="Ink 13">
                  <a:extLst>
                    <a:ext uri="{FF2B5EF4-FFF2-40B4-BE49-F238E27FC236}">
                      <a16:creationId xmlns:a16="http://schemas.microsoft.com/office/drawing/2014/main" id="{4D9148BE-87E6-6DF7-75F6-39C019C9BBAA}"/>
                    </a:ext>
                  </a:extLst>
                </p:cNvPr>
                <p:cNvPicPr/>
                <p:nvPr/>
              </p:nvPicPr>
              <p:blipFill>
                <a:blip r:embed="rId16"/>
                <a:stretch>
                  <a:fillRect/>
                </a:stretch>
              </p:blipFill>
              <p:spPr>
                <a:xfrm>
                  <a:off x="1445991" y="1738985"/>
                  <a:ext cx="2844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0C478061-D401-0AAA-6582-15A2DEBF2FF8}"/>
                    </a:ext>
                  </a:extLst>
                </p14:cNvPr>
                <p14:cNvContentPartPr/>
                <p14:nvPr/>
              </p14:nvContentPartPr>
              <p14:xfrm>
                <a:off x="1368951" y="2147585"/>
                <a:ext cx="72000" cy="116280"/>
              </p14:xfrm>
            </p:contentPart>
          </mc:Choice>
          <mc:Fallback xmlns="">
            <p:pic>
              <p:nvPicPr>
                <p:cNvPr id="15" name="Ink 14">
                  <a:extLst>
                    <a:ext uri="{FF2B5EF4-FFF2-40B4-BE49-F238E27FC236}">
                      <a16:creationId xmlns:a16="http://schemas.microsoft.com/office/drawing/2014/main" id="{0C478061-D401-0AAA-6582-15A2DEBF2FF8}"/>
                    </a:ext>
                  </a:extLst>
                </p:cNvPr>
                <p:cNvPicPr/>
                <p:nvPr/>
              </p:nvPicPr>
              <p:blipFill>
                <a:blip r:embed="rId18"/>
                <a:stretch>
                  <a:fillRect/>
                </a:stretch>
              </p:blipFill>
              <p:spPr>
                <a:xfrm>
                  <a:off x="1360311" y="2138945"/>
                  <a:ext cx="896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4DD8D643-58E3-328D-6121-C8A982503E49}"/>
                    </a:ext>
                  </a:extLst>
                </p14:cNvPr>
                <p14:cNvContentPartPr/>
                <p14:nvPr/>
              </p14:nvContentPartPr>
              <p14:xfrm>
                <a:off x="1366791" y="2086385"/>
                <a:ext cx="2520" cy="360"/>
              </p14:xfrm>
            </p:contentPart>
          </mc:Choice>
          <mc:Fallback xmlns="">
            <p:pic>
              <p:nvPicPr>
                <p:cNvPr id="16" name="Ink 15">
                  <a:extLst>
                    <a:ext uri="{FF2B5EF4-FFF2-40B4-BE49-F238E27FC236}">
                      <a16:creationId xmlns:a16="http://schemas.microsoft.com/office/drawing/2014/main" id="{4DD8D643-58E3-328D-6121-C8A982503E49}"/>
                    </a:ext>
                  </a:extLst>
                </p:cNvPr>
                <p:cNvPicPr/>
                <p:nvPr/>
              </p:nvPicPr>
              <p:blipFill>
                <a:blip r:embed="rId20"/>
                <a:stretch>
                  <a:fillRect/>
                </a:stretch>
              </p:blipFill>
              <p:spPr>
                <a:xfrm>
                  <a:off x="1357791" y="2077385"/>
                  <a:ext cx="201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88251971-2933-33BC-285C-D570CE05CCDE}"/>
                    </a:ext>
                  </a:extLst>
                </p14:cNvPr>
                <p14:cNvContentPartPr/>
                <p14:nvPr/>
              </p14:nvContentPartPr>
              <p14:xfrm>
                <a:off x="1459671" y="2126705"/>
                <a:ext cx="190800" cy="131040"/>
              </p14:xfrm>
            </p:contentPart>
          </mc:Choice>
          <mc:Fallback xmlns="">
            <p:pic>
              <p:nvPicPr>
                <p:cNvPr id="17" name="Ink 16">
                  <a:extLst>
                    <a:ext uri="{FF2B5EF4-FFF2-40B4-BE49-F238E27FC236}">
                      <a16:creationId xmlns:a16="http://schemas.microsoft.com/office/drawing/2014/main" id="{88251971-2933-33BC-285C-D570CE05CCDE}"/>
                    </a:ext>
                  </a:extLst>
                </p:cNvPr>
                <p:cNvPicPr/>
                <p:nvPr/>
              </p:nvPicPr>
              <p:blipFill>
                <a:blip r:embed="rId22"/>
                <a:stretch>
                  <a:fillRect/>
                </a:stretch>
              </p:blipFill>
              <p:spPr>
                <a:xfrm>
                  <a:off x="1451031" y="2117705"/>
                  <a:ext cx="20844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1CA1B949-ECA6-1538-4049-836EECECD943}"/>
                    </a:ext>
                  </a:extLst>
                </p14:cNvPr>
                <p14:cNvContentPartPr/>
                <p14:nvPr/>
              </p14:nvContentPartPr>
              <p14:xfrm>
                <a:off x="1399191" y="2573465"/>
                <a:ext cx="128520" cy="113760"/>
              </p14:xfrm>
            </p:contentPart>
          </mc:Choice>
          <mc:Fallback xmlns="">
            <p:pic>
              <p:nvPicPr>
                <p:cNvPr id="18" name="Ink 17">
                  <a:extLst>
                    <a:ext uri="{FF2B5EF4-FFF2-40B4-BE49-F238E27FC236}">
                      <a16:creationId xmlns:a16="http://schemas.microsoft.com/office/drawing/2014/main" id="{1CA1B949-ECA6-1538-4049-836EECECD943}"/>
                    </a:ext>
                  </a:extLst>
                </p:cNvPr>
                <p:cNvPicPr/>
                <p:nvPr/>
              </p:nvPicPr>
              <p:blipFill>
                <a:blip r:embed="rId24"/>
                <a:stretch>
                  <a:fillRect/>
                </a:stretch>
              </p:blipFill>
              <p:spPr>
                <a:xfrm>
                  <a:off x="1390551" y="2564465"/>
                  <a:ext cx="1461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E4FAE60C-980B-CBC3-7392-9E8C67DF86A1}"/>
                    </a:ext>
                  </a:extLst>
                </p14:cNvPr>
                <p14:cNvContentPartPr/>
                <p14:nvPr/>
              </p14:nvContentPartPr>
              <p14:xfrm>
                <a:off x="1456791" y="2494625"/>
                <a:ext cx="33840" cy="11520"/>
              </p14:xfrm>
            </p:contentPart>
          </mc:Choice>
          <mc:Fallback xmlns="">
            <p:pic>
              <p:nvPicPr>
                <p:cNvPr id="19" name="Ink 18">
                  <a:extLst>
                    <a:ext uri="{FF2B5EF4-FFF2-40B4-BE49-F238E27FC236}">
                      <a16:creationId xmlns:a16="http://schemas.microsoft.com/office/drawing/2014/main" id="{E4FAE60C-980B-CBC3-7392-9E8C67DF86A1}"/>
                    </a:ext>
                  </a:extLst>
                </p:cNvPr>
                <p:cNvPicPr/>
                <p:nvPr/>
              </p:nvPicPr>
              <p:blipFill>
                <a:blip r:embed="rId26"/>
                <a:stretch>
                  <a:fillRect/>
                </a:stretch>
              </p:blipFill>
              <p:spPr>
                <a:xfrm>
                  <a:off x="1447791" y="2485625"/>
                  <a:ext cx="5148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53D83926-67B3-4180-B003-E9660BCA50FF}"/>
                    </a:ext>
                  </a:extLst>
                </p14:cNvPr>
                <p14:cNvContentPartPr/>
                <p14:nvPr/>
              </p14:nvContentPartPr>
              <p14:xfrm>
                <a:off x="1535631" y="2535665"/>
                <a:ext cx="114480" cy="160920"/>
              </p14:xfrm>
            </p:contentPart>
          </mc:Choice>
          <mc:Fallback xmlns="">
            <p:pic>
              <p:nvPicPr>
                <p:cNvPr id="20" name="Ink 19">
                  <a:extLst>
                    <a:ext uri="{FF2B5EF4-FFF2-40B4-BE49-F238E27FC236}">
                      <a16:creationId xmlns:a16="http://schemas.microsoft.com/office/drawing/2014/main" id="{53D83926-67B3-4180-B003-E9660BCA50FF}"/>
                    </a:ext>
                  </a:extLst>
                </p:cNvPr>
                <p:cNvPicPr/>
                <p:nvPr/>
              </p:nvPicPr>
              <p:blipFill>
                <a:blip r:embed="rId28"/>
                <a:stretch>
                  <a:fillRect/>
                </a:stretch>
              </p:blipFill>
              <p:spPr>
                <a:xfrm>
                  <a:off x="1526991" y="2527025"/>
                  <a:ext cx="13212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2" name="Ink 21">
                  <a:extLst>
                    <a:ext uri="{FF2B5EF4-FFF2-40B4-BE49-F238E27FC236}">
                      <a16:creationId xmlns:a16="http://schemas.microsoft.com/office/drawing/2014/main" id="{974174B8-E629-B122-FF8A-DC098B35BEE9}"/>
                    </a:ext>
                  </a:extLst>
                </p14:cNvPr>
                <p14:cNvContentPartPr/>
                <p14:nvPr/>
              </p14:nvContentPartPr>
              <p14:xfrm>
                <a:off x="2438151" y="1733225"/>
                <a:ext cx="121320" cy="122760"/>
              </p14:xfrm>
            </p:contentPart>
          </mc:Choice>
          <mc:Fallback xmlns="">
            <p:pic>
              <p:nvPicPr>
                <p:cNvPr id="22" name="Ink 21">
                  <a:extLst>
                    <a:ext uri="{FF2B5EF4-FFF2-40B4-BE49-F238E27FC236}">
                      <a16:creationId xmlns:a16="http://schemas.microsoft.com/office/drawing/2014/main" id="{974174B8-E629-B122-FF8A-DC098B35BEE9}"/>
                    </a:ext>
                  </a:extLst>
                </p:cNvPr>
                <p:cNvPicPr/>
                <p:nvPr/>
              </p:nvPicPr>
              <p:blipFill>
                <a:blip r:embed="rId30"/>
                <a:stretch>
                  <a:fillRect/>
                </a:stretch>
              </p:blipFill>
              <p:spPr>
                <a:xfrm>
                  <a:off x="2429151" y="1724225"/>
                  <a:ext cx="13896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Ink 22">
                  <a:extLst>
                    <a:ext uri="{FF2B5EF4-FFF2-40B4-BE49-F238E27FC236}">
                      <a16:creationId xmlns:a16="http://schemas.microsoft.com/office/drawing/2014/main" id="{AD8A4FAF-4645-75D6-B8D6-AB23BF409695}"/>
                    </a:ext>
                  </a:extLst>
                </p14:cNvPr>
                <p14:cNvContentPartPr/>
                <p14:nvPr/>
              </p14:nvContentPartPr>
              <p14:xfrm>
                <a:off x="2429871" y="2166305"/>
                <a:ext cx="115200" cy="104040"/>
              </p14:xfrm>
            </p:contentPart>
          </mc:Choice>
          <mc:Fallback xmlns="">
            <p:pic>
              <p:nvPicPr>
                <p:cNvPr id="23" name="Ink 22">
                  <a:extLst>
                    <a:ext uri="{FF2B5EF4-FFF2-40B4-BE49-F238E27FC236}">
                      <a16:creationId xmlns:a16="http://schemas.microsoft.com/office/drawing/2014/main" id="{AD8A4FAF-4645-75D6-B8D6-AB23BF409695}"/>
                    </a:ext>
                  </a:extLst>
                </p:cNvPr>
                <p:cNvPicPr/>
                <p:nvPr/>
              </p:nvPicPr>
              <p:blipFill>
                <a:blip r:embed="rId32"/>
                <a:stretch>
                  <a:fillRect/>
                </a:stretch>
              </p:blipFill>
              <p:spPr>
                <a:xfrm>
                  <a:off x="2420871" y="2157665"/>
                  <a:ext cx="13284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Ink 23">
                  <a:extLst>
                    <a:ext uri="{FF2B5EF4-FFF2-40B4-BE49-F238E27FC236}">
                      <a16:creationId xmlns:a16="http://schemas.microsoft.com/office/drawing/2014/main" id="{F52D9931-1FE5-F515-14DC-BAD98884CD60}"/>
                    </a:ext>
                  </a:extLst>
                </p14:cNvPr>
                <p14:cNvContentPartPr/>
                <p14:nvPr/>
              </p14:nvContentPartPr>
              <p14:xfrm>
                <a:off x="2408631" y="2601905"/>
                <a:ext cx="90720" cy="99360"/>
              </p14:xfrm>
            </p:contentPart>
          </mc:Choice>
          <mc:Fallback xmlns="">
            <p:pic>
              <p:nvPicPr>
                <p:cNvPr id="24" name="Ink 23">
                  <a:extLst>
                    <a:ext uri="{FF2B5EF4-FFF2-40B4-BE49-F238E27FC236}">
                      <a16:creationId xmlns:a16="http://schemas.microsoft.com/office/drawing/2014/main" id="{F52D9931-1FE5-F515-14DC-BAD98884CD60}"/>
                    </a:ext>
                  </a:extLst>
                </p:cNvPr>
                <p:cNvPicPr/>
                <p:nvPr/>
              </p:nvPicPr>
              <p:blipFill>
                <a:blip r:embed="rId34"/>
                <a:stretch>
                  <a:fillRect/>
                </a:stretch>
              </p:blipFill>
              <p:spPr>
                <a:xfrm>
                  <a:off x="2399991" y="2593265"/>
                  <a:ext cx="10836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6" name="Ink 25">
                  <a:extLst>
                    <a:ext uri="{FF2B5EF4-FFF2-40B4-BE49-F238E27FC236}">
                      <a16:creationId xmlns:a16="http://schemas.microsoft.com/office/drawing/2014/main" id="{5698AD25-697C-C48F-A908-DDF8BEB274AA}"/>
                    </a:ext>
                  </a:extLst>
                </p14:cNvPr>
                <p14:cNvContentPartPr/>
                <p14:nvPr/>
              </p14:nvContentPartPr>
              <p14:xfrm>
                <a:off x="2309991" y="2107985"/>
                <a:ext cx="291600" cy="286560"/>
              </p14:xfrm>
            </p:contentPart>
          </mc:Choice>
          <mc:Fallback xmlns="">
            <p:pic>
              <p:nvPicPr>
                <p:cNvPr id="26" name="Ink 25">
                  <a:extLst>
                    <a:ext uri="{FF2B5EF4-FFF2-40B4-BE49-F238E27FC236}">
                      <a16:creationId xmlns:a16="http://schemas.microsoft.com/office/drawing/2014/main" id="{5698AD25-697C-C48F-A908-DDF8BEB274AA}"/>
                    </a:ext>
                  </a:extLst>
                </p:cNvPr>
                <p:cNvPicPr/>
                <p:nvPr/>
              </p:nvPicPr>
              <p:blipFill>
                <a:blip r:embed="rId36"/>
                <a:stretch>
                  <a:fillRect/>
                </a:stretch>
              </p:blipFill>
              <p:spPr>
                <a:xfrm>
                  <a:off x="2300991" y="2098985"/>
                  <a:ext cx="30924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7" name="Ink 26">
                  <a:extLst>
                    <a:ext uri="{FF2B5EF4-FFF2-40B4-BE49-F238E27FC236}">
                      <a16:creationId xmlns:a16="http://schemas.microsoft.com/office/drawing/2014/main" id="{04DE33D8-86AB-F022-B0E8-5E73C5B683C4}"/>
                    </a:ext>
                  </a:extLst>
                </p14:cNvPr>
                <p14:cNvContentPartPr/>
                <p14:nvPr/>
              </p14:nvContentPartPr>
              <p14:xfrm>
                <a:off x="2596551" y="2217425"/>
                <a:ext cx="1389600" cy="59400"/>
              </p14:xfrm>
            </p:contentPart>
          </mc:Choice>
          <mc:Fallback xmlns="">
            <p:pic>
              <p:nvPicPr>
                <p:cNvPr id="27" name="Ink 26">
                  <a:extLst>
                    <a:ext uri="{FF2B5EF4-FFF2-40B4-BE49-F238E27FC236}">
                      <a16:creationId xmlns:a16="http://schemas.microsoft.com/office/drawing/2014/main" id="{04DE33D8-86AB-F022-B0E8-5E73C5B683C4}"/>
                    </a:ext>
                  </a:extLst>
                </p:cNvPr>
                <p:cNvPicPr/>
                <p:nvPr/>
              </p:nvPicPr>
              <p:blipFill>
                <a:blip r:embed="rId38"/>
                <a:stretch>
                  <a:fillRect/>
                </a:stretch>
              </p:blipFill>
              <p:spPr>
                <a:xfrm>
                  <a:off x="2587551" y="2208425"/>
                  <a:ext cx="140724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8" name="Ink 27">
                  <a:extLst>
                    <a:ext uri="{FF2B5EF4-FFF2-40B4-BE49-F238E27FC236}">
                      <a16:creationId xmlns:a16="http://schemas.microsoft.com/office/drawing/2014/main" id="{4E278267-9F60-BCCE-94FA-762738CCE3F8}"/>
                    </a:ext>
                  </a:extLst>
                </p14:cNvPr>
                <p14:cNvContentPartPr/>
                <p14:nvPr/>
              </p14:nvContentPartPr>
              <p14:xfrm>
                <a:off x="3869511" y="2187545"/>
                <a:ext cx="101880" cy="140040"/>
              </p14:xfrm>
            </p:contentPart>
          </mc:Choice>
          <mc:Fallback xmlns="">
            <p:pic>
              <p:nvPicPr>
                <p:cNvPr id="28" name="Ink 27">
                  <a:extLst>
                    <a:ext uri="{FF2B5EF4-FFF2-40B4-BE49-F238E27FC236}">
                      <a16:creationId xmlns:a16="http://schemas.microsoft.com/office/drawing/2014/main" id="{4E278267-9F60-BCCE-94FA-762738CCE3F8}"/>
                    </a:ext>
                  </a:extLst>
                </p:cNvPr>
                <p:cNvPicPr/>
                <p:nvPr/>
              </p:nvPicPr>
              <p:blipFill>
                <a:blip r:embed="rId40"/>
                <a:stretch>
                  <a:fillRect/>
                </a:stretch>
              </p:blipFill>
              <p:spPr>
                <a:xfrm>
                  <a:off x="3860871" y="2178545"/>
                  <a:ext cx="11952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9" name="Ink 28">
                  <a:extLst>
                    <a:ext uri="{FF2B5EF4-FFF2-40B4-BE49-F238E27FC236}">
                      <a16:creationId xmlns:a16="http://schemas.microsoft.com/office/drawing/2014/main" id="{27D290BB-1215-EBC4-7FDF-BC50B642A56F}"/>
                    </a:ext>
                  </a:extLst>
                </p14:cNvPr>
                <p14:cNvContentPartPr/>
                <p14:nvPr/>
              </p14:nvContentPartPr>
              <p14:xfrm>
                <a:off x="3884271" y="2040665"/>
                <a:ext cx="2177280" cy="1503360"/>
              </p14:xfrm>
            </p:contentPart>
          </mc:Choice>
          <mc:Fallback xmlns="">
            <p:pic>
              <p:nvPicPr>
                <p:cNvPr id="29" name="Ink 28">
                  <a:extLst>
                    <a:ext uri="{FF2B5EF4-FFF2-40B4-BE49-F238E27FC236}">
                      <a16:creationId xmlns:a16="http://schemas.microsoft.com/office/drawing/2014/main" id="{27D290BB-1215-EBC4-7FDF-BC50B642A56F}"/>
                    </a:ext>
                  </a:extLst>
                </p:cNvPr>
                <p:cNvPicPr/>
                <p:nvPr/>
              </p:nvPicPr>
              <p:blipFill>
                <a:blip r:embed="rId42"/>
                <a:stretch>
                  <a:fillRect/>
                </a:stretch>
              </p:blipFill>
              <p:spPr>
                <a:xfrm>
                  <a:off x="3875631" y="2031665"/>
                  <a:ext cx="2194920" cy="1521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1" name="Ink 30">
                  <a:extLst>
                    <a:ext uri="{FF2B5EF4-FFF2-40B4-BE49-F238E27FC236}">
                      <a16:creationId xmlns:a16="http://schemas.microsoft.com/office/drawing/2014/main" id="{84AEC0D4-664B-D55E-4BC6-E5C9A2BBAA75}"/>
                    </a:ext>
                  </a:extLst>
                </p14:cNvPr>
                <p14:cNvContentPartPr/>
                <p14:nvPr/>
              </p14:nvContentPartPr>
              <p14:xfrm>
                <a:off x="4189911" y="2304185"/>
                <a:ext cx="54360" cy="174600"/>
              </p14:xfrm>
            </p:contentPart>
          </mc:Choice>
          <mc:Fallback xmlns="">
            <p:pic>
              <p:nvPicPr>
                <p:cNvPr id="31" name="Ink 30">
                  <a:extLst>
                    <a:ext uri="{FF2B5EF4-FFF2-40B4-BE49-F238E27FC236}">
                      <a16:creationId xmlns:a16="http://schemas.microsoft.com/office/drawing/2014/main" id="{84AEC0D4-664B-D55E-4BC6-E5C9A2BBAA75}"/>
                    </a:ext>
                  </a:extLst>
                </p:cNvPr>
                <p:cNvPicPr/>
                <p:nvPr/>
              </p:nvPicPr>
              <p:blipFill>
                <a:blip r:embed="rId44"/>
                <a:stretch>
                  <a:fillRect/>
                </a:stretch>
              </p:blipFill>
              <p:spPr>
                <a:xfrm>
                  <a:off x="4180911" y="2295545"/>
                  <a:ext cx="7200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2" name="Ink 31">
                  <a:extLst>
                    <a:ext uri="{FF2B5EF4-FFF2-40B4-BE49-F238E27FC236}">
                      <a16:creationId xmlns:a16="http://schemas.microsoft.com/office/drawing/2014/main" id="{5BAC40B8-F82E-9068-73C7-4B7B02DE33CD}"/>
                    </a:ext>
                  </a:extLst>
                </p14:cNvPr>
                <p14:cNvContentPartPr/>
                <p14:nvPr/>
              </p14:nvContentPartPr>
              <p14:xfrm>
                <a:off x="4195671" y="2235425"/>
                <a:ext cx="53280" cy="12960"/>
              </p14:xfrm>
            </p:contentPart>
          </mc:Choice>
          <mc:Fallback xmlns="">
            <p:pic>
              <p:nvPicPr>
                <p:cNvPr id="32" name="Ink 31">
                  <a:extLst>
                    <a:ext uri="{FF2B5EF4-FFF2-40B4-BE49-F238E27FC236}">
                      <a16:creationId xmlns:a16="http://schemas.microsoft.com/office/drawing/2014/main" id="{5BAC40B8-F82E-9068-73C7-4B7B02DE33CD}"/>
                    </a:ext>
                  </a:extLst>
                </p:cNvPr>
                <p:cNvPicPr/>
                <p:nvPr/>
              </p:nvPicPr>
              <p:blipFill>
                <a:blip r:embed="rId46"/>
                <a:stretch>
                  <a:fillRect/>
                </a:stretch>
              </p:blipFill>
              <p:spPr>
                <a:xfrm>
                  <a:off x="4187031" y="2226425"/>
                  <a:ext cx="709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3" name="Ink 32">
                  <a:extLst>
                    <a:ext uri="{FF2B5EF4-FFF2-40B4-BE49-F238E27FC236}">
                      <a16:creationId xmlns:a16="http://schemas.microsoft.com/office/drawing/2014/main" id="{2D1DE35B-E836-6578-609E-CE91FD88C351}"/>
                    </a:ext>
                  </a:extLst>
                </p14:cNvPr>
                <p14:cNvContentPartPr/>
                <p14:nvPr/>
              </p14:nvContentPartPr>
              <p14:xfrm>
                <a:off x="4309071" y="2299145"/>
                <a:ext cx="122040" cy="162720"/>
              </p14:xfrm>
            </p:contentPart>
          </mc:Choice>
          <mc:Fallback xmlns="">
            <p:pic>
              <p:nvPicPr>
                <p:cNvPr id="33" name="Ink 32">
                  <a:extLst>
                    <a:ext uri="{FF2B5EF4-FFF2-40B4-BE49-F238E27FC236}">
                      <a16:creationId xmlns:a16="http://schemas.microsoft.com/office/drawing/2014/main" id="{2D1DE35B-E836-6578-609E-CE91FD88C351}"/>
                    </a:ext>
                  </a:extLst>
                </p:cNvPr>
                <p:cNvPicPr/>
                <p:nvPr/>
              </p:nvPicPr>
              <p:blipFill>
                <a:blip r:embed="rId48"/>
                <a:stretch>
                  <a:fillRect/>
                </a:stretch>
              </p:blipFill>
              <p:spPr>
                <a:xfrm>
                  <a:off x="4300071" y="2290145"/>
                  <a:ext cx="13968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4" name="Ink 33">
                  <a:extLst>
                    <a:ext uri="{FF2B5EF4-FFF2-40B4-BE49-F238E27FC236}">
                      <a16:creationId xmlns:a16="http://schemas.microsoft.com/office/drawing/2014/main" id="{79F7C9B6-2D45-9483-3B13-919E49F2030F}"/>
                    </a:ext>
                  </a:extLst>
                </p14:cNvPr>
                <p14:cNvContentPartPr/>
                <p14:nvPr/>
              </p14:nvContentPartPr>
              <p14:xfrm>
                <a:off x="5218431" y="2318585"/>
                <a:ext cx="249480" cy="9000"/>
              </p14:xfrm>
            </p:contentPart>
          </mc:Choice>
          <mc:Fallback xmlns="">
            <p:pic>
              <p:nvPicPr>
                <p:cNvPr id="34" name="Ink 33">
                  <a:extLst>
                    <a:ext uri="{FF2B5EF4-FFF2-40B4-BE49-F238E27FC236}">
                      <a16:creationId xmlns:a16="http://schemas.microsoft.com/office/drawing/2014/main" id="{79F7C9B6-2D45-9483-3B13-919E49F2030F}"/>
                    </a:ext>
                  </a:extLst>
                </p:cNvPr>
                <p:cNvPicPr/>
                <p:nvPr/>
              </p:nvPicPr>
              <p:blipFill>
                <a:blip r:embed="rId50"/>
                <a:stretch>
                  <a:fillRect/>
                </a:stretch>
              </p:blipFill>
              <p:spPr>
                <a:xfrm>
                  <a:off x="5209431" y="2309945"/>
                  <a:ext cx="2671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6" name="Ink 35">
                  <a:extLst>
                    <a:ext uri="{FF2B5EF4-FFF2-40B4-BE49-F238E27FC236}">
                      <a16:creationId xmlns:a16="http://schemas.microsoft.com/office/drawing/2014/main" id="{22190537-8440-51F3-4D33-BE35060071C7}"/>
                    </a:ext>
                  </a:extLst>
                </p14:cNvPr>
                <p14:cNvContentPartPr/>
                <p14:nvPr/>
              </p14:nvContentPartPr>
              <p14:xfrm>
                <a:off x="4156791" y="2727905"/>
                <a:ext cx="78480" cy="5400"/>
              </p14:xfrm>
            </p:contentPart>
          </mc:Choice>
          <mc:Fallback xmlns="">
            <p:pic>
              <p:nvPicPr>
                <p:cNvPr id="36" name="Ink 35">
                  <a:extLst>
                    <a:ext uri="{FF2B5EF4-FFF2-40B4-BE49-F238E27FC236}">
                      <a16:creationId xmlns:a16="http://schemas.microsoft.com/office/drawing/2014/main" id="{22190537-8440-51F3-4D33-BE35060071C7}"/>
                    </a:ext>
                  </a:extLst>
                </p:cNvPr>
                <p:cNvPicPr/>
                <p:nvPr/>
              </p:nvPicPr>
              <p:blipFill>
                <a:blip r:embed="rId52"/>
                <a:stretch>
                  <a:fillRect/>
                </a:stretch>
              </p:blipFill>
              <p:spPr>
                <a:xfrm>
                  <a:off x="4147791" y="2718905"/>
                  <a:ext cx="9612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7" name="Ink 36">
                  <a:extLst>
                    <a:ext uri="{FF2B5EF4-FFF2-40B4-BE49-F238E27FC236}">
                      <a16:creationId xmlns:a16="http://schemas.microsoft.com/office/drawing/2014/main" id="{BE997925-C41A-C3E8-7ADF-1B1B490FC27A}"/>
                    </a:ext>
                  </a:extLst>
                </p14:cNvPr>
                <p14:cNvContentPartPr/>
                <p14:nvPr/>
              </p14:nvContentPartPr>
              <p14:xfrm>
                <a:off x="5253711" y="2722865"/>
                <a:ext cx="251640" cy="12240"/>
              </p14:xfrm>
            </p:contentPart>
          </mc:Choice>
          <mc:Fallback xmlns="">
            <p:pic>
              <p:nvPicPr>
                <p:cNvPr id="37" name="Ink 36">
                  <a:extLst>
                    <a:ext uri="{FF2B5EF4-FFF2-40B4-BE49-F238E27FC236}">
                      <a16:creationId xmlns:a16="http://schemas.microsoft.com/office/drawing/2014/main" id="{BE997925-C41A-C3E8-7ADF-1B1B490FC27A}"/>
                    </a:ext>
                  </a:extLst>
                </p:cNvPr>
                <p:cNvPicPr/>
                <p:nvPr/>
              </p:nvPicPr>
              <p:blipFill>
                <a:blip r:embed="rId54"/>
                <a:stretch>
                  <a:fillRect/>
                </a:stretch>
              </p:blipFill>
              <p:spPr>
                <a:xfrm>
                  <a:off x="5245071" y="2713865"/>
                  <a:ext cx="2692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9" name="Ink 48">
                  <a:extLst>
                    <a:ext uri="{FF2B5EF4-FFF2-40B4-BE49-F238E27FC236}">
                      <a16:creationId xmlns:a16="http://schemas.microsoft.com/office/drawing/2014/main" id="{6B194EE3-BA1B-A20A-215E-20700C867347}"/>
                    </a:ext>
                  </a:extLst>
                </p14:cNvPr>
                <p14:cNvContentPartPr/>
                <p14:nvPr/>
              </p14:nvContentPartPr>
              <p14:xfrm>
                <a:off x="4323111" y="4259705"/>
                <a:ext cx="420480" cy="309960"/>
              </p14:xfrm>
            </p:contentPart>
          </mc:Choice>
          <mc:Fallback xmlns="">
            <p:pic>
              <p:nvPicPr>
                <p:cNvPr id="49" name="Ink 48">
                  <a:extLst>
                    <a:ext uri="{FF2B5EF4-FFF2-40B4-BE49-F238E27FC236}">
                      <a16:creationId xmlns:a16="http://schemas.microsoft.com/office/drawing/2014/main" id="{6B194EE3-BA1B-A20A-215E-20700C867347}"/>
                    </a:ext>
                  </a:extLst>
                </p:cNvPr>
                <p:cNvPicPr/>
                <p:nvPr/>
              </p:nvPicPr>
              <p:blipFill>
                <a:blip r:embed="rId56"/>
                <a:stretch>
                  <a:fillRect/>
                </a:stretch>
              </p:blipFill>
              <p:spPr>
                <a:xfrm>
                  <a:off x="4314471" y="4251065"/>
                  <a:ext cx="43812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0" name="Ink 49">
                  <a:extLst>
                    <a:ext uri="{FF2B5EF4-FFF2-40B4-BE49-F238E27FC236}">
                      <a16:creationId xmlns:a16="http://schemas.microsoft.com/office/drawing/2014/main" id="{B8537C36-8470-5397-A0B4-2409F2948745}"/>
                    </a:ext>
                  </a:extLst>
                </p14:cNvPr>
                <p14:cNvContentPartPr/>
                <p14:nvPr/>
              </p14:nvContentPartPr>
              <p14:xfrm>
                <a:off x="4865991" y="4275905"/>
                <a:ext cx="127440" cy="282600"/>
              </p14:xfrm>
            </p:contentPart>
          </mc:Choice>
          <mc:Fallback xmlns="">
            <p:pic>
              <p:nvPicPr>
                <p:cNvPr id="50" name="Ink 49">
                  <a:extLst>
                    <a:ext uri="{FF2B5EF4-FFF2-40B4-BE49-F238E27FC236}">
                      <a16:creationId xmlns:a16="http://schemas.microsoft.com/office/drawing/2014/main" id="{B8537C36-8470-5397-A0B4-2409F2948745}"/>
                    </a:ext>
                  </a:extLst>
                </p:cNvPr>
                <p:cNvPicPr/>
                <p:nvPr/>
              </p:nvPicPr>
              <p:blipFill>
                <a:blip r:embed="rId58"/>
                <a:stretch>
                  <a:fillRect/>
                </a:stretch>
              </p:blipFill>
              <p:spPr>
                <a:xfrm>
                  <a:off x="4856991" y="4266905"/>
                  <a:ext cx="14508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3" name="Ink 52">
                  <a:extLst>
                    <a:ext uri="{FF2B5EF4-FFF2-40B4-BE49-F238E27FC236}">
                      <a16:creationId xmlns:a16="http://schemas.microsoft.com/office/drawing/2014/main" id="{9C307199-8166-44D4-A010-54962E362421}"/>
                    </a:ext>
                  </a:extLst>
                </p14:cNvPr>
                <p14:cNvContentPartPr/>
                <p14:nvPr/>
              </p14:nvContentPartPr>
              <p14:xfrm>
                <a:off x="813111" y="983705"/>
                <a:ext cx="97200" cy="524880"/>
              </p14:xfrm>
            </p:contentPart>
          </mc:Choice>
          <mc:Fallback xmlns="">
            <p:pic>
              <p:nvPicPr>
                <p:cNvPr id="53" name="Ink 52">
                  <a:extLst>
                    <a:ext uri="{FF2B5EF4-FFF2-40B4-BE49-F238E27FC236}">
                      <a16:creationId xmlns:a16="http://schemas.microsoft.com/office/drawing/2014/main" id="{9C307199-8166-44D4-A010-54962E362421}"/>
                    </a:ext>
                  </a:extLst>
                </p:cNvPr>
                <p:cNvPicPr/>
                <p:nvPr/>
              </p:nvPicPr>
              <p:blipFill>
                <a:blip r:embed="rId60"/>
                <a:stretch>
                  <a:fillRect/>
                </a:stretch>
              </p:blipFill>
              <p:spPr>
                <a:xfrm>
                  <a:off x="804111" y="975065"/>
                  <a:ext cx="114840" cy="5425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4" name="Ink 53">
                  <a:extLst>
                    <a:ext uri="{FF2B5EF4-FFF2-40B4-BE49-F238E27FC236}">
                      <a16:creationId xmlns:a16="http://schemas.microsoft.com/office/drawing/2014/main" id="{3A3F8825-D386-4FB8-E8A7-6F0E9971F362}"/>
                    </a:ext>
                  </a:extLst>
                </p14:cNvPr>
                <p14:cNvContentPartPr/>
                <p14:nvPr/>
              </p14:nvContentPartPr>
              <p14:xfrm>
                <a:off x="808071" y="1205465"/>
                <a:ext cx="425160" cy="202680"/>
              </p14:xfrm>
            </p:contentPart>
          </mc:Choice>
          <mc:Fallback xmlns="">
            <p:pic>
              <p:nvPicPr>
                <p:cNvPr id="54" name="Ink 53">
                  <a:extLst>
                    <a:ext uri="{FF2B5EF4-FFF2-40B4-BE49-F238E27FC236}">
                      <a16:creationId xmlns:a16="http://schemas.microsoft.com/office/drawing/2014/main" id="{3A3F8825-D386-4FB8-E8A7-6F0E9971F362}"/>
                    </a:ext>
                  </a:extLst>
                </p:cNvPr>
                <p:cNvPicPr/>
                <p:nvPr/>
              </p:nvPicPr>
              <p:blipFill>
                <a:blip r:embed="rId62"/>
                <a:stretch>
                  <a:fillRect/>
                </a:stretch>
              </p:blipFill>
              <p:spPr>
                <a:xfrm>
                  <a:off x="799431" y="1196465"/>
                  <a:ext cx="44280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5" name="Ink 54">
                  <a:extLst>
                    <a:ext uri="{FF2B5EF4-FFF2-40B4-BE49-F238E27FC236}">
                      <a16:creationId xmlns:a16="http://schemas.microsoft.com/office/drawing/2014/main" id="{E2BC736A-2801-6230-7824-B74F0017DF49}"/>
                    </a:ext>
                  </a:extLst>
                </p14:cNvPr>
                <p14:cNvContentPartPr/>
                <p14:nvPr/>
              </p14:nvContentPartPr>
              <p14:xfrm>
                <a:off x="1176711" y="1137785"/>
                <a:ext cx="5400" cy="4320"/>
              </p14:xfrm>
            </p:contentPart>
          </mc:Choice>
          <mc:Fallback xmlns="">
            <p:pic>
              <p:nvPicPr>
                <p:cNvPr id="55" name="Ink 54">
                  <a:extLst>
                    <a:ext uri="{FF2B5EF4-FFF2-40B4-BE49-F238E27FC236}">
                      <a16:creationId xmlns:a16="http://schemas.microsoft.com/office/drawing/2014/main" id="{E2BC736A-2801-6230-7824-B74F0017DF49}"/>
                    </a:ext>
                  </a:extLst>
                </p:cNvPr>
                <p:cNvPicPr/>
                <p:nvPr/>
              </p:nvPicPr>
              <p:blipFill>
                <a:blip r:embed="rId20"/>
                <a:stretch>
                  <a:fillRect/>
                </a:stretch>
              </p:blipFill>
              <p:spPr>
                <a:xfrm>
                  <a:off x="1168071" y="1128785"/>
                  <a:ext cx="2304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6" name="Ink 55">
                  <a:extLst>
                    <a:ext uri="{FF2B5EF4-FFF2-40B4-BE49-F238E27FC236}">
                      <a16:creationId xmlns:a16="http://schemas.microsoft.com/office/drawing/2014/main" id="{C3B30D80-25BB-AF10-BD51-96D378DE87EA}"/>
                    </a:ext>
                  </a:extLst>
                </p14:cNvPr>
                <p14:cNvContentPartPr/>
                <p14:nvPr/>
              </p14:nvContentPartPr>
              <p14:xfrm>
                <a:off x="1212351" y="1201505"/>
                <a:ext cx="64080" cy="78120"/>
              </p14:xfrm>
            </p:contentPart>
          </mc:Choice>
          <mc:Fallback xmlns="">
            <p:pic>
              <p:nvPicPr>
                <p:cNvPr id="56" name="Ink 55">
                  <a:extLst>
                    <a:ext uri="{FF2B5EF4-FFF2-40B4-BE49-F238E27FC236}">
                      <a16:creationId xmlns:a16="http://schemas.microsoft.com/office/drawing/2014/main" id="{C3B30D80-25BB-AF10-BD51-96D378DE87EA}"/>
                    </a:ext>
                  </a:extLst>
                </p:cNvPr>
                <p:cNvPicPr/>
                <p:nvPr/>
              </p:nvPicPr>
              <p:blipFill>
                <a:blip r:embed="rId65"/>
                <a:stretch>
                  <a:fillRect/>
                </a:stretch>
              </p:blipFill>
              <p:spPr>
                <a:xfrm>
                  <a:off x="1203711" y="1192505"/>
                  <a:ext cx="8172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7" name="Ink 56">
                  <a:extLst>
                    <a:ext uri="{FF2B5EF4-FFF2-40B4-BE49-F238E27FC236}">
                      <a16:creationId xmlns:a16="http://schemas.microsoft.com/office/drawing/2014/main" id="{BB830BB5-7E51-922A-1A87-CEEF9F94ED77}"/>
                    </a:ext>
                  </a:extLst>
                </p14:cNvPr>
                <p14:cNvContentPartPr/>
                <p14:nvPr/>
              </p14:nvContentPartPr>
              <p14:xfrm>
                <a:off x="1206231" y="1018265"/>
                <a:ext cx="171360" cy="235080"/>
              </p14:xfrm>
            </p:contentPart>
          </mc:Choice>
          <mc:Fallback xmlns="">
            <p:pic>
              <p:nvPicPr>
                <p:cNvPr id="57" name="Ink 56">
                  <a:extLst>
                    <a:ext uri="{FF2B5EF4-FFF2-40B4-BE49-F238E27FC236}">
                      <a16:creationId xmlns:a16="http://schemas.microsoft.com/office/drawing/2014/main" id="{BB830BB5-7E51-922A-1A87-CEEF9F94ED77}"/>
                    </a:ext>
                  </a:extLst>
                </p:cNvPr>
                <p:cNvPicPr/>
                <p:nvPr/>
              </p:nvPicPr>
              <p:blipFill>
                <a:blip r:embed="rId67"/>
                <a:stretch>
                  <a:fillRect/>
                </a:stretch>
              </p:blipFill>
              <p:spPr>
                <a:xfrm>
                  <a:off x="1197591" y="1009625"/>
                  <a:ext cx="18900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8" name="Ink 57">
                  <a:extLst>
                    <a:ext uri="{FF2B5EF4-FFF2-40B4-BE49-F238E27FC236}">
                      <a16:creationId xmlns:a16="http://schemas.microsoft.com/office/drawing/2014/main" id="{C8320A70-B23B-6430-3A4A-F248A1B043B2}"/>
                    </a:ext>
                  </a:extLst>
                </p14:cNvPr>
                <p14:cNvContentPartPr/>
                <p14:nvPr/>
              </p14:nvContentPartPr>
              <p14:xfrm>
                <a:off x="1273551" y="1132025"/>
                <a:ext cx="61200" cy="45360"/>
              </p14:xfrm>
            </p:contentPart>
          </mc:Choice>
          <mc:Fallback xmlns="">
            <p:pic>
              <p:nvPicPr>
                <p:cNvPr id="58" name="Ink 57">
                  <a:extLst>
                    <a:ext uri="{FF2B5EF4-FFF2-40B4-BE49-F238E27FC236}">
                      <a16:creationId xmlns:a16="http://schemas.microsoft.com/office/drawing/2014/main" id="{C8320A70-B23B-6430-3A4A-F248A1B043B2}"/>
                    </a:ext>
                  </a:extLst>
                </p:cNvPr>
                <p:cNvPicPr/>
                <p:nvPr/>
              </p:nvPicPr>
              <p:blipFill>
                <a:blip r:embed="rId69"/>
                <a:stretch>
                  <a:fillRect/>
                </a:stretch>
              </p:blipFill>
              <p:spPr>
                <a:xfrm>
                  <a:off x="1264911" y="1123385"/>
                  <a:ext cx="7884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9" name="Ink 58">
                  <a:extLst>
                    <a:ext uri="{FF2B5EF4-FFF2-40B4-BE49-F238E27FC236}">
                      <a16:creationId xmlns:a16="http://schemas.microsoft.com/office/drawing/2014/main" id="{E2FAB259-9632-A10C-8395-3C312FBE2C31}"/>
                    </a:ext>
                  </a:extLst>
                </p14:cNvPr>
                <p14:cNvContentPartPr/>
                <p14:nvPr/>
              </p14:nvContentPartPr>
              <p14:xfrm>
                <a:off x="1490271" y="1213025"/>
                <a:ext cx="24120" cy="80640"/>
              </p14:xfrm>
            </p:contentPart>
          </mc:Choice>
          <mc:Fallback xmlns="">
            <p:pic>
              <p:nvPicPr>
                <p:cNvPr id="59" name="Ink 58">
                  <a:extLst>
                    <a:ext uri="{FF2B5EF4-FFF2-40B4-BE49-F238E27FC236}">
                      <a16:creationId xmlns:a16="http://schemas.microsoft.com/office/drawing/2014/main" id="{E2FAB259-9632-A10C-8395-3C312FBE2C31}"/>
                    </a:ext>
                  </a:extLst>
                </p:cNvPr>
                <p:cNvPicPr/>
                <p:nvPr/>
              </p:nvPicPr>
              <p:blipFill>
                <a:blip r:embed="rId71"/>
                <a:stretch>
                  <a:fillRect/>
                </a:stretch>
              </p:blipFill>
              <p:spPr>
                <a:xfrm>
                  <a:off x="1481271" y="1204385"/>
                  <a:ext cx="417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60" name="Ink 59">
                  <a:extLst>
                    <a:ext uri="{FF2B5EF4-FFF2-40B4-BE49-F238E27FC236}">
                      <a16:creationId xmlns:a16="http://schemas.microsoft.com/office/drawing/2014/main" id="{C03811DF-7ACC-B393-A4BB-BE438999F4AD}"/>
                    </a:ext>
                  </a:extLst>
                </p14:cNvPr>
                <p14:cNvContentPartPr/>
                <p14:nvPr/>
              </p14:nvContentPartPr>
              <p14:xfrm>
                <a:off x="1772871" y="1017185"/>
                <a:ext cx="306720" cy="189000"/>
              </p14:xfrm>
            </p:contentPart>
          </mc:Choice>
          <mc:Fallback xmlns="">
            <p:pic>
              <p:nvPicPr>
                <p:cNvPr id="60" name="Ink 59">
                  <a:extLst>
                    <a:ext uri="{FF2B5EF4-FFF2-40B4-BE49-F238E27FC236}">
                      <a16:creationId xmlns:a16="http://schemas.microsoft.com/office/drawing/2014/main" id="{C03811DF-7ACC-B393-A4BB-BE438999F4AD}"/>
                    </a:ext>
                  </a:extLst>
                </p:cNvPr>
                <p:cNvPicPr/>
                <p:nvPr/>
              </p:nvPicPr>
              <p:blipFill>
                <a:blip r:embed="rId73"/>
                <a:stretch>
                  <a:fillRect/>
                </a:stretch>
              </p:blipFill>
              <p:spPr>
                <a:xfrm>
                  <a:off x="1763871" y="1008185"/>
                  <a:ext cx="32436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1" name="Ink 60">
                  <a:extLst>
                    <a:ext uri="{FF2B5EF4-FFF2-40B4-BE49-F238E27FC236}">
                      <a16:creationId xmlns:a16="http://schemas.microsoft.com/office/drawing/2014/main" id="{8806D4A5-5ADE-295E-2F61-D7273D88943A}"/>
                    </a:ext>
                  </a:extLst>
                </p14:cNvPr>
                <p14:cNvContentPartPr/>
                <p14:nvPr/>
              </p14:nvContentPartPr>
              <p14:xfrm>
                <a:off x="2124591" y="900185"/>
                <a:ext cx="220680" cy="241920"/>
              </p14:xfrm>
            </p:contentPart>
          </mc:Choice>
          <mc:Fallback xmlns="">
            <p:pic>
              <p:nvPicPr>
                <p:cNvPr id="61" name="Ink 60">
                  <a:extLst>
                    <a:ext uri="{FF2B5EF4-FFF2-40B4-BE49-F238E27FC236}">
                      <a16:creationId xmlns:a16="http://schemas.microsoft.com/office/drawing/2014/main" id="{8806D4A5-5ADE-295E-2F61-D7273D88943A}"/>
                    </a:ext>
                  </a:extLst>
                </p:cNvPr>
                <p:cNvPicPr/>
                <p:nvPr/>
              </p:nvPicPr>
              <p:blipFill>
                <a:blip r:embed="rId75"/>
                <a:stretch>
                  <a:fillRect/>
                </a:stretch>
              </p:blipFill>
              <p:spPr>
                <a:xfrm>
                  <a:off x="2115591" y="891185"/>
                  <a:ext cx="23832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2" name="Ink 61">
                  <a:extLst>
                    <a:ext uri="{FF2B5EF4-FFF2-40B4-BE49-F238E27FC236}">
                      <a16:creationId xmlns:a16="http://schemas.microsoft.com/office/drawing/2014/main" id="{02935288-4050-C723-4173-255523D7BAE3}"/>
                    </a:ext>
                  </a:extLst>
                </p14:cNvPr>
                <p14:cNvContentPartPr/>
                <p14:nvPr/>
              </p14:nvContentPartPr>
              <p14:xfrm>
                <a:off x="2315751" y="967145"/>
                <a:ext cx="137520" cy="151920"/>
              </p14:xfrm>
            </p:contentPart>
          </mc:Choice>
          <mc:Fallback xmlns="">
            <p:pic>
              <p:nvPicPr>
                <p:cNvPr id="62" name="Ink 61">
                  <a:extLst>
                    <a:ext uri="{FF2B5EF4-FFF2-40B4-BE49-F238E27FC236}">
                      <a16:creationId xmlns:a16="http://schemas.microsoft.com/office/drawing/2014/main" id="{02935288-4050-C723-4173-255523D7BAE3}"/>
                    </a:ext>
                  </a:extLst>
                </p:cNvPr>
                <p:cNvPicPr/>
                <p:nvPr/>
              </p:nvPicPr>
              <p:blipFill>
                <a:blip r:embed="rId77"/>
                <a:stretch>
                  <a:fillRect/>
                </a:stretch>
              </p:blipFill>
              <p:spPr>
                <a:xfrm>
                  <a:off x="2306751" y="958505"/>
                  <a:ext cx="15516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3" name="Ink 62">
                  <a:extLst>
                    <a:ext uri="{FF2B5EF4-FFF2-40B4-BE49-F238E27FC236}">
                      <a16:creationId xmlns:a16="http://schemas.microsoft.com/office/drawing/2014/main" id="{07F1AB58-467B-8BAD-916D-624C5026BCCD}"/>
                    </a:ext>
                  </a:extLst>
                </p14:cNvPr>
                <p14:cNvContentPartPr/>
                <p14:nvPr/>
              </p14:nvContentPartPr>
              <p14:xfrm>
                <a:off x="2474151" y="960665"/>
                <a:ext cx="158760" cy="118440"/>
              </p14:xfrm>
            </p:contentPart>
          </mc:Choice>
          <mc:Fallback xmlns="">
            <p:pic>
              <p:nvPicPr>
                <p:cNvPr id="63" name="Ink 62">
                  <a:extLst>
                    <a:ext uri="{FF2B5EF4-FFF2-40B4-BE49-F238E27FC236}">
                      <a16:creationId xmlns:a16="http://schemas.microsoft.com/office/drawing/2014/main" id="{07F1AB58-467B-8BAD-916D-624C5026BCCD}"/>
                    </a:ext>
                  </a:extLst>
                </p:cNvPr>
                <p:cNvPicPr/>
                <p:nvPr/>
              </p:nvPicPr>
              <p:blipFill>
                <a:blip r:embed="rId79"/>
                <a:stretch>
                  <a:fillRect/>
                </a:stretch>
              </p:blipFill>
              <p:spPr>
                <a:xfrm>
                  <a:off x="2465511" y="952025"/>
                  <a:ext cx="1764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4" name="Ink 63">
                  <a:extLst>
                    <a:ext uri="{FF2B5EF4-FFF2-40B4-BE49-F238E27FC236}">
                      <a16:creationId xmlns:a16="http://schemas.microsoft.com/office/drawing/2014/main" id="{53C7D17C-6929-54D3-884B-6E984328913E}"/>
                    </a:ext>
                  </a:extLst>
                </p14:cNvPr>
                <p14:cNvContentPartPr/>
                <p14:nvPr/>
              </p14:nvContentPartPr>
              <p14:xfrm>
                <a:off x="2601591" y="855185"/>
                <a:ext cx="2160" cy="29160"/>
              </p14:xfrm>
            </p:contentPart>
          </mc:Choice>
          <mc:Fallback xmlns="">
            <p:pic>
              <p:nvPicPr>
                <p:cNvPr id="64" name="Ink 63">
                  <a:extLst>
                    <a:ext uri="{FF2B5EF4-FFF2-40B4-BE49-F238E27FC236}">
                      <a16:creationId xmlns:a16="http://schemas.microsoft.com/office/drawing/2014/main" id="{53C7D17C-6929-54D3-884B-6E984328913E}"/>
                    </a:ext>
                  </a:extLst>
                </p:cNvPr>
                <p:cNvPicPr/>
                <p:nvPr/>
              </p:nvPicPr>
              <p:blipFill>
                <a:blip r:embed="rId81"/>
                <a:stretch>
                  <a:fillRect/>
                </a:stretch>
              </p:blipFill>
              <p:spPr>
                <a:xfrm>
                  <a:off x="2592951" y="846185"/>
                  <a:ext cx="1980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5" name="Ink 64">
                  <a:extLst>
                    <a:ext uri="{FF2B5EF4-FFF2-40B4-BE49-F238E27FC236}">
                      <a16:creationId xmlns:a16="http://schemas.microsoft.com/office/drawing/2014/main" id="{6A559C61-8D69-4EF4-F265-B66160003B77}"/>
                    </a:ext>
                  </a:extLst>
                </p14:cNvPr>
                <p14:cNvContentPartPr/>
                <p14:nvPr/>
              </p14:nvContentPartPr>
              <p14:xfrm>
                <a:off x="2690511" y="750065"/>
                <a:ext cx="244800" cy="306000"/>
              </p14:xfrm>
            </p:contentPart>
          </mc:Choice>
          <mc:Fallback xmlns="">
            <p:pic>
              <p:nvPicPr>
                <p:cNvPr id="65" name="Ink 64">
                  <a:extLst>
                    <a:ext uri="{FF2B5EF4-FFF2-40B4-BE49-F238E27FC236}">
                      <a16:creationId xmlns:a16="http://schemas.microsoft.com/office/drawing/2014/main" id="{6A559C61-8D69-4EF4-F265-B66160003B77}"/>
                    </a:ext>
                  </a:extLst>
                </p:cNvPr>
                <p:cNvPicPr/>
                <p:nvPr/>
              </p:nvPicPr>
              <p:blipFill>
                <a:blip r:embed="rId83"/>
                <a:stretch>
                  <a:fillRect/>
                </a:stretch>
              </p:blipFill>
              <p:spPr>
                <a:xfrm>
                  <a:off x="2681871" y="741425"/>
                  <a:ext cx="26244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6" name="Ink 65">
                  <a:extLst>
                    <a:ext uri="{FF2B5EF4-FFF2-40B4-BE49-F238E27FC236}">
                      <a16:creationId xmlns:a16="http://schemas.microsoft.com/office/drawing/2014/main" id="{DDE82A66-1366-D9F7-995B-2ACE28030A76}"/>
                    </a:ext>
                  </a:extLst>
                </p14:cNvPr>
                <p14:cNvContentPartPr/>
                <p14:nvPr/>
              </p14:nvContentPartPr>
              <p14:xfrm>
                <a:off x="3035751" y="995585"/>
                <a:ext cx="25920" cy="106560"/>
              </p14:xfrm>
            </p:contentPart>
          </mc:Choice>
          <mc:Fallback xmlns="">
            <p:pic>
              <p:nvPicPr>
                <p:cNvPr id="66" name="Ink 65">
                  <a:extLst>
                    <a:ext uri="{FF2B5EF4-FFF2-40B4-BE49-F238E27FC236}">
                      <a16:creationId xmlns:a16="http://schemas.microsoft.com/office/drawing/2014/main" id="{DDE82A66-1366-D9F7-995B-2ACE28030A76}"/>
                    </a:ext>
                  </a:extLst>
                </p:cNvPr>
                <p:cNvPicPr/>
                <p:nvPr/>
              </p:nvPicPr>
              <p:blipFill>
                <a:blip r:embed="rId85"/>
                <a:stretch>
                  <a:fillRect/>
                </a:stretch>
              </p:blipFill>
              <p:spPr>
                <a:xfrm>
                  <a:off x="3027111" y="986945"/>
                  <a:ext cx="435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7" name="Ink 66">
                  <a:extLst>
                    <a:ext uri="{FF2B5EF4-FFF2-40B4-BE49-F238E27FC236}">
                      <a16:creationId xmlns:a16="http://schemas.microsoft.com/office/drawing/2014/main" id="{86E79137-5C4A-5331-EB68-3A7E6A0CEDF0}"/>
                    </a:ext>
                  </a:extLst>
                </p14:cNvPr>
                <p14:cNvContentPartPr/>
                <p14:nvPr/>
              </p14:nvContentPartPr>
              <p14:xfrm>
                <a:off x="3216831" y="638825"/>
                <a:ext cx="202680" cy="362160"/>
              </p14:xfrm>
            </p:contentPart>
          </mc:Choice>
          <mc:Fallback xmlns="">
            <p:pic>
              <p:nvPicPr>
                <p:cNvPr id="67" name="Ink 66">
                  <a:extLst>
                    <a:ext uri="{FF2B5EF4-FFF2-40B4-BE49-F238E27FC236}">
                      <a16:creationId xmlns:a16="http://schemas.microsoft.com/office/drawing/2014/main" id="{86E79137-5C4A-5331-EB68-3A7E6A0CEDF0}"/>
                    </a:ext>
                  </a:extLst>
                </p:cNvPr>
                <p:cNvPicPr/>
                <p:nvPr/>
              </p:nvPicPr>
              <p:blipFill>
                <a:blip r:embed="rId87"/>
                <a:stretch>
                  <a:fillRect/>
                </a:stretch>
              </p:blipFill>
              <p:spPr>
                <a:xfrm>
                  <a:off x="3208191" y="629825"/>
                  <a:ext cx="220320" cy="379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8" name="Ink 67">
                  <a:extLst>
                    <a:ext uri="{FF2B5EF4-FFF2-40B4-BE49-F238E27FC236}">
                      <a16:creationId xmlns:a16="http://schemas.microsoft.com/office/drawing/2014/main" id="{4CD4702C-B32D-6C6F-26E7-5DE8DA9AE9EC}"/>
                    </a:ext>
                  </a:extLst>
                </p14:cNvPr>
                <p14:cNvContentPartPr/>
                <p14:nvPr/>
              </p14:nvContentPartPr>
              <p14:xfrm>
                <a:off x="3440391" y="720185"/>
                <a:ext cx="196200" cy="236160"/>
              </p14:xfrm>
            </p:contentPart>
          </mc:Choice>
          <mc:Fallback xmlns="">
            <p:pic>
              <p:nvPicPr>
                <p:cNvPr id="68" name="Ink 67">
                  <a:extLst>
                    <a:ext uri="{FF2B5EF4-FFF2-40B4-BE49-F238E27FC236}">
                      <a16:creationId xmlns:a16="http://schemas.microsoft.com/office/drawing/2014/main" id="{4CD4702C-B32D-6C6F-26E7-5DE8DA9AE9EC}"/>
                    </a:ext>
                  </a:extLst>
                </p:cNvPr>
                <p:cNvPicPr/>
                <p:nvPr/>
              </p:nvPicPr>
              <p:blipFill>
                <a:blip r:embed="rId89"/>
                <a:stretch>
                  <a:fillRect/>
                </a:stretch>
              </p:blipFill>
              <p:spPr>
                <a:xfrm>
                  <a:off x="3431751" y="711185"/>
                  <a:ext cx="21384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9" name="Ink 68">
                  <a:extLst>
                    <a:ext uri="{FF2B5EF4-FFF2-40B4-BE49-F238E27FC236}">
                      <a16:creationId xmlns:a16="http://schemas.microsoft.com/office/drawing/2014/main" id="{65CD7CE2-F0D3-D386-9317-3030CD28B823}"/>
                    </a:ext>
                  </a:extLst>
                </p14:cNvPr>
                <p14:cNvContentPartPr/>
                <p14:nvPr/>
              </p14:nvContentPartPr>
              <p14:xfrm>
                <a:off x="3676911" y="753665"/>
                <a:ext cx="201960" cy="134280"/>
              </p14:xfrm>
            </p:contentPart>
          </mc:Choice>
          <mc:Fallback xmlns="">
            <p:pic>
              <p:nvPicPr>
                <p:cNvPr id="69" name="Ink 68">
                  <a:extLst>
                    <a:ext uri="{FF2B5EF4-FFF2-40B4-BE49-F238E27FC236}">
                      <a16:creationId xmlns:a16="http://schemas.microsoft.com/office/drawing/2014/main" id="{65CD7CE2-F0D3-D386-9317-3030CD28B823}"/>
                    </a:ext>
                  </a:extLst>
                </p:cNvPr>
                <p:cNvPicPr/>
                <p:nvPr/>
              </p:nvPicPr>
              <p:blipFill>
                <a:blip r:embed="rId91"/>
                <a:stretch>
                  <a:fillRect/>
                </a:stretch>
              </p:blipFill>
              <p:spPr>
                <a:xfrm>
                  <a:off x="3668271" y="745025"/>
                  <a:ext cx="21960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1" name="Ink 70">
                  <a:extLst>
                    <a:ext uri="{FF2B5EF4-FFF2-40B4-BE49-F238E27FC236}">
                      <a16:creationId xmlns:a16="http://schemas.microsoft.com/office/drawing/2014/main" id="{0440FE26-FBCB-0FD5-52C2-4320ADE136C5}"/>
                    </a:ext>
                  </a:extLst>
                </p14:cNvPr>
                <p14:cNvContentPartPr/>
                <p14:nvPr/>
              </p14:nvContentPartPr>
              <p14:xfrm>
                <a:off x="3946191" y="707945"/>
                <a:ext cx="252720" cy="185760"/>
              </p14:xfrm>
            </p:contentPart>
          </mc:Choice>
          <mc:Fallback xmlns="">
            <p:pic>
              <p:nvPicPr>
                <p:cNvPr id="71" name="Ink 70">
                  <a:extLst>
                    <a:ext uri="{FF2B5EF4-FFF2-40B4-BE49-F238E27FC236}">
                      <a16:creationId xmlns:a16="http://schemas.microsoft.com/office/drawing/2014/main" id="{0440FE26-FBCB-0FD5-52C2-4320ADE136C5}"/>
                    </a:ext>
                  </a:extLst>
                </p:cNvPr>
                <p:cNvPicPr/>
                <p:nvPr/>
              </p:nvPicPr>
              <p:blipFill>
                <a:blip r:embed="rId93"/>
                <a:stretch>
                  <a:fillRect/>
                </a:stretch>
              </p:blipFill>
              <p:spPr>
                <a:xfrm>
                  <a:off x="3937551" y="698945"/>
                  <a:ext cx="27036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72" name="Ink 71">
                  <a:extLst>
                    <a:ext uri="{FF2B5EF4-FFF2-40B4-BE49-F238E27FC236}">
                      <a16:creationId xmlns:a16="http://schemas.microsoft.com/office/drawing/2014/main" id="{B6DA37AB-8CDB-201B-9ADA-57888A2B59DA}"/>
                    </a:ext>
                  </a:extLst>
                </p14:cNvPr>
                <p14:cNvContentPartPr/>
                <p14:nvPr/>
              </p14:nvContentPartPr>
              <p14:xfrm>
                <a:off x="4196751" y="610385"/>
                <a:ext cx="150840" cy="249120"/>
              </p14:xfrm>
            </p:contentPart>
          </mc:Choice>
          <mc:Fallback xmlns="">
            <p:pic>
              <p:nvPicPr>
                <p:cNvPr id="72" name="Ink 71">
                  <a:extLst>
                    <a:ext uri="{FF2B5EF4-FFF2-40B4-BE49-F238E27FC236}">
                      <a16:creationId xmlns:a16="http://schemas.microsoft.com/office/drawing/2014/main" id="{B6DA37AB-8CDB-201B-9ADA-57888A2B59DA}"/>
                    </a:ext>
                  </a:extLst>
                </p:cNvPr>
                <p:cNvPicPr/>
                <p:nvPr/>
              </p:nvPicPr>
              <p:blipFill>
                <a:blip r:embed="rId95"/>
                <a:stretch>
                  <a:fillRect/>
                </a:stretch>
              </p:blipFill>
              <p:spPr>
                <a:xfrm>
                  <a:off x="4188111" y="601385"/>
                  <a:ext cx="16848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3" name="Ink 72">
                  <a:extLst>
                    <a:ext uri="{FF2B5EF4-FFF2-40B4-BE49-F238E27FC236}">
                      <a16:creationId xmlns:a16="http://schemas.microsoft.com/office/drawing/2014/main" id="{7041D6D1-C3C8-B396-BC9E-A4E41A746152}"/>
                    </a:ext>
                  </a:extLst>
                </p14:cNvPr>
                <p14:cNvContentPartPr/>
                <p14:nvPr/>
              </p14:nvContentPartPr>
              <p14:xfrm>
                <a:off x="4415991" y="708305"/>
                <a:ext cx="75240" cy="114120"/>
              </p14:xfrm>
            </p:contentPart>
          </mc:Choice>
          <mc:Fallback xmlns="">
            <p:pic>
              <p:nvPicPr>
                <p:cNvPr id="73" name="Ink 72">
                  <a:extLst>
                    <a:ext uri="{FF2B5EF4-FFF2-40B4-BE49-F238E27FC236}">
                      <a16:creationId xmlns:a16="http://schemas.microsoft.com/office/drawing/2014/main" id="{7041D6D1-C3C8-B396-BC9E-A4E41A746152}"/>
                    </a:ext>
                  </a:extLst>
                </p:cNvPr>
                <p:cNvPicPr/>
                <p:nvPr/>
              </p:nvPicPr>
              <p:blipFill>
                <a:blip r:embed="rId97"/>
                <a:stretch>
                  <a:fillRect/>
                </a:stretch>
              </p:blipFill>
              <p:spPr>
                <a:xfrm>
                  <a:off x="4407351" y="699665"/>
                  <a:ext cx="9288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4" name="Ink 73">
                  <a:extLst>
                    <a:ext uri="{FF2B5EF4-FFF2-40B4-BE49-F238E27FC236}">
                      <a16:creationId xmlns:a16="http://schemas.microsoft.com/office/drawing/2014/main" id="{5AB5604A-F13C-DD9D-F897-9C030076988D}"/>
                    </a:ext>
                  </a:extLst>
                </p14:cNvPr>
                <p14:cNvContentPartPr/>
                <p14:nvPr/>
              </p14:nvContentPartPr>
              <p14:xfrm>
                <a:off x="4583751" y="617225"/>
                <a:ext cx="167400" cy="191160"/>
              </p14:xfrm>
            </p:contentPart>
          </mc:Choice>
          <mc:Fallback xmlns="">
            <p:pic>
              <p:nvPicPr>
                <p:cNvPr id="74" name="Ink 73">
                  <a:extLst>
                    <a:ext uri="{FF2B5EF4-FFF2-40B4-BE49-F238E27FC236}">
                      <a16:creationId xmlns:a16="http://schemas.microsoft.com/office/drawing/2014/main" id="{5AB5604A-F13C-DD9D-F897-9C030076988D}"/>
                    </a:ext>
                  </a:extLst>
                </p:cNvPr>
                <p:cNvPicPr/>
                <p:nvPr/>
              </p:nvPicPr>
              <p:blipFill>
                <a:blip r:embed="rId99"/>
                <a:stretch>
                  <a:fillRect/>
                </a:stretch>
              </p:blipFill>
              <p:spPr>
                <a:xfrm>
                  <a:off x="4575111" y="608585"/>
                  <a:ext cx="18504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5" name="Ink 74">
                  <a:extLst>
                    <a:ext uri="{FF2B5EF4-FFF2-40B4-BE49-F238E27FC236}">
                      <a16:creationId xmlns:a16="http://schemas.microsoft.com/office/drawing/2014/main" id="{1FA35AB4-40BD-2A80-1B8A-BA48022E7089}"/>
                    </a:ext>
                  </a:extLst>
                </p14:cNvPr>
                <p14:cNvContentPartPr/>
                <p14:nvPr/>
              </p14:nvContentPartPr>
              <p14:xfrm>
                <a:off x="2940351" y="1226705"/>
                <a:ext cx="516600" cy="300600"/>
              </p14:xfrm>
            </p:contentPart>
          </mc:Choice>
          <mc:Fallback xmlns="">
            <p:pic>
              <p:nvPicPr>
                <p:cNvPr id="75" name="Ink 74">
                  <a:extLst>
                    <a:ext uri="{FF2B5EF4-FFF2-40B4-BE49-F238E27FC236}">
                      <a16:creationId xmlns:a16="http://schemas.microsoft.com/office/drawing/2014/main" id="{1FA35AB4-40BD-2A80-1B8A-BA48022E7089}"/>
                    </a:ext>
                  </a:extLst>
                </p:cNvPr>
                <p:cNvPicPr/>
                <p:nvPr/>
              </p:nvPicPr>
              <p:blipFill>
                <a:blip r:embed="rId101"/>
                <a:stretch>
                  <a:fillRect/>
                </a:stretch>
              </p:blipFill>
              <p:spPr>
                <a:xfrm>
                  <a:off x="2931351" y="1218065"/>
                  <a:ext cx="534240" cy="3182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6" name="Ink 75">
                  <a:extLst>
                    <a:ext uri="{FF2B5EF4-FFF2-40B4-BE49-F238E27FC236}">
                      <a16:creationId xmlns:a16="http://schemas.microsoft.com/office/drawing/2014/main" id="{D8CF50BF-5145-6CF3-A7A5-2F10729A2B5B}"/>
                    </a:ext>
                  </a:extLst>
                </p14:cNvPr>
                <p14:cNvContentPartPr/>
                <p14:nvPr/>
              </p14:nvContentPartPr>
              <p14:xfrm>
                <a:off x="3520311" y="1245425"/>
                <a:ext cx="212760" cy="242280"/>
              </p14:xfrm>
            </p:contentPart>
          </mc:Choice>
          <mc:Fallback xmlns="">
            <p:pic>
              <p:nvPicPr>
                <p:cNvPr id="76" name="Ink 75">
                  <a:extLst>
                    <a:ext uri="{FF2B5EF4-FFF2-40B4-BE49-F238E27FC236}">
                      <a16:creationId xmlns:a16="http://schemas.microsoft.com/office/drawing/2014/main" id="{D8CF50BF-5145-6CF3-A7A5-2F10729A2B5B}"/>
                    </a:ext>
                  </a:extLst>
                </p:cNvPr>
                <p:cNvPicPr/>
                <p:nvPr/>
              </p:nvPicPr>
              <p:blipFill>
                <a:blip r:embed="rId103"/>
                <a:stretch>
                  <a:fillRect/>
                </a:stretch>
              </p:blipFill>
              <p:spPr>
                <a:xfrm>
                  <a:off x="3511311" y="1236785"/>
                  <a:ext cx="23040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7" name="Ink 76">
                  <a:extLst>
                    <a:ext uri="{FF2B5EF4-FFF2-40B4-BE49-F238E27FC236}">
                      <a16:creationId xmlns:a16="http://schemas.microsoft.com/office/drawing/2014/main" id="{EC40895D-6704-C175-7A7B-BC72B33BE8B0}"/>
                    </a:ext>
                  </a:extLst>
                </p14:cNvPr>
                <p14:cNvContentPartPr/>
                <p14:nvPr/>
              </p14:nvContentPartPr>
              <p14:xfrm>
                <a:off x="3788871" y="1229225"/>
                <a:ext cx="299880" cy="243360"/>
              </p14:xfrm>
            </p:contentPart>
          </mc:Choice>
          <mc:Fallback xmlns="">
            <p:pic>
              <p:nvPicPr>
                <p:cNvPr id="77" name="Ink 76">
                  <a:extLst>
                    <a:ext uri="{FF2B5EF4-FFF2-40B4-BE49-F238E27FC236}">
                      <a16:creationId xmlns:a16="http://schemas.microsoft.com/office/drawing/2014/main" id="{EC40895D-6704-C175-7A7B-BC72B33BE8B0}"/>
                    </a:ext>
                  </a:extLst>
                </p:cNvPr>
                <p:cNvPicPr/>
                <p:nvPr/>
              </p:nvPicPr>
              <p:blipFill>
                <a:blip r:embed="rId105"/>
                <a:stretch>
                  <a:fillRect/>
                </a:stretch>
              </p:blipFill>
              <p:spPr>
                <a:xfrm>
                  <a:off x="3780231" y="1220585"/>
                  <a:ext cx="31752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8" name="Ink 77">
                  <a:extLst>
                    <a:ext uri="{FF2B5EF4-FFF2-40B4-BE49-F238E27FC236}">
                      <a16:creationId xmlns:a16="http://schemas.microsoft.com/office/drawing/2014/main" id="{02C0AC3A-6545-97B6-02D0-D97DD54AD626}"/>
                    </a:ext>
                  </a:extLst>
                </p14:cNvPr>
                <p14:cNvContentPartPr/>
                <p14:nvPr/>
              </p14:nvContentPartPr>
              <p14:xfrm>
                <a:off x="4085511" y="1307705"/>
                <a:ext cx="66960" cy="16200"/>
              </p14:xfrm>
            </p:contentPart>
          </mc:Choice>
          <mc:Fallback xmlns="">
            <p:pic>
              <p:nvPicPr>
                <p:cNvPr id="78" name="Ink 77">
                  <a:extLst>
                    <a:ext uri="{FF2B5EF4-FFF2-40B4-BE49-F238E27FC236}">
                      <a16:creationId xmlns:a16="http://schemas.microsoft.com/office/drawing/2014/main" id="{02C0AC3A-6545-97B6-02D0-D97DD54AD626}"/>
                    </a:ext>
                  </a:extLst>
                </p:cNvPr>
                <p:cNvPicPr/>
                <p:nvPr/>
              </p:nvPicPr>
              <p:blipFill>
                <a:blip r:embed="rId107"/>
                <a:stretch>
                  <a:fillRect/>
                </a:stretch>
              </p:blipFill>
              <p:spPr>
                <a:xfrm>
                  <a:off x="4076871" y="1298705"/>
                  <a:ext cx="846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1" name="Ink 80">
                  <a:extLst>
                    <a:ext uri="{FF2B5EF4-FFF2-40B4-BE49-F238E27FC236}">
                      <a16:creationId xmlns:a16="http://schemas.microsoft.com/office/drawing/2014/main" id="{3AAAF1F6-3780-D5D0-1EC4-50ABBC916613}"/>
                    </a:ext>
                  </a:extLst>
                </p14:cNvPr>
                <p14:cNvContentPartPr/>
                <p14:nvPr/>
              </p14:nvContentPartPr>
              <p14:xfrm>
                <a:off x="4365951" y="1308065"/>
                <a:ext cx="34560" cy="70200"/>
              </p14:xfrm>
            </p:contentPart>
          </mc:Choice>
          <mc:Fallback xmlns="">
            <p:pic>
              <p:nvPicPr>
                <p:cNvPr id="81" name="Ink 80">
                  <a:extLst>
                    <a:ext uri="{FF2B5EF4-FFF2-40B4-BE49-F238E27FC236}">
                      <a16:creationId xmlns:a16="http://schemas.microsoft.com/office/drawing/2014/main" id="{3AAAF1F6-3780-D5D0-1EC4-50ABBC916613}"/>
                    </a:ext>
                  </a:extLst>
                </p:cNvPr>
                <p:cNvPicPr/>
                <p:nvPr/>
              </p:nvPicPr>
              <p:blipFill>
                <a:blip r:embed="rId109"/>
                <a:stretch>
                  <a:fillRect/>
                </a:stretch>
              </p:blipFill>
              <p:spPr>
                <a:xfrm>
                  <a:off x="4356951" y="1299425"/>
                  <a:ext cx="522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3" name="Ink 82">
                  <a:extLst>
                    <a:ext uri="{FF2B5EF4-FFF2-40B4-BE49-F238E27FC236}">
                      <a16:creationId xmlns:a16="http://schemas.microsoft.com/office/drawing/2014/main" id="{42AAA1C8-8BD6-8B93-09FE-3D15A435FD5C}"/>
                    </a:ext>
                  </a:extLst>
                </p14:cNvPr>
                <p14:cNvContentPartPr/>
                <p14:nvPr/>
              </p14:nvContentPartPr>
              <p14:xfrm>
                <a:off x="4613991" y="1015385"/>
                <a:ext cx="244800" cy="324000"/>
              </p14:xfrm>
            </p:contentPart>
          </mc:Choice>
          <mc:Fallback xmlns="">
            <p:pic>
              <p:nvPicPr>
                <p:cNvPr id="83" name="Ink 82">
                  <a:extLst>
                    <a:ext uri="{FF2B5EF4-FFF2-40B4-BE49-F238E27FC236}">
                      <a16:creationId xmlns:a16="http://schemas.microsoft.com/office/drawing/2014/main" id="{42AAA1C8-8BD6-8B93-09FE-3D15A435FD5C}"/>
                    </a:ext>
                  </a:extLst>
                </p:cNvPr>
                <p:cNvPicPr/>
                <p:nvPr/>
              </p:nvPicPr>
              <p:blipFill>
                <a:blip r:embed="rId111"/>
                <a:stretch>
                  <a:fillRect/>
                </a:stretch>
              </p:blipFill>
              <p:spPr>
                <a:xfrm>
                  <a:off x="4605351" y="1006745"/>
                  <a:ext cx="26244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4" name="Ink 83">
                  <a:extLst>
                    <a:ext uri="{FF2B5EF4-FFF2-40B4-BE49-F238E27FC236}">
                      <a16:creationId xmlns:a16="http://schemas.microsoft.com/office/drawing/2014/main" id="{C4C019CC-269D-AF75-2CDC-A758F2940A33}"/>
                    </a:ext>
                  </a:extLst>
                </p14:cNvPr>
                <p14:cNvContentPartPr/>
                <p14:nvPr/>
              </p14:nvContentPartPr>
              <p14:xfrm>
                <a:off x="4881471" y="1076945"/>
                <a:ext cx="528480" cy="186480"/>
              </p14:xfrm>
            </p:contentPart>
          </mc:Choice>
          <mc:Fallback xmlns="">
            <p:pic>
              <p:nvPicPr>
                <p:cNvPr id="84" name="Ink 83">
                  <a:extLst>
                    <a:ext uri="{FF2B5EF4-FFF2-40B4-BE49-F238E27FC236}">
                      <a16:creationId xmlns:a16="http://schemas.microsoft.com/office/drawing/2014/main" id="{C4C019CC-269D-AF75-2CDC-A758F2940A33}"/>
                    </a:ext>
                  </a:extLst>
                </p:cNvPr>
                <p:cNvPicPr/>
                <p:nvPr/>
              </p:nvPicPr>
              <p:blipFill>
                <a:blip r:embed="rId113"/>
                <a:stretch>
                  <a:fillRect/>
                </a:stretch>
              </p:blipFill>
              <p:spPr>
                <a:xfrm>
                  <a:off x="4872831" y="1067945"/>
                  <a:ext cx="54612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5" name="Ink 84">
                  <a:extLst>
                    <a:ext uri="{FF2B5EF4-FFF2-40B4-BE49-F238E27FC236}">
                      <a16:creationId xmlns:a16="http://schemas.microsoft.com/office/drawing/2014/main" id="{7ACAD678-925B-92A1-9902-6D0164C0DC20}"/>
                    </a:ext>
                  </a:extLst>
                </p14:cNvPr>
                <p14:cNvContentPartPr/>
                <p14:nvPr/>
              </p14:nvContentPartPr>
              <p14:xfrm>
                <a:off x="5323911" y="974345"/>
                <a:ext cx="31680" cy="15840"/>
              </p14:xfrm>
            </p:contentPart>
          </mc:Choice>
          <mc:Fallback xmlns="">
            <p:pic>
              <p:nvPicPr>
                <p:cNvPr id="85" name="Ink 84">
                  <a:extLst>
                    <a:ext uri="{FF2B5EF4-FFF2-40B4-BE49-F238E27FC236}">
                      <a16:creationId xmlns:a16="http://schemas.microsoft.com/office/drawing/2014/main" id="{7ACAD678-925B-92A1-9902-6D0164C0DC20}"/>
                    </a:ext>
                  </a:extLst>
                </p:cNvPr>
                <p:cNvPicPr/>
                <p:nvPr/>
              </p:nvPicPr>
              <p:blipFill>
                <a:blip r:embed="rId115"/>
                <a:stretch>
                  <a:fillRect/>
                </a:stretch>
              </p:blipFill>
              <p:spPr>
                <a:xfrm>
                  <a:off x="5314911" y="965705"/>
                  <a:ext cx="4932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6" name="Ink 85">
                  <a:extLst>
                    <a:ext uri="{FF2B5EF4-FFF2-40B4-BE49-F238E27FC236}">
                      <a16:creationId xmlns:a16="http://schemas.microsoft.com/office/drawing/2014/main" id="{B83F680D-B0AD-2E5A-F0DD-F141FE3845C2}"/>
                    </a:ext>
                  </a:extLst>
                </p14:cNvPr>
                <p14:cNvContentPartPr/>
                <p14:nvPr/>
              </p14:nvContentPartPr>
              <p14:xfrm>
                <a:off x="5458191" y="1075865"/>
                <a:ext cx="104760" cy="91080"/>
              </p14:xfrm>
            </p:contentPart>
          </mc:Choice>
          <mc:Fallback xmlns="">
            <p:pic>
              <p:nvPicPr>
                <p:cNvPr id="86" name="Ink 85">
                  <a:extLst>
                    <a:ext uri="{FF2B5EF4-FFF2-40B4-BE49-F238E27FC236}">
                      <a16:creationId xmlns:a16="http://schemas.microsoft.com/office/drawing/2014/main" id="{B83F680D-B0AD-2E5A-F0DD-F141FE3845C2}"/>
                    </a:ext>
                  </a:extLst>
                </p:cNvPr>
                <p:cNvPicPr/>
                <p:nvPr/>
              </p:nvPicPr>
              <p:blipFill>
                <a:blip r:embed="rId117"/>
                <a:stretch>
                  <a:fillRect/>
                </a:stretch>
              </p:blipFill>
              <p:spPr>
                <a:xfrm>
                  <a:off x="5449551" y="1067225"/>
                  <a:ext cx="12240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7" name="Ink 86">
                  <a:extLst>
                    <a:ext uri="{FF2B5EF4-FFF2-40B4-BE49-F238E27FC236}">
                      <a16:creationId xmlns:a16="http://schemas.microsoft.com/office/drawing/2014/main" id="{0BD8F10F-130F-0362-AC81-668E5CF209D6}"/>
                    </a:ext>
                  </a:extLst>
                </p14:cNvPr>
                <p14:cNvContentPartPr/>
                <p14:nvPr/>
              </p14:nvContentPartPr>
              <p14:xfrm>
                <a:off x="5594271" y="1014665"/>
                <a:ext cx="151200" cy="152640"/>
              </p14:xfrm>
            </p:contentPart>
          </mc:Choice>
          <mc:Fallback xmlns="">
            <p:pic>
              <p:nvPicPr>
                <p:cNvPr id="87" name="Ink 86">
                  <a:extLst>
                    <a:ext uri="{FF2B5EF4-FFF2-40B4-BE49-F238E27FC236}">
                      <a16:creationId xmlns:a16="http://schemas.microsoft.com/office/drawing/2014/main" id="{0BD8F10F-130F-0362-AC81-668E5CF209D6}"/>
                    </a:ext>
                  </a:extLst>
                </p:cNvPr>
                <p:cNvPicPr/>
                <p:nvPr/>
              </p:nvPicPr>
              <p:blipFill>
                <a:blip r:embed="rId119"/>
                <a:stretch>
                  <a:fillRect/>
                </a:stretch>
              </p:blipFill>
              <p:spPr>
                <a:xfrm>
                  <a:off x="5585271" y="1005665"/>
                  <a:ext cx="1688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8" name="Ink 87">
                  <a:extLst>
                    <a:ext uri="{FF2B5EF4-FFF2-40B4-BE49-F238E27FC236}">
                      <a16:creationId xmlns:a16="http://schemas.microsoft.com/office/drawing/2014/main" id="{52D842C3-5E80-82BB-B2AE-8E21731C5DB2}"/>
                    </a:ext>
                  </a:extLst>
                </p14:cNvPr>
                <p14:cNvContentPartPr/>
                <p14:nvPr/>
              </p14:nvContentPartPr>
              <p14:xfrm>
                <a:off x="5834391" y="814145"/>
                <a:ext cx="182880" cy="348480"/>
              </p14:xfrm>
            </p:contentPart>
          </mc:Choice>
          <mc:Fallback xmlns="">
            <p:pic>
              <p:nvPicPr>
                <p:cNvPr id="88" name="Ink 87">
                  <a:extLst>
                    <a:ext uri="{FF2B5EF4-FFF2-40B4-BE49-F238E27FC236}">
                      <a16:creationId xmlns:a16="http://schemas.microsoft.com/office/drawing/2014/main" id="{52D842C3-5E80-82BB-B2AE-8E21731C5DB2}"/>
                    </a:ext>
                  </a:extLst>
                </p:cNvPr>
                <p:cNvPicPr/>
                <p:nvPr/>
              </p:nvPicPr>
              <p:blipFill>
                <a:blip r:embed="rId121"/>
                <a:stretch>
                  <a:fillRect/>
                </a:stretch>
              </p:blipFill>
              <p:spPr>
                <a:xfrm>
                  <a:off x="5825751" y="805145"/>
                  <a:ext cx="20052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89" name="Ink 88">
                  <a:extLst>
                    <a:ext uri="{FF2B5EF4-FFF2-40B4-BE49-F238E27FC236}">
                      <a16:creationId xmlns:a16="http://schemas.microsoft.com/office/drawing/2014/main" id="{77365571-555F-767D-61CD-F54E5FEFDBC2}"/>
                    </a:ext>
                  </a:extLst>
                </p14:cNvPr>
                <p14:cNvContentPartPr/>
                <p14:nvPr/>
              </p14:nvContentPartPr>
              <p14:xfrm>
                <a:off x="6045711" y="829985"/>
                <a:ext cx="357120" cy="296280"/>
              </p14:xfrm>
            </p:contentPart>
          </mc:Choice>
          <mc:Fallback xmlns="">
            <p:pic>
              <p:nvPicPr>
                <p:cNvPr id="89" name="Ink 88">
                  <a:extLst>
                    <a:ext uri="{FF2B5EF4-FFF2-40B4-BE49-F238E27FC236}">
                      <a16:creationId xmlns:a16="http://schemas.microsoft.com/office/drawing/2014/main" id="{77365571-555F-767D-61CD-F54E5FEFDBC2}"/>
                    </a:ext>
                  </a:extLst>
                </p:cNvPr>
                <p:cNvPicPr/>
                <p:nvPr/>
              </p:nvPicPr>
              <p:blipFill>
                <a:blip r:embed="rId123"/>
                <a:stretch>
                  <a:fillRect/>
                </a:stretch>
              </p:blipFill>
              <p:spPr>
                <a:xfrm>
                  <a:off x="6037071" y="820985"/>
                  <a:ext cx="374760" cy="3139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0" name="Ink 89">
                  <a:extLst>
                    <a:ext uri="{FF2B5EF4-FFF2-40B4-BE49-F238E27FC236}">
                      <a16:creationId xmlns:a16="http://schemas.microsoft.com/office/drawing/2014/main" id="{E1C1D7B7-7829-E130-4E7C-16F66A35C172}"/>
                    </a:ext>
                  </a:extLst>
                </p14:cNvPr>
                <p14:cNvContentPartPr/>
                <p14:nvPr/>
              </p14:nvContentPartPr>
              <p14:xfrm>
                <a:off x="6393831" y="825305"/>
                <a:ext cx="470160" cy="276480"/>
              </p14:xfrm>
            </p:contentPart>
          </mc:Choice>
          <mc:Fallback xmlns="">
            <p:pic>
              <p:nvPicPr>
                <p:cNvPr id="90" name="Ink 89">
                  <a:extLst>
                    <a:ext uri="{FF2B5EF4-FFF2-40B4-BE49-F238E27FC236}">
                      <a16:creationId xmlns:a16="http://schemas.microsoft.com/office/drawing/2014/main" id="{E1C1D7B7-7829-E130-4E7C-16F66A35C172}"/>
                    </a:ext>
                  </a:extLst>
                </p:cNvPr>
                <p:cNvPicPr/>
                <p:nvPr/>
              </p:nvPicPr>
              <p:blipFill>
                <a:blip r:embed="rId125"/>
                <a:stretch>
                  <a:fillRect/>
                </a:stretch>
              </p:blipFill>
              <p:spPr>
                <a:xfrm>
                  <a:off x="6384831" y="816665"/>
                  <a:ext cx="48780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1" name="Ink 90">
                  <a:extLst>
                    <a:ext uri="{FF2B5EF4-FFF2-40B4-BE49-F238E27FC236}">
                      <a16:creationId xmlns:a16="http://schemas.microsoft.com/office/drawing/2014/main" id="{6F14DA69-32A0-B5F5-0CFA-48E2AF7B7C91}"/>
                    </a:ext>
                  </a:extLst>
                </p14:cNvPr>
                <p14:cNvContentPartPr/>
                <p14:nvPr/>
              </p14:nvContentPartPr>
              <p14:xfrm>
                <a:off x="6885591" y="950225"/>
                <a:ext cx="83520" cy="105840"/>
              </p14:xfrm>
            </p:contentPart>
          </mc:Choice>
          <mc:Fallback xmlns="">
            <p:pic>
              <p:nvPicPr>
                <p:cNvPr id="91" name="Ink 90">
                  <a:extLst>
                    <a:ext uri="{FF2B5EF4-FFF2-40B4-BE49-F238E27FC236}">
                      <a16:creationId xmlns:a16="http://schemas.microsoft.com/office/drawing/2014/main" id="{6F14DA69-32A0-B5F5-0CFA-48E2AF7B7C91}"/>
                    </a:ext>
                  </a:extLst>
                </p:cNvPr>
                <p:cNvPicPr/>
                <p:nvPr/>
              </p:nvPicPr>
              <p:blipFill>
                <a:blip r:embed="rId127"/>
                <a:stretch>
                  <a:fillRect/>
                </a:stretch>
              </p:blipFill>
              <p:spPr>
                <a:xfrm>
                  <a:off x="6876591" y="941225"/>
                  <a:ext cx="10116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3" name="Ink 92">
                  <a:extLst>
                    <a:ext uri="{FF2B5EF4-FFF2-40B4-BE49-F238E27FC236}">
                      <a16:creationId xmlns:a16="http://schemas.microsoft.com/office/drawing/2014/main" id="{7034B003-8DEA-EEE9-8E19-34BCA34E1AA6}"/>
                    </a:ext>
                  </a:extLst>
                </p14:cNvPr>
                <p14:cNvContentPartPr/>
                <p14:nvPr/>
              </p14:nvContentPartPr>
              <p14:xfrm>
                <a:off x="4137351" y="1652945"/>
                <a:ext cx="249480" cy="234720"/>
              </p14:xfrm>
            </p:contentPart>
          </mc:Choice>
          <mc:Fallback xmlns="">
            <p:pic>
              <p:nvPicPr>
                <p:cNvPr id="93" name="Ink 92">
                  <a:extLst>
                    <a:ext uri="{FF2B5EF4-FFF2-40B4-BE49-F238E27FC236}">
                      <a16:creationId xmlns:a16="http://schemas.microsoft.com/office/drawing/2014/main" id="{7034B003-8DEA-EEE9-8E19-34BCA34E1AA6}"/>
                    </a:ext>
                  </a:extLst>
                </p:cNvPr>
                <p:cNvPicPr/>
                <p:nvPr/>
              </p:nvPicPr>
              <p:blipFill>
                <a:blip r:embed="rId129"/>
                <a:stretch>
                  <a:fillRect/>
                </a:stretch>
              </p:blipFill>
              <p:spPr>
                <a:xfrm>
                  <a:off x="4128711" y="1643945"/>
                  <a:ext cx="26712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94" name="Ink 93">
                  <a:extLst>
                    <a:ext uri="{FF2B5EF4-FFF2-40B4-BE49-F238E27FC236}">
                      <a16:creationId xmlns:a16="http://schemas.microsoft.com/office/drawing/2014/main" id="{CB60FDC2-69A5-D588-1201-37EC5802B2CE}"/>
                    </a:ext>
                  </a:extLst>
                </p14:cNvPr>
                <p14:cNvContentPartPr/>
                <p14:nvPr/>
              </p14:nvContentPartPr>
              <p14:xfrm>
                <a:off x="4350111" y="1577705"/>
                <a:ext cx="468000" cy="315360"/>
              </p14:xfrm>
            </p:contentPart>
          </mc:Choice>
          <mc:Fallback xmlns="">
            <p:pic>
              <p:nvPicPr>
                <p:cNvPr id="94" name="Ink 93">
                  <a:extLst>
                    <a:ext uri="{FF2B5EF4-FFF2-40B4-BE49-F238E27FC236}">
                      <a16:creationId xmlns:a16="http://schemas.microsoft.com/office/drawing/2014/main" id="{CB60FDC2-69A5-D588-1201-37EC5802B2CE}"/>
                    </a:ext>
                  </a:extLst>
                </p:cNvPr>
                <p:cNvPicPr/>
                <p:nvPr/>
              </p:nvPicPr>
              <p:blipFill>
                <a:blip r:embed="rId131"/>
                <a:stretch>
                  <a:fillRect/>
                </a:stretch>
              </p:blipFill>
              <p:spPr>
                <a:xfrm>
                  <a:off x="4341471" y="1568705"/>
                  <a:ext cx="48564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5" name="Ink 94">
                  <a:extLst>
                    <a:ext uri="{FF2B5EF4-FFF2-40B4-BE49-F238E27FC236}">
                      <a16:creationId xmlns:a16="http://schemas.microsoft.com/office/drawing/2014/main" id="{FEE2D109-FEC5-53E7-6A2F-527A4C03B58B}"/>
                    </a:ext>
                  </a:extLst>
                </p14:cNvPr>
                <p14:cNvContentPartPr/>
                <p14:nvPr/>
              </p14:nvContentPartPr>
              <p14:xfrm>
                <a:off x="4824591" y="1548905"/>
                <a:ext cx="446760" cy="162360"/>
              </p14:xfrm>
            </p:contentPart>
          </mc:Choice>
          <mc:Fallback xmlns="">
            <p:pic>
              <p:nvPicPr>
                <p:cNvPr id="95" name="Ink 94">
                  <a:extLst>
                    <a:ext uri="{FF2B5EF4-FFF2-40B4-BE49-F238E27FC236}">
                      <a16:creationId xmlns:a16="http://schemas.microsoft.com/office/drawing/2014/main" id="{FEE2D109-FEC5-53E7-6A2F-527A4C03B58B}"/>
                    </a:ext>
                  </a:extLst>
                </p:cNvPr>
                <p:cNvPicPr/>
                <p:nvPr/>
              </p:nvPicPr>
              <p:blipFill>
                <a:blip r:embed="rId133"/>
                <a:stretch>
                  <a:fillRect/>
                </a:stretch>
              </p:blipFill>
              <p:spPr>
                <a:xfrm>
                  <a:off x="4815591" y="1540265"/>
                  <a:ext cx="46440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38" name="Ink 37">
                  <a:extLst>
                    <a:ext uri="{FF2B5EF4-FFF2-40B4-BE49-F238E27FC236}">
                      <a16:creationId xmlns:a16="http://schemas.microsoft.com/office/drawing/2014/main" id="{FEE8F182-00A1-67B3-388C-A716E167578D}"/>
                    </a:ext>
                  </a:extLst>
                </p14:cNvPr>
                <p14:cNvContentPartPr/>
                <p14:nvPr/>
              </p14:nvContentPartPr>
              <p14:xfrm>
                <a:off x="1721751" y="4096985"/>
                <a:ext cx="543600" cy="480240"/>
              </p14:xfrm>
            </p:contentPart>
          </mc:Choice>
          <mc:Fallback xmlns="">
            <p:pic>
              <p:nvPicPr>
                <p:cNvPr id="38" name="Ink 37">
                  <a:extLst>
                    <a:ext uri="{FF2B5EF4-FFF2-40B4-BE49-F238E27FC236}">
                      <a16:creationId xmlns:a16="http://schemas.microsoft.com/office/drawing/2014/main" id="{FEE8F182-00A1-67B3-388C-A716E167578D}"/>
                    </a:ext>
                  </a:extLst>
                </p:cNvPr>
                <p:cNvPicPr/>
                <p:nvPr/>
              </p:nvPicPr>
              <p:blipFill>
                <a:blip r:embed="rId135"/>
                <a:stretch>
                  <a:fillRect/>
                </a:stretch>
              </p:blipFill>
              <p:spPr>
                <a:xfrm>
                  <a:off x="1712751" y="4088345"/>
                  <a:ext cx="561240" cy="4978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39" name="Ink 38">
                  <a:extLst>
                    <a:ext uri="{FF2B5EF4-FFF2-40B4-BE49-F238E27FC236}">
                      <a16:creationId xmlns:a16="http://schemas.microsoft.com/office/drawing/2014/main" id="{1AE52202-31F5-59BA-9B5B-AD711639FCA1}"/>
                    </a:ext>
                  </a:extLst>
                </p14:cNvPr>
                <p14:cNvContentPartPr/>
                <p14:nvPr/>
              </p14:nvContentPartPr>
              <p14:xfrm>
                <a:off x="2430231" y="4261505"/>
                <a:ext cx="190080" cy="170640"/>
              </p14:xfrm>
            </p:contentPart>
          </mc:Choice>
          <mc:Fallback xmlns="">
            <p:pic>
              <p:nvPicPr>
                <p:cNvPr id="39" name="Ink 38">
                  <a:extLst>
                    <a:ext uri="{FF2B5EF4-FFF2-40B4-BE49-F238E27FC236}">
                      <a16:creationId xmlns:a16="http://schemas.microsoft.com/office/drawing/2014/main" id="{1AE52202-31F5-59BA-9B5B-AD711639FCA1}"/>
                    </a:ext>
                  </a:extLst>
                </p:cNvPr>
                <p:cNvPicPr/>
                <p:nvPr/>
              </p:nvPicPr>
              <p:blipFill>
                <a:blip r:embed="rId137"/>
                <a:stretch>
                  <a:fillRect/>
                </a:stretch>
              </p:blipFill>
              <p:spPr>
                <a:xfrm>
                  <a:off x="2421591" y="4252505"/>
                  <a:ext cx="20772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40" name="Ink 39">
                  <a:extLst>
                    <a:ext uri="{FF2B5EF4-FFF2-40B4-BE49-F238E27FC236}">
                      <a16:creationId xmlns:a16="http://schemas.microsoft.com/office/drawing/2014/main" id="{F0703B40-F453-F778-8B55-A650E93FBB55}"/>
                    </a:ext>
                  </a:extLst>
                </p14:cNvPr>
                <p14:cNvContentPartPr/>
                <p14:nvPr/>
              </p14:nvContentPartPr>
              <p14:xfrm>
                <a:off x="2778351" y="4228025"/>
                <a:ext cx="202680" cy="186480"/>
              </p14:xfrm>
            </p:contentPart>
          </mc:Choice>
          <mc:Fallback xmlns="">
            <p:pic>
              <p:nvPicPr>
                <p:cNvPr id="40" name="Ink 39">
                  <a:extLst>
                    <a:ext uri="{FF2B5EF4-FFF2-40B4-BE49-F238E27FC236}">
                      <a16:creationId xmlns:a16="http://schemas.microsoft.com/office/drawing/2014/main" id="{F0703B40-F453-F778-8B55-A650E93FBB55}"/>
                    </a:ext>
                  </a:extLst>
                </p:cNvPr>
                <p:cNvPicPr/>
                <p:nvPr/>
              </p:nvPicPr>
              <p:blipFill>
                <a:blip r:embed="rId139"/>
                <a:stretch>
                  <a:fillRect/>
                </a:stretch>
              </p:blipFill>
              <p:spPr>
                <a:xfrm>
                  <a:off x="2769711" y="4219025"/>
                  <a:ext cx="22032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41" name="Ink 40">
                  <a:extLst>
                    <a:ext uri="{FF2B5EF4-FFF2-40B4-BE49-F238E27FC236}">
                      <a16:creationId xmlns:a16="http://schemas.microsoft.com/office/drawing/2014/main" id="{86248607-936F-718D-9D89-8C7FAB93BF1D}"/>
                    </a:ext>
                  </a:extLst>
                </p14:cNvPr>
                <p14:cNvContentPartPr/>
                <p14:nvPr/>
              </p14:nvContentPartPr>
              <p14:xfrm>
                <a:off x="3071391" y="4102025"/>
                <a:ext cx="5760" cy="204840"/>
              </p14:xfrm>
            </p:contentPart>
          </mc:Choice>
          <mc:Fallback xmlns="">
            <p:pic>
              <p:nvPicPr>
                <p:cNvPr id="41" name="Ink 40">
                  <a:extLst>
                    <a:ext uri="{FF2B5EF4-FFF2-40B4-BE49-F238E27FC236}">
                      <a16:creationId xmlns:a16="http://schemas.microsoft.com/office/drawing/2014/main" id="{86248607-936F-718D-9D89-8C7FAB93BF1D}"/>
                    </a:ext>
                  </a:extLst>
                </p:cNvPr>
                <p:cNvPicPr/>
                <p:nvPr/>
              </p:nvPicPr>
              <p:blipFill>
                <a:blip r:embed="rId141"/>
                <a:stretch>
                  <a:fillRect/>
                </a:stretch>
              </p:blipFill>
              <p:spPr>
                <a:xfrm>
                  <a:off x="3062751" y="4093025"/>
                  <a:ext cx="2340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42" name="Ink 41">
                  <a:extLst>
                    <a:ext uri="{FF2B5EF4-FFF2-40B4-BE49-F238E27FC236}">
                      <a16:creationId xmlns:a16="http://schemas.microsoft.com/office/drawing/2014/main" id="{6524B3C2-43E6-1CB2-2E16-945FBA86AE97}"/>
                    </a:ext>
                  </a:extLst>
                </p14:cNvPr>
                <p14:cNvContentPartPr/>
                <p14:nvPr/>
              </p14:nvContentPartPr>
              <p14:xfrm>
                <a:off x="3064191" y="4215065"/>
                <a:ext cx="191880" cy="167040"/>
              </p14:xfrm>
            </p:contentPart>
          </mc:Choice>
          <mc:Fallback xmlns="">
            <p:pic>
              <p:nvPicPr>
                <p:cNvPr id="42" name="Ink 41">
                  <a:extLst>
                    <a:ext uri="{FF2B5EF4-FFF2-40B4-BE49-F238E27FC236}">
                      <a16:creationId xmlns:a16="http://schemas.microsoft.com/office/drawing/2014/main" id="{6524B3C2-43E6-1CB2-2E16-945FBA86AE97}"/>
                    </a:ext>
                  </a:extLst>
                </p:cNvPr>
                <p:cNvPicPr/>
                <p:nvPr/>
              </p:nvPicPr>
              <p:blipFill>
                <a:blip r:embed="rId143"/>
                <a:stretch>
                  <a:fillRect/>
                </a:stretch>
              </p:blipFill>
              <p:spPr>
                <a:xfrm>
                  <a:off x="3055191" y="4206425"/>
                  <a:ext cx="20952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43" name="Ink 42">
                  <a:extLst>
                    <a:ext uri="{FF2B5EF4-FFF2-40B4-BE49-F238E27FC236}">
                      <a16:creationId xmlns:a16="http://schemas.microsoft.com/office/drawing/2014/main" id="{D50320B8-D8FC-D208-17C5-DD08012DD6A5}"/>
                    </a:ext>
                  </a:extLst>
                </p14:cNvPr>
                <p14:cNvContentPartPr/>
                <p14:nvPr/>
              </p14:nvContentPartPr>
              <p14:xfrm>
                <a:off x="3364071" y="4136585"/>
                <a:ext cx="48240" cy="270720"/>
              </p14:xfrm>
            </p:contentPart>
          </mc:Choice>
          <mc:Fallback xmlns="">
            <p:pic>
              <p:nvPicPr>
                <p:cNvPr id="43" name="Ink 42">
                  <a:extLst>
                    <a:ext uri="{FF2B5EF4-FFF2-40B4-BE49-F238E27FC236}">
                      <a16:creationId xmlns:a16="http://schemas.microsoft.com/office/drawing/2014/main" id="{D50320B8-D8FC-D208-17C5-DD08012DD6A5}"/>
                    </a:ext>
                  </a:extLst>
                </p:cNvPr>
                <p:cNvPicPr/>
                <p:nvPr/>
              </p:nvPicPr>
              <p:blipFill>
                <a:blip r:embed="rId145"/>
                <a:stretch>
                  <a:fillRect/>
                </a:stretch>
              </p:blipFill>
              <p:spPr>
                <a:xfrm>
                  <a:off x="3355431" y="4127585"/>
                  <a:ext cx="6588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44" name="Ink 43">
                  <a:extLst>
                    <a:ext uri="{FF2B5EF4-FFF2-40B4-BE49-F238E27FC236}">
                      <a16:creationId xmlns:a16="http://schemas.microsoft.com/office/drawing/2014/main" id="{8DB7161B-EDAE-CBCF-2023-E44BF4057AD3}"/>
                    </a:ext>
                  </a:extLst>
                </p14:cNvPr>
                <p14:cNvContentPartPr/>
                <p14:nvPr/>
              </p14:nvContentPartPr>
              <p14:xfrm>
                <a:off x="3505551" y="4288505"/>
                <a:ext cx="28440" cy="126000"/>
              </p14:xfrm>
            </p:contentPart>
          </mc:Choice>
          <mc:Fallback xmlns="">
            <p:pic>
              <p:nvPicPr>
                <p:cNvPr id="44" name="Ink 43">
                  <a:extLst>
                    <a:ext uri="{FF2B5EF4-FFF2-40B4-BE49-F238E27FC236}">
                      <a16:creationId xmlns:a16="http://schemas.microsoft.com/office/drawing/2014/main" id="{8DB7161B-EDAE-CBCF-2023-E44BF4057AD3}"/>
                    </a:ext>
                  </a:extLst>
                </p:cNvPr>
                <p:cNvPicPr/>
                <p:nvPr/>
              </p:nvPicPr>
              <p:blipFill>
                <a:blip r:embed="rId147"/>
                <a:stretch>
                  <a:fillRect/>
                </a:stretch>
              </p:blipFill>
              <p:spPr>
                <a:xfrm>
                  <a:off x="3496551" y="4279865"/>
                  <a:ext cx="4608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45" name="Ink 44">
                  <a:extLst>
                    <a:ext uri="{FF2B5EF4-FFF2-40B4-BE49-F238E27FC236}">
                      <a16:creationId xmlns:a16="http://schemas.microsoft.com/office/drawing/2014/main" id="{44D9D61C-B00B-66ED-5647-9163727E0671}"/>
                    </a:ext>
                  </a:extLst>
                </p14:cNvPr>
                <p14:cNvContentPartPr/>
                <p14:nvPr/>
              </p14:nvContentPartPr>
              <p14:xfrm>
                <a:off x="3579711" y="4169705"/>
                <a:ext cx="2160" cy="3240"/>
              </p14:xfrm>
            </p:contentPart>
          </mc:Choice>
          <mc:Fallback xmlns="">
            <p:pic>
              <p:nvPicPr>
                <p:cNvPr id="45" name="Ink 44">
                  <a:extLst>
                    <a:ext uri="{FF2B5EF4-FFF2-40B4-BE49-F238E27FC236}">
                      <a16:creationId xmlns:a16="http://schemas.microsoft.com/office/drawing/2014/main" id="{44D9D61C-B00B-66ED-5647-9163727E0671}"/>
                    </a:ext>
                  </a:extLst>
                </p:cNvPr>
                <p:cNvPicPr/>
                <p:nvPr/>
              </p:nvPicPr>
              <p:blipFill>
                <a:blip r:embed="rId149"/>
                <a:stretch>
                  <a:fillRect/>
                </a:stretch>
              </p:blipFill>
              <p:spPr>
                <a:xfrm>
                  <a:off x="3571071" y="4161065"/>
                  <a:ext cx="198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46" name="Ink 45">
                  <a:extLst>
                    <a:ext uri="{FF2B5EF4-FFF2-40B4-BE49-F238E27FC236}">
                      <a16:creationId xmlns:a16="http://schemas.microsoft.com/office/drawing/2014/main" id="{CEB10534-EEB3-D3F6-D3F9-1A916A8730D2}"/>
                    </a:ext>
                  </a:extLst>
                </p14:cNvPr>
                <p14:cNvContentPartPr/>
                <p14:nvPr/>
              </p14:nvContentPartPr>
              <p14:xfrm>
                <a:off x="3668631" y="4253945"/>
                <a:ext cx="144000" cy="181080"/>
              </p14:xfrm>
            </p:contentPart>
          </mc:Choice>
          <mc:Fallback xmlns="">
            <p:pic>
              <p:nvPicPr>
                <p:cNvPr id="46" name="Ink 45">
                  <a:extLst>
                    <a:ext uri="{FF2B5EF4-FFF2-40B4-BE49-F238E27FC236}">
                      <a16:creationId xmlns:a16="http://schemas.microsoft.com/office/drawing/2014/main" id="{CEB10534-EEB3-D3F6-D3F9-1A916A8730D2}"/>
                    </a:ext>
                  </a:extLst>
                </p:cNvPr>
                <p:cNvPicPr/>
                <p:nvPr/>
              </p:nvPicPr>
              <p:blipFill>
                <a:blip r:embed="rId151"/>
                <a:stretch>
                  <a:fillRect/>
                </a:stretch>
              </p:blipFill>
              <p:spPr>
                <a:xfrm>
                  <a:off x="3659631" y="4245305"/>
                  <a:ext cx="1616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47" name="Ink 46">
                  <a:extLst>
                    <a:ext uri="{FF2B5EF4-FFF2-40B4-BE49-F238E27FC236}">
                      <a16:creationId xmlns:a16="http://schemas.microsoft.com/office/drawing/2014/main" id="{A0D1A21B-CE0D-2DDC-C1F6-53970BA8411D}"/>
                    </a:ext>
                  </a:extLst>
                </p14:cNvPr>
                <p14:cNvContentPartPr/>
                <p14:nvPr/>
              </p14:nvContentPartPr>
              <p14:xfrm>
                <a:off x="3809031" y="4156025"/>
                <a:ext cx="111960" cy="295560"/>
              </p14:xfrm>
            </p:contentPart>
          </mc:Choice>
          <mc:Fallback xmlns="">
            <p:pic>
              <p:nvPicPr>
                <p:cNvPr id="47" name="Ink 46">
                  <a:extLst>
                    <a:ext uri="{FF2B5EF4-FFF2-40B4-BE49-F238E27FC236}">
                      <a16:creationId xmlns:a16="http://schemas.microsoft.com/office/drawing/2014/main" id="{A0D1A21B-CE0D-2DDC-C1F6-53970BA8411D}"/>
                    </a:ext>
                  </a:extLst>
                </p:cNvPr>
                <p:cNvPicPr/>
                <p:nvPr/>
              </p:nvPicPr>
              <p:blipFill>
                <a:blip r:embed="rId153"/>
                <a:stretch>
                  <a:fillRect/>
                </a:stretch>
              </p:blipFill>
              <p:spPr>
                <a:xfrm>
                  <a:off x="3800031" y="4147385"/>
                  <a:ext cx="12960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48" name="Ink 47">
                  <a:extLst>
                    <a:ext uri="{FF2B5EF4-FFF2-40B4-BE49-F238E27FC236}">
                      <a16:creationId xmlns:a16="http://schemas.microsoft.com/office/drawing/2014/main" id="{98255CE0-868F-7344-19C8-CB2861ED6412}"/>
                    </a:ext>
                  </a:extLst>
                </p14:cNvPr>
                <p14:cNvContentPartPr/>
                <p14:nvPr/>
              </p14:nvContentPartPr>
              <p14:xfrm>
                <a:off x="3893631" y="4295345"/>
                <a:ext cx="44280" cy="44640"/>
              </p14:xfrm>
            </p:contentPart>
          </mc:Choice>
          <mc:Fallback xmlns="">
            <p:pic>
              <p:nvPicPr>
                <p:cNvPr id="48" name="Ink 47">
                  <a:extLst>
                    <a:ext uri="{FF2B5EF4-FFF2-40B4-BE49-F238E27FC236}">
                      <a16:creationId xmlns:a16="http://schemas.microsoft.com/office/drawing/2014/main" id="{98255CE0-868F-7344-19C8-CB2861ED6412}"/>
                    </a:ext>
                  </a:extLst>
                </p:cNvPr>
                <p:cNvPicPr/>
                <p:nvPr/>
              </p:nvPicPr>
              <p:blipFill>
                <a:blip r:embed="rId155"/>
                <a:stretch>
                  <a:fillRect/>
                </a:stretch>
              </p:blipFill>
              <p:spPr>
                <a:xfrm>
                  <a:off x="3884991" y="4286705"/>
                  <a:ext cx="6192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7" name="Ink 96">
                  <a:extLst>
                    <a:ext uri="{FF2B5EF4-FFF2-40B4-BE49-F238E27FC236}">
                      <a16:creationId xmlns:a16="http://schemas.microsoft.com/office/drawing/2014/main" id="{141FA93E-0503-E0B8-6AC5-973F30A39C5B}"/>
                    </a:ext>
                  </a:extLst>
                </p14:cNvPr>
                <p14:cNvContentPartPr/>
                <p14:nvPr/>
              </p14:nvContentPartPr>
              <p14:xfrm>
                <a:off x="678111" y="3774425"/>
                <a:ext cx="141480" cy="380160"/>
              </p14:xfrm>
            </p:contentPart>
          </mc:Choice>
          <mc:Fallback xmlns="">
            <p:pic>
              <p:nvPicPr>
                <p:cNvPr id="97" name="Ink 96">
                  <a:extLst>
                    <a:ext uri="{FF2B5EF4-FFF2-40B4-BE49-F238E27FC236}">
                      <a16:creationId xmlns:a16="http://schemas.microsoft.com/office/drawing/2014/main" id="{141FA93E-0503-E0B8-6AC5-973F30A39C5B}"/>
                    </a:ext>
                  </a:extLst>
                </p:cNvPr>
                <p:cNvPicPr/>
                <p:nvPr/>
              </p:nvPicPr>
              <p:blipFill>
                <a:blip r:embed="rId157"/>
                <a:stretch>
                  <a:fillRect/>
                </a:stretch>
              </p:blipFill>
              <p:spPr>
                <a:xfrm>
                  <a:off x="669111" y="3765425"/>
                  <a:ext cx="159120" cy="3978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8" name="Ink 97">
                  <a:extLst>
                    <a:ext uri="{FF2B5EF4-FFF2-40B4-BE49-F238E27FC236}">
                      <a16:creationId xmlns:a16="http://schemas.microsoft.com/office/drawing/2014/main" id="{B8A5363B-1B74-51D6-00CF-81D9BC34410C}"/>
                    </a:ext>
                  </a:extLst>
                </p14:cNvPr>
                <p14:cNvContentPartPr/>
                <p14:nvPr/>
              </p14:nvContentPartPr>
              <p14:xfrm>
                <a:off x="794751" y="3752825"/>
                <a:ext cx="184680" cy="408600"/>
              </p14:xfrm>
            </p:contentPart>
          </mc:Choice>
          <mc:Fallback xmlns="">
            <p:pic>
              <p:nvPicPr>
                <p:cNvPr id="98" name="Ink 97">
                  <a:extLst>
                    <a:ext uri="{FF2B5EF4-FFF2-40B4-BE49-F238E27FC236}">
                      <a16:creationId xmlns:a16="http://schemas.microsoft.com/office/drawing/2014/main" id="{B8A5363B-1B74-51D6-00CF-81D9BC34410C}"/>
                    </a:ext>
                  </a:extLst>
                </p:cNvPr>
                <p:cNvPicPr/>
                <p:nvPr/>
              </p:nvPicPr>
              <p:blipFill>
                <a:blip r:embed="rId159"/>
                <a:stretch>
                  <a:fillRect/>
                </a:stretch>
              </p:blipFill>
              <p:spPr>
                <a:xfrm>
                  <a:off x="786111" y="3744185"/>
                  <a:ext cx="202320" cy="4262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9" name="Ink 98">
                  <a:extLst>
                    <a:ext uri="{FF2B5EF4-FFF2-40B4-BE49-F238E27FC236}">
                      <a16:creationId xmlns:a16="http://schemas.microsoft.com/office/drawing/2014/main" id="{B0424241-D08D-B2FD-D37B-3BCC1600C904}"/>
                    </a:ext>
                  </a:extLst>
                </p14:cNvPr>
                <p14:cNvContentPartPr/>
                <p14:nvPr/>
              </p14:nvContentPartPr>
              <p14:xfrm>
                <a:off x="1015791" y="3631505"/>
                <a:ext cx="396360" cy="369720"/>
              </p14:xfrm>
            </p:contentPart>
          </mc:Choice>
          <mc:Fallback xmlns="">
            <p:pic>
              <p:nvPicPr>
                <p:cNvPr id="99" name="Ink 98">
                  <a:extLst>
                    <a:ext uri="{FF2B5EF4-FFF2-40B4-BE49-F238E27FC236}">
                      <a16:creationId xmlns:a16="http://schemas.microsoft.com/office/drawing/2014/main" id="{B0424241-D08D-B2FD-D37B-3BCC1600C904}"/>
                    </a:ext>
                  </a:extLst>
                </p:cNvPr>
                <p:cNvPicPr/>
                <p:nvPr/>
              </p:nvPicPr>
              <p:blipFill>
                <a:blip r:embed="rId161"/>
                <a:stretch>
                  <a:fillRect/>
                </a:stretch>
              </p:blipFill>
              <p:spPr>
                <a:xfrm>
                  <a:off x="1007151" y="3622505"/>
                  <a:ext cx="414000" cy="38736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00" name="Ink 99">
                  <a:extLst>
                    <a:ext uri="{FF2B5EF4-FFF2-40B4-BE49-F238E27FC236}">
                      <a16:creationId xmlns:a16="http://schemas.microsoft.com/office/drawing/2014/main" id="{176475BD-4DBA-FC6C-7A17-D992E0774AF2}"/>
                    </a:ext>
                  </a:extLst>
                </p14:cNvPr>
                <p14:cNvContentPartPr/>
                <p14:nvPr/>
              </p14:nvContentPartPr>
              <p14:xfrm>
                <a:off x="1436991" y="3665705"/>
                <a:ext cx="94680" cy="234360"/>
              </p14:xfrm>
            </p:contentPart>
          </mc:Choice>
          <mc:Fallback xmlns="">
            <p:pic>
              <p:nvPicPr>
                <p:cNvPr id="100" name="Ink 99">
                  <a:extLst>
                    <a:ext uri="{FF2B5EF4-FFF2-40B4-BE49-F238E27FC236}">
                      <a16:creationId xmlns:a16="http://schemas.microsoft.com/office/drawing/2014/main" id="{176475BD-4DBA-FC6C-7A17-D992E0774AF2}"/>
                    </a:ext>
                  </a:extLst>
                </p:cNvPr>
                <p:cNvPicPr/>
                <p:nvPr/>
              </p:nvPicPr>
              <p:blipFill>
                <a:blip r:embed="rId163"/>
                <a:stretch>
                  <a:fillRect/>
                </a:stretch>
              </p:blipFill>
              <p:spPr>
                <a:xfrm>
                  <a:off x="1427991" y="3656705"/>
                  <a:ext cx="11232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01" name="Ink 100">
                  <a:extLst>
                    <a:ext uri="{FF2B5EF4-FFF2-40B4-BE49-F238E27FC236}">
                      <a16:creationId xmlns:a16="http://schemas.microsoft.com/office/drawing/2014/main" id="{FD593917-4501-E734-1B8B-CE75A57AD9DB}"/>
                    </a:ext>
                  </a:extLst>
                </p14:cNvPr>
                <p14:cNvContentPartPr/>
                <p14:nvPr/>
              </p14:nvContentPartPr>
              <p14:xfrm>
                <a:off x="1295871" y="3689105"/>
                <a:ext cx="348480" cy="171000"/>
              </p14:xfrm>
            </p:contentPart>
          </mc:Choice>
          <mc:Fallback xmlns="">
            <p:pic>
              <p:nvPicPr>
                <p:cNvPr id="101" name="Ink 100">
                  <a:extLst>
                    <a:ext uri="{FF2B5EF4-FFF2-40B4-BE49-F238E27FC236}">
                      <a16:creationId xmlns:a16="http://schemas.microsoft.com/office/drawing/2014/main" id="{FD593917-4501-E734-1B8B-CE75A57AD9DB}"/>
                    </a:ext>
                  </a:extLst>
                </p:cNvPr>
                <p:cNvPicPr/>
                <p:nvPr/>
              </p:nvPicPr>
              <p:blipFill>
                <a:blip r:embed="rId165"/>
                <a:stretch>
                  <a:fillRect/>
                </a:stretch>
              </p:blipFill>
              <p:spPr>
                <a:xfrm>
                  <a:off x="1286871" y="3680465"/>
                  <a:ext cx="36612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2" name="Ink 101">
                  <a:extLst>
                    <a:ext uri="{FF2B5EF4-FFF2-40B4-BE49-F238E27FC236}">
                      <a16:creationId xmlns:a16="http://schemas.microsoft.com/office/drawing/2014/main" id="{F0F2DE2F-1182-5CBA-B362-55AB4FB3BF83}"/>
                    </a:ext>
                  </a:extLst>
                </p14:cNvPr>
                <p14:cNvContentPartPr/>
                <p14:nvPr/>
              </p14:nvContentPartPr>
              <p14:xfrm>
                <a:off x="1728951" y="3655985"/>
                <a:ext cx="120240" cy="144720"/>
              </p14:xfrm>
            </p:contentPart>
          </mc:Choice>
          <mc:Fallback xmlns="">
            <p:pic>
              <p:nvPicPr>
                <p:cNvPr id="102" name="Ink 101">
                  <a:extLst>
                    <a:ext uri="{FF2B5EF4-FFF2-40B4-BE49-F238E27FC236}">
                      <a16:creationId xmlns:a16="http://schemas.microsoft.com/office/drawing/2014/main" id="{F0F2DE2F-1182-5CBA-B362-55AB4FB3BF83}"/>
                    </a:ext>
                  </a:extLst>
                </p:cNvPr>
                <p:cNvPicPr/>
                <p:nvPr/>
              </p:nvPicPr>
              <p:blipFill>
                <a:blip r:embed="rId167"/>
                <a:stretch>
                  <a:fillRect/>
                </a:stretch>
              </p:blipFill>
              <p:spPr>
                <a:xfrm>
                  <a:off x="1720311" y="3647345"/>
                  <a:ext cx="13788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03" name="Ink 102">
                  <a:extLst>
                    <a:ext uri="{FF2B5EF4-FFF2-40B4-BE49-F238E27FC236}">
                      <a16:creationId xmlns:a16="http://schemas.microsoft.com/office/drawing/2014/main" id="{2A7C4A00-F85C-B812-0246-6340F76EC8BF}"/>
                    </a:ext>
                  </a:extLst>
                </p14:cNvPr>
                <p14:cNvContentPartPr/>
                <p14:nvPr/>
              </p14:nvContentPartPr>
              <p14:xfrm>
                <a:off x="1919391" y="3635105"/>
                <a:ext cx="174240" cy="157320"/>
              </p14:xfrm>
            </p:contentPart>
          </mc:Choice>
          <mc:Fallback xmlns="">
            <p:pic>
              <p:nvPicPr>
                <p:cNvPr id="103" name="Ink 102">
                  <a:extLst>
                    <a:ext uri="{FF2B5EF4-FFF2-40B4-BE49-F238E27FC236}">
                      <a16:creationId xmlns:a16="http://schemas.microsoft.com/office/drawing/2014/main" id="{2A7C4A00-F85C-B812-0246-6340F76EC8BF}"/>
                    </a:ext>
                  </a:extLst>
                </p:cNvPr>
                <p:cNvPicPr/>
                <p:nvPr/>
              </p:nvPicPr>
              <p:blipFill>
                <a:blip r:embed="rId169"/>
                <a:stretch>
                  <a:fillRect/>
                </a:stretch>
              </p:blipFill>
              <p:spPr>
                <a:xfrm>
                  <a:off x="1910751" y="3626105"/>
                  <a:ext cx="1918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04" name="Ink 103">
                  <a:extLst>
                    <a:ext uri="{FF2B5EF4-FFF2-40B4-BE49-F238E27FC236}">
                      <a16:creationId xmlns:a16="http://schemas.microsoft.com/office/drawing/2014/main" id="{51E7349F-D895-F211-FD0E-666868E911AF}"/>
                    </a:ext>
                  </a:extLst>
                </p14:cNvPr>
                <p14:cNvContentPartPr/>
                <p14:nvPr/>
              </p14:nvContentPartPr>
              <p14:xfrm>
                <a:off x="2111631" y="3542945"/>
                <a:ext cx="183960" cy="335160"/>
              </p14:xfrm>
            </p:contentPart>
          </mc:Choice>
          <mc:Fallback xmlns="">
            <p:pic>
              <p:nvPicPr>
                <p:cNvPr id="104" name="Ink 103">
                  <a:extLst>
                    <a:ext uri="{FF2B5EF4-FFF2-40B4-BE49-F238E27FC236}">
                      <a16:creationId xmlns:a16="http://schemas.microsoft.com/office/drawing/2014/main" id="{51E7349F-D895-F211-FD0E-666868E911AF}"/>
                    </a:ext>
                  </a:extLst>
                </p:cNvPr>
                <p:cNvPicPr/>
                <p:nvPr/>
              </p:nvPicPr>
              <p:blipFill>
                <a:blip r:embed="rId171"/>
                <a:stretch>
                  <a:fillRect/>
                </a:stretch>
              </p:blipFill>
              <p:spPr>
                <a:xfrm>
                  <a:off x="2102991" y="3534305"/>
                  <a:ext cx="20160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06" name="Ink 105">
                  <a:extLst>
                    <a:ext uri="{FF2B5EF4-FFF2-40B4-BE49-F238E27FC236}">
                      <a16:creationId xmlns:a16="http://schemas.microsoft.com/office/drawing/2014/main" id="{3AE54B8D-71EE-FBA1-0203-B49F5C9BA5E4}"/>
                    </a:ext>
                  </a:extLst>
                </p14:cNvPr>
                <p14:cNvContentPartPr/>
                <p14:nvPr/>
              </p14:nvContentPartPr>
              <p14:xfrm>
                <a:off x="1136031" y="1427225"/>
                <a:ext cx="41040" cy="169200"/>
              </p14:xfrm>
            </p:contentPart>
          </mc:Choice>
          <mc:Fallback xmlns="">
            <p:pic>
              <p:nvPicPr>
                <p:cNvPr id="106" name="Ink 105">
                  <a:extLst>
                    <a:ext uri="{FF2B5EF4-FFF2-40B4-BE49-F238E27FC236}">
                      <a16:creationId xmlns:a16="http://schemas.microsoft.com/office/drawing/2014/main" id="{3AE54B8D-71EE-FBA1-0203-B49F5C9BA5E4}"/>
                    </a:ext>
                  </a:extLst>
                </p:cNvPr>
                <p:cNvPicPr/>
                <p:nvPr/>
              </p:nvPicPr>
              <p:blipFill>
                <a:blip r:embed="rId173"/>
                <a:stretch>
                  <a:fillRect/>
                </a:stretch>
              </p:blipFill>
              <p:spPr>
                <a:xfrm>
                  <a:off x="1127031" y="1418585"/>
                  <a:ext cx="5868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07" name="Ink 106">
                  <a:extLst>
                    <a:ext uri="{FF2B5EF4-FFF2-40B4-BE49-F238E27FC236}">
                      <a16:creationId xmlns:a16="http://schemas.microsoft.com/office/drawing/2014/main" id="{CA612DB8-636A-F04F-71F9-CA3D565AC239}"/>
                    </a:ext>
                  </a:extLst>
                </p14:cNvPr>
                <p14:cNvContentPartPr/>
                <p14:nvPr/>
              </p14:nvContentPartPr>
              <p14:xfrm>
                <a:off x="1166271" y="1282505"/>
                <a:ext cx="1573200" cy="249840"/>
              </p14:xfrm>
            </p:contentPart>
          </mc:Choice>
          <mc:Fallback xmlns="">
            <p:pic>
              <p:nvPicPr>
                <p:cNvPr id="107" name="Ink 106">
                  <a:extLst>
                    <a:ext uri="{FF2B5EF4-FFF2-40B4-BE49-F238E27FC236}">
                      <a16:creationId xmlns:a16="http://schemas.microsoft.com/office/drawing/2014/main" id="{CA612DB8-636A-F04F-71F9-CA3D565AC239}"/>
                    </a:ext>
                  </a:extLst>
                </p:cNvPr>
                <p:cNvPicPr/>
                <p:nvPr/>
              </p:nvPicPr>
              <p:blipFill>
                <a:blip r:embed="rId175"/>
                <a:stretch>
                  <a:fillRect/>
                </a:stretch>
              </p:blipFill>
              <p:spPr>
                <a:xfrm>
                  <a:off x="1157271" y="1273505"/>
                  <a:ext cx="159084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08" name="Ink 107">
                  <a:extLst>
                    <a:ext uri="{FF2B5EF4-FFF2-40B4-BE49-F238E27FC236}">
                      <a16:creationId xmlns:a16="http://schemas.microsoft.com/office/drawing/2014/main" id="{AC662B46-C32F-77C7-6233-822C6270ED9D}"/>
                    </a:ext>
                  </a:extLst>
                </p14:cNvPr>
                <p14:cNvContentPartPr/>
                <p14:nvPr/>
              </p14:nvContentPartPr>
              <p14:xfrm>
                <a:off x="2399991" y="1345865"/>
                <a:ext cx="79920" cy="73440"/>
              </p14:xfrm>
            </p:contentPart>
          </mc:Choice>
          <mc:Fallback xmlns="">
            <p:pic>
              <p:nvPicPr>
                <p:cNvPr id="108" name="Ink 107">
                  <a:extLst>
                    <a:ext uri="{FF2B5EF4-FFF2-40B4-BE49-F238E27FC236}">
                      <a16:creationId xmlns:a16="http://schemas.microsoft.com/office/drawing/2014/main" id="{AC662B46-C32F-77C7-6233-822C6270ED9D}"/>
                    </a:ext>
                  </a:extLst>
                </p:cNvPr>
                <p:cNvPicPr/>
                <p:nvPr/>
              </p:nvPicPr>
              <p:blipFill>
                <a:blip r:embed="rId177"/>
                <a:stretch>
                  <a:fillRect/>
                </a:stretch>
              </p:blipFill>
              <p:spPr>
                <a:xfrm>
                  <a:off x="2391351" y="1336865"/>
                  <a:ext cx="9756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09" name="Ink 108">
                  <a:extLst>
                    <a:ext uri="{FF2B5EF4-FFF2-40B4-BE49-F238E27FC236}">
                      <a16:creationId xmlns:a16="http://schemas.microsoft.com/office/drawing/2014/main" id="{D8DECFCD-BFF2-DF8E-8012-CC850D04F367}"/>
                    </a:ext>
                  </a:extLst>
                </p14:cNvPr>
                <p14:cNvContentPartPr/>
                <p14:nvPr/>
              </p14:nvContentPartPr>
              <p14:xfrm>
                <a:off x="2495391" y="1378985"/>
                <a:ext cx="101520" cy="104760"/>
              </p14:xfrm>
            </p:contentPart>
          </mc:Choice>
          <mc:Fallback xmlns="">
            <p:pic>
              <p:nvPicPr>
                <p:cNvPr id="109" name="Ink 108">
                  <a:extLst>
                    <a:ext uri="{FF2B5EF4-FFF2-40B4-BE49-F238E27FC236}">
                      <a16:creationId xmlns:a16="http://schemas.microsoft.com/office/drawing/2014/main" id="{D8DECFCD-BFF2-DF8E-8012-CC850D04F367}"/>
                    </a:ext>
                  </a:extLst>
                </p:cNvPr>
                <p:cNvPicPr/>
                <p:nvPr/>
              </p:nvPicPr>
              <p:blipFill>
                <a:blip r:embed="rId179"/>
                <a:stretch>
                  <a:fillRect/>
                </a:stretch>
              </p:blipFill>
              <p:spPr>
                <a:xfrm>
                  <a:off x="2486751" y="1369985"/>
                  <a:ext cx="1191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1" name="Ink 110">
                  <a:extLst>
                    <a:ext uri="{FF2B5EF4-FFF2-40B4-BE49-F238E27FC236}">
                      <a16:creationId xmlns:a16="http://schemas.microsoft.com/office/drawing/2014/main" id="{5FB93682-0F66-E7AA-0ACE-1E0F7B86B9DE}"/>
                    </a:ext>
                  </a:extLst>
                </p14:cNvPr>
                <p14:cNvContentPartPr/>
                <p14:nvPr/>
              </p14:nvContentPartPr>
              <p14:xfrm>
                <a:off x="2904351" y="2308865"/>
                <a:ext cx="149760" cy="191880"/>
              </p14:xfrm>
            </p:contentPart>
          </mc:Choice>
          <mc:Fallback xmlns="">
            <p:pic>
              <p:nvPicPr>
                <p:cNvPr id="111" name="Ink 110">
                  <a:extLst>
                    <a:ext uri="{FF2B5EF4-FFF2-40B4-BE49-F238E27FC236}">
                      <a16:creationId xmlns:a16="http://schemas.microsoft.com/office/drawing/2014/main" id="{5FB93682-0F66-E7AA-0ACE-1E0F7B86B9DE}"/>
                    </a:ext>
                  </a:extLst>
                </p:cNvPr>
                <p:cNvPicPr/>
                <p:nvPr/>
              </p:nvPicPr>
              <p:blipFill>
                <a:blip r:embed="rId181"/>
                <a:stretch>
                  <a:fillRect/>
                </a:stretch>
              </p:blipFill>
              <p:spPr>
                <a:xfrm>
                  <a:off x="2895351" y="2300225"/>
                  <a:ext cx="16740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12" name="Ink 111">
                  <a:extLst>
                    <a:ext uri="{FF2B5EF4-FFF2-40B4-BE49-F238E27FC236}">
                      <a16:creationId xmlns:a16="http://schemas.microsoft.com/office/drawing/2014/main" id="{CAAFEF0C-419B-32E1-FC79-7B4B7DD6FE67}"/>
                    </a:ext>
                  </a:extLst>
                </p14:cNvPr>
                <p14:cNvContentPartPr/>
                <p14:nvPr/>
              </p14:nvContentPartPr>
              <p14:xfrm>
                <a:off x="3092991" y="2389145"/>
                <a:ext cx="204840" cy="120240"/>
              </p14:xfrm>
            </p:contentPart>
          </mc:Choice>
          <mc:Fallback xmlns="">
            <p:pic>
              <p:nvPicPr>
                <p:cNvPr id="112" name="Ink 111">
                  <a:extLst>
                    <a:ext uri="{FF2B5EF4-FFF2-40B4-BE49-F238E27FC236}">
                      <a16:creationId xmlns:a16="http://schemas.microsoft.com/office/drawing/2014/main" id="{CAAFEF0C-419B-32E1-FC79-7B4B7DD6FE67}"/>
                    </a:ext>
                  </a:extLst>
                </p:cNvPr>
                <p:cNvPicPr/>
                <p:nvPr/>
              </p:nvPicPr>
              <p:blipFill>
                <a:blip r:embed="rId183"/>
                <a:stretch>
                  <a:fillRect/>
                </a:stretch>
              </p:blipFill>
              <p:spPr>
                <a:xfrm>
                  <a:off x="3083991" y="2380505"/>
                  <a:ext cx="22248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3" name="Ink 112">
                  <a:extLst>
                    <a:ext uri="{FF2B5EF4-FFF2-40B4-BE49-F238E27FC236}">
                      <a16:creationId xmlns:a16="http://schemas.microsoft.com/office/drawing/2014/main" id="{124ECF43-65F1-DB3D-279A-88F065D1A71C}"/>
                    </a:ext>
                  </a:extLst>
                </p14:cNvPr>
                <p14:cNvContentPartPr/>
                <p14:nvPr/>
              </p14:nvContentPartPr>
              <p14:xfrm>
                <a:off x="3286311" y="2346305"/>
                <a:ext cx="17640" cy="38160"/>
              </p14:xfrm>
            </p:contentPart>
          </mc:Choice>
          <mc:Fallback xmlns="">
            <p:pic>
              <p:nvPicPr>
                <p:cNvPr id="113" name="Ink 112">
                  <a:extLst>
                    <a:ext uri="{FF2B5EF4-FFF2-40B4-BE49-F238E27FC236}">
                      <a16:creationId xmlns:a16="http://schemas.microsoft.com/office/drawing/2014/main" id="{124ECF43-65F1-DB3D-279A-88F065D1A71C}"/>
                    </a:ext>
                  </a:extLst>
                </p:cNvPr>
                <p:cNvPicPr/>
                <p:nvPr/>
              </p:nvPicPr>
              <p:blipFill>
                <a:blip r:embed="rId185"/>
                <a:stretch>
                  <a:fillRect/>
                </a:stretch>
              </p:blipFill>
              <p:spPr>
                <a:xfrm>
                  <a:off x="3277671" y="2337305"/>
                  <a:ext cx="3528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4" name="Ink 113">
                  <a:extLst>
                    <a:ext uri="{FF2B5EF4-FFF2-40B4-BE49-F238E27FC236}">
                      <a16:creationId xmlns:a16="http://schemas.microsoft.com/office/drawing/2014/main" id="{51FDD87F-75EC-BBF6-C738-7F85FC1AFAEE}"/>
                    </a:ext>
                  </a:extLst>
                </p14:cNvPr>
                <p14:cNvContentPartPr/>
                <p14:nvPr/>
              </p14:nvContentPartPr>
              <p14:xfrm>
                <a:off x="3303591" y="2336585"/>
                <a:ext cx="74880" cy="167760"/>
              </p14:xfrm>
            </p:contentPart>
          </mc:Choice>
          <mc:Fallback xmlns="">
            <p:pic>
              <p:nvPicPr>
                <p:cNvPr id="114" name="Ink 113">
                  <a:extLst>
                    <a:ext uri="{FF2B5EF4-FFF2-40B4-BE49-F238E27FC236}">
                      <a16:creationId xmlns:a16="http://schemas.microsoft.com/office/drawing/2014/main" id="{51FDD87F-75EC-BBF6-C738-7F85FC1AFAEE}"/>
                    </a:ext>
                  </a:extLst>
                </p:cNvPr>
                <p:cNvPicPr/>
                <p:nvPr/>
              </p:nvPicPr>
              <p:blipFill>
                <a:blip r:embed="rId187"/>
                <a:stretch>
                  <a:fillRect/>
                </a:stretch>
              </p:blipFill>
              <p:spPr>
                <a:xfrm>
                  <a:off x="3294951" y="2327945"/>
                  <a:ext cx="925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5" name="Ink 114">
                  <a:extLst>
                    <a:ext uri="{FF2B5EF4-FFF2-40B4-BE49-F238E27FC236}">
                      <a16:creationId xmlns:a16="http://schemas.microsoft.com/office/drawing/2014/main" id="{D40C7E95-6647-35C8-A568-8B5E31CF4166}"/>
                    </a:ext>
                  </a:extLst>
                </p14:cNvPr>
                <p14:cNvContentPartPr/>
                <p14:nvPr/>
              </p14:nvContentPartPr>
              <p14:xfrm>
                <a:off x="3421671" y="2342705"/>
                <a:ext cx="53640" cy="157320"/>
              </p14:xfrm>
            </p:contentPart>
          </mc:Choice>
          <mc:Fallback xmlns="">
            <p:pic>
              <p:nvPicPr>
                <p:cNvPr id="115" name="Ink 114">
                  <a:extLst>
                    <a:ext uri="{FF2B5EF4-FFF2-40B4-BE49-F238E27FC236}">
                      <a16:creationId xmlns:a16="http://schemas.microsoft.com/office/drawing/2014/main" id="{D40C7E95-6647-35C8-A568-8B5E31CF4166}"/>
                    </a:ext>
                  </a:extLst>
                </p:cNvPr>
                <p:cNvPicPr/>
                <p:nvPr/>
              </p:nvPicPr>
              <p:blipFill>
                <a:blip r:embed="rId189"/>
                <a:stretch>
                  <a:fillRect/>
                </a:stretch>
              </p:blipFill>
              <p:spPr>
                <a:xfrm>
                  <a:off x="3413031" y="2334065"/>
                  <a:ext cx="712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16" name="Ink 115">
                  <a:extLst>
                    <a:ext uri="{FF2B5EF4-FFF2-40B4-BE49-F238E27FC236}">
                      <a16:creationId xmlns:a16="http://schemas.microsoft.com/office/drawing/2014/main" id="{0F3C0102-AE03-D588-4427-E5F438870D94}"/>
                    </a:ext>
                  </a:extLst>
                </p14:cNvPr>
                <p14:cNvContentPartPr/>
                <p14:nvPr/>
              </p14:nvContentPartPr>
              <p14:xfrm>
                <a:off x="3087591" y="2568425"/>
                <a:ext cx="144000" cy="209160"/>
              </p14:xfrm>
            </p:contentPart>
          </mc:Choice>
          <mc:Fallback xmlns="">
            <p:pic>
              <p:nvPicPr>
                <p:cNvPr id="116" name="Ink 115">
                  <a:extLst>
                    <a:ext uri="{FF2B5EF4-FFF2-40B4-BE49-F238E27FC236}">
                      <a16:creationId xmlns:a16="http://schemas.microsoft.com/office/drawing/2014/main" id="{0F3C0102-AE03-D588-4427-E5F438870D94}"/>
                    </a:ext>
                  </a:extLst>
                </p:cNvPr>
                <p:cNvPicPr/>
                <p:nvPr/>
              </p:nvPicPr>
              <p:blipFill>
                <a:blip r:embed="rId191"/>
                <a:stretch>
                  <a:fillRect/>
                </a:stretch>
              </p:blipFill>
              <p:spPr>
                <a:xfrm>
                  <a:off x="3078591" y="2559785"/>
                  <a:ext cx="16164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17" name="Ink 116">
                  <a:extLst>
                    <a:ext uri="{FF2B5EF4-FFF2-40B4-BE49-F238E27FC236}">
                      <a16:creationId xmlns:a16="http://schemas.microsoft.com/office/drawing/2014/main" id="{73DCF2CE-C09E-2F3A-B6DD-14743EFAC2B9}"/>
                    </a:ext>
                  </a:extLst>
                </p14:cNvPr>
                <p14:cNvContentPartPr/>
                <p14:nvPr/>
              </p14:nvContentPartPr>
              <p14:xfrm>
                <a:off x="3297471" y="2616665"/>
                <a:ext cx="230400" cy="123120"/>
              </p14:xfrm>
            </p:contentPart>
          </mc:Choice>
          <mc:Fallback xmlns="">
            <p:pic>
              <p:nvPicPr>
                <p:cNvPr id="117" name="Ink 116">
                  <a:extLst>
                    <a:ext uri="{FF2B5EF4-FFF2-40B4-BE49-F238E27FC236}">
                      <a16:creationId xmlns:a16="http://schemas.microsoft.com/office/drawing/2014/main" id="{73DCF2CE-C09E-2F3A-B6DD-14743EFAC2B9}"/>
                    </a:ext>
                  </a:extLst>
                </p:cNvPr>
                <p:cNvPicPr/>
                <p:nvPr/>
              </p:nvPicPr>
              <p:blipFill>
                <a:blip r:embed="rId193"/>
                <a:stretch>
                  <a:fillRect/>
                </a:stretch>
              </p:blipFill>
              <p:spPr>
                <a:xfrm>
                  <a:off x="3288831" y="2608025"/>
                  <a:ext cx="2480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18" name="Ink 117">
                  <a:extLst>
                    <a:ext uri="{FF2B5EF4-FFF2-40B4-BE49-F238E27FC236}">
                      <a16:creationId xmlns:a16="http://schemas.microsoft.com/office/drawing/2014/main" id="{1708CF1A-CE48-175E-5038-E971C92D1831}"/>
                    </a:ext>
                  </a:extLst>
                </p14:cNvPr>
                <p14:cNvContentPartPr/>
                <p14:nvPr/>
              </p14:nvContentPartPr>
              <p14:xfrm>
                <a:off x="3484671" y="2597945"/>
                <a:ext cx="210960" cy="150480"/>
              </p14:xfrm>
            </p:contentPart>
          </mc:Choice>
          <mc:Fallback xmlns="">
            <p:pic>
              <p:nvPicPr>
                <p:cNvPr id="118" name="Ink 117">
                  <a:extLst>
                    <a:ext uri="{FF2B5EF4-FFF2-40B4-BE49-F238E27FC236}">
                      <a16:creationId xmlns:a16="http://schemas.microsoft.com/office/drawing/2014/main" id="{1708CF1A-CE48-175E-5038-E971C92D1831}"/>
                    </a:ext>
                  </a:extLst>
                </p:cNvPr>
                <p:cNvPicPr/>
                <p:nvPr/>
              </p:nvPicPr>
              <p:blipFill>
                <a:blip r:embed="rId195"/>
                <a:stretch>
                  <a:fillRect/>
                </a:stretch>
              </p:blipFill>
              <p:spPr>
                <a:xfrm>
                  <a:off x="3476031" y="2588945"/>
                  <a:ext cx="228600" cy="168120"/>
                </a:xfrm>
                <a:prstGeom prst="rect">
                  <a:avLst/>
                </a:prstGeom>
              </p:spPr>
            </p:pic>
          </mc:Fallback>
        </mc:AlternateContent>
      </p:grpSp>
      <p:grpSp>
        <p:nvGrpSpPr>
          <p:cNvPr id="125" name="Group 124">
            <a:extLst>
              <a:ext uri="{FF2B5EF4-FFF2-40B4-BE49-F238E27FC236}">
                <a16:creationId xmlns:a16="http://schemas.microsoft.com/office/drawing/2014/main" id="{E6312F4F-914C-C4AB-9408-BDBFA1C63D4F}"/>
              </a:ext>
            </a:extLst>
          </p:cNvPr>
          <p:cNvGrpSpPr/>
          <p:nvPr/>
        </p:nvGrpSpPr>
        <p:grpSpPr>
          <a:xfrm>
            <a:off x="5130591" y="1719545"/>
            <a:ext cx="1105200" cy="383760"/>
            <a:chOff x="5130591" y="1719545"/>
            <a:chExt cx="1105200" cy="383760"/>
          </a:xfrm>
        </p:grpSpPr>
        <mc:AlternateContent xmlns:mc="http://schemas.openxmlformats.org/markup-compatibility/2006" xmlns:p14="http://schemas.microsoft.com/office/powerpoint/2010/main">
          <mc:Choice Requires="p14">
            <p:contentPart p14:bwMode="auto" r:id="rId196">
              <p14:nvContentPartPr>
                <p14:cNvPr id="120" name="Ink 119">
                  <a:extLst>
                    <a:ext uri="{FF2B5EF4-FFF2-40B4-BE49-F238E27FC236}">
                      <a16:creationId xmlns:a16="http://schemas.microsoft.com/office/drawing/2014/main" id="{7F9874FA-B029-6771-B572-E1F484F7F2FF}"/>
                    </a:ext>
                  </a:extLst>
                </p14:cNvPr>
                <p14:cNvContentPartPr/>
                <p14:nvPr/>
              </p14:nvContentPartPr>
              <p14:xfrm>
                <a:off x="5256591" y="1719545"/>
                <a:ext cx="195840" cy="317160"/>
              </p14:xfrm>
            </p:contentPart>
          </mc:Choice>
          <mc:Fallback xmlns="">
            <p:pic>
              <p:nvPicPr>
                <p:cNvPr id="120" name="Ink 119">
                  <a:extLst>
                    <a:ext uri="{FF2B5EF4-FFF2-40B4-BE49-F238E27FC236}">
                      <a16:creationId xmlns:a16="http://schemas.microsoft.com/office/drawing/2014/main" id="{7F9874FA-B029-6771-B572-E1F484F7F2FF}"/>
                    </a:ext>
                  </a:extLst>
                </p:cNvPr>
                <p:cNvPicPr/>
                <p:nvPr/>
              </p:nvPicPr>
              <p:blipFill>
                <a:blip r:embed="rId197"/>
                <a:stretch>
                  <a:fillRect/>
                </a:stretch>
              </p:blipFill>
              <p:spPr>
                <a:xfrm>
                  <a:off x="5247591" y="1710905"/>
                  <a:ext cx="21348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1" name="Ink 120">
                  <a:extLst>
                    <a:ext uri="{FF2B5EF4-FFF2-40B4-BE49-F238E27FC236}">
                      <a16:creationId xmlns:a16="http://schemas.microsoft.com/office/drawing/2014/main" id="{3D85EDC0-757E-D31D-22DA-DE30FF1385C6}"/>
                    </a:ext>
                  </a:extLst>
                </p14:cNvPr>
                <p14:cNvContentPartPr/>
                <p14:nvPr/>
              </p14:nvContentPartPr>
              <p14:xfrm>
                <a:off x="5464311" y="1897745"/>
                <a:ext cx="109800" cy="146160"/>
              </p14:xfrm>
            </p:contentPart>
          </mc:Choice>
          <mc:Fallback xmlns="">
            <p:pic>
              <p:nvPicPr>
                <p:cNvPr id="121" name="Ink 120">
                  <a:extLst>
                    <a:ext uri="{FF2B5EF4-FFF2-40B4-BE49-F238E27FC236}">
                      <a16:creationId xmlns:a16="http://schemas.microsoft.com/office/drawing/2014/main" id="{3D85EDC0-757E-D31D-22DA-DE30FF1385C6}"/>
                    </a:ext>
                  </a:extLst>
                </p:cNvPr>
                <p:cNvPicPr/>
                <p:nvPr/>
              </p:nvPicPr>
              <p:blipFill>
                <a:blip r:embed="rId199"/>
                <a:stretch>
                  <a:fillRect/>
                </a:stretch>
              </p:blipFill>
              <p:spPr>
                <a:xfrm>
                  <a:off x="5455311" y="1888745"/>
                  <a:ext cx="12744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2" name="Ink 121">
                  <a:extLst>
                    <a:ext uri="{FF2B5EF4-FFF2-40B4-BE49-F238E27FC236}">
                      <a16:creationId xmlns:a16="http://schemas.microsoft.com/office/drawing/2014/main" id="{5960741F-CFD1-BCFD-EC4E-B13D5B284DE9}"/>
                    </a:ext>
                  </a:extLst>
                </p14:cNvPr>
                <p14:cNvContentPartPr/>
                <p14:nvPr/>
              </p14:nvContentPartPr>
              <p14:xfrm>
                <a:off x="5609751" y="1818545"/>
                <a:ext cx="507960" cy="239400"/>
              </p14:xfrm>
            </p:contentPart>
          </mc:Choice>
          <mc:Fallback xmlns="">
            <p:pic>
              <p:nvPicPr>
                <p:cNvPr id="122" name="Ink 121">
                  <a:extLst>
                    <a:ext uri="{FF2B5EF4-FFF2-40B4-BE49-F238E27FC236}">
                      <a16:creationId xmlns:a16="http://schemas.microsoft.com/office/drawing/2014/main" id="{5960741F-CFD1-BCFD-EC4E-B13D5B284DE9}"/>
                    </a:ext>
                  </a:extLst>
                </p:cNvPr>
                <p:cNvPicPr/>
                <p:nvPr/>
              </p:nvPicPr>
              <p:blipFill>
                <a:blip r:embed="rId201"/>
                <a:stretch>
                  <a:fillRect/>
                </a:stretch>
              </p:blipFill>
              <p:spPr>
                <a:xfrm>
                  <a:off x="5601111" y="1809545"/>
                  <a:ext cx="52560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3" name="Ink 122">
                  <a:extLst>
                    <a:ext uri="{FF2B5EF4-FFF2-40B4-BE49-F238E27FC236}">
                      <a16:creationId xmlns:a16="http://schemas.microsoft.com/office/drawing/2014/main" id="{76AD8175-424D-01C7-AB96-D670B18A4819}"/>
                    </a:ext>
                  </a:extLst>
                </p14:cNvPr>
                <p14:cNvContentPartPr/>
                <p14:nvPr/>
              </p14:nvContentPartPr>
              <p14:xfrm>
                <a:off x="6143271" y="1823585"/>
                <a:ext cx="92520" cy="253440"/>
              </p14:xfrm>
            </p:contentPart>
          </mc:Choice>
          <mc:Fallback xmlns="">
            <p:pic>
              <p:nvPicPr>
                <p:cNvPr id="123" name="Ink 122">
                  <a:extLst>
                    <a:ext uri="{FF2B5EF4-FFF2-40B4-BE49-F238E27FC236}">
                      <a16:creationId xmlns:a16="http://schemas.microsoft.com/office/drawing/2014/main" id="{76AD8175-424D-01C7-AB96-D670B18A4819}"/>
                    </a:ext>
                  </a:extLst>
                </p:cNvPr>
                <p:cNvPicPr/>
                <p:nvPr/>
              </p:nvPicPr>
              <p:blipFill>
                <a:blip r:embed="rId203"/>
                <a:stretch>
                  <a:fillRect/>
                </a:stretch>
              </p:blipFill>
              <p:spPr>
                <a:xfrm>
                  <a:off x="6134271" y="1814585"/>
                  <a:ext cx="11016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4" name="Ink 123">
                  <a:extLst>
                    <a:ext uri="{FF2B5EF4-FFF2-40B4-BE49-F238E27FC236}">
                      <a16:creationId xmlns:a16="http://schemas.microsoft.com/office/drawing/2014/main" id="{6BD5BEED-BBF9-0BED-06ED-9BD33E8D94E2}"/>
                    </a:ext>
                  </a:extLst>
                </p14:cNvPr>
                <p14:cNvContentPartPr/>
                <p14:nvPr/>
              </p14:nvContentPartPr>
              <p14:xfrm>
                <a:off x="5130591" y="1853825"/>
                <a:ext cx="146880" cy="249480"/>
              </p14:xfrm>
            </p:contentPart>
          </mc:Choice>
          <mc:Fallback xmlns="">
            <p:pic>
              <p:nvPicPr>
                <p:cNvPr id="124" name="Ink 123">
                  <a:extLst>
                    <a:ext uri="{FF2B5EF4-FFF2-40B4-BE49-F238E27FC236}">
                      <a16:creationId xmlns:a16="http://schemas.microsoft.com/office/drawing/2014/main" id="{6BD5BEED-BBF9-0BED-06ED-9BD33E8D94E2}"/>
                    </a:ext>
                  </a:extLst>
                </p:cNvPr>
                <p:cNvPicPr/>
                <p:nvPr/>
              </p:nvPicPr>
              <p:blipFill>
                <a:blip r:embed="rId205"/>
                <a:stretch>
                  <a:fillRect/>
                </a:stretch>
              </p:blipFill>
              <p:spPr>
                <a:xfrm>
                  <a:off x="5121591" y="1844825"/>
                  <a:ext cx="164520" cy="267120"/>
                </a:xfrm>
                <a:prstGeom prst="rect">
                  <a:avLst/>
                </a:prstGeom>
              </p:spPr>
            </p:pic>
          </mc:Fallback>
        </mc:AlternateContent>
      </p:grpSp>
      <p:grpSp>
        <p:nvGrpSpPr>
          <p:cNvPr id="134" name="Group 133">
            <a:extLst>
              <a:ext uri="{FF2B5EF4-FFF2-40B4-BE49-F238E27FC236}">
                <a16:creationId xmlns:a16="http://schemas.microsoft.com/office/drawing/2014/main" id="{880D42FE-914A-62B5-1128-775C0D88C142}"/>
              </a:ext>
            </a:extLst>
          </p:cNvPr>
          <p:cNvGrpSpPr/>
          <p:nvPr/>
        </p:nvGrpSpPr>
        <p:grpSpPr>
          <a:xfrm>
            <a:off x="5837271" y="2613065"/>
            <a:ext cx="2784960" cy="573120"/>
            <a:chOff x="5837271" y="2613065"/>
            <a:chExt cx="2784960" cy="573120"/>
          </a:xfrm>
        </p:grpSpPr>
        <mc:AlternateContent xmlns:mc="http://schemas.openxmlformats.org/markup-compatibility/2006" xmlns:p14="http://schemas.microsoft.com/office/powerpoint/2010/main">
          <mc:Choice Requires="p14">
            <p:contentPart p14:bwMode="auto" r:id="rId206">
              <p14:nvContentPartPr>
                <p14:cNvPr id="126" name="Ink 125">
                  <a:extLst>
                    <a:ext uri="{FF2B5EF4-FFF2-40B4-BE49-F238E27FC236}">
                      <a16:creationId xmlns:a16="http://schemas.microsoft.com/office/drawing/2014/main" id="{E960223D-BB9E-D105-41DB-4D035172423A}"/>
                    </a:ext>
                  </a:extLst>
                </p14:cNvPr>
                <p14:cNvContentPartPr/>
                <p14:nvPr/>
              </p14:nvContentPartPr>
              <p14:xfrm>
                <a:off x="5837271" y="2613065"/>
                <a:ext cx="1356120" cy="150120"/>
              </p14:xfrm>
            </p:contentPart>
          </mc:Choice>
          <mc:Fallback xmlns="">
            <p:pic>
              <p:nvPicPr>
                <p:cNvPr id="126" name="Ink 125">
                  <a:extLst>
                    <a:ext uri="{FF2B5EF4-FFF2-40B4-BE49-F238E27FC236}">
                      <a16:creationId xmlns:a16="http://schemas.microsoft.com/office/drawing/2014/main" id="{E960223D-BB9E-D105-41DB-4D035172423A}"/>
                    </a:ext>
                  </a:extLst>
                </p:cNvPr>
                <p:cNvPicPr/>
                <p:nvPr/>
              </p:nvPicPr>
              <p:blipFill>
                <a:blip r:embed="rId207"/>
                <a:stretch>
                  <a:fillRect/>
                </a:stretch>
              </p:blipFill>
              <p:spPr>
                <a:xfrm>
                  <a:off x="5828271" y="2604425"/>
                  <a:ext cx="137376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7" name="Ink 126">
                  <a:extLst>
                    <a:ext uri="{FF2B5EF4-FFF2-40B4-BE49-F238E27FC236}">
                      <a16:creationId xmlns:a16="http://schemas.microsoft.com/office/drawing/2014/main" id="{0EE7280B-B062-345E-698D-EFC04FF5D726}"/>
                    </a:ext>
                  </a:extLst>
                </p14:cNvPr>
                <p14:cNvContentPartPr/>
                <p14:nvPr/>
              </p14:nvContentPartPr>
              <p14:xfrm>
                <a:off x="7321551" y="2674265"/>
                <a:ext cx="175680" cy="227880"/>
              </p14:xfrm>
            </p:contentPart>
          </mc:Choice>
          <mc:Fallback xmlns="">
            <p:pic>
              <p:nvPicPr>
                <p:cNvPr id="127" name="Ink 126">
                  <a:extLst>
                    <a:ext uri="{FF2B5EF4-FFF2-40B4-BE49-F238E27FC236}">
                      <a16:creationId xmlns:a16="http://schemas.microsoft.com/office/drawing/2014/main" id="{0EE7280B-B062-345E-698D-EFC04FF5D726}"/>
                    </a:ext>
                  </a:extLst>
                </p:cNvPr>
                <p:cNvPicPr/>
                <p:nvPr/>
              </p:nvPicPr>
              <p:blipFill>
                <a:blip r:embed="rId209"/>
                <a:stretch>
                  <a:fillRect/>
                </a:stretch>
              </p:blipFill>
              <p:spPr>
                <a:xfrm>
                  <a:off x="7312911" y="2665265"/>
                  <a:ext cx="19332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28" name="Ink 127">
                  <a:extLst>
                    <a:ext uri="{FF2B5EF4-FFF2-40B4-BE49-F238E27FC236}">
                      <a16:creationId xmlns:a16="http://schemas.microsoft.com/office/drawing/2014/main" id="{10A07511-ECB9-2AC5-36FE-6CEE9B73E752}"/>
                    </a:ext>
                  </a:extLst>
                </p14:cNvPr>
                <p14:cNvContentPartPr/>
                <p14:nvPr/>
              </p14:nvContentPartPr>
              <p14:xfrm>
                <a:off x="7564911" y="2699465"/>
                <a:ext cx="163800" cy="247680"/>
              </p14:xfrm>
            </p:contentPart>
          </mc:Choice>
          <mc:Fallback xmlns="">
            <p:pic>
              <p:nvPicPr>
                <p:cNvPr id="128" name="Ink 127">
                  <a:extLst>
                    <a:ext uri="{FF2B5EF4-FFF2-40B4-BE49-F238E27FC236}">
                      <a16:creationId xmlns:a16="http://schemas.microsoft.com/office/drawing/2014/main" id="{10A07511-ECB9-2AC5-36FE-6CEE9B73E752}"/>
                    </a:ext>
                  </a:extLst>
                </p:cNvPr>
                <p:cNvPicPr/>
                <p:nvPr/>
              </p:nvPicPr>
              <p:blipFill>
                <a:blip r:embed="rId211"/>
                <a:stretch>
                  <a:fillRect/>
                </a:stretch>
              </p:blipFill>
              <p:spPr>
                <a:xfrm>
                  <a:off x="7555911" y="2690825"/>
                  <a:ext cx="18144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29" name="Ink 128">
                  <a:extLst>
                    <a:ext uri="{FF2B5EF4-FFF2-40B4-BE49-F238E27FC236}">
                      <a16:creationId xmlns:a16="http://schemas.microsoft.com/office/drawing/2014/main" id="{A035DC26-5842-ECA5-20FC-AF8A5C864BC8}"/>
                    </a:ext>
                  </a:extLst>
                </p14:cNvPr>
                <p14:cNvContentPartPr/>
                <p14:nvPr/>
              </p14:nvContentPartPr>
              <p14:xfrm>
                <a:off x="7701351" y="2793785"/>
                <a:ext cx="317160" cy="126720"/>
              </p14:xfrm>
            </p:contentPart>
          </mc:Choice>
          <mc:Fallback xmlns="">
            <p:pic>
              <p:nvPicPr>
                <p:cNvPr id="129" name="Ink 128">
                  <a:extLst>
                    <a:ext uri="{FF2B5EF4-FFF2-40B4-BE49-F238E27FC236}">
                      <a16:creationId xmlns:a16="http://schemas.microsoft.com/office/drawing/2014/main" id="{A035DC26-5842-ECA5-20FC-AF8A5C864BC8}"/>
                    </a:ext>
                  </a:extLst>
                </p:cNvPr>
                <p:cNvPicPr/>
                <p:nvPr/>
              </p:nvPicPr>
              <p:blipFill>
                <a:blip r:embed="rId213"/>
                <a:stretch>
                  <a:fillRect/>
                </a:stretch>
              </p:blipFill>
              <p:spPr>
                <a:xfrm>
                  <a:off x="7692711" y="2785145"/>
                  <a:ext cx="3348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0" name="Ink 129">
                  <a:extLst>
                    <a:ext uri="{FF2B5EF4-FFF2-40B4-BE49-F238E27FC236}">
                      <a16:creationId xmlns:a16="http://schemas.microsoft.com/office/drawing/2014/main" id="{ABCE51F4-6D57-34FB-9364-794D354FA0E0}"/>
                    </a:ext>
                  </a:extLst>
                </p14:cNvPr>
                <p14:cNvContentPartPr/>
                <p14:nvPr/>
              </p14:nvContentPartPr>
              <p14:xfrm>
                <a:off x="8011671" y="2717465"/>
                <a:ext cx="31320" cy="61200"/>
              </p14:xfrm>
            </p:contentPart>
          </mc:Choice>
          <mc:Fallback xmlns="">
            <p:pic>
              <p:nvPicPr>
                <p:cNvPr id="130" name="Ink 129">
                  <a:extLst>
                    <a:ext uri="{FF2B5EF4-FFF2-40B4-BE49-F238E27FC236}">
                      <a16:creationId xmlns:a16="http://schemas.microsoft.com/office/drawing/2014/main" id="{ABCE51F4-6D57-34FB-9364-794D354FA0E0}"/>
                    </a:ext>
                  </a:extLst>
                </p:cNvPr>
                <p:cNvPicPr/>
                <p:nvPr/>
              </p:nvPicPr>
              <p:blipFill>
                <a:blip r:embed="rId215"/>
                <a:stretch>
                  <a:fillRect/>
                </a:stretch>
              </p:blipFill>
              <p:spPr>
                <a:xfrm>
                  <a:off x="8002671" y="2708465"/>
                  <a:ext cx="4896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1" name="Ink 130">
                  <a:extLst>
                    <a:ext uri="{FF2B5EF4-FFF2-40B4-BE49-F238E27FC236}">
                      <a16:creationId xmlns:a16="http://schemas.microsoft.com/office/drawing/2014/main" id="{4CB93585-69FD-CF97-0601-1ACB1B1792AC}"/>
                    </a:ext>
                  </a:extLst>
                </p14:cNvPr>
                <p14:cNvContentPartPr/>
                <p14:nvPr/>
              </p14:nvContentPartPr>
              <p14:xfrm>
                <a:off x="8057391" y="2791985"/>
                <a:ext cx="50400" cy="105480"/>
              </p14:xfrm>
            </p:contentPart>
          </mc:Choice>
          <mc:Fallback xmlns="">
            <p:pic>
              <p:nvPicPr>
                <p:cNvPr id="131" name="Ink 130">
                  <a:extLst>
                    <a:ext uri="{FF2B5EF4-FFF2-40B4-BE49-F238E27FC236}">
                      <a16:creationId xmlns:a16="http://schemas.microsoft.com/office/drawing/2014/main" id="{4CB93585-69FD-CF97-0601-1ACB1B1792AC}"/>
                    </a:ext>
                  </a:extLst>
                </p:cNvPr>
                <p:cNvPicPr/>
                <p:nvPr/>
              </p:nvPicPr>
              <p:blipFill>
                <a:blip r:embed="rId217"/>
                <a:stretch>
                  <a:fillRect/>
                </a:stretch>
              </p:blipFill>
              <p:spPr>
                <a:xfrm>
                  <a:off x="8048751" y="2783345"/>
                  <a:ext cx="6804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2" name="Ink 131">
                  <a:extLst>
                    <a:ext uri="{FF2B5EF4-FFF2-40B4-BE49-F238E27FC236}">
                      <a16:creationId xmlns:a16="http://schemas.microsoft.com/office/drawing/2014/main" id="{6911FB84-7674-E982-AA90-BD5679261C0F}"/>
                    </a:ext>
                  </a:extLst>
                </p14:cNvPr>
                <p14:cNvContentPartPr/>
                <p14:nvPr/>
              </p14:nvContentPartPr>
              <p14:xfrm>
                <a:off x="8168271" y="2793785"/>
                <a:ext cx="137880" cy="166680"/>
              </p14:xfrm>
            </p:contentPart>
          </mc:Choice>
          <mc:Fallback xmlns="">
            <p:pic>
              <p:nvPicPr>
                <p:cNvPr id="132" name="Ink 131">
                  <a:extLst>
                    <a:ext uri="{FF2B5EF4-FFF2-40B4-BE49-F238E27FC236}">
                      <a16:creationId xmlns:a16="http://schemas.microsoft.com/office/drawing/2014/main" id="{6911FB84-7674-E982-AA90-BD5679261C0F}"/>
                    </a:ext>
                  </a:extLst>
                </p:cNvPr>
                <p:cNvPicPr/>
                <p:nvPr/>
              </p:nvPicPr>
              <p:blipFill>
                <a:blip r:embed="rId219"/>
                <a:stretch>
                  <a:fillRect/>
                </a:stretch>
              </p:blipFill>
              <p:spPr>
                <a:xfrm>
                  <a:off x="8159271" y="2784785"/>
                  <a:ext cx="15552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3" name="Ink 132">
                  <a:extLst>
                    <a:ext uri="{FF2B5EF4-FFF2-40B4-BE49-F238E27FC236}">
                      <a16:creationId xmlns:a16="http://schemas.microsoft.com/office/drawing/2014/main" id="{38995CEC-F211-FFC5-729B-09D1B4730B59}"/>
                    </a:ext>
                  </a:extLst>
                </p14:cNvPr>
                <p14:cNvContentPartPr/>
                <p14:nvPr/>
              </p14:nvContentPartPr>
              <p14:xfrm>
                <a:off x="7464111" y="3010865"/>
                <a:ext cx="1158120" cy="175320"/>
              </p14:xfrm>
            </p:contentPart>
          </mc:Choice>
          <mc:Fallback xmlns="">
            <p:pic>
              <p:nvPicPr>
                <p:cNvPr id="133" name="Ink 132">
                  <a:extLst>
                    <a:ext uri="{FF2B5EF4-FFF2-40B4-BE49-F238E27FC236}">
                      <a16:creationId xmlns:a16="http://schemas.microsoft.com/office/drawing/2014/main" id="{38995CEC-F211-FFC5-729B-09D1B4730B59}"/>
                    </a:ext>
                  </a:extLst>
                </p:cNvPr>
                <p:cNvPicPr/>
                <p:nvPr/>
              </p:nvPicPr>
              <p:blipFill>
                <a:blip r:embed="rId221"/>
                <a:stretch>
                  <a:fillRect/>
                </a:stretch>
              </p:blipFill>
              <p:spPr>
                <a:xfrm>
                  <a:off x="7455471" y="3002225"/>
                  <a:ext cx="1175760" cy="192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2">
            <p14:nvContentPartPr>
              <p14:cNvPr id="135" name="Ink 134">
                <a:extLst>
                  <a:ext uri="{FF2B5EF4-FFF2-40B4-BE49-F238E27FC236}">
                    <a16:creationId xmlns:a16="http://schemas.microsoft.com/office/drawing/2014/main" id="{11F0684A-EF18-0202-CA22-97A8811B7A36}"/>
                  </a:ext>
                </a:extLst>
              </p14:cNvPr>
              <p14:cNvContentPartPr/>
              <p14:nvPr/>
            </p14:nvContentPartPr>
            <p14:xfrm>
              <a:off x="5239311" y="4311905"/>
              <a:ext cx="160560" cy="23040"/>
            </p14:xfrm>
          </p:contentPart>
        </mc:Choice>
        <mc:Fallback xmlns="">
          <p:pic>
            <p:nvPicPr>
              <p:cNvPr id="135" name="Ink 134">
                <a:extLst>
                  <a:ext uri="{FF2B5EF4-FFF2-40B4-BE49-F238E27FC236}">
                    <a16:creationId xmlns:a16="http://schemas.microsoft.com/office/drawing/2014/main" id="{11F0684A-EF18-0202-CA22-97A8811B7A36}"/>
                  </a:ext>
                </a:extLst>
              </p:cNvPr>
              <p:cNvPicPr/>
              <p:nvPr/>
            </p:nvPicPr>
            <p:blipFill>
              <a:blip r:embed="rId223"/>
              <a:stretch>
                <a:fillRect/>
              </a:stretch>
            </p:blipFill>
            <p:spPr>
              <a:xfrm>
                <a:off x="5230671" y="4302905"/>
                <a:ext cx="178200" cy="40680"/>
              </a:xfrm>
              <a:prstGeom prst="rect">
                <a:avLst/>
              </a:prstGeom>
            </p:spPr>
          </p:pic>
        </mc:Fallback>
      </mc:AlternateContent>
      <p:grpSp>
        <p:nvGrpSpPr>
          <p:cNvPr id="157" name="Group 156">
            <a:extLst>
              <a:ext uri="{FF2B5EF4-FFF2-40B4-BE49-F238E27FC236}">
                <a16:creationId xmlns:a16="http://schemas.microsoft.com/office/drawing/2014/main" id="{9C1DB26C-F1F2-FEAF-15B4-FD26B19F7C4F}"/>
              </a:ext>
            </a:extLst>
          </p:cNvPr>
          <p:cNvGrpSpPr/>
          <p:nvPr/>
        </p:nvGrpSpPr>
        <p:grpSpPr>
          <a:xfrm>
            <a:off x="5688951" y="3958385"/>
            <a:ext cx="2809800" cy="1098360"/>
            <a:chOff x="5688951" y="3958385"/>
            <a:chExt cx="2809800" cy="1098360"/>
          </a:xfrm>
        </p:grpSpPr>
        <mc:AlternateContent xmlns:mc="http://schemas.openxmlformats.org/markup-compatibility/2006" xmlns:p14="http://schemas.microsoft.com/office/powerpoint/2010/main">
          <mc:Choice Requires="p14">
            <p:contentPart p14:bwMode="auto" r:id="rId224">
              <p14:nvContentPartPr>
                <p14:cNvPr id="136" name="Ink 135">
                  <a:extLst>
                    <a:ext uri="{FF2B5EF4-FFF2-40B4-BE49-F238E27FC236}">
                      <a16:creationId xmlns:a16="http://schemas.microsoft.com/office/drawing/2014/main" id="{28058773-3C37-9B83-906A-C3FA263807D0}"/>
                    </a:ext>
                  </a:extLst>
                </p14:cNvPr>
                <p14:cNvContentPartPr/>
                <p14:nvPr/>
              </p14:nvContentPartPr>
              <p14:xfrm>
                <a:off x="5688951" y="4157825"/>
                <a:ext cx="411120" cy="223920"/>
              </p14:xfrm>
            </p:contentPart>
          </mc:Choice>
          <mc:Fallback xmlns="">
            <p:pic>
              <p:nvPicPr>
                <p:cNvPr id="136" name="Ink 135">
                  <a:extLst>
                    <a:ext uri="{FF2B5EF4-FFF2-40B4-BE49-F238E27FC236}">
                      <a16:creationId xmlns:a16="http://schemas.microsoft.com/office/drawing/2014/main" id="{28058773-3C37-9B83-906A-C3FA263807D0}"/>
                    </a:ext>
                  </a:extLst>
                </p:cNvPr>
                <p:cNvPicPr/>
                <p:nvPr/>
              </p:nvPicPr>
              <p:blipFill>
                <a:blip r:embed="rId225"/>
                <a:stretch>
                  <a:fillRect/>
                </a:stretch>
              </p:blipFill>
              <p:spPr>
                <a:xfrm>
                  <a:off x="5680311" y="4149185"/>
                  <a:ext cx="4287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7" name="Ink 136">
                  <a:extLst>
                    <a:ext uri="{FF2B5EF4-FFF2-40B4-BE49-F238E27FC236}">
                      <a16:creationId xmlns:a16="http://schemas.microsoft.com/office/drawing/2014/main" id="{7723EB42-14AD-24F0-5F4D-DF8F951854BB}"/>
                    </a:ext>
                  </a:extLst>
                </p14:cNvPr>
                <p14:cNvContentPartPr/>
                <p14:nvPr/>
              </p14:nvContentPartPr>
              <p14:xfrm>
                <a:off x="6139311" y="4162505"/>
                <a:ext cx="145080" cy="181800"/>
              </p14:xfrm>
            </p:contentPart>
          </mc:Choice>
          <mc:Fallback xmlns="">
            <p:pic>
              <p:nvPicPr>
                <p:cNvPr id="137" name="Ink 136">
                  <a:extLst>
                    <a:ext uri="{FF2B5EF4-FFF2-40B4-BE49-F238E27FC236}">
                      <a16:creationId xmlns:a16="http://schemas.microsoft.com/office/drawing/2014/main" id="{7723EB42-14AD-24F0-5F4D-DF8F951854BB}"/>
                    </a:ext>
                  </a:extLst>
                </p:cNvPr>
                <p:cNvPicPr/>
                <p:nvPr/>
              </p:nvPicPr>
              <p:blipFill>
                <a:blip r:embed="rId227"/>
                <a:stretch>
                  <a:fillRect/>
                </a:stretch>
              </p:blipFill>
              <p:spPr>
                <a:xfrm>
                  <a:off x="6130671" y="4153865"/>
                  <a:ext cx="16272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8" name="Ink 137">
                  <a:extLst>
                    <a:ext uri="{FF2B5EF4-FFF2-40B4-BE49-F238E27FC236}">
                      <a16:creationId xmlns:a16="http://schemas.microsoft.com/office/drawing/2014/main" id="{8C7A0D92-A2B3-7EA0-BA59-8514577A3CC2}"/>
                    </a:ext>
                  </a:extLst>
                </p14:cNvPr>
                <p14:cNvContentPartPr/>
                <p14:nvPr/>
              </p14:nvContentPartPr>
              <p14:xfrm>
                <a:off x="6569871" y="3993305"/>
                <a:ext cx="329400" cy="549720"/>
              </p14:xfrm>
            </p:contentPart>
          </mc:Choice>
          <mc:Fallback xmlns="">
            <p:pic>
              <p:nvPicPr>
                <p:cNvPr id="138" name="Ink 137">
                  <a:extLst>
                    <a:ext uri="{FF2B5EF4-FFF2-40B4-BE49-F238E27FC236}">
                      <a16:creationId xmlns:a16="http://schemas.microsoft.com/office/drawing/2014/main" id="{8C7A0D92-A2B3-7EA0-BA59-8514577A3CC2}"/>
                    </a:ext>
                  </a:extLst>
                </p:cNvPr>
                <p:cNvPicPr/>
                <p:nvPr/>
              </p:nvPicPr>
              <p:blipFill>
                <a:blip r:embed="rId229"/>
                <a:stretch>
                  <a:fillRect/>
                </a:stretch>
              </p:blipFill>
              <p:spPr>
                <a:xfrm>
                  <a:off x="6560871" y="3984305"/>
                  <a:ext cx="347040" cy="5673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39" name="Ink 138">
                  <a:extLst>
                    <a:ext uri="{FF2B5EF4-FFF2-40B4-BE49-F238E27FC236}">
                      <a16:creationId xmlns:a16="http://schemas.microsoft.com/office/drawing/2014/main" id="{2648D39B-F6E5-F44B-C971-497A49E37E57}"/>
                    </a:ext>
                  </a:extLst>
                </p14:cNvPr>
                <p14:cNvContentPartPr/>
                <p14:nvPr/>
              </p14:nvContentPartPr>
              <p14:xfrm>
                <a:off x="7138311" y="3998345"/>
                <a:ext cx="40680" cy="255960"/>
              </p14:xfrm>
            </p:contentPart>
          </mc:Choice>
          <mc:Fallback xmlns="">
            <p:pic>
              <p:nvPicPr>
                <p:cNvPr id="139" name="Ink 138">
                  <a:extLst>
                    <a:ext uri="{FF2B5EF4-FFF2-40B4-BE49-F238E27FC236}">
                      <a16:creationId xmlns:a16="http://schemas.microsoft.com/office/drawing/2014/main" id="{2648D39B-F6E5-F44B-C971-497A49E37E57}"/>
                    </a:ext>
                  </a:extLst>
                </p:cNvPr>
                <p:cNvPicPr/>
                <p:nvPr/>
              </p:nvPicPr>
              <p:blipFill>
                <a:blip r:embed="rId231"/>
                <a:stretch>
                  <a:fillRect/>
                </a:stretch>
              </p:blipFill>
              <p:spPr>
                <a:xfrm>
                  <a:off x="7129311" y="3989705"/>
                  <a:ext cx="5832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0" name="Ink 139">
                  <a:extLst>
                    <a:ext uri="{FF2B5EF4-FFF2-40B4-BE49-F238E27FC236}">
                      <a16:creationId xmlns:a16="http://schemas.microsoft.com/office/drawing/2014/main" id="{365FB422-31F2-ACD9-38E7-496D075F06DB}"/>
                    </a:ext>
                  </a:extLst>
                </p14:cNvPr>
                <p14:cNvContentPartPr/>
                <p14:nvPr/>
              </p14:nvContentPartPr>
              <p14:xfrm>
                <a:off x="7097631" y="4023185"/>
                <a:ext cx="369000" cy="222120"/>
              </p14:xfrm>
            </p:contentPart>
          </mc:Choice>
          <mc:Fallback xmlns="">
            <p:pic>
              <p:nvPicPr>
                <p:cNvPr id="140" name="Ink 139">
                  <a:extLst>
                    <a:ext uri="{FF2B5EF4-FFF2-40B4-BE49-F238E27FC236}">
                      <a16:creationId xmlns:a16="http://schemas.microsoft.com/office/drawing/2014/main" id="{365FB422-31F2-ACD9-38E7-496D075F06DB}"/>
                    </a:ext>
                  </a:extLst>
                </p:cNvPr>
                <p:cNvPicPr/>
                <p:nvPr/>
              </p:nvPicPr>
              <p:blipFill>
                <a:blip r:embed="rId233"/>
                <a:stretch>
                  <a:fillRect/>
                </a:stretch>
              </p:blipFill>
              <p:spPr>
                <a:xfrm>
                  <a:off x="7088991" y="4014185"/>
                  <a:ext cx="38664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1" name="Ink 140">
                  <a:extLst>
                    <a:ext uri="{FF2B5EF4-FFF2-40B4-BE49-F238E27FC236}">
                      <a16:creationId xmlns:a16="http://schemas.microsoft.com/office/drawing/2014/main" id="{CD935DA7-0971-270C-550D-47A51D1D7A71}"/>
                    </a:ext>
                  </a:extLst>
                </p14:cNvPr>
                <p14:cNvContentPartPr/>
                <p14:nvPr/>
              </p14:nvContentPartPr>
              <p14:xfrm>
                <a:off x="7679751" y="3958385"/>
                <a:ext cx="297000" cy="470520"/>
              </p14:xfrm>
            </p:contentPart>
          </mc:Choice>
          <mc:Fallback xmlns="">
            <p:pic>
              <p:nvPicPr>
                <p:cNvPr id="141" name="Ink 140">
                  <a:extLst>
                    <a:ext uri="{FF2B5EF4-FFF2-40B4-BE49-F238E27FC236}">
                      <a16:creationId xmlns:a16="http://schemas.microsoft.com/office/drawing/2014/main" id="{CD935DA7-0971-270C-550D-47A51D1D7A71}"/>
                    </a:ext>
                  </a:extLst>
                </p:cNvPr>
                <p:cNvPicPr/>
                <p:nvPr/>
              </p:nvPicPr>
              <p:blipFill>
                <a:blip r:embed="rId235"/>
                <a:stretch>
                  <a:fillRect/>
                </a:stretch>
              </p:blipFill>
              <p:spPr>
                <a:xfrm>
                  <a:off x="7670751" y="3949385"/>
                  <a:ext cx="314640" cy="4881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2" name="Ink 141">
                  <a:extLst>
                    <a:ext uri="{FF2B5EF4-FFF2-40B4-BE49-F238E27FC236}">
                      <a16:creationId xmlns:a16="http://schemas.microsoft.com/office/drawing/2014/main" id="{EC717871-125C-854A-C427-84D435D39DD6}"/>
                    </a:ext>
                  </a:extLst>
                </p14:cNvPr>
                <p14:cNvContentPartPr/>
                <p14:nvPr/>
              </p14:nvContentPartPr>
              <p14:xfrm>
                <a:off x="8078991" y="4035065"/>
                <a:ext cx="55080" cy="216360"/>
              </p14:xfrm>
            </p:contentPart>
          </mc:Choice>
          <mc:Fallback xmlns="">
            <p:pic>
              <p:nvPicPr>
                <p:cNvPr id="142" name="Ink 141">
                  <a:extLst>
                    <a:ext uri="{FF2B5EF4-FFF2-40B4-BE49-F238E27FC236}">
                      <a16:creationId xmlns:a16="http://schemas.microsoft.com/office/drawing/2014/main" id="{EC717871-125C-854A-C427-84D435D39DD6}"/>
                    </a:ext>
                  </a:extLst>
                </p:cNvPr>
                <p:cNvPicPr/>
                <p:nvPr/>
              </p:nvPicPr>
              <p:blipFill>
                <a:blip r:embed="rId237"/>
                <a:stretch>
                  <a:fillRect/>
                </a:stretch>
              </p:blipFill>
              <p:spPr>
                <a:xfrm>
                  <a:off x="8070351" y="4026065"/>
                  <a:ext cx="7272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3" name="Ink 142">
                  <a:extLst>
                    <a:ext uri="{FF2B5EF4-FFF2-40B4-BE49-F238E27FC236}">
                      <a16:creationId xmlns:a16="http://schemas.microsoft.com/office/drawing/2014/main" id="{4D450345-A938-4C08-80BC-38391DDECE01}"/>
                    </a:ext>
                  </a:extLst>
                </p14:cNvPr>
                <p14:cNvContentPartPr/>
                <p14:nvPr/>
              </p14:nvContentPartPr>
              <p14:xfrm>
                <a:off x="8211831" y="4040465"/>
                <a:ext cx="107640" cy="210240"/>
              </p14:xfrm>
            </p:contentPart>
          </mc:Choice>
          <mc:Fallback xmlns="">
            <p:pic>
              <p:nvPicPr>
                <p:cNvPr id="143" name="Ink 142">
                  <a:extLst>
                    <a:ext uri="{FF2B5EF4-FFF2-40B4-BE49-F238E27FC236}">
                      <a16:creationId xmlns:a16="http://schemas.microsoft.com/office/drawing/2014/main" id="{4D450345-A938-4C08-80BC-38391DDECE01}"/>
                    </a:ext>
                  </a:extLst>
                </p:cNvPr>
                <p:cNvPicPr/>
                <p:nvPr/>
              </p:nvPicPr>
              <p:blipFill>
                <a:blip r:embed="rId239"/>
                <a:stretch>
                  <a:fillRect/>
                </a:stretch>
              </p:blipFill>
              <p:spPr>
                <a:xfrm>
                  <a:off x="8203191" y="4031465"/>
                  <a:ext cx="12528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4" name="Ink 143">
                  <a:extLst>
                    <a:ext uri="{FF2B5EF4-FFF2-40B4-BE49-F238E27FC236}">
                      <a16:creationId xmlns:a16="http://schemas.microsoft.com/office/drawing/2014/main" id="{51AA7DFF-B65B-4FD2-7327-0E87016B4193}"/>
                    </a:ext>
                  </a:extLst>
                </p14:cNvPr>
                <p14:cNvContentPartPr/>
                <p14:nvPr/>
              </p14:nvContentPartPr>
              <p14:xfrm>
                <a:off x="5762031" y="4535465"/>
                <a:ext cx="292680" cy="521280"/>
              </p14:xfrm>
            </p:contentPart>
          </mc:Choice>
          <mc:Fallback xmlns="">
            <p:pic>
              <p:nvPicPr>
                <p:cNvPr id="144" name="Ink 143">
                  <a:extLst>
                    <a:ext uri="{FF2B5EF4-FFF2-40B4-BE49-F238E27FC236}">
                      <a16:creationId xmlns:a16="http://schemas.microsoft.com/office/drawing/2014/main" id="{51AA7DFF-B65B-4FD2-7327-0E87016B4193}"/>
                    </a:ext>
                  </a:extLst>
                </p:cNvPr>
                <p:cNvPicPr/>
                <p:nvPr/>
              </p:nvPicPr>
              <p:blipFill>
                <a:blip r:embed="rId241"/>
                <a:stretch>
                  <a:fillRect/>
                </a:stretch>
              </p:blipFill>
              <p:spPr>
                <a:xfrm>
                  <a:off x="5753031" y="4526825"/>
                  <a:ext cx="310320" cy="53892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5" name="Ink 144">
                  <a:extLst>
                    <a:ext uri="{FF2B5EF4-FFF2-40B4-BE49-F238E27FC236}">
                      <a16:creationId xmlns:a16="http://schemas.microsoft.com/office/drawing/2014/main" id="{0577721F-B1A2-A9E1-A377-283CB27F9104}"/>
                    </a:ext>
                  </a:extLst>
                </p14:cNvPr>
                <p14:cNvContentPartPr/>
                <p14:nvPr/>
              </p14:nvContentPartPr>
              <p14:xfrm>
                <a:off x="6290511" y="4663985"/>
                <a:ext cx="180000" cy="117720"/>
              </p14:xfrm>
            </p:contentPart>
          </mc:Choice>
          <mc:Fallback xmlns="">
            <p:pic>
              <p:nvPicPr>
                <p:cNvPr id="145" name="Ink 144">
                  <a:extLst>
                    <a:ext uri="{FF2B5EF4-FFF2-40B4-BE49-F238E27FC236}">
                      <a16:creationId xmlns:a16="http://schemas.microsoft.com/office/drawing/2014/main" id="{0577721F-B1A2-A9E1-A377-283CB27F9104}"/>
                    </a:ext>
                  </a:extLst>
                </p:cNvPr>
                <p:cNvPicPr/>
                <p:nvPr/>
              </p:nvPicPr>
              <p:blipFill>
                <a:blip r:embed="rId243"/>
                <a:stretch>
                  <a:fillRect/>
                </a:stretch>
              </p:blipFill>
              <p:spPr>
                <a:xfrm>
                  <a:off x="6281511" y="4654985"/>
                  <a:ext cx="19764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6" name="Ink 145">
                  <a:extLst>
                    <a:ext uri="{FF2B5EF4-FFF2-40B4-BE49-F238E27FC236}">
                      <a16:creationId xmlns:a16="http://schemas.microsoft.com/office/drawing/2014/main" id="{61C9F040-DE45-E2E2-2BB2-A50B8FCB9F47}"/>
                    </a:ext>
                  </a:extLst>
                </p14:cNvPr>
                <p14:cNvContentPartPr/>
                <p14:nvPr/>
              </p14:nvContentPartPr>
              <p14:xfrm>
                <a:off x="7047231" y="4680185"/>
                <a:ext cx="29160" cy="123840"/>
              </p14:xfrm>
            </p:contentPart>
          </mc:Choice>
          <mc:Fallback xmlns="">
            <p:pic>
              <p:nvPicPr>
                <p:cNvPr id="146" name="Ink 145">
                  <a:extLst>
                    <a:ext uri="{FF2B5EF4-FFF2-40B4-BE49-F238E27FC236}">
                      <a16:creationId xmlns:a16="http://schemas.microsoft.com/office/drawing/2014/main" id="{61C9F040-DE45-E2E2-2BB2-A50B8FCB9F47}"/>
                    </a:ext>
                  </a:extLst>
                </p:cNvPr>
                <p:cNvPicPr/>
                <p:nvPr/>
              </p:nvPicPr>
              <p:blipFill>
                <a:blip r:embed="rId245"/>
                <a:stretch>
                  <a:fillRect/>
                </a:stretch>
              </p:blipFill>
              <p:spPr>
                <a:xfrm>
                  <a:off x="7038591" y="4671185"/>
                  <a:ext cx="4680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47" name="Ink 146">
                  <a:extLst>
                    <a:ext uri="{FF2B5EF4-FFF2-40B4-BE49-F238E27FC236}">
                      <a16:creationId xmlns:a16="http://schemas.microsoft.com/office/drawing/2014/main" id="{E10E11B7-C8F1-B9C5-F4F8-9CC0502AC53E}"/>
                    </a:ext>
                  </a:extLst>
                </p14:cNvPr>
                <p14:cNvContentPartPr/>
                <p14:nvPr/>
              </p14:nvContentPartPr>
              <p14:xfrm>
                <a:off x="6993231" y="4473905"/>
                <a:ext cx="279360" cy="144000"/>
              </p14:xfrm>
            </p:contentPart>
          </mc:Choice>
          <mc:Fallback xmlns="">
            <p:pic>
              <p:nvPicPr>
                <p:cNvPr id="147" name="Ink 146">
                  <a:extLst>
                    <a:ext uri="{FF2B5EF4-FFF2-40B4-BE49-F238E27FC236}">
                      <a16:creationId xmlns:a16="http://schemas.microsoft.com/office/drawing/2014/main" id="{E10E11B7-C8F1-B9C5-F4F8-9CC0502AC53E}"/>
                    </a:ext>
                  </a:extLst>
                </p:cNvPr>
                <p:cNvPicPr/>
                <p:nvPr/>
              </p:nvPicPr>
              <p:blipFill>
                <a:blip r:embed="rId247"/>
                <a:stretch>
                  <a:fillRect/>
                </a:stretch>
              </p:blipFill>
              <p:spPr>
                <a:xfrm>
                  <a:off x="6984591" y="4464905"/>
                  <a:ext cx="29700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48" name="Ink 147">
                  <a:extLst>
                    <a:ext uri="{FF2B5EF4-FFF2-40B4-BE49-F238E27FC236}">
                      <a16:creationId xmlns:a16="http://schemas.microsoft.com/office/drawing/2014/main" id="{EF529F0A-C08B-7D5A-C19F-5A70CE7E5658}"/>
                    </a:ext>
                  </a:extLst>
                </p14:cNvPr>
                <p14:cNvContentPartPr/>
                <p14:nvPr/>
              </p14:nvContentPartPr>
              <p14:xfrm>
                <a:off x="6985311" y="4667585"/>
                <a:ext cx="239760" cy="29880"/>
              </p14:xfrm>
            </p:contentPart>
          </mc:Choice>
          <mc:Fallback xmlns="">
            <p:pic>
              <p:nvPicPr>
                <p:cNvPr id="148" name="Ink 147">
                  <a:extLst>
                    <a:ext uri="{FF2B5EF4-FFF2-40B4-BE49-F238E27FC236}">
                      <a16:creationId xmlns:a16="http://schemas.microsoft.com/office/drawing/2014/main" id="{EF529F0A-C08B-7D5A-C19F-5A70CE7E5658}"/>
                    </a:ext>
                  </a:extLst>
                </p:cNvPr>
                <p:cNvPicPr/>
                <p:nvPr/>
              </p:nvPicPr>
              <p:blipFill>
                <a:blip r:embed="rId249"/>
                <a:stretch>
                  <a:fillRect/>
                </a:stretch>
              </p:blipFill>
              <p:spPr>
                <a:xfrm>
                  <a:off x="6976671" y="4658585"/>
                  <a:ext cx="2574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49" name="Ink 148">
                  <a:extLst>
                    <a:ext uri="{FF2B5EF4-FFF2-40B4-BE49-F238E27FC236}">
                      <a16:creationId xmlns:a16="http://schemas.microsoft.com/office/drawing/2014/main" id="{C91629CD-CD3C-8BD2-C66C-33224C70E7D0}"/>
                    </a:ext>
                  </a:extLst>
                </p14:cNvPr>
                <p14:cNvContentPartPr/>
                <p14:nvPr/>
              </p14:nvContentPartPr>
              <p14:xfrm>
                <a:off x="7279791" y="4605305"/>
                <a:ext cx="39960" cy="172080"/>
              </p14:xfrm>
            </p:contentPart>
          </mc:Choice>
          <mc:Fallback xmlns="">
            <p:pic>
              <p:nvPicPr>
                <p:cNvPr id="149" name="Ink 148">
                  <a:extLst>
                    <a:ext uri="{FF2B5EF4-FFF2-40B4-BE49-F238E27FC236}">
                      <a16:creationId xmlns:a16="http://schemas.microsoft.com/office/drawing/2014/main" id="{C91629CD-CD3C-8BD2-C66C-33224C70E7D0}"/>
                    </a:ext>
                  </a:extLst>
                </p:cNvPr>
                <p:cNvPicPr/>
                <p:nvPr/>
              </p:nvPicPr>
              <p:blipFill>
                <a:blip r:embed="rId251"/>
                <a:stretch>
                  <a:fillRect/>
                </a:stretch>
              </p:blipFill>
              <p:spPr>
                <a:xfrm>
                  <a:off x="7270791" y="4596305"/>
                  <a:ext cx="5760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0" name="Ink 149">
                  <a:extLst>
                    <a:ext uri="{FF2B5EF4-FFF2-40B4-BE49-F238E27FC236}">
                      <a16:creationId xmlns:a16="http://schemas.microsoft.com/office/drawing/2014/main" id="{B64CBD51-E006-7CD3-0DEC-9087B0280F58}"/>
                    </a:ext>
                  </a:extLst>
                </p14:cNvPr>
                <p14:cNvContentPartPr/>
                <p14:nvPr/>
              </p14:nvContentPartPr>
              <p14:xfrm>
                <a:off x="7371951" y="4657505"/>
                <a:ext cx="143640" cy="82440"/>
              </p14:xfrm>
            </p:contentPart>
          </mc:Choice>
          <mc:Fallback xmlns="">
            <p:pic>
              <p:nvPicPr>
                <p:cNvPr id="150" name="Ink 149">
                  <a:extLst>
                    <a:ext uri="{FF2B5EF4-FFF2-40B4-BE49-F238E27FC236}">
                      <a16:creationId xmlns:a16="http://schemas.microsoft.com/office/drawing/2014/main" id="{B64CBD51-E006-7CD3-0DEC-9087B0280F58}"/>
                    </a:ext>
                  </a:extLst>
                </p:cNvPr>
                <p:cNvPicPr/>
                <p:nvPr/>
              </p:nvPicPr>
              <p:blipFill>
                <a:blip r:embed="rId253"/>
                <a:stretch>
                  <a:fillRect/>
                </a:stretch>
              </p:blipFill>
              <p:spPr>
                <a:xfrm>
                  <a:off x="7362951" y="4648865"/>
                  <a:ext cx="16128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1" name="Ink 150">
                  <a:extLst>
                    <a:ext uri="{FF2B5EF4-FFF2-40B4-BE49-F238E27FC236}">
                      <a16:creationId xmlns:a16="http://schemas.microsoft.com/office/drawing/2014/main" id="{8468EA23-C3A2-4937-FBE0-394F21AD81BB}"/>
                    </a:ext>
                  </a:extLst>
                </p14:cNvPr>
                <p14:cNvContentPartPr/>
                <p14:nvPr/>
              </p14:nvContentPartPr>
              <p14:xfrm>
                <a:off x="7566351" y="4652465"/>
                <a:ext cx="104400" cy="85680"/>
              </p14:xfrm>
            </p:contentPart>
          </mc:Choice>
          <mc:Fallback xmlns="">
            <p:pic>
              <p:nvPicPr>
                <p:cNvPr id="151" name="Ink 150">
                  <a:extLst>
                    <a:ext uri="{FF2B5EF4-FFF2-40B4-BE49-F238E27FC236}">
                      <a16:creationId xmlns:a16="http://schemas.microsoft.com/office/drawing/2014/main" id="{8468EA23-C3A2-4937-FBE0-394F21AD81BB}"/>
                    </a:ext>
                  </a:extLst>
                </p:cNvPr>
                <p:cNvPicPr/>
                <p:nvPr/>
              </p:nvPicPr>
              <p:blipFill>
                <a:blip r:embed="rId255"/>
                <a:stretch>
                  <a:fillRect/>
                </a:stretch>
              </p:blipFill>
              <p:spPr>
                <a:xfrm>
                  <a:off x="7557351" y="4643825"/>
                  <a:ext cx="12204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2" name="Ink 151">
                  <a:extLst>
                    <a:ext uri="{FF2B5EF4-FFF2-40B4-BE49-F238E27FC236}">
                      <a16:creationId xmlns:a16="http://schemas.microsoft.com/office/drawing/2014/main" id="{577FB375-2084-3B79-EC7D-7792F34476BC}"/>
                    </a:ext>
                  </a:extLst>
                </p14:cNvPr>
                <p14:cNvContentPartPr/>
                <p14:nvPr/>
              </p14:nvContentPartPr>
              <p14:xfrm>
                <a:off x="7696671" y="4639505"/>
                <a:ext cx="131040" cy="85320"/>
              </p14:xfrm>
            </p:contentPart>
          </mc:Choice>
          <mc:Fallback xmlns="">
            <p:pic>
              <p:nvPicPr>
                <p:cNvPr id="152" name="Ink 151">
                  <a:extLst>
                    <a:ext uri="{FF2B5EF4-FFF2-40B4-BE49-F238E27FC236}">
                      <a16:creationId xmlns:a16="http://schemas.microsoft.com/office/drawing/2014/main" id="{577FB375-2084-3B79-EC7D-7792F34476BC}"/>
                    </a:ext>
                  </a:extLst>
                </p:cNvPr>
                <p:cNvPicPr/>
                <p:nvPr/>
              </p:nvPicPr>
              <p:blipFill>
                <a:blip r:embed="rId257"/>
                <a:stretch>
                  <a:fillRect/>
                </a:stretch>
              </p:blipFill>
              <p:spPr>
                <a:xfrm>
                  <a:off x="7687671" y="4630505"/>
                  <a:ext cx="14868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3" name="Ink 152">
                  <a:extLst>
                    <a:ext uri="{FF2B5EF4-FFF2-40B4-BE49-F238E27FC236}">
                      <a16:creationId xmlns:a16="http://schemas.microsoft.com/office/drawing/2014/main" id="{4E0EC640-8E5B-9CCF-618E-BB21CAC16E90}"/>
                    </a:ext>
                  </a:extLst>
                </p14:cNvPr>
                <p14:cNvContentPartPr/>
                <p14:nvPr/>
              </p14:nvContentPartPr>
              <p14:xfrm>
                <a:off x="7906911" y="4602425"/>
                <a:ext cx="92880" cy="218520"/>
              </p14:xfrm>
            </p:contentPart>
          </mc:Choice>
          <mc:Fallback xmlns="">
            <p:pic>
              <p:nvPicPr>
                <p:cNvPr id="153" name="Ink 152">
                  <a:extLst>
                    <a:ext uri="{FF2B5EF4-FFF2-40B4-BE49-F238E27FC236}">
                      <a16:creationId xmlns:a16="http://schemas.microsoft.com/office/drawing/2014/main" id="{4E0EC640-8E5B-9CCF-618E-BB21CAC16E90}"/>
                    </a:ext>
                  </a:extLst>
                </p:cNvPr>
                <p:cNvPicPr/>
                <p:nvPr/>
              </p:nvPicPr>
              <p:blipFill>
                <a:blip r:embed="rId259"/>
                <a:stretch>
                  <a:fillRect/>
                </a:stretch>
              </p:blipFill>
              <p:spPr>
                <a:xfrm>
                  <a:off x="7898271" y="4593785"/>
                  <a:ext cx="11052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54" name="Ink 153">
                  <a:extLst>
                    <a:ext uri="{FF2B5EF4-FFF2-40B4-BE49-F238E27FC236}">
                      <a16:creationId xmlns:a16="http://schemas.microsoft.com/office/drawing/2014/main" id="{4EF71A9D-8300-7EB0-A850-C1B0E683FCD5}"/>
                    </a:ext>
                  </a:extLst>
                </p14:cNvPr>
                <p14:cNvContentPartPr/>
                <p14:nvPr/>
              </p14:nvContentPartPr>
              <p14:xfrm>
                <a:off x="8043351" y="4530425"/>
                <a:ext cx="49680" cy="190440"/>
              </p14:xfrm>
            </p:contentPart>
          </mc:Choice>
          <mc:Fallback xmlns="">
            <p:pic>
              <p:nvPicPr>
                <p:cNvPr id="154" name="Ink 153">
                  <a:extLst>
                    <a:ext uri="{FF2B5EF4-FFF2-40B4-BE49-F238E27FC236}">
                      <a16:creationId xmlns:a16="http://schemas.microsoft.com/office/drawing/2014/main" id="{4EF71A9D-8300-7EB0-A850-C1B0E683FCD5}"/>
                    </a:ext>
                  </a:extLst>
                </p:cNvPr>
                <p:cNvPicPr/>
                <p:nvPr/>
              </p:nvPicPr>
              <p:blipFill>
                <a:blip r:embed="rId261"/>
                <a:stretch>
                  <a:fillRect/>
                </a:stretch>
              </p:blipFill>
              <p:spPr>
                <a:xfrm>
                  <a:off x="8034351" y="4521785"/>
                  <a:ext cx="6732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55" name="Ink 154">
                  <a:extLst>
                    <a:ext uri="{FF2B5EF4-FFF2-40B4-BE49-F238E27FC236}">
                      <a16:creationId xmlns:a16="http://schemas.microsoft.com/office/drawing/2014/main" id="{B473C7E9-2B2C-2DA4-8816-220F1EDC83A8}"/>
                    </a:ext>
                  </a:extLst>
                </p14:cNvPr>
                <p14:cNvContentPartPr/>
                <p14:nvPr/>
              </p14:nvContentPartPr>
              <p14:xfrm>
                <a:off x="8158191" y="4591265"/>
                <a:ext cx="154800" cy="134280"/>
              </p14:xfrm>
            </p:contentPart>
          </mc:Choice>
          <mc:Fallback xmlns="">
            <p:pic>
              <p:nvPicPr>
                <p:cNvPr id="155" name="Ink 154">
                  <a:extLst>
                    <a:ext uri="{FF2B5EF4-FFF2-40B4-BE49-F238E27FC236}">
                      <a16:creationId xmlns:a16="http://schemas.microsoft.com/office/drawing/2014/main" id="{B473C7E9-2B2C-2DA4-8816-220F1EDC83A8}"/>
                    </a:ext>
                  </a:extLst>
                </p:cNvPr>
                <p:cNvPicPr/>
                <p:nvPr/>
              </p:nvPicPr>
              <p:blipFill>
                <a:blip r:embed="rId263"/>
                <a:stretch>
                  <a:fillRect/>
                </a:stretch>
              </p:blipFill>
              <p:spPr>
                <a:xfrm>
                  <a:off x="8149551" y="4582265"/>
                  <a:ext cx="17244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56" name="Ink 155">
                  <a:extLst>
                    <a:ext uri="{FF2B5EF4-FFF2-40B4-BE49-F238E27FC236}">
                      <a16:creationId xmlns:a16="http://schemas.microsoft.com/office/drawing/2014/main" id="{187ACF1A-F91C-0C4B-C9A3-4106B0258A6B}"/>
                    </a:ext>
                  </a:extLst>
                </p14:cNvPr>
                <p14:cNvContentPartPr/>
                <p14:nvPr/>
              </p14:nvContentPartPr>
              <p14:xfrm>
                <a:off x="8349351" y="4579745"/>
                <a:ext cx="149400" cy="122400"/>
              </p14:xfrm>
            </p:contentPart>
          </mc:Choice>
          <mc:Fallback xmlns="">
            <p:pic>
              <p:nvPicPr>
                <p:cNvPr id="156" name="Ink 155">
                  <a:extLst>
                    <a:ext uri="{FF2B5EF4-FFF2-40B4-BE49-F238E27FC236}">
                      <a16:creationId xmlns:a16="http://schemas.microsoft.com/office/drawing/2014/main" id="{187ACF1A-F91C-0C4B-C9A3-4106B0258A6B}"/>
                    </a:ext>
                  </a:extLst>
                </p:cNvPr>
                <p:cNvPicPr/>
                <p:nvPr/>
              </p:nvPicPr>
              <p:blipFill>
                <a:blip r:embed="rId265"/>
                <a:stretch>
                  <a:fillRect/>
                </a:stretch>
              </p:blipFill>
              <p:spPr>
                <a:xfrm>
                  <a:off x="8340711" y="4570745"/>
                  <a:ext cx="167040" cy="140040"/>
                </a:xfrm>
                <a:prstGeom prst="rect">
                  <a:avLst/>
                </a:prstGeom>
              </p:spPr>
            </p:pic>
          </mc:Fallback>
        </mc:AlternateContent>
      </p:grpSp>
    </p:spTree>
    <p:extLst>
      <p:ext uri="{BB962C8B-B14F-4D97-AF65-F5344CB8AC3E}">
        <p14:creationId xmlns:p14="http://schemas.microsoft.com/office/powerpoint/2010/main" val="30969226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AE9D7-1CBA-9B8A-CC46-2915B7406554}"/>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6C05D978-B8B2-B2CC-A9CF-CB68D6DFAAED}"/>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Title</a:t>
            </a:r>
            <a:endParaRPr lang="en-IN" sz="2000"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8F870CF-FFE9-26D8-E3B8-E39FEA52D8CF}"/>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A8077808-FC8B-C411-DC11-9B771B07BC01}"/>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4DD44631-908B-7E9C-E5A2-3A684C97DFAC}"/>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156DB902-E15E-6359-3647-B9AABFF5BAE0}"/>
              </a:ext>
            </a:extLst>
          </p:cNvPr>
          <p:cNvSpPr/>
          <p:nvPr/>
        </p:nvSpPr>
        <p:spPr>
          <a:xfrm>
            <a:off x="611815" y="850478"/>
            <a:ext cx="7848600" cy="3733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SplitApp</a:t>
            </a: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sp>
        <p:nvSpPr>
          <p:cNvPr id="8" name="Rectangle 7">
            <a:extLst>
              <a:ext uri="{FF2B5EF4-FFF2-40B4-BE49-F238E27FC236}">
                <a16:creationId xmlns:a16="http://schemas.microsoft.com/office/drawing/2014/main" id="{ABDCCBD6-2E63-31A0-240F-1E4098BC78F8}"/>
              </a:ext>
            </a:extLst>
          </p:cNvPr>
          <p:cNvSpPr/>
          <p:nvPr/>
        </p:nvSpPr>
        <p:spPr>
          <a:xfrm>
            <a:off x="762000" y="1276350"/>
            <a:ext cx="2286000" cy="320040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err="1"/>
              <a:t>masterSection</a:t>
            </a: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sp>
        <p:nvSpPr>
          <p:cNvPr id="9" name="Rectangle 8">
            <a:extLst>
              <a:ext uri="{FF2B5EF4-FFF2-40B4-BE49-F238E27FC236}">
                <a16:creationId xmlns:a16="http://schemas.microsoft.com/office/drawing/2014/main" id="{051D6AEA-B440-E99C-B8CA-7E5699E7E66B}"/>
              </a:ext>
            </a:extLst>
          </p:cNvPr>
          <p:cNvSpPr/>
          <p:nvPr/>
        </p:nvSpPr>
        <p:spPr>
          <a:xfrm>
            <a:off x="3200400" y="1277929"/>
            <a:ext cx="5181599" cy="32004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err="1"/>
              <a:t>detailedSection</a:t>
            </a: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sp>
        <p:nvSpPr>
          <p:cNvPr id="10" name="Rectangle 9">
            <a:extLst>
              <a:ext uri="{FF2B5EF4-FFF2-40B4-BE49-F238E27FC236}">
                <a16:creationId xmlns:a16="http://schemas.microsoft.com/office/drawing/2014/main" id="{6FC29E28-C358-C057-2848-4853507BCAC3}"/>
              </a:ext>
            </a:extLst>
          </p:cNvPr>
          <p:cNvSpPr/>
          <p:nvPr/>
        </p:nvSpPr>
        <p:spPr>
          <a:xfrm>
            <a:off x="881141" y="1901614"/>
            <a:ext cx="2057400" cy="248327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t>View 1</a:t>
            </a:r>
          </a:p>
        </p:txBody>
      </p:sp>
      <p:sp>
        <p:nvSpPr>
          <p:cNvPr id="11" name="Rectangle 10">
            <a:extLst>
              <a:ext uri="{FF2B5EF4-FFF2-40B4-BE49-F238E27FC236}">
                <a16:creationId xmlns:a16="http://schemas.microsoft.com/office/drawing/2014/main" id="{EB590FAE-B0EC-C189-4946-6B01E3B0E7F7}"/>
              </a:ext>
            </a:extLst>
          </p:cNvPr>
          <p:cNvSpPr/>
          <p:nvPr/>
        </p:nvSpPr>
        <p:spPr>
          <a:xfrm>
            <a:off x="3352799" y="1901614"/>
            <a:ext cx="4910059" cy="248327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t>View 2</a:t>
            </a:r>
          </a:p>
        </p:txBody>
      </p:sp>
      <p:grpSp>
        <p:nvGrpSpPr>
          <p:cNvPr id="21" name="Group 20">
            <a:extLst>
              <a:ext uri="{FF2B5EF4-FFF2-40B4-BE49-F238E27FC236}">
                <a16:creationId xmlns:a16="http://schemas.microsoft.com/office/drawing/2014/main" id="{3C6C5CFA-BC4B-BB18-0DC5-D9621E440D27}"/>
              </a:ext>
            </a:extLst>
          </p:cNvPr>
          <p:cNvGrpSpPr/>
          <p:nvPr/>
        </p:nvGrpSpPr>
        <p:grpSpPr>
          <a:xfrm>
            <a:off x="644991" y="1596425"/>
            <a:ext cx="557640" cy="698400"/>
            <a:chOff x="644991" y="1596425"/>
            <a:chExt cx="557640" cy="698400"/>
          </a:xfrm>
        </p:grpSpPr>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083F55E6-20E8-15F2-42AA-7E18D0795CB0}"/>
                    </a:ext>
                  </a:extLst>
                </p14:cNvPr>
                <p14:cNvContentPartPr/>
                <p14:nvPr/>
              </p14:nvContentPartPr>
              <p14:xfrm>
                <a:off x="644991" y="1650785"/>
                <a:ext cx="557640" cy="644040"/>
              </p14:xfrm>
            </p:contentPart>
          </mc:Choice>
          <mc:Fallback xmlns="">
            <p:pic>
              <p:nvPicPr>
                <p:cNvPr id="19" name="Ink 18">
                  <a:extLst>
                    <a:ext uri="{FF2B5EF4-FFF2-40B4-BE49-F238E27FC236}">
                      <a16:creationId xmlns:a16="http://schemas.microsoft.com/office/drawing/2014/main" id="{083F55E6-20E8-15F2-42AA-7E18D0795CB0}"/>
                    </a:ext>
                  </a:extLst>
                </p:cNvPr>
                <p:cNvPicPr/>
                <p:nvPr/>
              </p:nvPicPr>
              <p:blipFill>
                <a:blip r:embed="rId4"/>
                <a:stretch>
                  <a:fillRect/>
                </a:stretch>
              </p:blipFill>
              <p:spPr>
                <a:xfrm>
                  <a:off x="635991" y="1641785"/>
                  <a:ext cx="575280" cy="661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0" name="Ink 19">
                  <a:extLst>
                    <a:ext uri="{FF2B5EF4-FFF2-40B4-BE49-F238E27FC236}">
                      <a16:creationId xmlns:a16="http://schemas.microsoft.com/office/drawing/2014/main" id="{FA93D3A2-CB1E-0B81-6E16-5E4E2BFF2B8C}"/>
                    </a:ext>
                  </a:extLst>
                </p14:cNvPr>
                <p14:cNvContentPartPr/>
                <p14:nvPr/>
              </p14:nvContentPartPr>
              <p14:xfrm>
                <a:off x="947391" y="1596425"/>
                <a:ext cx="173160" cy="168480"/>
              </p14:xfrm>
            </p:contentPart>
          </mc:Choice>
          <mc:Fallback xmlns="">
            <p:pic>
              <p:nvPicPr>
                <p:cNvPr id="20" name="Ink 19">
                  <a:extLst>
                    <a:ext uri="{FF2B5EF4-FFF2-40B4-BE49-F238E27FC236}">
                      <a16:creationId xmlns:a16="http://schemas.microsoft.com/office/drawing/2014/main" id="{FA93D3A2-CB1E-0B81-6E16-5E4E2BFF2B8C}"/>
                    </a:ext>
                  </a:extLst>
                </p:cNvPr>
                <p:cNvPicPr/>
                <p:nvPr/>
              </p:nvPicPr>
              <p:blipFill>
                <a:blip r:embed="rId6"/>
                <a:stretch>
                  <a:fillRect/>
                </a:stretch>
              </p:blipFill>
              <p:spPr>
                <a:xfrm>
                  <a:off x="938391" y="1587425"/>
                  <a:ext cx="190800" cy="186120"/>
                </a:xfrm>
                <a:prstGeom prst="rect">
                  <a:avLst/>
                </a:prstGeom>
              </p:spPr>
            </p:pic>
          </mc:Fallback>
        </mc:AlternateContent>
      </p:grpSp>
      <p:grpSp>
        <p:nvGrpSpPr>
          <p:cNvPr id="30" name="Group 29">
            <a:extLst>
              <a:ext uri="{FF2B5EF4-FFF2-40B4-BE49-F238E27FC236}">
                <a16:creationId xmlns:a16="http://schemas.microsoft.com/office/drawing/2014/main" id="{CFC182D9-ED71-F5B9-D593-0915B2116BBE}"/>
              </a:ext>
            </a:extLst>
          </p:cNvPr>
          <p:cNvGrpSpPr/>
          <p:nvPr/>
        </p:nvGrpSpPr>
        <p:grpSpPr>
          <a:xfrm>
            <a:off x="2167431" y="802625"/>
            <a:ext cx="3246480" cy="1876680"/>
            <a:chOff x="2167431" y="802625"/>
            <a:chExt cx="3246480" cy="1876680"/>
          </a:xfrm>
        </p:grpSpPr>
        <mc:AlternateContent xmlns:mc="http://schemas.openxmlformats.org/markup-compatibility/2006" xmlns:p14="http://schemas.microsoft.com/office/powerpoint/2010/main">
          <mc:Choice Requires="p14">
            <p:contentPart p14:bwMode="auto" r:id="rId7">
              <p14:nvContentPartPr>
                <p14:cNvPr id="22" name="Ink 21">
                  <a:extLst>
                    <a:ext uri="{FF2B5EF4-FFF2-40B4-BE49-F238E27FC236}">
                      <a16:creationId xmlns:a16="http://schemas.microsoft.com/office/drawing/2014/main" id="{30ECE6D3-F94B-7D21-26A1-0B96E1D9842F}"/>
                    </a:ext>
                  </a:extLst>
                </p14:cNvPr>
                <p14:cNvContentPartPr/>
                <p14:nvPr/>
              </p14:nvContentPartPr>
              <p14:xfrm>
                <a:off x="2167431" y="802625"/>
                <a:ext cx="1617840" cy="518760"/>
              </p14:xfrm>
            </p:contentPart>
          </mc:Choice>
          <mc:Fallback xmlns="">
            <p:pic>
              <p:nvPicPr>
                <p:cNvPr id="22" name="Ink 21">
                  <a:extLst>
                    <a:ext uri="{FF2B5EF4-FFF2-40B4-BE49-F238E27FC236}">
                      <a16:creationId xmlns:a16="http://schemas.microsoft.com/office/drawing/2014/main" id="{30ECE6D3-F94B-7D21-26A1-0B96E1D9842F}"/>
                    </a:ext>
                  </a:extLst>
                </p:cNvPr>
                <p:cNvPicPr/>
                <p:nvPr/>
              </p:nvPicPr>
              <p:blipFill>
                <a:blip r:embed="rId8"/>
                <a:stretch>
                  <a:fillRect/>
                </a:stretch>
              </p:blipFill>
              <p:spPr>
                <a:xfrm>
                  <a:off x="2158791" y="793985"/>
                  <a:ext cx="1635480" cy="536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7D292098-2BBD-3E26-E347-2A70ED87A4F4}"/>
                    </a:ext>
                  </a:extLst>
                </p14:cNvPr>
                <p14:cNvContentPartPr/>
                <p14:nvPr/>
              </p14:nvContentPartPr>
              <p14:xfrm>
                <a:off x="3677631" y="888665"/>
                <a:ext cx="192960" cy="126720"/>
              </p14:xfrm>
            </p:contentPart>
          </mc:Choice>
          <mc:Fallback xmlns="">
            <p:pic>
              <p:nvPicPr>
                <p:cNvPr id="23" name="Ink 22">
                  <a:extLst>
                    <a:ext uri="{FF2B5EF4-FFF2-40B4-BE49-F238E27FC236}">
                      <a16:creationId xmlns:a16="http://schemas.microsoft.com/office/drawing/2014/main" id="{7D292098-2BBD-3E26-E347-2A70ED87A4F4}"/>
                    </a:ext>
                  </a:extLst>
                </p:cNvPr>
                <p:cNvPicPr/>
                <p:nvPr/>
              </p:nvPicPr>
              <p:blipFill>
                <a:blip r:embed="rId10"/>
                <a:stretch>
                  <a:fillRect/>
                </a:stretch>
              </p:blipFill>
              <p:spPr>
                <a:xfrm>
                  <a:off x="3668631" y="880025"/>
                  <a:ext cx="2106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5" name="Ink 24">
                  <a:extLst>
                    <a:ext uri="{FF2B5EF4-FFF2-40B4-BE49-F238E27FC236}">
                      <a16:creationId xmlns:a16="http://schemas.microsoft.com/office/drawing/2014/main" id="{6DC17EB7-328B-BB26-B112-A8AC057FC400}"/>
                    </a:ext>
                  </a:extLst>
                </p14:cNvPr>
                <p14:cNvContentPartPr/>
                <p14:nvPr/>
              </p14:nvContentPartPr>
              <p14:xfrm>
                <a:off x="4379631" y="1198985"/>
                <a:ext cx="5400" cy="3600"/>
              </p14:xfrm>
            </p:contentPart>
          </mc:Choice>
          <mc:Fallback xmlns="">
            <p:pic>
              <p:nvPicPr>
                <p:cNvPr id="25" name="Ink 24">
                  <a:extLst>
                    <a:ext uri="{FF2B5EF4-FFF2-40B4-BE49-F238E27FC236}">
                      <a16:creationId xmlns:a16="http://schemas.microsoft.com/office/drawing/2014/main" id="{6DC17EB7-328B-BB26-B112-A8AC057FC400}"/>
                    </a:ext>
                  </a:extLst>
                </p:cNvPr>
                <p:cNvPicPr/>
                <p:nvPr/>
              </p:nvPicPr>
              <p:blipFill>
                <a:blip r:embed="rId12"/>
                <a:stretch>
                  <a:fillRect/>
                </a:stretch>
              </p:blipFill>
              <p:spPr>
                <a:xfrm>
                  <a:off x="4370991" y="1190345"/>
                  <a:ext cx="230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6" name="Ink 25">
                  <a:extLst>
                    <a:ext uri="{FF2B5EF4-FFF2-40B4-BE49-F238E27FC236}">
                      <a16:creationId xmlns:a16="http://schemas.microsoft.com/office/drawing/2014/main" id="{F6C91676-8CA7-85FE-D57D-6223850BF85C}"/>
                    </a:ext>
                  </a:extLst>
                </p14:cNvPr>
                <p14:cNvContentPartPr/>
                <p14:nvPr/>
              </p14:nvContentPartPr>
              <p14:xfrm>
                <a:off x="4283511" y="1188545"/>
                <a:ext cx="374760" cy="402480"/>
              </p14:xfrm>
            </p:contentPart>
          </mc:Choice>
          <mc:Fallback xmlns="">
            <p:pic>
              <p:nvPicPr>
                <p:cNvPr id="26" name="Ink 25">
                  <a:extLst>
                    <a:ext uri="{FF2B5EF4-FFF2-40B4-BE49-F238E27FC236}">
                      <a16:creationId xmlns:a16="http://schemas.microsoft.com/office/drawing/2014/main" id="{F6C91676-8CA7-85FE-D57D-6223850BF85C}"/>
                    </a:ext>
                  </a:extLst>
                </p:cNvPr>
                <p:cNvPicPr/>
                <p:nvPr/>
              </p:nvPicPr>
              <p:blipFill>
                <a:blip r:embed="rId14"/>
                <a:stretch>
                  <a:fillRect/>
                </a:stretch>
              </p:blipFill>
              <p:spPr>
                <a:xfrm>
                  <a:off x="4274511" y="1179545"/>
                  <a:ext cx="392400" cy="420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7" name="Ink 26">
                  <a:extLst>
                    <a:ext uri="{FF2B5EF4-FFF2-40B4-BE49-F238E27FC236}">
                      <a16:creationId xmlns:a16="http://schemas.microsoft.com/office/drawing/2014/main" id="{0E717FC9-E804-741C-C3FB-1DF385526AFA}"/>
                    </a:ext>
                  </a:extLst>
                </p14:cNvPr>
                <p14:cNvContentPartPr/>
                <p14:nvPr/>
              </p14:nvContentPartPr>
              <p14:xfrm>
                <a:off x="4574391" y="1486625"/>
                <a:ext cx="126720" cy="163800"/>
              </p14:xfrm>
            </p:contentPart>
          </mc:Choice>
          <mc:Fallback xmlns="">
            <p:pic>
              <p:nvPicPr>
                <p:cNvPr id="27" name="Ink 26">
                  <a:extLst>
                    <a:ext uri="{FF2B5EF4-FFF2-40B4-BE49-F238E27FC236}">
                      <a16:creationId xmlns:a16="http://schemas.microsoft.com/office/drawing/2014/main" id="{0E717FC9-E804-741C-C3FB-1DF385526AFA}"/>
                    </a:ext>
                  </a:extLst>
                </p:cNvPr>
                <p:cNvPicPr/>
                <p:nvPr/>
              </p:nvPicPr>
              <p:blipFill>
                <a:blip r:embed="rId16"/>
                <a:stretch>
                  <a:fillRect/>
                </a:stretch>
              </p:blipFill>
              <p:spPr>
                <a:xfrm>
                  <a:off x="4565751" y="1477625"/>
                  <a:ext cx="14436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9" name="Ink 28">
                  <a:extLst>
                    <a:ext uri="{FF2B5EF4-FFF2-40B4-BE49-F238E27FC236}">
                      <a16:creationId xmlns:a16="http://schemas.microsoft.com/office/drawing/2014/main" id="{03981A0D-AF54-B1B2-9B9C-F33D393087CF}"/>
                    </a:ext>
                  </a:extLst>
                </p14:cNvPr>
                <p14:cNvContentPartPr/>
                <p14:nvPr/>
              </p14:nvContentPartPr>
              <p14:xfrm>
                <a:off x="4490511" y="1740425"/>
                <a:ext cx="923400" cy="938880"/>
              </p14:xfrm>
            </p:contentPart>
          </mc:Choice>
          <mc:Fallback xmlns="">
            <p:pic>
              <p:nvPicPr>
                <p:cNvPr id="29" name="Ink 28">
                  <a:extLst>
                    <a:ext uri="{FF2B5EF4-FFF2-40B4-BE49-F238E27FC236}">
                      <a16:creationId xmlns:a16="http://schemas.microsoft.com/office/drawing/2014/main" id="{03981A0D-AF54-B1B2-9B9C-F33D393087CF}"/>
                    </a:ext>
                  </a:extLst>
                </p:cNvPr>
                <p:cNvPicPr/>
                <p:nvPr/>
              </p:nvPicPr>
              <p:blipFill>
                <a:blip r:embed="rId18"/>
                <a:stretch>
                  <a:fillRect/>
                </a:stretch>
              </p:blipFill>
              <p:spPr>
                <a:xfrm>
                  <a:off x="4481511" y="1731425"/>
                  <a:ext cx="941040" cy="956520"/>
                </a:xfrm>
                <a:prstGeom prst="rect">
                  <a:avLst/>
                </a:prstGeom>
              </p:spPr>
            </p:pic>
          </mc:Fallback>
        </mc:AlternateContent>
      </p:grpSp>
      <p:grpSp>
        <p:nvGrpSpPr>
          <p:cNvPr id="37" name="Group 36">
            <a:extLst>
              <a:ext uri="{FF2B5EF4-FFF2-40B4-BE49-F238E27FC236}">
                <a16:creationId xmlns:a16="http://schemas.microsoft.com/office/drawing/2014/main" id="{B2DBFD03-18D8-3373-18D1-4D2D05F053F0}"/>
              </a:ext>
            </a:extLst>
          </p:cNvPr>
          <p:cNvGrpSpPr/>
          <p:nvPr/>
        </p:nvGrpSpPr>
        <p:grpSpPr>
          <a:xfrm>
            <a:off x="500991" y="4733105"/>
            <a:ext cx="1361520" cy="308520"/>
            <a:chOff x="500991" y="4733105"/>
            <a:chExt cx="1361520" cy="308520"/>
          </a:xfrm>
        </p:grpSpPr>
        <mc:AlternateContent xmlns:mc="http://schemas.openxmlformats.org/markup-compatibility/2006" xmlns:p14="http://schemas.microsoft.com/office/powerpoint/2010/main">
          <mc:Choice Requires="p14">
            <p:contentPart p14:bwMode="auto" r:id="rId19">
              <p14:nvContentPartPr>
                <p14:cNvPr id="31" name="Ink 30">
                  <a:extLst>
                    <a:ext uri="{FF2B5EF4-FFF2-40B4-BE49-F238E27FC236}">
                      <a16:creationId xmlns:a16="http://schemas.microsoft.com/office/drawing/2014/main" id="{FB3BD401-8213-1CCB-C65E-A1603235373D}"/>
                    </a:ext>
                  </a:extLst>
                </p14:cNvPr>
                <p14:cNvContentPartPr/>
                <p14:nvPr/>
              </p14:nvContentPartPr>
              <p14:xfrm>
                <a:off x="723111" y="4828505"/>
                <a:ext cx="125640" cy="148320"/>
              </p14:xfrm>
            </p:contentPart>
          </mc:Choice>
          <mc:Fallback xmlns="">
            <p:pic>
              <p:nvPicPr>
                <p:cNvPr id="31" name="Ink 30">
                  <a:extLst>
                    <a:ext uri="{FF2B5EF4-FFF2-40B4-BE49-F238E27FC236}">
                      <a16:creationId xmlns:a16="http://schemas.microsoft.com/office/drawing/2014/main" id="{FB3BD401-8213-1CCB-C65E-A1603235373D}"/>
                    </a:ext>
                  </a:extLst>
                </p:cNvPr>
                <p:cNvPicPr/>
                <p:nvPr/>
              </p:nvPicPr>
              <p:blipFill>
                <a:blip r:embed="rId20"/>
                <a:stretch>
                  <a:fillRect/>
                </a:stretch>
              </p:blipFill>
              <p:spPr>
                <a:xfrm>
                  <a:off x="714111" y="4819505"/>
                  <a:ext cx="14328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2" name="Ink 31">
                  <a:extLst>
                    <a:ext uri="{FF2B5EF4-FFF2-40B4-BE49-F238E27FC236}">
                      <a16:creationId xmlns:a16="http://schemas.microsoft.com/office/drawing/2014/main" id="{7B64C656-D5A1-4547-F682-759F9383FD0F}"/>
                    </a:ext>
                  </a:extLst>
                </p14:cNvPr>
                <p14:cNvContentPartPr/>
                <p14:nvPr/>
              </p14:nvContentPartPr>
              <p14:xfrm>
                <a:off x="500991" y="4832105"/>
                <a:ext cx="154080" cy="209520"/>
              </p14:xfrm>
            </p:contentPart>
          </mc:Choice>
          <mc:Fallback xmlns="">
            <p:pic>
              <p:nvPicPr>
                <p:cNvPr id="32" name="Ink 31">
                  <a:extLst>
                    <a:ext uri="{FF2B5EF4-FFF2-40B4-BE49-F238E27FC236}">
                      <a16:creationId xmlns:a16="http://schemas.microsoft.com/office/drawing/2014/main" id="{7B64C656-D5A1-4547-F682-759F9383FD0F}"/>
                    </a:ext>
                  </a:extLst>
                </p:cNvPr>
                <p:cNvPicPr/>
                <p:nvPr/>
              </p:nvPicPr>
              <p:blipFill>
                <a:blip r:embed="rId22"/>
                <a:stretch>
                  <a:fillRect/>
                </a:stretch>
              </p:blipFill>
              <p:spPr>
                <a:xfrm>
                  <a:off x="491991" y="4823105"/>
                  <a:ext cx="17172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3" name="Ink 32">
                  <a:extLst>
                    <a:ext uri="{FF2B5EF4-FFF2-40B4-BE49-F238E27FC236}">
                      <a16:creationId xmlns:a16="http://schemas.microsoft.com/office/drawing/2014/main" id="{2496A082-699B-0A36-C161-2756B2B4405B}"/>
                    </a:ext>
                  </a:extLst>
                </p14:cNvPr>
                <p14:cNvContentPartPr/>
                <p14:nvPr/>
              </p14:nvContentPartPr>
              <p14:xfrm>
                <a:off x="555711" y="4918505"/>
                <a:ext cx="48960" cy="32760"/>
              </p14:xfrm>
            </p:contentPart>
          </mc:Choice>
          <mc:Fallback xmlns="">
            <p:pic>
              <p:nvPicPr>
                <p:cNvPr id="33" name="Ink 32">
                  <a:extLst>
                    <a:ext uri="{FF2B5EF4-FFF2-40B4-BE49-F238E27FC236}">
                      <a16:creationId xmlns:a16="http://schemas.microsoft.com/office/drawing/2014/main" id="{2496A082-699B-0A36-C161-2756B2B4405B}"/>
                    </a:ext>
                  </a:extLst>
                </p:cNvPr>
                <p:cNvPicPr/>
                <p:nvPr/>
              </p:nvPicPr>
              <p:blipFill>
                <a:blip r:embed="rId24"/>
                <a:stretch>
                  <a:fillRect/>
                </a:stretch>
              </p:blipFill>
              <p:spPr>
                <a:xfrm>
                  <a:off x="546711" y="4909505"/>
                  <a:ext cx="6660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4" name="Ink 33">
                  <a:extLst>
                    <a:ext uri="{FF2B5EF4-FFF2-40B4-BE49-F238E27FC236}">
                      <a16:creationId xmlns:a16="http://schemas.microsoft.com/office/drawing/2014/main" id="{5DE7B43A-9644-645C-C673-AFF5353864F0}"/>
                    </a:ext>
                  </a:extLst>
                </p14:cNvPr>
                <p14:cNvContentPartPr/>
                <p14:nvPr/>
              </p14:nvContentPartPr>
              <p14:xfrm>
                <a:off x="828231" y="4804745"/>
                <a:ext cx="735120" cy="70200"/>
              </p14:xfrm>
            </p:contentPart>
          </mc:Choice>
          <mc:Fallback xmlns="">
            <p:pic>
              <p:nvPicPr>
                <p:cNvPr id="34" name="Ink 33">
                  <a:extLst>
                    <a:ext uri="{FF2B5EF4-FFF2-40B4-BE49-F238E27FC236}">
                      <a16:creationId xmlns:a16="http://schemas.microsoft.com/office/drawing/2014/main" id="{5DE7B43A-9644-645C-C673-AFF5353864F0}"/>
                    </a:ext>
                  </a:extLst>
                </p:cNvPr>
                <p:cNvPicPr/>
                <p:nvPr/>
              </p:nvPicPr>
              <p:blipFill>
                <a:blip r:embed="rId26"/>
                <a:stretch>
                  <a:fillRect/>
                </a:stretch>
              </p:blipFill>
              <p:spPr>
                <a:xfrm>
                  <a:off x="819591" y="4796105"/>
                  <a:ext cx="75276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5" name="Ink 34">
                  <a:extLst>
                    <a:ext uri="{FF2B5EF4-FFF2-40B4-BE49-F238E27FC236}">
                      <a16:creationId xmlns:a16="http://schemas.microsoft.com/office/drawing/2014/main" id="{9DEB4D5C-EE5A-D0B7-20E7-969AFCDB1486}"/>
                    </a:ext>
                  </a:extLst>
                </p14:cNvPr>
                <p14:cNvContentPartPr/>
                <p14:nvPr/>
              </p14:nvContentPartPr>
              <p14:xfrm>
                <a:off x="1541751" y="4733105"/>
                <a:ext cx="136440" cy="132480"/>
              </p14:xfrm>
            </p:contentPart>
          </mc:Choice>
          <mc:Fallback xmlns="">
            <p:pic>
              <p:nvPicPr>
                <p:cNvPr id="35" name="Ink 34">
                  <a:extLst>
                    <a:ext uri="{FF2B5EF4-FFF2-40B4-BE49-F238E27FC236}">
                      <a16:creationId xmlns:a16="http://schemas.microsoft.com/office/drawing/2014/main" id="{9DEB4D5C-EE5A-D0B7-20E7-969AFCDB1486}"/>
                    </a:ext>
                  </a:extLst>
                </p:cNvPr>
                <p:cNvPicPr/>
                <p:nvPr/>
              </p:nvPicPr>
              <p:blipFill>
                <a:blip r:embed="rId28"/>
                <a:stretch>
                  <a:fillRect/>
                </a:stretch>
              </p:blipFill>
              <p:spPr>
                <a:xfrm>
                  <a:off x="1532751" y="4724465"/>
                  <a:ext cx="15408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6" name="Ink 35">
                  <a:extLst>
                    <a:ext uri="{FF2B5EF4-FFF2-40B4-BE49-F238E27FC236}">
                      <a16:creationId xmlns:a16="http://schemas.microsoft.com/office/drawing/2014/main" id="{5D5C8CEC-49C4-7CFC-08D3-ACE9FFD73E3B}"/>
                    </a:ext>
                  </a:extLst>
                </p14:cNvPr>
                <p14:cNvContentPartPr/>
                <p14:nvPr/>
              </p14:nvContentPartPr>
              <p14:xfrm>
                <a:off x="1706631" y="4809425"/>
                <a:ext cx="155880" cy="178200"/>
              </p14:xfrm>
            </p:contentPart>
          </mc:Choice>
          <mc:Fallback xmlns="">
            <p:pic>
              <p:nvPicPr>
                <p:cNvPr id="36" name="Ink 35">
                  <a:extLst>
                    <a:ext uri="{FF2B5EF4-FFF2-40B4-BE49-F238E27FC236}">
                      <a16:creationId xmlns:a16="http://schemas.microsoft.com/office/drawing/2014/main" id="{5D5C8CEC-49C4-7CFC-08D3-ACE9FFD73E3B}"/>
                    </a:ext>
                  </a:extLst>
                </p:cNvPr>
                <p:cNvPicPr/>
                <p:nvPr/>
              </p:nvPicPr>
              <p:blipFill>
                <a:blip r:embed="rId30"/>
                <a:stretch>
                  <a:fillRect/>
                </a:stretch>
              </p:blipFill>
              <p:spPr>
                <a:xfrm>
                  <a:off x="1697991" y="4800425"/>
                  <a:ext cx="173520" cy="195840"/>
                </a:xfrm>
                <a:prstGeom prst="rect">
                  <a:avLst/>
                </a:prstGeom>
              </p:spPr>
            </p:pic>
          </mc:Fallback>
        </mc:AlternateContent>
      </p:grpSp>
      <p:grpSp>
        <p:nvGrpSpPr>
          <p:cNvPr id="40" name="Group 39">
            <a:extLst>
              <a:ext uri="{FF2B5EF4-FFF2-40B4-BE49-F238E27FC236}">
                <a16:creationId xmlns:a16="http://schemas.microsoft.com/office/drawing/2014/main" id="{900AE64A-A6FC-8DF6-34C9-153BB5D52CB6}"/>
              </a:ext>
            </a:extLst>
          </p:cNvPr>
          <p:cNvGrpSpPr/>
          <p:nvPr/>
        </p:nvGrpSpPr>
        <p:grpSpPr>
          <a:xfrm>
            <a:off x="1178151" y="4751825"/>
            <a:ext cx="118440" cy="188640"/>
            <a:chOff x="1178151" y="4751825"/>
            <a:chExt cx="118440" cy="188640"/>
          </a:xfrm>
        </p:grpSpPr>
        <mc:AlternateContent xmlns:mc="http://schemas.openxmlformats.org/markup-compatibility/2006" xmlns:p14="http://schemas.microsoft.com/office/powerpoint/2010/main">
          <mc:Choice Requires="p14">
            <p:contentPart p14:bwMode="auto" r:id="rId31">
              <p14:nvContentPartPr>
                <p14:cNvPr id="38" name="Ink 37">
                  <a:extLst>
                    <a:ext uri="{FF2B5EF4-FFF2-40B4-BE49-F238E27FC236}">
                      <a16:creationId xmlns:a16="http://schemas.microsoft.com/office/drawing/2014/main" id="{258B8226-3455-C464-0CF3-321D2CB0EC2C}"/>
                    </a:ext>
                  </a:extLst>
                </p14:cNvPr>
                <p14:cNvContentPartPr/>
                <p14:nvPr/>
              </p14:nvContentPartPr>
              <p14:xfrm>
                <a:off x="1184271" y="4809425"/>
                <a:ext cx="112320" cy="25200"/>
              </p14:xfrm>
            </p:contentPart>
          </mc:Choice>
          <mc:Fallback xmlns="">
            <p:pic>
              <p:nvPicPr>
                <p:cNvPr id="38" name="Ink 37">
                  <a:extLst>
                    <a:ext uri="{FF2B5EF4-FFF2-40B4-BE49-F238E27FC236}">
                      <a16:creationId xmlns:a16="http://schemas.microsoft.com/office/drawing/2014/main" id="{258B8226-3455-C464-0CF3-321D2CB0EC2C}"/>
                    </a:ext>
                  </a:extLst>
                </p:cNvPr>
                <p:cNvPicPr/>
                <p:nvPr/>
              </p:nvPicPr>
              <p:blipFill>
                <a:blip r:embed="rId32"/>
                <a:stretch>
                  <a:fillRect/>
                </a:stretch>
              </p:blipFill>
              <p:spPr>
                <a:xfrm>
                  <a:off x="1175271" y="4800785"/>
                  <a:ext cx="12996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9" name="Ink 38">
                  <a:extLst>
                    <a:ext uri="{FF2B5EF4-FFF2-40B4-BE49-F238E27FC236}">
                      <a16:creationId xmlns:a16="http://schemas.microsoft.com/office/drawing/2014/main" id="{233C4AD1-8A5E-90E5-9AFD-50F087E220DD}"/>
                    </a:ext>
                  </a:extLst>
                </p14:cNvPr>
                <p14:cNvContentPartPr/>
                <p14:nvPr/>
              </p14:nvContentPartPr>
              <p14:xfrm>
                <a:off x="1178151" y="4751825"/>
                <a:ext cx="70200" cy="188640"/>
              </p14:xfrm>
            </p:contentPart>
          </mc:Choice>
          <mc:Fallback xmlns="">
            <p:pic>
              <p:nvPicPr>
                <p:cNvPr id="39" name="Ink 38">
                  <a:extLst>
                    <a:ext uri="{FF2B5EF4-FFF2-40B4-BE49-F238E27FC236}">
                      <a16:creationId xmlns:a16="http://schemas.microsoft.com/office/drawing/2014/main" id="{233C4AD1-8A5E-90E5-9AFD-50F087E220DD}"/>
                    </a:ext>
                  </a:extLst>
                </p:cNvPr>
                <p:cNvPicPr/>
                <p:nvPr/>
              </p:nvPicPr>
              <p:blipFill>
                <a:blip r:embed="rId34"/>
                <a:stretch>
                  <a:fillRect/>
                </a:stretch>
              </p:blipFill>
              <p:spPr>
                <a:xfrm>
                  <a:off x="1169151" y="4742825"/>
                  <a:ext cx="87840" cy="206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5">
            <p14:nvContentPartPr>
              <p14:cNvPr id="59" name="Ink 58">
                <a:extLst>
                  <a:ext uri="{FF2B5EF4-FFF2-40B4-BE49-F238E27FC236}">
                    <a16:creationId xmlns:a16="http://schemas.microsoft.com/office/drawing/2014/main" id="{EBEBADB6-71F9-C270-6607-82207587E397}"/>
                  </a:ext>
                </a:extLst>
              </p14:cNvPr>
              <p14:cNvContentPartPr/>
              <p14:nvPr/>
            </p14:nvContentPartPr>
            <p14:xfrm>
              <a:off x="4344351" y="4698185"/>
              <a:ext cx="334080" cy="151920"/>
            </p14:xfrm>
          </p:contentPart>
        </mc:Choice>
        <mc:Fallback xmlns="">
          <p:pic>
            <p:nvPicPr>
              <p:cNvPr id="59" name="Ink 58">
                <a:extLst>
                  <a:ext uri="{FF2B5EF4-FFF2-40B4-BE49-F238E27FC236}">
                    <a16:creationId xmlns:a16="http://schemas.microsoft.com/office/drawing/2014/main" id="{EBEBADB6-71F9-C270-6607-82207587E397}"/>
                  </a:ext>
                </a:extLst>
              </p:cNvPr>
              <p:cNvPicPr/>
              <p:nvPr/>
            </p:nvPicPr>
            <p:blipFill>
              <a:blip r:embed="rId36"/>
              <a:stretch>
                <a:fillRect/>
              </a:stretch>
            </p:blipFill>
            <p:spPr>
              <a:xfrm>
                <a:off x="4335351" y="4689185"/>
                <a:ext cx="351720" cy="169560"/>
              </a:xfrm>
              <a:prstGeom prst="rect">
                <a:avLst/>
              </a:prstGeom>
            </p:spPr>
          </p:pic>
        </mc:Fallback>
      </mc:AlternateContent>
      <p:grpSp>
        <p:nvGrpSpPr>
          <p:cNvPr id="61" name="Group 60">
            <a:extLst>
              <a:ext uri="{FF2B5EF4-FFF2-40B4-BE49-F238E27FC236}">
                <a16:creationId xmlns:a16="http://schemas.microsoft.com/office/drawing/2014/main" id="{019D8332-2A71-4FB8-AC03-BE0F5B7D2152}"/>
              </a:ext>
            </a:extLst>
          </p:cNvPr>
          <p:cNvGrpSpPr/>
          <p:nvPr/>
        </p:nvGrpSpPr>
        <p:grpSpPr>
          <a:xfrm>
            <a:off x="3121791" y="4593065"/>
            <a:ext cx="1769040" cy="409320"/>
            <a:chOff x="3121791" y="4593065"/>
            <a:chExt cx="1769040" cy="409320"/>
          </a:xfrm>
        </p:grpSpPr>
        <mc:AlternateContent xmlns:mc="http://schemas.openxmlformats.org/markup-compatibility/2006" xmlns:p14="http://schemas.microsoft.com/office/powerpoint/2010/main">
          <mc:Choice Requires="p14">
            <p:contentPart p14:bwMode="auto" r:id="rId37">
              <p14:nvContentPartPr>
                <p14:cNvPr id="44" name="Ink 43">
                  <a:extLst>
                    <a:ext uri="{FF2B5EF4-FFF2-40B4-BE49-F238E27FC236}">
                      <a16:creationId xmlns:a16="http://schemas.microsoft.com/office/drawing/2014/main" id="{0C15811A-B776-DA8B-5E85-DF0920299970}"/>
                    </a:ext>
                  </a:extLst>
                </p14:cNvPr>
                <p14:cNvContentPartPr/>
                <p14:nvPr/>
              </p14:nvContentPartPr>
              <p14:xfrm>
                <a:off x="4788591" y="4786385"/>
                <a:ext cx="102240" cy="166680"/>
              </p14:xfrm>
            </p:contentPart>
          </mc:Choice>
          <mc:Fallback xmlns="">
            <p:pic>
              <p:nvPicPr>
                <p:cNvPr id="44" name="Ink 43">
                  <a:extLst>
                    <a:ext uri="{FF2B5EF4-FFF2-40B4-BE49-F238E27FC236}">
                      <a16:creationId xmlns:a16="http://schemas.microsoft.com/office/drawing/2014/main" id="{0C15811A-B776-DA8B-5E85-DF0920299970}"/>
                    </a:ext>
                  </a:extLst>
                </p:cNvPr>
                <p:cNvPicPr/>
                <p:nvPr/>
              </p:nvPicPr>
              <p:blipFill>
                <a:blip r:embed="rId38"/>
                <a:stretch>
                  <a:fillRect/>
                </a:stretch>
              </p:blipFill>
              <p:spPr>
                <a:xfrm>
                  <a:off x="4779951" y="4777385"/>
                  <a:ext cx="11988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5" name="Ink 44">
                  <a:extLst>
                    <a:ext uri="{FF2B5EF4-FFF2-40B4-BE49-F238E27FC236}">
                      <a16:creationId xmlns:a16="http://schemas.microsoft.com/office/drawing/2014/main" id="{1EBAF92B-0A3B-8FDF-24DB-C94135281CA2}"/>
                    </a:ext>
                  </a:extLst>
                </p14:cNvPr>
                <p14:cNvContentPartPr/>
                <p14:nvPr/>
              </p14:nvContentPartPr>
              <p14:xfrm>
                <a:off x="4602831" y="4842905"/>
                <a:ext cx="96840" cy="98280"/>
              </p14:xfrm>
            </p:contentPart>
          </mc:Choice>
          <mc:Fallback xmlns="">
            <p:pic>
              <p:nvPicPr>
                <p:cNvPr id="45" name="Ink 44">
                  <a:extLst>
                    <a:ext uri="{FF2B5EF4-FFF2-40B4-BE49-F238E27FC236}">
                      <a16:creationId xmlns:a16="http://schemas.microsoft.com/office/drawing/2014/main" id="{1EBAF92B-0A3B-8FDF-24DB-C94135281CA2}"/>
                    </a:ext>
                  </a:extLst>
                </p:cNvPr>
                <p:cNvPicPr/>
                <p:nvPr/>
              </p:nvPicPr>
              <p:blipFill>
                <a:blip r:embed="rId40"/>
                <a:stretch>
                  <a:fillRect/>
                </a:stretch>
              </p:blipFill>
              <p:spPr>
                <a:xfrm>
                  <a:off x="4593831" y="4834265"/>
                  <a:ext cx="1144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1" name="Ink 40">
                  <a:extLst>
                    <a:ext uri="{FF2B5EF4-FFF2-40B4-BE49-F238E27FC236}">
                      <a16:creationId xmlns:a16="http://schemas.microsoft.com/office/drawing/2014/main" id="{EF80055F-6533-5D28-31F8-7AA110AFACB2}"/>
                    </a:ext>
                  </a:extLst>
                </p14:cNvPr>
                <p14:cNvContentPartPr/>
                <p14:nvPr/>
              </p14:nvContentPartPr>
              <p14:xfrm>
                <a:off x="3336351" y="4856945"/>
                <a:ext cx="97920" cy="145440"/>
              </p14:xfrm>
            </p:contentPart>
          </mc:Choice>
          <mc:Fallback xmlns="">
            <p:pic>
              <p:nvPicPr>
                <p:cNvPr id="41" name="Ink 40">
                  <a:extLst>
                    <a:ext uri="{FF2B5EF4-FFF2-40B4-BE49-F238E27FC236}">
                      <a16:creationId xmlns:a16="http://schemas.microsoft.com/office/drawing/2014/main" id="{EF80055F-6533-5D28-31F8-7AA110AFACB2}"/>
                    </a:ext>
                  </a:extLst>
                </p:cNvPr>
                <p:cNvPicPr/>
                <p:nvPr/>
              </p:nvPicPr>
              <p:blipFill>
                <a:blip r:embed="rId42"/>
                <a:stretch>
                  <a:fillRect/>
                </a:stretch>
              </p:blipFill>
              <p:spPr>
                <a:xfrm>
                  <a:off x="3327711" y="4848305"/>
                  <a:ext cx="1155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2" name="Ink 41">
                  <a:extLst>
                    <a:ext uri="{FF2B5EF4-FFF2-40B4-BE49-F238E27FC236}">
                      <a16:creationId xmlns:a16="http://schemas.microsoft.com/office/drawing/2014/main" id="{AF20AAF5-42DB-5139-4B91-FE99C12F8DB5}"/>
                    </a:ext>
                  </a:extLst>
                </p14:cNvPr>
                <p14:cNvContentPartPr/>
                <p14:nvPr/>
              </p14:nvContentPartPr>
              <p14:xfrm>
                <a:off x="3121791" y="4843625"/>
                <a:ext cx="106920" cy="146160"/>
              </p14:xfrm>
            </p:contentPart>
          </mc:Choice>
          <mc:Fallback xmlns="">
            <p:pic>
              <p:nvPicPr>
                <p:cNvPr id="42" name="Ink 41">
                  <a:extLst>
                    <a:ext uri="{FF2B5EF4-FFF2-40B4-BE49-F238E27FC236}">
                      <a16:creationId xmlns:a16="http://schemas.microsoft.com/office/drawing/2014/main" id="{AF20AAF5-42DB-5139-4B91-FE99C12F8DB5}"/>
                    </a:ext>
                  </a:extLst>
                </p:cNvPr>
                <p:cNvPicPr/>
                <p:nvPr/>
              </p:nvPicPr>
              <p:blipFill>
                <a:blip r:embed="rId44"/>
                <a:stretch>
                  <a:fillRect/>
                </a:stretch>
              </p:blipFill>
              <p:spPr>
                <a:xfrm>
                  <a:off x="3112791" y="4834985"/>
                  <a:ext cx="12456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3" name="Ink 42">
                  <a:extLst>
                    <a:ext uri="{FF2B5EF4-FFF2-40B4-BE49-F238E27FC236}">
                      <a16:creationId xmlns:a16="http://schemas.microsoft.com/office/drawing/2014/main" id="{198C5C0B-BC44-B6DF-5599-75AB5E071F81}"/>
                    </a:ext>
                  </a:extLst>
                </p14:cNvPr>
                <p14:cNvContentPartPr/>
                <p14:nvPr/>
              </p14:nvContentPartPr>
              <p14:xfrm>
                <a:off x="3143391" y="4870985"/>
                <a:ext cx="111600" cy="105480"/>
              </p14:xfrm>
            </p:contentPart>
          </mc:Choice>
          <mc:Fallback xmlns="">
            <p:pic>
              <p:nvPicPr>
                <p:cNvPr id="43" name="Ink 42">
                  <a:extLst>
                    <a:ext uri="{FF2B5EF4-FFF2-40B4-BE49-F238E27FC236}">
                      <a16:creationId xmlns:a16="http://schemas.microsoft.com/office/drawing/2014/main" id="{198C5C0B-BC44-B6DF-5599-75AB5E071F81}"/>
                    </a:ext>
                  </a:extLst>
                </p:cNvPr>
                <p:cNvPicPr/>
                <p:nvPr/>
              </p:nvPicPr>
              <p:blipFill>
                <a:blip r:embed="rId46"/>
                <a:stretch>
                  <a:fillRect/>
                </a:stretch>
              </p:blipFill>
              <p:spPr>
                <a:xfrm>
                  <a:off x="3134751" y="4861985"/>
                  <a:ext cx="12924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8" name="Ink 47">
                  <a:extLst>
                    <a:ext uri="{FF2B5EF4-FFF2-40B4-BE49-F238E27FC236}">
                      <a16:creationId xmlns:a16="http://schemas.microsoft.com/office/drawing/2014/main" id="{9AA960A1-ED96-2A4A-B433-4CDDB48201AA}"/>
                    </a:ext>
                  </a:extLst>
                </p14:cNvPr>
                <p14:cNvContentPartPr/>
                <p14:nvPr/>
              </p14:nvContentPartPr>
              <p14:xfrm>
                <a:off x="3440391" y="4718705"/>
                <a:ext cx="329760" cy="181800"/>
              </p14:xfrm>
            </p:contentPart>
          </mc:Choice>
          <mc:Fallback xmlns="">
            <p:pic>
              <p:nvPicPr>
                <p:cNvPr id="48" name="Ink 47">
                  <a:extLst>
                    <a:ext uri="{FF2B5EF4-FFF2-40B4-BE49-F238E27FC236}">
                      <a16:creationId xmlns:a16="http://schemas.microsoft.com/office/drawing/2014/main" id="{9AA960A1-ED96-2A4A-B433-4CDDB48201AA}"/>
                    </a:ext>
                  </a:extLst>
                </p:cNvPr>
                <p:cNvPicPr/>
                <p:nvPr/>
              </p:nvPicPr>
              <p:blipFill>
                <a:blip r:embed="rId48"/>
                <a:stretch>
                  <a:fillRect/>
                </a:stretch>
              </p:blipFill>
              <p:spPr>
                <a:xfrm>
                  <a:off x="3431391" y="4709705"/>
                  <a:ext cx="34740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9" name="Ink 48">
                  <a:extLst>
                    <a:ext uri="{FF2B5EF4-FFF2-40B4-BE49-F238E27FC236}">
                      <a16:creationId xmlns:a16="http://schemas.microsoft.com/office/drawing/2014/main" id="{3064045B-8BDC-7939-39FA-0962159230BA}"/>
                    </a:ext>
                  </a:extLst>
                </p14:cNvPr>
                <p14:cNvContentPartPr/>
                <p14:nvPr/>
              </p14:nvContentPartPr>
              <p14:xfrm>
                <a:off x="3758271" y="4666865"/>
                <a:ext cx="112680" cy="101880"/>
              </p14:xfrm>
            </p:contentPart>
          </mc:Choice>
          <mc:Fallback xmlns="">
            <p:pic>
              <p:nvPicPr>
                <p:cNvPr id="49" name="Ink 48">
                  <a:extLst>
                    <a:ext uri="{FF2B5EF4-FFF2-40B4-BE49-F238E27FC236}">
                      <a16:creationId xmlns:a16="http://schemas.microsoft.com/office/drawing/2014/main" id="{3064045B-8BDC-7939-39FA-0962159230BA}"/>
                    </a:ext>
                  </a:extLst>
                </p:cNvPr>
                <p:cNvPicPr/>
                <p:nvPr/>
              </p:nvPicPr>
              <p:blipFill>
                <a:blip r:embed="rId50"/>
                <a:stretch>
                  <a:fillRect/>
                </a:stretch>
              </p:blipFill>
              <p:spPr>
                <a:xfrm>
                  <a:off x="3749631" y="4657865"/>
                  <a:ext cx="13032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1" name="Ink 50">
                  <a:extLst>
                    <a:ext uri="{FF2B5EF4-FFF2-40B4-BE49-F238E27FC236}">
                      <a16:creationId xmlns:a16="http://schemas.microsoft.com/office/drawing/2014/main" id="{3F46CBBB-46A5-A16C-94C5-DC1074DF6CF0}"/>
                    </a:ext>
                  </a:extLst>
                </p14:cNvPr>
                <p14:cNvContentPartPr/>
                <p14:nvPr/>
              </p14:nvContentPartPr>
              <p14:xfrm>
                <a:off x="3641991" y="4593065"/>
                <a:ext cx="81720" cy="74880"/>
              </p14:xfrm>
            </p:contentPart>
          </mc:Choice>
          <mc:Fallback xmlns="">
            <p:pic>
              <p:nvPicPr>
                <p:cNvPr id="51" name="Ink 50">
                  <a:extLst>
                    <a:ext uri="{FF2B5EF4-FFF2-40B4-BE49-F238E27FC236}">
                      <a16:creationId xmlns:a16="http://schemas.microsoft.com/office/drawing/2014/main" id="{3F46CBBB-46A5-A16C-94C5-DC1074DF6CF0}"/>
                    </a:ext>
                  </a:extLst>
                </p:cNvPr>
                <p:cNvPicPr/>
                <p:nvPr/>
              </p:nvPicPr>
              <p:blipFill>
                <a:blip r:embed="rId52"/>
                <a:stretch>
                  <a:fillRect/>
                </a:stretch>
              </p:blipFill>
              <p:spPr>
                <a:xfrm>
                  <a:off x="3633351" y="4584065"/>
                  <a:ext cx="993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3" name="Ink 52">
                  <a:extLst>
                    <a:ext uri="{FF2B5EF4-FFF2-40B4-BE49-F238E27FC236}">
                      <a16:creationId xmlns:a16="http://schemas.microsoft.com/office/drawing/2014/main" id="{28208A68-CD05-0E6B-E6D2-D42B5BE9245E}"/>
                    </a:ext>
                  </a:extLst>
                </p14:cNvPr>
                <p14:cNvContentPartPr/>
                <p14:nvPr/>
              </p14:nvContentPartPr>
              <p14:xfrm>
                <a:off x="3869511" y="4687745"/>
                <a:ext cx="345600" cy="30600"/>
              </p14:xfrm>
            </p:contentPart>
          </mc:Choice>
          <mc:Fallback xmlns="">
            <p:pic>
              <p:nvPicPr>
                <p:cNvPr id="53" name="Ink 52">
                  <a:extLst>
                    <a:ext uri="{FF2B5EF4-FFF2-40B4-BE49-F238E27FC236}">
                      <a16:creationId xmlns:a16="http://schemas.microsoft.com/office/drawing/2014/main" id="{28208A68-CD05-0E6B-E6D2-D42B5BE9245E}"/>
                    </a:ext>
                  </a:extLst>
                </p:cNvPr>
                <p:cNvPicPr/>
                <p:nvPr/>
              </p:nvPicPr>
              <p:blipFill>
                <a:blip r:embed="rId54"/>
                <a:stretch>
                  <a:fillRect/>
                </a:stretch>
              </p:blipFill>
              <p:spPr>
                <a:xfrm>
                  <a:off x="3860871" y="4679105"/>
                  <a:ext cx="36324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4" name="Ink 53">
                  <a:extLst>
                    <a:ext uri="{FF2B5EF4-FFF2-40B4-BE49-F238E27FC236}">
                      <a16:creationId xmlns:a16="http://schemas.microsoft.com/office/drawing/2014/main" id="{2BF0B5C8-C435-7C90-44B4-D643F91B30F7}"/>
                    </a:ext>
                  </a:extLst>
                </p14:cNvPr>
                <p14:cNvContentPartPr/>
                <p14:nvPr/>
              </p14:nvContentPartPr>
              <p14:xfrm>
                <a:off x="4204311" y="4621865"/>
                <a:ext cx="131040" cy="122400"/>
              </p14:xfrm>
            </p:contentPart>
          </mc:Choice>
          <mc:Fallback xmlns="">
            <p:pic>
              <p:nvPicPr>
                <p:cNvPr id="54" name="Ink 53">
                  <a:extLst>
                    <a:ext uri="{FF2B5EF4-FFF2-40B4-BE49-F238E27FC236}">
                      <a16:creationId xmlns:a16="http://schemas.microsoft.com/office/drawing/2014/main" id="{2BF0B5C8-C435-7C90-44B4-D643F91B30F7}"/>
                    </a:ext>
                  </a:extLst>
                </p:cNvPr>
                <p:cNvPicPr/>
                <p:nvPr/>
              </p:nvPicPr>
              <p:blipFill>
                <a:blip r:embed="rId56"/>
                <a:stretch>
                  <a:fillRect/>
                </a:stretch>
              </p:blipFill>
              <p:spPr>
                <a:xfrm>
                  <a:off x="4195671" y="4613225"/>
                  <a:ext cx="14868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5" name="Ink 54">
                  <a:extLst>
                    <a:ext uri="{FF2B5EF4-FFF2-40B4-BE49-F238E27FC236}">
                      <a16:creationId xmlns:a16="http://schemas.microsoft.com/office/drawing/2014/main" id="{92104028-4356-27F2-9947-76CC7BD9DF90}"/>
                    </a:ext>
                  </a:extLst>
                </p14:cNvPr>
                <p14:cNvContentPartPr/>
                <p14:nvPr/>
              </p14:nvContentPartPr>
              <p14:xfrm>
                <a:off x="4220511" y="4786745"/>
                <a:ext cx="20520" cy="70560"/>
              </p14:xfrm>
            </p:contentPart>
          </mc:Choice>
          <mc:Fallback xmlns="">
            <p:pic>
              <p:nvPicPr>
                <p:cNvPr id="55" name="Ink 54">
                  <a:extLst>
                    <a:ext uri="{FF2B5EF4-FFF2-40B4-BE49-F238E27FC236}">
                      <a16:creationId xmlns:a16="http://schemas.microsoft.com/office/drawing/2014/main" id="{92104028-4356-27F2-9947-76CC7BD9DF90}"/>
                    </a:ext>
                  </a:extLst>
                </p:cNvPr>
                <p:cNvPicPr/>
                <p:nvPr/>
              </p:nvPicPr>
              <p:blipFill>
                <a:blip r:embed="rId58"/>
                <a:stretch>
                  <a:fillRect/>
                </a:stretch>
              </p:blipFill>
              <p:spPr>
                <a:xfrm>
                  <a:off x="4211871" y="4778105"/>
                  <a:ext cx="3816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6" name="Ink 55">
                  <a:extLst>
                    <a:ext uri="{FF2B5EF4-FFF2-40B4-BE49-F238E27FC236}">
                      <a16:creationId xmlns:a16="http://schemas.microsoft.com/office/drawing/2014/main" id="{3F42A13A-48E6-0E9F-5FE7-5C16788D3D0E}"/>
                    </a:ext>
                  </a:extLst>
                </p14:cNvPr>
                <p14:cNvContentPartPr/>
                <p14:nvPr/>
              </p14:nvContentPartPr>
              <p14:xfrm>
                <a:off x="4202511" y="4769105"/>
                <a:ext cx="91440" cy="105480"/>
              </p14:xfrm>
            </p:contentPart>
          </mc:Choice>
          <mc:Fallback xmlns="">
            <p:pic>
              <p:nvPicPr>
                <p:cNvPr id="56" name="Ink 55">
                  <a:extLst>
                    <a:ext uri="{FF2B5EF4-FFF2-40B4-BE49-F238E27FC236}">
                      <a16:creationId xmlns:a16="http://schemas.microsoft.com/office/drawing/2014/main" id="{3F42A13A-48E6-0E9F-5FE7-5C16788D3D0E}"/>
                    </a:ext>
                  </a:extLst>
                </p:cNvPr>
                <p:cNvPicPr/>
                <p:nvPr/>
              </p:nvPicPr>
              <p:blipFill>
                <a:blip r:embed="rId60"/>
                <a:stretch>
                  <a:fillRect/>
                </a:stretch>
              </p:blipFill>
              <p:spPr>
                <a:xfrm>
                  <a:off x="4193871" y="4760465"/>
                  <a:ext cx="10908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0" name="Ink 59">
                  <a:extLst>
                    <a:ext uri="{FF2B5EF4-FFF2-40B4-BE49-F238E27FC236}">
                      <a16:creationId xmlns:a16="http://schemas.microsoft.com/office/drawing/2014/main" id="{BB4AD5C4-C110-5AA8-4FE7-6D43CA13FF1B}"/>
                    </a:ext>
                  </a:extLst>
                </p14:cNvPr>
                <p14:cNvContentPartPr/>
                <p14:nvPr/>
              </p14:nvContentPartPr>
              <p14:xfrm>
                <a:off x="4374951" y="4824185"/>
                <a:ext cx="97200" cy="125640"/>
              </p14:xfrm>
            </p:contentPart>
          </mc:Choice>
          <mc:Fallback xmlns="">
            <p:pic>
              <p:nvPicPr>
                <p:cNvPr id="60" name="Ink 59">
                  <a:extLst>
                    <a:ext uri="{FF2B5EF4-FFF2-40B4-BE49-F238E27FC236}">
                      <a16:creationId xmlns:a16="http://schemas.microsoft.com/office/drawing/2014/main" id="{BB4AD5C4-C110-5AA8-4FE7-6D43CA13FF1B}"/>
                    </a:ext>
                  </a:extLst>
                </p:cNvPr>
                <p:cNvPicPr/>
                <p:nvPr/>
              </p:nvPicPr>
              <p:blipFill>
                <a:blip r:embed="rId62"/>
                <a:stretch>
                  <a:fillRect/>
                </a:stretch>
              </p:blipFill>
              <p:spPr>
                <a:xfrm>
                  <a:off x="4365951" y="4815185"/>
                  <a:ext cx="114840" cy="143280"/>
                </a:xfrm>
                <a:prstGeom prst="rect">
                  <a:avLst/>
                </a:prstGeom>
              </p:spPr>
            </p:pic>
          </mc:Fallback>
        </mc:AlternateContent>
      </p:grpSp>
    </p:spTree>
    <p:extLst>
      <p:ext uri="{BB962C8B-B14F-4D97-AF65-F5344CB8AC3E}">
        <p14:creationId xmlns:p14="http://schemas.microsoft.com/office/powerpoint/2010/main" val="8154992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BB34B-80C5-46EE-5A16-8ADC3C163B0F}"/>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72852DC3-2C58-BC5C-607F-ED0CE16EA66A}"/>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SAP UI Table v/s SAP Mobile Table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5FF5E8E-7256-F818-DE12-A394B563552D}"/>
              </a:ext>
            </a:extLst>
          </p:cNvPr>
          <p:cNvSpPr txBox="1"/>
          <p:nvPr/>
        </p:nvSpPr>
        <p:spPr>
          <a:xfrm>
            <a:off x="134426" y="490759"/>
            <a:ext cx="8615133" cy="715564"/>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SAP Mobile table shows columns even before we bind the rows</a:t>
            </a:r>
          </a:p>
          <a:p>
            <a:r>
              <a:rPr lang="en-IN" sz="1350" dirty="0">
                <a:latin typeface="Amasis MT Pro" panose="02040504050005020304" pitchFamily="18" charset="0"/>
              </a:rPr>
              <a:t>Mobile table is responsive and more suitable for both desktop and mobile apps</a:t>
            </a:r>
          </a:p>
          <a:p>
            <a:r>
              <a:rPr lang="en-IN" sz="1350" dirty="0">
                <a:latin typeface="Amasis MT Pro" panose="02040504050005020304" pitchFamily="18" charset="0"/>
              </a:rPr>
              <a:t>A mobile table is actually a List control in SAP UI5</a:t>
            </a:r>
          </a:p>
        </p:txBody>
      </p:sp>
      <p:sp>
        <p:nvSpPr>
          <p:cNvPr id="4" name="TextBox 3">
            <a:extLst>
              <a:ext uri="{FF2B5EF4-FFF2-40B4-BE49-F238E27FC236}">
                <a16:creationId xmlns:a16="http://schemas.microsoft.com/office/drawing/2014/main" id="{E459247D-EFF3-7DB1-A689-B0028C76F151}"/>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3DC3C07B-C267-F462-64E0-EE548F80B178}"/>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2AED37CC-1E62-E0BB-F79F-0FFF2820319B}"/>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6714018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30DC8-E264-9CF3-56EF-C0DB33B53FAD}"/>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E4EA7D05-15D0-A1AF-9B35-2603384A60C1}"/>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Key Challenges in the current Application</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CC74B4A-AAE4-0479-3001-A80CAB285210}"/>
              </a:ext>
            </a:extLst>
          </p:cNvPr>
          <p:cNvSpPr txBox="1"/>
          <p:nvPr/>
        </p:nvSpPr>
        <p:spPr>
          <a:xfrm>
            <a:off x="134426" y="490759"/>
            <a:ext cx="8615133" cy="3416304"/>
          </a:xfrm>
          <a:prstGeom prst="rect">
            <a:avLst/>
          </a:prstGeom>
          <a:noFill/>
        </p:spPr>
        <p:txBody>
          <a:bodyPr wrap="square" lIns="91424" tIns="45712" rIns="91424" bIns="45712" rtlCol="0">
            <a:spAutoFit/>
          </a:bodyPr>
          <a:lstStyle/>
          <a:p>
            <a:pPr marL="285750" indent="-285750">
              <a:buFont typeface="Arial" panose="020B0604020202020204" pitchFamily="34" charset="0"/>
              <a:buChar char="•"/>
            </a:pPr>
            <a:r>
              <a:rPr lang="en-IN" sz="1350" dirty="0">
                <a:latin typeface="Amasis MT Pro" panose="02040504050005020304" pitchFamily="18" charset="0"/>
              </a:rPr>
              <a:t>Every time the page refresh, internet restarts my application is losing the state of UI. Which require user to travel all over to the application page again. Losing the state of the application.</a:t>
            </a:r>
          </a:p>
          <a:p>
            <a:pPr marL="285750" indent="-285750">
              <a:buFont typeface="Arial" panose="020B0604020202020204" pitchFamily="34" charset="0"/>
              <a:buChar char="•"/>
            </a:pPr>
            <a:r>
              <a:rPr lang="en-IN" sz="1350" dirty="0">
                <a:latin typeface="Amasis MT Pro" panose="02040504050005020304" pitchFamily="18" charset="0"/>
              </a:rPr>
              <a:t>My Back and forward buttons are not working.</a:t>
            </a:r>
          </a:p>
          <a:p>
            <a:pPr marL="285750" indent="-285750">
              <a:buFont typeface="Arial" panose="020B0604020202020204" pitchFamily="34" charset="0"/>
              <a:buChar char="•"/>
            </a:pPr>
            <a:r>
              <a:rPr lang="en-IN" sz="1350" dirty="0">
                <a:latin typeface="Amasis MT Pro" panose="02040504050005020304" pitchFamily="18" charset="0"/>
              </a:rPr>
              <a:t>Our application does not </a:t>
            </a:r>
            <a:r>
              <a:rPr lang="en-IN" sz="1350" b="1" dirty="0">
                <a:latin typeface="Amasis MT Pro" panose="02040504050005020304" pitchFamily="18" charset="0"/>
              </a:rPr>
              <a:t>offer unique end point (hash tag, route, path, pattern) </a:t>
            </a:r>
            <a:r>
              <a:rPr lang="en-IN" sz="1350" dirty="0">
                <a:latin typeface="Amasis MT Pro" panose="02040504050005020304" pitchFamily="18" charset="0"/>
              </a:rPr>
              <a:t>for every product we choose, It does not work like amazon where the information of selected product is embedded in the URL. So when we share the link with other users, it restore the state of the UI.</a:t>
            </a:r>
          </a:p>
          <a:p>
            <a:pPr marL="285750" indent="-285750">
              <a:buFont typeface="Arial" panose="020B0604020202020204" pitchFamily="34" charset="0"/>
              <a:buChar char="•"/>
            </a:pPr>
            <a:r>
              <a:rPr lang="en-IN" sz="1350" dirty="0">
                <a:latin typeface="Amasis MT Pro" panose="02040504050005020304" pitchFamily="18" charset="0"/>
              </a:rPr>
              <a:t>Anubhav, I have created the app, its working also. But I have the feeling that may be it’s a college project, it does not give me confidence that it is a real-time company like professional app. What is the best practice to create my views, and navigate between views.</a:t>
            </a:r>
          </a:p>
          <a:p>
            <a:pPr marL="285750" indent="-285750">
              <a:buFont typeface="Arial" panose="020B0604020202020204" pitchFamily="34" charset="0"/>
              <a:buChar char="•"/>
            </a:pPr>
            <a:r>
              <a:rPr lang="en-IN" sz="1350" dirty="0">
                <a:latin typeface="Amasis MT Pro" panose="02040504050005020304" pitchFamily="18" charset="0"/>
              </a:rPr>
              <a:t>I have joined a new project after your training, I don’t know how many views are there in my app, how are they linked. Because in my company everyone is busy with their work, no one is teaching me. Every company follows best practice, you just need to know the best practice. Just recognize the pattern.</a:t>
            </a:r>
          </a:p>
          <a:p>
            <a:pPr marL="285750" indent="-285750">
              <a:buFont typeface="Arial" panose="020B0604020202020204" pitchFamily="34" charset="0"/>
              <a:buChar char="•"/>
            </a:pPr>
            <a:r>
              <a:rPr lang="en-IN" sz="1350" dirty="0">
                <a:latin typeface="Amasis MT Pro" panose="02040504050005020304" pitchFamily="18" charset="0"/>
              </a:rPr>
              <a:t>We have created all our view objects at the start of our app, whether user navigate to a view OR not. Still our application will create views at start. We are piling up views and wasting memory hence app will be slow.</a:t>
            </a:r>
          </a:p>
          <a:p>
            <a:pPr marL="285750" indent="-285750">
              <a:buFont typeface="Arial" panose="020B0604020202020204" pitchFamily="34" charset="0"/>
              <a:buChar char="•"/>
            </a:pPr>
            <a:r>
              <a:rPr lang="en-IN" sz="1350" dirty="0">
                <a:latin typeface="Amasis MT Pro" panose="02040504050005020304" pitchFamily="18" charset="0"/>
              </a:rPr>
              <a:t>You have used </a:t>
            </a:r>
            <a:r>
              <a:rPr lang="en-IN" sz="1350" b="1" dirty="0" err="1">
                <a:latin typeface="Amasis MT Pro" panose="02040504050005020304" pitchFamily="18" charset="0"/>
              </a:rPr>
              <a:t>sap.ui.view</a:t>
            </a:r>
            <a:r>
              <a:rPr lang="en-IN" sz="1350" dirty="0">
                <a:latin typeface="Amasis MT Pro" panose="02040504050005020304" pitchFamily="18" charset="0"/>
              </a:rPr>
              <a:t> when I google it, it’s a factory function to create view but now its deprecated. Why are you teaching us outdated things, what is the right way to create view objects.</a:t>
            </a:r>
          </a:p>
        </p:txBody>
      </p:sp>
      <p:sp>
        <p:nvSpPr>
          <p:cNvPr id="4" name="TextBox 3">
            <a:extLst>
              <a:ext uri="{FF2B5EF4-FFF2-40B4-BE49-F238E27FC236}">
                <a16:creationId xmlns:a16="http://schemas.microsoft.com/office/drawing/2014/main" id="{82DBAAEF-B441-FF30-1199-E30E3B5ED751}"/>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F3F55ED9-6460-680A-9A9D-27A6D4CE15CC}"/>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0FD150FB-EE87-DD06-F75B-5ECA74FE9FB2}"/>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pic>
        <p:nvPicPr>
          <p:cNvPr id="1026" name="Picture 2" descr="Avatar (2009) - Jake Sully becomes Toruk Makto">
            <a:extLst>
              <a:ext uri="{FF2B5EF4-FFF2-40B4-BE49-F238E27FC236}">
                <a16:creationId xmlns:a16="http://schemas.microsoft.com/office/drawing/2014/main" id="{AC476D18-0DA5-5C13-A428-9BFC1DA990C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19200" y="3913651"/>
            <a:ext cx="1981200" cy="1114425"/>
          </a:xfrm>
          <a:prstGeom prst="rect">
            <a:avLst/>
          </a:prstGeom>
          <a:noFill/>
          <a:extLst>
            <a:ext uri="{909E8E84-426E-40DD-AFC4-6F175D3DCCD1}">
              <a14:hiddenFill xmlns:a14="http://schemas.microsoft.com/office/drawing/2010/main">
                <a:solidFill>
                  <a:srgbClr val="FFFFFF"/>
                </a:solidFill>
              </a14:hiddenFill>
            </a:ext>
          </a:extLst>
        </p:spPr>
      </p:pic>
      <p:sp>
        <p:nvSpPr>
          <p:cNvPr id="7" name="Arrow: Right 6">
            <a:extLst>
              <a:ext uri="{FF2B5EF4-FFF2-40B4-BE49-F238E27FC236}">
                <a16:creationId xmlns:a16="http://schemas.microsoft.com/office/drawing/2014/main" id="{A3409085-CC27-E9F4-A9CF-6FC8F7B7BD27}"/>
              </a:ext>
            </a:extLst>
          </p:cNvPr>
          <p:cNvSpPr/>
          <p:nvPr/>
        </p:nvSpPr>
        <p:spPr>
          <a:xfrm>
            <a:off x="3352800" y="4019550"/>
            <a:ext cx="1905000" cy="838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58D2D208-8CF7-B931-FF81-DF515CF9C4D3}"/>
              </a:ext>
            </a:extLst>
          </p:cNvPr>
          <p:cNvSpPr txBox="1"/>
          <p:nvPr/>
        </p:nvSpPr>
        <p:spPr>
          <a:xfrm>
            <a:off x="5410200" y="4095750"/>
            <a:ext cx="2286000" cy="646331"/>
          </a:xfrm>
          <a:prstGeom prst="rect">
            <a:avLst/>
          </a:prstGeom>
          <a:noFill/>
        </p:spPr>
        <p:txBody>
          <a:bodyPr wrap="square" rtlCol="0">
            <a:spAutoFit/>
          </a:bodyPr>
          <a:lstStyle/>
          <a:p>
            <a:r>
              <a:rPr lang="en-IN" sz="3600" b="1" dirty="0"/>
              <a:t>Router</a:t>
            </a:r>
          </a:p>
        </p:txBody>
      </p:sp>
    </p:spTree>
    <p:extLst>
      <p:ext uri="{BB962C8B-B14F-4D97-AF65-F5344CB8AC3E}">
        <p14:creationId xmlns:p14="http://schemas.microsoft.com/office/powerpoint/2010/main" val="8730090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28687-5A83-1668-E659-A32C392E8351}"/>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AA5ED2F5-4E04-8A0C-78E8-98C554B3B0AE}"/>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What is Router</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BD71A23-F5FA-4DD2-5B69-500769584F8C}"/>
              </a:ext>
            </a:extLst>
          </p:cNvPr>
          <p:cNvSpPr txBox="1"/>
          <p:nvPr/>
        </p:nvSpPr>
        <p:spPr>
          <a:xfrm>
            <a:off x="134426" y="490759"/>
            <a:ext cx="8615133" cy="3000805"/>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Router is a class which is provided FREE by </a:t>
            </a:r>
            <a:r>
              <a:rPr lang="en-IN" sz="1350" i="1" dirty="0">
                <a:latin typeface="Amasis MT Pro" panose="02040504050005020304" pitchFamily="18" charset="0"/>
              </a:rPr>
              <a:t>sap/</a:t>
            </a:r>
            <a:r>
              <a:rPr lang="en-IN" sz="1350" i="1" dirty="0" err="1">
                <a:latin typeface="Amasis MT Pro" panose="02040504050005020304" pitchFamily="18" charset="0"/>
              </a:rPr>
              <a:t>ui</a:t>
            </a:r>
            <a:r>
              <a:rPr lang="en-IN" sz="1350" i="1" dirty="0">
                <a:latin typeface="Amasis MT Pro" panose="02040504050005020304" pitchFamily="18" charset="0"/>
              </a:rPr>
              <a:t>/core/</a:t>
            </a:r>
            <a:r>
              <a:rPr lang="en-IN" sz="1350" i="1" dirty="0" err="1">
                <a:latin typeface="Amasis MT Pro" panose="02040504050005020304" pitchFamily="18" charset="0"/>
              </a:rPr>
              <a:t>UIComponent</a:t>
            </a:r>
            <a:endParaRPr lang="en-IN" sz="1350" i="1" dirty="0">
              <a:latin typeface="Amasis MT Pro" panose="02040504050005020304" pitchFamily="18" charset="0"/>
            </a:endParaRPr>
          </a:p>
          <a:p>
            <a:r>
              <a:rPr lang="en-IN" sz="1350" dirty="0">
                <a:latin typeface="Amasis MT Pro" panose="02040504050005020304" pitchFamily="18" charset="0"/>
              </a:rPr>
              <a:t>It handles the entire view creation and navigation between the views of our app.</a:t>
            </a:r>
          </a:p>
          <a:p>
            <a:endParaRPr lang="en-IN" sz="1350" dirty="0">
              <a:latin typeface="Amasis MT Pro" panose="02040504050005020304" pitchFamily="18" charset="0"/>
            </a:endParaRPr>
          </a:p>
          <a:p>
            <a:r>
              <a:rPr lang="en-IN" sz="1350" dirty="0">
                <a:latin typeface="Amasis MT Pro" panose="02040504050005020304" pitchFamily="18" charset="0"/>
              </a:rPr>
              <a:t>How does router does it?</a:t>
            </a:r>
          </a:p>
          <a:p>
            <a:r>
              <a:rPr lang="en-IN" sz="1350" dirty="0">
                <a:latin typeface="Amasis MT Pro" panose="02040504050005020304" pitchFamily="18" charset="0"/>
              </a:rPr>
              <a:t>We need to </a:t>
            </a:r>
            <a:r>
              <a:rPr lang="en-IN" sz="1350" b="1" dirty="0">
                <a:latin typeface="Amasis MT Pro" panose="02040504050005020304" pitchFamily="18" charset="0"/>
              </a:rPr>
              <a:t>initialize</a:t>
            </a:r>
            <a:r>
              <a:rPr lang="en-IN" sz="1350" dirty="0">
                <a:latin typeface="Amasis MT Pro" panose="02040504050005020304" pitchFamily="18" charset="0"/>
              </a:rPr>
              <a:t> the router.</a:t>
            </a:r>
          </a:p>
          <a:p>
            <a:r>
              <a:rPr lang="en-IN" sz="1350" dirty="0">
                <a:latin typeface="Amasis MT Pro" panose="02040504050005020304" pitchFamily="18" charset="0"/>
              </a:rPr>
              <a:t>We need to provide a routing configuration in the </a:t>
            </a:r>
            <a:r>
              <a:rPr lang="en-IN" sz="1350" b="1" dirty="0" err="1">
                <a:latin typeface="Amasis MT Pro" panose="02040504050005020304" pitchFamily="18" charset="0"/>
              </a:rPr>
              <a:t>manifest.json</a:t>
            </a:r>
            <a:r>
              <a:rPr lang="en-IN" sz="1350" b="1" dirty="0">
                <a:latin typeface="Amasis MT Pro" panose="02040504050005020304" pitchFamily="18" charset="0"/>
              </a:rPr>
              <a:t> </a:t>
            </a:r>
            <a:r>
              <a:rPr lang="en-IN" sz="1350" dirty="0">
                <a:latin typeface="Amasis MT Pro" panose="02040504050005020304" pitchFamily="18" charset="0"/>
              </a:rPr>
              <a:t>file under </a:t>
            </a:r>
            <a:r>
              <a:rPr lang="en-IN" sz="1350" b="1" dirty="0">
                <a:latin typeface="Amasis MT Pro" panose="02040504050005020304" pitchFamily="18" charset="0"/>
              </a:rPr>
              <a:t>sap.ui5</a:t>
            </a:r>
            <a:r>
              <a:rPr lang="en-IN" sz="1350" dirty="0">
                <a:latin typeface="Amasis MT Pro" panose="02040504050005020304" pitchFamily="18" charset="0"/>
              </a:rPr>
              <a:t> section.</a:t>
            </a:r>
          </a:p>
          <a:p>
            <a:r>
              <a:rPr lang="en-IN" sz="1350" i="1" dirty="0" err="1">
                <a:latin typeface="Amasis MT Pro" panose="02040504050005020304" pitchFamily="18" charset="0"/>
              </a:rPr>
              <a:t>rootView</a:t>
            </a:r>
            <a:r>
              <a:rPr lang="en-IN" sz="1350" i="1" dirty="0">
                <a:latin typeface="Amasis MT Pro" panose="02040504050005020304" pitchFamily="18" charset="0"/>
              </a:rPr>
              <a:t> – </a:t>
            </a:r>
            <a:r>
              <a:rPr lang="en-IN" sz="1350" dirty="0">
                <a:latin typeface="Amasis MT Pro" panose="02040504050005020304" pitchFamily="18" charset="0"/>
              </a:rPr>
              <a:t>specify the name of our root view (App.view.xml)</a:t>
            </a:r>
            <a:endParaRPr lang="en-IN" sz="1350" i="1" dirty="0">
              <a:latin typeface="Amasis MT Pro" panose="02040504050005020304" pitchFamily="18" charset="0"/>
            </a:endParaRPr>
          </a:p>
          <a:p>
            <a:r>
              <a:rPr lang="en-IN" sz="1350" i="1" dirty="0">
                <a:latin typeface="Amasis MT Pro" panose="02040504050005020304" pitchFamily="18" charset="0"/>
              </a:rPr>
              <a:t>routing</a:t>
            </a:r>
          </a:p>
          <a:p>
            <a:r>
              <a:rPr lang="en-IN" sz="1350" i="1" dirty="0">
                <a:latin typeface="Amasis MT Pro" panose="02040504050005020304" pitchFamily="18" charset="0"/>
              </a:rPr>
              <a:t>    - config – </a:t>
            </a:r>
            <a:r>
              <a:rPr lang="en-IN" sz="1350" dirty="0">
                <a:latin typeface="Amasis MT Pro" panose="02040504050005020304" pitchFamily="18" charset="0"/>
              </a:rPr>
              <a:t>provide the core views config, where are all my views, type of my views</a:t>
            </a:r>
            <a:endParaRPr lang="en-IN" sz="1350" i="1" dirty="0">
              <a:latin typeface="Amasis MT Pro" panose="02040504050005020304" pitchFamily="18" charset="0"/>
            </a:endParaRPr>
          </a:p>
          <a:p>
            <a:r>
              <a:rPr lang="en-IN" sz="1350" i="1" dirty="0">
                <a:latin typeface="Amasis MT Pro" panose="02040504050005020304" pitchFamily="18" charset="0"/>
              </a:rPr>
              <a:t>    - routes – </a:t>
            </a:r>
            <a:r>
              <a:rPr lang="en-IN" sz="1350" dirty="0">
                <a:latin typeface="Amasis MT Pro" panose="02040504050005020304" pitchFamily="18" charset="0"/>
              </a:rPr>
              <a:t>specify unique end points pattern (‘’ always trigger automatically), points to target</a:t>
            </a:r>
            <a:endParaRPr lang="en-IN" sz="1350" i="1" dirty="0">
              <a:latin typeface="Amasis MT Pro" panose="02040504050005020304" pitchFamily="18" charset="0"/>
            </a:endParaRPr>
          </a:p>
          <a:p>
            <a:r>
              <a:rPr lang="en-IN" sz="1350" i="1" dirty="0">
                <a:latin typeface="Amasis MT Pro" panose="02040504050005020304" pitchFamily="18" charset="0"/>
              </a:rPr>
              <a:t>    - targets – </a:t>
            </a:r>
            <a:r>
              <a:rPr lang="en-IN" sz="1350" dirty="0">
                <a:latin typeface="Amasis MT Pro" panose="02040504050005020304" pitchFamily="18" charset="0"/>
              </a:rPr>
              <a:t>tell router about our view name, id</a:t>
            </a:r>
          </a:p>
          <a:p>
            <a:endParaRPr lang="en-IN" sz="1350" i="1" dirty="0">
              <a:latin typeface="Amasis MT Pro" panose="02040504050005020304" pitchFamily="18" charset="0"/>
            </a:endParaRPr>
          </a:p>
          <a:p>
            <a:endParaRPr lang="en-IN" sz="1350" i="1" dirty="0">
              <a:latin typeface="Amasis MT Pro" panose="02040504050005020304" pitchFamily="18" charset="0"/>
            </a:endParaRPr>
          </a:p>
          <a:p>
            <a:r>
              <a:rPr lang="en-IN" sz="1350" dirty="0">
                <a:latin typeface="Amasis MT Pro" panose="02040504050005020304" pitchFamily="18" charset="0"/>
              </a:rPr>
              <a:t>Exercise: Try to integrate the View2 using Router, when we click the left side, load the 2</a:t>
            </a:r>
            <a:r>
              <a:rPr lang="en-IN" sz="1350" baseline="30000" dirty="0">
                <a:latin typeface="Amasis MT Pro" panose="02040504050005020304" pitchFamily="18" charset="0"/>
              </a:rPr>
              <a:t>nd</a:t>
            </a:r>
            <a:r>
              <a:rPr lang="en-IN" sz="1350" dirty="0">
                <a:latin typeface="Amasis MT Pro" panose="02040504050005020304" pitchFamily="18" charset="0"/>
              </a:rPr>
              <a:t> view on right side.</a:t>
            </a:r>
          </a:p>
        </p:txBody>
      </p:sp>
      <p:sp>
        <p:nvSpPr>
          <p:cNvPr id="4" name="TextBox 3">
            <a:extLst>
              <a:ext uri="{FF2B5EF4-FFF2-40B4-BE49-F238E27FC236}">
                <a16:creationId xmlns:a16="http://schemas.microsoft.com/office/drawing/2014/main" id="{6B6E0F88-743E-2799-9586-11D495D77C2C}"/>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86FD35A2-018C-A8AA-FB4B-E7AE3714F808}"/>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D8391FD7-8B62-FCC2-3F9C-5991CBF0D632}"/>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344372177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2DC23-FC3A-72F7-090C-E685C9AE7ED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7C40912A-77AD-2E4F-41DF-29D6013F7039}"/>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When does a route change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D3342D5-E5E5-3270-2008-3515F7E53585}"/>
              </a:ext>
            </a:extLst>
          </p:cNvPr>
          <p:cNvSpPr txBox="1"/>
          <p:nvPr/>
        </p:nvSpPr>
        <p:spPr>
          <a:xfrm>
            <a:off x="134426" y="490759"/>
            <a:ext cx="8615133" cy="2793056"/>
          </a:xfrm>
          <a:prstGeom prst="rect">
            <a:avLst/>
          </a:prstGeom>
          <a:noFill/>
        </p:spPr>
        <p:txBody>
          <a:bodyPr wrap="square" lIns="91424" tIns="45712" rIns="91424" bIns="45712" rtlCol="0">
            <a:spAutoFit/>
          </a:bodyPr>
          <a:lstStyle/>
          <a:p>
            <a:pPr marL="285750" indent="-285750">
              <a:buFont typeface="Arial" panose="020B0604020202020204" pitchFamily="34" charset="0"/>
              <a:buChar char="•"/>
            </a:pPr>
            <a:r>
              <a:rPr lang="en-IN" sz="1350" dirty="0">
                <a:latin typeface="Amasis MT Pro" panose="02040504050005020304" pitchFamily="18" charset="0"/>
              </a:rPr>
              <a:t>When application starts from blank URL to App </a:t>
            </a:r>
            <a:r>
              <a:rPr lang="en-IN" sz="1350" dirty="0" err="1">
                <a:latin typeface="Amasis MT Pro" panose="02040504050005020304" pitchFamily="18" charset="0"/>
              </a:rPr>
              <a:t>url</a:t>
            </a:r>
            <a:endParaRPr lang="en-IN" sz="1350" dirty="0">
              <a:latin typeface="Amasis MT Pro" panose="02040504050005020304" pitchFamily="18" charset="0"/>
            </a:endParaRPr>
          </a:p>
          <a:p>
            <a:pPr marL="285750" indent="-285750">
              <a:buFont typeface="Arial" panose="020B0604020202020204" pitchFamily="34" charset="0"/>
              <a:buChar char="•"/>
            </a:pPr>
            <a:r>
              <a:rPr lang="en-IN" sz="1350" dirty="0">
                <a:latin typeface="Amasis MT Pro" panose="02040504050005020304" pitchFamily="18" charset="0"/>
              </a:rPr>
              <a:t>When user click Back or forward</a:t>
            </a:r>
          </a:p>
          <a:p>
            <a:pPr marL="285750" indent="-285750">
              <a:buFont typeface="Arial" panose="020B0604020202020204" pitchFamily="34" charset="0"/>
              <a:buChar char="•"/>
            </a:pPr>
            <a:r>
              <a:rPr lang="en-IN" sz="1350" dirty="0">
                <a:latin typeface="Amasis MT Pro" panose="02040504050005020304" pitchFamily="18" charset="0"/>
              </a:rPr>
              <a:t>When user click a Fruit selection</a:t>
            </a:r>
          </a:p>
          <a:p>
            <a:pPr marL="285750" indent="-285750">
              <a:buFont typeface="Arial" panose="020B0604020202020204" pitchFamily="34" charset="0"/>
              <a:buChar char="•"/>
            </a:pPr>
            <a:r>
              <a:rPr lang="en-IN" sz="1350" dirty="0">
                <a:latin typeface="Amasis MT Pro" panose="02040504050005020304" pitchFamily="18" charset="0"/>
              </a:rPr>
              <a:t>Route can change manually when user type a fruit Id</a:t>
            </a:r>
          </a:p>
          <a:p>
            <a:pPr marL="285750" indent="-285750">
              <a:buFont typeface="Arial" panose="020B0604020202020204" pitchFamily="34" charset="0"/>
              <a:buChar char="•"/>
            </a:pPr>
            <a:r>
              <a:rPr lang="en-IN" sz="1350" dirty="0">
                <a:latin typeface="Amasis MT Pro" panose="02040504050005020304" pitchFamily="18" charset="0"/>
              </a:rPr>
              <a:t>When we give URL to other user and they enter the address</a:t>
            </a:r>
          </a:p>
          <a:p>
            <a:pPr marL="285750" indent="-285750">
              <a:buFont typeface="Arial" panose="020B0604020202020204" pitchFamily="34" charset="0"/>
              <a:buChar char="•"/>
            </a:pPr>
            <a:endParaRPr lang="en-IN" sz="1350" dirty="0">
              <a:latin typeface="Amasis MT Pro" panose="02040504050005020304" pitchFamily="18" charset="0"/>
            </a:endParaRPr>
          </a:p>
          <a:p>
            <a:r>
              <a:rPr lang="en-IN" sz="1350" dirty="0">
                <a:latin typeface="Amasis MT Pro" panose="02040504050005020304" pitchFamily="18" charset="0"/>
              </a:rPr>
              <a:t>--We need a function which gets called every time the route change, so we can bind our data of view2</a:t>
            </a:r>
          </a:p>
          <a:p>
            <a:r>
              <a:rPr lang="en-IN" sz="1350" dirty="0">
                <a:latin typeface="Amasis MT Pro" panose="02040504050005020304" pitchFamily="18" charset="0"/>
              </a:rPr>
              <a:t>SAP router provide a event called </a:t>
            </a:r>
            <a:r>
              <a:rPr lang="en-IN" sz="1350" b="1" dirty="0">
                <a:latin typeface="Amasis MT Pro" panose="02040504050005020304" pitchFamily="18" charset="0"/>
              </a:rPr>
              <a:t>Route Matched</a:t>
            </a:r>
          </a:p>
          <a:p>
            <a:r>
              <a:rPr lang="en-IN" sz="1350" dirty="0">
                <a:latin typeface="Amasis MT Pro" panose="02040504050005020304" pitchFamily="18" charset="0"/>
              </a:rPr>
              <a:t>Now we will attach a event handler to this event.</a:t>
            </a:r>
          </a:p>
          <a:p>
            <a:endParaRPr lang="en-IN" sz="1350" dirty="0">
              <a:latin typeface="Amasis MT Pro" panose="02040504050005020304" pitchFamily="18" charset="0"/>
            </a:endParaRPr>
          </a:p>
          <a:p>
            <a:r>
              <a:rPr lang="en-IN" sz="1350" dirty="0">
                <a:latin typeface="Amasis MT Pro" panose="02040504050005020304" pitchFamily="18" charset="0"/>
              </a:rPr>
              <a:t>Exercise: when the route is changing, the data is loading in view2, but on the left side my list item is not getting selected.</a:t>
            </a:r>
          </a:p>
          <a:p>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41378CD3-63BE-8E27-FAC1-FC6322E42C9B}"/>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17D8ED51-B359-D0A2-6A37-C476A1BCB21C}"/>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CBB6C21D-955C-6E70-58B7-A7CE7F7C8D69}"/>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F30635B1-E7D4-51A2-8F49-BF468991CEFD}"/>
                  </a:ext>
                </a:extLst>
              </p14:cNvPr>
              <p14:cNvContentPartPr/>
              <p14:nvPr/>
            </p14:nvContentPartPr>
            <p14:xfrm>
              <a:off x="949191" y="3326585"/>
              <a:ext cx="1083600" cy="1144440"/>
            </p14:xfrm>
          </p:contentPart>
        </mc:Choice>
        <mc:Fallback xmlns="">
          <p:pic>
            <p:nvPicPr>
              <p:cNvPr id="7" name="Ink 6">
                <a:extLst>
                  <a:ext uri="{FF2B5EF4-FFF2-40B4-BE49-F238E27FC236}">
                    <a16:creationId xmlns:a16="http://schemas.microsoft.com/office/drawing/2014/main" id="{F30635B1-E7D4-51A2-8F49-BF468991CEFD}"/>
                  </a:ext>
                </a:extLst>
              </p:cNvPr>
              <p:cNvPicPr/>
              <p:nvPr/>
            </p:nvPicPr>
            <p:blipFill>
              <a:blip r:embed="rId4"/>
              <a:stretch>
                <a:fillRect/>
              </a:stretch>
            </p:blipFill>
            <p:spPr>
              <a:xfrm>
                <a:off x="940191" y="3317945"/>
                <a:ext cx="1101240" cy="1162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CE96BF43-3B83-EFDB-83DC-D92C20314BB2}"/>
                  </a:ext>
                </a:extLst>
              </p14:cNvPr>
              <p14:cNvContentPartPr/>
              <p14:nvPr/>
            </p14:nvContentPartPr>
            <p14:xfrm>
              <a:off x="1176711" y="3016265"/>
              <a:ext cx="171000" cy="203760"/>
            </p14:xfrm>
          </p:contentPart>
        </mc:Choice>
        <mc:Fallback xmlns="">
          <p:pic>
            <p:nvPicPr>
              <p:cNvPr id="8" name="Ink 7">
                <a:extLst>
                  <a:ext uri="{FF2B5EF4-FFF2-40B4-BE49-F238E27FC236}">
                    <a16:creationId xmlns:a16="http://schemas.microsoft.com/office/drawing/2014/main" id="{CE96BF43-3B83-EFDB-83DC-D92C20314BB2}"/>
                  </a:ext>
                </a:extLst>
              </p:cNvPr>
              <p:cNvPicPr/>
              <p:nvPr/>
            </p:nvPicPr>
            <p:blipFill>
              <a:blip r:embed="rId6"/>
              <a:stretch>
                <a:fillRect/>
              </a:stretch>
            </p:blipFill>
            <p:spPr>
              <a:xfrm>
                <a:off x="1168071" y="3007625"/>
                <a:ext cx="1886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B4296D2A-C84D-52BC-B03F-602E1E479AE2}"/>
                  </a:ext>
                </a:extLst>
              </p14:cNvPr>
              <p14:cNvContentPartPr/>
              <p14:nvPr/>
            </p14:nvContentPartPr>
            <p14:xfrm>
              <a:off x="1399191" y="3025985"/>
              <a:ext cx="30600" cy="242280"/>
            </p14:xfrm>
          </p:contentPart>
        </mc:Choice>
        <mc:Fallback xmlns="">
          <p:pic>
            <p:nvPicPr>
              <p:cNvPr id="9" name="Ink 8">
                <a:extLst>
                  <a:ext uri="{FF2B5EF4-FFF2-40B4-BE49-F238E27FC236}">
                    <a16:creationId xmlns:a16="http://schemas.microsoft.com/office/drawing/2014/main" id="{B4296D2A-C84D-52BC-B03F-602E1E479AE2}"/>
                  </a:ext>
                </a:extLst>
              </p:cNvPr>
              <p:cNvPicPr/>
              <p:nvPr/>
            </p:nvPicPr>
            <p:blipFill>
              <a:blip r:embed="rId8"/>
              <a:stretch>
                <a:fillRect/>
              </a:stretch>
            </p:blipFill>
            <p:spPr>
              <a:xfrm>
                <a:off x="1390551" y="3016985"/>
                <a:ext cx="4824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FC59EFB1-B4F5-CFBD-0F50-D2D3E2C8DD4A}"/>
                  </a:ext>
                </a:extLst>
              </p14:cNvPr>
              <p14:cNvContentPartPr/>
              <p14:nvPr/>
            </p14:nvContentPartPr>
            <p14:xfrm>
              <a:off x="1195791" y="3475625"/>
              <a:ext cx="82800" cy="356400"/>
            </p14:xfrm>
          </p:contentPart>
        </mc:Choice>
        <mc:Fallback xmlns="">
          <p:pic>
            <p:nvPicPr>
              <p:cNvPr id="11" name="Ink 10">
                <a:extLst>
                  <a:ext uri="{FF2B5EF4-FFF2-40B4-BE49-F238E27FC236}">
                    <a16:creationId xmlns:a16="http://schemas.microsoft.com/office/drawing/2014/main" id="{FC59EFB1-B4F5-CFBD-0F50-D2D3E2C8DD4A}"/>
                  </a:ext>
                </a:extLst>
              </p:cNvPr>
              <p:cNvPicPr/>
              <p:nvPr/>
            </p:nvPicPr>
            <p:blipFill>
              <a:blip r:embed="rId10"/>
              <a:stretch>
                <a:fillRect/>
              </a:stretch>
            </p:blipFill>
            <p:spPr>
              <a:xfrm>
                <a:off x="1187151" y="3466985"/>
                <a:ext cx="10044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5A8F39D0-F86A-A810-1EF5-3E20D0C3E514}"/>
                  </a:ext>
                </a:extLst>
              </p14:cNvPr>
              <p14:cNvContentPartPr/>
              <p14:nvPr/>
            </p14:nvContentPartPr>
            <p14:xfrm>
              <a:off x="1182111" y="3643385"/>
              <a:ext cx="160200" cy="90000"/>
            </p14:xfrm>
          </p:contentPart>
        </mc:Choice>
        <mc:Fallback xmlns="">
          <p:pic>
            <p:nvPicPr>
              <p:cNvPr id="12" name="Ink 11">
                <a:extLst>
                  <a:ext uri="{FF2B5EF4-FFF2-40B4-BE49-F238E27FC236}">
                    <a16:creationId xmlns:a16="http://schemas.microsoft.com/office/drawing/2014/main" id="{5A8F39D0-F86A-A810-1EF5-3E20D0C3E514}"/>
                  </a:ext>
                </a:extLst>
              </p:cNvPr>
              <p:cNvPicPr/>
              <p:nvPr/>
            </p:nvPicPr>
            <p:blipFill>
              <a:blip r:embed="rId12"/>
              <a:stretch>
                <a:fillRect/>
              </a:stretch>
            </p:blipFill>
            <p:spPr>
              <a:xfrm>
                <a:off x="1173111" y="3634745"/>
                <a:ext cx="17784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C5D3C59F-1BE5-2FB7-9C82-2C9E4A955C60}"/>
                  </a:ext>
                </a:extLst>
              </p14:cNvPr>
              <p14:cNvContentPartPr/>
              <p14:nvPr/>
            </p14:nvContentPartPr>
            <p14:xfrm>
              <a:off x="1362471" y="3642305"/>
              <a:ext cx="25560" cy="90360"/>
            </p14:xfrm>
          </p:contentPart>
        </mc:Choice>
        <mc:Fallback xmlns="">
          <p:pic>
            <p:nvPicPr>
              <p:cNvPr id="13" name="Ink 12">
                <a:extLst>
                  <a:ext uri="{FF2B5EF4-FFF2-40B4-BE49-F238E27FC236}">
                    <a16:creationId xmlns:a16="http://schemas.microsoft.com/office/drawing/2014/main" id="{C5D3C59F-1BE5-2FB7-9C82-2C9E4A955C60}"/>
                  </a:ext>
                </a:extLst>
              </p:cNvPr>
              <p:cNvPicPr/>
              <p:nvPr/>
            </p:nvPicPr>
            <p:blipFill>
              <a:blip r:embed="rId14"/>
              <a:stretch>
                <a:fillRect/>
              </a:stretch>
            </p:blipFill>
            <p:spPr>
              <a:xfrm>
                <a:off x="1353831" y="3633305"/>
                <a:ext cx="4320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33261890-EF83-D5AF-7182-F5822FF0DEBF}"/>
                  </a:ext>
                </a:extLst>
              </p14:cNvPr>
              <p14:cNvContentPartPr/>
              <p14:nvPr/>
            </p14:nvContentPartPr>
            <p14:xfrm>
              <a:off x="1350951" y="3614945"/>
              <a:ext cx="78120" cy="125280"/>
            </p14:xfrm>
          </p:contentPart>
        </mc:Choice>
        <mc:Fallback xmlns="">
          <p:pic>
            <p:nvPicPr>
              <p:cNvPr id="14" name="Ink 13">
                <a:extLst>
                  <a:ext uri="{FF2B5EF4-FFF2-40B4-BE49-F238E27FC236}">
                    <a16:creationId xmlns:a16="http://schemas.microsoft.com/office/drawing/2014/main" id="{33261890-EF83-D5AF-7182-F5822FF0DEBF}"/>
                  </a:ext>
                </a:extLst>
              </p:cNvPr>
              <p:cNvPicPr/>
              <p:nvPr/>
            </p:nvPicPr>
            <p:blipFill>
              <a:blip r:embed="rId16"/>
              <a:stretch>
                <a:fillRect/>
              </a:stretch>
            </p:blipFill>
            <p:spPr>
              <a:xfrm>
                <a:off x="1342311" y="3605945"/>
                <a:ext cx="9576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F2CBF3DF-BF1A-2282-D4B9-CB9E7E2B7E6B}"/>
                  </a:ext>
                </a:extLst>
              </p14:cNvPr>
              <p14:cNvContentPartPr/>
              <p14:nvPr/>
            </p14:nvContentPartPr>
            <p14:xfrm>
              <a:off x="1499991" y="3612065"/>
              <a:ext cx="11160" cy="101160"/>
            </p14:xfrm>
          </p:contentPart>
        </mc:Choice>
        <mc:Fallback xmlns="">
          <p:pic>
            <p:nvPicPr>
              <p:cNvPr id="15" name="Ink 14">
                <a:extLst>
                  <a:ext uri="{FF2B5EF4-FFF2-40B4-BE49-F238E27FC236}">
                    <a16:creationId xmlns:a16="http://schemas.microsoft.com/office/drawing/2014/main" id="{F2CBF3DF-BF1A-2282-D4B9-CB9E7E2B7E6B}"/>
                  </a:ext>
                </a:extLst>
              </p:cNvPr>
              <p:cNvPicPr/>
              <p:nvPr/>
            </p:nvPicPr>
            <p:blipFill>
              <a:blip r:embed="rId18"/>
              <a:stretch>
                <a:fillRect/>
              </a:stretch>
            </p:blipFill>
            <p:spPr>
              <a:xfrm>
                <a:off x="1491351" y="3603425"/>
                <a:ext cx="288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17F7830B-D655-E6EB-F137-7520D9E72354}"/>
                  </a:ext>
                </a:extLst>
              </p14:cNvPr>
              <p14:cNvContentPartPr/>
              <p14:nvPr/>
            </p14:nvContentPartPr>
            <p14:xfrm>
              <a:off x="1510791" y="3538265"/>
              <a:ext cx="10080" cy="3600"/>
            </p14:xfrm>
          </p:contentPart>
        </mc:Choice>
        <mc:Fallback xmlns="">
          <p:pic>
            <p:nvPicPr>
              <p:cNvPr id="16" name="Ink 15">
                <a:extLst>
                  <a:ext uri="{FF2B5EF4-FFF2-40B4-BE49-F238E27FC236}">
                    <a16:creationId xmlns:a16="http://schemas.microsoft.com/office/drawing/2014/main" id="{17F7830B-D655-E6EB-F137-7520D9E72354}"/>
                  </a:ext>
                </a:extLst>
              </p:cNvPr>
              <p:cNvPicPr/>
              <p:nvPr/>
            </p:nvPicPr>
            <p:blipFill>
              <a:blip r:embed="rId20"/>
              <a:stretch>
                <a:fillRect/>
              </a:stretch>
            </p:blipFill>
            <p:spPr>
              <a:xfrm>
                <a:off x="1501791" y="3529265"/>
                <a:ext cx="2772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78DE68EC-7313-307B-4F2D-5A1F7E081CC4}"/>
                  </a:ext>
                </a:extLst>
              </p14:cNvPr>
              <p14:cNvContentPartPr/>
              <p14:nvPr/>
            </p14:nvContentPartPr>
            <p14:xfrm>
              <a:off x="1555791" y="3536105"/>
              <a:ext cx="29160" cy="174960"/>
            </p14:xfrm>
          </p:contentPart>
        </mc:Choice>
        <mc:Fallback xmlns="">
          <p:pic>
            <p:nvPicPr>
              <p:cNvPr id="17" name="Ink 16">
                <a:extLst>
                  <a:ext uri="{FF2B5EF4-FFF2-40B4-BE49-F238E27FC236}">
                    <a16:creationId xmlns:a16="http://schemas.microsoft.com/office/drawing/2014/main" id="{78DE68EC-7313-307B-4F2D-5A1F7E081CC4}"/>
                  </a:ext>
                </a:extLst>
              </p:cNvPr>
              <p:cNvPicPr/>
              <p:nvPr/>
            </p:nvPicPr>
            <p:blipFill>
              <a:blip r:embed="rId22"/>
              <a:stretch>
                <a:fillRect/>
              </a:stretch>
            </p:blipFill>
            <p:spPr>
              <a:xfrm>
                <a:off x="1546791" y="3527465"/>
                <a:ext cx="4680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5C5436C6-8919-FADC-BC52-0384A8C51E13}"/>
                  </a:ext>
                </a:extLst>
              </p14:cNvPr>
              <p14:cNvContentPartPr/>
              <p14:nvPr/>
            </p14:nvContentPartPr>
            <p14:xfrm>
              <a:off x="1560831" y="3545105"/>
              <a:ext cx="174240" cy="174600"/>
            </p14:xfrm>
          </p:contentPart>
        </mc:Choice>
        <mc:Fallback xmlns="">
          <p:pic>
            <p:nvPicPr>
              <p:cNvPr id="18" name="Ink 17">
                <a:extLst>
                  <a:ext uri="{FF2B5EF4-FFF2-40B4-BE49-F238E27FC236}">
                    <a16:creationId xmlns:a16="http://schemas.microsoft.com/office/drawing/2014/main" id="{5C5436C6-8919-FADC-BC52-0384A8C51E13}"/>
                  </a:ext>
                </a:extLst>
              </p:cNvPr>
              <p:cNvPicPr/>
              <p:nvPr/>
            </p:nvPicPr>
            <p:blipFill>
              <a:blip r:embed="rId24"/>
              <a:stretch>
                <a:fillRect/>
              </a:stretch>
            </p:blipFill>
            <p:spPr>
              <a:xfrm>
                <a:off x="1552191" y="3536465"/>
                <a:ext cx="1918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CDE6421D-6F9F-DACB-F503-2522368540AC}"/>
                  </a:ext>
                </a:extLst>
              </p14:cNvPr>
              <p14:cNvContentPartPr/>
              <p14:nvPr/>
            </p14:nvContentPartPr>
            <p14:xfrm>
              <a:off x="1293711" y="3859745"/>
              <a:ext cx="94680" cy="237960"/>
            </p14:xfrm>
          </p:contentPart>
        </mc:Choice>
        <mc:Fallback xmlns="">
          <p:pic>
            <p:nvPicPr>
              <p:cNvPr id="19" name="Ink 18">
                <a:extLst>
                  <a:ext uri="{FF2B5EF4-FFF2-40B4-BE49-F238E27FC236}">
                    <a16:creationId xmlns:a16="http://schemas.microsoft.com/office/drawing/2014/main" id="{CDE6421D-6F9F-DACB-F503-2522368540AC}"/>
                  </a:ext>
                </a:extLst>
              </p:cNvPr>
              <p:cNvPicPr/>
              <p:nvPr/>
            </p:nvPicPr>
            <p:blipFill>
              <a:blip r:embed="rId26"/>
              <a:stretch>
                <a:fillRect/>
              </a:stretch>
            </p:blipFill>
            <p:spPr>
              <a:xfrm>
                <a:off x="1284711" y="3851105"/>
                <a:ext cx="11232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8412363F-7BC4-22E5-FC5D-76E34BFDF600}"/>
                  </a:ext>
                </a:extLst>
              </p14:cNvPr>
              <p14:cNvContentPartPr/>
              <p14:nvPr/>
            </p14:nvContentPartPr>
            <p14:xfrm>
              <a:off x="1237551" y="3985385"/>
              <a:ext cx="117000" cy="41040"/>
            </p14:xfrm>
          </p:contentPart>
        </mc:Choice>
        <mc:Fallback xmlns="">
          <p:pic>
            <p:nvPicPr>
              <p:cNvPr id="20" name="Ink 19">
                <a:extLst>
                  <a:ext uri="{FF2B5EF4-FFF2-40B4-BE49-F238E27FC236}">
                    <a16:creationId xmlns:a16="http://schemas.microsoft.com/office/drawing/2014/main" id="{8412363F-7BC4-22E5-FC5D-76E34BFDF600}"/>
                  </a:ext>
                </a:extLst>
              </p:cNvPr>
              <p:cNvPicPr/>
              <p:nvPr/>
            </p:nvPicPr>
            <p:blipFill>
              <a:blip r:embed="rId28"/>
              <a:stretch>
                <a:fillRect/>
              </a:stretch>
            </p:blipFill>
            <p:spPr>
              <a:xfrm>
                <a:off x="1228551" y="3976745"/>
                <a:ext cx="13464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1" name="Ink 20">
                <a:extLst>
                  <a:ext uri="{FF2B5EF4-FFF2-40B4-BE49-F238E27FC236}">
                    <a16:creationId xmlns:a16="http://schemas.microsoft.com/office/drawing/2014/main" id="{16FF19AC-D669-4975-8650-A0AEC3793A84}"/>
                  </a:ext>
                </a:extLst>
              </p14:cNvPr>
              <p14:cNvContentPartPr/>
              <p14:nvPr/>
            </p14:nvContentPartPr>
            <p14:xfrm>
              <a:off x="1434471" y="3913745"/>
              <a:ext cx="25920" cy="125640"/>
            </p14:xfrm>
          </p:contentPart>
        </mc:Choice>
        <mc:Fallback xmlns="">
          <p:pic>
            <p:nvPicPr>
              <p:cNvPr id="21" name="Ink 20">
                <a:extLst>
                  <a:ext uri="{FF2B5EF4-FFF2-40B4-BE49-F238E27FC236}">
                    <a16:creationId xmlns:a16="http://schemas.microsoft.com/office/drawing/2014/main" id="{16FF19AC-D669-4975-8650-A0AEC3793A84}"/>
                  </a:ext>
                </a:extLst>
              </p:cNvPr>
              <p:cNvPicPr/>
              <p:nvPr/>
            </p:nvPicPr>
            <p:blipFill>
              <a:blip r:embed="rId30"/>
              <a:stretch>
                <a:fillRect/>
              </a:stretch>
            </p:blipFill>
            <p:spPr>
              <a:xfrm>
                <a:off x="1425831" y="3905105"/>
                <a:ext cx="4356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2" name="Ink 21">
                <a:extLst>
                  <a:ext uri="{FF2B5EF4-FFF2-40B4-BE49-F238E27FC236}">
                    <a16:creationId xmlns:a16="http://schemas.microsoft.com/office/drawing/2014/main" id="{A7C5CB9E-0278-9049-25C2-048DDAD67B40}"/>
                  </a:ext>
                </a:extLst>
              </p14:cNvPr>
              <p14:cNvContentPartPr/>
              <p14:nvPr/>
            </p14:nvContentPartPr>
            <p14:xfrm>
              <a:off x="1276071" y="4137305"/>
              <a:ext cx="83160" cy="183240"/>
            </p14:xfrm>
          </p:contentPart>
        </mc:Choice>
        <mc:Fallback xmlns="">
          <p:pic>
            <p:nvPicPr>
              <p:cNvPr id="22" name="Ink 21">
                <a:extLst>
                  <a:ext uri="{FF2B5EF4-FFF2-40B4-BE49-F238E27FC236}">
                    <a16:creationId xmlns:a16="http://schemas.microsoft.com/office/drawing/2014/main" id="{A7C5CB9E-0278-9049-25C2-048DDAD67B40}"/>
                  </a:ext>
                </a:extLst>
              </p:cNvPr>
              <p:cNvPicPr/>
              <p:nvPr/>
            </p:nvPicPr>
            <p:blipFill>
              <a:blip r:embed="rId32"/>
              <a:stretch>
                <a:fillRect/>
              </a:stretch>
            </p:blipFill>
            <p:spPr>
              <a:xfrm>
                <a:off x="1267071" y="4128665"/>
                <a:ext cx="10080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 name="Ink 22">
                <a:extLst>
                  <a:ext uri="{FF2B5EF4-FFF2-40B4-BE49-F238E27FC236}">
                    <a16:creationId xmlns:a16="http://schemas.microsoft.com/office/drawing/2014/main" id="{FB499370-EF6C-FE83-14CD-D695060C19E7}"/>
                  </a:ext>
                </a:extLst>
              </p14:cNvPr>
              <p14:cNvContentPartPr/>
              <p14:nvPr/>
            </p14:nvContentPartPr>
            <p14:xfrm>
              <a:off x="1258431" y="4203905"/>
              <a:ext cx="124920" cy="24840"/>
            </p14:xfrm>
          </p:contentPart>
        </mc:Choice>
        <mc:Fallback xmlns="">
          <p:pic>
            <p:nvPicPr>
              <p:cNvPr id="23" name="Ink 22">
                <a:extLst>
                  <a:ext uri="{FF2B5EF4-FFF2-40B4-BE49-F238E27FC236}">
                    <a16:creationId xmlns:a16="http://schemas.microsoft.com/office/drawing/2014/main" id="{FB499370-EF6C-FE83-14CD-D695060C19E7}"/>
                  </a:ext>
                </a:extLst>
              </p:cNvPr>
              <p:cNvPicPr/>
              <p:nvPr/>
            </p:nvPicPr>
            <p:blipFill>
              <a:blip r:embed="rId34"/>
              <a:stretch>
                <a:fillRect/>
              </a:stretch>
            </p:blipFill>
            <p:spPr>
              <a:xfrm>
                <a:off x="1249791" y="4194905"/>
                <a:ext cx="14256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4" name="Ink 23">
                <a:extLst>
                  <a:ext uri="{FF2B5EF4-FFF2-40B4-BE49-F238E27FC236}">
                    <a16:creationId xmlns:a16="http://schemas.microsoft.com/office/drawing/2014/main" id="{E3B6AA83-4961-DDFC-81B0-20EA8DD6BA11}"/>
                  </a:ext>
                </a:extLst>
              </p14:cNvPr>
              <p14:cNvContentPartPr/>
              <p14:nvPr/>
            </p14:nvContentPartPr>
            <p14:xfrm>
              <a:off x="1409271" y="4162505"/>
              <a:ext cx="107280" cy="113040"/>
            </p14:xfrm>
          </p:contentPart>
        </mc:Choice>
        <mc:Fallback xmlns="">
          <p:pic>
            <p:nvPicPr>
              <p:cNvPr id="24" name="Ink 23">
                <a:extLst>
                  <a:ext uri="{FF2B5EF4-FFF2-40B4-BE49-F238E27FC236}">
                    <a16:creationId xmlns:a16="http://schemas.microsoft.com/office/drawing/2014/main" id="{E3B6AA83-4961-DDFC-81B0-20EA8DD6BA11}"/>
                  </a:ext>
                </a:extLst>
              </p:cNvPr>
              <p:cNvPicPr/>
              <p:nvPr/>
            </p:nvPicPr>
            <p:blipFill>
              <a:blip r:embed="rId36"/>
              <a:stretch>
                <a:fillRect/>
              </a:stretch>
            </p:blipFill>
            <p:spPr>
              <a:xfrm>
                <a:off x="1400631" y="4153865"/>
                <a:ext cx="12492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6" name="Ink 25">
                <a:extLst>
                  <a:ext uri="{FF2B5EF4-FFF2-40B4-BE49-F238E27FC236}">
                    <a16:creationId xmlns:a16="http://schemas.microsoft.com/office/drawing/2014/main" id="{8394D984-4F3D-EFEB-0BD1-F16105173572}"/>
                  </a:ext>
                </a:extLst>
              </p14:cNvPr>
              <p14:cNvContentPartPr/>
              <p14:nvPr/>
            </p14:nvContentPartPr>
            <p14:xfrm>
              <a:off x="1667391" y="4146665"/>
              <a:ext cx="60480" cy="68400"/>
            </p14:xfrm>
          </p:contentPart>
        </mc:Choice>
        <mc:Fallback xmlns="">
          <p:pic>
            <p:nvPicPr>
              <p:cNvPr id="26" name="Ink 25">
                <a:extLst>
                  <a:ext uri="{FF2B5EF4-FFF2-40B4-BE49-F238E27FC236}">
                    <a16:creationId xmlns:a16="http://schemas.microsoft.com/office/drawing/2014/main" id="{8394D984-4F3D-EFEB-0BD1-F16105173572}"/>
                  </a:ext>
                </a:extLst>
              </p:cNvPr>
              <p:cNvPicPr/>
              <p:nvPr/>
            </p:nvPicPr>
            <p:blipFill>
              <a:blip r:embed="rId38"/>
              <a:stretch>
                <a:fillRect/>
              </a:stretch>
            </p:blipFill>
            <p:spPr>
              <a:xfrm>
                <a:off x="1658391" y="4138025"/>
                <a:ext cx="7812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6583F8A9-3DF3-916B-5A29-FBF80201F178}"/>
                  </a:ext>
                </a:extLst>
              </p14:cNvPr>
              <p14:cNvContentPartPr/>
              <p14:nvPr/>
            </p14:nvContentPartPr>
            <p14:xfrm>
              <a:off x="1726791" y="4141985"/>
              <a:ext cx="1494720" cy="56520"/>
            </p14:xfrm>
          </p:contentPart>
        </mc:Choice>
        <mc:Fallback xmlns="">
          <p:pic>
            <p:nvPicPr>
              <p:cNvPr id="27" name="Ink 26">
                <a:extLst>
                  <a:ext uri="{FF2B5EF4-FFF2-40B4-BE49-F238E27FC236}">
                    <a16:creationId xmlns:a16="http://schemas.microsoft.com/office/drawing/2014/main" id="{6583F8A9-3DF3-916B-5A29-FBF80201F178}"/>
                  </a:ext>
                </a:extLst>
              </p:cNvPr>
              <p:cNvPicPr/>
              <p:nvPr/>
            </p:nvPicPr>
            <p:blipFill>
              <a:blip r:embed="rId40"/>
              <a:stretch>
                <a:fillRect/>
              </a:stretch>
            </p:blipFill>
            <p:spPr>
              <a:xfrm>
                <a:off x="1718151" y="4133345"/>
                <a:ext cx="151236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BC0C6699-20E1-AE95-66D1-0061C5B7A16E}"/>
                  </a:ext>
                </a:extLst>
              </p14:cNvPr>
              <p14:cNvContentPartPr/>
              <p14:nvPr/>
            </p14:nvContentPartPr>
            <p14:xfrm>
              <a:off x="3165351" y="4096985"/>
              <a:ext cx="110160" cy="125640"/>
            </p14:xfrm>
          </p:contentPart>
        </mc:Choice>
        <mc:Fallback xmlns="">
          <p:pic>
            <p:nvPicPr>
              <p:cNvPr id="28" name="Ink 27">
                <a:extLst>
                  <a:ext uri="{FF2B5EF4-FFF2-40B4-BE49-F238E27FC236}">
                    <a16:creationId xmlns:a16="http://schemas.microsoft.com/office/drawing/2014/main" id="{BC0C6699-20E1-AE95-66D1-0061C5B7A16E}"/>
                  </a:ext>
                </a:extLst>
              </p:cNvPr>
              <p:cNvPicPr/>
              <p:nvPr/>
            </p:nvPicPr>
            <p:blipFill>
              <a:blip r:embed="rId42"/>
              <a:stretch>
                <a:fillRect/>
              </a:stretch>
            </p:blipFill>
            <p:spPr>
              <a:xfrm>
                <a:off x="3156711" y="4087985"/>
                <a:ext cx="12780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0" name="Ink 29">
                <a:extLst>
                  <a:ext uri="{FF2B5EF4-FFF2-40B4-BE49-F238E27FC236}">
                    <a16:creationId xmlns:a16="http://schemas.microsoft.com/office/drawing/2014/main" id="{7C742609-B015-236E-018D-0AC812227C3D}"/>
                  </a:ext>
                </a:extLst>
              </p14:cNvPr>
              <p14:cNvContentPartPr/>
              <p14:nvPr/>
            </p14:nvContentPartPr>
            <p14:xfrm>
              <a:off x="3328791" y="3711425"/>
              <a:ext cx="1581120" cy="893520"/>
            </p14:xfrm>
          </p:contentPart>
        </mc:Choice>
        <mc:Fallback xmlns="">
          <p:pic>
            <p:nvPicPr>
              <p:cNvPr id="30" name="Ink 29">
                <a:extLst>
                  <a:ext uri="{FF2B5EF4-FFF2-40B4-BE49-F238E27FC236}">
                    <a16:creationId xmlns:a16="http://schemas.microsoft.com/office/drawing/2014/main" id="{7C742609-B015-236E-018D-0AC812227C3D}"/>
                  </a:ext>
                </a:extLst>
              </p:cNvPr>
              <p:cNvPicPr/>
              <p:nvPr/>
            </p:nvPicPr>
            <p:blipFill>
              <a:blip r:embed="rId44"/>
              <a:stretch>
                <a:fillRect/>
              </a:stretch>
            </p:blipFill>
            <p:spPr>
              <a:xfrm>
                <a:off x="3320151" y="3702425"/>
                <a:ext cx="1598760" cy="9111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1" name="Ink 30">
                <a:extLst>
                  <a:ext uri="{FF2B5EF4-FFF2-40B4-BE49-F238E27FC236}">
                    <a16:creationId xmlns:a16="http://schemas.microsoft.com/office/drawing/2014/main" id="{83891EAF-62E8-9D04-86DA-4E15EDDA6CEC}"/>
                  </a:ext>
                </a:extLst>
              </p14:cNvPr>
              <p14:cNvContentPartPr/>
              <p14:nvPr/>
            </p14:nvContentPartPr>
            <p14:xfrm>
              <a:off x="3353991" y="3657065"/>
              <a:ext cx="1521720" cy="994680"/>
            </p14:xfrm>
          </p:contentPart>
        </mc:Choice>
        <mc:Fallback xmlns="">
          <p:pic>
            <p:nvPicPr>
              <p:cNvPr id="31" name="Ink 30">
                <a:extLst>
                  <a:ext uri="{FF2B5EF4-FFF2-40B4-BE49-F238E27FC236}">
                    <a16:creationId xmlns:a16="http://schemas.microsoft.com/office/drawing/2014/main" id="{83891EAF-62E8-9D04-86DA-4E15EDDA6CEC}"/>
                  </a:ext>
                </a:extLst>
              </p:cNvPr>
              <p:cNvPicPr/>
              <p:nvPr/>
            </p:nvPicPr>
            <p:blipFill>
              <a:blip r:embed="rId46"/>
              <a:stretch>
                <a:fillRect/>
              </a:stretch>
            </p:blipFill>
            <p:spPr>
              <a:xfrm>
                <a:off x="3345351" y="3648425"/>
                <a:ext cx="1539360" cy="10123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2" name="Ink 31">
                <a:extLst>
                  <a:ext uri="{FF2B5EF4-FFF2-40B4-BE49-F238E27FC236}">
                    <a16:creationId xmlns:a16="http://schemas.microsoft.com/office/drawing/2014/main" id="{ED817A81-A12D-C357-A67C-0861E2686ED8}"/>
                  </a:ext>
                </a:extLst>
              </p14:cNvPr>
              <p14:cNvContentPartPr/>
              <p14:nvPr/>
            </p14:nvContentPartPr>
            <p14:xfrm>
              <a:off x="3667551" y="3783425"/>
              <a:ext cx="90720" cy="304560"/>
            </p14:xfrm>
          </p:contentPart>
        </mc:Choice>
        <mc:Fallback xmlns="">
          <p:pic>
            <p:nvPicPr>
              <p:cNvPr id="32" name="Ink 31">
                <a:extLst>
                  <a:ext uri="{FF2B5EF4-FFF2-40B4-BE49-F238E27FC236}">
                    <a16:creationId xmlns:a16="http://schemas.microsoft.com/office/drawing/2014/main" id="{ED817A81-A12D-C357-A67C-0861E2686ED8}"/>
                  </a:ext>
                </a:extLst>
              </p:cNvPr>
              <p:cNvPicPr/>
              <p:nvPr/>
            </p:nvPicPr>
            <p:blipFill>
              <a:blip r:embed="rId48"/>
              <a:stretch>
                <a:fillRect/>
              </a:stretch>
            </p:blipFill>
            <p:spPr>
              <a:xfrm>
                <a:off x="3658911" y="3774785"/>
                <a:ext cx="10836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3" name="Ink 32">
                <a:extLst>
                  <a:ext uri="{FF2B5EF4-FFF2-40B4-BE49-F238E27FC236}">
                    <a16:creationId xmlns:a16="http://schemas.microsoft.com/office/drawing/2014/main" id="{0B5F377D-F6EA-3493-3895-91942784D2A2}"/>
                  </a:ext>
                </a:extLst>
              </p14:cNvPr>
              <p14:cNvContentPartPr/>
              <p14:nvPr/>
            </p14:nvContentPartPr>
            <p14:xfrm>
              <a:off x="3632271" y="3917345"/>
              <a:ext cx="65160" cy="33120"/>
            </p14:xfrm>
          </p:contentPart>
        </mc:Choice>
        <mc:Fallback xmlns="">
          <p:pic>
            <p:nvPicPr>
              <p:cNvPr id="33" name="Ink 32">
                <a:extLst>
                  <a:ext uri="{FF2B5EF4-FFF2-40B4-BE49-F238E27FC236}">
                    <a16:creationId xmlns:a16="http://schemas.microsoft.com/office/drawing/2014/main" id="{0B5F377D-F6EA-3493-3895-91942784D2A2}"/>
                  </a:ext>
                </a:extLst>
              </p:cNvPr>
              <p:cNvPicPr/>
              <p:nvPr/>
            </p:nvPicPr>
            <p:blipFill>
              <a:blip r:embed="rId50"/>
              <a:stretch>
                <a:fillRect/>
              </a:stretch>
            </p:blipFill>
            <p:spPr>
              <a:xfrm>
                <a:off x="3623271" y="3908705"/>
                <a:ext cx="8280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4" name="Ink 33">
                <a:extLst>
                  <a:ext uri="{FF2B5EF4-FFF2-40B4-BE49-F238E27FC236}">
                    <a16:creationId xmlns:a16="http://schemas.microsoft.com/office/drawing/2014/main" id="{4EF2AEAB-5E90-B480-1EFC-B075C41B599E}"/>
                  </a:ext>
                </a:extLst>
              </p14:cNvPr>
              <p14:cNvContentPartPr/>
              <p14:nvPr/>
            </p14:nvContentPartPr>
            <p14:xfrm>
              <a:off x="3765471" y="3844625"/>
              <a:ext cx="135000" cy="132840"/>
            </p14:xfrm>
          </p:contentPart>
        </mc:Choice>
        <mc:Fallback xmlns="">
          <p:pic>
            <p:nvPicPr>
              <p:cNvPr id="34" name="Ink 33">
                <a:extLst>
                  <a:ext uri="{FF2B5EF4-FFF2-40B4-BE49-F238E27FC236}">
                    <a16:creationId xmlns:a16="http://schemas.microsoft.com/office/drawing/2014/main" id="{4EF2AEAB-5E90-B480-1EFC-B075C41B599E}"/>
                  </a:ext>
                </a:extLst>
              </p:cNvPr>
              <p:cNvPicPr/>
              <p:nvPr/>
            </p:nvPicPr>
            <p:blipFill>
              <a:blip r:embed="rId52"/>
              <a:stretch>
                <a:fillRect/>
              </a:stretch>
            </p:blipFill>
            <p:spPr>
              <a:xfrm>
                <a:off x="3756831" y="3835985"/>
                <a:ext cx="15264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5" name="Ink 34">
                <a:extLst>
                  <a:ext uri="{FF2B5EF4-FFF2-40B4-BE49-F238E27FC236}">
                    <a16:creationId xmlns:a16="http://schemas.microsoft.com/office/drawing/2014/main" id="{3B9217AE-C9F0-0463-298C-A3F306896AB5}"/>
                  </a:ext>
                </a:extLst>
              </p14:cNvPr>
              <p14:cNvContentPartPr/>
              <p14:nvPr/>
            </p14:nvContentPartPr>
            <p14:xfrm>
              <a:off x="3394311" y="4111745"/>
              <a:ext cx="1557360" cy="21600"/>
            </p14:xfrm>
          </p:contentPart>
        </mc:Choice>
        <mc:Fallback xmlns="">
          <p:pic>
            <p:nvPicPr>
              <p:cNvPr id="35" name="Ink 34">
                <a:extLst>
                  <a:ext uri="{FF2B5EF4-FFF2-40B4-BE49-F238E27FC236}">
                    <a16:creationId xmlns:a16="http://schemas.microsoft.com/office/drawing/2014/main" id="{3B9217AE-C9F0-0463-298C-A3F306896AB5}"/>
                  </a:ext>
                </a:extLst>
              </p:cNvPr>
              <p:cNvPicPr/>
              <p:nvPr/>
            </p:nvPicPr>
            <p:blipFill>
              <a:blip r:embed="rId54"/>
              <a:stretch>
                <a:fillRect/>
              </a:stretch>
            </p:blipFill>
            <p:spPr>
              <a:xfrm>
                <a:off x="3385311" y="4103105"/>
                <a:ext cx="15750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4" name="Ink 53">
                <a:extLst>
                  <a:ext uri="{FF2B5EF4-FFF2-40B4-BE49-F238E27FC236}">
                    <a16:creationId xmlns:a16="http://schemas.microsoft.com/office/drawing/2014/main" id="{D9D5EB63-A699-6CFA-76C7-900A7EB38B5A}"/>
                  </a:ext>
                </a:extLst>
              </p14:cNvPr>
              <p14:cNvContentPartPr/>
              <p14:nvPr/>
            </p14:nvContentPartPr>
            <p14:xfrm>
              <a:off x="3490791" y="4220825"/>
              <a:ext cx="991800" cy="43200"/>
            </p14:xfrm>
          </p:contentPart>
        </mc:Choice>
        <mc:Fallback xmlns="">
          <p:pic>
            <p:nvPicPr>
              <p:cNvPr id="54" name="Ink 53">
                <a:extLst>
                  <a:ext uri="{FF2B5EF4-FFF2-40B4-BE49-F238E27FC236}">
                    <a16:creationId xmlns:a16="http://schemas.microsoft.com/office/drawing/2014/main" id="{D9D5EB63-A699-6CFA-76C7-900A7EB38B5A}"/>
                  </a:ext>
                </a:extLst>
              </p:cNvPr>
              <p:cNvPicPr/>
              <p:nvPr/>
            </p:nvPicPr>
            <p:blipFill>
              <a:blip r:embed="rId56"/>
              <a:stretch>
                <a:fillRect/>
              </a:stretch>
            </p:blipFill>
            <p:spPr>
              <a:xfrm>
                <a:off x="3481791" y="4211825"/>
                <a:ext cx="10094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5" name="Ink 54">
                <a:extLst>
                  <a:ext uri="{FF2B5EF4-FFF2-40B4-BE49-F238E27FC236}">
                    <a16:creationId xmlns:a16="http://schemas.microsoft.com/office/drawing/2014/main" id="{09F65260-7DF5-D742-C4B7-484E5048F36F}"/>
                  </a:ext>
                </a:extLst>
              </p14:cNvPr>
              <p14:cNvContentPartPr/>
              <p14:nvPr/>
            </p14:nvContentPartPr>
            <p14:xfrm>
              <a:off x="3551271" y="4334585"/>
              <a:ext cx="989280" cy="30600"/>
            </p14:xfrm>
          </p:contentPart>
        </mc:Choice>
        <mc:Fallback xmlns="">
          <p:pic>
            <p:nvPicPr>
              <p:cNvPr id="55" name="Ink 54">
                <a:extLst>
                  <a:ext uri="{FF2B5EF4-FFF2-40B4-BE49-F238E27FC236}">
                    <a16:creationId xmlns:a16="http://schemas.microsoft.com/office/drawing/2014/main" id="{09F65260-7DF5-D742-C4B7-484E5048F36F}"/>
                  </a:ext>
                </a:extLst>
              </p:cNvPr>
              <p:cNvPicPr/>
              <p:nvPr/>
            </p:nvPicPr>
            <p:blipFill>
              <a:blip r:embed="rId58"/>
              <a:stretch>
                <a:fillRect/>
              </a:stretch>
            </p:blipFill>
            <p:spPr>
              <a:xfrm>
                <a:off x="3542631" y="4325585"/>
                <a:ext cx="100692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6" name="Ink 55">
                <a:extLst>
                  <a:ext uri="{FF2B5EF4-FFF2-40B4-BE49-F238E27FC236}">
                    <a16:creationId xmlns:a16="http://schemas.microsoft.com/office/drawing/2014/main" id="{9B8D4F00-1A6E-75B1-E1D6-97D0704D2471}"/>
                  </a:ext>
                </a:extLst>
              </p14:cNvPr>
              <p14:cNvContentPartPr/>
              <p14:nvPr/>
            </p14:nvContentPartPr>
            <p14:xfrm>
              <a:off x="3687711" y="4460225"/>
              <a:ext cx="772200" cy="14760"/>
            </p14:xfrm>
          </p:contentPart>
        </mc:Choice>
        <mc:Fallback xmlns="">
          <p:pic>
            <p:nvPicPr>
              <p:cNvPr id="56" name="Ink 55">
                <a:extLst>
                  <a:ext uri="{FF2B5EF4-FFF2-40B4-BE49-F238E27FC236}">
                    <a16:creationId xmlns:a16="http://schemas.microsoft.com/office/drawing/2014/main" id="{9B8D4F00-1A6E-75B1-E1D6-97D0704D2471}"/>
                  </a:ext>
                </a:extLst>
              </p:cNvPr>
              <p:cNvPicPr/>
              <p:nvPr/>
            </p:nvPicPr>
            <p:blipFill>
              <a:blip r:embed="rId60"/>
              <a:stretch>
                <a:fillRect/>
              </a:stretch>
            </p:blipFill>
            <p:spPr>
              <a:xfrm>
                <a:off x="3679071" y="4451585"/>
                <a:ext cx="78984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7" name="Ink 56">
                <a:extLst>
                  <a:ext uri="{FF2B5EF4-FFF2-40B4-BE49-F238E27FC236}">
                    <a16:creationId xmlns:a16="http://schemas.microsoft.com/office/drawing/2014/main" id="{0D67544F-EE3C-43F7-916C-AF81A1C8C016}"/>
                  </a:ext>
                </a:extLst>
              </p14:cNvPr>
              <p14:cNvContentPartPr/>
              <p14:nvPr/>
            </p14:nvContentPartPr>
            <p14:xfrm>
              <a:off x="4609671" y="4419905"/>
              <a:ext cx="53280" cy="61560"/>
            </p14:xfrm>
          </p:contentPart>
        </mc:Choice>
        <mc:Fallback xmlns="">
          <p:pic>
            <p:nvPicPr>
              <p:cNvPr id="57" name="Ink 56">
                <a:extLst>
                  <a:ext uri="{FF2B5EF4-FFF2-40B4-BE49-F238E27FC236}">
                    <a16:creationId xmlns:a16="http://schemas.microsoft.com/office/drawing/2014/main" id="{0D67544F-EE3C-43F7-916C-AF81A1C8C016}"/>
                  </a:ext>
                </a:extLst>
              </p:cNvPr>
              <p:cNvPicPr/>
              <p:nvPr/>
            </p:nvPicPr>
            <p:blipFill>
              <a:blip r:embed="rId62"/>
              <a:stretch>
                <a:fillRect/>
              </a:stretch>
            </p:blipFill>
            <p:spPr>
              <a:xfrm>
                <a:off x="4601031" y="4411265"/>
                <a:ext cx="7092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8" name="Ink 57">
                <a:extLst>
                  <a:ext uri="{FF2B5EF4-FFF2-40B4-BE49-F238E27FC236}">
                    <a16:creationId xmlns:a16="http://schemas.microsoft.com/office/drawing/2014/main" id="{4F96C0EE-883C-54F1-39F9-379A41F64DD9}"/>
                  </a:ext>
                </a:extLst>
              </p14:cNvPr>
              <p14:cNvContentPartPr/>
              <p14:nvPr/>
            </p14:nvContentPartPr>
            <p14:xfrm>
              <a:off x="4636311" y="4263665"/>
              <a:ext cx="57240" cy="39600"/>
            </p14:xfrm>
          </p:contentPart>
        </mc:Choice>
        <mc:Fallback xmlns="">
          <p:pic>
            <p:nvPicPr>
              <p:cNvPr id="58" name="Ink 57">
                <a:extLst>
                  <a:ext uri="{FF2B5EF4-FFF2-40B4-BE49-F238E27FC236}">
                    <a16:creationId xmlns:a16="http://schemas.microsoft.com/office/drawing/2014/main" id="{4F96C0EE-883C-54F1-39F9-379A41F64DD9}"/>
                  </a:ext>
                </a:extLst>
              </p:cNvPr>
              <p:cNvPicPr/>
              <p:nvPr/>
            </p:nvPicPr>
            <p:blipFill>
              <a:blip r:embed="rId64"/>
              <a:stretch>
                <a:fillRect/>
              </a:stretch>
            </p:blipFill>
            <p:spPr>
              <a:xfrm>
                <a:off x="4627671" y="4255025"/>
                <a:ext cx="7488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9" name="Ink 58">
                <a:extLst>
                  <a:ext uri="{FF2B5EF4-FFF2-40B4-BE49-F238E27FC236}">
                    <a16:creationId xmlns:a16="http://schemas.microsoft.com/office/drawing/2014/main" id="{1FF289AE-298E-846A-C652-6B06AB9A21B7}"/>
                  </a:ext>
                </a:extLst>
              </p14:cNvPr>
              <p14:cNvContentPartPr/>
              <p14:nvPr/>
            </p14:nvContentPartPr>
            <p14:xfrm>
              <a:off x="4610751" y="4184105"/>
              <a:ext cx="68400" cy="58680"/>
            </p14:xfrm>
          </p:contentPart>
        </mc:Choice>
        <mc:Fallback xmlns="">
          <p:pic>
            <p:nvPicPr>
              <p:cNvPr id="59" name="Ink 58">
                <a:extLst>
                  <a:ext uri="{FF2B5EF4-FFF2-40B4-BE49-F238E27FC236}">
                    <a16:creationId xmlns:a16="http://schemas.microsoft.com/office/drawing/2014/main" id="{1FF289AE-298E-846A-C652-6B06AB9A21B7}"/>
                  </a:ext>
                </a:extLst>
              </p:cNvPr>
              <p:cNvPicPr/>
              <p:nvPr/>
            </p:nvPicPr>
            <p:blipFill>
              <a:blip r:embed="rId66"/>
              <a:stretch>
                <a:fillRect/>
              </a:stretch>
            </p:blipFill>
            <p:spPr>
              <a:xfrm>
                <a:off x="4602111" y="4175105"/>
                <a:ext cx="8604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60" name="Ink 59">
                <a:extLst>
                  <a:ext uri="{FF2B5EF4-FFF2-40B4-BE49-F238E27FC236}">
                    <a16:creationId xmlns:a16="http://schemas.microsoft.com/office/drawing/2014/main" id="{A4C2ECB8-4E3D-EB70-0364-CDE635061AD1}"/>
                  </a:ext>
                </a:extLst>
              </p14:cNvPr>
              <p14:cNvContentPartPr/>
              <p14:nvPr/>
            </p14:nvContentPartPr>
            <p14:xfrm>
              <a:off x="4662231" y="4288865"/>
              <a:ext cx="67320" cy="41040"/>
            </p14:xfrm>
          </p:contentPart>
        </mc:Choice>
        <mc:Fallback xmlns="">
          <p:pic>
            <p:nvPicPr>
              <p:cNvPr id="60" name="Ink 59">
                <a:extLst>
                  <a:ext uri="{FF2B5EF4-FFF2-40B4-BE49-F238E27FC236}">
                    <a16:creationId xmlns:a16="http://schemas.microsoft.com/office/drawing/2014/main" id="{A4C2ECB8-4E3D-EB70-0364-CDE635061AD1}"/>
                  </a:ext>
                </a:extLst>
              </p:cNvPr>
              <p:cNvPicPr/>
              <p:nvPr/>
            </p:nvPicPr>
            <p:blipFill>
              <a:blip r:embed="rId68"/>
              <a:stretch>
                <a:fillRect/>
              </a:stretch>
            </p:blipFill>
            <p:spPr>
              <a:xfrm>
                <a:off x="4653231" y="4280225"/>
                <a:ext cx="849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1" name="Ink 60">
                <a:extLst>
                  <a:ext uri="{FF2B5EF4-FFF2-40B4-BE49-F238E27FC236}">
                    <a16:creationId xmlns:a16="http://schemas.microsoft.com/office/drawing/2014/main" id="{70D34B17-2662-C60A-5DF4-FEDFDCF774BE}"/>
                  </a:ext>
                </a:extLst>
              </p14:cNvPr>
              <p14:cNvContentPartPr/>
              <p14:nvPr/>
            </p14:nvContentPartPr>
            <p14:xfrm>
              <a:off x="4691751" y="4299665"/>
              <a:ext cx="50760" cy="30960"/>
            </p14:xfrm>
          </p:contentPart>
        </mc:Choice>
        <mc:Fallback xmlns="">
          <p:pic>
            <p:nvPicPr>
              <p:cNvPr id="61" name="Ink 60">
                <a:extLst>
                  <a:ext uri="{FF2B5EF4-FFF2-40B4-BE49-F238E27FC236}">
                    <a16:creationId xmlns:a16="http://schemas.microsoft.com/office/drawing/2014/main" id="{70D34B17-2662-C60A-5DF4-FEDFDCF774BE}"/>
                  </a:ext>
                </a:extLst>
              </p:cNvPr>
              <p:cNvPicPr/>
              <p:nvPr/>
            </p:nvPicPr>
            <p:blipFill>
              <a:blip r:embed="rId70"/>
              <a:stretch>
                <a:fillRect/>
              </a:stretch>
            </p:blipFill>
            <p:spPr>
              <a:xfrm>
                <a:off x="4682751" y="4291025"/>
                <a:ext cx="684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2" name="Ink 61">
                <a:extLst>
                  <a:ext uri="{FF2B5EF4-FFF2-40B4-BE49-F238E27FC236}">
                    <a16:creationId xmlns:a16="http://schemas.microsoft.com/office/drawing/2014/main" id="{90265946-955A-92F0-84C3-EA28C84D5238}"/>
                  </a:ext>
                </a:extLst>
              </p14:cNvPr>
              <p14:cNvContentPartPr/>
              <p14:nvPr/>
            </p14:nvContentPartPr>
            <p14:xfrm>
              <a:off x="4693191" y="4278425"/>
              <a:ext cx="1182600" cy="36720"/>
            </p14:xfrm>
          </p:contentPart>
        </mc:Choice>
        <mc:Fallback xmlns="">
          <p:pic>
            <p:nvPicPr>
              <p:cNvPr id="62" name="Ink 61">
                <a:extLst>
                  <a:ext uri="{FF2B5EF4-FFF2-40B4-BE49-F238E27FC236}">
                    <a16:creationId xmlns:a16="http://schemas.microsoft.com/office/drawing/2014/main" id="{90265946-955A-92F0-84C3-EA28C84D5238}"/>
                  </a:ext>
                </a:extLst>
              </p:cNvPr>
              <p:cNvPicPr/>
              <p:nvPr/>
            </p:nvPicPr>
            <p:blipFill>
              <a:blip r:embed="rId72"/>
              <a:stretch>
                <a:fillRect/>
              </a:stretch>
            </p:blipFill>
            <p:spPr>
              <a:xfrm>
                <a:off x="4684191" y="4269425"/>
                <a:ext cx="120024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3" name="Ink 62">
                <a:extLst>
                  <a:ext uri="{FF2B5EF4-FFF2-40B4-BE49-F238E27FC236}">
                    <a16:creationId xmlns:a16="http://schemas.microsoft.com/office/drawing/2014/main" id="{6C038193-A004-44B1-E703-41A25D7D94DF}"/>
                  </a:ext>
                </a:extLst>
              </p14:cNvPr>
              <p14:cNvContentPartPr/>
              <p14:nvPr/>
            </p14:nvContentPartPr>
            <p14:xfrm>
              <a:off x="5787231" y="4250705"/>
              <a:ext cx="61200" cy="83880"/>
            </p14:xfrm>
          </p:contentPart>
        </mc:Choice>
        <mc:Fallback xmlns="">
          <p:pic>
            <p:nvPicPr>
              <p:cNvPr id="63" name="Ink 62">
                <a:extLst>
                  <a:ext uri="{FF2B5EF4-FFF2-40B4-BE49-F238E27FC236}">
                    <a16:creationId xmlns:a16="http://schemas.microsoft.com/office/drawing/2014/main" id="{6C038193-A004-44B1-E703-41A25D7D94DF}"/>
                  </a:ext>
                </a:extLst>
              </p:cNvPr>
              <p:cNvPicPr/>
              <p:nvPr/>
            </p:nvPicPr>
            <p:blipFill>
              <a:blip r:embed="rId74"/>
              <a:stretch>
                <a:fillRect/>
              </a:stretch>
            </p:blipFill>
            <p:spPr>
              <a:xfrm>
                <a:off x="5778231" y="4242065"/>
                <a:ext cx="7884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5" name="Ink 64">
                <a:extLst>
                  <a:ext uri="{FF2B5EF4-FFF2-40B4-BE49-F238E27FC236}">
                    <a16:creationId xmlns:a16="http://schemas.microsoft.com/office/drawing/2014/main" id="{B32FBE4D-EF09-8040-07ED-24F54C8765D7}"/>
                  </a:ext>
                </a:extLst>
              </p14:cNvPr>
              <p14:cNvContentPartPr/>
              <p14:nvPr/>
            </p14:nvContentPartPr>
            <p14:xfrm>
              <a:off x="5907831" y="4172585"/>
              <a:ext cx="1797120" cy="650880"/>
            </p14:xfrm>
          </p:contentPart>
        </mc:Choice>
        <mc:Fallback xmlns="">
          <p:pic>
            <p:nvPicPr>
              <p:cNvPr id="65" name="Ink 64">
                <a:extLst>
                  <a:ext uri="{FF2B5EF4-FFF2-40B4-BE49-F238E27FC236}">
                    <a16:creationId xmlns:a16="http://schemas.microsoft.com/office/drawing/2014/main" id="{B32FBE4D-EF09-8040-07ED-24F54C8765D7}"/>
                  </a:ext>
                </a:extLst>
              </p:cNvPr>
              <p:cNvPicPr/>
              <p:nvPr/>
            </p:nvPicPr>
            <p:blipFill>
              <a:blip r:embed="rId76"/>
              <a:stretch>
                <a:fillRect/>
              </a:stretch>
            </p:blipFill>
            <p:spPr>
              <a:xfrm>
                <a:off x="5898831" y="4163945"/>
                <a:ext cx="1814760" cy="6685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7" name="Ink 66">
                <a:extLst>
                  <a:ext uri="{FF2B5EF4-FFF2-40B4-BE49-F238E27FC236}">
                    <a16:creationId xmlns:a16="http://schemas.microsoft.com/office/drawing/2014/main" id="{8ABF583E-825B-04D8-AF40-BC5913FBBB34}"/>
                  </a:ext>
                </a:extLst>
              </p14:cNvPr>
              <p14:cNvContentPartPr/>
              <p14:nvPr/>
            </p14:nvContentPartPr>
            <p14:xfrm>
              <a:off x="6003951" y="4117145"/>
              <a:ext cx="1625400" cy="614520"/>
            </p14:xfrm>
          </p:contentPart>
        </mc:Choice>
        <mc:Fallback xmlns="">
          <p:pic>
            <p:nvPicPr>
              <p:cNvPr id="67" name="Ink 66">
                <a:extLst>
                  <a:ext uri="{FF2B5EF4-FFF2-40B4-BE49-F238E27FC236}">
                    <a16:creationId xmlns:a16="http://schemas.microsoft.com/office/drawing/2014/main" id="{8ABF583E-825B-04D8-AF40-BC5913FBBB34}"/>
                  </a:ext>
                </a:extLst>
              </p:cNvPr>
              <p:cNvPicPr/>
              <p:nvPr/>
            </p:nvPicPr>
            <p:blipFill>
              <a:blip r:embed="rId78"/>
              <a:stretch>
                <a:fillRect/>
              </a:stretch>
            </p:blipFill>
            <p:spPr>
              <a:xfrm>
                <a:off x="5995311" y="4108145"/>
                <a:ext cx="1643040" cy="6321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75" name="Ink 74">
                <a:extLst>
                  <a:ext uri="{FF2B5EF4-FFF2-40B4-BE49-F238E27FC236}">
                    <a16:creationId xmlns:a16="http://schemas.microsoft.com/office/drawing/2014/main" id="{F1AAE0C2-FE0B-98AA-14AB-16406D7D8ADE}"/>
                  </a:ext>
                </a:extLst>
              </p14:cNvPr>
              <p14:cNvContentPartPr/>
              <p14:nvPr/>
            </p14:nvContentPartPr>
            <p14:xfrm>
              <a:off x="3436071" y="4319105"/>
              <a:ext cx="94320" cy="5760"/>
            </p14:xfrm>
          </p:contentPart>
        </mc:Choice>
        <mc:Fallback xmlns="">
          <p:pic>
            <p:nvPicPr>
              <p:cNvPr id="75" name="Ink 74">
                <a:extLst>
                  <a:ext uri="{FF2B5EF4-FFF2-40B4-BE49-F238E27FC236}">
                    <a16:creationId xmlns:a16="http://schemas.microsoft.com/office/drawing/2014/main" id="{F1AAE0C2-FE0B-98AA-14AB-16406D7D8ADE}"/>
                  </a:ext>
                </a:extLst>
              </p:cNvPr>
              <p:cNvPicPr/>
              <p:nvPr/>
            </p:nvPicPr>
            <p:blipFill>
              <a:blip r:embed="rId80"/>
              <a:stretch>
                <a:fillRect/>
              </a:stretch>
            </p:blipFill>
            <p:spPr>
              <a:xfrm>
                <a:off x="3427071" y="4310105"/>
                <a:ext cx="11196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76" name="Ink 75">
                <a:extLst>
                  <a:ext uri="{FF2B5EF4-FFF2-40B4-BE49-F238E27FC236}">
                    <a16:creationId xmlns:a16="http://schemas.microsoft.com/office/drawing/2014/main" id="{EC739E8B-BA48-20F4-5CDC-72A6AA3FEFDF}"/>
                  </a:ext>
                </a:extLst>
              </p14:cNvPr>
              <p14:cNvContentPartPr/>
              <p14:nvPr/>
            </p14:nvContentPartPr>
            <p14:xfrm>
              <a:off x="3475311" y="4319105"/>
              <a:ext cx="10440" cy="99000"/>
            </p14:xfrm>
          </p:contentPart>
        </mc:Choice>
        <mc:Fallback xmlns="">
          <p:pic>
            <p:nvPicPr>
              <p:cNvPr id="76" name="Ink 75">
                <a:extLst>
                  <a:ext uri="{FF2B5EF4-FFF2-40B4-BE49-F238E27FC236}">
                    <a16:creationId xmlns:a16="http://schemas.microsoft.com/office/drawing/2014/main" id="{EC739E8B-BA48-20F4-5CDC-72A6AA3FEFDF}"/>
                  </a:ext>
                </a:extLst>
              </p:cNvPr>
              <p:cNvPicPr/>
              <p:nvPr/>
            </p:nvPicPr>
            <p:blipFill>
              <a:blip r:embed="rId82"/>
              <a:stretch>
                <a:fillRect/>
              </a:stretch>
            </p:blipFill>
            <p:spPr>
              <a:xfrm>
                <a:off x="3466671" y="4310465"/>
                <a:ext cx="2808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77" name="Ink 76">
                <a:extLst>
                  <a:ext uri="{FF2B5EF4-FFF2-40B4-BE49-F238E27FC236}">
                    <a16:creationId xmlns:a16="http://schemas.microsoft.com/office/drawing/2014/main" id="{EC411A1F-A364-C120-736A-D6282A14051F}"/>
                  </a:ext>
                </a:extLst>
              </p14:cNvPr>
              <p14:cNvContentPartPr/>
              <p14:nvPr/>
            </p14:nvContentPartPr>
            <p14:xfrm>
              <a:off x="3525351" y="4344665"/>
              <a:ext cx="61200" cy="51840"/>
            </p14:xfrm>
          </p:contentPart>
        </mc:Choice>
        <mc:Fallback xmlns="">
          <p:pic>
            <p:nvPicPr>
              <p:cNvPr id="77" name="Ink 76">
                <a:extLst>
                  <a:ext uri="{FF2B5EF4-FFF2-40B4-BE49-F238E27FC236}">
                    <a16:creationId xmlns:a16="http://schemas.microsoft.com/office/drawing/2014/main" id="{EC411A1F-A364-C120-736A-D6282A14051F}"/>
                  </a:ext>
                </a:extLst>
              </p:cNvPr>
              <p:cNvPicPr/>
              <p:nvPr/>
            </p:nvPicPr>
            <p:blipFill>
              <a:blip r:embed="rId84"/>
              <a:stretch>
                <a:fillRect/>
              </a:stretch>
            </p:blipFill>
            <p:spPr>
              <a:xfrm>
                <a:off x="3516711" y="4335665"/>
                <a:ext cx="7884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78" name="Ink 77">
                <a:extLst>
                  <a:ext uri="{FF2B5EF4-FFF2-40B4-BE49-F238E27FC236}">
                    <a16:creationId xmlns:a16="http://schemas.microsoft.com/office/drawing/2014/main" id="{B1F9C35E-0D81-C3D9-B262-E8EBFAE0C5F9}"/>
                  </a:ext>
                </a:extLst>
              </p14:cNvPr>
              <p14:cNvContentPartPr/>
              <p14:nvPr/>
            </p14:nvContentPartPr>
            <p14:xfrm>
              <a:off x="3632271" y="4324505"/>
              <a:ext cx="360" cy="75960"/>
            </p14:xfrm>
          </p:contentPart>
        </mc:Choice>
        <mc:Fallback xmlns="">
          <p:pic>
            <p:nvPicPr>
              <p:cNvPr id="78" name="Ink 77">
                <a:extLst>
                  <a:ext uri="{FF2B5EF4-FFF2-40B4-BE49-F238E27FC236}">
                    <a16:creationId xmlns:a16="http://schemas.microsoft.com/office/drawing/2014/main" id="{B1F9C35E-0D81-C3D9-B262-E8EBFAE0C5F9}"/>
                  </a:ext>
                </a:extLst>
              </p:cNvPr>
              <p:cNvPicPr/>
              <p:nvPr/>
            </p:nvPicPr>
            <p:blipFill>
              <a:blip r:embed="rId86"/>
              <a:stretch>
                <a:fillRect/>
              </a:stretch>
            </p:blipFill>
            <p:spPr>
              <a:xfrm>
                <a:off x="3623271" y="4315505"/>
                <a:ext cx="1800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9" name="Ink 78">
                <a:extLst>
                  <a:ext uri="{FF2B5EF4-FFF2-40B4-BE49-F238E27FC236}">
                    <a16:creationId xmlns:a16="http://schemas.microsoft.com/office/drawing/2014/main" id="{AB6FB7EB-7042-5639-EB2A-1818AEAEF6D1}"/>
                  </a:ext>
                </a:extLst>
              </p14:cNvPr>
              <p14:cNvContentPartPr/>
              <p14:nvPr/>
            </p14:nvContentPartPr>
            <p14:xfrm>
              <a:off x="3658191" y="4339985"/>
              <a:ext cx="54720" cy="84960"/>
            </p14:xfrm>
          </p:contentPart>
        </mc:Choice>
        <mc:Fallback xmlns="">
          <p:pic>
            <p:nvPicPr>
              <p:cNvPr id="79" name="Ink 78">
                <a:extLst>
                  <a:ext uri="{FF2B5EF4-FFF2-40B4-BE49-F238E27FC236}">
                    <a16:creationId xmlns:a16="http://schemas.microsoft.com/office/drawing/2014/main" id="{AB6FB7EB-7042-5639-EB2A-1818AEAEF6D1}"/>
                  </a:ext>
                </a:extLst>
              </p:cNvPr>
              <p:cNvPicPr/>
              <p:nvPr/>
            </p:nvPicPr>
            <p:blipFill>
              <a:blip r:embed="rId88"/>
              <a:stretch>
                <a:fillRect/>
              </a:stretch>
            </p:blipFill>
            <p:spPr>
              <a:xfrm>
                <a:off x="3649551" y="4330985"/>
                <a:ext cx="723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80" name="Ink 79">
                <a:extLst>
                  <a:ext uri="{FF2B5EF4-FFF2-40B4-BE49-F238E27FC236}">
                    <a16:creationId xmlns:a16="http://schemas.microsoft.com/office/drawing/2014/main" id="{E002AC79-DE6D-DBA6-6568-6F881869ECDD}"/>
                  </a:ext>
                </a:extLst>
              </p14:cNvPr>
              <p14:cNvContentPartPr/>
              <p14:nvPr/>
            </p14:nvContentPartPr>
            <p14:xfrm>
              <a:off x="3732351" y="4329185"/>
              <a:ext cx="82080" cy="68040"/>
            </p14:xfrm>
          </p:contentPart>
        </mc:Choice>
        <mc:Fallback xmlns="">
          <p:pic>
            <p:nvPicPr>
              <p:cNvPr id="80" name="Ink 79">
                <a:extLst>
                  <a:ext uri="{FF2B5EF4-FFF2-40B4-BE49-F238E27FC236}">
                    <a16:creationId xmlns:a16="http://schemas.microsoft.com/office/drawing/2014/main" id="{E002AC79-DE6D-DBA6-6568-6F881869ECDD}"/>
                  </a:ext>
                </a:extLst>
              </p:cNvPr>
              <p:cNvPicPr/>
              <p:nvPr/>
            </p:nvPicPr>
            <p:blipFill>
              <a:blip r:embed="rId90"/>
              <a:stretch>
                <a:fillRect/>
              </a:stretch>
            </p:blipFill>
            <p:spPr>
              <a:xfrm>
                <a:off x="3723711" y="4320545"/>
                <a:ext cx="9972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82" name="Ink 81">
                <a:extLst>
                  <a:ext uri="{FF2B5EF4-FFF2-40B4-BE49-F238E27FC236}">
                    <a16:creationId xmlns:a16="http://schemas.microsoft.com/office/drawing/2014/main" id="{07B201CC-2CA9-F354-7AE4-25196296EB1D}"/>
                  </a:ext>
                </a:extLst>
              </p14:cNvPr>
              <p14:cNvContentPartPr/>
              <p14:nvPr/>
            </p14:nvContentPartPr>
            <p14:xfrm>
              <a:off x="3455871" y="4172945"/>
              <a:ext cx="92880" cy="81720"/>
            </p14:xfrm>
          </p:contentPart>
        </mc:Choice>
        <mc:Fallback xmlns="">
          <p:pic>
            <p:nvPicPr>
              <p:cNvPr id="82" name="Ink 81">
                <a:extLst>
                  <a:ext uri="{FF2B5EF4-FFF2-40B4-BE49-F238E27FC236}">
                    <a16:creationId xmlns:a16="http://schemas.microsoft.com/office/drawing/2014/main" id="{07B201CC-2CA9-F354-7AE4-25196296EB1D}"/>
                  </a:ext>
                </a:extLst>
              </p:cNvPr>
              <p:cNvPicPr/>
              <p:nvPr/>
            </p:nvPicPr>
            <p:blipFill>
              <a:blip r:embed="rId92"/>
              <a:stretch>
                <a:fillRect/>
              </a:stretch>
            </p:blipFill>
            <p:spPr>
              <a:xfrm>
                <a:off x="3446871" y="4163945"/>
                <a:ext cx="11052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83" name="Ink 82">
                <a:extLst>
                  <a:ext uri="{FF2B5EF4-FFF2-40B4-BE49-F238E27FC236}">
                    <a16:creationId xmlns:a16="http://schemas.microsoft.com/office/drawing/2014/main" id="{D724131F-EC5B-A2E8-9414-20FCE5AC4E28}"/>
                  </a:ext>
                </a:extLst>
              </p14:cNvPr>
              <p14:cNvContentPartPr/>
              <p14:nvPr/>
            </p14:nvContentPartPr>
            <p14:xfrm>
              <a:off x="3567471" y="4188065"/>
              <a:ext cx="57240" cy="47160"/>
            </p14:xfrm>
          </p:contentPart>
        </mc:Choice>
        <mc:Fallback xmlns="">
          <p:pic>
            <p:nvPicPr>
              <p:cNvPr id="83" name="Ink 82">
                <a:extLst>
                  <a:ext uri="{FF2B5EF4-FFF2-40B4-BE49-F238E27FC236}">
                    <a16:creationId xmlns:a16="http://schemas.microsoft.com/office/drawing/2014/main" id="{D724131F-EC5B-A2E8-9414-20FCE5AC4E28}"/>
                  </a:ext>
                </a:extLst>
              </p:cNvPr>
              <p:cNvPicPr/>
              <p:nvPr/>
            </p:nvPicPr>
            <p:blipFill>
              <a:blip r:embed="rId94"/>
              <a:stretch>
                <a:fillRect/>
              </a:stretch>
            </p:blipFill>
            <p:spPr>
              <a:xfrm>
                <a:off x="3558831" y="4179065"/>
                <a:ext cx="7488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84" name="Ink 83">
                <a:extLst>
                  <a:ext uri="{FF2B5EF4-FFF2-40B4-BE49-F238E27FC236}">
                    <a16:creationId xmlns:a16="http://schemas.microsoft.com/office/drawing/2014/main" id="{0136254A-1A77-53B0-112A-0F20FCE2F7B6}"/>
                  </a:ext>
                </a:extLst>
              </p14:cNvPr>
              <p14:cNvContentPartPr/>
              <p14:nvPr/>
            </p14:nvContentPartPr>
            <p14:xfrm>
              <a:off x="3676551" y="4170065"/>
              <a:ext cx="57240" cy="73080"/>
            </p14:xfrm>
          </p:contentPart>
        </mc:Choice>
        <mc:Fallback xmlns="">
          <p:pic>
            <p:nvPicPr>
              <p:cNvPr id="84" name="Ink 83">
                <a:extLst>
                  <a:ext uri="{FF2B5EF4-FFF2-40B4-BE49-F238E27FC236}">
                    <a16:creationId xmlns:a16="http://schemas.microsoft.com/office/drawing/2014/main" id="{0136254A-1A77-53B0-112A-0F20FCE2F7B6}"/>
                  </a:ext>
                </a:extLst>
              </p:cNvPr>
              <p:cNvPicPr/>
              <p:nvPr/>
            </p:nvPicPr>
            <p:blipFill>
              <a:blip r:embed="rId96"/>
              <a:stretch>
                <a:fillRect/>
              </a:stretch>
            </p:blipFill>
            <p:spPr>
              <a:xfrm>
                <a:off x="3667911" y="4161425"/>
                <a:ext cx="7488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85" name="Ink 84">
                <a:extLst>
                  <a:ext uri="{FF2B5EF4-FFF2-40B4-BE49-F238E27FC236}">
                    <a16:creationId xmlns:a16="http://schemas.microsoft.com/office/drawing/2014/main" id="{CFE28D4D-B743-7ABA-7F10-D9442FA4F65A}"/>
                  </a:ext>
                </a:extLst>
              </p14:cNvPr>
              <p14:cNvContentPartPr/>
              <p14:nvPr/>
            </p14:nvContentPartPr>
            <p14:xfrm>
              <a:off x="3475671" y="4491905"/>
              <a:ext cx="5760" cy="80640"/>
            </p14:xfrm>
          </p:contentPart>
        </mc:Choice>
        <mc:Fallback xmlns="">
          <p:pic>
            <p:nvPicPr>
              <p:cNvPr id="85" name="Ink 84">
                <a:extLst>
                  <a:ext uri="{FF2B5EF4-FFF2-40B4-BE49-F238E27FC236}">
                    <a16:creationId xmlns:a16="http://schemas.microsoft.com/office/drawing/2014/main" id="{CFE28D4D-B743-7ABA-7F10-D9442FA4F65A}"/>
                  </a:ext>
                </a:extLst>
              </p:cNvPr>
              <p:cNvPicPr/>
              <p:nvPr/>
            </p:nvPicPr>
            <p:blipFill>
              <a:blip r:embed="rId98"/>
              <a:stretch>
                <a:fillRect/>
              </a:stretch>
            </p:blipFill>
            <p:spPr>
              <a:xfrm>
                <a:off x="3466671" y="4482905"/>
                <a:ext cx="2340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86" name="Ink 85">
                <a:extLst>
                  <a:ext uri="{FF2B5EF4-FFF2-40B4-BE49-F238E27FC236}">
                    <a16:creationId xmlns:a16="http://schemas.microsoft.com/office/drawing/2014/main" id="{F043343A-8225-70B9-49BC-A539CB6D6BA1}"/>
                  </a:ext>
                </a:extLst>
              </p14:cNvPr>
              <p14:cNvContentPartPr/>
              <p14:nvPr/>
            </p14:nvContentPartPr>
            <p14:xfrm>
              <a:off x="3546231" y="4477145"/>
              <a:ext cx="81360" cy="78120"/>
            </p14:xfrm>
          </p:contentPart>
        </mc:Choice>
        <mc:Fallback xmlns="">
          <p:pic>
            <p:nvPicPr>
              <p:cNvPr id="86" name="Ink 85">
                <a:extLst>
                  <a:ext uri="{FF2B5EF4-FFF2-40B4-BE49-F238E27FC236}">
                    <a16:creationId xmlns:a16="http://schemas.microsoft.com/office/drawing/2014/main" id="{F043343A-8225-70B9-49BC-A539CB6D6BA1}"/>
                  </a:ext>
                </a:extLst>
              </p:cNvPr>
              <p:cNvPicPr/>
              <p:nvPr/>
            </p:nvPicPr>
            <p:blipFill>
              <a:blip r:embed="rId100"/>
              <a:stretch>
                <a:fillRect/>
              </a:stretch>
            </p:blipFill>
            <p:spPr>
              <a:xfrm>
                <a:off x="3537591" y="4468145"/>
                <a:ext cx="9900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87" name="Ink 86">
                <a:extLst>
                  <a:ext uri="{FF2B5EF4-FFF2-40B4-BE49-F238E27FC236}">
                    <a16:creationId xmlns:a16="http://schemas.microsoft.com/office/drawing/2014/main" id="{8BE9386E-AF1A-C978-5AD1-F6BF8518580A}"/>
                  </a:ext>
                </a:extLst>
              </p14:cNvPr>
              <p14:cNvContentPartPr/>
              <p14:nvPr/>
            </p14:nvContentPartPr>
            <p14:xfrm>
              <a:off x="3678711" y="4482185"/>
              <a:ext cx="95760" cy="61920"/>
            </p14:xfrm>
          </p:contentPart>
        </mc:Choice>
        <mc:Fallback xmlns="">
          <p:pic>
            <p:nvPicPr>
              <p:cNvPr id="87" name="Ink 86">
                <a:extLst>
                  <a:ext uri="{FF2B5EF4-FFF2-40B4-BE49-F238E27FC236}">
                    <a16:creationId xmlns:a16="http://schemas.microsoft.com/office/drawing/2014/main" id="{8BE9386E-AF1A-C978-5AD1-F6BF8518580A}"/>
                  </a:ext>
                </a:extLst>
              </p:cNvPr>
              <p:cNvPicPr/>
              <p:nvPr/>
            </p:nvPicPr>
            <p:blipFill>
              <a:blip r:embed="rId102"/>
              <a:stretch>
                <a:fillRect/>
              </a:stretch>
            </p:blipFill>
            <p:spPr>
              <a:xfrm>
                <a:off x="3670071" y="4473545"/>
                <a:ext cx="1134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9" name="Ink 88">
                <a:extLst>
                  <a:ext uri="{FF2B5EF4-FFF2-40B4-BE49-F238E27FC236}">
                    <a16:creationId xmlns:a16="http://schemas.microsoft.com/office/drawing/2014/main" id="{E30F1BFB-550D-8ADD-338A-22A1B7F6C59E}"/>
                  </a:ext>
                </a:extLst>
              </p14:cNvPr>
              <p14:cNvContentPartPr/>
              <p14:nvPr/>
            </p14:nvContentPartPr>
            <p14:xfrm>
              <a:off x="6077391" y="4264385"/>
              <a:ext cx="132840" cy="19440"/>
            </p14:xfrm>
          </p:contentPart>
        </mc:Choice>
        <mc:Fallback xmlns="">
          <p:pic>
            <p:nvPicPr>
              <p:cNvPr id="89" name="Ink 88">
                <a:extLst>
                  <a:ext uri="{FF2B5EF4-FFF2-40B4-BE49-F238E27FC236}">
                    <a16:creationId xmlns:a16="http://schemas.microsoft.com/office/drawing/2014/main" id="{E30F1BFB-550D-8ADD-338A-22A1B7F6C59E}"/>
                  </a:ext>
                </a:extLst>
              </p:cNvPr>
              <p:cNvPicPr/>
              <p:nvPr/>
            </p:nvPicPr>
            <p:blipFill>
              <a:blip r:embed="rId104"/>
              <a:stretch>
                <a:fillRect/>
              </a:stretch>
            </p:blipFill>
            <p:spPr>
              <a:xfrm>
                <a:off x="6068391" y="4255745"/>
                <a:ext cx="15048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90" name="Ink 89">
                <a:extLst>
                  <a:ext uri="{FF2B5EF4-FFF2-40B4-BE49-F238E27FC236}">
                    <a16:creationId xmlns:a16="http://schemas.microsoft.com/office/drawing/2014/main" id="{2B7F20E2-A9A9-40E6-4287-70940591FAB8}"/>
                  </a:ext>
                </a:extLst>
              </p14:cNvPr>
              <p14:cNvContentPartPr/>
              <p14:nvPr/>
            </p14:nvContentPartPr>
            <p14:xfrm>
              <a:off x="6113031" y="4263665"/>
              <a:ext cx="40680" cy="120600"/>
            </p14:xfrm>
          </p:contentPart>
        </mc:Choice>
        <mc:Fallback xmlns="">
          <p:pic>
            <p:nvPicPr>
              <p:cNvPr id="90" name="Ink 89">
                <a:extLst>
                  <a:ext uri="{FF2B5EF4-FFF2-40B4-BE49-F238E27FC236}">
                    <a16:creationId xmlns:a16="http://schemas.microsoft.com/office/drawing/2014/main" id="{2B7F20E2-A9A9-40E6-4287-70940591FAB8}"/>
                  </a:ext>
                </a:extLst>
              </p:cNvPr>
              <p:cNvPicPr/>
              <p:nvPr/>
            </p:nvPicPr>
            <p:blipFill>
              <a:blip r:embed="rId106"/>
              <a:stretch>
                <a:fillRect/>
              </a:stretch>
            </p:blipFill>
            <p:spPr>
              <a:xfrm>
                <a:off x="6104391" y="4255025"/>
                <a:ext cx="5832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91" name="Ink 90">
                <a:extLst>
                  <a:ext uri="{FF2B5EF4-FFF2-40B4-BE49-F238E27FC236}">
                    <a16:creationId xmlns:a16="http://schemas.microsoft.com/office/drawing/2014/main" id="{1E56E6CA-2737-7704-8541-79660AE1EF58}"/>
                  </a:ext>
                </a:extLst>
              </p14:cNvPr>
              <p14:cNvContentPartPr/>
              <p14:nvPr/>
            </p14:nvContentPartPr>
            <p14:xfrm>
              <a:off x="6191511" y="4301825"/>
              <a:ext cx="120600" cy="84240"/>
            </p14:xfrm>
          </p:contentPart>
        </mc:Choice>
        <mc:Fallback xmlns="">
          <p:pic>
            <p:nvPicPr>
              <p:cNvPr id="91" name="Ink 90">
                <a:extLst>
                  <a:ext uri="{FF2B5EF4-FFF2-40B4-BE49-F238E27FC236}">
                    <a16:creationId xmlns:a16="http://schemas.microsoft.com/office/drawing/2014/main" id="{1E56E6CA-2737-7704-8541-79660AE1EF58}"/>
                  </a:ext>
                </a:extLst>
              </p:cNvPr>
              <p:cNvPicPr/>
              <p:nvPr/>
            </p:nvPicPr>
            <p:blipFill>
              <a:blip r:embed="rId108"/>
              <a:stretch>
                <a:fillRect/>
              </a:stretch>
            </p:blipFill>
            <p:spPr>
              <a:xfrm>
                <a:off x="6182511" y="4292825"/>
                <a:ext cx="13824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92" name="Ink 91">
                <a:extLst>
                  <a:ext uri="{FF2B5EF4-FFF2-40B4-BE49-F238E27FC236}">
                    <a16:creationId xmlns:a16="http://schemas.microsoft.com/office/drawing/2014/main" id="{B3DD47EB-1E3C-CD3A-67E6-AB9BA44FA25E}"/>
                  </a:ext>
                </a:extLst>
              </p14:cNvPr>
              <p14:cNvContentPartPr/>
              <p14:nvPr/>
            </p14:nvContentPartPr>
            <p14:xfrm>
              <a:off x="6350271" y="4332425"/>
              <a:ext cx="50400" cy="91800"/>
            </p14:xfrm>
          </p:contentPart>
        </mc:Choice>
        <mc:Fallback xmlns="">
          <p:pic>
            <p:nvPicPr>
              <p:cNvPr id="92" name="Ink 91">
                <a:extLst>
                  <a:ext uri="{FF2B5EF4-FFF2-40B4-BE49-F238E27FC236}">
                    <a16:creationId xmlns:a16="http://schemas.microsoft.com/office/drawing/2014/main" id="{B3DD47EB-1E3C-CD3A-67E6-AB9BA44FA25E}"/>
                  </a:ext>
                </a:extLst>
              </p:cNvPr>
              <p:cNvPicPr/>
              <p:nvPr/>
            </p:nvPicPr>
            <p:blipFill>
              <a:blip r:embed="rId110"/>
              <a:stretch>
                <a:fillRect/>
              </a:stretch>
            </p:blipFill>
            <p:spPr>
              <a:xfrm>
                <a:off x="6341631" y="4323785"/>
                <a:ext cx="6804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3" name="Ink 92">
                <a:extLst>
                  <a:ext uri="{FF2B5EF4-FFF2-40B4-BE49-F238E27FC236}">
                    <a16:creationId xmlns:a16="http://schemas.microsoft.com/office/drawing/2014/main" id="{02A83A77-6D3E-5F52-6C85-794115F84837}"/>
                  </a:ext>
                </a:extLst>
              </p14:cNvPr>
              <p14:cNvContentPartPr/>
              <p14:nvPr/>
            </p14:nvContentPartPr>
            <p14:xfrm>
              <a:off x="6435951" y="4324505"/>
              <a:ext cx="105840" cy="54360"/>
            </p14:xfrm>
          </p:contentPart>
        </mc:Choice>
        <mc:Fallback xmlns="">
          <p:pic>
            <p:nvPicPr>
              <p:cNvPr id="93" name="Ink 92">
                <a:extLst>
                  <a:ext uri="{FF2B5EF4-FFF2-40B4-BE49-F238E27FC236}">
                    <a16:creationId xmlns:a16="http://schemas.microsoft.com/office/drawing/2014/main" id="{02A83A77-6D3E-5F52-6C85-794115F84837}"/>
                  </a:ext>
                </a:extLst>
              </p:cNvPr>
              <p:cNvPicPr/>
              <p:nvPr/>
            </p:nvPicPr>
            <p:blipFill>
              <a:blip r:embed="rId112"/>
              <a:stretch>
                <a:fillRect/>
              </a:stretch>
            </p:blipFill>
            <p:spPr>
              <a:xfrm>
                <a:off x="6426951" y="4315505"/>
                <a:ext cx="123480" cy="72000"/>
              </a:xfrm>
              <a:prstGeom prst="rect">
                <a:avLst/>
              </a:prstGeom>
            </p:spPr>
          </p:pic>
        </mc:Fallback>
      </mc:AlternateContent>
      <p:grpSp>
        <p:nvGrpSpPr>
          <p:cNvPr id="104" name="Group 103">
            <a:extLst>
              <a:ext uri="{FF2B5EF4-FFF2-40B4-BE49-F238E27FC236}">
                <a16:creationId xmlns:a16="http://schemas.microsoft.com/office/drawing/2014/main" id="{629F1722-D73C-F7C6-CA6F-DA5BC0EFB5D9}"/>
              </a:ext>
            </a:extLst>
          </p:cNvPr>
          <p:cNvGrpSpPr/>
          <p:nvPr/>
        </p:nvGrpSpPr>
        <p:grpSpPr>
          <a:xfrm>
            <a:off x="6047511" y="3495065"/>
            <a:ext cx="1381320" cy="565200"/>
            <a:chOff x="6047511" y="3495065"/>
            <a:chExt cx="1381320" cy="565200"/>
          </a:xfrm>
        </p:grpSpPr>
        <mc:AlternateContent xmlns:mc="http://schemas.openxmlformats.org/markup-compatibility/2006" xmlns:p14="http://schemas.microsoft.com/office/powerpoint/2010/main">
          <mc:Choice Requires="p14">
            <p:contentPart p14:bwMode="auto" r:id="rId113">
              <p14:nvContentPartPr>
                <p14:cNvPr id="69" name="Ink 68">
                  <a:extLst>
                    <a:ext uri="{FF2B5EF4-FFF2-40B4-BE49-F238E27FC236}">
                      <a16:creationId xmlns:a16="http://schemas.microsoft.com/office/drawing/2014/main" id="{855DBF7E-2259-AF55-44B3-12CF98E5B287}"/>
                    </a:ext>
                  </a:extLst>
                </p14:cNvPr>
                <p14:cNvContentPartPr/>
                <p14:nvPr/>
              </p14:nvContentPartPr>
              <p14:xfrm>
                <a:off x="6047511" y="3814745"/>
                <a:ext cx="165600" cy="221400"/>
              </p14:xfrm>
            </p:contentPart>
          </mc:Choice>
          <mc:Fallback xmlns="">
            <p:pic>
              <p:nvPicPr>
                <p:cNvPr id="69" name="Ink 68">
                  <a:extLst>
                    <a:ext uri="{FF2B5EF4-FFF2-40B4-BE49-F238E27FC236}">
                      <a16:creationId xmlns:a16="http://schemas.microsoft.com/office/drawing/2014/main" id="{855DBF7E-2259-AF55-44B3-12CF98E5B287}"/>
                    </a:ext>
                  </a:extLst>
                </p:cNvPr>
                <p:cNvPicPr/>
                <p:nvPr/>
              </p:nvPicPr>
              <p:blipFill>
                <a:blip r:embed="rId114"/>
                <a:stretch>
                  <a:fillRect/>
                </a:stretch>
              </p:blipFill>
              <p:spPr>
                <a:xfrm>
                  <a:off x="6038511" y="3805745"/>
                  <a:ext cx="18324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0" name="Ink 69">
                  <a:extLst>
                    <a:ext uri="{FF2B5EF4-FFF2-40B4-BE49-F238E27FC236}">
                      <a16:creationId xmlns:a16="http://schemas.microsoft.com/office/drawing/2014/main" id="{CCFAC75E-DCF6-EAC7-E22F-8EBD6AE1F541}"/>
                    </a:ext>
                  </a:extLst>
                </p14:cNvPr>
                <p14:cNvContentPartPr/>
                <p14:nvPr/>
              </p14:nvContentPartPr>
              <p14:xfrm>
                <a:off x="6227871" y="3910505"/>
                <a:ext cx="92880" cy="96480"/>
              </p14:xfrm>
            </p:contentPart>
          </mc:Choice>
          <mc:Fallback xmlns="">
            <p:pic>
              <p:nvPicPr>
                <p:cNvPr id="70" name="Ink 69">
                  <a:extLst>
                    <a:ext uri="{FF2B5EF4-FFF2-40B4-BE49-F238E27FC236}">
                      <a16:creationId xmlns:a16="http://schemas.microsoft.com/office/drawing/2014/main" id="{CCFAC75E-DCF6-EAC7-E22F-8EBD6AE1F541}"/>
                    </a:ext>
                  </a:extLst>
                </p:cNvPr>
                <p:cNvPicPr/>
                <p:nvPr/>
              </p:nvPicPr>
              <p:blipFill>
                <a:blip r:embed="rId116"/>
                <a:stretch>
                  <a:fillRect/>
                </a:stretch>
              </p:blipFill>
              <p:spPr>
                <a:xfrm>
                  <a:off x="6219231" y="3901865"/>
                  <a:ext cx="1105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71" name="Ink 70">
                  <a:extLst>
                    <a:ext uri="{FF2B5EF4-FFF2-40B4-BE49-F238E27FC236}">
                      <a16:creationId xmlns:a16="http://schemas.microsoft.com/office/drawing/2014/main" id="{00479F18-5560-5169-A169-6858B8F04D0C}"/>
                    </a:ext>
                  </a:extLst>
                </p14:cNvPr>
                <p14:cNvContentPartPr/>
                <p14:nvPr/>
              </p14:nvContentPartPr>
              <p14:xfrm>
                <a:off x="6339471" y="3913385"/>
                <a:ext cx="91800" cy="146880"/>
              </p14:xfrm>
            </p:contentPart>
          </mc:Choice>
          <mc:Fallback xmlns="">
            <p:pic>
              <p:nvPicPr>
                <p:cNvPr id="71" name="Ink 70">
                  <a:extLst>
                    <a:ext uri="{FF2B5EF4-FFF2-40B4-BE49-F238E27FC236}">
                      <a16:creationId xmlns:a16="http://schemas.microsoft.com/office/drawing/2014/main" id="{00479F18-5560-5169-A169-6858B8F04D0C}"/>
                    </a:ext>
                  </a:extLst>
                </p:cNvPr>
                <p:cNvPicPr/>
                <p:nvPr/>
              </p:nvPicPr>
              <p:blipFill>
                <a:blip r:embed="rId118"/>
                <a:stretch>
                  <a:fillRect/>
                </a:stretch>
              </p:blipFill>
              <p:spPr>
                <a:xfrm>
                  <a:off x="6330831" y="3904745"/>
                  <a:ext cx="10944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2" name="Ink 71">
                  <a:extLst>
                    <a:ext uri="{FF2B5EF4-FFF2-40B4-BE49-F238E27FC236}">
                      <a16:creationId xmlns:a16="http://schemas.microsoft.com/office/drawing/2014/main" id="{65BD82D0-8885-8A20-1CDB-0E05BFCABB54}"/>
                    </a:ext>
                  </a:extLst>
                </p14:cNvPr>
                <p14:cNvContentPartPr/>
                <p14:nvPr/>
              </p14:nvContentPartPr>
              <p14:xfrm>
                <a:off x="6446391" y="3893225"/>
                <a:ext cx="98640" cy="154440"/>
              </p14:xfrm>
            </p:contentPart>
          </mc:Choice>
          <mc:Fallback xmlns="">
            <p:pic>
              <p:nvPicPr>
                <p:cNvPr id="72" name="Ink 71">
                  <a:extLst>
                    <a:ext uri="{FF2B5EF4-FFF2-40B4-BE49-F238E27FC236}">
                      <a16:creationId xmlns:a16="http://schemas.microsoft.com/office/drawing/2014/main" id="{65BD82D0-8885-8A20-1CDB-0E05BFCABB54}"/>
                    </a:ext>
                  </a:extLst>
                </p:cNvPr>
                <p:cNvPicPr/>
                <p:nvPr/>
              </p:nvPicPr>
              <p:blipFill>
                <a:blip r:embed="rId120"/>
                <a:stretch>
                  <a:fillRect/>
                </a:stretch>
              </p:blipFill>
              <p:spPr>
                <a:xfrm>
                  <a:off x="6437391" y="3884585"/>
                  <a:ext cx="11628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3" name="Ink 72">
                  <a:extLst>
                    <a:ext uri="{FF2B5EF4-FFF2-40B4-BE49-F238E27FC236}">
                      <a16:creationId xmlns:a16="http://schemas.microsoft.com/office/drawing/2014/main" id="{5F3F2E7A-9979-07C0-D0BD-84C62823FB29}"/>
                    </a:ext>
                  </a:extLst>
                </p14:cNvPr>
                <p14:cNvContentPartPr/>
                <p14:nvPr/>
              </p14:nvContentPartPr>
              <p14:xfrm>
                <a:off x="6577431" y="3965585"/>
                <a:ext cx="4680" cy="2520"/>
              </p14:xfrm>
            </p:contentPart>
          </mc:Choice>
          <mc:Fallback xmlns="">
            <p:pic>
              <p:nvPicPr>
                <p:cNvPr id="73" name="Ink 72">
                  <a:extLst>
                    <a:ext uri="{FF2B5EF4-FFF2-40B4-BE49-F238E27FC236}">
                      <a16:creationId xmlns:a16="http://schemas.microsoft.com/office/drawing/2014/main" id="{5F3F2E7A-9979-07C0-D0BD-84C62823FB29}"/>
                    </a:ext>
                  </a:extLst>
                </p:cNvPr>
                <p:cNvPicPr/>
                <p:nvPr/>
              </p:nvPicPr>
              <p:blipFill>
                <a:blip r:embed="rId122"/>
                <a:stretch>
                  <a:fillRect/>
                </a:stretch>
              </p:blipFill>
              <p:spPr>
                <a:xfrm>
                  <a:off x="6568431" y="3956585"/>
                  <a:ext cx="2232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95" name="Ink 94">
                  <a:extLst>
                    <a:ext uri="{FF2B5EF4-FFF2-40B4-BE49-F238E27FC236}">
                      <a16:creationId xmlns:a16="http://schemas.microsoft.com/office/drawing/2014/main" id="{3D7063B5-D8C3-9E91-6C91-72C2FB88003A}"/>
                    </a:ext>
                  </a:extLst>
                </p14:cNvPr>
                <p14:cNvContentPartPr/>
                <p14:nvPr/>
              </p14:nvContentPartPr>
              <p14:xfrm>
                <a:off x="6814671" y="3781625"/>
                <a:ext cx="163800" cy="234360"/>
              </p14:xfrm>
            </p:contentPart>
          </mc:Choice>
          <mc:Fallback xmlns="">
            <p:pic>
              <p:nvPicPr>
                <p:cNvPr id="95" name="Ink 94">
                  <a:extLst>
                    <a:ext uri="{FF2B5EF4-FFF2-40B4-BE49-F238E27FC236}">
                      <a16:creationId xmlns:a16="http://schemas.microsoft.com/office/drawing/2014/main" id="{3D7063B5-D8C3-9E91-6C91-72C2FB88003A}"/>
                    </a:ext>
                  </a:extLst>
                </p:cNvPr>
                <p:cNvPicPr/>
                <p:nvPr/>
              </p:nvPicPr>
              <p:blipFill>
                <a:blip r:embed="rId124"/>
                <a:stretch>
                  <a:fillRect/>
                </a:stretch>
              </p:blipFill>
              <p:spPr>
                <a:xfrm>
                  <a:off x="6806031" y="3772625"/>
                  <a:ext cx="1814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96" name="Ink 95">
                  <a:extLst>
                    <a:ext uri="{FF2B5EF4-FFF2-40B4-BE49-F238E27FC236}">
                      <a16:creationId xmlns:a16="http://schemas.microsoft.com/office/drawing/2014/main" id="{DE0E8D02-2F84-9253-12A4-0240D1B6AE63}"/>
                    </a:ext>
                  </a:extLst>
                </p14:cNvPr>
                <p14:cNvContentPartPr/>
                <p14:nvPr/>
              </p14:nvContentPartPr>
              <p14:xfrm>
                <a:off x="6992871" y="3815825"/>
                <a:ext cx="166320" cy="191880"/>
              </p14:xfrm>
            </p:contentPart>
          </mc:Choice>
          <mc:Fallback xmlns="">
            <p:pic>
              <p:nvPicPr>
                <p:cNvPr id="96" name="Ink 95">
                  <a:extLst>
                    <a:ext uri="{FF2B5EF4-FFF2-40B4-BE49-F238E27FC236}">
                      <a16:creationId xmlns:a16="http://schemas.microsoft.com/office/drawing/2014/main" id="{DE0E8D02-2F84-9253-12A4-0240D1B6AE63}"/>
                    </a:ext>
                  </a:extLst>
                </p:cNvPr>
                <p:cNvPicPr/>
                <p:nvPr/>
              </p:nvPicPr>
              <p:blipFill>
                <a:blip r:embed="rId126"/>
                <a:stretch>
                  <a:fillRect/>
                </a:stretch>
              </p:blipFill>
              <p:spPr>
                <a:xfrm>
                  <a:off x="6983871" y="3807185"/>
                  <a:ext cx="18396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97" name="Ink 96">
                  <a:extLst>
                    <a:ext uri="{FF2B5EF4-FFF2-40B4-BE49-F238E27FC236}">
                      <a16:creationId xmlns:a16="http://schemas.microsoft.com/office/drawing/2014/main" id="{6E80DC1F-6ED3-50AE-49F3-18FF0FACF991}"/>
                    </a:ext>
                  </a:extLst>
                </p14:cNvPr>
                <p14:cNvContentPartPr/>
                <p14:nvPr/>
              </p14:nvContentPartPr>
              <p14:xfrm>
                <a:off x="7195191" y="3837425"/>
                <a:ext cx="28800" cy="157680"/>
              </p14:xfrm>
            </p:contentPart>
          </mc:Choice>
          <mc:Fallback xmlns="">
            <p:pic>
              <p:nvPicPr>
                <p:cNvPr id="97" name="Ink 96">
                  <a:extLst>
                    <a:ext uri="{FF2B5EF4-FFF2-40B4-BE49-F238E27FC236}">
                      <a16:creationId xmlns:a16="http://schemas.microsoft.com/office/drawing/2014/main" id="{6E80DC1F-6ED3-50AE-49F3-18FF0FACF991}"/>
                    </a:ext>
                  </a:extLst>
                </p:cNvPr>
                <p:cNvPicPr/>
                <p:nvPr/>
              </p:nvPicPr>
              <p:blipFill>
                <a:blip r:embed="rId128"/>
                <a:stretch>
                  <a:fillRect/>
                </a:stretch>
              </p:blipFill>
              <p:spPr>
                <a:xfrm>
                  <a:off x="7186551" y="3828785"/>
                  <a:ext cx="4644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98" name="Ink 97">
                  <a:extLst>
                    <a:ext uri="{FF2B5EF4-FFF2-40B4-BE49-F238E27FC236}">
                      <a16:creationId xmlns:a16="http://schemas.microsoft.com/office/drawing/2014/main" id="{4BBE4F24-9092-67A4-AEDB-529854018B5B}"/>
                    </a:ext>
                  </a:extLst>
                </p14:cNvPr>
                <p14:cNvContentPartPr/>
                <p14:nvPr/>
              </p14:nvContentPartPr>
              <p14:xfrm>
                <a:off x="7234071" y="3839945"/>
                <a:ext cx="81720" cy="147960"/>
              </p14:xfrm>
            </p:contentPart>
          </mc:Choice>
          <mc:Fallback xmlns="">
            <p:pic>
              <p:nvPicPr>
                <p:cNvPr id="98" name="Ink 97">
                  <a:extLst>
                    <a:ext uri="{FF2B5EF4-FFF2-40B4-BE49-F238E27FC236}">
                      <a16:creationId xmlns:a16="http://schemas.microsoft.com/office/drawing/2014/main" id="{4BBE4F24-9092-67A4-AEDB-529854018B5B}"/>
                    </a:ext>
                  </a:extLst>
                </p:cNvPr>
                <p:cNvPicPr/>
                <p:nvPr/>
              </p:nvPicPr>
              <p:blipFill>
                <a:blip r:embed="rId130"/>
                <a:stretch>
                  <a:fillRect/>
                </a:stretch>
              </p:blipFill>
              <p:spPr>
                <a:xfrm>
                  <a:off x="7225431" y="3831305"/>
                  <a:ext cx="993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99" name="Ink 98">
                  <a:extLst>
                    <a:ext uri="{FF2B5EF4-FFF2-40B4-BE49-F238E27FC236}">
                      <a16:creationId xmlns:a16="http://schemas.microsoft.com/office/drawing/2014/main" id="{537E86F1-F4FB-F775-106F-9E40ACA6EE49}"/>
                    </a:ext>
                  </a:extLst>
                </p14:cNvPr>
                <p14:cNvContentPartPr/>
                <p14:nvPr/>
              </p14:nvContentPartPr>
              <p14:xfrm>
                <a:off x="7386711" y="3904745"/>
                <a:ext cx="42120" cy="5400"/>
              </p14:xfrm>
            </p:contentPart>
          </mc:Choice>
          <mc:Fallback xmlns="">
            <p:pic>
              <p:nvPicPr>
                <p:cNvPr id="99" name="Ink 98">
                  <a:extLst>
                    <a:ext uri="{FF2B5EF4-FFF2-40B4-BE49-F238E27FC236}">
                      <a16:creationId xmlns:a16="http://schemas.microsoft.com/office/drawing/2014/main" id="{537E86F1-F4FB-F775-106F-9E40ACA6EE49}"/>
                    </a:ext>
                  </a:extLst>
                </p:cNvPr>
                <p:cNvPicPr/>
                <p:nvPr/>
              </p:nvPicPr>
              <p:blipFill>
                <a:blip r:embed="rId132"/>
                <a:stretch>
                  <a:fillRect/>
                </a:stretch>
              </p:blipFill>
              <p:spPr>
                <a:xfrm>
                  <a:off x="7377711" y="3896105"/>
                  <a:ext cx="597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01" name="Ink 100">
                  <a:extLst>
                    <a:ext uri="{FF2B5EF4-FFF2-40B4-BE49-F238E27FC236}">
                      <a16:creationId xmlns:a16="http://schemas.microsoft.com/office/drawing/2014/main" id="{4AB2239E-2EFD-68DF-97A9-E1E291812F81}"/>
                    </a:ext>
                  </a:extLst>
                </p14:cNvPr>
                <p14:cNvContentPartPr/>
                <p14:nvPr/>
              </p14:nvContentPartPr>
              <p14:xfrm>
                <a:off x="6642951" y="3496145"/>
                <a:ext cx="122760" cy="196560"/>
              </p14:xfrm>
            </p:contentPart>
          </mc:Choice>
          <mc:Fallback xmlns="">
            <p:pic>
              <p:nvPicPr>
                <p:cNvPr id="101" name="Ink 100">
                  <a:extLst>
                    <a:ext uri="{FF2B5EF4-FFF2-40B4-BE49-F238E27FC236}">
                      <a16:creationId xmlns:a16="http://schemas.microsoft.com/office/drawing/2014/main" id="{4AB2239E-2EFD-68DF-97A9-E1E291812F81}"/>
                    </a:ext>
                  </a:extLst>
                </p:cNvPr>
                <p:cNvPicPr/>
                <p:nvPr/>
              </p:nvPicPr>
              <p:blipFill>
                <a:blip r:embed="rId134"/>
                <a:stretch>
                  <a:fillRect/>
                </a:stretch>
              </p:blipFill>
              <p:spPr>
                <a:xfrm>
                  <a:off x="6634311" y="3487145"/>
                  <a:ext cx="14040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02" name="Ink 101">
                  <a:extLst>
                    <a:ext uri="{FF2B5EF4-FFF2-40B4-BE49-F238E27FC236}">
                      <a16:creationId xmlns:a16="http://schemas.microsoft.com/office/drawing/2014/main" id="{2B8E6442-9E62-09B0-46DF-2F7EE0D2C6FC}"/>
                    </a:ext>
                  </a:extLst>
                </p14:cNvPr>
                <p14:cNvContentPartPr/>
                <p14:nvPr/>
              </p14:nvContentPartPr>
              <p14:xfrm>
                <a:off x="6750951" y="3495065"/>
                <a:ext cx="98280" cy="232200"/>
              </p14:xfrm>
            </p:contentPart>
          </mc:Choice>
          <mc:Fallback xmlns="">
            <p:pic>
              <p:nvPicPr>
                <p:cNvPr id="102" name="Ink 101">
                  <a:extLst>
                    <a:ext uri="{FF2B5EF4-FFF2-40B4-BE49-F238E27FC236}">
                      <a16:creationId xmlns:a16="http://schemas.microsoft.com/office/drawing/2014/main" id="{2B8E6442-9E62-09B0-46DF-2F7EE0D2C6FC}"/>
                    </a:ext>
                  </a:extLst>
                </p:cNvPr>
                <p:cNvPicPr/>
                <p:nvPr/>
              </p:nvPicPr>
              <p:blipFill>
                <a:blip r:embed="rId136"/>
                <a:stretch>
                  <a:fillRect/>
                </a:stretch>
              </p:blipFill>
              <p:spPr>
                <a:xfrm>
                  <a:off x="6742311" y="3486425"/>
                  <a:ext cx="11592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03" name="Ink 102">
                  <a:extLst>
                    <a:ext uri="{FF2B5EF4-FFF2-40B4-BE49-F238E27FC236}">
                      <a16:creationId xmlns:a16="http://schemas.microsoft.com/office/drawing/2014/main" id="{CDD0F154-9693-B82A-B252-671CF64E9B23}"/>
                    </a:ext>
                  </a:extLst>
                </p14:cNvPr>
                <p14:cNvContentPartPr/>
                <p14:nvPr/>
              </p14:nvContentPartPr>
              <p14:xfrm>
                <a:off x="6869751" y="3516665"/>
                <a:ext cx="136800" cy="176400"/>
              </p14:xfrm>
            </p:contentPart>
          </mc:Choice>
          <mc:Fallback xmlns="">
            <p:pic>
              <p:nvPicPr>
                <p:cNvPr id="103" name="Ink 102">
                  <a:extLst>
                    <a:ext uri="{FF2B5EF4-FFF2-40B4-BE49-F238E27FC236}">
                      <a16:creationId xmlns:a16="http://schemas.microsoft.com/office/drawing/2014/main" id="{CDD0F154-9693-B82A-B252-671CF64E9B23}"/>
                    </a:ext>
                  </a:extLst>
                </p:cNvPr>
                <p:cNvPicPr/>
                <p:nvPr/>
              </p:nvPicPr>
              <p:blipFill>
                <a:blip r:embed="rId138"/>
                <a:stretch>
                  <a:fillRect/>
                </a:stretch>
              </p:blipFill>
              <p:spPr>
                <a:xfrm>
                  <a:off x="6861111" y="3508025"/>
                  <a:ext cx="154440" cy="194040"/>
                </a:xfrm>
                <a:prstGeom prst="rect">
                  <a:avLst/>
                </a:prstGeom>
              </p:spPr>
            </p:pic>
          </mc:Fallback>
        </mc:AlternateContent>
      </p:grpSp>
      <p:grpSp>
        <p:nvGrpSpPr>
          <p:cNvPr id="110" name="Group 109">
            <a:extLst>
              <a:ext uri="{FF2B5EF4-FFF2-40B4-BE49-F238E27FC236}">
                <a16:creationId xmlns:a16="http://schemas.microsoft.com/office/drawing/2014/main" id="{F7E16553-8543-0038-1DF2-FC10FEB9283A}"/>
              </a:ext>
            </a:extLst>
          </p:cNvPr>
          <p:cNvGrpSpPr/>
          <p:nvPr/>
        </p:nvGrpSpPr>
        <p:grpSpPr>
          <a:xfrm>
            <a:off x="2187231" y="3915905"/>
            <a:ext cx="525600" cy="196920"/>
            <a:chOff x="2187231" y="3915905"/>
            <a:chExt cx="525600" cy="196920"/>
          </a:xfrm>
        </p:grpSpPr>
        <mc:AlternateContent xmlns:mc="http://schemas.openxmlformats.org/markup-compatibility/2006" xmlns:p14="http://schemas.microsoft.com/office/powerpoint/2010/main">
          <mc:Choice Requires="p14">
            <p:contentPart p14:bwMode="auto" r:id="rId139">
              <p14:nvContentPartPr>
                <p14:cNvPr id="105" name="Ink 104">
                  <a:extLst>
                    <a:ext uri="{FF2B5EF4-FFF2-40B4-BE49-F238E27FC236}">
                      <a16:creationId xmlns:a16="http://schemas.microsoft.com/office/drawing/2014/main" id="{AA95F9EC-8D5E-F647-91D2-787EB54FFA76}"/>
                    </a:ext>
                  </a:extLst>
                </p14:cNvPr>
                <p14:cNvContentPartPr/>
                <p14:nvPr/>
              </p14:nvContentPartPr>
              <p14:xfrm>
                <a:off x="2187231" y="3972785"/>
                <a:ext cx="111240" cy="140040"/>
              </p14:xfrm>
            </p:contentPart>
          </mc:Choice>
          <mc:Fallback xmlns="">
            <p:pic>
              <p:nvPicPr>
                <p:cNvPr id="105" name="Ink 104">
                  <a:extLst>
                    <a:ext uri="{FF2B5EF4-FFF2-40B4-BE49-F238E27FC236}">
                      <a16:creationId xmlns:a16="http://schemas.microsoft.com/office/drawing/2014/main" id="{AA95F9EC-8D5E-F647-91D2-787EB54FFA76}"/>
                    </a:ext>
                  </a:extLst>
                </p:cNvPr>
                <p:cNvPicPr/>
                <p:nvPr/>
              </p:nvPicPr>
              <p:blipFill>
                <a:blip r:embed="rId140"/>
                <a:stretch>
                  <a:fillRect/>
                </a:stretch>
              </p:blipFill>
              <p:spPr>
                <a:xfrm>
                  <a:off x="2178591" y="3963785"/>
                  <a:ext cx="12888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06" name="Ink 105">
                  <a:extLst>
                    <a:ext uri="{FF2B5EF4-FFF2-40B4-BE49-F238E27FC236}">
                      <a16:creationId xmlns:a16="http://schemas.microsoft.com/office/drawing/2014/main" id="{BC89D6D9-572A-C857-69DC-BA5019417813}"/>
                    </a:ext>
                  </a:extLst>
                </p14:cNvPr>
                <p14:cNvContentPartPr/>
                <p14:nvPr/>
              </p14:nvContentPartPr>
              <p14:xfrm>
                <a:off x="2308191" y="4004825"/>
                <a:ext cx="75960" cy="97560"/>
              </p14:xfrm>
            </p:contentPart>
          </mc:Choice>
          <mc:Fallback xmlns="">
            <p:pic>
              <p:nvPicPr>
                <p:cNvPr id="106" name="Ink 105">
                  <a:extLst>
                    <a:ext uri="{FF2B5EF4-FFF2-40B4-BE49-F238E27FC236}">
                      <a16:creationId xmlns:a16="http://schemas.microsoft.com/office/drawing/2014/main" id="{BC89D6D9-572A-C857-69DC-BA5019417813}"/>
                    </a:ext>
                  </a:extLst>
                </p:cNvPr>
                <p:cNvPicPr/>
                <p:nvPr/>
              </p:nvPicPr>
              <p:blipFill>
                <a:blip r:embed="rId142"/>
                <a:stretch>
                  <a:fillRect/>
                </a:stretch>
              </p:blipFill>
              <p:spPr>
                <a:xfrm>
                  <a:off x="2299191" y="3995825"/>
                  <a:ext cx="9360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07" name="Ink 106">
                  <a:extLst>
                    <a:ext uri="{FF2B5EF4-FFF2-40B4-BE49-F238E27FC236}">
                      <a16:creationId xmlns:a16="http://schemas.microsoft.com/office/drawing/2014/main" id="{A8913B29-A549-F802-D71E-2C488A7641CD}"/>
                    </a:ext>
                  </a:extLst>
                </p14:cNvPr>
                <p14:cNvContentPartPr/>
                <p14:nvPr/>
              </p14:nvContentPartPr>
              <p14:xfrm>
                <a:off x="2439951" y="3995465"/>
                <a:ext cx="71280" cy="95040"/>
              </p14:xfrm>
            </p:contentPart>
          </mc:Choice>
          <mc:Fallback xmlns="">
            <p:pic>
              <p:nvPicPr>
                <p:cNvPr id="107" name="Ink 106">
                  <a:extLst>
                    <a:ext uri="{FF2B5EF4-FFF2-40B4-BE49-F238E27FC236}">
                      <a16:creationId xmlns:a16="http://schemas.microsoft.com/office/drawing/2014/main" id="{A8913B29-A549-F802-D71E-2C488A7641CD}"/>
                    </a:ext>
                  </a:extLst>
                </p:cNvPr>
                <p:cNvPicPr/>
                <p:nvPr/>
              </p:nvPicPr>
              <p:blipFill>
                <a:blip r:embed="rId144"/>
                <a:stretch>
                  <a:fillRect/>
                </a:stretch>
              </p:blipFill>
              <p:spPr>
                <a:xfrm>
                  <a:off x="2430951" y="3986825"/>
                  <a:ext cx="889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08" name="Ink 107">
                  <a:extLst>
                    <a:ext uri="{FF2B5EF4-FFF2-40B4-BE49-F238E27FC236}">
                      <a16:creationId xmlns:a16="http://schemas.microsoft.com/office/drawing/2014/main" id="{9DC3C5A9-3331-0DD6-1F98-60377E16BBDB}"/>
                    </a:ext>
                  </a:extLst>
                </p14:cNvPr>
                <p14:cNvContentPartPr/>
                <p14:nvPr/>
              </p14:nvContentPartPr>
              <p14:xfrm>
                <a:off x="2571351" y="3915905"/>
                <a:ext cx="18720" cy="189720"/>
              </p14:xfrm>
            </p:contentPart>
          </mc:Choice>
          <mc:Fallback xmlns="">
            <p:pic>
              <p:nvPicPr>
                <p:cNvPr id="108" name="Ink 107">
                  <a:extLst>
                    <a:ext uri="{FF2B5EF4-FFF2-40B4-BE49-F238E27FC236}">
                      <a16:creationId xmlns:a16="http://schemas.microsoft.com/office/drawing/2014/main" id="{9DC3C5A9-3331-0DD6-1F98-60377E16BBDB}"/>
                    </a:ext>
                  </a:extLst>
                </p:cNvPr>
                <p:cNvPicPr/>
                <p:nvPr/>
              </p:nvPicPr>
              <p:blipFill>
                <a:blip r:embed="rId146"/>
                <a:stretch>
                  <a:fillRect/>
                </a:stretch>
              </p:blipFill>
              <p:spPr>
                <a:xfrm>
                  <a:off x="2562351" y="3907265"/>
                  <a:ext cx="3636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09" name="Ink 108">
                  <a:extLst>
                    <a:ext uri="{FF2B5EF4-FFF2-40B4-BE49-F238E27FC236}">
                      <a16:creationId xmlns:a16="http://schemas.microsoft.com/office/drawing/2014/main" id="{FD131E4C-8712-293E-26AD-3008FAA9D9F0}"/>
                    </a:ext>
                  </a:extLst>
                </p14:cNvPr>
                <p14:cNvContentPartPr/>
                <p14:nvPr/>
              </p14:nvContentPartPr>
              <p14:xfrm>
                <a:off x="2580711" y="3966665"/>
                <a:ext cx="132120" cy="120240"/>
              </p14:xfrm>
            </p:contentPart>
          </mc:Choice>
          <mc:Fallback xmlns="">
            <p:pic>
              <p:nvPicPr>
                <p:cNvPr id="109" name="Ink 108">
                  <a:extLst>
                    <a:ext uri="{FF2B5EF4-FFF2-40B4-BE49-F238E27FC236}">
                      <a16:creationId xmlns:a16="http://schemas.microsoft.com/office/drawing/2014/main" id="{FD131E4C-8712-293E-26AD-3008FAA9D9F0}"/>
                    </a:ext>
                  </a:extLst>
                </p:cNvPr>
                <p:cNvPicPr/>
                <p:nvPr/>
              </p:nvPicPr>
              <p:blipFill>
                <a:blip r:embed="rId148"/>
                <a:stretch>
                  <a:fillRect/>
                </a:stretch>
              </p:blipFill>
              <p:spPr>
                <a:xfrm>
                  <a:off x="2571711" y="3958025"/>
                  <a:ext cx="149760" cy="137880"/>
                </a:xfrm>
                <a:prstGeom prst="rect">
                  <a:avLst/>
                </a:prstGeom>
              </p:spPr>
            </p:pic>
          </mc:Fallback>
        </mc:AlternateContent>
      </p:grpSp>
      <p:grpSp>
        <p:nvGrpSpPr>
          <p:cNvPr id="113" name="Group 112">
            <a:extLst>
              <a:ext uri="{FF2B5EF4-FFF2-40B4-BE49-F238E27FC236}">
                <a16:creationId xmlns:a16="http://schemas.microsoft.com/office/drawing/2014/main" id="{13A5D54E-1E32-C9DB-D1ED-F91586044D0C}"/>
              </a:ext>
            </a:extLst>
          </p:cNvPr>
          <p:cNvGrpSpPr/>
          <p:nvPr/>
        </p:nvGrpSpPr>
        <p:grpSpPr>
          <a:xfrm>
            <a:off x="3401871" y="3036785"/>
            <a:ext cx="1492560" cy="515880"/>
            <a:chOff x="3401871" y="3036785"/>
            <a:chExt cx="1492560" cy="515880"/>
          </a:xfrm>
        </p:grpSpPr>
        <mc:AlternateContent xmlns:mc="http://schemas.openxmlformats.org/markup-compatibility/2006" xmlns:p14="http://schemas.microsoft.com/office/powerpoint/2010/main">
          <mc:Choice Requires="p14">
            <p:contentPart p14:bwMode="auto" r:id="rId149">
              <p14:nvContentPartPr>
                <p14:cNvPr id="37" name="Ink 36">
                  <a:extLst>
                    <a:ext uri="{FF2B5EF4-FFF2-40B4-BE49-F238E27FC236}">
                      <a16:creationId xmlns:a16="http://schemas.microsoft.com/office/drawing/2014/main" id="{E2D62624-CE86-6AC6-6676-0014CD58120F}"/>
                    </a:ext>
                  </a:extLst>
                </p14:cNvPr>
                <p14:cNvContentPartPr/>
                <p14:nvPr/>
              </p14:nvContentPartPr>
              <p14:xfrm>
                <a:off x="3401871" y="3369425"/>
                <a:ext cx="18000" cy="183240"/>
              </p14:xfrm>
            </p:contentPart>
          </mc:Choice>
          <mc:Fallback xmlns="">
            <p:pic>
              <p:nvPicPr>
                <p:cNvPr id="37" name="Ink 36">
                  <a:extLst>
                    <a:ext uri="{FF2B5EF4-FFF2-40B4-BE49-F238E27FC236}">
                      <a16:creationId xmlns:a16="http://schemas.microsoft.com/office/drawing/2014/main" id="{E2D62624-CE86-6AC6-6676-0014CD58120F}"/>
                    </a:ext>
                  </a:extLst>
                </p:cNvPr>
                <p:cNvPicPr/>
                <p:nvPr/>
              </p:nvPicPr>
              <p:blipFill>
                <a:blip r:embed="rId150"/>
                <a:stretch>
                  <a:fillRect/>
                </a:stretch>
              </p:blipFill>
              <p:spPr>
                <a:xfrm>
                  <a:off x="3393231" y="3360785"/>
                  <a:ext cx="3564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38" name="Ink 37">
                  <a:extLst>
                    <a:ext uri="{FF2B5EF4-FFF2-40B4-BE49-F238E27FC236}">
                      <a16:creationId xmlns:a16="http://schemas.microsoft.com/office/drawing/2014/main" id="{2E8DF395-DD72-2229-056F-D88EEBF71DD7}"/>
                    </a:ext>
                  </a:extLst>
                </p14:cNvPr>
                <p14:cNvContentPartPr/>
                <p14:nvPr/>
              </p14:nvContentPartPr>
              <p14:xfrm>
                <a:off x="3409791" y="3308945"/>
                <a:ext cx="126360" cy="207000"/>
              </p14:xfrm>
            </p:contentPart>
          </mc:Choice>
          <mc:Fallback xmlns="">
            <p:pic>
              <p:nvPicPr>
                <p:cNvPr id="38" name="Ink 37">
                  <a:extLst>
                    <a:ext uri="{FF2B5EF4-FFF2-40B4-BE49-F238E27FC236}">
                      <a16:creationId xmlns:a16="http://schemas.microsoft.com/office/drawing/2014/main" id="{2E8DF395-DD72-2229-056F-D88EEBF71DD7}"/>
                    </a:ext>
                  </a:extLst>
                </p:cNvPr>
                <p:cNvPicPr/>
                <p:nvPr/>
              </p:nvPicPr>
              <p:blipFill>
                <a:blip r:embed="rId152"/>
                <a:stretch>
                  <a:fillRect/>
                </a:stretch>
              </p:blipFill>
              <p:spPr>
                <a:xfrm>
                  <a:off x="3401151" y="3299945"/>
                  <a:ext cx="14400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39" name="Ink 38">
                  <a:extLst>
                    <a:ext uri="{FF2B5EF4-FFF2-40B4-BE49-F238E27FC236}">
                      <a16:creationId xmlns:a16="http://schemas.microsoft.com/office/drawing/2014/main" id="{571A0F18-A6AE-15FF-8CD5-4C5A115AA9EC}"/>
                    </a:ext>
                  </a:extLst>
                </p14:cNvPr>
                <p14:cNvContentPartPr/>
                <p14:nvPr/>
              </p14:nvContentPartPr>
              <p14:xfrm>
                <a:off x="3581511" y="3318305"/>
                <a:ext cx="163440" cy="192960"/>
              </p14:xfrm>
            </p:contentPart>
          </mc:Choice>
          <mc:Fallback xmlns="">
            <p:pic>
              <p:nvPicPr>
                <p:cNvPr id="39" name="Ink 38">
                  <a:extLst>
                    <a:ext uri="{FF2B5EF4-FFF2-40B4-BE49-F238E27FC236}">
                      <a16:creationId xmlns:a16="http://schemas.microsoft.com/office/drawing/2014/main" id="{571A0F18-A6AE-15FF-8CD5-4C5A115AA9EC}"/>
                    </a:ext>
                  </a:extLst>
                </p:cNvPr>
                <p:cNvPicPr/>
                <p:nvPr/>
              </p:nvPicPr>
              <p:blipFill>
                <a:blip r:embed="rId154"/>
                <a:stretch>
                  <a:fillRect/>
                </a:stretch>
              </p:blipFill>
              <p:spPr>
                <a:xfrm>
                  <a:off x="3572871" y="3309305"/>
                  <a:ext cx="18108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40" name="Ink 39">
                  <a:extLst>
                    <a:ext uri="{FF2B5EF4-FFF2-40B4-BE49-F238E27FC236}">
                      <a16:creationId xmlns:a16="http://schemas.microsoft.com/office/drawing/2014/main" id="{501044B2-2117-B917-C1E0-98A7D2555F21}"/>
                    </a:ext>
                  </a:extLst>
                </p14:cNvPr>
                <p14:cNvContentPartPr/>
                <p14:nvPr/>
              </p14:nvContentPartPr>
              <p14:xfrm>
                <a:off x="3805791" y="3332705"/>
                <a:ext cx="13680" cy="168120"/>
              </p14:xfrm>
            </p:contentPart>
          </mc:Choice>
          <mc:Fallback xmlns="">
            <p:pic>
              <p:nvPicPr>
                <p:cNvPr id="40" name="Ink 39">
                  <a:extLst>
                    <a:ext uri="{FF2B5EF4-FFF2-40B4-BE49-F238E27FC236}">
                      <a16:creationId xmlns:a16="http://schemas.microsoft.com/office/drawing/2014/main" id="{501044B2-2117-B917-C1E0-98A7D2555F21}"/>
                    </a:ext>
                  </a:extLst>
                </p:cNvPr>
                <p:cNvPicPr/>
                <p:nvPr/>
              </p:nvPicPr>
              <p:blipFill>
                <a:blip r:embed="rId156"/>
                <a:stretch>
                  <a:fillRect/>
                </a:stretch>
              </p:blipFill>
              <p:spPr>
                <a:xfrm>
                  <a:off x="3797151" y="3324065"/>
                  <a:ext cx="313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41" name="Ink 40">
                  <a:extLst>
                    <a:ext uri="{FF2B5EF4-FFF2-40B4-BE49-F238E27FC236}">
                      <a16:creationId xmlns:a16="http://schemas.microsoft.com/office/drawing/2014/main" id="{1D25D042-9138-C012-9FD1-5C27686B73D7}"/>
                    </a:ext>
                  </a:extLst>
                </p14:cNvPr>
                <p14:cNvContentPartPr/>
                <p14:nvPr/>
              </p14:nvContentPartPr>
              <p14:xfrm>
                <a:off x="3814071" y="3333065"/>
                <a:ext cx="103680" cy="192240"/>
              </p14:xfrm>
            </p:contentPart>
          </mc:Choice>
          <mc:Fallback xmlns="">
            <p:pic>
              <p:nvPicPr>
                <p:cNvPr id="41" name="Ink 40">
                  <a:extLst>
                    <a:ext uri="{FF2B5EF4-FFF2-40B4-BE49-F238E27FC236}">
                      <a16:creationId xmlns:a16="http://schemas.microsoft.com/office/drawing/2014/main" id="{1D25D042-9138-C012-9FD1-5C27686B73D7}"/>
                    </a:ext>
                  </a:extLst>
                </p:cNvPr>
                <p:cNvPicPr/>
                <p:nvPr/>
              </p:nvPicPr>
              <p:blipFill>
                <a:blip r:embed="rId158"/>
                <a:stretch>
                  <a:fillRect/>
                </a:stretch>
              </p:blipFill>
              <p:spPr>
                <a:xfrm>
                  <a:off x="3805431" y="3324425"/>
                  <a:ext cx="1213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42" name="Ink 41">
                  <a:extLst>
                    <a:ext uri="{FF2B5EF4-FFF2-40B4-BE49-F238E27FC236}">
                      <a16:creationId xmlns:a16="http://schemas.microsoft.com/office/drawing/2014/main" id="{E5CE209F-79C9-BCAB-9BCB-F205C3E3B622}"/>
                    </a:ext>
                  </a:extLst>
                </p14:cNvPr>
                <p14:cNvContentPartPr/>
                <p14:nvPr/>
              </p14:nvContentPartPr>
              <p14:xfrm>
                <a:off x="3986511" y="3434945"/>
                <a:ext cx="74520" cy="360"/>
              </p14:xfrm>
            </p:contentPart>
          </mc:Choice>
          <mc:Fallback xmlns="">
            <p:pic>
              <p:nvPicPr>
                <p:cNvPr id="42" name="Ink 41">
                  <a:extLst>
                    <a:ext uri="{FF2B5EF4-FFF2-40B4-BE49-F238E27FC236}">
                      <a16:creationId xmlns:a16="http://schemas.microsoft.com/office/drawing/2014/main" id="{E5CE209F-79C9-BCAB-9BCB-F205C3E3B622}"/>
                    </a:ext>
                  </a:extLst>
                </p:cNvPr>
                <p:cNvPicPr/>
                <p:nvPr/>
              </p:nvPicPr>
              <p:blipFill>
                <a:blip r:embed="rId160"/>
                <a:stretch>
                  <a:fillRect/>
                </a:stretch>
              </p:blipFill>
              <p:spPr>
                <a:xfrm>
                  <a:off x="3977871" y="3426305"/>
                  <a:ext cx="921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44" name="Ink 43">
                  <a:extLst>
                    <a:ext uri="{FF2B5EF4-FFF2-40B4-BE49-F238E27FC236}">
                      <a16:creationId xmlns:a16="http://schemas.microsoft.com/office/drawing/2014/main" id="{AE43BDAF-9ACA-F426-3EA1-948366DAEB84}"/>
                    </a:ext>
                  </a:extLst>
                </p14:cNvPr>
                <p14:cNvContentPartPr/>
                <p14:nvPr/>
              </p14:nvContentPartPr>
              <p14:xfrm>
                <a:off x="4177671" y="3313985"/>
                <a:ext cx="75960" cy="195480"/>
              </p14:xfrm>
            </p:contentPart>
          </mc:Choice>
          <mc:Fallback xmlns="">
            <p:pic>
              <p:nvPicPr>
                <p:cNvPr id="44" name="Ink 43">
                  <a:extLst>
                    <a:ext uri="{FF2B5EF4-FFF2-40B4-BE49-F238E27FC236}">
                      <a16:creationId xmlns:a16="http://schemas.microsoft.com/office/drawing/2014/main" id="{AE43BDAF-9ACA-F426-3EA1-948366DAEB84}"/>
                    </a:ext>
                  </a:extLst>
                </p:cNvPr>
                <p:cNvPicPr/>
                <p:nvPr/>
              </p:nvPicPr>
              <p:blipFill>
                <a:blip r:embed="rId162"/>
                <a:stretch>
                  <a:fillRect/>
                </a:stretch>
              </p:blipFill>
              <p:spPr>
                <a:xfrm>
                  <a:off x="4169031" y="3304985"/>
                  <a:ext cx="9360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45" name="Ink 44">
                  <a:extLst>
                    <a:ext uri="{FF2B5EF4-FFF2-40B4-BE49-F238E27FC236}">
                      <a16:creationId xmlns:a16="http://schemas.microsoft.com/office/drawing/2014/main" id="{7D800246-EE95-B241-8BCC-FB1A92E675F3}"/>
                    </a:ext>
                  </a:extLst>
                </p14:cNvPr>
                <p14:cNvContentPartPr/>
                <p14:nvPr/>
              </p14:nvContentPartPr>
              <p14:xfrm>
                <a:off x="4297191" y="3390305"/>
                <a:ext cx="53640" cy="112320"/>
              </p14:xfrm>
            </p:contentPart>
          </mc:Choice>
          <mc:Fallback xmlns="">
            <p:pic>
              <p:nvPicPr>
                <p:cNvPr id="45" name="Ink 44">
                  <a:extLst>
                    <a:ext uri="{FF2B5EF4-FFF2-40B4-BE49-F238E27FC236}">
                      <a16:creationId xmlns:a16="http://schemas.microsoft.com/office/drawing/2014/main" id="{7D800246-EE95-B241-8BCC-FB1A92E675F3}"/>
                    </a:ext>
                  </a:extLst>
                </p:cNvPr>
                <p:cNvPicPr/>
                <p:nvPr/>
              </p:nvPicPr>
              <p:blipFill>
                <a:blip r:embed="rId164"/>
                <a:stretch>
                  <a:fillRect/>
                </a:stretch>
              </p:blipFill>
              <p:spPr>
                <a:xfrm>
                  <a:off x="4288191" y="3381305"/>
                  <a:ext cx="7128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46" name="Ink 45">
                  <a:extLst>
                    <a:ext uri="{FF2B5EF4-FFF2-40B4-BE49-F238E27FC236}">
                      <a16:creationId xmlns:a16="http://schemas.microsoft.com/office/drawing/2014/main" id="{91C74370-31A8-2B60-3875-D5E792F71B42}"/>
                    </a:ext>
                  </a:extLst>
                </p14:cNvPr>
                <p14:cNvContentPartPr/>
                <p14:nvPr/>
              </p14:nvContentPartPr>
              <p14:xfrm>
                <a:off x="4394751" y="3382025"/>
                <a:ext cx="64440" cy="107280"/>
              </p14:xfrm>
            </p:contentPart>
          </mc:Choice>
          <mc:Fallback xmlns="">
            <p:pic>
              <p:nvPicPr>
                <p:cNvPr id="46" name="Ink 45">
                  <a:extLst>
                    <a:ext uri="{FF2B5EF4-FFF2-40B4-BE49-F238E27FC236}">
                      <a16:creationId xmlns:a16="http://schemas.microsoft.com/office/drawing/2014/main" id="{91C74370-31A8-2B60-3875-D5E792F71B42}"/>
                    </a:ext>
                  </a:extLst>
                </p:cNvPr>
                <p:cNvPicPr/>
                <p:nvPr/>
              </p:nvPicPr>
              <p:blipFill>
                <a:blip r:embed="rId166"/>
                <a:stretch>
                  <a:fillRect/>
                </a:stretch>
              </p:blipFill>
              <p:spPr>
                <a:xfrm>
                  <a:off x="4385751" y="3373385"/>
                  <a:ext cx="8208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47" name="Ink 46">
                  <a:extLst>
                    <a:ext uri="{FF2B5EF4-FFF2-40B4-BE49-F238E27FC236}">
                      <a16:creationId xmlns:a16="http://schemas.microsoft.com/office/drawing/2014/main" id="{8BCA01B3-8836-7E95-FEEA-732596D17079}"/>
                    </a:ext>
                  </a:extLst>
                </p14:cNvPr>
                <p14:cNvContentPartPr/>
                <p14:nvPr/>
              </p14:nvContentPartPr>
              <p14:xfrm>
                <a:off x="4480791" y="3386345"/>
                <a:ext cx="88920" cy="103320"/>
              </p14:xfrm>
            </p:contentPart>
          </mc:Choice>
          <mc:Fallback xmlns="">
            <p:pic>
              <p:nvPicPr>
                <p:cNvPr id="47" name="Ink 46">
                  <a:extLst>
                    <a:ext uri="{FF2B5EF4-FFF2-40B4-BE49-F238E27FC236}">
                      <a16:creationId xmlns:a16="http://schemas.microsoft.com/office/drawing/2014/main" id="{8BCA01B3-8836-7E95-FEEA-732596D17079}"/>
                    </a:ext>
                  </a:extLst>
                </p:cNvPr>
                <p:cNvPicPr/>
                <p:nvPr/>
              </p:nvPicPr>
              <p:blipFill>
                <a:blip r:embed="rId168"/>
                <a:stretch>
                  <a:fillRect/>
                </a:stretch>
              </p:blipFill>
              <p:spPr>
                <a:xfrm>
                  <a:off x="4471791" y="3377345"/>
                  <a:ext cx="10656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48" name="Ink 47">
                  <a:extLst>
                    <a:ext uri="{FF2B5EF4-FFF2-40B4-BE49-F238E27FC236}">
                      <a16:creationId xmlns:a16="http://schemas.microsoft.com/office/drawing/2014/main" id="{F06DD725-0E6F-5D50-F856-C2EDAAF7F856}"/>
                    </a:ext>
                  </a:extLst>
                </p14:cNvPr>
                <p14:cNvContentPartPr/>
                <p14:nvPr/>
              </p14:nvContentPartPr>
              <p14:xfrm>
                <a:off x="4586271" y="3329105"/>
                <a:ext cx="88560" cy="142920"/>
              </p14:xfrm>
            </p:contentPart>
          </mc:Choice>
          <mc:Fallback xmlns="">
            <p:pic>
              <p:nvPicPr>
                <p:cNvPr id="48" name="Ink 47">
                  <a:extLst>
                    <a:ext uri="{FF2B5EF4-FFF2-40B4-BE49-F238E27FC236}">
                      <a16:creationId xmlns:a16="http://schemas.microsoft.com/office/drawing/2014/main" id="{F06DD725-0E6F-5D50-F856-C2EDAAF7F856}"/>
                    </a:ext>
                  </a:extLst>
                </p:cNvPr>
                <p:cNvPicPr/>
                <p:nvPr/>
              </p:nvPicPr>
              <p:blipFill>
                <a:blip r:embed="rId170"/>
                <a:stretch>
                  <a:fillRect/>
                </a:stretch>
              </p:blipFill>
              <p:spPr>
                <a:xfrm>
                  <a:off x="4577631" y="3320465"/>
                  <a:ext cx="10620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49" name="Ink 48">
                  <a:extLst>
                    <a:ext uri="{FF2B5EF4-FFF2-40B4-BE49-F238E27FC236}">
                      <a16:creationId xmlns:a16="http://schemas.microsoft.com/office/drawing/2014/main" id="{B780C698-742B-3CE3-19D6-B2B3A194059A}"/>
                    </a:ext>
                  </a:extLst>
                </p14:cNvPr>
                <p14:cNvContentPartPr/>
                <p14:nvPr/>
              </p14:nvContentPartPr>
              <p14:xfrm>
                <a:off x="4712631" y="3306425"/>
                <a:ext cx="15840" cy="160200"/>
              </p14:xfrm>
            </p:contentPart>
          </mc:Choice>
          <mc:Fallback xmlns="">
            <p:pic>
              <p:nvPicPr>
                <p:cNvPr id="49" name="Ink 48">
                  <a:extLst>
                    <a:ext uri="{FF2B5EF4-FFF2-40B4-BE49-F238E27FC236}">
                      <a16:creationId xmlns:a16="http://schemas.microsoft.com/office/drawing/2014/main" id="{B780C698-742B-3CE3-19D6-B2B3A194059A}"/>
                    </a:ext>
                  </a:extLst>
                </p:cNvPr>
                <p:cNvPicPr/>
                <p:nvPr/>
              </p:nvPicPr>
              <p:blipFill>
                <a:blip r:embed="rId172"/>
                <a:stretch>
                  <a:fillRect/>
                </a:stretch>
              </p:blipFill>
              <p:spPr>
                <a:xfrm>
                  <a:off x="4703991" y="3297785"/>
                  <a:ext cx="3348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50" name="Ink 49">
                  <a:extLst>
                    <a:ext uri="{FF2B5EF4-FFF2-40B4-BE49-F238E27FC236}">
                      <a16:creationId xmlns:a16="http://schemas.microsoft.com/office/drawing/2014/main" id="{701CA10E-0CF8-3EED-F32B-0B7EE689C020}"/>
                    </a:ext>
                  </a:extLst>
                </p14:cNvPr>
                <p14:cNvContentPartPr/>
                <p14:nvPr/>
              </p14:nvContentPartPr>
              <p14:xfrm>
                <a:off x="4763751" y="3373385"/>
                <a:ext cx="5760" cy="97560"/>
              </p14:xfrm>
            </p:contentPart>
          </mc:Choice>
          <mc:Fallback xmlns="">
            <p:pic>
              <p:nvPicPr>
                <p:cNvPr id="50" name="Ink 49">
                  <a:extLst>
                    <a:ext uri="{FF2B5EF4-FFF2-40B4-BE49-F238E27FC236}">
                      <a16:creationId xmlns:a16="http://schemas.microsoft.com/office/drawing/2014/main" id="{701CA10E-0CF8-3EED-F32B-0B7EE689C020}"/>
                    </a:ext>
                  </a:extLst>
                </p:cNvPr>
                <p:cNvPicPr/>
                <p:nvPr/>
              </p:nvPicPr>
              <p:blipFill>
                <a:blip r:embed="rId174"/>
                <a:stretch>
                  <a:fillRect/>
                </a:stretch>
              </p:blipFill>
              <p:spPr>
                <a:xfrm>
                  <a:off x="4755111" y="3364385"/>
                  <a:ext cx="2340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51" name="Ink 50">
                  <a:extLst>
                    <a:ext uri="{FF2B5EF4-FFF2-40B4-BE49-F238E27FC236}">
                      <a16:creationId xmlns:a16="http://schemas.microsoft.com/office/drawing/2014/main" id="{89CF39B4-52B9-7F38-F541-6F6C57826E39}"/>
                    </a:ext>
                  </a:extLst>
                </p14:cNvPr>
                <p14:cNvContentPartPr/>
                <p14:nvPr/>
              </p14:nvContentPartPr>
              <p14:xfrm>
                <a:off x="4788951" y="3314705"/>
                <a:ext cx="360" cy="4680"/>
              </p14:xfrm>
            </p:contentPart>
          </mc:Choice>
          <mc:Fallback xmlns="">
            <p:pic>
              <p:nvPicPr>
                <p:cNvPr id="51" name="Ink 50">
                  <a:extLst>
                    <a:ext uri="{FF2B5EF4-FFF2-40B4-BE49-F238E27FC236}">
                      <a16:creationId xmlns:a16="http://schemas.microsoft.com/office/drawing/2014/main" id="{89CF39B4-52B9-7F38-F541-6F6C57826E39}"/>
                    </a:ext>
                  </a:extLst>
                </p:cNvPr>
                <p:cNvPicPr/>
                <p:nvPr/>
              </p:nvPicPr>
              <p:blipFill>
                <a:blip r:embed="rId122"/>
                <a:stretch>
                  <a:fillRect/>
                </a:stretch>
              </p:blipFill>
              <p:spPr>
                <a:xfrm>
                  <a:off x="4780311" y="3305705"/>
                  <a:ext cx="1800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52" name="Ink 51">
                  <a:extLst>
                    <a:ext uri="{FF2B5EF4-FFF2-40B4-BE49-F238E27FC236}">
                      <a16:creationId xmlns:a16="http://schemas.microsoft.com/office/drawing/2014/main" id="{51CDF195-A0AC-CCF8-50FE-6688C085AD7C}"/>
                    </a:ext>
                  </a:extLst>
                </p14:cNvPr>
                <p14:cNvContentPartPr/>
                <p14:nvPr/>
              </p14:nvContentPartPr>
              <p14:xfrm>
                <a:off x="4793271" y="3355745"/>
                <a:ext cx="101160" cy="120600"/>
              </p14:xfrm>
            </p:contentPart>
          </mc:Choice>
          <mc:Fallback xmlns="">
            <p:pic>
              <p:nvPicPr>
                <p:cNvPr id="52" name="Ink 51">
                  <a:extLst>
                    <a:ext uri="{FF2B5EF4-FFF2-40B4-BE49-F238E27FC236}">
                      <a16:creationId xmlns:a16="http://schemas.microsoft.com/office/drawing/2014/main" id="{51CDF195-A0AC-CCF8-50FE-6688C085AD7C}"/>
                    </a:ext>
                  </a:extLst>
                </p:cNvPr>
                <p:cNvPicPr/>
                <p:nvPr/>
              </p:nvPicPr>
              <p:blipFill>
                <a:blip r:embed="rId177"/>
                <a:stretch>
                  <a:fillRect/>
                </a:stretch>
              </p:blipFill>
              <p:spPr>
                <a:xfrm>
                  <a:off x="4784631" y="3347105"/>
                  <a:ext cx="11880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11" name="Ink 110">
                  <a:extLst>
                    <a:ext uri="{FF2B5EF4-FFF2-40B4-BE49-F238E27FC236}">
                      <a16:creationId xmlns:a16="http://schemas.microsoft.com/office/drawing/2014/main" id="{A62C62D9-FF73-C698-5918-8383ED80EFB5}"/>
                    </a:ext>
                  </a:extLst>
                </p14:cNvPr>
                <p14:cNvContentPartPr/>
                <p14:nvPr/>
              </p14:nvContentPartPr>
              <p14:xfrm>
                <a:off x="3930351" y="3036785"/>
                <a:ext cx="128520" cy="195480"/>
              </p14:xfrm>
            </p:contentPart>
          </mc:Choice>
          <mc:Fallback xmlns="">
            <p:pic>
              <p:nvPicPr>
                <p:cNvPr id="111" name="Ink 110">
                  <a:extLst>
                    <a:ext uri="{FF2B5EF4-FFF2-40B4-BE49-F238E27FC236}">
                      <a16:creationId xmlns:a16="http://schemas.microsoft.com/office/drawing/2014/main" id="{A62C62D9-FF73-C698-5918-8383ED80EFB5}"/>
                    </a:ext>
                  </a:extLst>
                </p:cNvPr>
                <p:cNvPicPr/>
                <p:nvPr/>
              </p:nvPicPr>
              <p:blipFill>
                <a:blip r:embed="rId179"/>
                <a:stretch>
                  <a:fillRect/>
                </a:stretch>
              </p:blipFill>
              <p:spPr>
                <a:xfrm>
                  <a:off x="3921711" y="3028145"/>
                  <a:ext cx="14616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12" name="Ink 111">
                  <a:extLst>
                    <a:ext uri="{FF2B5EF4-FFF2-40B4-BE49-F238E27FC236}">
                      <a16:creationId xmlns:a16="http://schemas.microsoft.com/office/drawing/2014/main" id="{BD649446-DB55-EAAB-B434-1333B145B9A3}"/>
                    </a:ext>
                  </a:extLst>
                </p14:cNvPr>
                <p14:cNvContentPartPr/>
                <p14:nvPr/>
              </p14:nvContentPartPr>
              <p14:xfrm>
                <a:off x="4090551" y="3076025"/>
                <a:ext cx="159480" cy="153720"/>
              </p14:xfrm>
            </p:contentPart>
          </mc:Choice>
          <mc:Fallback xmlns="">
            <p:pic>
              <p:nvPicPr>
                <p:cNvPr id="112" name="Ink 111">
                  <a:extLst>
                    <a:ext uri="{FF2B5EF4-FFF2-40B4-BE49-F238E27FC236}">
                      <a16:creationId xmlns:a16="http://schemas.microsoft.com/office/drawing/2014/main" id="{BD649446-DB55-EAAB-B434-1333B145B9A3}"/>
                    </a:ext>
                  </a:extLst>
                </p:cNvPr>
                <p:cNvPicPr/>
                <p:nvPr/>
              </p:nvPicPr>
              <p:blipFill>
                <a:blip r:embed="rId181"/>
                <a:stretch>
                  <a:fillRect/>
                </a:stretch>
              </p:blipFill>
              <p:spPr>
                <a:xfrm>
                  <a:off x="4081551" y="3067025"/>
                  <a:ext cx="177120" cy="171360"/>
                </a:xfrm>
                <a:prstGeom prst="rect">
                  <a:avLst/>
                </a:prstGeom>
              </p:spPr>
            </p:pic>
          </mc:Fallback>
        </mc:AlternateContent>
      </p:grpSp>
      <p:grpSp>
        <p:nvGrpSpPr>
          <p:cNvPr id="161" name="Group 160">
            <a:extLst>
              <a:ext uri="{FF2B5EF4-FFF2-40B4-BE49-F238E27FC236}">
                <a16:creationId xmlns:a16="http://schemas.microsoft.com/office/drawing/2014/main" id="{A14562C5-79DE-9063-5883-1333F5B4E2E9}"/>
              </a:ext>
            </a:extLst>
          </p:cNvPr>
          <p:cNvGrpSpPr/>
          <p:nvPr/>
        </p:nvGrpSpPr>
        <p:grpSpPr>
          <a:xfrm>
            <a:off x="7160271" y="2929865"/>
            <a:ext cx="1928160" cy="780120"/>
            <a:chOff x="7160271" y="2929865"/>
            <a:chExt cx="1928160" cy="780120"/>
          </a:xfrm>
        </p:grpSpPr>
        <mc:AlternateContent xmlns:mc="http://schemas.openxmlformats.org/markup-compatibility/2006" xmlns:p14="http://schemas.microsoft.com/office/powerpoint/2010/main">
          <mc:Choice Requires="p14">
            <p:contentPart p14:bwMode="auto" r:id="rId182">
              <p14:nvContentPartPr>
                <p14:cNvPr id="115" name="Ink 114">
                  <a:extLst>
                    <a:ext uri="{FF2B5EF4-FFF2-40B4-BE49-F238E27FC236}">
                      <a16:creationId xmlns:a16="http://schemas.microsoft.com/office/drawing/2014/main" id="{7CD2E503-71FE-7318-8DBC-AA09204E1335}"/>
                    </a:ext>
                  </a:extLst>
                </p14:cNvPr>
                <p14:cNvContentPartPr/>
                <p14:nvPr/>
              </p14:nvContentPartPr>
              <p14:xfrm>
                <a:off x="7173951" y="2973785"/>
                <a:ext cx="16200" cy="133920"/>
              </p14:xfrm>
            </p:contentPart>
          </mc:Choice>
          <mc:Fallback xmlns="">
            <p:pic>
              <p:nvPicPr>
                <p:cNvPr id="115" name="Ink 114">
                  <a:extLst>
                    <a:ext uri="{FF2B5EF4-FFF2-40B4-BE49-F238E27FC236}">
                      <a16:creationId xmlns:a16="http://schemas.microsoft.com/office/drawing/2014/main" id="{7CD2E503-71FE-7318-8DBC-AA09204E1335}"/>
                    </a:ext>
                  </a:extLst>
                </p:cNvPr>
                <p:cNvPicPr/>
                <p:nvPr/>
              </p:nvPicPr>
              <p:blipFill>
                <a:blip r:embed="rId183"/>
                <a:stretch>
                  <a:fillRect/>
                </a:stretch>
              </p:blipFill>
              <p:spPr>
                <a:xfrm>
                  <a:off x="7164951" y="2965145"/>
                  <a:ext cx="3384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16" name="Ink 115">
                  <a:extLst>
                    <a:ext uri="{FF2B5EF4-FFF2-40B4-BE49-F238E27FC236}">
                      <a16:creationId xmlns:a16="http://schemas.microsoft.com/office/drawing/2014/main" id="{9D282143-C8F0-0B10-41D5-EBEA51A416AB}"/>
                    </a:ext>
                  </a:extLst>
                </p14:cNvPr>
                <p14:cNvContentPartPr/>
                <p14:nvPr/>
              </p14:nvContentPartPr>
              <p14:xfrm>
                <a:off x="7245591" y="2958665"/>
                <a:ext cx="52560" cy="189360"/>
              </p14:xfrm>
            </p:contentPart>
          </mc:Choice>
          <mc:Fallback xmlns="">
            <p:pic>
              <p:nvPicPr>
                <p:cNvPr id="116" name="Ink 115">
                  <a:extLst>
                    <a:ext uri="{FF2B5EF4-FFF2-40B4-BE49-F238E27FC236}">
                      <a16:creationId xmlns:a16="http://schemas.microsoft.com/office/drawing/2014/main" id="{9D282143-C8F0-0B10-41D5-EBEA51A416AB}"/>
                    </a:ext>
                  </a:extLst>
                </p:cNvPr>
                <p:cNvPicPr/>
                <p:nvPr/>
              </p:nvPicPr>
              <p:blipFill>
                <a:blip r:embed="rId185"/>
                <a:stretch>
                  <a:fillRect/>
                </a:stretch>
              </p:blipFill>
              <p:spPr>
                <a:xfrm>
                  <a:off x="7236591" y="2950025"/>
                  <a:ext cx="7020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18" name="Ink 117">
                  <a:extLst>
                    <a:ext uri="{FF2B5EF4-FFF2-40B4-BE49-F238E27FC236}">
                      <a16:creationId xmlns:a16="http://schemas.microsoft.com/office/drawing/2014/main" id="{CA9FB3D8-CA9E-5B8A-8C71-C73475C3A626}"/>
                    </a:ext>
                  </a:extLst>
                </p14:cNvPr>
                <p14:cNvContentPartPr/>
                <p14:nvPr/>
              </p14:nvContentPartPr>
              <p14:xfrm>
                <a:off x="7363671" y="2981345"/>
                <a:ext cx="110520" cy="104400"/>
              </p14:xfrm>
            </p:contentPart>
          </mc:Choice>
          <mc:Fallback xmlns="">
            <p:pic>
              <p:nvPicPr>
                <p:cNvPr id="118" name="Ink 117">
                  <a:extLst>
                    <a:ext uri="{FF2B5EF4-FFF2-40B4-BE49-F238E27FC236}">
                      <a16:creationId xmlns:a16="http://schemas.microsoft.com/office/drawing/2014/main" id="{CA9FB3D8-CA9E-5B8A-8C71-C73475C3A626}"/>
                    </a:ext>
                  </a:extLst>
                </p:cNvPr>
                <p:cNvPicPr/>
                <p:nvPr/>
              </p:nvPicPr>
              <p:blipFill>
                <a:blip r:embed="rId187"/>
                <a:stretch>
                  <a:fillRect/>
                </a:stretch>
              </p:blipFill>
              <p:spPr>
                <a:xfrm>
                  <a:off x="7354671" y="2972345"/>
                  <a:ext cx="12816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19" name="Ink 118">
                  <a:extLst>
                    <a:ext uri="{FF2B5EF4-FFF2-40B4-BE49-F238E27FC236}">
                      <a16:creationId xmlns:a16="http://schemas.microsoft.com/office/drawing/2014/main" id="{A65E1A7D-E032-9175-40C8-0B2ED4B20214}"/>
                    </a:ext>
                  </a:extLst>
                </p14:cNvPr>
                <p14:cNvContentPartPr/>
                <p14:nvPr/>
              </p14:nvContentPartPr>
              <p14:xfrm>
                <a:off x="7527111" y="2974865"/>
                <a:ext cx="51480" cy="97560"/>
              </p14:xfrm>
            </p:contentPart>
          </mc:Choice>
          <mc:Fallback xmlns="">
            <p:pic>
              <p:nvPicPr>
                <p:cNvPr id="119" name="Ink 118">
                  <a:extLst>
                    <a:ext uri="{FF2B5EF4-FFF2-40B4-BE49-F238E27FC236}">
                      <a16:creationId xmlns:a16="http://schemas.microsoft.com/office/drawing/2014/main" id="{A65E1A7D-E032-9175-40C8-0B2ED4B20214}"/>
                    </a:ext>
                  </a:extLst>
                </p:cNvPr>
                <p:cNvPicPr/>
                <p:nvPr/>
              </p:nvPicPr>
              <p:blipFill>
                <a:blip r:embed="rId189"/>
                <a:stretch>
                  <a:fillRect/>
                </a:stretch>
              </p:blipFill>
              <p:spPr>
                <a:xfrm>
                  <a:off x="7518111" y="2966225"/>
                  <a:ext cx="6912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20" name="Ink 119">
                  <a:extLst>
                    <a:ext uri="{FF2B5EF4-FFF2-40B4-BE49-F238E27FC236}">
                      <a16:creationId xmlns:a16="http://schemas.microsoft.com/office/drawing/2014/main" id="{D0FEEA8A-6804-6FD6-7F5D-F54D88F70FA0}"/>
                    </a:ext>
                  </a:extLst>
                </p14:cNvPr>
                <p14:cNvContentPartPr/>
                <p14:nvPr/>
              </p14:nvContentPartPr>
              <p14:xfrm>
                <a:off x="7624311" y="2972705"/>
                <a:ext cx="95040" cy="74880"/>
              </p14:xfrm>
            </p:contentPart>
          </mc:Choice>
          <mc:Fallback xmlns="">
            <p:pic>
              <p:nvPicPr>
                <p:cNvPr id="120" name="Ink 119">
                  <a:extLst>
                    <a:ext uri="{FF2B5EF4-FFF2-40B4-BE49-F238E27FC236}">
                      <a16:creationId xmlns:a16="http://schemas.microsoft.com/office/drawing/2014/main" id="{D0FEEA8A-6804-6FD6-7F5D-F54D88F70FA0}"/>
                    </a:ext>
                  </a:extLst>
                </p:cNvPr>
                <p:cNvPicPr/>
                <p:nvPr/>
              </p:nvPicPr>
              <p:blipFill>
                <a:blip r:embed="rId191"/>
                <a:stretch>
                  <a:fillRect/>
                </a:stretch>
              </p:blipFill>
              <p:spPr>
                <a:xfrm>
                  <a:off x="7615311" y="2963705"/>
                  <a:ext cx="11268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21" name="Ink 120">
                  <a:extLst>
                    <a:ext uri="{FF2B5EF4-FFF2-40B4-BE49-F238E27FC236}">
                      <a16:creationId xmlns:a16="http://schemas.microsoft.com/office/drawing/2014/main" id="{20305881-FA86-F61D-B00D-FC910256A0BB}"/>
                    </a:ext>
                  </a:extLst>
                </p14:cNvPr>
                <p14:cNvContentPartPr/>
                <p14:nvPr/>
              </p14:nvContentPartPr>
              <p14:xfrm>
                <a:off x="7780551" y="2936705"/>
                <a:ext cx="92880" cy="121320"/>
              </p14:xfrm>
            </p:contentPart>
          </mc:Choice>
          <mc:Fallback xmlns="">
            <p:pic>
              <p:nvPicPr>
                <p:cNvPr id="121" name="Ink 120">
                  <a:extLst>
                    <a:ext uri="{FF2B5EF4-FFF2-40B4-BE49-F238E27FC236}">
                      <a16:creationId xmlns:a16="http://schemas.microsoft.com/office/drawing/2014/main" id="{20305881-FA86-F61D-B00D-FC910256A0BB}"/>
                    </a:ext>
                  </a:extLst>
                </p:cNvPr>
                <p:cNvPicPr/>
                <p:nvPr/>
              </p:nvPicPr>
              <p:blipFill>
                <a:blip r:embed="rId193"/>
                <a:stretch>
                  <a:fillRect/>
                </a:stretch>
              </p:blipFill>
              <p:spPr>
                <a:xfrm>
                  <a:off x="7771551" y="2928065"/>
                  <a:ext cx="11052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22" name="Ink 121">
                  <a:extLst>
                    <a:ext uri="{FF2B5EF4-FFF2-40B4-BE49-F238E27FC236}">
                      <a16:creationId xmlns:a16="http://schemas.microsoft.com/office/drawing/2014/main" id="{05A25088-6945-C546-B38C-BCD22F7E98D9}"/>
                    </a:ext>
                  </a:extLst>
                </p14:cNvPr>
                <p14:cNvContentPartPr/>
                <p14:nvPr/>
              </p14:nvContentPartPr>
              <p14:xfrm>
                <a:off x="7894311" y="2929865"/>
                <a:ext cx="87480" cy="120600"/>
              </p14:xfrm>
            </p:contentPart>
          </mc:Choice>
          <mc:Fallback xmlns="">
            <p:pic>
              <p:nvPicPr>
                <p:cNvPr id="122" name="Ink 121">
                  <a:extLst>
                    <a:ext uri="{FF2B5EF4-FFF2-40B4-BE49-F238E27FC236}">
                      <a16:creationId xmlns:a16="http://schemas.microsoft.com/office/drawing/2014/main" id="{05A25088-6945-C546-B38C-BCD22F7E98D9}"/>
                    </a:ext>
                  </a:extLst>
                </p:cNvPr>
                <p:cNvPicPr/>
                <p:nvPr/>
              </p:nvPicPr>
              <p:blipFill>
                <a:blip r:embed="rId195"/>
                <a:stretch>
                  <a:fillRect/>
                </a:stretch>
              </p:blipFill>
              <p:spPr>
                <a:xfrm>
                  <a:off x="7885671" y="2921225"/>
                  <a:ext cx="10512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23" name="Ink 122">
                  <a:extLst>
                    <a:ext uri="{FF2B5EF4-FFF2-40B4-BE49-F238E27FC236}">
                      <a16:creationId xmlns:a16="http://schemas.microsoft.com/office/drawing/2014/main" id="{0916CEB8-B15D-D515-B756-07768135C661}"/>
                    </a:ext>
                  </a:extLst>
                </p14:cNvPr>
                <p14:cNvContentPartPr/>
                <p14:nvPr/>
              </p14:nvContentPartPr>
              <p14:xfrm>
                <a:off x="7160271" y="3243785"/>
                <a:ext cx="125640" cy="86400"/>
              </p14:xfrm>
            </p:contentPart>
          </mc:Choice>
          <mc:Fallback xmlns="">
            <p:pic>
              <p:nvPicPr>
                <p:cNvPr id="123" name="Ink 122">
                  <a:extLst>
                    <a:ext uri="{FF2B5EF4-FFF2-40B4-BE49-F238E27FC236}">
                      <a16:creationId xmlns:a16="http://schemas.microsoft.com/office/drawing/2014/main" id="{0916CEB8-B15D-D515-B756-07768135C661}"/>
                    </a:ext>
                  </a:extLst>
                </p:cNvPr>
                <p:cNvPicPr/>
                <p:nvPr/>
              </p:nvPicPr>
              <p:blipFill>
                <a:blip r:embed="rId197"/>
                <a:stretch>
                  <a:fillRect/>
                </a:stretch>
              </p:blipFill>
              <p:spPr>
                <a:xfrm>
                  <a:off x="7151631" y="3235145"/>
                  <a:ext cx="14328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24" name="Ink 123">
                  <a:extLst>
                    <a:ext uri="{FF2B5EF4-FFF2-40B4-BE49-F238E27FC236}">
                      <a16:creationId xmlns:a16="http://schemas.microsoft.com/office/drawing/2014/main" id="{833F496D-483E-C372-2C9E-6E049BA812F8}"/>
                    </a:ext>
                  </a:extLst>
                </p14:cNvPr>
                <p14:cNvContentPartPr/>
                <p14:nvPr/>
              </p14:nvContentPartPr>
              <p14:xfrm>
                <a:off x="7269711" y="3230825"/>
                <a:ext cx="65520" cy="109080"/>
              </p14:xfrm>
            </p:contentPart>
          </mc:Choice>
          <mc:Fallback xmlns="">
            <p:pic>
              <p:nvPicPr>
                <p:cNvPr id="124" name="Ink 123">
                  <a:extLst>
                    <a:ext uri="{FF2B5EF4-FFF2-40B4-BE49-F238E27FC236}">
                      <a16:creationId xmlns:a16="http://schemas.microsoft.com/office/drawing/2014/main" id="{833F496D-483E-C372-2C9E-6E049BA812F8}"/>
                    </a:ext>
                  </a:extLst>
                </p:cNvPr>
                <p:cNvPicPr/>
                <p:nvPr/>
              </p:nvPicPr>
              <p:blipFill>
                <a:blip r:embed="rId199"/>
                <a:stretch>
                  <a:fillRect/>
                </a:stretch>
              </p:blipFill>
              <p:spPr>
                <a:xfrm>
                  <a:off x="7260711" y="3222185"/>
                  <a:ext cx="8316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25" name="Ink 124">
                  <a:extLst>
                    <a:ext uri="{FF2B5EF4-FFF2-40B4-BE49-F238E27FC236}">
                      <a16:creationId xmlns:a16="http://schemas.microsoft.com/office/drawing/2014/main" id="{2B5854CA-6B04-D0DE-5EF8-14CBA1A249BA}"/>
                    </a:ext>
                  </a:extLst>
                </p14:cNvPr>
                <p14:cNvContentPartPr/>
                <p14:nvPr/>
              </p14:nvContentPartPr>
              <p14:xfrm>
                <a:off x="7445751" y="3182945"/>
                <a:ext cx="86400" cy="167040"/>
              </p14:xfrm>
            </p:contentPart>
          </mc:Choice>
          <mc:Fallback xmlns="">
            <p:pic>
              <p:nvPicPr>
                <p:cNvPr id="125" name="Ink 124">
                  <a:extLst>
                    <a:ext uri="{FF2B5EF4-FFF2-40B4-BE49-F238E27FC236}">
                      <a16:creationId xmlns:a16="http://schemas.microsoft.com/office/drawing/2014/main" id="{2B5854CA-6B04-D0DE-5EF8-14CBA1A249BA}"/>
                    </a:ext>
                  </a:extLst>
                </p:cNvPr>
                <p:cNvPicPr/>
                <p:nvPr/>
              </p:nvPicPr>
              <p:blipFill>
                <a:blip r:embed="rId201"/>
                <a:stretch>
                  <a:fillRect/>
                </a:stretch>
              </p:blipFill>
              <p:spPr>
                <a:xfrm>
                  <a:off x="7437111" y="3173945"/>
                  <a:ext cx="10404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26" name="Ink 125">
                  <a:extLst>
                    <a:ext uri="{FF2B5EF4-FFF2-40B4-BE49-F238E27FC236}">
                      <a16:creationId xmlns:a16="http://schemas.microsoft.com/office/drawing/2014/main" id="{0133A52F-1BD3-F5CC-13B3-68489BE13810}"/>
                    </a:ext>
                  </a:extLst>
                </p14:cNvPr>
                <p14:cNvContentPartPr/>
                <p14:nvPr/>
              </p14:nvContentPartPr>
              <p14:xfrm>
                <a:off x="7562031" y="3263225"/>
                <a:ext cx="46800" cy="61920"/>
              </p14:xfrm>
            </p:contentPart>
          </mc:Choice>
          <mc:Fallback xmlns="">
            <p:pic>
              <p:nvPicPr>
                <p:cNvPr id="126" name="Ink 125">
                  <a:extLst>
                    <a:ext uri="{FF2B5EF4-FFF2-40B4-BE49-F238E27FC236}">
                      <a16:creationId xmlns:a16="http://schemas.microsoft.com/office/drawing/2014/main" id="{0133A52F-1BD3-F5CC-13B3-68489BE13810}"/>
                    </a:ext>
                  </a:extLst>
                </p:cNvPr>
                <p:cNvPicPr/>
                <p:nvPr/>
              </p:nvPicPr>
              <p:blipFill>
                <a:blip r:embed="rId203"/>
                <a:stretch>
                  <a:fillRect/>
                </a:stretch>
              </p:blipFill>
              <p:spPr>
                <a:xfrm>
                  <a:off x="7553031" y="3254585"/>
                  <a:ext cx="644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27" name="Ink 126">
                  <a:extLst>
                    <a:ext uri="{FF2B5EF4-FFF2-40B4-BE49-F238E27FC236}">
                      <a16:creationId xmlns:a16="http://schemas.microsoft.com/office/drawing/2014/main" id="{8D92F5CD-8C07-5D25-F731-12476C70FCC6}"/>
                    </a:ext>
                  </a:extLst>
                </p14:cNvPr>
                <p14:cNvContentPartPr/>
                <p14:nvPr/>
              </p14:nvContentPartPr>
              <p14:xfrm>
                <a:off x="7638351" y="3254585"/>
                <a:ext cx="81000" cy="84600"/>
              </p14:xfrm>
            </p:contentPart>
          </mc:Choice>
          <mc:Fallback xmlns="">
            <p:pic>
              <p:nvPicPr>
                <p:cNvPr id="127" name="Ink 126">
                  <a:extLst>
                    <a:ext uri="{FF2B5EF4-FFF2-40B4-BE49-F238E27FC236}">
                      <a16:creationId xmlns:a16="http://schemas.microsoft.com/office/drawing/2014/main" id="{8D92F5CD-8C07-5D25-F731-12476C70FCC6}"/>
                    </a:ext>
                  </a:extLst>
                </p:cNvPr>
                <p:cNvPicPr/>
                <p:nvPr/>
              </p:nvPicPr>
              <p:blipFill>
                <a:blip r:embed="rId205"/>
                <a:stretch>
                  <a:fillRect/>
                </a:stretch>
              </p:blipFill>
              <p:spPr>
                <a:xfrm>
                  <a:off x="7629351" y="3245945"/>
                  <a:ext cx="9864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28" name="Ink 127">
                  <a:extLst>
                    <a:ext uri="{FF2B5EF4-FFF2-40B4-BE49-F238E27FC236}">
                      <a16:creationId xmlns:a16="http://schemas.microsoft.com/office/drawing/2014/main" id="{2D1FBE8C-49C9-F631-6285-09A260D5DDCF}"/>
                    </a:ext>
                  </a:extLst>
                </p14:cNvPr>
                <p14:cNvContentPartPr/>
                <p14:nvPr/>
              </p14:nvContentPartPr>
              <p14:xfrm>
                <a:off x="7764711" y="3227585"/>
                <a:ext cx="25200" cy="117720"/>
              </p14:xfrm>
            </p:contentPart>
          </mc:Choice>
          <mc:Fallback xmlns="">
            <p:pic>
              <p:nvPicPr>
                <p:cNvPr id="128" name="Ink 127">
                  <a:extLst>
                    <a:ext uri="{FF2B5EF4-FFF2-40B4-BE49-F238E27FC236}">
                      <a16:creationId xmlns:a16="http://schemas.microsoft.com/office/drawing/2014/main" id="{2D1FBE8C-49C9-F631-6285-09A260D5DDCF}"/>
                    </a:ext>
                  </a:extLst>
                </p:cNvPr>
                <p:cNvPicPr/>
                <p:nvPr/>
              </p:nvPicPr>
              <p:blipFill>
                <a:blip r:embed="rId207"/>
                <a:stretch>
                  <a:fillRect/>
                </a:stretch>
              </p:blipFill>
              <p:spPr>
                <a:xfrm>
                  <a:off x="7755711" y="3218945"/>
                  <a:ext cx="4284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29" name="Ink 128">
                  <a:extLst>
                    <a:ext uri="{FF2B5EF4-FFF2-40B4-BE49-F238E27FC236}">
                      <a16:creationId xmlns:a16="http://schemas.microsoft.com/office/drawing/2014/main" id="{53460CA9-5467-A8B5-3490-8BC57F45DAAD}"/>
                    </a:ext>
                  </a:extLst>
                </p14:cNvPr>
                <p14:cNvContentPartPr/>
                <p14:nvPr/>
              </p14:nvContentPartPr>
              <p14:xfrm>
                <a:off x="7766871" y="3276545"/>
                <a:ext cx="96840" cy="54720"/>
              </p14:xfrm>
            </p:contentPart>
          </mc:Choice>
          <mc:Fallback xmlns="">
            <p:pic>
              <p:nvPicPr>
                <p:cNvPr id="129" name="Ink 128">
                  <a:extLst>
                    <a:ext uri="{FF2B5EF4-FFF2-40B4-BE49-F238E27FC236}">
                      <a16:creationId xmlns:a16="http://schemas.microsoft.com/office/drawing/2014/main" id="{53460CA9-5467-A8B5-3490-8BC57F45DAAD}"/>
                    </a:ext>
                  </a:extLst>
                </p:cNvPr>
                <p:cNvPicPr/>
                <p:nvPr/>
              </p:nvPicPr>
              <p:blipFill>
                <a:blip r:embed="rId209"/>
                <a:stretch>
                  <a:fillRect/>
                </a:stretch>
              </p:blipFill>
              <p:spPr>
                <a:xfrm>
                  <a:off x="7758231" y="3267545"/>
                  <a:ext cx="11448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30" name="Ink 129">
                  <a:extLst>
                    <a:ext uri="{FF2B5EF4-FFF2-40B4-BE49-F238E27FC236}">
                      <a16:creationId xmlns:a16="http://schemas.microsoft.com/office/drawing/2014/main" id="{2D2DACF2-A387-A22A-2646-10122D9DD188}"/>
                    </a:ext>
                  </a:extLst>
                </p14:cNvPr>
                <p14:cNvContentPartPr/>
                <p14:nvPr/>
              </p14:nvContentPartPr>
              <p14:xfrm>
                <a:off x="7866591" y="3221825"/>
                <a:ext cx="4680" cy="6480"/>
              </p14:xfrm>
            </p:contentPart>
          </mc:Choice>
          <mc:Fallback xmlns="">
            <p:pic>
              <p:nvPicPr>
                <p:cNvPr id="130" name="Ink 129">
                  <a:extLst>
                    <a:ext uri="{FF2B5EF4-FFF2-40B4-BE49-F238E27FC236}">
                      <a16:creationId xmlns:a16="http://schemas.microsoft.com/office/drawing/2014/main" id="{2D2DACF2-A387-A22A-2646-10122D9DD188}"/>
                    </a:ext>
                  </a:extLst>
                </p:cNvPr>
                <p:cNvPicPr/>
                <p:nvPr/>
              </p:nvPicPr>
              <p:blipFill>
                <a:blip r:embed="rId211"/>
                <a:stretch>
                  <a:fillRect/>
                </a:stretch>
              </p:blipFill>
              <p:spPr>
                <a:xfrm>
                  <a:off x="7857591" y="3212825"/>
                  <a:ext cx="223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31" name="Ink 130">
                  <a:extLst>
                    <a:ext uri="{FF2B5EF4-FFF2-40B4-BE49-F238E27FC236}">
                      <a16:creationId xmlns:a16="http://schemas.microsoft.com/office/drawing/2014/main" id="{08FA3CDD-E6F9-BBA8-482D-E265B0A87F29}"/>
                    </a:ext>
                  </a:extLst>
                </p14:cNvPr>
                <p14:cNvContentPartPr/>
                <p14:nvPr/>
              </p14:nvContentPartPr>
              <p14:xfrm>
                <a:off x="7896111" y="3256745"/>
                <a:ext cx="186840" cy="168480"/>
              </p14:xfrm>
            </p:contentPart>
          </mc:Choice>
          <mc:Fallback xmlns="">
            <p:pic>
              <p:nvPicPr>
                <p:cNvPr id="131" name="Ink 130">
                  <a:extLst>
                    <a:ext uri="{FF2B5EF4-FFF2-40B4-BE49-F238E27FC236}">
                      <a16:creationId xmlns:a16="http://schemas.microsoft.com/office/drawing/2014/main" id="{08FA3CDD-E6F9-BBA8-482D-E265B0A87F29}"/>
                    </a:ext>
                  </a:extLst>
                </p:cNvPr>
                <p:cNvPicPr/>
                <p:nvPr/>
              </p:nvPicPr>
              <p:blipFill>
                <a:blip r:embed="rId213"/>
                <a:stretch>
                  <a:fillRect/>
                </a:stretch>
              </p:blipFill>
              <p:spPr>
                <a:xfrm>
                  <a:off x="7887111" y="3248105"/>
                  <a:ext cx="20448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32" name="Ink 131">
                  <a:extLst>
                    <a:ext uri="{FF2B5EF4-FFF2-40B4-BE49-F238E27FC236}">
                      <a16:creationId xmlns:a16="http://schemas.microsoft.com/office/drawing/2014/main" id="{09896C0C-1A9A-D96E-79E9-1A9E105AA8C2}"/>
                    </a:ext>
                  </a:extLst>
                </p14:cNvPr>
                <p14:cNvContentPartPr/>
                <p14:nvPr/>
              </p14:nvContentPartPr>
              <p14:xfrm>
                <a:off x="8170071" y="3216425"/>
                <a:ext cx="91440" cy="106200"/>
              </p14:xfrm>
            </p:contentPart>
          </mc:Choice>
          <mc:Fallback xmlns="">
            <p:pic>
              <p:nvPicPr>
                <p:cNvPr id="132" name="Ink 131">
                  <a:extLst>
                    <a:ext uri="{FF2B5EF4-FFF2-40B4-BE49-F238E27FC236}">
                      <a16:creationId xmlns:a16="http://schemas.microsoft.com/office/drawing/2014/main" id="{09896C0C-1A9A-D96E-79E9-1A9E105AA8C2}"/>
                    </a:ext>
                  </a:extLst>
                </p:cNvPr>
                <p:cNvPicPr/>
                <p:nvPr/>
              </p:nvPicPr>
              <p:blipFill>
                <a:blip r:embed="rId215"/>
                <a:stretch>
                  <a:fillRect/>
                </a:stretch>
              </p:blipFill>
              <p:spPr>
                <a:xfrm>
                  <a:off x="8161431" y="3207785"/>
                  <a:ext cx="1090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33" name="Ink 132">
                  <a:extLst>
                    <a:ext uri="{FF2B5EF4-FFF2-40B4-BE49-F238E27FC236}">
                      <a16:creationId xmlns:a16="http://schemas.microsoft.com/office/drawing/2014/main" id="{CC24DA03-C7E0-779E-36D6-680CBBBC52CF}"/>
                    </a:ext>
                  </a:extLst>
                </p14:cNvPr>
                <p14:cNvContentPartPr/>
                <p14:nvPr/>
              </p14:nvContentPartPr>
              <p14:xfrm>
                <a:off x="8289231" y="3246305"/>
                <a:ext cx="88560" cy="82800"/>
              </p14:xfrm>
            </p:contentPart>
          </mc:Choice>
          <mc:Fallback xmlns="">
            <p:pic>
              <p:nvPicPr>
                <p:cNvPr id="133" name="Ink 132">
                  <a:extLst>
                    <a:ext uri="{FF2B5EF4-FFF2-40B4-BE49-F238E27FC236}">
                      <a16:creationId xmlns:a16="http://schemas.microsoft.com/office/drawing/2014/main" id="{CC24DA03-C7E0-779E-36D6-680CBBBC52CF}"/>
                    </a:ext>
                  </a:extLst>
                </p:cNvPr>
                <p:cNvPicPr/>
                <p:nvPr/>
              </p:nvPicPr>
              <p:blipFill>
                <a:blip r:embed="rId217"/>
                <a:stretch>
                  <a:fillRect/>
                </a:stretch>
              </p:blipFill>
              <p:spPr>
                <a:xfrm>
                  <a:off x="8280231" y="3237665"/>
                  <a:ext cx="10620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34" name="Ink 133">
                  <a:extLst>
                    <a:ext uri="{FF2B5EF4-FFF2-40B4-BE49-F238E27FC236}">
                      <a16:creationId xmlns:a16="http://schemas.microsoft.com/office/drawing/2014/main" id="{99969A4A-070F-824C-DA2F-0D5F9DD47CF6}"/>
                    </a:ext>
                  </a:extLst>
                </p14:cNvPr>
                <p14:cNvContentPartPr/>
                <p14:nvPr/>
              </p14:nvContentPartPr>
              <p14:xfrm>
                <a:off x="8401191" y="3243425"/>
                <a:ext cx="111960" cy="74880"/>
              </p14:xfrm>
            </p:contentPart>
          </mc:Choice>
          <mc:Fallback xmlns="">
            <p:pic>
              <p:nvPicPr>
                <p:cNvPr id="134" name="Ink 133">
                  <a:extLst>
                    <a:ext uri="{FF2B5EF4-FFF2-40B4-BE49-F238E27FC236}">
                      <a16:creationId xmlns:a16="http://schemas.microsoft.com/office/drawing/2014/main" id="{99969A4A-070F-824C-DA2F-0D5F9DD47CF6}"/>
                    </a:ext>
                  </a:extLst>
                </p:cNvPr>
                <p:cNvPicPr/>
                <p:nvPr/>
              </p:nvPicPr>
              <p:blipFill>
                <a:blip r:embed="rId219"/>
                <a:stretch>
                  <a:fillRect/>
                </a:stretch>
              </p:blipFill>
              <p:spPr>
                <a:xfrm>
                  <a:off x="8392551" y="3234785"/>
                  <a:ext cx="12960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35" name="Ink 134">
                  <a:extLst>
                    <a:ext uri="{FF2B5EF4-FFF2-40B4-BE49-F238E27FC236}">
                      <a16:creationId xmlns:a16="http://schemas.microsoft.com/office/drawing/2014/main" id="{175E420D-72B1-F69D-34F3-1ADEE79C7469}"/>
                    </a:ext>
                  </a:extLst>
                </p14:cNvPr>
                <p14:cNvContentPartPr/>
                <p14:nvPr/>
              </p14:nvContentPartPr>
              <p14:xfrm>
                <a:off x="8553471" y="3221825"/>
                <a:ext cx="50400" cy="148680"/>
              </p14:xfrm>
            </p:contentPart>
          </mc:Choice>
          <mc:Fallback xmlns="">
            <p:pic>
              <p:nvPicPr>
                <p:cNvPr id="135" name="Ink 134">
                  <a:extLst>
                    <a:ext uri="{FF2B5EF4-FFF2-40B4-BE49-F238E27FC236}">
                      <a16:creationId xmlns:a16="http://schemas.microsoft.com/office/drawing/2014/main" id="{175E420D-72B1-F69D-34F3-1ADEE79C7469}"/>
                    </a:ext>
                  </a:extLst>
                </p:cNvPr>
                <p:cNvPicPr/>
                <p:nvPr/>
              </p:nvPicPr>
              <p:blipFill>
                <a:blip r:embed="rId221"/>
                <a:stretch>
                  <a:fillRect/>
                </a:stretch>
              </p:blipFill>
              <p:spPr>
                <a:xfrm>
                  <a:off x="8544831" y="3212825"/>
                  <a:ext cx="6804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36" name="Ink 135">
                  <a:extLst>
                    <a:ext uri="{FF2B5EF4-FFF2-40B4-BE49-F238E27FC236}">
                      <a16:creationId xmlns:a16="http://schemas.microsoft.com/office/drawing/2014/main" id="{B8026F4F-069D-6D5F-E56A-A58C18E040E9}"/>
                    </a:ext>
                  </a:extLst>
                </p14:cNvPr>
                <p14:cNvContentPartPr/>
                <p14:nvPr/>
              </p14:nvContentPartPr>
              <p14:xfrm>
                <a:off x="8560671" y="3129665"/>
                <a:ext cx="73800" cy="202320"/>
              </p14:xfrm>
            </p:contentPart>
          </mc:Choice>
          <mc:Fallback xmlns="">
            <p:pic>
              <p:nvPicPr>
                <p:cNvPr id="136" name="Ink 135">
                  <a:extLst>
                    <a:ext uri="{FF2B5EF4-FFF2-40B4-BE49-F238E27FC236}">
                      <a16:creationId xmlns:a16="http://schemas.microsoft.com/office/drawing/2014/main" id="{B8026F4F-069D-6D5F-E56A-A58C18E040E9}"/>
                    </a:ext>
                  </a:extLst>
                </p:cNvPr>
                <p:cNvPicPr/>
                <p:nvPr/>
              </p:nvPicPr>
              <p:blipFill>
                <a:blip r:embed="rId223"/>
                <a:stretch>
                  <a:fillRect/>
                </a:stretch>
              </p:blipFill>
              <p:spPr>
                <a:xfrm>
                  <a:off x="8551671" y="3121025"/>
                  <a:ext cx="9144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37" name="Ink 136">
                  <a:extLst>
                    <a:ext uri="{FF2B5EF4-FFF2-40B4-BE49-F238E27FC236}">
                      <a16:creationId xmlns:a16="http://schemas.microsoft.com/office/drawing/2014/main" id="{165B092A-F246-C68D-FF3F-489EDD3E22D7}"/>
                    </a:ext>
                  </a:extLst>
                </p14:cNvPr>
                <p14:cNvContentPartPr/>
                <p14:nvPr/>
              </p14:nvContentPartPr>
              <p14:xfrm>
                <a:off x="8533311" y="3258185"/>
                <a:ext cx="62280" cy="5400"/>
              </p14:xfrm>
            </p:contentPart>
          </mc:Choice>
          <mc:Fallback xmlns="">
            <p:pic>
              <p:nvPicPr>
                <p:cNvPr id="137" name="Ink 136">
                  <a:extLst>
                    <a:ext uri="{FF2B5EF4-FFF2-40B4-BE49-F238E27FC236}">
                      <a16:creationId xmlns:a16="http://schemas.microsoft.com/office/drawing/2014/main" id="{165B092A-F246-C68D-FF3F-489EDD3E22D7}"/>
                    </a:ext>
                  </a:extLst>
                </p:cNvPr>
                <p:cNvPicPr/>
                <p:nvPr/>
              </p:nvPicPr>
              <p:blipFill>
                <a:blip r:embed="rId225"/>
                <a:stretch>
                  <a:fillRect/>
                </a:stretch>
              </p:blipFill>
              <p:spPr>
                <a:xfrm>
                  <a:off x="8524671" y="3249545"/>
                  <a:ext cx="7992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38" name="Ink 137">
                  <a:extLst>
                    <a:ext uri="{FF2B5EF4-FFF2-40B4-BE49-F238E27FC236}">
                      <a16:creationId xmlns:a16="http://schemas.microsoft.com/office/drawing/2014/main" id="{98607036-C449-76D5-6FD7-6305CD385185}"/>
                    </a:ext>
                  </a:extLst>
                </p14:cNvPr>
                <p14:cNvContentPartPr/>
                <p14:nvPr/>
              </p14:nvContentPartPr>
              <p14:xfrm>
                <a:off x="8663991" y="3263225"/>
                <a:ext cx="5040" cy="70920"/>
              </p14:xfrm>
            </p:contentPart>
          </mc:Choice>
          <mc:Fallback xmlns="">
            <p:pic>
              <p:nvPicPr>
                <p:cNvPr id="138" name="Ink 137">
                  <a:extLst>
                    <a:ext uri="{FF2B5EF4-FFF2-40B4-BE49-F238E27FC236}">
                      <a16:creationId xmlns:a16="http://schemas.microsoft.com/office/drawing/2014/main" id="{98607036-C449-76D5-6FD7-6305CD385185}"/>
                    </a:ext>
                  </a:extLst>
                </p:cNvPr>
                <p:cNvPicPr/>
                <p:nvPr/>
              </p:nvPicPr>
              <p:blipFill>
                <a:blip r:embed="rId227"/>
                <a:stretch>
                  <a:fillRect/>
                </a:stretch>
              </p:blipFill>
              <p:spPr>
                <a:xfrm>
                  <a:off x="8654991" y="3254585"/>
                  <a:ext cx="226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39" name="Ink 138">
                  <a:extLst>
                    <a:ext uri="{FF2B5EF4-FFF2-40B4-BE49-F238E27FC236}">
                      <a16:creationId xmlns:a16="http://schemas.microsoft.com/office/drawing/2014/main" id="{E72C137E-A791-CFA0-D948-A6881661E5E1}"/>
                    </a:ext>
                  </a:extLst>
                </p14:cNvPr>
                <p14:cNvContentPartPr/>
                <p14:nvPr/>
              </p14:nvContentPartPr>
              <p14:xfrm>
                <a:off x="8694231" y="3229385"/>
                <a:ext cx="360" cy="24120"/>
              </p14:xfrm>
            </p:contentPart>
          </mc:Choice>
          <mc:Fallback xmlns="">
            <p:pic>
              <p:nvPicPr>
                <p:cNvPr id="139" name="Ink 138">
                  <a:extLst>
                    <a:ext uri="{FF2B5EF4-FFF2-40B4-BE49-F238E27FC236}">
                      <a16:creationId xmlns:a16="http://schemas.microsoft.com/office/drawing/2014/main" id="{E72C137E-A791-CFA0-D948-A6881661E5E1}"/>
                    </a:ext>
                  </a:extLst>
                </p:cNvPr>
                <p:cNvPicPr/>
                <p:nvPr/>
              </p:nvPicPr>
              <p:blipFill>
                <a:blip r:embed="rId229"/>
                <a:stretch>
                  <a:fillRect/>
                </a:stretch>
              </p:blipFill>
              <p:spPr>
                <a:xfrm>
                  <a:off x="8685591" y="3220745"/>
                  <a:ext cx="1800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40" name="Ink 139">
                  <a:extLst>
                    <a:ext uri="{FF2B5EF4-FFF2-40B4-BE49-F238E27FC236}">
                      <a16:creationId xmlns:a16="http://schemas.microsoft.com/office/drawing/2014/main" id="{833EB6BA-BAFD-386A-1799-560D6EFCA117}"/>
                    </a:ext>
                  </a:extLst>
                </p14:cNvPr>
                <p14:cNvContentPartPr/>
                <p14:nvPr/>
              </p14:nvContentPartPr>
              <p14:xfrm>
                <a:off x="8725551" y="3253145"/>
                <a:ext cx="117360" cy="221040"/>
              </p14:xfrm>
            </p:contentPart>
          </mc:Choice>
          <mc:Fallback xmlns="">
            <p:pic>
              <p:nvPicPr>
                <p:cNvPr id="140" name="Ink 139">
                  <a:extLst>
                    <a:ext uri="{FF2B5EF4-FFF2-40B4-BE49-F238E27FC236}">
                      <a16:creationId xmlns:a16="http://schemas.microsoft.com/office/drawing/2014/main" id="{833EB6BA-BAFD-386A-1799-560D6EFCA117}"/>
                    </a:ext>
                  </a:extLst>
                </p:cNvPr>
                <p:cNvPicPr/>
                <p:nvPr/>
              </p:nvPicPr>
              <p:blipFill>
                <a:blip r:embed="rId231"/>
                <a:stretch>
                  <a:fillRect/>
                </a:stretch>
              </p:blipFill>
              <p:spPr>
                <a:xfrm>
                  <a:off x="8716911" y="3244505"/>
                  <a:ext cx="13500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42" name="Ink 141">
                  <a:extLst>
                    <a:ext uri="{FF2B5EF4-FFF2-40B4-BE49-F238E27FC236}">
                      <a16:creationId xmlns:a16="http://schemas.microsoft.com/office/drawing/2014/main" id="{05651413-D18D-DCE6-1A6C-C7280294D48B}"/>
                    </a:ext>
                  </a:extLst>
                </p14:cNvPr>
                <p14:cNvContentPartPr/>
                <p14:nvPr/>
              </p14:nvContentPartPr>
              <p14:xfrm>
                <a:off x="7261431" y="3519905"/>
                <a:ext cx="96480" cy="113040"/>
              </p14:xfrm>
            </p:contentPart>
          </mc:Choice>
          <mc:Fallback xmlns="">
            <p:pic>
              <p:nvPicPr>
                <p:cNvPr id="142" name="Ink 141">
                  <a:extLst>
                    <a:ext uri="{FF2B5EF4-FFF2-40B4-BE49-F238E27FC236}">
                      <a16:creationId xmlns:a16="http://schemas.microsoft.com/office/drawing/2014/main" id="{05651413-D18D-DCE6-1A6C-C7280294D48B}"/>
                    </a:ext>
                  </a:extLst>
                </p:cNvPr>
                <p:cNvPicPr/>
                <p:nvPr/>
              </p:nvPicPr>
              <p:blipFill>
                <a:blip r:embed="rId233"/>
                <a:stretch>
                  <a:fillRect/>
                </a:stretch>
              </p:blipFill>
              <p:spPr>
                <a:xfrm>
                  <a:off x="7252431" y="3510905"/>
                  <a:ext cx="11412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43" name="Ink 142">
                  <a:extLst>
                    <a:ext uri="{FF2B5EF4-FFF2-40B4-BE49-F238E27FC236}">
                      <a16:creationId xmlns:a16="http://schemas.microsoft.com/office/drawing/2014/main" id="{5825CB6B-4F08-3BD0-6D7E-C16D27496A2B}"/>
                    </a:ext>
                  </a:extLst>
                </p14:cNvPr>
                <p14:cNvContentPartPr/>
                <p14:nvPr/>
              </p14:nvContentPartPr>
              <p14:xfrm>
                <a:off x="7377711" y="3474905"/>
                <a:ext cx="72000" cy="181080"/>
              </p14:xfrm>
            </p:contentPart>
          </mc:Choice>
          <mc:Fallback xmlns="">
            <p:pic>
              <p:nvPicPr>
                <p:cNvPr id="143" name="Ink 142">
                  <a:extLst>
                    <a:ext uri="{FF2B5EF4-FFF2-40B4-BE49-F238E27FC236}">
                      <a16:creationId xmlns:a16="http://schemas.microsoft.com/office/drawing/2014/main" id="{5825CB6B-4F08-3BD0-6D7E-C16D27496A2B}"/>
                    </a:ext>
                  </a:extLst>
                </p:cNvPr>
                <p:cNvPicPr/>
                <p:nvPr/>
              </p:nvPicPr>
              <p:blipFill>
                <a:blip r:embed="rId235"/>
                <a:stretch>
                  <a:fillRect/>
                </a:stretch>
              </p:blipFill>
              <p:spPr>
                <a:xfrm>
                  <a:off x="7369071" y="3465905"/>
                  <a:ext cx="896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45" name="Ink 144">
                  <a:extLst>
                    <a:ext uri="{FF2B5EF4-FFF2-40B4-BE49-F238E27FC236}">
                      <a16:creationId xmlns:a16="http://schemas.microsoft.com/office/drawing/2014/main" id="{B9A6D140-C73F-ECA9-9AB2-D16BCE421458}"/>
                    </a:ext>
                  </a:extLst>
                </p14:cNvPr>
                <p14:cNvContentPartPr/>
                <p14:nvPr/>
              </p14:nvContentPartPr>
              <p14:xfrm>
                <a:off x="7567071" y="3481385"/>
                <a:ext cx="110880" cy="151920"/>
              </p14:xfrm>
            </p:contentPart>
          </mc:Choice>
          <mc:Fallback xmlns="">
            <p:pic>
              <p:nvPicPr>
                <p:cNvPr id="145" name="Ink 144">
                  <a:extLst>
                    <a:ext uri="{FF2B5EF4-FFF2-40B4-BE49-F238E27FC236}">
                      <a16:creationId xmlns:a16="http://schemas.microsoft.com/office/drawing/2014/main" id="{B9A6D140-C73F-ECA9-9AB2-D16BCE421458}"/>
                    </a:ext>
                  </a:extLst>
                </p:cNvPr>
                <p:cNvPicPr/>
                <p:nvPr/>
              </p:nvPicPr>
              <p:blipFill>
                <a:blip r:embed="rId237"/>
                <a:stretch>
                  <a:fillRect/>
                </a:stretch>
              </p:blipFill>
              <p:spPr>
                <a:xfrm>
                  <a:off x="7558071" y="3472385"/>
                  <a:ext cx="12852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46" name="Ink 145">
                  <a:extLst>
                    <a:ext uri="{FF2B5EF4-FFF2-40B4-BE49-F238E27FC236}">
                      <a16:creationId xmlns:a16="http://schemas.microsoft.com/office/drawing/2014/main" id="{7274DE51-B75F-BDAA-61CB-B19C87DD974C}"/>
                    </a:ext>
                  </a:extLst>
                </p14:cNvPr>
                <p14:cNvContentPartPr/>
                <p14:nvPr/>
              </p14:nvContentPartPr>
              <p14:xfrm>
                <a:off x="7705311" y="3499745"/>
                <a:ext cx="132120" cy="113040"/>
              </p14:xfrm>
            </p:contentPart>
          </mc:Choice>
          <mc:Fallback xmlns="">
            <p:pic>
              <p:nvPicPr>
                <p:cNvPr id="146" name="Ink 145">
                  <a:extLst>
                    <a:ext uri="{FF2B5EF4-FFF2-40B4-BE49-F238E27FC236}">
                      <a16:creationId xmlns:a16="http://schemas.microsoft.com/office/drawing/2014/main" id="{7274DE51-B75F-BDAA-61CB-B19C87DD974C}"/>
                    </a:ext>
                  </a:extLst>
                </p:cNvPr>
                <p:cNvPicPr/>
                <p:nvPr/>
              </p:nvPicPr>
              <p:blipFill>
                <a:blip r:embed="rId239"/>
                <a:stretch>
                  <a:fillRect/>
                </a:stretch>
              </p:blipFill>
              <p:spPr>
                <a:xfrm>
                  <a:off x="7696311" y="3490745"/>
                  <a:ext cx="14976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47" name="Ink 146">
                  <a:extLst>
                    <a:ext uri="{FF2B5EF4-FFF2-40B4-BE49-F238E27FC236}">
                      <a16:creationId xmlns:a16="http://schemas.microsoft.com/office/drawing/2014/main" id="{00C66CD6-5504-4886-0E90-4B3A44B861ED}"/>
                    </a:ext>
                  </a:extLst>
                </p14:cNvPr>
                <p14:cNvContentPartPr/>
                <p14:nvPr/>
              </p14:nvContentPartPr>
              <p14:xfrm>
                <a:off x="7880631" y="3514865"/>
                <a:ext cx="6120" cy="81360"/>
              </p14:xfrm>
            </p:contentPart>
          </mc:Choice>
          <mc:Fallback xmlns="">
            <p:pic>
              <p:nvPicPr>
                <p:cNvPr id="147" name="Ink 146">
                  <a:extLst>
                    <a:ext uri="{FF2B5EF4-FFF2-40B4-BE49-F238E27FC236}">
                      <a16:creationId xmlns:a16="http://schemas.microsoft.com/office/drawing/2014/main" id="{00C66CD6-5504-4886-0E90-4B3A44B861ED}"/>
                    </a:ext>
                  </a:extLst>
                </p:cNvPr>
                <p:cNvPicPr/>
                <p:nvPr/>
              </p:nvPicPr>
              <p:blipFill>
                <a:blip r:embed="rId241"/>
                <a:stretch>
                  <a:fillRect/>
                </a:stretch>
              </p:blipFill>
              <p:spPr>
                <a:xfrm>
                  <a:off x="7871631" y="3506225"/>
                  <a:ext cx="2376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48" name="Ink 147">
                  <a:extLst>
                    <a:ext uri="{FF2B5EF4-FFF2-40B4-BE49-F238E27FC236}">
                      <a16:creationId xmlns:a16="http://schemas.microsoft.com/office/drawing/2014/main" id="{F3C53EC3-C835-0EAE-58E9-7B71298B5569}"/>
                    </a:ext>
                  </a:extLst>
                </p14:cNvPr>
                <p14:cNvContentPartPr/>
                <p14:nvPr/>
              </p14:nvContentPartPr>
              <p14:xfrm>
                <a:off x="7906191" y="3506945"/>
                <a:ext cx="79560" cy="104040"/>
              </p14:xfrm>
            </p:contentPart>
          </mc:Choice>
          <mc:Fallback xmlns="">
            <p:pic>
              <p:nvPicPr>
                <p:cNvPr id="148" name="Ink 147">
                  <a:extLst>
                    <a:ext uri="{FF2B5EF4-FFF2-40B4-BE49-F238E27FC236}">
                      <a16:creationId xmlns:a16="http://schemas.microsoft.com/office/drawing/2014/main" id="{F3C53EC3-C835-0EAE-58E9-7B71298B5569}"/>
                    </a:ext>
                  </a:extLst>
                </p:cNvPr>
                <p:cNvPicPr/>
                <p:nvPr/>
              </p:nvPicPr>
              <p:blipFill>
                <a:blip r:embed="rId243"/>
                <a:stretch>
                  <a:fillRect/>
                </a:stretch>
              </p:blipFill>
              <p:spPr>
                <a:xfrm>
                  <a:off x="7897191" y="3498305"/>
                  <a:ext cx="9720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49" name="Ink 148">
                  <a:extLst>
                    <a:ext uri="{FF2B5EF4-FFF2-40B4-BE49-F238E27FC236}">
                      <a16:creationId xmlns:a16="http://schemas.microsoft.com/office/drawing/2014/main" id="{FC31EA7C-E069-D23B-B8F2-3EAE29930DA6}"/>
                    </a:ext>
                  </a:extLst>
                </p14:cNvPr>
                <p14:cNvContentPartPr/>
                <p14:nvPr/>
              </p14:nvContentPartPr>
              <p14:xfrm>
                <a:off x="8123271" y="3494705"/>
                <a:ext cx="110160" cy="104760"/>
              </p14:xfrm>
            </p:contentPart>
          </mc:Choice>
          <mc:Fallback xmlns="">
            <p:pic>
              <p:nvPicPr>
                <p:cNvPr id="149" name="Ink 148">
                  <a:extLst>
                    <a:ext uri="{FF2B5EF4-FFF2-40B4-BE49-F238E27FC236}">
                      <a16:creationId xmlns:a16="http://schemas.microsoft.com/office/drawing/2014/main" id="{FC31EA7C-E069-D23B-B8F2-3EAE29930DA6}"/>
                    </a:ext>
                  </a:extLst>
                </p:cNvPr>
                <p:cNvPicPr/>
                <p:nvPr/>
              </p:nvPicPr>
              <p:blipFill>
                <a:blip r:embed="rId245"/>
                <a:stretch>
                  <a:fillRect/>
                </a:stretch>
              </p:blipFill>
              <p:spPr>
                <a:xfrm>
                  <a:off x="8114631" y="3485705"/>
                  <a:ext cx="12780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50" name="Ink 149">
                  <a:extLst>
                    <a:ext uri="{FF2B5EF4-FFF2-40B4-BE49-F238E27FC236}">
                      <a16:creationId xmlns:a16="http://schemas.microsoft.com/office/drawing/2014/main" id="{792011CE-98CF-8F4E-DE46-118E149BA2A7}"/>
                    </a:ext>
                  </a:extLst>
                </p14:cNvPr>
                <p14:cNvContentPartPr/>
                <p14:nvPr/>
              </p14:nvContentPartPr>
              <p14:xfrm>
                <a:off x="8280591" y="3479585"/>
                <a:ext cx="72000" cy="113760"/>
              </p14:xfrm>
            </p:contentPart>
          </mc:Choice>
          <mc:Fallback xmlns="">
            <p:pic>
              <p:nvPicPr>
                <p:cNvPr id="150" name="Ink 149">
                  <a:extLst>
                    <a:ext uri="{FF2B5EF4-FFF2-40B4-BE49-F238E27FC236}">
                      <a16:creationId xmlns:a16="http://schemas.microsoft.com/office/drawing/2014/main" id="{792011CE-98CF-8F4E-DE46-118E149BA2A7}"/>
                    </a:ext>
                  </a:extLst>
                </p:cNvPr>
                <p:cNvPicPr/>
                <p:nvPr/>
              </p:nvPicPr>
              <p:blipFill>
                <a:blip r:embed="rId247"/>
                <a:stretch>
                  <a:fillRect/>
                </a:stretch>
              </p:blipFill>
              <p:spPr>
                <a:xfrm>
                  <a:off x="8271951" y="3470585"/>
                  <a:ext cx="8964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52" name="Ink 151">
                  <a:extLst>
                    <a:ext uri="{FF2B5EF4-FFF2-40B4-BE49-F238E27FC236}">
                      <a16:creationId xmlns:a16="http://schemas.microsoft.com/office/drawing/2014/main" id="{3045A4DA-4C63-F08F-1FC6-262BD8E65797}"/>
                    </a:ext>
                  </a:extLst>
                </p14:cNvPr>
                <p14:cNvContentPartPr/>
                <p14:nvPr/>
              </p14:nvContentPartPr>
              <p14:xfrm>
                <a:off x="8453391" y="3546185"/>
                <a:ext cx="83160" cy="360"/>
              </p14:xfrm>
            </p:contentPart>
          </mc:Choice>
          <mc:Fallback xmlns="">
            <p:pic>
              <p:nvPicPr>
                <p:cNvPr id="152" name="Ink 151">
                  <a:extLst>
                    <a:ext uri="{FF2B5EF4-FFF2-40B4-BE49-F238E27FC236}">
                      <a16:creationId xmlns:a16="http://schemas.microsoft.com/office/drawing/2014/main" id="{3045A4DA-4C63-F08F-1FC6-262BD8E65797}"/>
                    </a:ext>
                  </a:extLst>
                </p:cNvPr>
                <p:cNvPicPr/>
                <p:nvPr/>
              </p:nvPicPr>
              <p:blipFill>
                <a:blip r:embed="rId249"/>
                <a:stretch>
                  <a:fillRect/>
                </a:stretch>
              </p:blipFill>
              <p:spPr>
                <a:xfrm>
                  <a:off x="8444391" y="3537545"/>
                  <a:ext cx="1008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53" name="Ink 152">
                  <a:extLst>
                    <a:ext uri="{FF2B5EF4-FFF2-40B4-BE49-F238E27FC236}">
                      <a16:creationId xmlns:a16="http://schemas.microsoft.com/office/drawing/2014/main" id="{4605B7F6-B47F-5E7F-1A94-DBE79AF273DF}"/>
                    </a:ext>
                  </a:extLst>
                </p14:cNvPr>
                <p14:cNvContentPartPr/>
                <p14:nvPr/>
              </p14:nvContentPartPr>
              <p14:xfrm>
                <a:off x="8587311" y="3467345"/>
                <a:ext cx="102960" cy="162720"/>
              </p14:xfrm>
            </p:contentPart>
          </mc:Choice>
          <mc:Fallback xmlns="">
            <p:pic>
              <p:nvPicPr>
                <p:cNvPr id="153" name="Ink 152">
                  <a:extLst>
                    <a:ext uri="{FF2B5EF4-FFF2-40B4-BE49-F238E27FC236}">
                      <a16:creationId xmlns:a16="http://schemas.microsoft.com/office/drawing/2014/main" id="{4605B7F6-B47F-5E7F-1A94-DBE79AF273DF}"/>
                    </a:ext>
                  </a:extLst>
                </p:cNvPr>
                <p:cNvPicPr/>
                <p:nvPr/>
              </p:nvPicPr>
              <p:blipFill>
                <a:blip r:embed="rId251"/>
                <a:stretch>
                  <a:fillRect/>
                </a:stretch>
              </p:blipFill>
              <p:spPr>
                <a:xfrm>
                  <a:off x="8578671" y="3458345"/>
                  <a:ext cx="12060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54" name="Ink 153">
                  <a:extLst>
                    <a:ext uri="{FF2B5EF4-FFF2-40B4-BE49-F238E27FC236}">
                      <a16:creationId xmlns:a16="http://schemas.microsoft.com/office/drawing/2014/main" id="{7AE53D4B-E291-27E3-037A-06D9C1668FE4}"/>
                    </a:ext>
                  </a:extLst>
                </p14:cNvPr>
                <p14:cNvContentPartPr/>
                <p14:nvPr/>
              </p14:nvContentPartPr>
              <p14:xfrm>
                <a:off x="8719431" y="3571385"/>
                <a:ext cx="35280" cy="64800"/>
              </p14:xfrm>
            </p:contentPart>
          </mc:Choice>
          <mc:Fallback xmlns="">
            <p:pic>
              <p:nvPicPr>
                <p:cNvPr id="154" name="Ink 153">
                  <a:extLst>
                    <a:ext uri="{FF2B5EF4-FFF2-40B4-BE49-F238E27FC236}">
                      <a16:creationId xmlns:a16="http://schemas.microsoft.com/office/drawing/2014/main" id="{7AE53D4B-E291-27E3-037A-06D9C1668FE4}"/>
                    </a:ext>
                  </a:extLst>
                </p:cNvPr>
                <p:cNvPicPr/>
                <p:nvPr/>
              </p:nvPicPr>
              <p:blipFill>
                <a:blip r:embed="rId253"/>
                <a:stretch>
                  <a:fillRect/>
                </a:stretch>
              </p:blipFill>
              <p:spPr>
                <a:xfrm>
                  <a:off x="8710791" y="3562745"/>
                  <a:ext cx="5292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55" name="Ink 154">
                  <a:extLst>
                    <a:ext uri="{FF2B5EF4-FFF2-40B4-BE49-F238E27FC236}">
                      <a16:creationId xmlns:a16="http://schemas.microsoft.com/office/drawing/2014/main" id="{063FD194-4BA5-3753-E118-54F590742CCA}"/>
                    </a:ext>
                  </a:extLst>
                </p14:cNvPr>
                <p14:cNvContentPartPr/>
                <p14:nvPr/>
              </p14:nvContentPartPr>
              <p14:xfrm>
                <a:off x="8766951" y="3513785"/>
                <a:ext cx="8280" cy="3960"/>
              </p14:xfrm>
            </p:contentPart>
          </mc:Choice>
          <mc:Fallback xmlns="">
            <p:pic>
              <p:nvPicPr>
                <p:cNvPr id="155" name="Ink 154">
                  <a:extLst>
                    <a:ext uri="{FF2B5EF4-FFF2-40B4-BE49-F238E27FC236}">
                      <a16:creationId xmlns:a16="http://schemas.microsoft.com/office/drawing/2014/main" id="{063FD194-4BA5-3753-E118-54F590742CCA}"/>
                    </a:ext>
                  </a:extLst>
                </p:cNvPr>
                <p:cNvPicPr/>
                <p:nvPr/>
              </p:nvPicPr>
              <p:blipFill>
                <a:blip r:embed="rId255"/>
                <a:stretch>
                  <a:fillRect/>
                </a:stretch>
              </p:blipFill>
              <p:spPr>
                <a:xfrm>
                  <a:off x="8758311" y="3504785"/>
                  <a:ext cx="2592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56" name="Ink 155">
                  <a:extLst>
                    <a:ext uri="{FF2B5EF4-FFF2-40B4-BE49-F238E27FC236}">
                      <a16:creationId xmlns:a16="http://schemas.microsoft.com/office/drawing/2014/main" id="{AFC3FE29-DCF5-E5A1-6FD2-054E4A66F4A0}"/>
                    </a:ext>
                  </a:extLst>
                </p14:cNvPr>
                <p14:cNvContentPartPr/>
                <p14:nvPr/>
              </p14:nvContentPartPr>
              <p14:xfrm>
                <a:off x="8769831" y="3581825"/>
                <a:ext cx="62280" cy="44640"/>
              </p14:xfrm>
            </p:contentPart>
          </mc:Choice>
          <mc:Fallback xmlns="">
            <p:pic>
              <p:nvPicPr>
                <p:cNvPr id="156" name="Ink 155">
                  <a:extLst>
                    <a:ext uri="{FF2B5EF4-FFF2-40B4-BE49-F238E27FC236}">
                      <a16:creationId xmlns:a16="http://schemas.microsoft.com/office/drawing/2014/main" id="{AFC3FE29-DCF5-E5A1-6FD2-054E4A66F4A0}"/>
                    </a:ext>
                  </a:extLst>
                </p:cNvPr>
                <p:cNvPicPr/>
                <p:nvPr/>
              </p:nvPicPr>
              <p:blipFill>
                <a:blip r:embed="rId257"/>
                <a:stretch>
                  <a:fillRect/>
                </a:stretch>
              </p:blipFill>
              <p:spPr>
                <a:xfrm>
                  <a:off x="8761191" y="3572825"/>
                  <a:ext cx="7992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57" name="Ink 156">
                  <a:extLst>
                    <a:ext uri="{FF2B5EF4-FFF2-40B4-BE49-F238E27FC236}">
                      <a16:creationId xmlns:a16="http://schemas.microsoft.com/office/drawing/2014/main" id="{6AC22D12-25FC-C547-1296-1CFDBE8A3064}"/>
                    </a:ext>
                  </a:extLst>
                </p14:cNvPr>
                <p14:cNvContentPartPr/>
                <p14:nvPr/>
              </p14:nvContentPartPr>
              <p14:xfrm>
                <a:off x="8856591" y="3481745"/>
                <a:ext cx="90360" cy="159480"/>
              </p14:xfrm>
            </p:contentPart>
          </mc:Choice>
          <mc:Fallback xmlns="">
            <p:pic>
              <p:nvPicPr>
                <p:cNvPr id="157" name="Ink 156">
                  <a:extLst>
                    <a:ext uri="{FF2B5EF4-FFF2-40B4-BE49-F238E27FC236}">
                      <a16:creationId xmlns:a16="http://schemas.microsoft.com/office/drawing/2014/main" id="{6AC22D12-25FC-C547-1296-1CFDBE8A3064}"/>
                    </a:ext>
                  </a:extLst>
                </p:cNvPr>
                <p:cNvPicPr/>
                <p:nvPr/>
              </p:nvPicPr>
              <p:blipFill>
                <a:blip r:embed="rId259"/>
                <a:stretch>
                  <a:fillRect/>
                </a:stretch>
              </p:blipFill>
              <p:spPr>
                <a:xfrm>
                  <a:off x="8847591" y="3472745"/>
                  <a:ext cx="10800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58" name="Ink 157">
                  <a:extLst>
                    <a:ext uri="{FF2B5EF4-FFF2-40B4-BE49-F238E27FC236}">
                      <a16:creationId xmlns:a16="http://schemas.microsoft.com/office/drawing/2014/main" id="{0DA15E47-48E1-FC5D-52FB-D82BD5CB6E07}"/>
                    </a:ext>
                  </a:extLst>
                </p14:cNvPr>
                <p14:cNvContentPartPr/>
                <p14:nvPr/>
              </p14:nvContentPartPr>
              <p14:xfrm>
                <a:off x="8977191" y="3572825"/>
                <a:ext cx="5400" cy="43920"/>
              </p14:xfrm>
            </p:contentPart>
          </mc:Choice>
          <mc:Fallback xmlns="">
            <p:pic>
              <p:nvPicPr>
                <p:cNvPr id="158" name="Ink 157">
                  <a:extLst>
                    <a:ext uri="{FF2B5EF4-FFF2-40B4-BE49-F238E27FC236}">
                      <a16:creationId xmlns:a16="http://schemas.microsoft.com/office/drawing/2014/main" id="{0DA15E47-48E1-FC5D-52FB-D82BD5CB6E07}"/>
                    </a:ext>
                  </a:extLst>
                </p:cNvPr>
                <p:cNvPicPr/>
                <p:nvPr/>
              </p:nvPicPr>
              <p:blipFill>
                <a:blip r:embed="rId261"/>
                <a:stretch>
                  <a:fillRect/>
                </a:stretch>
              </p:blipFill>
              <p:spPr>
                <a:xfrm>
                  <a:off x="8968551" y="3563825"/>
                  <a:ext cx="2304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59" name="Ink 158">
                  <a:extLst>
                    <a:ext uri="{FF2B5EF4-FFF2-40B4-BE49-F238E27FC236}">
                      <a16:creationId xmlns:a16="http://schemas.microsoft.com/office/drawing/2014/main" id="{0D4B1D58-04EE-B6BC-7B85-87967003BF9D}"/>
                    </a:ext>
                  </a:extLst>
                </p14:cNvPr>
                <p14:cNvContentPartPr/>
                <p14:nvPr/>
              </p14:nvContentPartPr>
              <p14:xfrm>
                <a:off x="9004191" y="3514865"/>
                <a:ext cx="3240" cy="3600"/>
              </p14:xfrm>
            </p:contentPart>
          </mc:Choice>
          <mc:Fallback xmlns="">
            <p:pic>
              <p:nvPicPr>
                <p:cNvPr id="159" name="Ink 158">
                  <a:extLst>
                    <a:ext uri="{FF2B5EF4-FFF2-40B4-BE49-F238E27FC236}">
                      <a16:creationId xmlns:a16="http://schemas.microsoft.com/office/drawing/2014/main" id="{0D4B1D58-04EE-B6BC-7B85-87967003BF9D}"/>
                    </a:ext>
                  </a:extLst>
                </p:cNvPr>
                <p:cNvPicPr/>
                <p:nvPr/>
              </p:nvPicPr>
              <p:blipFill>
                <a:blip r:embed="rId263"/>
                <a:stretch>
                  <a:fillRect/>
                </a:stretch>
              </p:blipFill>
              <p:spPr>
                <a:xfrm>
                  <a:off x="8995551" y="3505865"/>
                  <a:ext cx="208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60" name="Ink 159">
                  <a:extLst>
                    <a:ext uri="{FF2B5EF4-FFF2-40B4-BE49-F238E27FC236}">
                      <a16:creationId xmlns:a16="http://schemas.microsoft.com/office/drawing/2014/main" id="{60AE130B-284E-6491-EE0D-C3AF1CBBB9F0}"/>
                    </a:ext>
                  </a:extLst>
                </p14:cNvPr>
                <p14:cNvContentPartPr/>
                <p14:nvPr/>
              </p14:nvContentPartPr>
              <p14:xfrm>
                <a:off x="9014631" y="3545105"/>
                <a:ext cx="73800" cy="164880"/>
              </p14:xfrm>
            </p:contentPart>
          </mc:Choice>
          <mc:Fallback xmlns="">
            <p:pic>
              <p:nvPicPr>
                <p:cNvPr id="160" name="Ink 159">
                  <a:extLst>
                    <a:ext uri="{FF2B5EF4-FFF2-40B4-BE49-F238E27FC236}">
                      <a16:creationId xmlns:a16="http://schemas.microsoft.com/office/drawing/2014/main" id="{60AE130B-284E-6491-EE0D-C3AF1CBBB9F0}"/>
                    </a:ext>
                  </a:extLst>
                </p:cNvPr>
                <p:cNvPicPr/>
                <p:nvPr/>
              </p:nvPicPr>
              <p:blipFill>
                <a:blip r:embed="rId265"/>
                <a:stretch>
                  <a:fillRect/>
                </a:stretch>
              </p:blipFill>
              <p:spPr>
                <a:xfrm>
                  <a:off x="9005991" y="3536105"/>
                  <a:ext cx="91440" cy="182520"/>
                </a:xfrm>
                <a:prstGeom prst="rect">
                  <a:avLst/>
                </a:prstGeom>
              </p:spPr>
            </p:pic>
          </mc:Fallback>
        </mc:AlternateContent>
      </p:grpSp>
      <p:grpSp>
        <p:nvGrpSpPr>
          <p:cNvPr id="189" name="Group 188">
            <a:extLst>
              <a:ext uri="{FF2B5EF4-FFF2-40B4-BE49-F238E27FC236}">
                <a16:creationId xmlns:a16="http://schemas.microsoft.com/office/drawing/2014/main" id="{56ECD02E-9F86-2F0D-1E8A-FFED184EC92B}"/>
              </a:ext>
            </a:extLst>
          </p:cNvPr>
          <p:cNvGrpSpPr/>
          <p:nvPr/>
        </p:nvGrpSpPr>
        <p:grpSpPr>
          <a:xfrm>
            <a:off x="7496511" y="3767225"/>
            <a:ext cx="1490760" cy="859680"/>
            <a:chOff x="7496511" y="3767225"/>
            <a:chExt cx="1490760" cy="859680"/>
          </a:xfrm>
        </p:grpSpPr>
        <mc:AlternateContent xmlns:mc="http://schemas.openxmlformats.org/markup-compatibility/2006" xmlns:p14="http://schemas.microsoft.com/office/powerpoint/2010/main">
          <mc:Choice Requires="p14">
            <p:contentPart p14:bwMode="auto" r:id="rId266">
              <p14:nvContentPartPr>
                <p14:cNvPr id="162" name="Ink 161">
                  <a:extLst>
                    <a:ext uri="{FF2B5EF4-FFF2-40B4-BE49-F238E27FC236}">
                      <a16:creationId xmlns:a16="http://schemas.microsoft.com/office/drawing/2014/main" id="{2992AF41-36A4-913F-1151-E19B10DA5C3E}"/>
                    </a:ext>
                  </a:extLst>
                </p14:cNvPr>
                <p14:cNvContentPartPr/>
                <p14:nvPr/>
              </p14:nvContentPartPr>
              <p14:xfrm>
                <a:off x="7496511" y="3795665"/>
                <a:ext cx="87840" cy="108720"/>
              </p14:xfrm>
            </p:contentPart>
          </mc:Choice>
          <mc:Fallback xmlns="">
            <p:pic>
              <p:nvPicPr>
                <p:cNvPr id="162" name="Ink 161">
                  <a:extLst>
                    <a:ext uri="{FF2B5EF4-FFF2-40B4-BE49-F238E27FC236}">
                      <a16:creationId xmlns:a16="http://schemas.microsoft.com/office/drawing/2014/main" id="{2992AF41-36A4-913F-1151-E19B10DA5C3E}"/>
                    </a:ext>
                  </a:extLst>
                </p:cNvPr>
                <p:cNvPicPr/>
                <p:nvPr/>
              </p:nvPicPr>
              <p:blipFill>
                <a:blip r:embed="rId267"/>
                <a:stretch>
                  <a:fillRect/>
                </a:stretch>
              </p:blipFill>
              <p:spPr>
                <a:xfrm>
                  <a:off x="7487871" y="3787025"/>
                  <a:ext cx="10548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63" name="Ink 162">
                  <a:extLst>
                    <a:ext uri="{FF2B5EF4-FFF2-40B4-BE49-F238E27FC236}">
                      <a16:creationId xmlns:a16="http://schemas.microsoft.com/office/drawing/2014/main" id="{B93CFEA7-B8A6-B77B-919D-F61051E6BEFD}"/>
                    </a:ext>
                  </a:extLst>
                </p14:cNvPr>
                <p14:cNvContentPartPr/>
                <p14:nvPr/>
              </p14:nvContentPartPr>
              <p14:xfrm>
                <a:off x="7597671" y="3776585"/>
                <a:ext cx="74880" cy="203760"/>
              </p14:xfrm>
            </p:contentPart>
          </mc:Choice>
          <mc:Fallback xmlns="">
            <p:pic>
              <p:nvPicPr>
                <p:cNvPr id="163" name="Ink 162">
                  <a:extLst>
                    <a:ext uri="{FF2B5EF4-FFF2-40B4-BE49-F238E27FC236}">
                      <a16:creationId xmlns:a16="http://schemas.microsoft.com/office/drawing/2014/main" id="{B93CFEA7-B8A6-B77B-919D-F61051E6BEFD}"/>
                    </a:ext>
                  </a:extLst>
                </p:cNvPr>
                <p:cNvPicPr/>
                <p:nvPr/>
              </p:nvPicPr>
              <p:blipFill>
                <a:blip r:embed="rId269"/>
                <a:stretch>
                  <a:fillRect/>
                </a:stretch>
              </p:blipFill>
              <p:spPr>
                <a:xfrm>
                  <a:off x="7589031" y="3767585"/>
                  <a:ext cx="9252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65" name="Ink 164">
                  <a:extLst>
                    <a:ext uri="{FF2B5EF4-FFF2-40B4-BE49-F238E27FC236}">
                      <a16:creationId xmlns:a16="http://schemas.microsoft.com/office/drawing/2014/main" id="{CA80D3D6-EA6E-2C72-4139-5A1D5F787222}"/>
                    </a:ext>
                  </a:extLst>
                </p14:cNvPr>
                <p14:cNvContentPartPr/>
                <p14:nvPr/>
              </p14:nvContentPartPr>
              <p14:xfrm>
                <a:off x="7795311" y="3767225"/>
                <a:ext cx="107640" cy="189000"/>
              </p14:xfrm>
            </p:contentPart>
          </mc:Choice>
          <mc:Fallback xmlns="">
            <p:pic>
              <p:nvPicPr>
                <p:cNvPr id="165" name="Ink 164">
                  <a:extLst>
                    <a:ext uri="{FF2B5EF4-FFF2-40B4-BE49-F238E27FC236}">
                      <a16:creationId xmlns:a16="http://schemas.microsoft.com/office/drawing/2014/main" id="{CA80D3D6-EA6E-2C72-4139-5A1D5F787222}"/>
                    </a:ext>
                  </a:extLst>
                </p:cNvPr>
                <p:cNvPicPr/>
                <p:nvPr/>
              </p:nvPicPr>
              <p:blipFill>
                <a:blip r:embed="rId271"/>
                <a:stretch>
                  <a:fillRect/>
                </a:stretch>
              </p:blipFill>
              <p:spPr>
                <a:xfrm>
                  <a:off x="7786671" y="3758585"/>
                  <a:ext cx="12528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6" name="Ink 165">
                  <a:extLst>
                    <a:ext uri="{FF2B5EF4-FFF2-40B4-BE49-F238E27FC236}">
                      <a16:creationId xmlns:a16="http://schemas.microsoft.com/office/drawing/2014/main" id="{9EF9B5E4-6943-DDE2-3269-E7A207165975}"/>
                    </a:ext>
                  </a:extLst>
                </p14:cNvPr>
                <p14:cNvContentPartPr/>
                <p14:nvPr/>
              </p14:nvContentPartPr>
              <p14:xfrm>
                <a:off x="7941831" y="3787385"/>
                <a:ext cx="232920" cy="153360"/>
              </p14:xfrm>
            </p:contentPart>
          </mc:Choice>
          <mc:Fallback xmlns="">
            <p:pic>
              <p:nvPicPr>
                <p:cNvPr id="166" name="Ink 165">
                  <a:extLst>
                    <a:ext uri="{FF2B5EF4-FFF2-40B4-BE49-F238E27FC236}">
                      <a16:creationId xmlns:a16="http://schemas.microsoft.com/office/drawing/2014/main" id="{9EF9B5E4-6943-DDE2-3269-E7A207165975}"/>
                    </a:ext>
                  </a:extLst>
                </p:cNvPr>
                <p:cNvPicPr/>
                <p:nvPr/>
              </p:nvPicPr>
              <p:blipFill>
                <a:blip r:embed="rId273"/>
                <a:stretch>
                  <a:fillRect/>
                </a:stretch>
              </p:blipFill>
              <p:spPr>
                <a:xfrm>
                  <a:off x="7933191" y="3778385"/>
                  <a:ext cx="25056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8" name="Ink 167">
                  <a:extLst>
                    <a:ext uri="{FF2B5EF4-FFF2-40B4-BE49-F238E27FC236}">
                      <a16:creationId xmlns:a16="http://schemas.microsoft.com/office/drawing/2014/main" id="{33D9A4B2-6B6B-4978-1797-ACED5D03E78A}"/>
                    </a:ext>
                  </a:extLst>
                </p14:cNvPr>
                <p14:cNvContentPartPr/>
                <p14:nvPr/>
              </p14:nvContentPartPr>
              <p14:xfrm>
                <a:off x="8225511" y="3832025"/>
                <a:ext cx="120240" cy="115200"/>
              </p14:xfrm>
            </p:contentPart>
          </mc:Choice>
          <mc:Fallback xmlns="">
            <p:pic>
              <p:nvPicPr>
                <p:cNvPr id="168" name="Ink 167">
                  <a:extLst>
                    <a:ext uri="{FF2B5EF4-FFF2-40B4-BE49-F238E27FC236}">
                      <a16:creationId xmlns:a16="http://schemas.microsoft.com/office/drawing/2014/main" id="{33D9A4B2-6B6B-4978-1797-ACED5D03E78A}"/>
                    </a:ext>
                  </a:extLst>
                </p:cNvPr>
                <p:cNvPicPr/>
                <p:nvPr/>
              </p:nvPicPr>
              <p:blipFill>
                <a:blip r:embed="rId275"/>
                <a:stretch>
                  <a:fillRect/>
                </a:stretch>
              </p:blipFill>
              <p:spPr>
                <a:xfrm>
                  <a:off x="8216871" y="3823025"/>
                  <a:ext cx="1378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69" name="Ink 168">
                  <a:extLst>
                    <a:ext uri="{FF2B5EF4-FFF2-40B4-BE49-F238E27FC236}">
                      <a16:creationId xmlns:a16="http://schemas.microsoft.com/office/drawing/2014/main" id="{77A03317-1752-C7D9-49A4-F5705C5AF1CD}"/>
                    </a:ext>
                  </a:extLst>
                </p14:cNvPr>
                <p14:cNvContentPartPr/>
                <p14:nvPr/>
              </p14:nvContentPartPr>
              <p14:xfrm>
                <a:off x="8361231" y="3849665"/>
                <a:ext cx="58680" cy="75600"/>
              </p14:xfrm>
            </p:contentPart>
          </mc:Choice>
          <mc:Fallback xmlns="">
            <p:pic>
              <p:nvPicPr>
                <p:cNvPr id="169" name="Ink 168">
                  <a:extLst>
                    <a:ext uri="{FF2B5EF4-FFF2-40B4-BE49-F238E27FC236}">
                      <a16:creationId xmlns:a16="http://schemas.microsoft.com/office/drawing/2014/main" id="{77A03317-1752-C7D9-49A4-F5705C5AF1CD}"/>
                    </a:ext>
                  </a:extLst>
                </p:cNvPr>
                <p:cNvPicPr/>
                <p:nvPr/>
              </p:nvPicPr>
              <p:blipFill>
                <a:blip r:embed="rId277"/>
                <a:stretch>
                  <a:fillRect/>
                </a:stretch>
              </p:blipFill>
              <p:spPr>
                <a:xfrm>
                  <a:off x="8352591" y="3840665"/>
                  <a:ext cx="7632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70" name="Ink 169">
                  <a:extLst>
                    <a:ext uri="{FF2B5EF4-FFF2-40B4-BE49-F238E27FC236}">
                      <a16:creationId xmlns:a16="http://schemas.microsoft.com/office/drawing/2014/main" id="{43AD4D3E-D8C4-27A5-DC7F-9D7FDE7FA77C}"/>
                    </a:ext>
                  </a:extLst>
                </p14:cNvPr>
                <p14:cNvContentPartPr/>
                <p14:nvPr/>
              </p14:nvContentPartPr>
              <p14:xfrm>
                <a:off x="8452311" y="3826625"/>
                <a:ext cx="102240" cy="104760"/>
              </p14:xfrm>
            </p:contentPart>
          </mc:Choice>
          <mc:Fallback xmlns="">
            <p:pic>
              <p:nvPicPr>
                <p:cNvPr id="170" name="Ink 169">
                  <a:extLst>
                    <a:ext uri="{FF2B5EF4-FFF2-40B4-BE49-F238E27FC236}">
                      <a16:creationId xmlns:a16="http://schemas.microsoft.com/office/drawing/2014/main" id="{43AD4D3E-D8C4-27A5-DC7F-9D7FDE7FA77C}"/>
                    </a:ext>
                  </a:extLst>
                </p:cNvPr>
                <p:cNvPicPr/>
                <p:nvPr/>
              </p:nvPicPr>
              <p:blipFill>
                <a:blip r:embed="rId279"/>
                <a:stretch>
                  <a:fillRect/>
                </a:stretch>
              </p:blipFill>
              <p:spPr>
                <a:xfrm>
                  <a:off x="8443671" y="3817985"/>
                  <a:ext cx="11988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71" name="Ink 170">
                  <a:extLst>
                    <a:ext uri="{FF2B5EF4-FFF2-40B4-BE49-F238E27FC236}">
                      <a16:creationId xmlns:a16="http://schemas.microsoft.com/office/drawing/2014/main" id="{895C566D-D5ED-95D3-B9CC-BA9C908AC229}"/>
                    </a:ext>
                  </a:extLst>
                </p14:cNvPr>
                <p14:cNvContentPartPr/>
                <p14:nvPr/>
              </p14:nvContentPartPr>
              <p14:xfrm>
                <a:off x="8607831" y="3801425"/>
                <a:ext cx="16200" cy="128520"/>
              </p14:xfrm>
            </p:contentPart>
          </mc:Choice>
          <mc:Fallback xmlns="">
            <p:pic>
              <p:nvPicPr>
                <p:cNvPr id="171" name="Ink 170">
                  <a:extLst>
                    <a:ext uri="{FF2B5EF4-FFF2-40B4-BE49-F238E27FC236}">
                      <a16:creationId xmlns:a16="http://schemas.microsoft.com/office/drawing/2014/main" id="{895C566D-D5ED-95D3-B9CC-BA9C908AC229}"/>
                    </a:ext>
                  </a:extLst>
                </p:cNvPr>
                <p:cNvPicPr/>
                <p:nvPr/>
              </p:nvPicPr>
              <p:blipFill>
                <a:blip r:embed="rId281"/>
                <a:stretch>
                  <a:fillRect/>
                </a:stretch>
              </p:blipFill>
              <p:spPr>
                <a:xfrm>
                  <a:off x="8599191" y="3792425"/>
                  <a:ext cx="3384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72" name="Ink 171">
                  <a:extLst>
                    <a:ext uri="{FF2B5EF4-FFF2-40B4-BE49-F238E27FC236}">
                      <a16:creationId xmlns:a16="http://schemas.microsoft.com/office/drawing/2014/main" id="{E7472342-E620-5867-B838-68A2D119034D}"/>
                    </a:ext>
                  </a:extLst>
                </p14:cNvPr>
                <p14:cNvContentPartPr/>
                <p14:nvPr/>
              </p14:nvContentPartPr>
              <p14:xfrm>
                <a:off x="8600631" y="3834545"/>
                <a:ext cx="141480" cy="85320"/>
              </p14:xfrm>
            </p:contentPart>
          </mc:Choice>
          <mc:Fallback xmlns="">
            <p:pic>
              <p:nvPicPr>
                <p:cNvPr id="172" name="Ink 171">
                  <a:extLst>
                    <a:ext uri="{FF2B5EF4-FFF2-40B4-BE49-F238E27FC236}">
                      <a16:creationId xmlns:a16="http://schemas.microsoft.com/office/drawing/2014/main" id="{E7472342-E620-5867-B838-68A2D119034D}"/>
                    </a:ext>
                  </a:extLst>
                </p:cNvPr>
                <p:cNvPicPr/>
                <p:nvPr/>
              </p:nvPicPr>
              <p:blipFill>
                <a:blip r:embed="rId283"/>
                <a:stretch>
                  <a:fillRect/>
                </a:stretch>
              </p:blipFill>
              <p:spPr>
                <a:xfrm>
                  <a:off x="8591991" y="3825905"/>
                  <a:ext cx="15912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73" name="Ink 172">
                  <a:extLst>
                    <a:ext uri="{FF2B5EF4-FFF2-40B4-BE49-F238E27FC236}">
                      <a16:creationId xmlns:a16="http://schemas.microsoft.com/office/drawing/2014/main" id="{3CF704E7-86BE-26D7-E259-C3E686F34446}"/>
                    </a:ext>
                  </a:extLst>
                </p14:cNvPr>
                <p14:cNvContentPartPr/>
                <p14:nvPr/>
              </p14:nvContentPartPr>
              <p14:xfrm>
                <a:off x="8748231" y="3822665"/>
                <a:ext cx="81000" cy="86040"/>
              </p14:xfrm>
            </p:contentPart>
          </mc:Choice>
          <mc:Fallback xmlns="">
            <p:pic>
              <p:nvPicPr>
                <p:cNvPr id="173" name="Ink 172">
                  <a:extLst>
                    <a:ext uri="{FF2B5EF4-FFF2-40B4-BE49-F238E27FC236}">
                      <a16:creationId xmlns:a16="http://schemas.microsoft.com/office/drawing/2014/main" id="{3CF704E7-86BE-26D7-E259-C3E686F34446}"/>
                    </a:ext>
                  </a:extLst>
                </p:cNvPr>
                <p:cNvPicPr/>
                <p:nvPr/>
              </p:nvPicPr>
              <p:blipFill>
                <a:blip r:embed="rId285"/>
                <a:stretch>
                  <a:fillRect/>
                </a:stretch>
              </p:blipFill>
              <p:spPr>
                <a:xfrm>
                  <a:off x="8739231" y="3814025"/>
                  <a:ext cx="986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74" name="Ink 173">
                  <a:extLst>
                    <a:ext uri="{FF2B5EF4-FFF2-40B4-BE49-F238E27FC236}">
                      <a16:creationId xmlns:a16="http://schemas.microsoft.com/office/drawing/2014/main" id="{131AEFC7-DF64-B43D-966D-580EB06AF6AC}"/>
                    </a:ext>
                  </a:extLst>
                </p14:cNvPr>
                <p14:cNvContentPartPr/>
                <p14:nvPr/>
              </p14:nvContentPartPr>
              <p14:xfrm>
                <a:off x="7977831" y="4028225"/>
                <a:ext cx="20160" cy="131400"/>
              </p14:xfrm>
            </p:contentPart>
          </mc:Choice>
          <mc:Fallback xmlns="">
            <p:pic>
              <p:nvPicPr>
                <p:cNvPr id="174" name="Ink 173">
                  <a:extLst>
                    <a:ext uri="{FF2B5EF4-FFF2-40B4-BE49-F238E27FC236}">
                      <a16:creationId xmlns:a16="http://schemas.microsoft.com/office/drawing/2014/main" id="{131AEFC7-DF64-B43D-966D-580EB06AF6AC}"/>
                    </a:ext>
                  </a:extLst>
                </p:cNvPr>
                <p:cNvPicPr/>
                <p:nvPr/>
              </p:nvPicPr>
              <p:blipFill>
                <a:blip r:embed="rId287"/>
                <a:stretch>
                  <a:fillRect/>
                </a:stretch>
              </p:blipFill>
              <p:spPr>
                <a:xfrm>
                  <a:off x="7968831" y="4019225"/>
                  <a:ext cx="378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75" name="Ink 174">
                  <a:extLst>
                    <a:ext uri="{FF2B5EF4-FFF2-40B4-BE49-F238E27FC236}">
                      <a16:creationId xmlns:a16="http://schemas.microsoft.com/office/drawing/2014/main" id="{BD921281-7154-02B9-28A1-717F326DA686}"/>
                    </a:ext>
                  </a:extLst>
                </p14:cNvPr>
                <p14:cNvContentPartPr/>
                <p14:nvPr/>
              </p14:nvContentPartPr>
              <p14:xfrm>
                <a:off x="7928151" y="4065665"/>
                <a:ext cx="213480" cy="86400"/>
              </p14:xfrm>
            </p:contentPart>
          </mc:Choice>
          <mc:Fallback xmlns="">
            <p:pic>
              <p:nvPicPr>
                <p:cNvPr id="175" name="Ink 174">
                  <a:extLst>
                    <a:ext uri="{FF2B5EF4-FFF2-40B4-BE49-F238E27FC236}">
                      <a16:creationId xmlns:a16="http://schemas.microsoft.com/office/drawing/2014/main" id="{BD921281-7154-02B9-28A1-717F326DA686}"/>
                    </a:ext>
                  </a:extLst>
                </p:cNvPr>
                <p:cNvPicPr/>
                <p:nvPr/>
              </p:nvPicPr>
              <p:blipFill>
                <a:blip r:embed="rId289"/>
                <a:stretch>
                  <a:fillRect/>
                </a:stretch>
              </p:blipFill>
              <p:spPr>
                <a:xfrm>
                  <a:off x="7919511" y="4057025"/>
                  <a:ext cx="23112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6" name="Ink 175">
                  <a:extLst>
                    <a:ext uri="{FF2B5EF4-FFF2-40B4-BE49-F238E27FC236}">
                      <a16:creationId xmlns:a16="http://schemas.microsoft.com/office/drawing/2014/main" id="{27D19C67-D2D6-76C5-2AEF-64AD4A093FFE}"/>
                    </a:ext>
                  </a:extLst>
                </p14:cNvPr>
                <p14:cNvContentPartPr/>
                <p14:nvPr/>
              </p14:nvContentPartPr>
              <p14:xfrm>
                <a:off x="8257191" y="4014545"/>
                <a:ext cx="94320" cy="144720"/>
              </p14:xfrm>
            </p:contentPart>
          </mc:Choice>
          <mc:Fallback xmlns="">
            <p:pic>
              <p:nvPicPr>
                <p:cNvPr id="176" name="Ink 175">
                  <a:extLst>
                    <a:ext uri="{FF2B5EF4-FFF2-40B4-BE49-F238E27FC236}">
                      <a16:creationId xmlns:a16="http://schemas.microsoft.com/office/drawing/2014/main" id="{27D19C67-D2D6-76C5-2AEF-64AD4A093FFE}"/>
                    </a:ext>
                  </a:extLst>
                </p:cNvPr>
                <p:cNvPicPr/>
                <p:nvPr/>
              </p:nvPicPr>
              <p:blipFill>
                <a:blip r:embed="rId291"/>
                <a:stretch>
                  <a:fillRect/>
                </a:stretch>
              </p:blipFill>
              <p:spPr>
                <a:xfrm>
                  <a:off x="8248551" y="4005905"/>
                  <a:ext cx="11196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77" name="Ink 176">
                  <a:extLst>
                    <a:ext uri="{FF2B5EF4-FFF2-40B4-BE49-F238E27FC236}">
                      <a16:creationId xmlns:a16="http://schemas.microsoft.com/office/drawing/2014/main" id="{C914A2B5-89D1-2205-3C02-E2CADE8E79CD}"/>
                    </a:ext>
                  </a:extLst>
                </p14:cNvPr>
                <p14:cNvContentPartPr/>
                <p14:nvPr/>
              </p14:nvContentPartPr>
              <p14:xfrm>
                <a:off x="8417031" y="4011665"/>
                <a:ext cx="300960" cy="154080"/>
              </p14:xfrm>
            </p:contentPart>
          </mc:Choice>
          <mc:Fallback xmlns="">
            <p:pic>
              <p:nvPicPr>
                <p:cNvPr id="177" name="Ink 176">
                  <a:extLst>
                    <a:ext uri="{FF2B5EF4-FFF2-40B4-BE49-F238E27FC236}">
                      <a16:creationId xmlns:a16="http://schemas.microsoft.com/office/drawing/2014/main" id="{C914A2B5-89D1-2205-3C02-E2CADE8E79CD}"/>
                    </a:ext>
                  </a:extLst>
                </p:cNvPr>
                <p:cNvPicPr/>
                <p:nvPr/>
              </p:nvPicPr>
              <p:blipFill>
                <a:blip r:embed="rId293"/>
                <a:stretch>
                  <a:fillRect/>
                </a:stretch>
              </p:blipFill>
              <p:spPr>
                <a:xfrm>
                  <a:off x="8408391" y="4002665"/>
                  <a:ext cx="31860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178" name="Ink 177">
                  <a:extLst>
                    <a:ext uri="{FF2B5EF4-FFF2-40B4-BE49-F238E27FC236}">
                      <a16:creationId xmlns:a16="http://schemas.microsoft.com/office/drawing/2014/main" id="{EB6230F0-D30D-19DD-EB05-E7174D01282C}"/>
                    </a:ext>
                  </a:extLst>
                </p14:cNvPr>
                <p14:cNvContentPartPr/>
                <p14:nvPr/>
              </p14:nvContentPartPr>
              <p14:xfrm>
                <a:off x="8234511" y="4244225"/>
                <a:ext cx="106560" cy="136800"/>
              </p14:xfrm>
            </p:contentPart>
          </mc:Choice>
          <mc:Fallback xmlns="">
            <p:pic>
              <p:nvPicPr>
                <p:cNvPr id="178" name="Ink 177">
                  <a:extLst>
                    <a:ext uri="{FF2B5EF4-FFF2-40B4-BE49-F238E27FC236}">
                      <a16:creationId xmlns:a16="http://schemas.microsoft.com/office/drawing/2014/main" id="{EB6230F0-D30D-19DD-EB05-E7174D01282C}"/>
                    </a:ext>
                  </a:extLst>
                </p:cNvPr>
                <p:cNvPicPr/>
                <p:nvPr/>
              </p:nvPicPr>
              <p:blipFill>
                <a:blip r:embed="rId295"/>
                <a:stretch>
                  <a:fillRect/>
                </a:stretch>
              </p:blipFill>
              <p:spPr>
                <a:xfrm>
                  <a:off x="8225871" y="4235585"/>
                  <a:ext cx="12420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79" name="Ink 178">
                  <a:extLst>
                    <a:ext uri="{FF2B5EF4-FFF2-40B4-BE49-F238E27FC236}">
                      <a16:creationId xmlns:a16="http://schemas.microsoft.com/office/drawing/2014/main" id="{F7703414-2DB3-C689-3E3F-E2F6AD58E180}"/>
                    </a:ext>
                  </a:extLst>
                </p14:cNvPr>
                <p14:cNvContentPartPr/>
                <p14:nvPr/>
              </p14:nvContentPartPr>
              <p14:xfrm>
                <a:off x="8372391" y="4232705"/>
                <a:ext cx="117000" cy="102960"/>
              </p14:xfrm>
            </p:contentPart>
          </mc:Choice>
          <mc:Fallback xmlns="">
            <p:pic>
              <p:nvPicPr>
                <p:cNvPr id="179" name="Ink 178">
                  <a:extLst>
                    <a:ext uri="{FF2B5EF4-FFF2-40B4-BE49-F238E27FC236}">
                      <a16:creationId xmlns:a16="http://schemas.microsoft.com/office/drawing/2014/main" id="{F7703414-2DB3-C689-3E3F-E2F6AD58E180}"/>
                    </a:ext>
                  </a:extLst>
                </p:cNvPr>
                <p:cNvPicPr/>
                <p:nvPr/>
              </p:nvPicPr>
              <p:blipFill>
                <a:blip r:embed="rId297"/>
                <a:stretch>
                  <a:fillRect/>
                </a:stretch>
              </p:blipFill>
              <p:spPr>
                <a:xfrm>
                  <a:off x="8363751" y="4224065"/>
                  <a:ext cx="13464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181" name="Ink 180">
                  <a:extLst>
                    <a:ext uri="{FF2B5EF4-FFF2-40B4-BE49-F238E27FC236}">
                      <a16:creationId xmlns:a16="http://schemas.microsoft.com/office/drawing/2014/main" id="{2207266A-65B8-0DE2-D2B3-FBD405FBB5D7}"/>
                    </a:ext>
                  </a:extLst>
                </p14:cNvPr>
                <p14:cNvContentPartPr/>
                <p14:nvPr/>
              </p14:nvContentPartPr>
              <p14:xfrm>
                <a:off x="8637711" y="4275185"/>
                <a:ext cx="97560" cy="85680"/>
              </p14:xfrm>
            </p:contentPart>
          </mc:Choice>
          <mc:Fallback xmlns="">
            <p:pic>
              <p:nvPicPr>
                <p:cNvPr id="181" name="Ink 180">
                  <a:extLst>
                    <a:ext uri="{FF2B5EF4-FFF2-40B4-BE49-F238E27FC236}">
                      <a16:creationId xmlns:a16="http://schemas.microsoft.com/office/drawing/2014/main" id="{2207266A-65B8-0DE2-D2B3-FBD405FBB5D7}"/>
                    </a:ext>
                  </a:extLst>
                </p:cNvPr>
                <p:cNvPicPr/>
                <p:nvPr/>
              </p:nvPicPr>
              <p:blipFill>
                <a:blip r:embed="rId299"/>
                <a:stretch>
                  <a:fillRect/>
                </a:stretch>
              </p:blipFill>
              <p:spPr>
                <a:xfrm>
                  <a:off x="8629071" y="4266545"/>
                  <a:ext cx="11520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82" name="Ink 181">
                  <a:extLst>
                    <a:ext uri="{FF2B5EF4-FFF2-40B4-BE49-F238E27FC236}">
                      <a16:creationId xmlns:a16="http://schemas.microsoft.com/office/drawing/2014/main" id="{36B93C7E-B7A3-18B7-A459-B95134B62B01}"/>
                    </a:ext>
                  </a:extLst>
                </p14:cNvPr>
                <p14:cNvContentPartPr/>
                <p14:nvPr/>
              </p14:nvContentPartPr>
              <p14:xfrm>
                <a:off x="8623671" y="4297865"/>
                <a:ext cx="16920" cy="158400"/>
              </p14:xfrm>
            </p:contentPart>
          </mc:Choice>
          <mc:Fallback xmlns="">
            <p:pic>
              <p:nvPicPr>
                <p:cNvPr id="182" name="Ink 181">
                  <a:extLst>
                    <a:ext uri="{FF2B5EF4-FFF2-40B4-BE49-F238E27FC236}">
                      <a16:creationId xmlns:a16="http://schemas.microsoft.com/office/drawing/2014/main" id="{36B93C7E-B7A3-18B7-A459-B95134B62B01}"/>
                    </a:ext>
                  </a:extLst>
                </p:cNvPr>
                <p:cNvPicPr/>
                <p:nvPr/>
              </p:nvPicPr>
              <p:blipFill>
                <a:blip r:embed="rId301"/>
                <a:stretch>
                  <a:fillRect/>
                </a:stretch>
              </p:blipFill>
              <p:spPr>
                <a:xfrm>
                  <a:off x="8614671" y="4289225"/>
                  <a:ext cx="345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83" name="Ink 182">
                  <a:extLst>
                    <a:ext uri="{FF2B5EF4-FFF2-40B4-BE49-F238E27FC236}">
                      <a16:creationId xmlns:a16="http://schemas.microsoft.com/office/drawing/2014/main" id="{9C63D37C-B02D-9619-3FB9-9CC792C3A598}"/>
                    </a:ext>
                  </a:extLst>
                </p14:cNvPr>
                <p14:cNvContentPartPr/>
                <p14:nvPr/>
              </p14:nvContentPartPr>
              <p14:xfrm>
                <a:off x="8775591" y="4255025"/>
                <a:ext cx="211680" cy="111600"/>
              </p14:xfrm>
            </p:contentPart>
          </mc:Choice>
          <mc:Fallback xmlns="">
            <p:pic>
              <p:nvPicPr>
                <p:cNvPr id="183" name="Ink 182">
                  <a:extLst>
                    <a:ext uri="{FF2B5EF4-FFF2-40B4-BE49-F238E27FC236}">
                      <a16:creationId xmlns:a16="http://schemas.microsoft.com/office/drawing/2014/main" id="{9C63D37C-B02D-9619-3FB9-9CC792C3A598}"/>
                    </a:ext>
                  </a:extLst>
                </p:cNvPr>
                <p:cNvPicPr/>
                <p:nvPr/>
              </p:nvPicPr>
              <p:blipFill>
                <a:blip r:embed="rId303"/>
                <a:stretch>
                  <a:fillRect/>
                </a:stretch>
              </p:blipFill>
              <p:spPr>
                <a:xfrm>
                  <a:off x="8766951" y="4246385"/>
                  <a:ext cx="2293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84" name="Ink 183">
                  <a:extLst>
                    <a:ext uri="{FF2B5EF4-FFF2-40B4-BE49-F238E27FC236}">
                      <a16:creationId xmlns:a16="http://schemas.microsoft.com/office/drawing/2014/main" id="{A1D0AD44-0A3B-8938-0F4D-981C7563E4E4}"/>
                    </a:ext>
                  </a:extLst>
                </p14:cNvPr>
                <p14:cNvContentPartPr/>
                <p14:nvPr/>
              </p14:nvContentPartPr>
              <p14:xfrm>
                <a:off x="8047671" y="4526105"/>
                <a:ext cx="81000" cy="100800"/>
              </p14:xfrm>
            </p:contentPart>
          </mc:Choice>
          <mc:Fallback xmlns="">
            <p:pic>
              <p:nvPicPr>
                <p:cNvPr id="184" name="Ink 183">
                  <a:extLst>
                    <a:ext uri="{FF2B5EF4-FFF2-40B4-BE49-F238E27FC236}">
                      <a16:creationId xmlns:a16="http://schemas.microsoft.com/office/drawing/2014/main" id="{A1D0AD44-0A3B-8938-0F4D-981C7563E4E4}"/>
                    </a:ext>
                  </a:extLst>
                </p:cNvPr>
                <p:cNvPicPr/>
                <p:nvPr/>
              </p:nvPicPr>
              <p:blipFill>
                <a:blip r:embed="rId305"/>
                <a:stretch>
                  <a:fillRect/>
                </a:stretch>
              </p:blipFill>
              <p:spPr>
                <a:xfrm>
                  <a:off x="8038671" y="4517465"/>
                  <a:ext cx="9864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185" name="Ink 184">
                  <a:extLst>
                    <a:ext uri="{FF2B5EF4-FFF2-40B4-BE49-F238E27FC236}">
                      <a16:creationId xmlns:a16="http://schemas.microsoft.com/office/drawing/2014/main" id="{33D2B1A1-7802-118D-9588-3E58D48804B1}"/>
                    </a:ext>
                  </a:extLst>
                </p14:cNvPr>
                <p14:cNvContentPartPr/>
                <p14:nvPr/>
              </p14:nvContentPartPr>
              <p14:xfrm>
                <a:off x="8064591" y="4455545"/>
                <a:ext cx="28800" cy="20880"/>
              </p14:xfrm>
            </p:contentPart>
          </mc:Choice>
          <mc:Fallback xmlns="">
            <p:pic>
              <p:nvPicPr>
                <p:cNvPr id="185" name="Ink 184">
                  <a:extLst>
                    <a:ext uri="{FF2B5EF4-FFF2-40B4-BE49-F238E27FC236}">
                      <a16:creationId xmlns:a16="http://schemas.microsoft.com/office/drawing/2014/main" id="{33D2B1A1-7802-118D-9588-3E58D48804B1}"/>
                    </a:ext>
                  </a:extLst>
                </p:cNvPr>
                <p:cNvPicPr/>
                <p:nvPr/>
              </p:nvPicPr>
              <p:blipFill>
                <a:blip r:embed="rId307"/>
                <a:stretch>
                  <a:fillRect/>
                </a:stretch>
              </p:blipFill>
              <p:spPr>
                <a:xfrm>
                  <a:off x="8055591" y="4446545"/>
                  <a:ext cx="4644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186" name="Ink 185">
                  <a:extLst>
                    <a:ext uri="{FF2B5EF4-FFF2-40B4-BE49-F238E27FC236}">
                      <a16:creationId xmlns:a16="http://schemas.microsoft.com/office/drawing/2014/main" id="{E8FECD5B-0BB1-D780-ED44-9A895A48AFCF}"/>
                    </a:ext>
                  </a:extLst>
                </p14:cNvPr>
                <p14:cNvContentPartPr/>
                <p14:nvPr/>
              </p14:nvContentPartPr>
              <p14:xfrm>
                <a:off x="8151711" y="4468505"/>
                <a:ext cx="132840" cy="149040"/>
              </p14:xfrm>
            </p:contentPart>
          </mc:Choice>
          <mc:Fallback xmlns="">
            <p:pic>
              <p:nvPicPr>
                <p:cNvPr id="186" name="Ink 185">
                  <a:extLst>
                    <a:ext uri="{FF2B5EF4-FFF2-40B4-BE49-F238E27FC236}">
                      <a16:creationId xmlns:a16="http://schemas.microsoft.com/office/drawing/2014/main" id="{E8FECD5B-0BB1-D780-ED44-9A895A48AFCF}"/>
                    </a:ext>
                  </a:extLst>
                </p:cNvPr>
                <p:cNvPicPr/>
                <p:nvPr/>
              </p:nvPicPr>
              <p:blipFill>
                <a:blip r:embed="rId309"/>
                <a:stretch>
                  <a:fillRect/>
                </a:stretch>
              </p:blipFill>
              <p:spPr>
                <a:xfrm>
                  <a:off x="8143071" y="4459865"/>
                  <a:ext cx="15048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187" name="Ink 186">
                  <a:extLst>
                    <a:ext uri="{FF2B5EF4-FFF2-40B4-BE49-F238E27FC236}">
                      <a16:creationId xmlns:a16="http://schemas.microsoft.com/office/drawing/2014/main" id="{F8458AF0-DECD-B322-E2EF-0EACF7C2726D}"/>
                    </a:ext>
                  </a:extLst>
                </p14:cNvPr>
                <p14:cNvContentPartPr/>
                <p14:nvPr/>
              </p14:nvContentPartPr>
              <p14:xfrm>
                <a:off x="8374191" y="4599185"/>
                <a:ext cx="2520" cy="8280"/>
              </p14:xfrm>
            </p:contentPart>
          </mc:Choice>
          <mc:Fallback xmlns="">
            <p:pic>
              <p:nvPicPr>
                <p:cNvPr id="187" name="Ink 186">
                  <a:extLst>
                    <a:ext uri="{FF2B5EF4-FFF2-40B4-BE49-F238E27FC236}">
                      <a16:creationId xmlns:a16="http://schemas.microsoft.com/office/drawing/2014/main" id="{F8458AF0-DECD-B322-E2EF-0EACF7C2726D}"/>
                    </a:ext>
                  </a:extLst>
                </p:cNvPr>
                <p:cNvPicPr/>
                <p:nvPr/>
              </p:nvPicPr>
              <p:blipFill>
                <a:blip r:embed="rId311"/>
                <a:stretch>
                  <a:fillRect/>
                </a:stretch>
              </p:blipFill>
              <p:spPr>
                <a:xfrm>
                  <a:off x="8365191" y="4590545"/>
                  <a:ext cx="20160" cy="25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2">
            <p14:nvContentPartPr>
              <p14:cNvPr id="190" name="Ink 189">
                <a:extLst>
                  <a:ext uri="{FF2B5EF4-FFF2-40B4-BE49-F238E27FC236}">
                    <a16:creationId xmlns:a16="http://schemas.microsoft.com/office/drawing/2014/main" id="{7B9576D8-438D-31CA-E3D8-D7B038BCCADF}"/>
                  </a:ext>
                </a:extLst>
              </p14:cNvPr>
              <p14:cNvContentPartPr/>
              <p14:nvPr/>
            </p14:nvContentPartPr>
            <p14:xfrm>
              <a:off x="4417431" y="4551665"/>
              <a:ext cx="33480" cy="17640"/>
            </p14:xfrm>
          </p:contentPart>
        </mc:Choice>
        <mc:Fallback xmlns="">
          <p:pic>
            <p:nvPicPr>
              <p:cNvPr id="190" name="Ink 189">
                <a:extLst>
                  <a:ext uri="{FF2B5EF4-FFF2-40B4-BE49-F238E27FC236}">
                    <a16:creationId xmlns:a16="http://schemas.microsoft.com/office/drawing/2014/main" id="{7B9576D8-438D-31CA-E3D8-D7B038BCCADF}"/>
                  </a:ext>
                </a:extLst>
              </p:cNvPr>
              <p:cNvPicPr/>
              <p:nvPr/>
            </p:nvPicPr>
            <p:blipFill>
              <a:blip r:embed="rId313"/>
              <a:stretch>
                <a:fillRect/>
              </a:stretch>
            </p:blipFill>
            <p:spPr>
              <a:xfrm>
                <a:off x="4408791" y="4542665"/>
                <a:ext cx="51120" cy="35280"/>
              </a:xfrm>
              <a:prstGeom prst="rect">
                <a:avLst/>
              </a:prstGeom>
            </p:spPr>
          </p:pic>
        </mc:Fallback>
      </mc:AlternateContent>
    </p:spTree>
    <p:extLst>
      <p:ext uri="{BB962C8B-B14F-4D97-AF65-F5344CB8AC3E}">
        <p14:creationId xmlns:p14="http://schemas.microsoft.com/office/powerpoint/2010/main" val="9840375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476DF-E7FF-ED7D-D1EA-935E965EF979}"/>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C081BA4E-EF4C-7ABA-F33F-54C32CF19D23}"/>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Method in action - </a:t>
            </a:r>
            <a:r>
              <a:rPr lang="en-US" sz="2000" dirty="0" err="1">
                <a:latin typeface="Cooper Black" panose="0208090404030B020404" pitchFamily="18" charset="0"/>
                <a:cs typeface="Times New Roman" panose="02020603050405020304" pitchFamily="18" charset="0"/>
              </a:rPr>
              <a:t>contd</a:t>
            </a:r>
            <a:endParaRPr lang="en-IN" sz="2000"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4F661E3-16D9-E00D-1901-9744DA95AAD2}"/>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BB24A4B0-627D-F704-328B-B72D862BBEE4}"/>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C0370377-5472-285C-FA04-02B3CD928D9E}"/>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pic>
        <p:nvPicPr>
          <p:cNvPr id="25" name="Picture 24">
            <a:extLst>
              <a:ext uri="{FF2B5EF4-FFF2-40B4-BE49-F238E27FC236}">
                <a16:creationId xmlns:a16="http://schemas.microsoft.com/office/drawing/2014/main" id="{C7E91E06-857B-3898-E645-96D087128394}"/>
              </a:ext>
            </a:extLst>
          </p:cNvPr>
          <p:cNvPicPr>
            <a:picLocks noChangeAspect="1"/>
          </p:cNvPicPr>
          <p:nvPr/>
        </p:nvPicPr>
        <p:blipFill>
          <a:blip r:embed="rId3"/>
          <a:stretch>
            <a:fillRect/>
          </a:stretch>
        </p:blipFill>
        <p:spPr>
          <a:xfrm>
            <a:off x="692868" y="819150"/>
            <a:ext cx="7467984" cy="3943553"/>
          </a:xfrm>
          <a:prstGeom prst="rect">
            <a:avLst/>
          </a:prstGeom>
        </p:spPr>
      </p:pic>
    </p:spTree>
    <p:extLst>
      <p:ext uri="{BB962C8B-B14F-4D97-AF65-F5344CB8AC3E}">
        <p14:creationId xmlns:p14="http://schemas.microsoft.com/office/powerpoint/2010/main" val="42492507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42E5A-3601-1BB5-4E62-54C655004773}"/>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6148C1A6-48A3-4D5B-6280-539A8EC20A46}"/>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Exercise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77F107A-8367-DDB7-CA79-0F01C8C4307A}"/>
              </a:ext>
            </a:extLst>
          </p:cNvPr>
          <p:cNvSpPr txBox="1"/>
          <p:nvPr/>
        </p:nvSpPr>
        <p:spPr>
          <a:xfrm>
            <a:off x="134426" y="490759"/>
            <a:ext cx="8615133" cy="715564"/>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Harsh, Nikita, Aayush, Deepak, Rahul</a:t>
            </a:r>
          </a:p>
          <a:p>
            <a:r>
              <a:rPr lang="en-IN" sz="1350" dirty="0">
                <a:latin typeface="Amasis MT Pro" panose="02040504050005020304" pitchFamily="18" charset="0"/>
              </a:rPr>
              <a:t>Explore all the apps, Download a standard app from SDK and run it in your local VS code. (separate app)</a:t>
            </a:r>
          </a:p>
          <a:p>
            <a:r>
              <a:rPr lang="en-IN" sz="1350" dirty="0">
                <a:latin typeface="Amasis MT Pro" panose="02040504050005020304" pitchFamily="18" charset="0"/>
              </a:rPr>
              <a:t>Explore flexible column layout</a:t>
            </a:r>
          </a:p>
        </p:txBody>
      </p:sp>
      <p:sp>
        <p:nvSpPr>
          <p:cNvPr id="4" name="TextBox 3">
            <a:extLst>
              <a:ext uri="{FF2B5EF4-FFF2-40B4-BE49-F238E27FC236}">
                <a16:creationId xmlns:a16="http://schemas.microsoft.com/office/drawing/2014/main" id="{24E5EC53-5B7D-0F35-E1CB-78A0D2FD6C4F}"/>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295E299D-08CD-DDE7-3BCE-910687D6D3FF}"/>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7B471F99-3CE7-1329-5F3F-CA3FB1E71C6F}"/>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E5A146C0-7592-F4D7-9E99-4492F84706C3}"/>
                  </a:ext>
                </a:extLst>
              </p14:cNvPr>
              <p14:cNvContentPartPr/>
              <p14:nvPr/>
            </p14:nvContentPartPr>
            <p14:xfrm>
              <a:off x="5642151" y="2300945"/>
              <a:ext cx="2248920" cy="1123560"/>
            </p14:xfrm>
          </p:contentPart>
        </mc:Choice>
        <mc:Fallback xmlns="">
          <p:pic>
            <p:nvPicPr>
              <p:cNvPr id="8" name="Ink 7">
                <a:extLst>
                  <a:ext uri="{FF2B5EF4-FFF2-40B4-BE49-F238E27FC236}">
                    <a16:creationId xmlns:a16="http://schemas.microsoft.com/office/drawing/2014/main" id="{E5A146C0-7592-F4D7-9E99-4492F84706C3}"/>
                  </a:ext>
                </a:extLst>
              </p:cNvPr>
              <p:cNvPicPr/>
              <p:nvPr/>
            </p:nvPicPr>
            <p:blipFill>
              <a:blip r:embed="rId4"/>
              <a:stretch>
                <a:fillRect/>
              </a:stretch>
            </p:blipFill>
            <p:spPr>
              <a:xfrm>
                <a:off x="5633511" y="2292305"/>
                <a:ext cx="2266560" cy="11412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7433C7E7-6D24-AE10-2DE9-ECB5DD41036D}"/>
                  </a:ext>
                </a:extLst>
              </p14:cNvPr>
              <p14:cNvContentPartPr/>
              <p14:nvPr/>
            </p14:nvContentPartPr>
            <p14:xfrm>
              <a:off x="2000031" y="1798385"/>
              <a:ext cx="1992240" cy="651600"/>
            </p14:xfrm>
          </p:contentPart>
        </mc:Choice>
        <mc:Fallback xmlns="">
          <p:pic>
            <p:nvPicPr>
              <p:cNvPr id="17" name="Ink 16">
                <a:extLst>
                  <a:ext uri="{FF2B5EF4-FFF2-40B4-BE49-F238E27FC236}">
                    <a16:creationId xmlns:a16="http://schemas.microsoft.com/office/drawing/2014/main" id="{7433C7E7-6D24-AE10-2DE9-ECB5DD41036D}"/>
                  </a:ext>
                </a:extLst>
              </p:cNvPr>
              <p:cNvPicPr/>
              <p:nvPr/>
            </p:nvPicPr>
            <p:blipFill>
              <a:blip r:embed="rId6"/>
              <a:stretch>
                <a:fillRect/>
              </a:stretch>
            </p:blipFill>
            <p:spPr>
              <a:xfrm>
                <a:off x="1991031" y="1789745"/>
                <a:ext cx="2009880" cy="669240"/>
              </a:xfrm>
              <a:prstGeom prst="rect">
                <a:avLst/>
              </a:prstGeom>
            </p:spPr>
          </p:pic>
        </mc:Fallback>
      </mc:AlternateContent>
      <p:grpSp>
        <p:nvGrpSpPr>
          <p:cNvPr id="23" name="Group 22">
            <a:extLst>
              <a:ext uri="{FF2B5EF4-FFF2-40B4-BE49-F238E27FC236}">
                <a16:creationId xmlns:a16="http://schemas.microsoft.com/office/drawing/2014/main" id="{DAB24B13-EDCC-5ADF-49F1-1CA4638FBF9B}"/>
              </a:ext>
            </a:extLst>
          </p:cNvPr>
          <p:cNvGrpSpPr/>
          <p:nvPr/>
        </p:nvGrpSpPr>
        <p:grpSpPr>
          <a:xfrm>
            <a:off x="2238351" y="1961465"/>
            <a:ext cx="1042920" cy="306360"/>
            <a:chOff x="2238351" y="1961465"/>
            <a:chExt cx="1042920" cy="306360"/>
          </a:xfrm>
        </p:grpSpPr>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A9EBACD9-498A-44E7-A60C-82244BC0E94F}"/>
                    </a:ext>
                  </a:extLst>
                </p14:cNvPr>
                <p14:cNvContentPartPr/>
                <p14:nvPr/>
              </p14:nvContentPartPr>
              <p14:xfrm>
                <a:off x="2238351" y="1970105"/>
                <a:ext cx="219600" cy="276840"/>
              </p14:xfrm>
            </p:contentPart>
          </mc:Choice>
          <mc:Fallback xmlns="">
            <p:pic>
              <p:nvPicPr>
                <p:cNvPr id="18" name="Ink 17">
                  <a:extLst>
                    <a:ext uri="{FF2B5EF4-FFF2-40B4-BE49-F238E27FC236}">
                      <a16:creationId xmlns:a16="http://schemas.microsoft.com/office/drawing/2014/main" id="{A9EBACD9-498A-44E7-A60C-82244BC0E94F}"/>
                    </a:ext>
                  </a:extLst>
                </p:cNvPr>
                <p:cNvPicPr/>
                <p:nvPr/>
              </p:nvPicPr>
              <p:blipFill>
                <a:blip r:embed="rId8"/>
                <a:stretch>
                  <a:fillRect/>
                </a:stretch>
              </p:blipFill>
              <p:spPr>
                <a:xfrm>
                  <a:off x="2229711" y="1961465"/>
                  <a:ext cx="23724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9563EFCC-85F2-61D4-A83B-6ED6DD7C971B}"/>
                    </a:ext>
                  </a:extLst>
                </p14:cNvPr>
                <p14:cNvContentPartPr/>
                <p14:nvPr/>
              </p14:nvContentPartPr>
              <p14:xfrm>
                <a:off x="2541111" y="2081345"/>
                <a:ext cx="7560" cy="135000"/>
              </p14:xfrm>
            </p:contentPart>
          </mc:Choice>
          <mc:Fallback xmlns="">
            <p:pic>
              <p:nvPicPr>
                <p:cNvPr id="19" name="Ink 18">
                  <a:extLst>
                    <a:ext uri="{FF2B5EF4-FFF2-40B4-BE49-F238E27FC236}">
                      <a16:creationId xmlns:a16="http://schemas.microsoft.com/office/drawing/2014/main" id="{9563EFCC-85F2-61D4-A83B-6ED6DD7C971B}"/>
                    </a:ext>
                  </a:extLst>
                </p:cNvPr>
                <p:cNvPicPr/>
                <p:nvPr/>
              </p:nvPicPr>
              <p:blipFill>
                <a:blip r:embed="rId10"/>
                <a:stretch>
                  <a:fillRect/>
                </a:stretch>
              </p:blipFill>
              <p:spPr>
                <a:xfrm>
                  <a:off x="2532111" y="2072345"/>
                  <a:ext cx="2520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7C86F921-1F5C-63C8-400F-AEF419925E47}"/>
                    </a:ext>
                  </a:extLst>
                </p14:cNvPr>
                <p14:cNvContentPartPr/>
                <p14:nvPr/>
              </p14:nvContentPartPr>
              <p14:xfrm>
                <a:off x="2576031" y="1961465"/>
                <a:ext cx="3600" cy="39240"/>
              </p14:xfrm>
            </p:contentPart>
          </mc:Choice>
          <mc:Fallback xmlns="">
            <p:pic>
              <p:nvPicPr>
                <p:cNvPr id="20" name="Ink 19">
                  <a:extLst>
                    <a:ext uri="{FF2B5EF4-FFF2-40B4-BE49-F238E27FC236}">
                      <a16:creationId xmlns:a16="http://schemas.microsoft.com/office/drawing/2014/main" id="{7C86F921-1F5C-63C8-400F-AEF419925E47}"/>
                    </a:ext>
                  </a:extLst>
                </p:cNvPr>
                <p:cNvPicPr/>
                <p:nvPr/>
              </p:nvPicPr>
              <p:blipFill>
                <a:blip r:embed="rId12"/>
                <a:stretch>
                  <a:fillRect/>
                </a:stretch>
              </p:blipFill>
              <p:spPr>
                <a:xfrm>
                  <a:off x="2567391" y="1952825"/>
                  <a:ext cx="2124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1" name="Ink 20">
                  <a:extLst>
                    <a:ext uri="{FF2B5EF4-FFF2-40B4-BE49-F238E27FC236}">
                      <a16:creationId xmlns:a16="http://schemas.microsoft.com/office/drawing/2014/main" id="{2B8B1536-7B43-B3A6-6CDC-787385EEA93E}"/>
                    </a:ext>
                  </a:extLst>
                </p14:cNvPr>
                <p14:cNvContentPartPr/>
                <p14:nvPr/>
              </p14:nvContentPartPr>
              <p14:xfrm>
                <a:off x="2664951" y="2059025"/>
                <a:ext cx="426600" cy="195840"/>
              </p14:xfrm>
            </p:contentPart>
          </mc:Choice>
          <mc:Fallback xmlns="">
            <p:pic>
              <p:nvPicPr>
                <p:cNvPr id="21" name="Ink 20">
                  <a:extLst>
                    <a:ext uri="{FF2B5EF4-FFF2-40B4-BE49-F238E27FC236}">
                      <a16:creationId xmlns:a16="http://schemas.microsoft.com/office/drawing/2014/main" id="{2B8B1536-7B43-B3A6-6CDC-787385EEA93E}"/>
                    </a:ext>
                  </a:extLst>
                </p:cNvPr>
                <p:cNvPicPr/>
                <p:nvPr/>
              </p:nvPicPr>
              <p:blipFill>
                <a:blip r:embed="rId14"/>
                <a:stretch>
                  <a:fillRect/>
                </a:stretch>
              </p:blipFill>
              <p:spPr>
                <a:xfrm>
                  <a:off x="2655951" y="2050385"/>
                  <a:ext cx="44424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2" name="Ink 21">
                  <a:extLst>
                    <a:ext uri="{FF2B5EF4-FFF2-40B4-BE49-F238E27FC236}">
                      <a16:creationId xmlns:a16="http://schemas.microsoft.com/office/drawing/2014/main" id="{670A7C04-7395-8453-40FB-D941E8DC709E}"/>
                    </a:ext>
                  </a:extLst>
                </p14:cNvPr>
                <p14:cNvContentPartPr/>
                <p14:nvPr/>
              </p14:nvContentPartPr>
              <p14:xfrm>
                <a:off x="3251391" y="2023385"/>
                <a:ext cx="29880" cy="244440"/>
              </p14:xfrm>
            </p:contentPart>
          </mc:Choice>
          <mc:Fallback xmlns="">
            <p:pic>
              <p:nvPicPr>
                <p:cNvPr id="22" name="Ink 21">
                  <a:extLst>
                    <a:ext uri="{FF2B5EF4-FFF2-40B4-BE49-F238E27FC236}">
                      <a16:creationId xmlns:a16="http://schemas.microsoft.com/office/drawing/2014/main" id="{670A7C04-7395-8453-40FB-D941E8DC709E}"/>
                    </a:ext>
                  </a:extLst>
                </p:cNvPr>
                <p:cNvPicPr/>
                <p:nvPr/>
              </p:nvPicPr>
              <p:blipFill>
                <a:blip r:embed="rId16"/>
                <a:stretch>
                  <a:fillRect/>
                </a:stretch>
              </p:blipFill>
              <p:spPr>
                <a:xfrm>
                  <a:off x="3242391" y="2014745"/>
                  <a:ext cx="47520" cy="262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25" name="Ink 24">
                <a:extLst>
                  <a:ext uri="{FF2B5EF4-FFF2-40B4-BE49-F238E27FC236}">
                    <a16:creationId xmlns:a16="http://schemas.microsoft.com/office/drawing/2014/main" id="{FA73DB78-0973-BD62-2A13-D253407130FB}"/>
                  </a:ext>
                </a:extLst>
              </p14:cNvPr>
              <p14:cNvContentPartPr/>
              <p14:nvPr/>
            </p14:nvContentPartPr>
            <p14:xfrm>
              <a:off x="2021271" y="3177185"/>
              <a:ext cx="2092320" cy="688320"/>
            </p14:xfrm>
          </p:contentPart>
        </mc:Choice>
        <mc:Fallback xmlns="">
          <p:pic>
            <p:nvPicPr>
              <p:cNvPr id="25" name="Ink 24">
                <a:extLst>
                  <a:ext uri="{FF2B5EF4-FFF2-40B4-BE49-F238E27FC236}">
                    <a16:creationId xmlns:a16="http://schemas.microsoft.com/office/drawing/2014/main" id="{FA73DB78-0973-BD62-2A13-D253407130FB}"/>
                  </a:ext>
                </a:extLst>
              </p:cNvPr>
              <p:cNvPicPr/>
              <p:nvPr/>
            </p:nvPicPr>
            <p:blipFill>
              <a:blip r:embed="rId18"/>
              <a:stretch>
                <a:fillRect/>
              </a:stretch>
            </p:blipFill>
            <p:spPr>
              <a:xfrm>
                <a:off x="2012271" y="3168185"/>
                <a:ext cx="2109960" cy="705960"/>
              </a:xfrm>
              <a:prstGeom prst="rect">
                <a:avLst/>
              </a:prstGeom>
            </p:spPr>
          </p:pic>
        </mc:Fallback>
      </mc:AlternateContent>
      <p:grpSp>
        <p:nvGrpSpPr>
          <p:cNvPr id="31" name="Group 30">
            <a:extLst>
              <a:ext uri="{FF2B5EF4-FFF2-40B4-BE49-F238E27FC236}">
                <a16:creationId xmlns:a16="http://schemas.microsoft.com/office/drawing/2014/main" id="{4195DD74-4CAA-94A5-6E5B-7A12F95B5FFF}"/>
              </a:ext>
            </a:extLst>
          </p:cNvPr>
          <p:cNvGrpSpPr/>
          <p:nvPr/>
        </p:nvGrpSpPr>
        <p:grpSpPr>
          <a:xfrm>
            <a:off x="2198391" y="3322625"/>
            <a:ext cx="1298880" cy="360000"/>
            <a:chOff x="2198391" y="3322625"/>
            <a:chExt cx="1298880" cy="360000"/>
          </a:xfrm>
        </p:grpSpPr>
        <mc:AlternateContent xmlns:mc="http://schemas.openxmlformats.org/markup-compatibility/2006" xmlns:p14="http://schemas.microsoft.com/office/powerpoint/2010/main">
          <mc:Choice Requires="p14">
            <p:contentPart p14:bwMode="auto" r:id="rId19">
              <p14:nvContentPartPr>
                <p14:cNvPr id="26" name="Ink 25">
                  <a:extLst>
                    <a:ext uri="{FF2B5EF4-FFF2-40B4-BE49-F238E27FC236}">
                      <a16:creationId xmlns:a16="http://schemas.microsoft.com/office/drawing/2014/main" id="{320F1D28-8CD1-EC8F-9B5D-5829E79790F0}"/>
                    </a:ext>
                  </a:extLst>
                </p14:cNvPr>
                <p14:cNvContentPartPr/>
                <p14:nvPr/>
              </p14:nvContentPartPr>
              <p14:xfrm>
                <a:off x="2198391" y="3322625"/>
                <a:ext cx="207000" cy="360000"/>
              </p14:xfrm>
            </p:contentPart>
          </mc:Choice>
          <mc:Fallback xmlns="">
            <p:pic>
              <p:nvPicPr>
                <p:cNvPr id="26" name="Ink 25">
                  <a:extLst>
                    <a:ext uri="{FF2B5EF4-FFF2-40B4-BE49-F238E27FC236}">
                      <a16:creationId xmlns:a16="http://schemas.microsoft.com/office/drawing/2014/main" id="{320F1D28-8CD1-EC8F-9B5D-5829E79790F0}"/>
                    </a:ext>
                  </a:extLst>
                </p:cNvPr>
                <p:cNvPicPr/>
                <p:nvPr/>
              </p:nvPicPr>
              <p:blipFill>
                <a:blip r:embed="rId20"/>
                <a:stretch>
                  <a:fillRect/>
                </a:stretch>
              </p:blipFill>
              <p:spPr>
                <a:xfrm>
                  <a:off x="2189391" y="3313985"/>
                  <a:ext cx="22464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7" name="Ink 26">
                  <a:extLst>
                    <a:ext uri="{FF2B5EF4-FFF2-40B4-BE49-F238E27FC236}">
                      <a16:creationId xmlns:a16="http://schemas.microsoft.com/office/drawing/2014/main" id="{BFDBF190-11C9-4125-0D53-808E77E700D6}"/>
                    </a:ext>
                  </a:extLst>
                </p14:cNvPr>
                <p14:cNvContentPartPr/>
                <p14:nvPr/>
              </p14:nvContentPartPr>
              <p14:xfrm>
                <a:off x="2480271" y="3368705"/>
                <a:ext cx="78840" cy="282240"/>
              </p14:xfrm>
            </p:contentPart>
          </mc:Choice>
          <mc:Fallback xmlns="">
            <p:pic>
              <p:nvPicPr>
                <p:cNvPr id="27" name="Ink 26">
                  <a:extLst>
                    <a:ext uri="{FF2B5EF4-FFF2-40B4-BE49-F238E27FC236}">
                      <a16:creationId xmlns:a16="http://schemas.microsoft.com/office/drawing/2014/main" id="{BFDBF190-11C9-4125-0D53-808E77E700D6}"/>
                    </a:ext>
                  </a:extLst>
                </p:cNvPr>
                <p:cNvPicPr/>
                <p:nvPr/>
              </p:nvPicPr>
              <p:blipFill>
                <a:blip r:embed="rId22"/>
                <a:stretch>
                  <a:fillRect/>
                </a:stretch>
              </p:blipFill>
              <p:spPr>
                <a:xfrm>
                  <a:off x="2471271" y="3359705"/>
                  <a:ext cx="9648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8" name="Ink 27">
                  <a:extLst>
                    <a:ext uri="{FF2B5EF4-FFF2-40B4-BE49-F238E27FC236}">
                      <a16:creationId xmlns:a16="http://schemas.microsoft.com/office/drawing/2014/main" id="{A64088A2-79C1-ABE3-0883-CB7F57E66FAF}"/>
                    </a:ext>
                  </a:extLst>
                </p14:cNvPr>
                <p14:cNvContentPartPr/>
                <p14:nvPr/>
              </p14:nvContentPartPr>
              <p14:xfrm>
                <a:off x="2591511" y="3495785"/>
                <a:ext cx="14040" cy="6480"/>
              </p14:xfrm>
            </p:contentPart>
          </mc:Choice>
          <mc:Fallback xmlns="">
            <p:pic>
              <p:nvPicPr>
                <p:cNvPr id="28" name="Ink 27">
                  <a:extLst>
                    <a:ext uri="{FF2B5EF4-FFF2-40B4-BE49-F238E27FC236}">
                      <a16:creationId xmlns:a16="http://schemas.microsoft.com/office/drawing/2014/main" id="{A64088A2-79C1-ABE3-0883-CB7F57E66FAF}"/>
                    </a:ext>
                  </a:extLst>
                </p:cNvPr>
                <p:cNvPicPr/>
                <p:nvPr/>
              </p:nvPicPr>
              <p:blipFill>
                <a:blip r:embed="rId24"/>
                <a:stretch>
                  <a:fillRect/>
                </a:stretch>
              </p:blipFill>
              <p:spPr>
                <a:xfrm>
                  <a:off x="2582511" y="3487145"/>
                  <a:ext cx="316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9" name="Ink 28">
                  <a:extLst>
                    <a:ext uri="{FF2B5EF4-FFF2-40B4-BE49-F238E27FC236}">
                      <a16:creationId xmlns:a16="http://schemas.microsoft.com/office/drawing/2014/main" id="{69DFDD3B-03C2-6DCF-35FE-11EDEC6E3B49}"/>
                    </a:ext>
                  </a:extLst>
                </p14:cNvPr>
                <p14:cNvContentPartPr/>
                <p14:nvPr/>
              </p14:nvContentPartPr>
              <p14:xfrm>
                <a:off x="2631831" y="3458345"/>
                <a:ext cx="364320" cy="176760"/>
              </p14:xfrm>
            </p:contentPart>
          </mc:Choice>
          <mc:Fallback xmlns="">
            <p:pic>
              <p:nvPicPr>
                <p:cNvPr id="29" name="Ink 28">
                  <a:extLst>
                    <a:ext uri="{FF2B5EF4-FFF2-40B4-BE49-F238E27FC236}">
                      <a16:creationId xmlns:a16="http://schemas.microsoft.com/office/drawing/2014/main" id="{69DFDD3B-03C2-6DCF-35FE-11EDEC6E3B49}"/>
                    </a:ext>
                  </a:extLst>
                </p:cNvPr>
                <p:cNvPicPr/>
                <p:nvPr/>
              </p:nvPicPr>
              <p:blipFill>
                <a:blip r:embed="rId26"/>
                <a:stretch>
                  <a:fillRect/>
                </a:stretch>
              </p:blipFill>
              <p:spPr>
                <a:xfrm>
                  <a:off x="2622831" y="3449705"/>
                  <a:ext cx="3819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0" name="Ink 29">
                  <a:extLst>
                    <a:ext uri="{FF2B5EF4-FFF2-40B4-BE49-F238E27FC236}">
                      <a16:creationId xmlns:a16="http://schemas.microsoft.com/office/drawing/2014/main" id="{FE70B216-3F3D-70B3-079F-1D6D611C5DC9}"/>
                    </a:ext>
                  </a:extLst>
                </p14:cNvPr>
                <p14:cNvContentPartPr/>
                <p14:nvPr/>
              </p14:nvContentPartPr>
              <p14:xfrm>
                <a:off x="3178671" y="3386345"/>
                <a:ext cx="318600" cy="277560"/>
              </p14:xfrm>
            </p:contentPart>
          </mc:Choice>
          <mc:Fallback xmlns="">
            <p:pic>
              <p:nvPicPr>
                <p:cNvPr id="30" name="Ink 29">
                  <a:extLst>
                    <a:ext uri="{FF2B5EF4-FFF2-40B4-BE49-F238E27FC236}">
                      <a16:creationId xmlns:a16="http://schemas.microsoft.com/office/drawing/2014/main" id="{FE70B216-3F3D-70B3-079F-1D6D611C5DC9}"/>
                    </a:ext>
                  </a:extLst>
                </p:cNvPr>
                <p:cNvPicPr/>
                <p:nvPr/>
              </p:nvPicPr>
              <p:blipFill>
                <a:blip r:embed="rId28"/>
                <a:stretch>
                  <a:fillRect/>
                </a:stretch>
              </p:blipFill>
              <p:spPr>
                <a:xfrm>
                  <a:off x="3169671" y="3377345"/>
                  <a:ext cx="336240" cy="295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
            <p14:nvContentPartPr>
              <p14:cNvPr id="37" name="Ink 36">
                <a:extLst>
                  <a:ext uri="{FF2B5EF4-FFF2-40B4-BE49-F238E27FC236}">
                    <a16:creationId xmlns:a16="http://schemas.microsoft.com/office/drawing/2014/main" id="{49298E3D-3359-3647-FE64-E2BCF3E08FA2}"/>
                  </a:ext>
                </a:extLst>
              </p14:cNvPr>
              <p14:cNvContentPartPr/>
              <p14:nvPr/>
            </p14:nvContentPartPr>
            <p14:xfrm>
              <a:off x="6799911" y="3099065"/>
              <a:ext cx="878760" cy="290160"/>
            </p14:xfrm>
          </p:contentPart>
        </mc:Choice>
        <mc:Fallback xmlns="">
          <p:pic>
            <p:nvPicPr>
              <p:cNvPr id="37" name="Ink 36">
                <a:extLst>
                  <a:ext uri="{FF2B5EF4-FFF2-40B4-BE49-F238E27FC236}">
                    <a16:creationId xmlns:a16="http://schemas.microsoft.com/office/drawing/2014/main" id="{49298E3D-3359-3647-FE64-E2BCF3E08FA2}"/>
                  </a:ext>
                </a:extLst>
              </p:cNvPr>
              <p:cNvPicPr/>
              <p:nvPr/>
            </p:nvPicPr>
            <p:blipFill>
              <a:blip r:embed="rId30"/>
              <a:stretch>
                <a:fillRect/>
              </a:stretch>
            </p:blipFill>
            <p:spPr>
              <a:xfrm>
                <a:off x="6791271" y="3090065"/>
                <a:ext cx="896400" cy="307800"/>
              </a:xfrm>
              <a:prstGeom prst="rect">
                <a:avLst/>
              </a:prstGeom>
            </p:spPr>
          </p:pic>
        </mc:Fallback>
      </mc:AlternateContent>
      <p:grpSp>
        <p:nvGrpSpPr>
          <p:cNvPr id="48" name="Group 47">
            <a:extLst>
              <a:ext uri="{FF2B5EF4-FFF2-40B4-BE49-F238E27FC236}">
                <a16:creationId xmlns:a16="http://schemas.microsoft.com/office/drawing/2014/main" id="{6ACF36F1-08D9-8FB9-F1B9-EE65175DB3D5}"/>
              </a:ext>
            </a:extLst>
          </p:cNvPr>
          <p:cNvGrpSpPr/>
          <p:nvPr/>
        </p:nvGrpSpPr>
        <p:grpSpPr>
          <a:xfrm>
            <a:off x="4022511" y="2207705"/>
            <a:ext cx="3559320" cy="1470960"/>
            <a:chOff x="4022511" y="2207705"/>
            <a:chExt cx="3559320" cy="1470960"/>
          </a:xfrm>
        </p:grpSpPr>
        <mc:AlternateContent xmlns:mc="http://schemas.openxmlformats.org/markup-compatibility/2006" xmlns:p14="http://schemas.microsoft.com/office/powerpoint/2010/main">
          <mc:Choice Requires="p14">
            <p:contentPart p14:bwMode="auto" r:id="rId31">
              <p14:nvContentPartPr>
                <p14:cNvPr id="9" name="Ink 8">
                  <a:extLst>
                    <a:ext uri="{FF2B5EF4-FFF2-40B4-BE49-F238E27FC236}">
                      <a16:creationId xmlns:a16="http://schemas.microsoft.com/office/drawing/2014/main" id="{91937AE6-5757-23DF-1278-AD8973BE4597}"/>
                    </a:ext>
                  </a:extLst>
                </p14:cNvPr>
                <p14:cNvContentPartPr/>
                <p14:nvPr/>
              </p14:nvContentPartPr>
              <p14:xfrm>
                <a:off x="5862831" y="2473025"/>
                <a:ext cx="163800" cy="648720"/>
              </p14:xfrm>
            </p:contentPart>
          </mc:Choice>
          <mc:Fallback xmlns="">
            <p:pic>
              <p:nvPicPr>
                <p:cNvPr id="9" name="Ink 8">
                  <a:extLst>
                    <a:ext uri="{FF2B5EF4-FFF2-40B4-BE49-F238E27FC236}">
                      <a16:creationId xmlns:a16="http://schemas.microsoft.com/office/drawing/2014/main" id="{91937AE6-5757-23DF-1278-AD8973BE4597}"/>
                    </a:ext>
                  </a:extLst>
                </p:cNvPr>
                <p:cNvPicPr/>
                <p:nvPr/>
              </p:nvPicPr>
              <p:blipFill>
                <a:blip r:embed="rId32"/>
                <a:stretch>
                  <a:fillRect/>
                </a:stretch>
              </p:blipFill>
              <p:spPr>
                <a:xfrm>
                  <a:off x="5853831" y="2464025"/>
                  <a:ext cx="181440" cy="6663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0" name="Ink 9">
                  <a:extLst>
                    <a:ext uri="{FF2B5EF4-FFF2-40B4-BE49-F238E27FC236}">
                      <a16:creationId xmlns:a16="http://schemas.microsoft.com/office/drawing/2014/main" id="{479CD006-C75C-7AEF-FDD6-912DC62B5D1C}"/>
                    </a:ext>
                  </a:extLst>
                </p14:cNvPr>
                <p14:cNvContentPartPr/>
                <p14:nvPr/>
              </p14:nvContentPartPr>
              <p14:xfrm>
                <a:off x="5849871" y="2834105"/>
                <a:ext cx="233640" cy="175680"/>
              </p14:xfrm>
            </p:contentPart>
          </mc:Choice>
          <mc:Fallback xmlns="">
            <p:pic>
              <p:nvPicPr>
                <p:cNvPr id="10" name="Ink 9">
                  <a:extLst>
                    <a:ext uri="{FF2B5EF4-FFF2-40B4-BE49-F238E27FC236}">
                      <a16:creationId xmlns:a16="http://schemas.microsoft.com/office/drawing/2014/main" id="{479CD006-C75C-7AEF-FDD6-912DC62B5D1C}"/>
                    </a:ext>
                  </a:extLst>
                </p:cNvPr>
                <p:cNvPicPr/>
                <p:nvPr/>
              </p:nvPicPr>
              <p:blipFill>
                <a:blip r:embed="rId34"/>
                <a:stretch>
                  <a:fillRect/>
                </a:stretch>
              </p:blipFill>
              <p:spPr>
                <a:xfrm>
                  <a:off x="5841231" y="2825465"/>
                  <a:ext cx="25128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1" name="Ink 10">
                  <a:extLst>
                    <a:ext uri="{FF2B5EF4-FFF2-40B4-BE49-F238E27FC236}">
                      <a16:creationId xmlns:a16="http://schemas.microsoft.com/office/drawing/2014/main" id="{C42478A6-77AE-2FA8-386E-8CFAFD740D7C}"/>
                    </a:ext>
                  </a:extLst>
                </p14:cNvPr>
                <p14:cNvContentPartPr/>
                <p14:nvPr/>
              </p14:nvContentPartPr>
              <p14:xfrm>
                <a:off x="6108351" y="2828345"/>
                <a:ext cx="349920" cy="353520"/>
              </p14:xfrm>
            </p:contentPart>
          </mc:Choice>
          <mc:Fallback xmlns="">
            <p:pic>
              <p:nvPicPr>
                <p:cNvPr id="11" name="Ink 10">
                  <a:extLst>
                    <a:ext uri="{FF2B5EF4-FFF2-40B4-BE49-F238E27FC236}">
                      <a16:creationId xmlns:a16="http://schemas.microsoft.com/office/drawing/2014/main" id="{C42478A6-77AE-2FA8-386E-8CFAFD740D7C}"/>
                    </a:ext>
                  </a:extLst>
                </p:cNvPr>
                <p:cNvPicPr/>
                <p:nvPr/>
              </p:nvPicPr>
              <p:blipFill>
                <a:blip r:embed="rId36"/>
                <a:stretch>
                  <a:fillRect/>
                </a:stretch>
              </p:blipFill>
              <p:spPr>
                <a:xfrm>
                  <a:off x="6099711" y="2819705"/>
                  <a:ext cx="367560" cy="3711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2" name="Ink 11">
                  <a:extLst>
                    <a:ext uri="{FF2B5EF4-FFF2-40B4-BE49-F238E27FC236}">
                      <a16:creationId xmlns:a16="http://schemas.microsoft.com/office/drawing/2014/main" id="{BAB93235-103E-4E6B-7FEA-8D04379EBADA}"/>
                    </a:ext>
                  </a:extLst>
                </p14:cNvPr>
                <p14:cNvContentPartPr/>
                <p14:nvPr/>
              </p14:nvContentPartPr>
              <p14:xfrm>
                <a:off x="6545031" y="2779385"/>
                <a:ext cx="699120" cy="244800"/>
              </p14:xfrm>
            </p:contentPart>
          </mc:Choice>
          <mc:Fallback xmlns="">
            <p:pic>
              <p:nvPicPr>
                <p:cNvPr id="12" name="Ink 11">
                  <a:extLst>
                    <a:ext uri="{FF2B5EF4-FFF2-40B4-BE49-F238E27FC236}">
                      <a16:creationId xmlns:a16="http://schemas.microsoft.com/office/drawing/2014/main" id="{BAB93235-103E-4E6B-7FEA-8D04379EBADA}"/>
                    </a:ext>
                  </a:extLst>
                </p:cNvPr>
                <p:cNvPicPr/>
                <p:nvPr/>
              </p:nvPicPr>
              <p:blipFill>
                <a:blip r:embed="rId38"/>
                <a:stretch>
                  <a:fillRect/>
                </a:stretch>
              </p:blipFill>
              <p:spPr>
                <a:xfrm>
                  <a:off x="6536391" y="2770385"/>
                  <a:ext cx="71676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3" name="Ink 12">
                  <a:extLst>
                    <a:ext uri="{FF2B5EF4-FFF2-40B4-BE49-F238E27FC236}">
                      <a16:creationId xmlns:a16="http://schemas.microsoft.com/office/drawing/2014/main" id="{71BA12CA-18EE-F75B-60E8-EA3942712F08}"/>
                    </a:ext>
                  </a:extLst>
                </p14:cNvPr>
                <p14:cNvContentPartPr/>
                <p14:nvPr/>
              </p14:nvContentPartPr>
              <p14:xfrm>
                <a:off x="7226151" y="2855345"/>
                <a:ext cx="87480" cy="69840"/>
              </p14:xfrm>
            </p:contentPart>
          </mc:Choice>
          <mc:Fallback xmlns="">
            <p:pic>
              <p:nvPicPr>
                <p:cNvPr id="13" name="Ink 12">
                  <a:extLst>
                    <a:ext uri="{FF2B5EF4-FFF2-40B4-BE49-F238E27FC236}">
                      <a16:creationId xmlns:a16="http://schemas.microsoft.com/office/drawing/2014/main" id="{71BA12CA-18EE-F75B-60E8-EA3942712F08}"/>
                    </a:ext>
                  </a:extLst>
                </p:cNvPr>
                <p:cNvPicPr/>
                <p:nvPr/>
              </p:nvPicPr>
              <p:blipFill>
                <a:blip r:embed="rId40"/>
                <a:stretch>
                  <a:fillRect/>
                </a:stretch>
              </p:blipFill>
              <p:spPr>
                <a:xfrm>
                  <a:off x="7217151" y="2846345"/>
                  <a:ext cx="10512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8" name="Ink 37">
                  <a:extLst>
                    <a:ext uri="{FF2B5EF4-FFF2-40B4-BE49-F238E27FC236}">
                      <a16:creationId xmlns:a16="http://schemas.microsoft.com/office/drawing/2014/main" id="{EEE427D3-A032-4AB4-C7E2-CFF5348FDBC7}"/>
                    </a:ext>
                  </a:extLst>
                </p14:cNvPr>
                <p14:cNvContentPartPr/>
                <p14:nvPr/>
              </p14:nvContentPartPr>
              <p14:xfrm>
                <a:off x="6895311" y="3177545"/>
                <a:ext cx="66240" cy="153360"/>
              </p14:xfrm>
            </p:contentPart>
          </mc:Choice>
          <mc:Fallback xmlns="">
            <p:pic>
              <p:nvPicPr>
                <p:cNvPr id="38" name="Ink 37">
                  <a:extLst>
                    <a:ext uri="{FF2B5EF4-FFF2-40B4-BE49-F238E27FC236}">
                      <a16:creationId xmlns:a16="http://schemas.microsoft.com/office/drawing/2014/main" id="{EEE427D3-A032-4AB4-C7E2-CFF5348FDBC7}"/>
                    </a:ext>
                  </a:extLst>
                </p:cNvPr>
                <p:cNvPicPr/>
                <p:nvPr/>
              </p:nvPicPr>
              <p:blipFill>
                <a:blip r:embed="rId42"/>
                <a:stretch>
                  <a:fillRect/>
                </a:stretch>
              </p:blipFill>
              <p:spPr>
                <a:xfrm>
                  <a:off x="6886311" y="3168905"/>
                  <a:ext cx="8388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9" name="Ink 38">
                  <a:extLst>
                    <a:ext uri="{FF2B5EF4-FFF2-40B4-BE49-F238E27FC236}">
                      <a16:creationId xmlns:a16="http://schemas.microsoft.com/office/drawing/2014/main" id="{0630B4B8-6607-B00A-1815-D448F1FFA981}"/>
                    </a:ext>
                  </a:extLst>
                </p14:cNvPr>
                <p14:cNvContentPartPr/>
                <p14:nvPr/>
              </p14:nvContentPartPr>
              <p14:xfrm>
                <a:off x="6982791" y="3232985"/>
                <a:ext cx="93600" cy="105120"/>
              </p14:xfrm>
            </p:contentPart>
          </mc:Choice>
          <mc:Fallback xmlns="">
            <p:pic>
              <p:nvPicPr>
                <p:cNvPr id="39" name="Ink 38">
                  <a:extLst>
                    <a:ext uri="{FF2B5EF4-FFF2-40B4-BE49-F238E27FC236}">
                      <a16:creationId xmlns:a16="http://schemas.microsoft.com/office/drawing/2014/main" id="{0630B4B8-6607-B00A-1815-D448F1FFA981}"/>
                    </a:ext>
                  </a:extLst>
                </p:cNvPr>
                <p:cNvPicPr/>
                <p:nvPr/>
              </p:nvPicPr>
              <p:blipFill>
                <a:blip r:embed="rId44"/>
                <a:stretch>
                  <a:fillRect/>
                </a:stretch>
              </p:blipFill>
              <p:spPr>
                <a:xfrm>
                  <a:off x="6974151" y="3223985"/>
                  <a:ext cx="11124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0" name="Ink 39">
                  <a:extLst>
                    <a:ext uri="{FF2B5EF4-FFF2-40B4-BE49-F238E27FC236}">
                      <a16:creationId xmlns:a16="http://schemas.microsoft.com/office/drawing/2014/main" id="{AF0B06C8-98BC-1EC9-D6BD-034A7523A5A7}"/>
                    </a:ext>
                  </a:extLst>
                </p14:cNvPr>
                <p14:cNvContentPartPr/>
                <p14:nvPr/>
              </p14:nvContentPartPr>
              <p14:xfrm>
                <a:off x="7113471" y="3201665"/>
                <a:ext cx="41760" cy="157320"/>
              </p14:xfrm>
            </p:contentPart>
          </mc:Choice>
          <mc:Fallback xmlns="">
            <p:pic>
              <p:nvPicPr>
                <p:cNvPr id="40" name="Ink 39">
                  <a:extLst>
                    <a:ext uri="{FF2B5EF4-FFF2-40B4-BE49-F238E27FC236}">
                      <a16:creationId xmlns:a16="http://schemas.microsoft.com/office/drawing/2014/main" id="{AF0B06C8-98BC-1EC9-D6BD-034A7523A5A7}"/>
                    </a:ext>
                  </a:extLst>
                </p:cNvPr>
                <p:cNvPicPr/>
                <p:nvPr/>
              </p:nvPicPr>
              <p:blipFill>
                <a:blip r:embed="rId46"/>
                <a:stretch>
                  <a:fillRect/>
                </a:stretch>
              </p:blipFill>
              <p:spPr>
                <a:xfrm>
                  <a:off x="7104471" y="3193025"/>
                  <a:ext cx="5940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1" name="Ink 40">
                  <a:extLst>
                    <a:ext uri="{FF2B5EF4-FFF2-40B4-BE49-F238E27FC236}">
                      <a16:creationId xmlns:a16="http://schemas.microsoft.com/office/drawing/2014/main" id="{3F0E6241-49C8-A9CE-97DB-17B93DDB86A2}"/>
                    </a:ext>
                  </a:extLst>
                </p14:cNvPr>
                <p14:cNvContentPartPr/>
                <p14:nvPr/>
              </p14:nvContentPartPr>
              <p14:xfrm>
                <a:off x="7154511" y="3276905"/>
                <a:ext cx="5040" cy="22320"/>
              </p14:xfrm>
            </p:contentPart>
          </mc:Choice>
          <mc:Fallback xmlns="">
            <p:pic>
              <p:nvPicPr>
                <p:cNvPr id="41" name="Ink 40">
                  <a:extLst>
                    <a:ext uri="{FF2B5EF4-FFF2-40B4-BE49-F238E27FC236}">
                      <a16:creationId xmlns:a16="http://schemas.microsoft.com/office/drawing/2014/main" id="{3F0E6241-49C8-A9CE-97DB-17B93DDB86A2}"/>
                    </a:ext>
                  </a:extLst>
                </p:cNvPr>
                <p:cNvPicPr/>
                <p:nvPr/>
              </p:nvPicPr>
              <p:blipFill>
                <a:blip r:embed="rId48"/>
                <a:stretch>
                  <a:fillRect/>
                </a:stretch>
              </p:blipFill>
              <p:spPr>
                <a:xfrm>
                  <a:off x="7145511" y="3268265"/>
                  <a:ext cx="226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2" name="Ink 41">
                  <a:extLst>
                    <a:ext uri="{FF2B5EF4-FFF2-40B4-BE49-F238E27FC236}">
                      <a16:creationId xmlns:a16="http://schemas.microsoft.com/office/drawing/2014/main" id="{47A1EC48-F343-F84D-DEBB-E6F0C0E34AB3}"/>
                    </a:ext>
                  </a:extLst>
                </p14:cNvPr>
                <p14:cNvContentPartPr/>
                <p14:nvPr/>
              </p14:nvContentPartPr>
              <p14:xfrm>
                <a:off x="7205631" y="3243065"/>
                <a:ext cx="49320" cy="86400"/>
              </p14:xfrm>
            </p:contentPart>
          </mc:Choice>
          <mc:Fallback xmlns="">
            <p:pic>
              <p:nvPicPr>
                <p:cNvPr id="42" name="Ink 41">
                  <a:extLst>
                    <a:ext uri="{FF2B5EF4-FFF2-40B4-BE49-F238E27FC236}">
                      <a16:creationId xmlns:a16="http://schemas.microsoft.com/office/drawing/2014/main" id="{47A1EC48-F343-F84D-DEBB-E6F0C0E34AB3}"/>
                    </a:ext>
                  </a:extLst>
                </p:cNvPr>
                <p:cNvPicPr/>
                <p:nvPr/>
              </p:nvPicPr>
              <p:blipFill>
                <a:blip r:embed="rId50"/>
                <a:stretch>
                  <a:fillRect/>
                </a:stretch>
              </p:blipFill>
              <p:spPr>
                <a:xfrm>
                  <a:off x="7196631" y="3234065"/>
                  <a:ext cx="6696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3" name="Ink 42">
                  <a:extLst>
                    <a:ext uri="{FF2B5EF4-FFF2-40B4-BE49-F238E27FC236}">
                      <a16:creationId xmlns:a16="http://schemas.microsoft.com/office/drawing/2014/main" id="{84EA7EB9-2A62-8212-6893-F4D1F31EA63F}"/>
                    </a:ext>
                  </a:extLst>
                </p14:cNvPr>
                <p14:cNvContentPartPr/>
                <p14:nvPr/>
              </p14:nvContentPartPr>
              <p14:xfrm>
                <a:off x="7353231" y="3182585"/>
                <a:ext cx="23400" cy="137520"/>
              </p14:xfrm>
            </p:contentPart>
          </mc:Choice>
          <mc:Fallback xmlns="">
            <p:pic>
              <p:nvPicPr>
                <p:cNvPr id="43" name="Ink 42">
                  <a:extLst>
                    <a:ext uri="{FF2B5EF4-FFF2-40B4-BE49-F238E27FC236}">
                      <a16:creationId xmlns:a16="http://schemas.microsoft.com/office/drawing/2014/main" id="{84EA7EB9-2A62-8212-6893-F4D1F31EA63F}"/>
                    </a:ext>
                  </a:extLst>
                </p:cNvPr>
                <p:cNvPicPr/>
                <p:nvPr/>
              </p:nvPicPr>
              <p:blipFill>
                <a:blip r:embed="rId52"/>
                <a:stretch>
                  <a:fillRect/>
                </a:stretch>
              </p:blipFill>
              <p:spPr>
                <a:xfrm>
                  <a:off x="7344231" y="3173585"/>
                  <a:ext cx="4104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4" name="Ink 43">
                  <a:extLst>
                    <a:ext uri="{FF2B5EF4-FFF2-40B4-BE49-F238E27FC236}">
                      <a16:creationId xmlns:a16="http://schemas.microsoft.com/office/drawing/2014/main" id="{E6DB3CBF-6BE5-9E6A-B68F-19641C84C5F2}"/>
                    </a:ext>
                  </a:extLst>
                </p14:cNvPr>
                <p14:cNvContentPartPr/>
                <p14:nvPr/>
              </p14:nvContentPartPr>
              <p14:xfrm>
                <a:off x="7340631" y="3234425"/>
                <a:ext cx="241200" cy="206280"/>
              </p14:xfrm>
            </p:contentPart>
          </mc:Choice>
          <mc:Fallback xmlns="">
            <p:pic>
              <p:nvPicPr>
                <p:cNvPr id="44" name="Ink 43">
                  <a:extLst>
                    <a:ext uri="{FF2B5EF4-FFF2-40B4-BE49-F238E27FC236}">
                      <a16:creationId xmlns:a16="http://schemas.microsoft.com/office/drawing/2014/main" id="{E6DB3CBF-6BE5-9E6A-B68F-19641C84C5F2}"/>
                    </a:ext>
                  </a:extLst>
                </p:cNvPr>
                <p:cNvPicPr/>
                <p:nvPr/>
              </p:nvPicPr>
              <p:blipFill>
                <a:blip r:embed="rId54"/>
                <a:stretch>
                  <a:fillRect/>
                </a:stretch>
              </p:blipFill>
              <p:spPr>
                <a:xfrm>
                  <a:off x="7331631" y="3225785"/>
                  <a:ext cx="25884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6" name="Ink 45">
                  <a:extLst>
                    <a:ext uri="{FF2B5EF4-FFF2-40B4-BE49-F238E27FC236}">
                      <a16:creationId xmlns:a16="http://schemas.microsoft.com/office/drawing/2014/main" id="{46D59248-6A01-2D83-34FB-3512BC97EC46}"/>
                    </a:ext>
                  </a:extLst>
                </p14:cNvPr>
                <p14:cNvContentPartPr/>
                <p14:nvPr/>
              </p14:nvContentPartPr>
              <p14:xfrm>
                <a:off x="4022511" y="2207705"/>
                <a:ext cx="1593720" cy="624240"/>
              </p14:xfrm>
            </p:contentPart>
          </mc:Choice>
          <mc:Fallback xmlns="">
            <p:pic>
              <p:nvPicPr>
                <p:cNvPr id="46" name="Ink 45">
                  <a:extLst>
                    <a:ext uri="{FF2B5EF4-FFF2-40B4-BE49-F238E27FC236}">
                      <a16:creationId xmlns:a16="http://schemas.microsoft.com/office/drawing/2014/main" id="{46D59248-6A01-2D83-34FB-3512BC97EC46}"/>
                    </a:ext>
                  </a:extLst>
                </p:cNvPr>
                <p:cNvPicPr/>
                <p:nvPr/>
              </p:nvPicPr>
              <p:blipFill>
                <a:blip r:embed="rId56"/>
                <a:stretch>
                  <a:fillRect/>
                </a:stretch>
              </p:blipFill>
              <p:spPr>
                <a:xfrm>
                  <a:off x="4013511" y="2198705"/>
                  <a:ext cx="1611360" cy="6418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7" name="Ink 46">
                  <a:extLst>
                    <a:ext uri="{FF2B5EF4-FFF2-40B4-BE49-F238E27FC236}">
                      <a16:creationId xmlns:a16="http://schemas.microsoft.com/office/drawing/2014/main" id="{1550EF11-7414-7E64-4598-82D0ADBAE045}"/>
                    </a:ext>
                  </a:extLst>
                </p14:cNvPr>
                <p14:cNvContentPartPr/>
                <p14:nvPr/>
              </p14:nvContentPartPr>
              <p14:xfrm>
                <a:off x="4163991" y="2832305"/>
                <a:ext cx="1494360" cy="846360"/>
              </p14:xfrm>
            </p:contentPart>
          </mc:Choice>
          <mc:Fallback xmlns="">
            <p:pic>
              <p:nvPicPr>
                <p:cNvPr id="47" name="Ink 46">
                  <a:extLst>
                    <a:ext uri="{FF2B5EF4-FFF2-40B4-BE49-F238E27FC236}">
                      <a16:creationId xmlns:a16="http://schemas.microsoft.com/office/drawing/2014/main" id="{1550EF11-7414-7E64-4598-82D0ADBAE045}"/>
                    </a:ext>
                  </a:extLst>
                </p:cNvPr>
                <p:cNvPicPr/>
                <p:nvPr/>
              </p:nvPicPr>
              <p:blipFill>
                <a:blip r:embed="rId58"/>
                <a:stretch>
                  <a:fillRect/>
                </a:stretch>
              </p:blipFill>
              <p:spPr>
                <a:xfrm>
                  <a:off x="4155351" y="2823305"/>
                  <a:ext cx="1512000" cy="864000"/>
                </a:xfrm>
                <a:prstGeom prst="rect">
                  <a:avLst/>
                </a:prstGeom>
              </p:spPr>
            </p:pic>
          </mc:Fallback>
        </mc:AlternateContent>
      </p:grpSp>
      <p:grpSp>
        <p:nvGrpSpPr>
          <p:cNvPr id="67" name="Group 66">
            <a:extLst>
              <a:ext uri="{FF2B5EF4-FFF2-40B4-BE49-F238E27FC236}">
                <a16:creationId xmlns:a16="http://schemas.microsoft.com/office/drawing/2014/main" id="{6A21BC16-5699-B1D0-A78E-F47755A4E103}"/>
              </a:ext>
            </a:extLst>
          </p:cNvPr>
          <p:cNvGrpSpPr/>
          <p:nvPr/>
        </p:nvGrpSpPr>
        <p:grpSpPr>
          <a:xfrm>
            <a:off x="80151" y="1847345"/>
            <a:ext cx="1902960" cy="657000"/>
            <a:chOff x="80151" y="1847345"/>
            <a:chExt cx="1902960" cy="657000"/>
          </a:xfrm>
        </p:grpSpPr>
        <mc:AlternateContent xmlns:mc="http://schemas.openxmlformats.org/markup-compatibility/2006" xmlns:p14="http://schemas.microsoft.com/office/powerpoint/2010/main">
          <mc:Choice Requires="p14">
            <p:contentPart p14:bwMode="auto" r:id="rId59">
              <p14:nvContentPartPr>
                <p14:cNvPr id="49" name="Ink 48">
                  <a:extLst>
                    <a:ext uri="{FF2B5EF4-FFF2-40B4-BE49-F238E27FC236}">
                      <a16:creationId xmlns:a16="http://schemas.microsoft.com/office/drawing/2014/main" id="{CAA73F3E-2323-238F-6CAD-5BF5DBE86202}"/>
                    </a:ext>
                  </a:extLst>
                </p14:cNvPr>
                <p14:cNvContentPartPr/>
                <p14:nvPr/>
              </p14:nvContentPartPr>
              <p14:xfrm>
                <a:off x="1598991" y="2040665"/>
                <a:ext cx="89640" cy="157320"/>
              </p14:xfrm>
            </p:contentPart>
          </mc:Choice>
          <mc:Fallback xmlns="">
            <p:pic>
              <p:nvPicPr>
                <p:cNvPr id="49" name="Ink 48">
                  <a:extLst>
                    <a:ext uri="{FF2B5EF4-FFF2-40B4-BE49-F238E27FC236}">
                      <a16:creationId xmlns:a16="http://schemas.microsoft.com/office/drawing/2014/main" id="{CAA73F3E-2323-238F-6CAD-5BF5DBE86202}"/>
                    </a:ext>
                  </a:extLst>
                </p:cNvPr>
                <p:cNvPicPr/>
                <p:nvPr/>
              </p:nvPicPr>
              <p:blipFill>
                <a:blip r:embed="rId60"/>
                <a:stretch>
                  <a:fillRect/>
                </a:stretch>
              </p:blipFill>
              <p:spPr>
                <a:xfrm>
                  <a:off x="1589991" y="2032025"/>
                  <a:ext cx="1072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0" name="Ink 49">
                  <a:extLst>
                    <a:ext uri="{FF2B5EF4-FFF2-40B4-BE49-F238E27FC236}">
                      <a16:creationId xmlns:a16="http://schemas.microsoft.com/office/drawing/2014/main" id="{C89E7AE6-8AFB-585F-8C91-DF875A7D340F}"/>
                    </a:ext>
                  </a:extLst>
                </p14:cNvPr>
                <p14:cNvContentPartPr/>
                <p14:nvPr/>
              </p14:nvContentPartPr>
              <p14:xfrm>
                <a:off x="1644711" y="2115905"/>
                <a:ext cx="338400" cy="21240"/>
              </p14:xfrm>
            </p:contentPart>
          </mc:Choice>
          <mc:Fallback xmlns="">
            <p:pic>
              <p:nvPicPr>
                <p:cNvPr id="50" name="Ink 49">
                  <a:extLst>
                    <a:ext uri="{FF2B5EF4-FFF2-40B4-BE49-F238E27FC236}">
                      <a16:creationId xmlns:a16="http://schemas.microsoft.com/office/drawing/2014/main" id="{C89E7AE6-8AFB-585F-8C91-DF875A7D340F}"/>
                    </a:ext>
                  </a:extLst>
                </p:cNvPr>
                <p:cNvPicPr/>
                <p:nvPr/>
              </p:nvPicPr>
              <p:blipFill>
                <a:blip r:embed="rId62"/>
                <a:stretch>
                  <a:fillRect/>
                </a:stretch>
              </p:blipFill>
              <p:spPr>
                <a:xfrm>
                  <a:off x="1636071" y="2107265"/>
                  <a:ext cx="35604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5" name="Ink 54">
                  <a:extLst>
                    <a:ext uri="{FF2B5EF4-FFF2-40B4-BE49-F238E27FC236}">
                      <a16:creationId xmlns:a16="http://schemas.microsoft.com/office/drawing/2014/main" id="{5317B08C-A3F2-8F21-85C2-A6CC6B2DCDF9}"/>
                    </a:ext>
                  </a:extLst>
                </p14:cNvPr>
                <p14:cNvContentPartPr/>
                <p14:nvPr/>
              </p14:nvContentPartPr>
              <p14:xfrm>
                <a:off x="80151" y="1847345"/>
                <a:ext cx="1549800" cy="657000"/>
              </p14:xfrm>
            </p:contentPart>
          </mc:Choice>
          <mc:Fallback xmlns="">
            <p:pic>
              <p:nvPicPr>
                <p:cNvPr id="55" name="Ink 54">
                  <a:extLst>
                    <a:ext uri="{FF2B5EF4-FFF2-40B4-BE49-F238E27FC236}">
                      <a16:creationId xmlns:a16="http://schemas.microsoft.com/office/drawing/2014/main" id="{5317B08C-A3F2-8F21-85C2-A6CC6B2DCDF9}"/>
                    </a:ext>
                  </a:extLst>
                </p:cNvPr>
                <p:cNvPicPr/>
                <p:nvPr/>
              </p:nvPicPr>
              <p:blipFill>
                <a:blip r:embed="rId64"/>
                <a:stretch>
                  <a:fillRect/>
                </a:stretch>
              </p:blipFill>
              <p:spPr>
                <a:xfrm>
                  <a:off x="71151" y="1838705"/>
                  <a:ext cx="1567440" cy="6746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7" name="Ink 56">
                  <a:extLst>
                    <a:ext uri="{FF2B5EF4-FFF2-40B4-BE49-F238E27FC236}">
                      <a16:creationId xmlns:a16="http://schemas.microsoft.com/office/drawing/2014/main" id="{26E4F2F9-3B69-BB27-13AA-FE4B98DF51F0}"/>
                    </a:ext>
                  </a:extLst>
                </p14:cNvPr>
                <p14:cNvContentPartPr/>
                <p14:nvPr/>
              </p14:nvContentPartPr>
              <p14:xfrm>
                <a:off x="191751" y="2064785"/>
                <a:ext cx="198000" cy="245880"/>
              </p14:xfrm>
            </p:contentPart>
          </mc:Choice>
          <mc:Fallback xmlns="">
            <p:pic>
              <p:nvPicPr>
                <p:cNvPr id="57" name="Ink 56">
                  <a:extLst>
                    <a:ext uri="{FF2B5EF4-FFF2-40B4-BE49-F238E27FC236}">
                      <a16:creationId xmlns:a16="http://schemas.microsoft.com/office/drawing/2014/main" id="{26E4F2F9-3B69-BB27-13AA-FE4B98DF51F0}"/>
                    </a:ext>
                  </a:extLst>
                </p:cNvPr>
                <p:cNvPicPr/>
                <p:nvPr/>
              </p:nvPicPr>
              <p:blipFill>
                <a:blip r:embed="rId66"/>
                <a:stretch>
                  <a:fillRect/>
                </a:stretch>
              </p:blipFill>
              <p:spPr>
                <a:xfrm>
                  <a:off x="183111" y="2055785"/>
                  <a:ext cx="21564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8" name="Ink 57">
                  <a:extLst>
                    <a:ext uri="{FF2B5EF4-FFF2-40B4-BE49-F238E27FC236}">
                      <a16:creationId xmlns:a16="http://schemas.microsoft.com/office/drawing/2014/main" id="{4109E5EE-6870-8C92-3E1F-9B5BC2F5E1C2}"/>
                    </a:ext>
                  </a:extLst>
                </p14:cNvPr>
                <p14:cNvContentPartPr/>
                <p14:nvPr/>
              </p14:nvContentPartPr>
              <p14:xfrm>
                <a:off x="419271" y="2192225"/>
                <a:ext cx="10440" cy="100080"/>
              </p14:xfrm>
            </p:contentPart>
          </mc:Choice>
          <mc:Fallback xmlns="">
            <p:pic>
              <p:nvPicPr>
                <p:cNvPr id="58" name="Ink 57">
                  <a:extLst>
                    <a:ext uri="{FF2B5EF4-FFF2-40B4-BE49-F238E27FC236}">
                      <a16:creationId xmlns:a16="http://schemas.microsoft.com/office/drawing/2014/main" id="{4109E5EE-6870-8C92-3E1F-9B5BC2F5E1C2}"/>
                    </a:ext>
                  </a:extLst>
                </p:cNvPr>
                <p:cNvPicPr/>
                <p:nvPr/>
              </p:nvPicPr>
              <p:blipFill>
                <a:blip r:embed="rId68"/>
                <a:stretch>
                  <a:fillRect/>
                </a:stretch>
              </p:blipFill>
              <p:spPr>
                <a:xfrm>
                  <a:off x="410271" y="2183585"/>
                  <a:ext cx="2808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9" name="Ink 58">
                  <a:extLst>
                    <a:ext uri="{FF2B5EF4-FFF2-40B4-BE49-F238E27FC236}">
                      <a16:creationId xmlns:a16="http://schemas.microsoft.com/office/drawing/2014/main" id="{773B5B03-1D69-FE15-DD1E-029804D25F03}"/>
                    </a:ext>
                  </a:extLst>
                </p14:cNvPr>
                <p14:cNvContentPartPr/>
                <p14:nvPr/>
              </p14:nvContentPartPr>
              <p14:xfrm>
                <a:off x="439791" y="2071625"/>
                <a:ext cx="35280" cy="18000"/>
              </p14:xfrm>
            </p:contentPart>
          </mc:Choice>
          <mc:Fallback xmlns="">
            <p:pic>
              <p:nvPicPr>
                <p:cNvPr id="59" name="Ink 58">
                  <a:extLst>
                    <a:ext uri="{FF2B5EF4-FFF2-40B4-BE49-F238E27FC236}">
                      <a16:creationId xmlns:a16="http://schemas.microsoft.com/office/drawing/2014/main" id="{773B5B03-1D69-FE15-DD1E-029804D25F03}"/>
                    </a:ext>
                  </a:extLst>
                </p:cNvPr>
                <p:cNvPicPr/>
                <p:nvPr/>
              </p:nvPicPr>
              <p:blipFill>
                <a:blip r:embed="rId70"/>
                <a:stretch>
                  <a:fillRect/>
                </a:stretch>
              </p:blipFill>
              <p:spPr>
                <a:xfrm>
                  <a:off x="431151" y="2062985"/>
                  <a:ext cx="5292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0" name="Ink 59">
                  <a:extLst>
                    <a:ext uri="{FF2B5EF4-FFF2-40B4-BE49-F238E27FC236}">
                      <a16:creationId xmlns:a16="http://schemas.microsoft.com/office/drawing/2014/main" id="{6B5A8E7B-A9AD-BEE3-8275-EB16E29C1E85}"/>
                    </a:ext>
                  </a:extLst>
                </p14:cNvPr>
                <p14:cNvContentPartPr/>
                <p14:nvPr/>
              </p14:nvContentPartPr>
              <p14:xfrm>
                <a:off x="484791" y="2141825"/>
                <a:ext cx="242640" cy="136800"/>
              </p14:xfrm>
            </p:contentPart>
          </mc:Choice>
          <mc:Fallback xmlns="">
            <p:pic>
              <p:nvPicPr>
                <p:cNvPr id="60" name="Ink 59">
                  <a:extLst>
                    <a:ext uri="{FF2B5EF4-FFF2-40B4-BE49-F238E27FC236}">
                      <a16:creationId xmlns:a16="http://schemas.microsoft.com/office/drawing/2014/main" id="{6B5A8E7B-A9AD-BEE3-8275-EB16E29C1E85}"/>
                    </a:ext>
                  </a:extLst>
                </p:cNvPr>
                <p:cNvPicPr/>
                <p:nvPr/>
              </p:nvPicPr>
              <p:blipFill>
                <a:blip r:embed="rId72"/>
                <a:stretch>
                  <a:fillRect/>
                </a:stretch>
              </p:blipFill>
              <p:spPr>
                <a:xfrm>
                  <a:off x="476151" y="2132825"/>
                  <a:ext cx="26028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1" name="Ink 60">
                  <a:extLst>
                    <a:ext uri="{FF2B5EF4-FFF2-40B4-BE49-F238E27FC236}">
                      <a16:creationId xmlns:a16="http://schemas.microsoft.com/office/drawing/2014/main" id="{D154C0E9-784E-ABF8-8740-6448CB7CC215}"/>
                    </a:ext>
                  </a:extLst>
                </p14:cNvPr>
                <p14:cNvContentPartPr/>
                <p14:nvPr/>
              </p14:nvContentPartPr>
              <p14:xfrm>
                <a:off x="802671" y="2100785"/>
                <a:ext cx="26280" cy="174240"/>
              </p14:xfrm>
            </p:contentPart>
          </mc:Choice>
          <mc:Fallback xmlns="">
            <p:pic>
              <p:nvPicPr>
                <p:cNvPr id="61" name="Ink 60">
                  <a:extLst>
                    <a:ext uri="{FF2B5EF4-FFF2-40B4-BE49-F238E27FC236}">
                      <a16:creationId xmlns:a16="http://schemas.microsoft.com/office/drawing/2014/main" id="{D154C0E9-784E-ABF8-8740-6448CB7CC215}"/>
                    </a:ext>
                  </a:extLst>
                </p:cNvPr>
                <p:cNvPicPr/>
                <p:nvPr/>
              </p:nvPicPr>
              <p:blipFill>
                <a:blip r:embed="rId74"/>
                <a:stretch>
                  <a:fillRect/>
                </a:stretch>
              </p:blipFill>
              <p:spPr>
                <a:xfrm>
                  <a:off x="793671" y="2092145"/>
                  <a:ext cx="439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2" name="Ink 61">
                  <a:extLst>
                    <a:ext uri="{FF2B5EF4-FFF2-40B4-BE49-F238E27FC236}">
                      <a16:creationId xmlns:a16="http://schemas.microsoft.com/office/drawing/2014/main" id="{A5F58080-A54C-DBAA-930D-47CE9F7DCA0E}"/>
                    </a:ext>
                  </a:extLst>
                </p14:cNvPr>
                <p14:cNvContentPartPr/>
                <p14:nvPr/>
              </p14:nvContentPartPr>
              <p14:xfrm>
                <a:off x="989151" y="2005385"/>
                <a:ext cx="102960" cy="289080"/>
              </p14:xfrm>
            </p:contentPart>
          </mc:Choice>
          <mc:Fallback xmlns="">
            <p:pic>
              <p:nvPicPr>
                <p:cNvPr id="62" name="Ink 61">
                  <a:extLst>
                    <a:ext uri="{FF2B5EF4-FFF2-40B4-BE49-F238E27FC236}">
                      <a16:creationId xmlns:a16="http://schemas.microsoft.com/office/drawing/2014/main" id="{A5F58080-A54C-DBAA-930D-47CE9F7DCA0E}"/>
                    </a:ext>
                  </a:extLst>
                </p:cNvPr>
                <p:cNvPicPr/>
                <p:nvPr/>
              </p:nvPicPr>
              <p:blipFill>
                <a:blip r:embed="rId76"/>
                <a:stretch>
                  <a:fillRect/>
                </a:stretch>
              </p:blipFill>
              <p:spPr>
                <a:xfrm>
                  <a:off x="980511" y="1996385"/>
                  <a:ext cx="12060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3" name="Ink 62">
                  <a:extLst>
                    <a:ext uri="{FF2B5EF4-FFF2-40B4-BE49-F238E27FC236}">
                      <a16:creationId xmlns:a16="http://schemas.microsoft.com/office/drawing/2014/main" id="{D2A4A321-C3FD-F605-BC81-7A1B0D4611EB}"/>
                    </a:ext>
                  </a:extLst>
                </p14:cNvPr>
                <p14:cNvContentPartPr/>
                <p14:nvPr/>
              </p14:nvContentPartPr>
              <p14:xfrm>
                <a:off x="1111551" y="2173505"/>
                <a:ext cx="81000" cy="105840"/>
              </p14:xfrm>
            </p:contentPart>
          </mc:Choice>
          <mc:Fallback xmlns="">
            <p:pic>
              <p:nvPicPr>
                <p:cNvPr id="63" name="Ink 62">
                  <a:extLst>
                    <a:ext uri="{FF2B5EF4-FFF2-40B4-BE49-F238E27FC236}">
                      <a16:creationId xmlns:a16="http://schemas.microsoft.com/office/drawing/2014/main" id="{D2A4A321-C3FD-F605-BC81-7A1B0D4611EB}"/>
                    </a:ext>
                  </a:extLst>
                </p:cNvPr>
                <p:cNvPicPr/>
                <p:nvPr/>
              </p:nvPicPr>
              <p:blipFill>
                <a:blip r:embed="rId78"/>
                <a:stretch>
                  <a:fillRect/>
                </a:stretch>
              </p:blipFill>
              <p:spPr>
                <a:xfrm>
                  <a:off x="1102551" y="2164865"/>
                  <a:ext cx="986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4" name="Ink 63">
                  <a:extLst>
                    <a:ext uri="{FF2B5EF4-FFF2-40B4-BE49-F238E27FC236}">
                      <a16:creationId xmlns:a16="http://schemas.microsoft.com/office/drawing/2014/main" id="{05847FD6-2DB8-4E4B-D0EF-82807BB4E111}"/>
                    </a:ext>
                  </a:extLst>
                </p14:cNvPr>
                <p14:cNvContentPartPr/>
                <p14:nvPr/>
              </p14:nvContentPartPr>
              <p14:xfrm>
                <a:off x="1222431" y="2177825"/>
                <a:ext cx="95760" cy="128880"/>
              </p14:xfrm>
            </p:contentPart>
          </mc:Choice>
          <mc:Fallback xmlns="">
            <p:pic>
              <p:nvPicPr>
                <p:cNvPr id="64" name="Ink 63">
                  <a:extLst>
                    <a:ext uri="{FF2B5EF4-FFF2-40B4-BE49-F238E27FC236}">
                      <a16:creationId xmlns:a16="http://schemas.microsoft.com/office/drawing/2014/main" id="{05847FD6-2DB8-4E4B-D0EF-82807BB4E111}"/>
                    </a:ext>
                  </a:extLst>
                </p:cNvPr>
                <p:cNvPicPr/>
                <p:nvPr/>
              </p:nvPicPr>
              <p:blipFill>
                <a:blip r:embed="rId80"/>
                <a:stretch>
                  <a:fillRect/>
                </a:stretch>
              </p:blipFill>
              <p:spPr>
                <a:xfrm>
                  <a:off x="1213431" y="2168825"/>
                  <a:ext cx="11340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5" name="Ink 64">
                  <a:extLst>
                    <a:ext uri="{FF2B5EF4-FFF2-40B4-BE49-F238E27FC236}">
                      <a16:creationId xmlns:a16="http://schemas.microsoft.com/office/drawing/2014/main" id="{87FF89E7-BA2A-BB7F-B707-4C2E7CA7960A}"/>
                    </a:ext>
                  </a:extLst>
                </p14:cNvPr>
                <p14:cNvContentPartPr/>
                <p14:nvPr/>
              </p14:nvContentPartPr>
              <p14:xfrm>
                <a:off x="1368231" y="2082785"/>
                <a:ext cx="21240" cy="241200"/>
              </p14:xfrm>
            </p:contentPart>
          </mc:Choice>
          <mc:Fallback xmlns="">
            <p:pic>
              <p:nvPicPr>
                <p:cNvPr id="65" name="Ink 64">
                  <a:extLst>
                    <a:ext uri="{FF2B5EF4-FFF2-40B4-BE49-F238E27FC236}">
                      <a16:creationId xmlns:a16="http://schemas.microsoft.com/office/drawing/2014/main" id="{87FF89E7-BA2A-BB7F-B707-4C2E7CA7960A}"/>
                    </a:ext>
                  </a:extLst>
                </p:cNvPr>
                <p:cNvPicPr/>
                <p:nvPr/>
              </p:nvPicPr>
              <p:blipFill>
                <a:blip r:embed="rId82"/>
                <a:stretch>
                  <a:fillRect/>
                </a:stretch>
              </p:blipFill>
              <p:spPr>
                <a:xfrm>
                  <a:off x="1359591" y="2074145"/>
                  <a:ext cx="3888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66" name="Ink 65">
                  <a:extLst>
                    <a:ext uri="{FF2B5EF4-FFF2-40B4-BE49-F238E27FC236}">
                      <a16:creationId xmlns:a16="http://schemas.microsoft.com/office/drawing/2014/main" id="{9DF9DF0A-E366-0FA6-6B7F-00ACF1DCF43B}"/>
                    </a:ext>
                  </a:extLst>
                </p14:cNvPr>
                <p14:cNvContentPartPr/>
                <p14:nvPr/>
              </p14:nvContentPartPr>
              <p14:xfrm>
                <a:off x="1394151" y="2182145"/>
                <a:ext cx="84960" cy="51120"/>
              </p14:xfrm>
            </p:contentPart>
          </mc:Choice>
          <mc:Fallback xmlns="">
            <p:pic>
              <p:nvPicPr>
                <p:cNvPr id="66" name="Ink 65">
                  <a:extLst>
                    <a:ext uri="{FF2B5EF4-FFF2-40B4-BE49-F238E27FC236}">
                      <a16:creationId xmlns:a16="http://schemas.microsoft.com/office/drawing/2014/main" id="{9DF9DF0A-E366-0FA6-6B7F-00ACF1DCF43B}"/>
                    </a:ext>
                  </a:extLst>
                </p:cNvPr>
                <p:cNvPicPr/>
                <p:nvPr/>
              </p:nvPicPr>
              <p:blipFill>
                <a:blip r:embed="rId84"/>
                <a:stretch>
                  <a:fillRect/>
                </a:stretch>
              </p:blipFill>
              <p:spPr>
                <a:xfrm>
                  <a:off x="1385511" y="2173145"/>
                  <a:ext cx="102600" cy="68760"/>
                </a:xfrm>
                <a:prstGeom prst="rect">
                  <a:avLst/>
                </a:prstGeom>
              </p:spPr>
            </p:pic>
          </mc:Fallback>
        </mc:AlternateContent>
      </p:grpSp>
      <p:grpSp>
        <p:nvGrpSpPr>
          <p:cNvPr id="80" name="Group 79">
            <a:extLst>
              <a:ext uri="{FF2B5EF4-FFF2-40B4-BE49-F238E27FC236}">
                <a16:creationId xmlns:a16="http://schemas.microsoft.com/office/drawing/2014/main" id="{E0CE901A-C402-C0A0-8265-118A49C8BA08}"/>
              </a:ext>
            </a:extLst>
          </p:cNvPr>
          <p:cNvGrpSpPr/>
          <p:nvPr/>
        </p:nvGrpSpPr>
        <p:grpSpPr>
          <a:xfrm>
            <a:off x="110751" y="3162425"/>
            <a:ext cx="1934280" cy="742320"/>
            <a:chOff x="110751" y="3162425"/>
            <a:chExt cx="1934280" cy="742320"/>
          </a:xfrm>
        </p:grpSpPr>
        <mc:AlternateContent xmlns:mc="http://schemas.openxmlformats.org/markup-compatibility/2006" xmlns:p14="http://schemas.microsoft.com/office/powerpoint/2010/main">
          <mc:Choice Requires="p14">
            <p:contentPart p14:bwMode="auto" r:id="rId85">
              <p14:nvContentPartPr>
                <p14:cNvPr id="52" name="Ink 51">
                  <a:extLst>
                    <a:ext uri="{FF2B5EF4-FFF2-40B4-BE49-F238E27FC236}">
                      <a16:creationId xmlns:a16="http://schemas.microsoft.com/office/drawing/2014/main" id="{5CE71C90-EA58-E2B3-DA16-B43D6C09AD8A}"/>
                    </a:ext>
                  </a:extLst>
                </p14:cNvPr>
                <p14:cNvContentPartPr/>
                <p14:nvPr/>
              </p14:nvContentPartPr>
              <p14:xfrm>
                <a:off x="1641831" y="3456185"/>
                <a:ext cx="139320" cy="138960"/>
              </p14:xfrm>
            </p:contentPart>
          </mc:Choice>
          <mc:Fallback xmlns="">
            <p:pic>
              <p:nvPicPr>
                <p:cNvPr id="52" name="Ink 51">
                  <a:extLst>
                    <a:ext uri="{FF2B5EF4-FFF2-40B4-BE49-F238E27FC236}">
                      <a16:creationId xmlns:a16="http://schemas.microsoft.com/office/drawing/2014/main" id="{5CE71C90-EA58-E2B3-DA16-B43D6C09AD8A}"/>
                    </a:ext>
                  </a:extLst>
                </p:cNvPr>
                <p:cNvPicPr/>
                <p:nvPr/>
              </p:nvPicPr>
              <p:blipFill>
                <a:blip r:embed="rId86"/>
                <a:stretch>
                  <a:fillRect/>
                </a:stretch>
              </p:blipFill>
              <p:spPr>
                <a:xfrm>
                  <a:off x="1632831" y="3447545"/>
                  <a:ext cx="15696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3" name="Ink 52">
                  <a:extLst>
                    <a:ext uri="{FF2B5EF4-FFF2-40B4-BE49-F238E27FC236}">
                      <a16:creationId xmlns:a16="http://schemas.microsoft.com/office/drawing/2014/main" id="{9867539B-D551-5608-9AA2-C985E57A118D}"/>
                    </a:ext>
                  </a:extLst>
                </p14:cNvPr>
                <p14:cNvContentPartPr/>
                <p14:nvPr/>
              </p14:nvContentPartPr>
              <p14:xfrm>
                <a:off x="1737951" y="3515945"/>
                <a:ext cx="307080" cy="40680"/>
              </p14:xfrm>
            </p:contentPart>
          </mc:Choice>
          <mc:Fallback xmlns="">
            <p:pic>
              <p:nvPicPr>
                <p:cNvPr id="53" name="Ink 52">
                  <a:extLst>
                    <a:ext uri="{FF2B5EF4-FFF2-40B4-BE49-F238E27FC236}">
                      <a16:creationId xmlns:a16="http://schemas.microsoft.com/office/drawing/2014/main" id="{9867539B-D551-5608-9AA2-C985E57A118D}"/>
                    </a:ext>
                  </a:extLst>
                </p:cNvPr>
                <p:cNvPicPr/>
                <p:nvPr/>
              </p:nvPicPr>
              <p:blipFill>
                <a:blip r:embed="rId88"/>
                <a:stretch>
                  <a:fillRect/>
                </a:stretch>
              </p:blipFill>
              <p:spPr>
                <a:xfrm>
                  <a:off x="1728951" y="3506945"/>
                  <a:ext cx="32472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8" name="Ink 67">
                  <a:extLst>
                    <a:ext uri="{FF2B5EF4-FFF2-40B4-BE49-F238E27FC236}">
                      <a16:creationId xmlns:a16="http://schemas.microsoft.com/office/drawing/2014/main" id="{DEE13422-A2CE-EDA1-DFCA-9E9024BE4DB3}"/>
                    </a:ext>
                  </a:extLst>
                </p14:cNvPr>
                <p14:cNvContentPartPr/>
                <p14:nvPr/>
              </p14:nvContentPartPr>
              <p14:xfrm>
                <a:off x="110751" y="3162425"/>
                <a:ext cx="1559880" cy="742320"/>
              </p14:xfrm>
            </p:contentPart>
          </mc:Choice>
          <mc:Fallback xmlns="">
            <p:pic>
              <p:nvPicPr>
                <p:cNvPr id="68" name="Ink 67">
                  <a:extLst>
                    <a:ext uri="{FF2B5EF4-FFF2-40B4-BE49-F238E27FC236}">
                      <a16:creationId xmlns:a16="http://schemas.microsoft.com/office/drawing/2014/main" id="{DEE13422-A2CE-EDA1-DFCA-9E9024BE4DB3}"/>
                    </a:ext>
                  </a:extLst>
                </p:cNvPr>
                <p:cNvPicPr/>
                <p:nvPr/>
              </p:nvPicPr>
              <p:blipFill>
                <a:blip r:embed="rId90"/>
                <a:stretch>
                  <a:fillRect/>
                </a:stretch>
              </p:blipFill>
              <p:spPr>
                <a:xfrm>
                  <a:off x="101751" y="3153425"/>
                  <a:ext cx="1577520" cy="7599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69" name="Ink 68">
                  <a:extLst>
                    <a:ext uri="{FF2B5EF4-FFF2-40B4-BE49-F238E27FC236}">
                      <a16:creationId xmlns:a16="http://schemas.microsoft.com/office/drawing/2014/main" id="{B6673AC2-753A-23F5-9762-2B248AB9E4DA}"/>
                    </a:ext>
                  </a:extLst>
                </p14:cNvPr>
                <p14:cNvContentPartPr/>
                <p14:nvPr/>
              </p14:nvContentPartPr>
              <p14:xfrm>
                <a:off x="216951" y="3391385"/>
                <a:ext cx="237240" cy="352800"/>
              </p14:xfrm>
            </p:contentPart>
          </mc:Choice>
          <mc:Fallback xmlns="">
            <p:pic>
              <p:nvPicPr>
                <p:cNvPr id="69" name="Ink 68">
                  <a:extLst>
                    <a:ext uri="{FF2B5EF4-FFF2-40B4-BE49-F238E27FC236}">
                      <a16:creationId xmlns:a16="http://schemas.microsoft.com/office/drawing/2014/main" id="{B6673AC2-753A-23F5-9762-2B248AB9E4DA}"/>
                    </a:ext>
                  </a:extLst>
                </p:cNvPr>
                <p:cNvPicPr/>
                <p:nvPr/>
              </p:nvPicPr>
              <p:blipFill>
                <a:blip r:embed="rId92"/>
                <a:stretch>
                  <a:fillRect/>
                </a:stretch>
              </p:blipFill>
              <p:spPr>
                <a:xfrm>
                  <a:off x="208311" y="3382745"/>
                  <a:ext cx="25488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0" name="Ink 69">
                  <a:extLst>
                    <a:ext uri="{FF2B5EF4-FFF2-40B4-BE49-F238E27FC236}">
                      <a16:creationId xmlns:a16="http://schemas.microsoft.com/office/drawing/2014/main" id="{D26FC08F-9FDA-64B3-9AF8-FB3FFF03B51A}"/>
                    </a:ext>
                  </a:extLst>
                </p14:cNvPr>
                <p14:cNvContentPartPr/>
                <p14:nvPr/>
              </p14:nvContentPartPr>
              <p14:xfrm>
                <a:off x="496311" y="3576425"/>
                <a:ext cx="36720" cy="131040"/>
              </p14:xfrm>
            </p:contentPart>
          </mc:Choice>
          <mc:Fallback xmlns="">
            <p:pic>
              <p:nvPicPr>
                <p:cNvPr id="70" name="Ink 69">
                  <a:extLst>
                    <a:ext uri="{FF2B5EF4-FFF2-40B4-BE49-F238E27FC236}">
                      <a16:creationId xmlns:a16="http://schemas.microsoft.com/office/drawing/2014/main" id="{D26FC08F-9FDA-64B3-9AF8-FB3FFF03B51A}"/>
                    </a:ext>
                  </a:extLst>
                </p:cNvPr>
                <p:cNvPicPr/>
                <p:nvPr/>
              </p:nvPicPr>
              <p:blipFill>
                <a:blip r:embed="rId94"/>
                <a:stretch>
                  <a:fillRect/>
                </a:stretch>
              </p:blipFill>
              <p:spPr>
                <a:xfrm>
                  <a:off x="487671" y="3567785"/>
                  <a:ext cx="5436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71" name="Ink 70">
                  <a:extLst>
                    <a:ext uri="{FF2B5EF4-FFF2-40B4-BE49-F238E27FC236}">
                      <a16:creationId xmlns:a16="http://schemas.microsoft.com/office/drawing/2014/main" id="{6DF84B23-4E30-DA87-6DCB-6BD02932CB22}"/>
                    </a:ext>
                  </a:extLst>
                </p14:cNvPr>
                <p14:cNvContentPartPr/>
                <p14:nvPr/>
              </p14:nvContentPartPr>
              <p14:xfrm>
                <a:off x="545271" y="3457265"/>
                <a:ext cx="5400" cy="54000"/>
              </p14:xfrm>
            </p:contentPart>
          </mc:Choice>
          <mc:Fallback xmlns="">
            <p:pic>
              <p:nvPicPr>
                <p:cNvPr id="71" name="Ink 70">
                  <a:extLst>
                    <a:ext uri="{FF2B5EF4-FFF2-40B4-BE49-F238E27FC236}">
                      <a16:creationId xmlns:a16="http://schemas.microsoft.com/office/drawing/2014/main" id="{6DF84B23-4E30-DA87-6DCB-6BD02932CB22}"/>
                    </a:ext>
                  </a:extLst>
                </p:cNvPr>
                <p:cNvPicPr/>
                <p:nvPr/>
              </p:nvPicPr>
              <p:blipFill>
                <a:blip r:embed="rId96"/>
                <a:stretch>
                  <a:fillRect/>
                </a:stretch>
              </p:blipFill>
              <p:spPr>
                <a:xfrm>
                  <a:off x="536631" y="3448265"/>
                  <a:ext cx="2304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72" name="Ink 71">
                  <a:extLst>
                    <a:ext uri="{FF2B5EF4-FFF2-40B4-BE49-F238E27FC236}">
                      <a16:creationId xmlns:a16="http://schemas.microsoft.com/office/drawing/2014/main" id="{3BE276E1-6B99-0050-CB29-BF074325D108}"/>
                    </a:ext>
                  </a:extLst>
                </p14:cNvPr>
                <p14:cNvContentPartPr/>
                <p14:nvPr/>
              </p14:nvContentPartPr>
              <p14:xfrm>
                <a:off x="596031" y="3554105"/>
                <a:ext cx="177480" cy="141480"/>
              </p14:xfrm>
            </p:contentPart>
          </mc:Choice>
          <mc:Fallback xmlns="">
            <p:pic>
              <p:nvPicPr>
                <p:cNvPr id="72" name="Ink 71">
                  <a:extLst>
                    <a:ext uri="{FF2B5EF4-FFF2-40B4-BE49-F238E27FC236}">
                      <a16:creationId xmlns:a16="http://schemas.microsoft.com/office/drawing/2014/main" id="{3BE276E1-6B99-0050-CB29-BF074325D108}"/>
                    </a:ext>
                  </a:extLst>
                </p:cNvPr>
                <p:cNvPicPr/>
                <p:nvPr/>
              </p:nvPicPr>
              <p:blipFill>
                <a:blip r:embed="rId98"/>
                <a:stretch>
                  <a:fillRect/>
                </a:stretch>
              </p:blipFill>
              <p:spPr>
                <a:xfrm>
                  <a:off x="587031" y="3545105"/>
                  <a:ext cx="19512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75" name="Ink 74">
                  <a:extLst>
                    <a:ext uri="{FF2B5EF4-FFF2-40B4-BE49-F238E27FC236}">
                      <a16:creationId xmlns:a16="http://schemas.microsoft.com/office/drawing/2014/main" id="{F75CE6EF-09F1-0608-8021-49B8DA5B336C}"/>
                    </a:ext>
                  </a:extLst>
                </p14:cNvPr>
                <p14:cNvContentPartPr/>
                <p14:nvPr/>
              </p14:nvContentPartPr>
              <p14:xfrm>
                <a:off x="793671" y="3451145"/>
                <a:ext cx="129960" cy="279000"/>
              </p14:xfrm>
            </p:contentPart>
          </mc:Choice>
          <mc:Fallback xmlns="">
            <p:pic>
              <p:nvPicPr>
                <p:cNvPr id="75" name="Ink 74">
                  <a:extLst>
                    <a:ext uri="{FF2B5EF4-FFF2-40B4-BE49-F238E27FC236}">
                      <a16:creationId xmlns:a16="http://schemas.microsoft.com/office/drawing/2014/main" id="{F75CE6EF-09F1-0608-8021-49B8DA5B336C}"/>
                    </a:ext>
                  </a:extLst>
                </p:cNvPr>
                <p:cNvPicPr/>
                <p:nvPr/>
              </p:nvPicPr>
              <p:blipFill>
                <a:blip r:embed="rId100"/>
                <a:stretch>
                  <a:fillRect/>
                </a:stretch>
              </p:blipFill>
              <p:spPr>
                <a:xfrm>
                  <a:off x="784671" y="3442505"/>
                  <a:ext cx="14760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76" name="Ink 75">
                  <a:extLst>
                    <a:ext uri="{FF2B5EF4-FFF2-40B4-BE49-F238E27FC236}">
                      <a16:creationId xmlns:a16="http://schemas.microsoft.com/office/drawing/2014/main" id="{201EF6FF-898A-BF36-7FE0-D52C5AA021A8}"/>
                    </a:ext>
                  </a:extLst>
                </p14:cNvPr>
                <p14:cNvContentPartPr/>
                <p14:nvPr/>
              </p14:nvContentPartPr>
              <p14:xfrm>
                <a:off x="1040631" y="3312905"/>
                <a:ext cx="124920" cy="422280"/>
              </p14:xfrm>
            </p:contentPart>
          </mc:Choice>
          <mc:Fallback xmlns="">
            <p:pic>
              <p:nvPicPr>
                <p:cNvPr id="76" name="Ink 75">
                  <a:extLst>
                    <a:ext uri="{FF2B5EF4-FFF2-40B4-BE49-F238E27FC236}">
                      <a16:creationId xmlns:a16="http://schemas.microsoft.com/office/drawing/2014/main" id="{201EF6FF-898A-BF36-7FE0-D52C5AA021A8}"/>
                    </a:ext>
                  </a:extLst>
                </p:cNvPr>
                <p:cNvPicPr/>
                <p:nvPr/>
              </p:nvPicPr>
              <p:blipFill>
                <a:blip r:embed="rId102"/>
                <a:stretch>
                  <a:fillRect/>
                </a:stretch>
              </p:blipFill>
              <p:spPr>
                <a:xfrm>
                  <a:off x="1031991" y="3303905"/>
                  <a:ext cx="142560" cy="4399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77" name="Ink 76">
                  <a:extLst>
                    <a:ext uri="{FF2B5EF4-FFF2-40B4-BE49-F238E27FC236}">
                      <a16:creationId xmlns:a16="http://schemas.microsoft.com/office/drawing/2014/main" id="{A152C87E-8116-DD39-F947-A7C2496AB870}"/>
                    </a:ext>
                  </a:extLst>
                </p14:cNvPr>
                <p14:cNvContentPartPr/>
                <p14:nvPr/>
              </p14:nvContentPartPr>
              <p14:xfrm>
                <a:off x="1187511" y="3567065"/>
                <a:ext cx="209880" cy="117720"/>
              </p14:xfrm>
            </p:contentPart>
          </mc:Choice>
          <mc:Fallback xmlns="">
            <p:pic>
              <p:nvPicPr>
                <p:cNvPr id="77" name="Ink 76">
                  <a:extLst>
                    <a:ext uri="{FF2B5EF4-FFF2-40B4-BE49-F238E27FC236}">
                      <a16:creationId xmlns:a16="http://schemas.microsoft.com/office/drawing/2014/main" id="{A152C87E-8116-DD39-F947-A7C2496AB870}"/>
                    </a:ext>
                  </a:extLst>
                </p:cNvPr>
                <p:cNvPicPr/>
                <p:nvPr/>
              </p:nvPicPr>
              <p:blipFill>
                <a:blip r:embed="rId104"/>
                <a:stretch>
                  <a:fillRect/>
                </a:stretch>
              </p:blipFill>
              <p:spPr>
                <a:xfrm>
                  <a:off x="1178511" y="3558425"/>
                  <a:ext cx="22752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78" name="Ink 77">
                  <a:extLst>
                    <a:ext uri="{FF2B5EF4-FFF2-40B4-BE49-F238E27FC236}">
                      <a16:creationId xmlns:a16="http://schemas.microsoft.com/office/drawing/2014/main" id="{C0667CCB-757B-5D2C-407C-833E6771D0D6}"/>
                    </a:ext>
                  </a:extLst>
                </p14:cNvPr>
                <p14:cNvContentPartPr/>
                <p14:nvPr/>
              </p14:nvContentPartPr>
              <p14:xfrm>
                <a:off x="1409271" y="3457985"/>
                <a:ext cx="78480" cy="234360"/>
              </p14:xfrm>
            </p:contentPart>
          </mc:Choice>
          <mc:Fallback xmlns="">
            <p:pic>
              <p:nvPicPr>
                <p:cNvPr id="78" name="Ink 77">
                  <a:extLst>
                    <a:ext uri="{FF2B5EF4-FFF2-40B4-BE49-F238E27FC236}">
                      <a16:creationId xmlns:a16="http://schemas.microsoft.com/office/drawing/2014/main" id="{C0667CCB-757B-5D2C-407C-833E6771D0D6}"/>
                    </a:ext>
                  </a:extLst>
                </p:cNvPr>
                <p:cNvPicPr/>
                <p:nvPr/>
              </p:nvPicPr>
              <p:blipFill>
                <a:blip r:embed="rId106"/>
                <a:stretch>
                  <a:fillRect/>
                </a:stretch>
              </p:blipFill>
              <p:spPr>
                <a:xfrm>
                  <a:off x="1400631" y="3448985"/>
                  <a:ext cx="9612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9" name="Ink 78">
                  <a:extLst>
                    <a:ext uri="{FF2B5EF4-FFF2-40B4-BE49-F238E27FC236}">
                      <a16:creationId xmlns:a16="http://schemas.microsoft.com/office/drawing/2014/main" id="{A1FE9AB1-C3B9-5A2C-7947-44BB5BCA0457}"/>
                    </a:ext>
                  </a:extLst>
                </p14:cNvPr>
                <p14:cNvContentPartPr/>
                <p14:nvPr/>
              </p14:nvContentPartPr>
              <p14:xfrm>
                <a:off x="1495311" y="3607025"/>
                <a:ext cx="360" cy="8640"/>
              </p14:xfrm>
            </p:contentPart>
          </mc:Choice>
          <mc:Fallback xmlns="">
            <p:pic>
              <p:nvPicPr>
                <p:cNvPr id="79" name="Ink 78">
                  <a:extLst>
                    <a:ext uri="{FF2B5EF4-FFF2-40B4-BE49-F238E27FC236}">
                      <a16:creationId xmlns:a16="http://schemas.microsoft.com/office/drawing/2014/main" id="{A1FE9AB1-C3B9-5A2C-7947-44BB5BCA0457}"/>
                    </a:ext>
                  </a:extLst>
                </p:cNvPr>
                <p:cNvPicPr/>
                <p:nvPr/>
              </p:nvPicPr>
              <p:blipFill>
                <a:blip r:embed="rId108"/>
                <a:stretch>
                  <a:fillRect/>
                </a:stretch>
              </p:blipFill>
              <p:spPr>
                <a:xfrm>
                  <a:off x="1486311" y="3598025"/>
                  <a:ext cx="18000" cy="26280"/>
                </a:xfrm>
                <a:prstGeom prst="rect">
                  <a:avLst/>
                </a:prstGeom>
              </p:spPr>
            </p:pic>
          </mc:Fallback>
        </mc:AlternateContent>
      </p:grpSp>
      <p:grpSp>
        <p:nvGrpSpPr>
          <p:cNvPr id="94" name="Group 93">
            <a:extLst>
              <a:ext uri="{FF2B5EF4-FFF2-40B4-BE49-F238E27FC236}">
                <a16:creationId xmlns:a16="http://schemas.microsoft.com/office/drawing/2014/main" id="{224ACEB9-6009-9AED-D8C4-3CDE95F2643A}"/>
              </a:ext>
            </a:extLst>
          </p:cNvPr>
          <p:cNvGrpSpPr/>
          <p:nvPr/>
        </p:nvGrpSpPr>
        <p:grpSpPr>
          <a:xfrm>
            <a:off x="384711" y="2443145"/>
            <a:ext cx="1740960" cy="780480"/>
            <a:chOff x="384711" y="2443145"/>
            <a:chExt cx="1740960" cy="780480"/>
          </a:xfrm>
        </p:grpSpPr>
        <mc:AlternateContent xmlns:mc="http://schemas.openxmlformats.org/markup-compatibility/2006" xmlns:p14="http://schemas.microsoft.com/office/powerpoint/2010/main">
          <mc:Choice Requires="p14">
            <p:contentPart p14:bwMode="auto" r:id="rId109">
              <p14:nvContentPartPr>
                <p14:cNvPr id="81" name="Ink 80">
                  <a:extLst>
                    <a:ext uri="{FF2B5EF4-FFF2-40B4-BE49-F238E27FC236}">
                      <a16:creationId xmlns:a16="http://schemas.microsoft.com/office/drawing/2014/main" id="{048E4356-2F6E-FBE4-116D-89146C6C4DA4}"/>
                    </a:ext>
                  </a:extLst>
                </p14:cNvPr>
                <p14:cNvContentPartPr/>
                <p14:nvPr/>
              </p14:nvContentPartPr>
              <p14:xfrm>
                <a:off x="384711" y="2716745"/>
                <a:ext cx="1740960" cy="279360"/>
              </p14:xfrm>
            </p:contentPart>
          </mc:Choice>
          <mc:Fallback xmlns="">
            <p:pic>
              <p:nvPicPr>
                <p:cNvPr id="81" name="Ink 80">
                  <a:extLst>
                    <a:ext uri="{FF2B5EF4-FFF2-40B4-BE49-F238E27FC236}">
                      <a16:creationId xmlns:a16="http://schemas.microsoft.com/office/drawing/2014/main" id="{048E4356-2F6E-FBE4-116D-89146C6C4DA4}"/>
                    </a:ext>
                  </a:extLst>
                </p:cNvPr>
                <p:cNvPicPr/>
                <p:nvPr/>
              </p:nvPicPr>
              <p:blipFill>
                <a:blip r:embed="rId110"/>
                <a:stretch>
                  <a:fillRect/>
                </a:stretch>
              </p:blipFill>
              <p:spPr>
                <a:xfrm>
                  <a:off x="375711" y="2708105"/>
                  <a:ext cx="175860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82" name="Ink 81">
                  <a:extLst>
                    <a:ext uri="{FF2B5EF4-FFF2-40B4-BE49-F238E27FC236}">
                      <a16:creationId xmlns:a16="http://schemas.microsoft.com/office/drawing/2014/main" id="{5A76AD78-AB48-D6F1-4143-2DB98BD147B4}"/>
                    </a:ext>
                  </a:extLst>
                </p14:cNvPr>
                <p14:cNvContentPartPr/>
                <p14:nvPr/>
              </p14:nvContentPartPr>
              <p14:xfrm>
                <a:off x="621231" y="2745545"/>
                <a:ext cx="177120" cy="190800"/>
              </p14:xfrm>
            </p:contentPart>
          </mc:Choice>
          <mc:Fallback xmlns="">
            <p:pic>
              <p:nvPicPr>
                <p:cNvPr id="82" name="Ink 81">
                  <a:extLst>
                    <a:ext uri="{FF2B5EF4-FFF2-40B4-BE49-F238E27FC236}">
                      <a16:creationId xmlns:a16="http://schemas.microsoft.com/office/drawing/2014/main" id="{5A76AD78-AB48-D6F1-4143-2DB98BD147B4}"/>
                    </a:ext>
                  </a:extLst>
                </p:cNvPr>
                <p:cNvPicPr/>
                <p:nvPr/>
              </p:nvPicPr>
              <p:blipFill>
                <a:blip r:embed="rId112"/>
                <a:stretch>
                  <a:fillRect/>
                </a:stretch>
              </p:blipFill>
              <p:spPr>
                <a:xfrm>
                  <a:off x="612231" y="2736905"/>
                  <a:ext cx="19476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83" name="Ink 82">
                  <a:extLst>
                    <a:ext uri="{FF2B5EF4-FFF2-40B4-BE49-F238E27FC236}">
                      <a16:creationId xmlns:a16="http://schemas.microsoft.com/office/drawing/2014/main" id="{2F10BDE5-2289-596D-931A-C4ABD8E9933C}"/>
                    </a:ext>
                  </a:extLst>
                </p14:cNvPr>
                <p14:cNvContentPartPr/>
                <p14:nvPr/>
              </p14:nvContentPartPr>
              <p14:xfrm>
                <a:off x="852351" y="2820425"/>
                <a:ext cx="201240" cy="105840"/>
              </p14:xfrm>
            </p:contentPart>
          </mc:Choice>
          <mc:Fallback xmlns="">
            <p:pic>
              <p:nvPicPr>
                <p:cNvPr id="83" name="Ink 82">
                  <a:extLst>
                    <a:ext uri="{FF2B5EF4-FFF2-40B4-BE49-F238E27FC236}">
                      <a16:creationId xmlns:a16="http://schemas.microsoft.com/office/drawing/2014/main" id="{2F10BDE5-2289-596D-931A-C4ABD8E9933C}"/>
                    </a:ext>
                  </a:extLst>
                </p:cNvPr>
                <p:cNvPicPr/>
                <p:nvPr/>
              </p:nvPicPr>
              <p:blipFill>
                <a:blip r:embed="rId114"/>
                <a:stretch>
                  <a:fillRect/>
                </a:stretch>
              </p:blipFill>
              <p:spPr>
                <a:xfrm>
                  <a:off x="843711" y="2811425"/>
                  <a:ext cx="21888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84" name="Ink 83">
                  <a:extLst>
                    <a:ext uri="{FF2B5EF4-FFF2-40B4-BE49-F238E27FC236}">
                      <a16:creationId xmlns:a16="http://schemas.microsoft.com/office/drawing/2014/main" id="{0C0EDCCB-6472-8051-BA84-D18F29CB3A1B}"/>
                    </a:ext>
                  </a:extLst>
                </p14:cNvPr>
                <p14:cNvContentPartPr/>
                <p14:nvPr/>
              </p14:nvContentPartPr>
              <p14:xfrm>
                <a:off x="1096431" y="2814305"/>
                <a:ext cx="99000" cy="127080"/>
              </p14:xfrm>
            </p:contentPart>
          </mc:Choice>
          <mc:Fallback xmlns="">
            <p:pic>
              <p:nvPicPr>
                <p:cNvPr id="84" name="Ink 83">
                  <a:extLst>
                    <a:ext uri="{FF2B5EF4-FFF2-40B4-BE49-F238E27FC236}">
                      <a16:creationId xmlns:a16="http://schemas.microsoft.com/office/drawing/2014/main" id="{0C0EDCCB-6472-8051-BA84-D18F29CB3A1B}"/>
                    </a:ext>
                  </a:extLst>
                </p:cNvPr>
                <p:cNvPicPr/>
                <p:nvPr/>
              </p:nvPicPr>
              <p:blipFill>
                <a:blip r:embed="rId116"/>
                <a:stretch>
                  <a:fillRect/>
                </a:stretch>
              </p:blipFill>
              <p:spPr>
                <a:xfrm>
                  <a:off x="1087791" y="2805665"/>
                  <a:ext cx="11664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5" name="Ink 84">
                  <a:extLst>
                    <a:ext uri="{FF2B5EF4-FFF2-40B4-BE49-F238E27FC236}">
                      <a16:creationId xmlns:a16="http://schemas.microsoft.com/office/drawing/2014/main" id="{B881BB26-99B3-80DF-C4DA-AB7ACEB28F40}"/>
                    </a:ext>
                  </a:extLst>
                </p14:cNvPr>
                <p14:cNvContentPartPr/>
                <p14:nvPr/>
              </p14:nvContentPartPr>
              <p14:xfrm>
                <a:off x="1256991" y="2790545"/>
                <a:ext cx="82080" cy="128880"/>
              </p14:xfrm>
            </p:contentPart>
          </mc:Choice>
          <mc:Fallback xmlns="">
            <p:pic>
              <p:nvPicPr>
                <p:cNvPr id="85" name="Ink 84">
                  <a:extLst>
                    <a:ext uri="{FF2B5EF4-FFF2-40B4-BE49-F238E27FC236}">
                      <a16:creationId xmlns:a16="http://schemas.microsoft.com/office/drawing/2014/main" id="{B881BB26-99B3-80DF-C4DA-AB7ACEB28F40}"/>
                    </a:ext>
                  </a:extLst>
                </p:cNvPr>
                <p:cNvPicPr/>
                <p:nvPr/>
              </p:nvPicPr>
              <p:blipFill>
                <a:blip r:embed="rId118"/>
                <a:stretch>
                  <a:fillRect/>
                </a:stretch>
              </p:blipFill>
              <p:spPr>
                <a:xfrm>
                  <a:off x="1248351" y="2781545"/>
                  <a:ext cx="9972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86" name="Ink 85">
                  <a:extLst>
                    <a:ext uri="{FF2B5EF4-FFF2-40B4-BE49-F238E27FC236}">
                      <a16:creationId xmlns:a16="http://schemas.microsoft.com/office/drawing/2014/main" id="{B1273DF2-A1CA-38D9-DDA1-0755309A638D}"/>
                    </a:ext>
                  </a:extLst>
                </p14:cNvPr>
                <p14:cNvContentPartPr/>
                <p14:nvPr/>
              </p14:nvContentPartPr>
              <p14:xfrm>
                <a:off x="1369671" y="2777225"/>
                <a:ext cx="289800" cy="162000"/>
              </p14:xfrm>
            </p:contentPart>
          </mc:Choice>
          <mc:Fallback xmlns="">
            <p:pic>
              <p:nvPicPr>
                <p:cNvPr id="86" name="Ink 85">
                  <a:extLst>
                    <a:ext uri="{FF2B5EF4-FFF2-40B4-BE49-F238E27FC236}">
                      <a16:creationId xmlns:a16="http://schemas.microsoft.com/office/drawing/2014/main" id="{B1273DF2-A1CA-38D9-DDA1-0755309A638D}"/>
                    </a:ext>
                  </a:extLst>
                </p:cNvPr>
                <p:cNvPicPr/>
                <p:nvPr/>
              </p:nvPicPr>
              <p:blipFill>
                <a:blip r:embed="rId120"/>
                <a:stretch>
                  <a:fillRect/>
                </a:stretch>
              </p:blipFill>
              <p:spPr>
                <a:xfrm>
                  <a:off x="1360671" y="2768585"/>
                  <a:ext cx="30744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7" name="Ink 86">
                  <a:extLst>
                    <a:ext uri="{FF2B5EF4-FFF2-40B4-BE49-F238E27FC236}">
                      <a16:creationId xmlns:a16="http://schemas.microsoft.com/office/drawing/2014/main" id="{D9BF0141-8FD3-A177-D516-28F0497F814F}"/>
                    </a:ext>
                  </a:extLst>
                </p14:cNvPr>
                <p14:cNvContentPartPr/>
                <p14:nvPr/>
              </p14:nvContentPartPr>
              <p14:xfrm>
                <a:off x="1651551" y="2844185"/>
                <a:ext cx="115200" cy="80640"/>
              </p14:xfrm>
            </p:contentPart>
          </mc:Choice>
          <mc:Fallback xmlns="">
            <p:pic>
              <p:nvPicPr>
                <p:cNvPr id="87" name="Ink 86">
                  <a:extLst>
                    <a:ext uri="{FF2B5EF4-FFF2-40B4-BE49-F238E27FC236}">
                      <a16:creationId xmlns:a16="http://schemas.microsoft.com/office/drawing/2014/main" id="{D9BF0141-8FD3-A177-D516-28F0497F814F}"/>
                    </a:ext>
                  </a:extLst>
                </p:cNvPr>
                <p:cNvPicPr/>
                <p:nvPr/>
              </p:nvPicPr>
              <p:blipFill>
                <a:blip r:embed="rId122"/>
                <a:stretch>
                  <a:fillRect/>
                </a:stretch>
              </p:blipFill>
              <p:spPr>
                <a:xfrm>
                  <a:off x="1642551" y="2835185"/>
                  <a:ext cx="13284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88" name="Ink 87">
                  <a:extLst>
                    <a:ext uri="{FF2B5EF4-FFF2-40B4-BE49-F238E27FC236}">
                      <a16:creationId xmlns:a16="http://schemas.microsoft.com/office/drawing/2014/main" id="{32B4CDC9-3739-5589-D7C4-EDF48098B2EC}"/>
                    </a:ext>
                  </a:extLst>
                </p14:cNvPr>
                <p14:cNvContentPartPr/>
                <p14:nvPr/>
              </p14:nvContentPartPr>
              <p14:xfrm>
                <a:off x="1845951" y="2884505"/>
                <a:ext cx="3240" cy="3240"/>
              </p14:xfrm>
            </p:contentPart>
          </mc:Choice>
          <mc:Fallback xmlns="">
            <p:pic>
              <p:nvPicPr>
                <p:cNvPr id="88" name="Ink 87">
                  <a:extLst>
                    <a:ext uri="{FF2B5EF4-FFF2-40B4-BE49-F238E27FC236}">
                      <a16:creationId xmlns:a16="http://schemas.microsoft.com/office/drawing/2014/main" id="{32B4CDC9-3739-5589-D7C4-EDF48098B2EC}"/>
                    </a:ext>
                  </a:extLst>
                </p:cNvPr>
                <p:cNvPicPr/>
                <p:nvPr/>
              </p:nvPicPr>
              <p:blipFill>
                <a:blip r:embed="rId124"/>
                <a:stretch>
                  <a:fillRect/>
                </a:stretch>
              </p:blipFill>
              <p:spPr>
                <a:xfrm>
                  <a:off x="1836951" y="2875865"/>
                  <a:ext cx="208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90" name="Ink 89">
                  <a:extLst>
                    <a:ext uri="{FF2B5EF4-FFF2-40B4-BE49-F238E27FC236}">
                      <a16:creationId xmlns:a16="http://schemas.microsoft.com/office/drawing/2014/main" id="{06A8C005-70E2-8954-5B8F-6746B44F6C1F}"/>
                    </a:ext>
                  </a:extLst>
                </p14:cNvPr>
                <p14:cNvContentPartPr/>
                <p14:nvPr/>
              </p14:nvContentPartPr>
              <p14:xfrm>
                <a:off x="989871" y="2443145"/>
                <a:ext cx="15840" cy="250200"/>
              </p14:xfrm>
            </p:contentPart>
          </mc:Choice>
          <mc:Fallback xmlns="">
            <p:pic>
              <p:nvPicPr>
                <p:cNvPr id="90" name="Ink 89">
                  <a:extLst>
                    <a:ext uri="{FF2B5EF4-FFF2-40B4-BE49-F238E27FC236}">
                      <a16:creationId xmlns:a16="http://schemas.microsoft.com/office/drawing/2014/main" id="{06A8C005-70E2-8954-5B8F-6746B44F6C1F}"/>
                    </a:ext>
                  </a:extLst>
                </p:cNvPr>
                <p:cNvPicPr/>
                <p:nvPr/>
              </p:nvPicPr>
              <p:blipFill>
                <a:blip r:embed="rId126"/>
                <a:stretch>
                  <a:fillRect/>
                </a:stretch>
              </p:blipFill>
              <p:spPr>
                <a:xfrm>
                  <a:off x="980871" y="2434505"/>
                  <a:ext cx="3348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91" name="Ink 90">
                  <a:extLst>
                    <a:ext uri="{FF2B5EF4-FFF2-40B4-BE49-F238E27FC236}">
                      <a16:creationId xmlns:a16="http://schemas.microsoft.com/office/drawing/2014/main" id="{4EC02DE1-FED1-0711-1E42-0450BFC425B4}"/>
                    </a:ext>
                  </a:extLst>
                </p14:cNvPr>
                <p14:cNvContentPartPr/>
                <p14:nvPr/>
              </p14:nvContentPartPr>
              <p14:xfrm>
                <a:off x="938031" y="2657345"/>
                <a:ext cx="131760" cy="39600"/>
              </p14:xfrm>
            </p:contentPart>
          </mc:Choice>
          <mc:Fallback xmlns="">
            <p:pic>
              <p:nvPicPr>
                <p:cNvPr id="91" name="Ink 90">
                  <a:extLst>
                    <a:ext uri="{FF2B5EF4-FFF2-40B4-BE49-F238E27FC236}">
                      <a16:creationId xmlns:a16="http://schemas.microsoft.com/office/drawing/2014/main" id="{4EC02DE1-FED1-0711-1E42-0450BFC425B4}"/>
                    </a:ext>
                  </a:extLst>
                </p:cNvPr>
                <p:cNvPicPr/>
                <p:nvPr/>
              </p:nvPicPr>
              <p:blipFill>
                <a:blip r:embed="rId128"/>
                <a:stretch>
                  <a:fillRect/>
                </a:stretch>
              </p:blipFill>
              <p:spPr>
                <a:xfrm>
                  <a:off x="929391" y="2648345"/>
                  <a:ext cx="14940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92" name="Ink 91">
                  <a:extLst>
                    <a:ext uri="{FF2B5EF4-FFF2-40B4-BE49-F238E27FC236}">
                      <a16:creationId xmlns:a16="http://schemas.microsoft.com/office/drawing/2014/main" id="{E64A88B6-AD2E-84E1-DD65-6BC7EDC6D46D}"/>
                    </a:ext>
                  </a:extLst>
                </p14:cNvPr>
                <p14:cNvContentPartPr/>
                <p14:nvPr/>
              </p14:nvContentPartPr>
              <p14:xfrm>
                <a:off x="1015791" y="3002945"/>
                <a:ext cx="5400" cy="220680"/>
              </p14:xfrm>
            </p:contentPart>
          </mc:Choice>
          <mc:Fallback xmlns="">
            <p:pic>
              <p:nvPicPr>
                <p:cNvPr id="92" name="Ink 91">
                  <a:extLst>
                    <a:ext uri="{FF2B5EF4-FFF2-40B4-BE49-F238E27FC236}">
                      <a16:creationId xmlns:a16="http://schemas.microsoft.com/office/drawing/2014/main" id="{E64A88B6-AD2E-84E1-DD65-6BC7EDC6D46D}"/>
                    </a:ext>
                  </a:extLst>
                </p:cNvPr>
                <p:cNvPicPr/>
                <p:nvPr/>
              </p:nvPicPr>
              <p:blipFill>
                <a:blip r:embed="rId130"/>
                <a:stretch>
                  <a:fillRect/>
                </a:stretch>
              </p:blipFill>
              <p:spPr>
                <a:xfrm>
                  <a:off x="1006791" y="2993945"/>
                  <a:ext cx="2304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93" name="Ink 92">
                  <a:extLst>
                    <a:ext uri="{FF2B5EF4-FFF2-40B4-BE49-F238E27FC236}">
                      <a16:creationId xmlns:a16="http://schemas.microsoft.com/office/drawing/2014/main" id="{DAA8232B-DC2D-1770-66FC-63DEB8CCB901}"/>
                    </a:ext>
                  </a:extLst>
                </p14:cNvPr>
                <p14:cNvContentPartPr/>
                <p14:nvPr/>
              </p14:nvContentPartPr>
              <p14:xfrm>
                <a:off x="945951" y="3014105"/>
                <a:ext cx="127080" cy="70920"/>
              </p14:xfrm>
            </p:contentPart>
          </mc:Choice>
          <mc:Fallback xmlns="">
            <p:pic>
              <p:nvPicPr>
                <p:cNvPr id="93" name="Ink 92">
                  <a:extLst>
                    <a:ext uri="{FF2B5EF4-FFF2-40B4-BE49-F238E27FC236}">
                      <a16:creationId xmlns:a16="http://schemas.microsoft.com/office/drawing/2014/main" id="{DAA8232B-DC2D-1770-66FC-63DEB8CCB901}"/>
                    </a:ext>
                  </a:extLst>
                </p:cNvPr>
                <p:cNvPicPr/>
                <p:nvPr/>
              </p:nvPicPr>
              <p:blipFill>
                <a:blip r:embed="rId132"/>
                <a:stretch>
                  <a:fillRect/>
                </a:stretch>
              </p:blipFill>
              <p:spPr>
                <a:xfrm>
                  <a:off x="936951" y="3005465"/>
                  <a:ext cx="144720" cy="88560"/>
                </a:xfrm>
                <a:prstGeom prst="rect">
                  <a:avLst/>
                </a:prstGeom>
              </p:spPr>
            </p:pic>
          </mc:Fallback>
        </mc:AlternateContent>
      </p:grpSp>
      <p:grpSp>
        <p:nvGrpSpPr>
          <p:cNvPr id="109" name="Group 108">
            <a:extLst>
              <a:ext uri="{FF2B5EF4-FFF2-40B4-BE49-F238E27FC236}">
                <a16:creationId xmlns:a16="http://schemas.microsoft.com/office/drawing/2014/main" id="{44B24B30-3D28-C993-C57E-02A75A04D261}"/>
              </a:ext>
            </a:extLst>
          </p:cNvPr>
          <p:cNvGrpSpPr/>
          <p:nvPr/>
        </p:nvGrpSpPr>
        <p:grpSpPr>
          <a:xfrm>
            <a:off x="435111" y="1546745"/>
            <a:ext cx="1625040" cy="346680"/>
            <a:chOff x="435111" y="1546745"/>
            <a:chExt cx="1625040" cy="346680"/>
          </a:xfrm>
        </p:grpSpPr>
        <mc:AlternateContent xmlns:mc="http://schemas.openxmlformats.org/markup-compatibility/2006" xmlns:p14="http://schemas.microsoft.com/office/powerpoint/2010/main">
          <mc:Choice Requires="p14">
            <p:contentPart p14:bwMode="auto" r:id="rId133">
              <p14:nvContentPartPr>
                <p14:cNvPr id="95" name="Ink 94">
                  <a:extLst>
                    <a:ext uri="{FF2B5EF4-FFF2-40B4-BE49-F238E27FC236}">
                      <a16:creationId xmlns:a16="http://schemas.microsoft.com/office/drawing/2014/main" id="{F9BA484A-A3E7-DD52-487D-F06A994098BE}"/>
                    </a:ext>
                  </a:extLst>
                </p14:cNvPr>
                <p14:cNvContentPartPr/>
                <p14:nvPr/>
              </p14:nvContentPartPr>
              <p14:xfrm>
                <a:off x="435111" y="1697945"/>
                <a:ext cx="155520" cy="195480"/>
              </p14:xfrm>
            </p:contentPart>
          </mc:Choice>
          <mc:Fallback xmlns="">
            <p:pic>
              <p:nvPicPr>
                <p:cNvPr id="95" name="Ink 94">
                  <a:extLst>
                    <a:ext uri="{FF2B5EF4-FFF2-40B4-BE49-F238E27FC236}">
                      <a16:creationId xmlns:a16="http://schemas.microsoft.com/office/drawing/2014/main" id="{F9BA484A-A3E7-DD52-487D-F06A994098BE}"/>
                    </a:ext>
                  </a:extLst>
                </p:cNvPr>
                <p:cNvPicPr/>
                <p:nvPr/>
              </p:nvPicPr>
              <p:blipFill>
                <a:blip r:embed="rId134"/>
                <a:stretch>
                  <a:fillRect/>
                </a:stretch>
              </p:blipFill>
              <p:spPr>
                <a:xfrm>
                  <a:off x="426111" y="1688945"/>
                  <a:ext cx="17316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96" name="Ink 95">
                  <a:extLst>
                    <a:ext uri="{FF2B5EF4-FFF2-40B4-BE49-F238E27FC236}">
                      <a16:creationId xmlns:a16="http://schemas.microsoft.com/office/drawing/2014/main" id="{6C21F4A5-2B38-A42F-1A22-C372955A3182}"/>
                    </a:ext>
                  </a:extLst>
                </p14:cNvPr>
                <p14:cNvContentPartPr/>
                <p14:nvPr/>
              </p14:nvContentPartPr>
              <p14:xfrm>
                <a:off x="612231" y="1689665"/>
                <a:ext cx="108720" cy="159480"/>
              </p14:xfrm>
            </p:contentPart>
          </mc:Choice>
          <mc:Fallback xmlns="">
            <p:pic>
              <p:nvPicPr>
                <p:cNvPr id="96" name="Ink 95">
                  <a:extLst>
                    <a:ext uri="{FF2B5EF4-FFF2-40B4-BE49-F238E27FC236}">
                      <a16:creationId xmlns:a16="http://schemas.microsoft.com/office/drawing/2014/main" id="{6C21F4A5-2B38-A42F-1A22-C372955A3182}"/>
                    </a:ext>
                  </a:extLst>
                </p:cNvPr>
                <p:cNvPicPr/>
                <p:nvPr/>
              </p:nvPicPr>
              <p:blipFill>
                <a:blip r:embed="rId136"/>
                <a:stretch>
                  <a:fillRect/>
                </a:stretch>
              </p:blipFill>
              <p:spPr>
                <a:xfrm>
                  <a:off x="603591" y="1680665"/>
                  <a:ext cx="12636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97" name="Ink 96">
                  <a:extLst>
                    <a:ext uri="{FF2B5EF4-FFF2-40B4-BE49-F238E27FC236}">
                      <a16:creationId xmlns:a16="http://schemas.microsoft.com/office/drawing/2014/main" id="{CF203757-B812-2200-D847-A53BE5539A9E}"/>
                    </a:ext>
                  </a:extLst>
                </p14:cNvPr>
                <p14:cNvContentPartPr/>
                <p14:nvPr/>
              </p14:nvContentPartPr>
              <p14:xfrm>
                <a:off x="752631" y="1688585"/>
                <a:ext cx="100800" cy="151560"/>
              </p14:xfrm>
            </p:contentPart>
          </mc:Choice>
          <mc:Fallback xmlns="">
            <p:pic>
              <p:nvPicPr>
                <p:cNvPr id="97" name="Ink 96">
                  <a:extLst>
                    <a:ext uri="{FF2B5EF4-FFF2-40B4-BE49-F238E27FC236}">
                      <a16:creationId xmlns:a16="http://schemas.microsoft.com/office/drawing/2014/main" id="{CF203757-B812-2200-D847-A53BE5539A9E}"/>
                    </a:ext>
                  </a:extLst>
                </p:cNvPr>
                <p:cNvPicPr/>
                <p:nvPr/>
              </p:nvPicPr>
              <p:blipFill>
                <a:blip r:embed="rId138"/>
                <a:stretch>
                  <a:fillRect/>
                </a:stretch>
              </p:blipFill>
              <p:spPr>
                <a:xfrm>
                  <a:off x="743631" y="1679585"/>
                  <a:ext cx="11844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98" name="Ink 97">
                  <a:extLst>
                    <a:ext uri="{FF2B5EF4-FFF2-40B4-BE49-F238E27FC236}">
                      <a16:creationId xmlns:a16="http://schemas.microsoft.com/office/drawing/2014/main" id="{C5FB83D7-F447-694D-B4B0-BD5A77C8B5A9}"/>
                    </a:ext>
                  </a:extLst>
                </p14:cNvPr>
                <p14:cNvContentPartPr/>
                <p14:nvPr/>
              </p14:nvContentPartPr>
              <p14:xfrm>
                <a:off x="897351" y="1696505"/>
                <a:ext cx="117720" cy="117000"/>
              </p14:xfrm>
            </p:contentPart>
          </mc:Choice>
          <mc:Fallback xmlns="">
            <p:pic>
              <p:nvPicPr>
                <p:cNvPr id="98" name="Ink 97">
                  <a:extLst>
                    <a:ext uri="{FF2B5EF4-FFF2-40B4-BE49-F238E27FC236}">
                      <a16:creationId xmlns:a16="http://schemas.microsoft.com/office/drawing/2014/main" id="{C5FB83D7-F447-694D-B4B0-BD5A77C8B5A9}"/>
                    </a:ext>
                  </a:extLst>
                </p:cNvPr>
                <p:cNvPicPr/>
                <p:nvPr/>
              </p:nvPicPr>
              <p:blipFill>
                <a:blip r:embed="rId140"/>
                <a:stretch>
                  <a:fillRect/>
                </a:stretch>
              </p:blipFill>
              <p:spPr>
                <a:xfrm>
                  <a:off x="888351" y="1687865"/>
                  <a:ext cx="13536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99" name="Ink 98">
                  <a:extLst>
                    <a:ext uri="{FF2B5EF4-FFF2-40B4-BE49-F238E27FC236}">
                      <a16:creationId xmlns:a16="http://schemas.microsoft.com/office/drawing/2014/main" id="{F60C21F3-6480-7006-944A-4731C4EE1FB4}"/>
                    </a:ext>
                  </a:extLst>
                </p14:cNvPr>
                <p14:cNvContentPartPr/>
                <p14:nvPr/>
              </p14:nvContentPartPr>
              <p14:xfrm>
                <a:off x="1091031" y="1613345"/>
                <a:ext cx="8280" cy="203040"/>
              </p14:xfrm>
            </p:contentPart>
          </mc:Choice>
          <mc:Fallback xmlns="">
            <p:pic>
              <p:nvPicPr>
                <p:cNvPr id="99" name="Ink 98">
                  <a:extLst>
                    <a:ext uri="{FF2B5EF4-FFF2-40B4-BE49-F238E27FC236}">
                      <a16:creationId xmlns:a16="http://schemas.microsoft.com/office/drawing/2014/main" id="{F60C21F3-6480-7006-944A-4731C4EE1FB4}"/>
                    </a:ext>
                  </a:extLst>
                </p:cNvPr>
                <p:cNvPicPr/>
                <p:nvPr/>
              </p:nvPicPr>
              <p:blipFill>
                <a:blip r:embed="rId142"/>
                <a:stretch>
                  <a:fillRect/>
                </a:stretch>
              </p:blipFill>
              <p:spPr>
                <a:xfrm>
                  <a:off x="1082391" y="1604705"/>
                  <a:ext cx="259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00" name="Ink 99">
                  <a:extLst>
                    <a:ext uri="{FF2B5EF4-FFF2-40B4-BE49-F238E27FC236}">
                      <a16:creationId xmlns:a16="http://schemas.microsoft.com/office/drawing/2014/main" id="{8FD1ED9C-904A-DB63-9300-43DC5795F2D0}"/>
                    </a:ext>
                  </a:extLst>
                </p14:cNvPr>
                <p14:cNvContentPartPr/>
                <p14:nvPr/>
              </p14:nvContentPartPr>
              <p14:xfrm>
                <a:off x="1080951" y="1700105"/>
                <a:ext cx="55800" cy="48240"/>
              </p14:xfrm>
            </p:contentPart>
          </mc:Choice>
          <mc:Fallback xmlns="">
            <p:pic>
              <p:nvPicPr>
                <p:cNvPr id="100" name="Ink 99">
                  <a:extLst>
                    <a:ext uri="{FF2B5EF4-FFF2-40B4-BE49-F238E27FC236}">
                      <a16:creationId xmlns:a16="http://schemas.microsoft.com/office/drawing/2014/main" id="{8FD1ED9C-904A-DB63-9300-43DC5795F2D0}"/>
                    </a:ext>
                  </a:extLst>
                </p:cNvPr>
                <p:cNvPicPr/>
                <p:nvPr/>
              </p:nvPicPr>
              <p:blipFill>
                <a:blip r:embed="rId144"/>
                <a:stretch>
                  <a:fillRect/>
                </a:stretch>
              </p:blipFill>
              <p:spPr>
                <a:xfrm>
                  <a:off x="1071951" y="1691105"/>
                  <a:ext cx="7344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01" name="Ink 100">
                  <a:extLst>
                    <a:ext uri="{FF2B5EF4-FFF2-40B4-BE49-F238E27FC236}">
                      <a16:creationId xmlns:a16="http://schemas.microsoft.com/office/drawing/2014/main" id="{5B06D91A-1F15-7B0E-F250-09FFFBCA4955}"/>
                    </a:ext>
                  </a:extLst>
                </p14:cNvPr>
                <p14:cNvContentPartPr/>
                <p14:nvPr/>
              </p14:nvContentPartPr>
              <p14:xfrm>
                <a:off x="1192551" y="1619465"/>
                <a:ext cx="15120" cy="198000"/>
              </p14:xfrm>
            </p:contentPart>
          </mc:Choice>
          <mc:Fallback xmlns="">
            <p:pic>
              <p:nvPicPr>
                <p:cNvPr id="101" name="Ink 100">
                  <a:extLst>
                    <a:ext uri="{FF2B5EF4-FFF2-40B4-BE49-F238E27FC236}">
                      <a16:creationId xmlns:a16="http://schemas.microsoft.com/office/drawing/2014/main" id="{5B06D91A-1F15-7B0E-F250-09FFFBCA4955}"/>
                    </a:ext>
                  </a:extLst>
                </p:cNvPr>
                <p:cNvPicPr/>
                <p:nvPr/>
              </p:nvPicPr>
              <p:blipFill>
                <a:blip r:embed="rId146"/>
                <a:stretch>
                  <a:fillRect/>
                </a:stretch>
              </p:blipFill>
              <p:spPr>
                <a:xfrm>
                  <a:off x="1183551" y="1610825"/>
                  <a:ext cx="3276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02" name="Ink 101">
                  <a:extLst>
                    <a:ext uri="{FF2B5EF4-FFF2-40B4-BE49-F238E27FC236}">
                      <a16:creationId xmlns:a16="http://schemas.microsoft.com/office/drawing/2014/main" id="{00A9ACDF-C3A5-B81E-E03D-05101A8131B1}"/>
                    </a:ext>
                  </a:extLst>
                </p14:cNvPr>
                <p14:cNvContentPartPr/>
                <p14:nvPr/>
              </p14:nvContentPartPr>
              <p14:xfrm>
                <a:off x="1197231" y="1628105"/>
                <a:ext cx="113040" cy="184320"/>
              </p14:xfrm>
            </p:contentPart>
          </mc:Choice>
          <mc:Fallback xmlns="">
            <p:pic>
              <p:nvPicPr>
                <p:cNvPr id="102" name="Ink 101">
                  <a:extLst>
                    <a:ext uri="{FF2B5EF4-FFF2-40B4-BE49-F238E27FC236}">
                      <a16:creationId xmlns:a16="http://schemas.microsoft.com/office/drawing/2014/main" id="{00A9ACDF-C3A5-B81E-E03D-05101A8131B1}"/>
                    </a:ext>
                  </a:extLst>
                </p:cNvPr>
                <p:cNvPicPr/>
                <p:nvPr/>
              </p:nvPicPr>
              <p:blipFill>
                <a:blip r:embed="rId148"/>
                <a:stretch>
                  <a:fillRect/>
                </a:stretch>
              </p:blipFill>
              <p:spPr>
                <a:xfrm>
                  <a:off x="1188231" y="1619105"/>
                  <a:ext cx="13068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03" name="Ink 102">
                  <a:extLst>
                    <a:ext uri="{FF2B5EF4-FFF2-40B4-BE49-F238E27FC236}">
                      <a16:creationId xmlns:a16="http://schemas.microsoft.com/office/drawing/2014/main" id="{AB608079-39CB-BFE8-211A-32E57EED435F}"/>
                    </a:ext>
                  </a:extLst>
                </p14:cNvPr>
                <p14:cNvContentPartPr/>
                <p14:nvPr/>
              </p14:nvContentPartPr>
              <p14:xfrm>
                <a:off x="1355271" y="1657625"/>
                <a:ext cx="114840" cy="131760"/>
              </p14:xfrm>
            </p:contentPart>
          </mc:Choice>
          <mc:Fallback xmlns="">
            <p:pic>
              <p:nvPicPr>
                <p:cNvPr id="103" name="Ink 102">
                  <a:extLst>
                    <a:ext uri="{FF2B5EF4-FFF2-40B4-BE49-F238E27FC236}">
                      <a16:creationId xmlns:a16="http://schemas.microsoft.com/office/drawing/2014/main" id="{AB608079-39CB-BFE8-211A-32E57EED435F}"/>
                    </a:ext>
                  </a:extLst>
                </p:cNvPr>
                <p:cNvPicPr/>
                <p:nvPr/>
              </p:nvPicPr>
              <p:blipFill>
                <a:blip r:embed="rId150"/>
                <a:stretch>
                  <a:fillRect/>
                </a:stretch>
              </p:blipFill>
              <p:spPr>
                <a:xfrm>
                  <a:off x="1346271" y="1648625"/>
                  <a:ext cx="13248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04" name="Ink 103">
                  <a:extLst>
                    <a:ext uri="{FF2B5EF4-FFF2-40B4-BE49-F238E27FC236}">
                      <a16:creationId xmlns:a16="http://schemas.microsoft.com/office/drawing/2014/main" id="{65D9A61F-F0BC-D627-F899-1A82D668A51B}"/>
                    </a:ext>
                  </a:extLst>
                </p14:cNvPr>
                <p14:cNvContentPartPr/>
                <p14:nvPr/>
              </p14:nvContentPartPr>
              <p14:xfrm>
                <a:off x="1514031" y="1662305"/>
                <a:ext cx="67680" cy="93600"/>
              </p14:xfrm>
            </p:contentPart>
          </mc:Choice>
          <mc:Fallback xmlns="">
            <p:pic>
              <p:nvPicPr>
                <p:cNvPr id="104" name="Ink 103">
                  <a:extLst>
                    <a:ext uri="{FF2B5EF4-FFF2-40B4-BE49-F238E27FC236}">
                      <a16:creationId xmlns:a16="http://schemas.microsoft.com/office/drawing/2014/main" id="{65D9A61F-F0BC-D627-F899-1A82D668A51B}"/>
                    </a:ext>
                  </a:extLst>
                </p:cNvPr>
                <p:cNvPicPr/>
                <p:nvPr/>
              </p:nvPicPr>
              <p:blipFill>
                <a:blip r:embed="rId152"/>
                <a:stretch>
                  <a:fillRect/>
                </a:stretch>
              </p:blipFill>
              <p:spPr>
                <a:xfrm>
                  <a:off x="1505391" y="1653305"/>
                  <a:ext cx="853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05" name="Ink 104">
                  <a:extLst>
                    <a:ext uri="{FF2B5EF4-FFF2-40B4-BE49-F238E27FC236}">
                      <a16:creationId xmlns:a16="http://schemas.microsoft.com/office/drawing/2014/main" id="{62ABA706-BD3D-DA9B-D6A3-DD855B10D6AA}"/>
                    </a:ext>
                  </a:extLst>
                </p14:cNvPr>
                <p14:cNvContentPartPr/>
                <p14:nvPr/>
              </p14:nvContentPartPr>
              <p14:xfrm>
                <a:off x="1607991" y="1570865"/>
                <a:ext cx="110160" cy="168120"/>
              </p14:xfrm>
            </p:contentPart>
          </mc:Choice>
          <mc:Fallback xmlns="">
            <p:pic>
              <p:nvPicPr>
                <p:cNvPr id="105" name="Ink 104">
                  <a:extLst>
                    <a:ext uri="{FF2B5EF4-FFF2-40B4-BE49-F238E27FC236}">
                      <a16:creationId xmlns:a16="http://schemas.microsoft.com/office/drawing/2014/main" id="{62ABA706-BD3D-DA9B-D6A3-DD855B10D6AA}"/>
                    </a:ext>
                  </a:extLst>
                </p:cNvPr>
                <p:cNvPicPr/>
                <p:nvPr/>
              </p:nvPicPr>
              <p:blipFill>
                <a:blip r:embed="rId154"/>
                <a:stretch>
                  <a:fillRect/>
                </a:stretch>
              </p:blipFill>
              <p:spPr>
                <a:xfrm>
                  <a:off x="1599351" y="1562225"/>
                  <a:ext cx="1278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06" name="Ink 105">
                  <a:extLst>
                    <a:ext uri="{FF2B5EF4-FFF2-40B4-BE49-F238E27FC236}">
                      <a16:creationId xmlns:a16="http://schemas.microsoft.com/office/drawing/2014/main" id="{D12C193E-9D38-6613-8018-940053FD5E3A}"/>
                    </a:ext>
                  </a:extLst>
                </p14:cNvPr>
                <p14:cNvContentPartPr/>
                <p14:nvPr/>
              </p14:nvContentPartPr>
              <p14:xfrm>
                <a:off x="1757751" y="1546745"/>
                <a:ext cx="15480" cy="205560"/>
              </p14:xfrm>
            </p:contentPart>
          </mc:Choice>
          <mc:Fallback xmlns="">
            <p:pic>
              <p:nvPicPr>
                <p:cNvPr id="106" name="Ink 105">
                  <a:extLst>
                    <a:ext uri="{FF2B5EF4-FFF2-40B4-BE49-F238E27FC236}">
                      <a16:creationId xmlns:a16="http://schemas.microsoft.com/office/drawing/2014/main" id="{D12C193E-9D38-6613-8018-940053FD5E3A}"/>
                    </a:ext>
                  </a:extLst>
                </p:cNvPr>
                <p:cNvPicPr/>
                <p:nvPr/>
              </p:nvPicPr>
              <p:blipFill>
                <a:blip r:embed="rId156"/>
                <a:stretch>
                  <a:fillRect/>
                </a:stretch>
              </p:blipFill>
              <p:spPr>
                <a:xfrm>
                  <a:off x="1749111" y="1537745"/>
                  <a:ext cx="3312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07" name="Ink 106">
                  <a:extLst>
                    <a:ext uri="{FF2B5EF4-FFF2-40B4-BE49-F238E27FC236}">
                      <a16:creationId xmlns:a16="http://schemas.microsoft.com/office/drawing/2014/main" id="{3C053B92-C492-7C98-1F19-7ACF5945CF9E}"/>
                    </a:ext>
                  </a:extLst>
                </p14:cNvPr>
                <p14:cNvContentPartPr/>
                <p14:nvPr/>
              </p14:nvContentPartPr>
              <p14:xfrm>
                <a:off x="1799871" y="1611545"/>
                <a:ext cx="74880" cy="123120"/>
              </p14:xfrm>
            </p:contentPart>
          </mc:Choice>
          <mc:Fallback xmlns="">
            <p:pic>
              <p:nvPicPr>
                <p:cNvPr id="107" name="Ink 106">
                  <a:extLst>
                    <a:ext uri="{FF2B5EF4-FFF2-40B4-BE49-F238E27FC236}">
                      <a16:creationId xmlns:a16="http://schemas.microsoft.com/office/drawing/2014/main" id="{3C053B92-C492-7C98-1F19-7ACF5945CF9E}"/>
                    </a:ext>
                  </a:extLst>
                </p:cNvPr>
                <p:cNvPicPr/>
                <p:nvPr/>
              </p:nvPicPr>
              <p:blipFill>
                <a:blip r:embed="rId158"/>
                <a:stretch>
                  <a:fillRect/>
                </a:stretch>
              </p:blipFill>
              <p:spPr>
                <a:xfrm>
                  <a:off x="1791231" y="1602905"/>
                  <a:ext cx="925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08" name="Ink 107">
                  <a:extLst>
                    <a:ext uri="{FF2B5EF4-FFF2-40B4-BE49-F238E27FC236}">
                      <a16:creationId xmlns:a16="http://schemas.microsoft.com/office/drawing/2014/main" id="{B0EA2805-9F53-E84C-752B-D6D1C3719CF5}"/>
                    </a:ext>
                  </a:extLst>
                </p14:cNvPr>
                <p14:cNvContentPartPr/>
                <p14:nvPr/>
              </p14:nvContentPartPr>
              <p14:xfrm>
                <a:off x="1918671" y="1558985"/>
                <a:ext cx="141480" cy="159120"/>
              </p14:xfrm>
            </p:contentPart>
          </mc:Choice>
          <mc:Fallback xmlns="">
            <p:pic>
              <p:nvPicPr>
                <p:cNvPr id="108" name="Ink 107">
                  <a:extLst>
                    <a:ext uri="{FF2B5EF4-FFF2-40B4-BE49-F238E27FC236}">
                      <a16:creationId xmlns:a16="http://schemas.microsoft.com/office/drawing/2014/main" id="{B0EA2805-9F53-E84C-752B-D6D1C3719CF5}"/>
                    </a:ext>
                  </a:extLst>
                </p:cNvPr>
                <p:cNvPicPr/>
                <p:nvPr/>
              </p:nvPicPr>
              <p:blipFill>
                <a:blip r:embed="rId160"/>
                <a:stretch>
                  <a:fillRect/>
                </a:stretch>
              </p:blipFill>
              <p:spPr>
                <a:xfrm>
                  <a:off x="1909671" y="1550345"/>
                  <a:ext cx="159120" cy="176760"/>
                </a:xfrm>
                <a:prstGeom prst="rect">
                  <a:avLst/>
                </a:prstGeom>
              </p:spPr>
            </p:pic>
          </mc:Fallback>
        </mc:AlternateContent>
      </p:grpSp>
      <p:grpSp>
        <p:nvGrpSpPr>
          <p:cNvPr id="120" name="Group 119">
            <a:extLst>
              <a:ext uri="{FF2B5EF4-FFF2-40B4-BE49-F238E27FC236}">
                <a16:creationId xmlns:a16="http://schemas.microsoft.com/office/drawing/2014/main" id="{CB6A31F5-D2BF-2CA7-34F8-A4E17FA2698D}"/>
              </a:ext>
            </a:extLst>
          </p:cNvPr>
          <p:cNvGrpSpPr/>
          <p:nvPr/>
        </p:nvGrpSpPr>
        <p:grpSpPr>
          <a:xfrm>
            <a:off x="466071" y="3866945"/>
            <a:ext cx="1415160" cy="226440"/>
            <a:chOff x="466071" y="3866945"/>
            <a:chExt cx="1415160" cy="226440"/>
          </a:xfrm>
        </p:grpSpPr>
        <mc:AlternateContent xmlns:mc="http://schemas.openxmlformats.org/markup-compatibility/2006" xmlns:p14="http://schemas.microsoft.com/office/powerpoint/2010/main">
          <mc:Choice Requires="p14">
            <p:contentPart p14:bwMode="auto" r:id="rId161">
              <p14:nvContentPartPr>
                <p14:cNvPr id="110" name="Ink 109">
                  <a:extLst>
                    <a:ext uri="{FF2B5EF4-FFF2-40B4-BE49-F238E27FC236}">
                      <a16:creationId xmlns:a16="http://schemas.microsoft.com/office/drawing/2014/main" id="{2FF3A33D-1691-7A96-FF1A-2788DD377849}"/>
                    </a:ext>
                  </a:extLst>
                </p14:cNvPr>
                <p14:cNvContentPartPr/>
                <p14:nvPr/>
              </p14:nvContentPartPr>
              <p14:xfrm>
                <a:off x="466071" y="3939305"/>
                <a:ext cx="226080" cy="154080"/>
              </p14:xfrm>
            </p:contentPart>
          </mc:Choice>
          <mc:Fallback xmlns="">
            <p:pic>
              <p:nvPicPr>
                <p:cNvPr id="110" name="Ink 109">
                  <a:extLst>
                    <a:ext uri="{FF2B5EF4-FFF2-40B4-BE49-F238E27FC236}">
                      <a16:creationId xmlns:a16="http://schemas.microsoft.com/office/drawing/2014/main" id="{2FF3A33D-1691-7A96-FF1A-2788DD377849}"/>
                    </a:ext>
                  </a:extLst>
                </p:cNvPr>
                <p:cNvPicPr/>
                <p:nvPr/>
              </p:nvPicPr>
              <p:blipFill>
                <a:blip r:embed="rId162"/>
                <a:stretch>
                  <a:fillRect/>
                </a:stretch>
              </p:blipFill>
              <p:spPr>
                <a:xfrm>
                  <a:off x="457071" y="3930665"/>
                  <a:ext cx="24372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11" name="Ink 110">
                  <a:extLst>
                    <a:ext uri="{FF2B5EF4-FFF2-40B4-BE49-F238E27FC236}">
                      <a16:creationId xmlns:a16="http://schemas.microsoft.com/office/drawing/2014/main" id="{8763098C-9FCC-F39A-4649-4B4851797F6C}"/>
                    </a:ext>
                  </a:extLst>
                </p14:cNvPr>
                <p14:cNvContentPartPr/>
                <p14:nvPr/>
              </p14:nvContentPartPr>
              <p14:xfrm>
                <a:off x="716991" y="3866945"/>
                <a:ext cx="289800" cy="189720"/>
              </p14:xfrm>
            </p:contentPart>
          </mc:Choice>
          <mc:Fallback xmlns="">
            <p:pic>
              <p:nvPicPr>
                <p:cNvPr id="111" name="Ink 110">
                  <a:extLst>
                    <a:ext uri="{FF2B5EF4-FFF2-40B4-BE49-F238E27FC236}">
                      <a16:creationId xmlns:a16="http://schemas.microsoft.com/office/drawing/2014/main" id="{8763098C-9FCC-F39A-4649-4B4851797F6C}"/>
                    </a:ext>
                  </a:extLst>
                </p:cNvPr>
                <p:cNvPicPr/>
                <p:nvPr/>
              </p:nvPicPr>
              <p:blipFill>
                <a:blip r:embed="rId164"/>
                <a:stretch>
                  <a:fillRect/>
                </a:stretch>
              </p:blipFill>
              <p:spPr>
                <a:xfrm>
                  <a:off x="707991" y="3858305"/>
                  <a:ext cx="30744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12" name="Ink 111">
                  <a:extLst>
                    <a:ext uri="{FF2B5EF4-FFF2-40B4-BE49-F238E27FC236}">
                      <a16:creationId xmlns:a16="http://schemas.microsoft.com/office/drawing/2014/main" id="{2CDF626B-23D3-59E3-1842-820D47A23A61}"/>
                    </a:ext>
                  </a:extLst>
                </p14:cNvPr>
                <p14:cNvContentPartPr/>
                <p14:nvPr/>
              </p14:nvContentPartPr>
              <p14:xfrm>
                <a:off x="990591" y="3944345"/>
                <a:ext cx="55800" cy="46800"/>
              </p14:xfrm>
            </p:contentPart>
          </mc:Choice>
          <mc:Fallback xmlns="">
            <p:pic>
              <p:nvPicPr>
                <p:cNvPr id="112" name="Ink 111">
                  <a:extLst>
                    <a:ext uri="{FF2B5EF4-FFF2-40B4-BE49-F238E27FC236}">
                      <a16:creationId xmlns:a16="http://schemas.microsoft.com/office/drawing/2014/main" id="{2CDF626B-23D3-59E3-1842-820D47A23A61}"/>
                    </a:ext>
                  </a:extLst>
                </p:cNvPr>
                <p:cNvPicPr/>
                <p:nvPr/>
              </p:nvPicPr>
              <p:blipFill>
                <a:blip r:embed="rId166"/>
                <a:stretch>
                  <a:fillRect/>
                </a:stretch>
              </p:blipFill>
              <p:spPr>
                <a:xfrm>
                  <a:off x="981591" y="3935345"/>
                  <a:ext cx="7344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13" name="Ink 112">
                  <a:extLst>
                    <a:ext uri="{FF2B5EF4-FFF2-40B4-BE49-F238E27FC236}">
                      <a16:creationId xmlns:a16="http://schemas.microsoft.com/office/drawing/2014/main" id="{BDF4B259-06C4-7A67-D9FC-3C3E00479834}"/>
                    </a:ext>
                  </a:extLst>
                </p14:cNvPr>
                <p14:cNvContentPartPr/>
                <p14:nvPr/>
              </p14:nvContentPartPr>
              <p14:xfrm>
                <a:off x="1111911" y="3919865"/>
                <a:ext cx="15120" cy="154800"/>
              </p14:xfrm>
            </p:contentPart>
          </mc:Choice>
          <mc:Fallback xmlns="">
            <p:pic>
              <p:nvPicPr>
                <p:cNvPr id="113" name="Ink 112">
                  <a:extLst>
                    <a:ext uri="{FF2B5EF4-FFF2-40B4-BE49-F238E27FC236}">
                      <a16:creationId xmlns:a16="http://schemas.microsoft.com/office/drawing/2014/main" id="{BDF4B259-06C4-7A67-D9FC-3C3E00479834}"/>
                    </a:ext>
                  </a:extLst>
                </p:cNvPr>
                <p:cNvPicPr/>
                <p:nvPr/>
              </p:nvPicPr>
              <p:blipFill>
                <a:blip r:embed="rId168"/>
                <a:stretch>
                  <a:fillRect/>
                </a:stretch>
              </p:blipFill>
              <p:spPr>
                <a:xfrm>
                  <a:off x="1103271" y="3910865"/>
                  <a:ext cx="3276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14" name="Ink 113">
                  <a:extLst>
                    <a:ext uri="{FF2B5EF4-FFF2-40B4-BE49-F238E27FC236}">
                      <a16:creationId xmlns:a16="http://schemas.microsoft.com/office/drawing/2014/main" id="{CD56ABBE-20B5-1355-CC42-2034D43B0971}"/>
                    </a:ext>
                  </a:extLst>
                </p14:cNvPr>
                <p14:cNvContentPartPr/>
                <p14:nvPr/>
              </p14:nvContentPartPr>
              <p14:xfrm>
                <a:off x="1121271" y="3929585"/>
                <a:ext cx="98640" cy="142200"/>
              </p14:xfrm>
            </p:contentPart>
          </mc:Choice>
          <mc:Fallback xmlns="">
            <p:pic>
              <p:nvPicPr>
                <p:cNvPr id="114" name="Ink 113">
                  <a:extLst>
                    <a:ext uri="{FF2B5EF4-FFF2-40B4-BE49-F238E27FC236}">
                      <a16:creationId xmlns:a16="http://schemas.microsoft.com/office/drawing/2014/main" id="{CD56ABBE-20B5-1355-CC42-2034D43B0971}"/>
                    </a:ext>
                  </a:extLst>
                </p:cNvPr>
                <p:cNvPicPr/>
                <p:nvPr/>
              </p:nvPicPr>
              <p:blipFill>
                <a:blip r:embed="rId170"/>
                <a:stretch>
                  <a:fillRect/>
                </a:stretch>
              </p:blipFill>
              <p:spPr>
                <a:xfrm>
                  <a:off x="1112271" y="3920585"/>
                  <a:ext cx="11628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15" name="Ink 114">
                  <a:extLst>
                    <a:ext uri="{FF2B5EF4-FFF2-40B4-BE49-F238E27FC236}">
                      <a16:creationId xmlns:a16="http://schemas.microsoft.com/office/drawing/2014/main" id="{F4115B51-3CA5-BB9B-6863-CA08067CF0DD}"/>
                    </a:ext>
                  </a:extLst>
                </p14:cNvPr>
                <p14:cNvContentPartPr/>
                <p14:nvPr/>
              </p14:nvContentPartPr>
              <p14:xfrm>
                <a:off x="1253751" y="3955865"/>
                <a:ext cx="86760" cy="115560"/>
              </p14:xfrm>
            </p:contentPart>
          </mc:Choice>
          <mc:Fallback xmlns="">
            <p:pic>
              <p:nvPicPr>
                <p:cNvPr id="115" name="Ink 114">
                  <a:extLst>
                    <a:ext uri="{FF2B5EF4-FFF2-40B4-BE49-F238E27FC236}">
                      <a16:creationId xmlns:a16="http://schemas.microsoft.com/office/drawing/2014/main" id="{F4115B51-3CA5-BB9B-6863-CA08067CF0DD}"/>
                    </a:ext>
                  </a:extLst>
                </p:cNvPr>
                <p:cNvPicPr/>
                <p:nvPr/>
              </p:nvPicPr>
              <p:blipFill>
                <a:blip r:embed="rId172"/>
                <a:stretch>
                  <a:fillRect/>
                </a:stretch>
              </p:blipFill>
              <p:spPr>
                <a:xfrm>
                  <a:off x="1245111" y="3946865"/>
                  <a:ext cx="10440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16" name="Ink 115">
                  <a:extLst>
                    <a:ext uri="{FF2B5EF4-FFF2-40B4-BE49-F238E27FC236}">
                      <a16:creationId xmlns:a16="http://schemas.microsoft.com/office/drawing/2014/main" id="{854A123F-7EE7-80F8-6EE8-0808AC83E49E}"/>
                    </a:ext>
                  </a:extLst>
                </p14:cNvPr>
                <p14:cNvContentPartPr/>
                <p14:nvPr/>
              </p14:nvContentPartPr>
              <p14:xfrm>
                <a:off x="1372911" y="3965585"/>
                <a:ext cx="90720" cy="111960"/>
              </p14:xfrm>
            </p:contentPart>
          </mc:Choice>
          <mc:Fallback xmlns="">
            <p:pic>
              <p:nvPicPr>
                <p:cNvPr id="116" name="Ink 115">
                  <a:extLst>
                    <a:ext uri="{FF2B5EF4-FFF2-40B4-BE49-F238E27FC236}">
                      <a16:creationId xmlns:a16="http://schemas.microsoft.com/office/drawing/2014/main" id="{854A123F-7EE7-80F8-6EE8-0808AC83E49E}"/>
                    </a:ext>
                  </a:extLst>
                </p:cNvPr>
                <p:cNvPicPr/>
                <p:nvPr/>
              </p:nvPicPr>
              <p:blipFill>
                <a:blip r:embed="rId174"/>
                <a:stretch>
                  <a:fillRect/>
                </a:stretch>
              </p:blipFill>
              <p:spPr>
                <a:xfrm>
                  <a:off x="1363911" y="3956945"/>
                  <a:ext cx="10836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17" name="Ink 116">
                  <a:extLst>
                    <a:ext uri="{FF2B5EF4-FFF2-40B4-BE49-F238E27FC236}">
                      <a16:creationId xmlns:a16="http://schemas.microsoft.com/office/drawing/2014/main" id="{CA8A297C-AD4C-626F-44CA-FA0ECBFA25EA}"/>
                    </a:ext>
                  </a:extLst>
                </p14:cNvPr>
                <p14:cNvContentPartPr/>
                <p14:nvPr/>
              </p14:nvContentPartPr>
              <p14:xfrm>
                <a:off x="1505031" y="3909065"/>
                <a:ext cx="56880" cy="167760"/>
              </p14:xfrm>
            </p:contentPart>
          </mc:Choice>
          <mc:Fallback xmlns="">
            <p:pic>
              <p:nvPicPr>
                <p:cNvPr id="117" name="Ink 116">
                  <a:extLst>
                    <a:ext uri="{FF2B5EF4-FFF2-40B4-BE49-F238E27FC236}">
                      <a16:creationId xmlns:a16="http://schemas.microsoft.com/office/drawing/2014/main" id="{CA8A297C-AD4C-626F-44CA-FA0ECBFA25EA}"/>
                    </a:ext>
                  </a:extLst>
                </p:cNvPr>
                <p:cNvPicPr/>
                <p:nvPr/>
              </p:nvPicPr>
              <p:blipFill>
                <a:blip r:embed="rId176"/>
                <a:stretch>
                  <a:fillRect/>
                </a:stretch>
              </p:blipFill>
              <p:spPr>
                <a:xfrm>
                  <a:off x="1496391" y="3900425"/>
                  <a:ext cx="745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18" name="Ink 117">
                  <a:extLst>
                    <a:ext uri="{FF2B5EF4-FFF2-40B4-BE49-F238E27FC236}">
                      <a16:creationId xmlns:a16="http://schemas.microsoft.com/office/drawing/2014/main" id="{554D27C9-190A-8222-77B2-B3A264BBFE05}"/>
                    </a:ext>
                  </a:extLst>
                </p14:cNvPr>
                <p14:cNvContentPartPr/>
                <p14:nvPr/>
              </p14:nvContentPartPr>
              <p14:xfrm>
                <a:off x="1601151" y="3976025"/>
                <a:ext cx="15480" cy="105840"/>
              </p14:xfrm>
            </p:contentPart>
          </mc:Choice>
          <mc:Fallback xmlns="">
            <p:pic>
              <p:nvPicPr>
                <p:cNvPr id="118" name="Ink 117">
                  <a:extLst>
                    <a:ext uri="{FF2B5EF4-FFF2-40B4-BE49-F238E27FC236}">
                      <a16:creationId xmlns:a16="http://schemas.microsoft.com/office/drawing/2014/main" id="{554D27C9-190A-8222-77B2-B3A264BBFE05}"/>
                    </a:ext>
                  </a:extLst>
                </p:cNvPr>
                <p:cNvPicPr/>
                <p:nvPr/>
              </p:nvPicPr>
              <p:blipFill>
                <a:blip r:embed="rId178"/>
                <a:stretch>
                  <a:fillRect/>
                </a:stretch>
              </p:blipFill>
              <p:spPr>
                <a:xfrm>
                  <a:off x="1592511" y="3967025"/>
                  <a:ext cx="3312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19" name="Ink 118">
                  <a:extLst>
                    <a:ext uri="{FF2B5EF4-FFF2-40B4-BE49-F238E27FC236}">
                      <a16:creationId xmlns:a16="http://schemas.microsoft.com/office/drawing/2014/main" id="{F8CE6E9A-E595-D503-15E3-B97D737D5750}"/>
                    </a:ext>
                  </a:extLst>
                </p14:cNvPr>
                <p14:cNvContentPartPr/>
                <p14:nvPr/>
              </p14:nvContentPartPr>
              <p14:xfrm>
                <a:off x="1641471" y="3942185"/>
                <a:ext cx="239760" cy="124560"/>
              </p14:xfrm>
            </p:contentPart>
          </mc:Choice>
          <mc:Fallback xmlns="">
            <p:pic>
              <p:nvPicPr>
                <p:cNvPr id="119" name="Ink 118">
                  <a:extLst>
                    <a:ext uri="{FF2B5EF4-FFF2-40B4-BE49-F238E27FC236}">
                      <a16:creationId xmlns:a16="http://schemas.microsoft.com/office/drawing/2014/main" id="{F8CE6E9A-E595-D503-15E3-B97D737D5750}"/>
                    </a:ext>
                  </a:extLst>
                </p:cNvPr>
                <p:cNvPicPr/>
                <p:nvPr/>
              </p:nvPicPr>
              <p:blipFill>
                <a:blip r:embed="rId180"/>
                <a:stretch>
                  <a:fillRect/>
                </a:stretch>
              </p:blipFill>
              <p:spPr>
                <a:xfrm>
                  <a:off x="1632831" y="3933545"/>
                  <a:ext cx="257400" cy="142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1">
            <p14:nvContentPartPr>
              <p14:cNvPr id="121" name="Ink 120">
                <a:extLst>
                  <a:ext uri="{FF2B5EF4-FFF2-40B4-BE49-F238E27FC236}">
                    <a16:creationId xmlns:a16="http://schemas.microsoft.com/office/drawing/2014/main" id="{B81075FD-4F71-B6B3-DD8F-353A5883D45B}"/>
                  </a:ext>
                </a:extLst>
              </p14:cNvPr>
              <p14:cNvContentPartPr/>
              <p14:nvPr/>
            </p14:nvContentPartPr>
            <p14:xfrm>
              <a:off x="2217471" y="2685065"/>
              <a:ext cx="219600" cy="193320"/>
            </p14:xfrm>
          </p:contentPart>
        </mc:Choice>
        <mc:Fallback xmlns="">
          <p:pic>
            <p:nvPicPr>
              <p:cNvPr id="121" name="Ink 120">
                <a:extLst>
                  <a:ext uri="{FF2B5EF4-FFF2-40B4-BE49-F238E27FC236}">
                    <a16:creationId xmlns:a16="http://schemas.microsoft.com/office/drawing/2014/main" id="{B81075FD-4F71-B6B3-DD8F-353A5883D45B}"/>
                  </a:ext>
                </a:extLst>
              </p:cNvPr>
              <p:cNvPicPr/>
              <p:nvPr/>
            </p:nvPicPr>
            <p:blipFill>
              <a:blip r:embed="rId182"/>
              <a:stretch>
                <a:fillRect/>
              </a:stretch>
            </p:blipFill>
            <p:spPr>
              <a:xfrm>
                <a:off x="2208831" y="2676065"/>
                <a:ext cx="237240" cy="210960"/>
              </a:xfrm>
              <a:prstGeom prst="rect">
                <a:avLst/>
              </a:prstGeom>
            </p:spPr>
          </p:pic>
        </mc:Fallback>
      </mc:AlternateContent>
    </p:spTree>
    <p:extLst>
      <p:ext uri="{BB962C8B-B14F-4D97-AF65-F5344CB8AC3E}">
        <p14:creationId xmlns:p14="http://schemas.microsoft.com/office/powerpoint/2010/main" val="36839214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61045-BECF-82B8-13AA-4C09F92F2D0A}"/>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9B0C714D-D4D7-B77F-2A89-3FA1312C790F}"/>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Fragments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8E2EC27-2054-321F-793E-F97373C7F1E2}"/>
              </a:ext>
            </a:extLst>
          </p:cNvPr>
          <p:cNvSpPr txBox="1"/>
          <p:nvPr/>
        </p:nvSpPr>
        <p:spPr>
          <a:xfrm>
            <a:off x="134426" y="490759"/>
            <a:ext cx="8615133" cy="2793056"/>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Fragments are light-weight UI parts. They are used to modularize the UI code. They don’t have their own controller, rather they depend on the controller of the host view. It like a parasite, once its integrated in a view, it will consume the controller of that view.</a:t>
            </a:r>
          </a:p>
          <a:p>
            <a:endParaRPr lang="en-IN" sz="1350" dirty="0">
              <a:latin typeface="Amasis MT Pro" panose="02040504050005020304" pitchFamily="18" charset="0"/>
            </a:endParaRPr>
          </a:p>
          <a:p>
            <a:pPr marL="342900" indent="-342900">
              <a:buAutoNum type="arabicPeriod"/>
            </a:pPr>
            <a:r>
              <a:rPr lang="en-IN" sz="1350" dirty="0">
                <a:latin typeface="Amasis MT Pro" panose="02040504050005020304" pitchFamily="18" charset="0"/>
              </a:rPr>
              <a:t>Static Fragment – Embedded inside a view.</a:t>
            </a:r>
          </a:p>
          <a:p>
            <a:pPr marL="342900" indent="-342900">
              <a:buAutoNum type="arabicPeriod"/>
            </a:pPr>
            <a:r>
              <a:rPr lang="en-IN" sz="1350" dirty="0">
                <a:latin typeface="Amasis MT Pro" panose="02040504050005020304" pitchFamily="18" charset="0"/>
              </a:rPr>
              <a:t>Dynamic Fragment – We create object of a fragment via </a:t>
            </a:r>
            <a:r>
              <a:rPr lang="en-IN" sz="1350" i="1" dirty="0">
                <a:latin typeface="Amasis MT Pro" panose="02040504050005020304" pitchFamily="18" charset="0"/>
              </a:rPr>
              <a:t>sap/</a:t>
            </a:r>
            <a:r>
              <a:rPr lang="en-IN" sz="1350" i="1" dirty="0" err="1">
                <a:latin typeface="Amasis MT Pro" panose="02040504050005020304" pitchFamily="18" charset="0"/>
              </a:rPr>
              <a:t>ui</a:t>
            </a:r>
            <a:r>
              <a:rPr lang="en-IN" sz="1350" i="1" dirty="0">
                <a:latin typeface="Amasis MT Pro" panose="02040504050005020304" pitchFamily="18" charset="0"/>
              </a:rPr>
              <a:t>/core/Fragment </a:t>
            </a:r>
            <a:r>
              <a:rPr lang="en-IN" sz="1350" dirty="0">
                <a:latin typeface="Amasis MT Pro" panose="02040504050005020304" pitchFamily="18" charset="0"/>
              </a:rPr>
              <a:t>API and </a:t>
            </a:r>
            <a:r>
              <a:rPr lang="en-IN" sz="1350" b="1" dirty="0">
                <a:latin typeface="Amasis MT Pro" panose="02040504050005020304" pitchFamily="18" charset="0"/>
              </a:rPr>
              <a:t>load</a:t>
            </a:r>
            <a:r>
              <a:rPr lang="en-IN" sz="1350" dirty="0">
                <a:latin typeface="Amasis MT Pro" panose="02040504050005020304" pitchFamily="18" charset="0"/>
              </a:rPr>
              <a:t> function.</a:t>
            </a:r>
          </a:p>
          <a:p>
            <a:pPr marL="342900" indent="-342900">
              <a:buAutoNum type="arabicPeriod"/>
            </a:pPr>
            <a:endParaRPr lang="en-IN" sz="1350" dirty="0">
              <a:latin typeface="Amasis MT Pro" panose="02040504050005020304" pitchFamily="18" charset="0"/>
            </a:endParaRPr>
          </a:p>
          <a:p>
            <a:r>
              <a:rPr lang="en-IN" sz="1350" dirty="0">
                <a:latin typeface="Amasis MT Pro" panose="02040504050005020304" pitchFamily="18" charset="0"/>
              </a:rPr>
              <a:t>Requirement:</a:t>
            </a:r>
          </a:p>
          <a:p>
            <a:r>
              <a:rPr lang="en-IN" sz="1350" dirty="0">
                <a:latin typeface="Amasis MT Pro" panose="02040504050005020304" pitchFamily="18" charset="0"/>
              </a:rPr>
              <a:t>My manager asked me to achieve following tasks on the table of supplier</a:t>
            </a:r>
          </a:p>
          <a:p>
            <a:r>
              <a:rPr lang="en-IN" sz="1350" dirty="0">
                <a:latin typeface="Amasis MT Pro" panose="02040504050005020304" pitchFamily="18" charset="0"/>
              </a:rPr>
              <a:t>Task 1: Create a toolbar along with button on table. Which has a filter button. On click of the filter, open </a:t>
            </a:r>
            <a:r>
              <a:rPr lang="en-IN" sz="1350" b="1" dirty="0">
                <a:latin typeface="Amasis MT Pro" panose="02040504050005020304" pitchFamily="18" charset="0"/>
              </a:rPr>
              <a:t>a popup </a:t>
            </a:r>
            <a:r>
              <a:rPr lang="en-IN" sz="1350" dirty="0">
                <a:latin typeface="Amasis MT Pro" panose="02040504050005020304" pitchFamily="18" charset="0"/>
              </a:rPr>
              <a:t>to display </a:t>
            </a:r>
            <a:r>
              <a:rPr lang="en-IN" sz="1350" u="sng" dirty="0">
                <a:latin typeface="Amasis MT Pro" panose="02040504050005020304" pitchFamily="18" charset="0"/>
              </a:rPr>
              <a:t>all the suppliers </a:t>
            </a:r>
            <a:r>
              <a:rPr lang="en-IN" sz="1350" dirty="0">
                <a:latin typeface="Amasis MT Pro" panose="02040504050005020304" pitchFamily="18" charset="0"/>
              </a:rPr>
              <a:t>in multiselect mode, on select of supplier(S) we need to filter data in table.</a:t>
            </a:r>
          </a:p>
          <a:p>
            <a:r>
              <a:rPr lang="en-IN" sz="1350" dirty="0">
                <a:latin typeface="Amasis MT Pro" panose="02040504050005020304" pitchFamily="18" charset="0"/>
              </a:rPr>
              <a:t>Task 2: Enable F4 (value help) in our input field for cities in table. On click of F4, show all the cities in </a:t>
            </a:r>
            <a:r>
              <a:rPr lang="en-IN" sz="1350" b="1" dirty="0">
                <a:latin typeface="Amasis MT Pro" panose="02040504050005020304" pitchFamily="18" charset="0"/>
              </a:rPr>
              <a:t>a popup</a:t>
            </a:r>
            <a:r>
              <a:rPr lang="en-IN" sz="1350" dirty="0">
                <a:latin typeface="Amasis MT Pro" panose="02040504050005020304" pitchFamily="18" charset="0"/>
              </a:rPr>
              <a:t>, on select of a city, we show the data to the user on UI.</a:t>
            </a:r>
          </a:p>
        </p:txBody>
      </p:sp>
      <p:sp>
        <p:nvSpPr>
          <p:cNvPr id="4" name="TextBox 3">
            <a:extLst>
              <a:ext uri="{FF2B5EF4-FFF2-40B4-BE49-F238E27FC236}">
                <a16:creationId xmlns:a16="http://schemas.microsoft.com/office/drawing/2014/main" id="{97985C62-7FEB-B932-9308-30D4D92DEA30}"/>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AEFB5162-E13B-30F7-8C61-A704B5152CAF}"/>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F2118F65-DC65-B737-4547-2239D0FDBA38}"/>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mc:AlternateContent xmlns:mc="http://schemas.openxmlformats.org/markup-compatibility/2006" xmlns:p14="http://schemas.microsoft.com/office/powerpoint/2010/main">
        <mc:Choice Requires="p14">
          <p:contentPart p14:bwMode="auto" r:id="rId3">
            <p14:nvContentPartPr>
              <p14:cNvPr id="18" name="Ink 17">
                <a:extLst>
                  <a:ext uri="{FF2B5EF4-FFF2-40B4-BE49-F238E27FC236}">
                    <a16:creationId xmlns:a16="http://schemas.microsoft.com/office/drawing/2014/main" id="{1CC4DC2A-E6FE-E52D-DB5A-1E122035A556}"/>
                  </a:ext>
                </a:extLst>
              </p14:cNvPr>
              <p14:cNvContentPartPr/>
              <p14:nvPr/>
            </p14:nvContentPartPr>
            <p14:xfrm>
              <a:off x="2318271" y="3627185"/>
              <a:ext cx="989280" cy="372600"/>
            </p14:xfrm>
          </p:contentPart>
        </mc:Choice>
        <mc:Fallback xmlns="">
          <p:pic>
            <p:nvPicPr>
              <p:cNvPr id="18" name="Ink 17">
                <a:extLst>
                  <a:ext uri="{FF2B5EF4-FFF2-40B4-BE49-F238E27FC236}">
                    <a16:creationId xmlns:a16="http://schemas.microsoft.com/office/drawing/2014/main" id="{1CC4DC2A-E6FE-E52D-DB5A-1E122035A556}"/>
                  </a:ext>
                </a:extLst>
              </p:cNvPr>
              <p:cNvPicPr/>
              <p:nvPr/>
            </p:nvPicPr>
            <p:blipFill>
              <a:blip r:embed="rId4"/>
              <a:stretch>
                <a:fillRect/>
              </a:stretch>
            </p:blipFill>
            <p:spPr>
              <a:xfrm>
                <a:off x="2309271" y="3618185"/>
                <a:ext cx="1006920" cy="390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1" name="Ink 30">
                <a:extLst>
                  <a:ext uri="{FF2B5EF4-FFF2-40B4-BE49-F238E27FC236}">
                    <a16:creationId xmlns:a16="http://schemas.microsoft.com/office/drawing/2014/main" id="{66E1BDEA-0EDF-60C0-2C18-2591BFBC36D5}"/>
                  </a:ext>
                </a:extLst>
              </p14:cNvPr>
              <p14:cNvContentPartPr/>
              <p14:nvPr/>
            </p14:nvContentPartPr>
            <p14:xfrm>
              <a:off x="2288853" y="4271427"/>
              <a:ext cx="1148196" cy="391276"/>
            </p14:xfrm>
          </p:contentPart>
        </mc:Choice>
        <mc:Fallback xmlns="">
          <p:pic>
            <p:nvPicPr>
              <p:cNvPr id="31" name="Ink 30">
                <a:extLst>
                  <a:ext uri="{FF2B5EF4-FFF2-40B4-BE49-F238E27FC236}">
                    <a16:creationId xmlns:a16="http://schemas.microsoft.com/office/drawing/2014/main" id="{66E1BDEA-0EDF-60C0-2C18-2591BFBC36D5}"/>
                  </a:ext>
                </a:extLst>
              </p:cNvPr>
              <p:cNvPicPr/>
              <p:nvPr/>
            </p:nvPicPr>
            <p:blipFill>
              <a:blip r:embed="rId6"/>
              <a:stretch>
                <a:fillRect/>
              </a:stretch>
            </p:blipFill>
            <p:spPr>
              <a:xfrm>
                <a:off x="2279852" y="4262420"/>
                <a:ext cx="1165838" cy="40893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4" name="Ink 73">
                <a:extLst>
                  <a:ext uri="{FF2B5EF4-FFF2-40B4-BE49-F238E27FC236}">
                    <a16:creationId xmlns:a16="http://schemas.microsoft.com/office/drawing/2014/main" id="{9BB4CD78-33B7-D840-9F2A-634BB4AB8129}"/>
                  </a:ext>
                </a:extLst>
              </p14:cNvPr>
              <p14:cNvContentPartPr/>
              <p14:nvPr/>
            </p14:nvContentPartPr>
            <p14:xfrm>
              <a:off x="7111671" y="3795665"/>
              <a:ext cx="1735920" cy="848520"/>
            </p14:xfrm>
          </p:contentPart>
        </mc:Choice>
        <mc:Fallback xmlns="">
          <p:pic>
            <p:nvPicPr>
              <p:cNvPr id="74" name="Ink 73">
                <a:extLst>
                  <a:ext uri="{FF2B5EF4-FFF2-40B4-BE49-F238E27FC236}">
                    <a16:creationId xmlns:a16="http://schemas.microsoft.com/office/drawing/2014/main" id="{9BB4CD78-33B7-D840-9F2A-634BB4AB8129}"/>
                  </a:ext>
                </a:extLst>
              </p:cNvPr>
              <p:cNvPicPr/>
              <p:nvPr/>
            </p:nvPicPr>
            <p:blipFill>
              <a:blip r:embed="rId8"/>
              <a:stretch>
                <a:fillRect/>
              </a:stretch>
            </p:blipFill>
            <p:spPr>
              <a:xfrm>
                <a:off x="7103031" y="3787025"/>
                <a:ext cx="1753560" cy="866160"/>
              </a:xfrm>
              <a:prstGeom prst="rect">
                <a:avLst/>
              </a:prstGeom>
            </p:spPr>
          </p:pic>
        </mc:Fallback>
      </mc:AlternateContent>
      <p:grpSp>
        <p:nvGrpSpPr>
          <p:cNvPr id="81" name="Group 80">
            <a:extLst>
              <a:ext uri="{FF2B5EF4-FFF2-40B4-BE49-F238E27FC236}">
                <a16:creationId xmlns:a16="http://schemas.microsoft.com/office/drawing/2014/main" id="{F2A13F3D-5931-D530-D1F3-A63F7CCCD98B}"/>
              </a:ext>
            </a:extLst>
          </p:cNvPr>
          <p:cNvGrpSpPr/>
          <p:nvPr/>
        </p:nvGrpSpPr>
        <p:grpSpPr>
          <a:xfrm>
            <a:off x="7269711" y="3303905"/>
            <a:ext cx="885240" cy="512280"/>
            <a:chOff x="7269711" y="3303905"/>
            <a:chExt cx="885240" cy="512280"/>
          </a:xfrm>
        </p:grpSpPr>
        <mc:AlternateContent xmlns:mc="http://schemas.openxmlformats.org/markup-compatibility/2006" xmlns:p14="http://schemas.microsoft.com/office/powerpoint/2010/main">
          <mc:Choice Requires="p14">
            <p:contentPart p14:bwMode="auto" r:id="rId9">
              <p14:nvContentPartPr>
                <p14:cNvPr id="75" name="Ink 74">
                  <a:extLst>
                    <a:ext uri="{FF2B5EF4-FFF2-40B4-BE49-F238E27FC236}">
                      <a16:creationId xmlns:a16="http://schemas.microsoft.com/office/drawing/2014/main" id="{889A0A63-E365-52F7-B695-51961D20BF77}"/>
                    </a:ext>
                  </a:extLst>
                </p14:cNvPr>
                <p14:cNvContentPartPr/>
                <p14:nvPr/>
              </p14:nvContentPartPr>
              <p14:xfrm>
                <a:off x="7301751" y="3303905"/>
                <a:ext cx="89280" cy="512280"/>
              </p14:xfrm>
            </p:contentPart>
          </mc:Choice>
          <mc:Fallback xmlns="">
            <p:pic>
              <p:nvPicPr>
                <p:cNvPr id="75" name="Ink 74">
                  <a:extLst>
                    <a:ext uri="{FF2B5EF4-FFF2-40B4-BE49-F238E27FC236}">
                      <a16:creationId xmlns:a16="http://schemas.microsoft.com/office/drawing/2014/main" id="{889A0A63-E365-52F7-B695-51961D20BF77}"/>
                    </a:ext>
                  </a:extLst>
                </p:cNvPr>
                <p:cNvPicPr/>
                <p:nvPr/>
              </p:nvPicPr>
              <p:blipFill>
                <a:blip r:embed="rId10"/>
                <a:stretch>
                  <a:fillRect/>
                </a:stretch>
              </p:blipFill>
              <p:spPr>
                <a:xfrm>
                  <a:off x="7293111" y="3294905"/>
                  <a:ext cx="106920" cy="529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6" name="Ink 75">
                  <a:extLst>
                    <a:ext uri="{FF2B5EF4-FFF2-40B4-BE49-F238E27FC236}">
                      <a16:creationId xmlns:a16="http://schemas.microsoft.com/office/drawing/2014/main" id="{0BA27FB1-6700-BA45-F568-EE377B41EDC5}"/>
                    </a:ext>
                  </a:extLst>
                </p14:cNvPr>
                <p14:cNvContentPartPr/>
                <p14:nvPr/>
              </p14:nvContentPartPr>
              <p14:xfrm>
                <a:off x="7269711" y="3584345"/>
                <a:ext cx="153360" cy="118080"/>
              </p14:xfrm>
            </p:contentPart>
          </mc:Choice>
          <mc:Fallback xmlns="">
            <p:pic>
              <p:nvPicPr>
                <p:cNvPr id="76" name="Ink 75">
                  <a:extLst>
                    <a:ext uri="{FF2B5EF4-FFF2-40B4-BE49-F238E27FC236}">
                      <a16:creationId xmlns:a16="http://schemas.microsoft.com/office/drawing/2014/main" id="{0BA27FB1-6700-BA45-F568-EE377B41EDC5}"/>
                    </a:ext>
                  </a:extLst>
                </p:cNvPr>
                <p:cNvPicPr/>
                <p:nvPr/>
              </p:nvPicPr>
              <p:blipFill>
                <a:blip r:embed="rId12"/>
                <a:stretch>
                  <a:fillRect/>
                </a:stretch>
              </p:blipFill>
              <p:spPr>
                <a:xfrm>
                  <a:off x="7260711" y="3575705"/>
                  <a:ext cx="1710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7" name="Ink 76">
                  <a:extLst>
                    <a:ext uri="{FF2B5EF4-FFF2-40B4-BE49-F238E27FC236}">
                      <a16:creationId xmlns:a16="http://schemas.microsoft.com/office/drawing/2014/main" id="{1849E53F-7A71-50AE-A307-B484A94AA2CA}"/>
                    </a:ext>
                  </a:extLst>
                </p14:cNvPr>
                <p14:cNvContentPartPr/>
                <p14:nvPr/>
              </p14:nvContentPartPr>
              <p14:xfrm>
                <a:off x="7451511" y="3576785"/>
                <a:ext cx="198360" cy="222480"/>
              </p14:xfrm>
            </p:contentPart>
          </mc:Choice>
          <mc:Fallback xmlns="">
            <p:pic>
              <p:nvPicPr>
                <p:cNvPr id="77" name="Ink 76">
                  <a:extLst>
                    <a:ext uri="{FF2B5EF4-FFF2-40B4-BE49-F238E27FC236}">
                      <a16:creationId xmlns:a16="http://schemas.microsoft.com/office/drawing/2014/main" id="{1849E53F-7A71-50AE-A307-B484A94AA2CA}"/>
                    </a:ext>
                  </a:extLst>
                </p:cNvPr>
                <p:cNvPicPr/>
                <p:nvPr/>
              </p:nvPicPr>
              <p:blipFill>
                <a:blip r:embed="rId14"/>
                <a:stretch>
                  <a:fillRect/>
                </a:stretch>
              </p:blipFill>
              <p:spPr>
                <a:xfrm>
                  <a:off x="7442511" y="3567785"/>
                  <a:ext cx="21600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8" name="Ink 77">
                  <a:extLst>
                    <a:ext uri="{FF2B5EF4-FFF2-40B4-BE49-F238E27FC236}">
                      <a16:creationId xmlns:a16="http://schemas.microsoft.com/office/drawing/2014/main" id="{071977C4-5132-2B9B-1117-93A8B71A968E}"/>
                    </a:ext>
                  </a:extLst>
                </p14:cNvPr>
                <p14:cNvContentPartPr/>
                <p14:nvPr/>
              </p14:nvContentPartPr>
              <p14:xfrm>
                <a:off x="7659231" y="3569585"/>
                <a:ext cx="222840" cy="122760"/>
              </p14:xfrm>
            </p:contentPart>
          </mc:Choice>
          <mc:Fallback xmlns="">
            <p:pic>
              <p:nvPicPr>
                <p:cNvPr id="78" name="Ink 77">
                  <a:extLst>
                    <a:ext uri="{FF2B5EF4-FFF2-40B4-BE49-F238E27FC236}">
                      <a16:creationId xmlns:a16="http://schemas.microsoft.com/office/drawing/2014/main" id="{071977C4-5132-2B9B-1117-93A8B71A968E}"/>
                    </a:ext>
                  </a:extLst>
                </p:cNvPr>
                <p:cNvPicPr/>
                <p:nvPr/>
              </p:nvPicPr>
              <p:blipFill>
                <a:blip r:embed="rId16"/>
                <a:stretch>
                  <a:fillRect/>
                </a:stretch>
              </p:blipFill>
              <p:spPr>
                <a:xfrm>
                  <a:off x="7650231" y="3560585"/>
                  <a:ext cx="24048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79" name="Ink 78">
                  <a:extLst>
                    <a:ext uri="{FF2B5EF4-FFF2-40B4-BE49-F238E27FC236}">
                      <a16:creationId xmlns:a16="http://schemas.microsoft.com/office/drawing/2014/main" id="{ABE96149-DCA1-7A48-E2E2-5DFDF2C5F936}"/>
                    </a:ext>
                  </a:extLst>
                </p14:cNvPr>
                <p14:cNvContentPartPr/>
                <p14:nvPr/>
              </p14:nvContentPartPr>
              <p14:xfrm>
                <a:off x="7949031" y="3515585"/>
                <a:ext cx="165960" cy="171720"/>
              </p14:xfrm>
            </p:contentPart>
          </mc:Choice>
          <mc:Fallback xmlns="">
            <p:pic>
              <p:nvPicPr>
                <p:cNvPr id="79" name="Ink 78">
                  <a:extLst>
                    <a:ext uri="{FF2B5EF4-FFF2-40B4-BE49-F238E27FC236}">
                      <a16:creationId xmlns:a16="http://schemas.microsoft.com/office/drawing/2014/main" id="{ABE96149-DCA1-7A48-E2E2-5DFDF2C5F936}"/>
                    </a:ext>
                  </a:extLst>
                </p:cNvPr>
                <p:cNvPicPr/>
                <p:nvPr/>
              </p:nvPicPr>
              <p:blipFill>
                <a:blip r:embed="rId18"/>
                <a:stretch>
                  <a:fillRect/>
                </a:stretch>
              </p:blipFill>
              <p:spPr>
                <a:xfrm>
                  <a:off x="7940031" y="3506945"/>
                  <a:ext cx="18360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80" name="Ink 79">
                  <a:extLst>
                    <a:ext uri="{FF2B5EF4-FFF2-40B4-BE49-F238E27FC236}">
                      <a16:creationId xmlns:a16="http://schemas.microsoft.com/office/drawing/2014/main" id="{CD04E07B-9BE5-0E14-AFF1-FC5E5470F89D}"/>
                    </a:ext>
                  </a:extLst>
                </p14:cNvPr>
                <p14:cNvContentPartPr/>
                <p14:nvPr/>
              </p14:nvContentPartPr>
              <p14:xfrm>
                <a:off x="8099151" y="3527825"/>
                <a:ext cx="55800" cy="33840"/>
              </p14:xfrm>
            </p:contentPart>
          </mc:Choice>
          <mc:Fallback xmlns="">
            <p:pic>
              <p:nvPicPr>
                <p:cNvPr id="80" name="Ink 79">
                  <a:extLst>
                    <a:ext uri="{FF2B5EF4-FFF2-40B4-BE49-F238E27FC236}">
                      <a16:creationId xmlns:a16="http://schemas.microsoft.com/office/drawing/2014/main" id="{CD04E07B-9BE5-0E14-AFF1-FC5E5470F89D}"/>
                    </a:ext>
                  </a:extLst>
                </p:cNvPr>
                <p:cNvPicPr/>
                <p:nvPr/>
              </p:nvPicPr>
              <p:blipFill>
                <a:blip r:embed="rId20"/>
                <a:stretch>
                  <a:fillRect/>
                </a:stretch>
              </p:blipFill>
              <p:spPr>
                <a:xfrm>
                  <a:off x="8090151" y="3519185"/>
                  <a:ext cx="73440" cy="51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
            <p14:nvContentPartPr>
              <p14:cNvPr id="83" name="Ink 82">
                <a:extLst>
                  <a:ext uri="{FF2B5EF4-FFF2-40B4-BE49-F238E27FC236}">
                    <a16:creationId xmlns:a16="http://schemas.microsoft.com/office/drawing/2014/main" id="{E6F18216-3C91-B399-F47D-42D69E7E6600}"/>
                  </a:ext>
                </a:extLst>
              </p14:cNvPr>
              <p14:cNvContentPartPr/>
              <p14:nvPr/>
            </p14:nvContentPartPr>
            <p14:xfrm>
              <a:off x="7378791" y="4050545"/>
              <a:ext cx="1319040" cy="417600"/>
            </p14:xfrm>
          </p:contentPart>
        </mc:Choice>
        <mc:Fallback xmlns="">
          <p:pic>
            <p:nvPicPr>
              <p:cNvPr id="83" name="Ink 82">
                <a:extLst>
                  <a:ext uri="{FF2B5EF4-FFF2-40B4-BE49-F238E27FC236}">
                    <a16:creationId xmlns:a16="http://schemas.microsoft.com/office/drawing/2014/main" id="{E6F18216-3C91-B399-F47D-42D69E7E6600}"/>
                  </a:ext>
                </a:extLst>
              </p:cNvPr>
              <p:cNvPicPr/>
              <p:nvPr/>
            </p:nvPicPr>
            <p:blipFill>
              <a:blip r:embed="rId22"/>
              <a:stretch>
                <a:fillRect/>
              </a:stretch>
            </p:blipFill>
            <p:spPr>
              <a:xfrm>
                <a:off x="7370151" y="4041545"/>
                <a:ext cx="1336680" cy="435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98" name="Ink 97">
                <a:extLst>
                  <a:ext uri="{FF2B5EF4-FFF2-40B4-BE49-F238E27FC236}">
                    <a16:creationId xmlns:a16="http://schemas.microsoft.com/office/drawing/2014/main" id="{A48DE06A-ADC0-CC7D-F605-24B5FC7D8BEC}"/>
                  </a:ext>
                </a:extLst>
              </p14:cNvPr>
              <p14:cNvContentPartPr/>
              <p14:nvPr/>
            </p14:nvContentPartPr>
            <p14:xfrm>
              <a:off x="4502391" y="3708545"/>
              <a:ext cx="1743120" cy="786240"/>
            </p14:xfrm>
          </p:contentPart>
        </mc:Choice>
        <mc:Fallback xmlns="">
          <p:pic>
            <p:nvPicPr>
              <p:cNvPr id="98" name="Ink 97">
                <a:extLst>
                  <a:ext uri="{FF2B5EF4-FFF2-40B4-BE49-F238E27FC236}">
                    <a16:creationId xmlns:a16="http://schemas.microsoft.com/office/drawing/2014/main" id="{A48DE06A-ADC0-CC7D-F605-24B5FC7D8BEC}"/>
                  </a:ext>
                </a:extLst>
              </p:cNvPr>
              <p:cNvPicPr/>
              <p:nvPr/>
            </p:nvPicPr>
            <p:blipFill>
              <a:blip r:embed="rId24"/>
              <a:stretch>
                <a:fillRect/>
              </a:stretch>
            </p:blipFill>
            <p:spPr>
              <a:xfrm>
                <a:off x="4493391" y="3699905"/>
                <a:ext cx="1760760" cy="8038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33" name="Ink 132">
                <a:extLst>
                  <a:ext uri="{FF2B5EF4-FFF2-40B4-BE49-F238E27FC236}">
                    <a16:creationId xmlns:a16="http://schemas.microsoft.com/office/drawing/2014/main" id="{7B7675C1-3D8D-D437-7B3A-2032D5A8111A}"/>
                  </a:ext>
                </a:extLst>
              </p14:cNvPr>
              <p14:cNvContentPartPr/>
              <p14:nvPr/>
            </p14:nvContentPartPr>
            <p14:xfrm>
              <a:off x="6264231" y="3819065"/>
              <a:ext cx="894240" cy="312480"/>
            </p14:xfrm>
          </p:contentPart>
        </mc:Choice>
        <mc:Fallback xmlns="">
          <p:pic>
            <p:nvPicPr>
              <p:cNvPr id="133" name="Ink 132">
                <a:extLst>
                  <a:ext uri="{FF2B5EF4-FFF2-40B4-BE49-F238E27FC236}">
                    <a16:creationId xmlns:a16="http://schemas.microsoft.com/office/drawing/2014/main" id="{7B7675C1-3D8D-D437-7B3A-2032D5A8111A}"/>
                  </a:ext>
                </a:extLst>
              </p:cNvPr>
              <p:cNvPicPr/>
              <p:nvPr/>
            </p:nvPicPr>
            <p:blipFill>
              <a:blip r:embed="rId26"/>
              <a:stretch>
                <a:fillRect/>
              </a:stretch>
            </p:blipFill>
            <p:spPr>
              <a:xfrm>
                <a:off x="6255591" y="3810065"/>
                <a:ext cx="911880" cy="3301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35" name="Ink 134">
                <a:extLst>
                  <a:ext uri="{FF2B5EF4-FFF2-40B4-BE49-F238E27FC236}">
                    <a16:creationId xmlns:a16="http://schemas.microsoft.com/office/drawing/2014/main" id="{265F5055-E450-9D82-8AB0-1FE7FA09B282}"/>
                  </a:ext>
                </a:extLst>
              </p14:cNvPr>
              <p14:cNvContentPartPr/>
              <p14:nvPr/>
            </p14:nvContentPartPr>
            <p14:xfrm>
              <a:off x="5587431" y="4010945"/>
              <a:ext cx="1566360" cy="340920"/>
            </p14:xfrm>
          </p:contentPart>
        </mc:Choice>
        <mc:Fallback xmlns="">
          <p:pic>
            <p:nvPicPr>
              <p:cNvPr id="135" name="Ink 134">
                <a:extLst>
                  <a:ext uri="{FF2B5EF4-FFF2-40B4-BE49-F238E27FC236}">
                    <a16:creationId xmlns:a16="http://schemas.microsoft.com/office/drawing/2014/main" id="{265F5055-E450-9D82-8AB0-1FE7FA09B282}"/>
                  </a:ext>
                </a:extLst>
              </p:cNvPr>
              <p:cNvPicPr/>
              <p:nvPr/>
            </p:nvPicPr>
            <p:blipFill>
              <a:blip r:embed="rId28"/>
              <a:stretch>
                <a:fillRect/>
              </a:stretch>
            </p:blipFill>
            <p:spPr>
              <a:xfrm>
                <a:off x="5578431" y="4002305"/>
                <a:ext cx="158400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42" name="Ink 141">
                <a:extLst>
                  <a:ext uri="{FF2B5EF4-FFF2-40B4-BE49-F238E27FC236}">
                    <a16:creationId xmlns:a16="http://schemas.microsoft.com/office/drawing/2014/main" id="{FF43FC21-6454-0E3B-7150-AC99E7EC52F3}"/>
                  </a:ext>
                </a:extLst>
              </p14:cNvPr>
              <p14:cNvContentPartPr/>
              <p14:nvPr/>
            </p14:nvContentPartPr>
            <p14:xfrm>
              <a:off x="599991" y="3879545"/>
              <a:ext cx="38160" cy="122760"/>
            </p14:xfrm>
          </p:contentPart>
        </mc:Choice>
        <mc:Fallback xmlns="">
          <p:pic>
            <p:nvPicPr>
              <p:cNvPr id="142" name="Ink 141">
                <a:extLst>
                  <a:ext uri="{FF2B5EF4-FFF2-40B4-BE49-F238E27FC236}">
                    <a16:creationId xmlns:a16="http://schemas.microsoft.com/office/drawing/2014/main" id="{FF43FC21-6454-0E3B-7150-AC99E7EC52F3}"/>
                  </a:ext>
                </a:extLst>
              </p:cNvPr>
              <p:cNvPicPr/>
              <p:nvPr/>
            </p:nvPicPr>
            <p:blipFill>
              <a:blip r:embed="rId30"/>
              <a:stretch>
                <a:fillRect/>
              </a:stretch>
            </p:blipFill>
            <p:spPr>
              <a:xfrm>
                <a:off x="591351" y="3870905"/>
                <a:ext cx="55800" cy="140400"/>
              </a:xfrm>
              <a:prstGeom prst="rect">
                <a:avLst/>
              </a:prstGeom>
            </p:spPr>
          </p:pic>
        </mc:Fallback>
      </mc:AlternateContent>
      <p:grpSp>
        <p:nvGrpSpPr>
          <p:cNvPr id="174" name="Group 173">
            <a:extLst>
              <a:ext uri="{FF2B5EF4-FFF2-40B4-BE49-F238E27FC236}">
                <a16:creationId xmlns:a16="http://schemas.microsoft.com/office/drawing/2014/main" id="{56DE2553-5314-1D78-0E40-EF78C9B63E7C}"/>
              </a:ext>
            </a:extLst>
          </p:cNvPr>
          <p:cNvGrpSpPr/>
          <p:nvPr/>
        </p:nvGrpSpPr>
        <p:grpSpPr>
          <a:xfrm>
            <a:off x="3672951" y="4694585"/>
            <a:ext cx="1973160" cy="316800"/>
            <a:chOff x="3672951" y="4694585"/>
            <a:chExt cx="1973160" cy="316800"/>
          </a:xfrm>
        </p:grpSpPr>
        <mc:AlternateContent xmlns:mc="http://schemas.openxmlformats.org/markup-compatibility/2006" xmlns:p14="http://schemas.microsoft.com/office/powerpoint/2010/main">
          <mc:Choice Requires="p14">
            <p:contentPart p14:bwMode="auto" r:id="rId31">
              <p14:nvContentPartPr>
                <p14:cNvPr id="158" name="Ink 157">
                  <a:extLst>
                    <a:ext uri="{FF2B5EF4-FFF2-40B4-BE49-F238E27FC236}">
                      <a16:creationId xmlns:a16="http://schemas.microsoft.com/office/drawing/2014/main" id="{3648B97B-9059-8B5C-84F3-E40FC586B01C}"/>
                    </a:ext>
                  </a:extLst>
                </p14:cNvPr>
                <p14:cNvContentPartPr/>
                <p14:nvPr/>
              </p14:nvContentPartPr>
              <p14:xfrm>
                <a:off x="3672951" y="4694585"/>
                <a:ext cx="111960" cy="316800"/>
              </p14:xfrm>
            </p:contentPart>
          </mc:Choice>
          <mc:Fallback xmlns="">
            <p:pic>
              <p:nvPicPr>
                <p:cNvPr id="158" name="Ink 157">
                  <a:extLst>
                    <a:ext uri="{FF2B5EF4-FFF2-40B4-BE49-F238E27FC236}">
                      <a16:creationId xmlns:a16="http://schemas.microsoft.com/office/drawing/2014/main" id="{3648B97B-9059-8B5C-84F3-E40FC586B01C}"/>
                    </a:ext>
                  </a:extLst>
                </p:cNvPr>
                <p:cNvPicPr/>
                <p:nvPr/>
              </p:nvPicPr>
              <p:blipFill>
                <a:blip r:embed="rId32"/>
                <a:stretch>
                  <a:fillRect/>
                </a:stretch>
              </p:blipFill>
              <p:spPr>
                <a:xfrm>
                  <a:off x="3664311" y="4685945"/>
                  <a:ext cx="12960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59" name="Ink 158">
                  <a:extLst>
                    <a:ext uri="{FF2B5EF4-FFF2-40B4-BE49-F238E27FC236}">
                      <a16:creationId xmlns:a16="http://schemas.microsoft.com/office/drawing/2014/main" id="{5768009C-6849-2BC2-A2AF-E4D85BFE56B2}"/>
                    </a:ext>
                  </a:extLst>
                </p14:cNvPr>
                <p14:cNvContentPartPr/>
                <p14:nvPr/>
              </p14:nvContentPartPr>
              <p14:xfrm>
                <a:off x="3829191" y="4854785"/>
                <a:ext cx="72000" cy="148680"/>
              </p14:xfrm>
            </p:contentPart>
          </mc:Choice>
          <mc:Fallback xmlns="">
            <p:pic>
              <p:nvPicPr>
                <p:cNvPr id="159" name="Ink 158">
                  <a:extLst>
                    <a:ext uri="{FF2B5EF4-FFF2-40B4-BE49-F238E27FC236}">
                      <a16:creationId xmlns:a16="http://schemas.microsoft.com/office/drawing/2014/main" id="{5768009C-6849-2BC2-A2AF-E4D85BFE56B2}"/>
                    </a:ext>
                  </a:extLst>
                </p:cNvPr>
                <p:cNvPicPr/>
                <p:nvPr/>
              </p:nvPicPr>
              <p:blipFill>
                <a:blip r:embed="rId34"/>
                <a:stretch>
                  <a:fillRect/>
                </a:stretch>
              </p:blipFill>
              <p:spPr>
                <a:xfrm>
                  <a:off x="3820551" y="4846145"/>
                  <a:ext cx="8964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60" name="Ink 159">
                  <a:extLst>
                    <a:ext uri="{FF2B5EF4-FFF2-40B4-BE49-F238E27FC236}">
                      <a16:creationId xmlns:a16="http://schemas.microsoft.com/office/drawing/2014/main" id="{F1530BC3-6CDA-BC60-90A1-990B145001A6}"/>
                    </a:ext>
                  </a:extLst>
                </p14:cNvPr>
                <p14:cNvContentPartPr/>
                <p14:nvPr/>
              </p14:nvContentPartPr>
              <p14:xfrm>
                <a:off x="3939711" y="4854425"/>
                <a:ext cx="87840" cy="117360"/>
              </p14:xfrm>
            </p:contentPart>
          </mc:Choice>
          <mc:Fallback xmlns="">
            <p:pic>
              <p:nvPicPr>
                <p:cNvPr id="160" name="Ink 159">
                  <a:extLst>
                    <a:ext uri="{FF2B5EF4-FFF2-40B4-BE49-F238E27FC236}">
                      <a16:creationId xmlns:a16="http://schemas.microsoft.com/office/drawing/2014/main" id="{F1530BC3-6CDA-BC60-90A1-990B145001A6}"/>
                    </a:ext>
                  </a:extLst>
                </p:cNvPr>
                <p:cNvPicPr/>
                <p:nvPr/>
              </p:nvPicPr>
              <p:blipFill>
                <a:blip r:embed="rId36"/>
                <a:stretch>
                  <a:fillRect/>
                </a:stretch>
              </p:blipFill>
              <p:spPr>
                <a:xfrm>
                  <a:off x="3931071" y="4845785"/>
                  <a:ext cx="10548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61" name="Ink 160">
                  <a:extLst>
                    <a:ext uri="{FF2B5EF4-FFF2-40B4-BE49-F238E27FC236}">
                      <a16:creationId xmlns:a16="http://schemas.microsoft.com/office/drawing/2014/main" id="{8C528DBD-55AC-B1E6-597C-F46829D7DABD}"/>
                    </a:ext>
                  </a:extLst>
                </p14:cNvPr>
                <p14:cNvContentPartPr/>
                <p14:nvPr/>
              </p14:nvContentPartPr>
              <p14:xfrm>
                <a:off x="4056711" y="4853705"/>
                <a:ext cx="53640" cy="118080"/>
              </p14:xfrm>
            </p:contentPart>
          </mc:Choice>
          <mc:Fallback xmlns="">
            <p:pic>
              <p:nvPicPr>
                <p:cNvPr id="161" name="Ink 160">
                  <a:extLst>
                    <a:ext uri="{FF2B5EF4-FFF2-40B4-BE49-F238E27FC236}">
                      <a16:creationId xmlns:a16="http://schemas.microsoft.com/office/drawing/2014/main" id="{8C528DBD-55AC-B1E6-597C-F46829D7DABD}"/>
                    </a:ext>
                  </a:extLst>
                </p:cNvPr>
                <p:cNvPicPr/>
                <p:nvPr/>
              </p:nvPicPr>
              <p:blipFill>
                <a:blip r:embed="rId38"/>
                <a:stretch>
                  <a:fillRect/>
                </a:stretch>
              </p:blipFill>
              <p:spPr>
                <a:xfrm>
                  <a:off x="4047711" y="4844705"/>
                  <a:ext cx="7128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62" name="Ink 161">
                  <a:extLst>
                    <a:ext uri="{FF2B5EF4-FFF2-40B4-BE49-F238E27FC236}">
                      <a16:creationId xmlns:a16="http://schemas.microsoft.com/office/drawing/2014/main" id="{D488FEBE-C19D-20C4-9BCC-CE520B34546E}"/>
                    </a:ext>
                  </a:extLst>
                </p14:cNvPr>
                <p14:cNvContentPartPr/>
                <p14:nvPr/>
              </p14:nvContentPartPr>
              <p14:xfrm>
                <a:off x="4280271" y="4875305"/>
                <a:ext cx="182160" cy="124200"/>
              </p14:xfrm>
            </p:contentPart>
          </mc:Choice>
          <mc:Fallback xmlns="">
            <p:pic>
              <p:nvPicPr>
                <p:cNvPr id="162" name="Ink 161">
                  <a:extLst>
                    <a:ext uri="{FF2B5EF4-FFF2-40B4-BE49-F238E27FC236}">
                      <a16:creationId xmlns:a16="http://schemas.microsoft.com/office/drawing/2014/main" id="{D488FEBE-C19D-20C4-9BCC-CE520B34546E}"/>
                    </a:ext>
                  </a:extLst>
                </p:cNvPr>
                <p:cNvPicPr/>
                <p:nvPr/>
              </p:nvPicPr>
              <p:blipFill>
                <a:blip r:embed="rId40"/>
                <a:stretch>
                  <a:fillRect/>
                </a:stretch>
              </p:blipFill>
              <p:spPr>
                <a:xfrm>
                  <a:off x="4271631" y="4866665"/>
                  <a:ext cx="1998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63" name="Ink 162">
                  <a:extLst>
                    <a:ext uri="{FF2B5EF4-FFF2-40B4-BE49-F238E27FC236}">
                      <a16:creationId xmlns:a16="http://schemas.microsoft.com/office/drawing/2014/main" id="{B61CCC9D-40B6-3920-90D0-BB75D4D596CB}"/>
                    </a:ext>
                  </a:extLst>
                </p14:cNvPr>
                <p14:cNvContentPartPr/>
                <p14:nvPr/>
              </p14:nvContentPartPr>
              <p14:xfrm>
                <a:off x="4485831" y="4849745"/>
                <a:ext cx="97200" cy="123120"/>
              </p14:xfrm>
            </p:contentPart>
          </mc:Choice>
          <mc:Fallback xmlns="">
            <p:pic>
              <p:nvPicPr>
                <p:cNvPr id="163" name="Ink 162">
                  <a:extLst>
                    <a:ext uri="{FF2B5EF4-FFF2-40B4-BE49-F238E27FC236}">
                      <a16:creationId xmlns:a16="http://schemas.microsoft.com/office/drawing/2014/main" id="{B61CCC9D-40B6-3920-90D0-BB75D4D596CB}"/>
                    </a:ext>
                  </a:extLst>
                </p:cNvPr>
                <p:cNvPicPr/>
                <p:nvPr/>
              </p:nvPicPr>
              <p:blipFill>
                <a:blip r:embed="rId42"/>
                <a:stretch>
                  <a:fillRect/>
                </a:stretch>
              </p:blipFill>
              <p:spPr>
                <a:xfrm>
                  <a:off x="4477191" y="4840745"/>
                  <a:ext cx="1148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64" name="Ink 163">
                  <a:extLst>
                    <a:ext uri="{FF2B5EF4-FFF2-40B4-BE49-F238E27FC236}">
                      <a16:creationId xmlns:a16="http://schemas.microsoft.com/office/drawing/2014/main" id="{EBC78EF0-6591-05E2-3089-53EB4DCD469D}"/>
                    </a:ext>
                  </a:extLst>
                </p14:cNvPr>
                <p14:cNvContentPartPr/>
                <p14:nvPr/>
              </p14:nvContentPartPr>
              <p14:xfrm>
                <a:off x="4627311" y="4864145"/>
                <a:ext cx="15480" cy="84960"/>
              </p14:xfrm>
            </p:contentPart>
          </mc:Choice>
          <mc:Fallback xmlns="">
            <p:pic>
              <p:nvPicPr>
                <p:cNvPr id="164" name="Ink 163">
                  <a:extLst>
                    <a:ext uri="{FF2B5EF4-FFF2-40B4-BE49-F238E27FC236}">
                      <a16:creationId xmlns:a16="http://schemas.microsoft.com/office/drawing/2014/main" id="{EBC78EF0-6591-05E2-3089-53EB4DCD469D}"/>
                    </a:ext>
                  </a:extLst>
                </p:cNvPr>
                <p:cNvPicPr/>
                <p:nvPr/>
              </p:nvPicPr>
              <p:blipFill>
                <a:blip r:embed="rId44"/>
                <a:stretch>
                  <a:fillRect/>
                </a:stretch>
              </p:blipFill>
              <p:spPr>
                <a:xfrm>
                  <a:off x="4618671" y="4855505"/>
                  <a:ext cx="3312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65" name="Ink 164">
                  <a:extLst>
                    <a:ext uri="{FF2B5EF4-FFF2-40B4-BE49-F238E27FC236}">
                      <a16:creationId xmlns:a16="http://schemas.microsoft.com/office/drawing/2014/main" id="{3590F4D6-37AD-403D-EE0F-138F80134D15}"/>
                    </a:ext>
                  </a:extLst>
                </p14:cNvPr>
                <p14:cNvContentPartPr/>
                <p14:nvPr/>
              </p14:nvContentPartPr>
              <p14:xfrm>
                <a:off x="4659351" y="4763705"/>
                <a:ext cx="24120" cy="19080"/>
              </p14:xfrm>
            </p:contentPart>
          </mc:Choice>
          <mc:Fallback xmlns="">
            <p:pic>
              <p:nvPicPr>
                <p:cNvPr id="165" name="Ink 164">
                  <a:extLst>
                    <a:ext uri="{FF2B5EF4-FFF2-40B4-BE49-F238E27FC236}">
                      <a16:creationId xmlns:a16="http://schemas.microsoft.com/office/drawing/2014/main" id="{3590F4D6-37AD-403D-EE0F-138F80134D15}"/>
                    </a:ext>
                  </a:extLst>
                </p:cNvPr>
                <p:cNvPicPr/>
                <p:nvPr/>
              </p:nvPicPr>
              <p:blipFill>
                <a:blip r:embed="rId46"/>
                <a:stretch>
                  <a:fillRect/>
                </a:stretch>
              </p:blipFill>
              <p:spPr>
                <a:xfrm>
                  <a:off x="4650711" y="4755065"/>
                  <a:ext cx="4176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66" name="Ink 165">
                  <a:extLst>
                    <a:ext uri="{FF2B5EF4-FFF2-40B4-BE49-F238E27FC236}">
                      <a16:creationId xmlns:a16="http://schemas.microsoft.com/office/drawing/2014/main" id="{3C44B456-C052-1337-BA84-E46E307FB1C5}"/>
                    </a:ext>
                  </a:extLst>
                </p14:cNvPr>
                <p14:cNvContentPartPr/>
                <p14:nvPr/>
              </p14:nvContentPartPr>
              <p14:xfrm>
                <a:off x="4678071" y="4854785"/>
                <a:ext cx="80640" cy="101880"/>
              </p14:xfrm>
            </p:contentPart>
          </mc:Choice>
          <mc:Fallback xmlns="">
            <p:pic>
              <p:nvPicPr>
                <p:cNvPr id="166" name="Ink 165">
                  <a:extLst>
                    <a:ext uri="{FF2B5EF4-FFF2-40B4-BE49-F238E27FC236}">
                      <a16:creationId xmlns:a16="http://schemas.microsoft.com/office/drawing/2014/main" id="{3C44B456-C052-1337-BA84-E46E307FB1C5}"/>
                    </a:ext>
                  </a:extLst>
                </p:cNvPr>
                <p:cNvPicPr/>
                <p:nvPr/>
              </p:nvPicPr>
              <p:blipFill>
                <a:blip r:embed="rId48"/>
                <a:stretch>
                  <a:fillRect/>
                </a:stretch>
              </p:blipFill>
              <p:spPr>
                <a:xfrm>
                  <a:off x="4669071" y="4846145"/>
                  <a:ext cx="9828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67" name="Ink 166">
                  <a:extLst>
                    <a:ext uri="{FF2B5EF4-FFF2-40B4-BE49-F238E27FC236}">
                      <a16:creationId xmlns:a16="http://schemas.microsoft.com/office/drawing/2014/main" id="{74176EDE-84B1-E4E7-6F6A-5F497CC07354}"/>
                    </a:ext>
                  </a:extLst>
                </p14:cNvPr>
                <p14:cNvContentPartPr/>
                <p14:nvPr/>
              </p14:nvContentPartPr>
              <p14:xfrm>
                <a:off x="4809111" y="4791065"/>
                <a:ext cx="14040" cy="149400"/>
              </p14:xfrm>
            </p:contentPart>
          </mc:Choice>
          <mc:Fallback xmlns="">
            <p:pic>
              <p:nvPicPr>
                <p:cNvPr id="167" name="Ink 166">
                  <a:extLst>
                    <a:ext uri="{FF2B5EF4-FFF2-40B4-BE49-F238E27FC236}">
                      <a16:creationId xmlns:a16="http://schemas.microsoft.com/office/drawing/2014/main" id="{74176EDE-84B1-E4E7-6F6A-5F497CC07354}"/>
                    </a:ext>
                  </a:extLst>
                </p:cNvPr>
                <p:cNvPicPr/>
                <p:nvPr/>
              </p:nvPicPr>
              <p:blipFill>
                <a:blip r:embed="rId50"/>
                <a:stretch>
                  <a:fillRect/>
                </a:stretch>
              </p:blipFill>
              <p:spPr>
                <a:xfrm>
                  <a:off x="4800111" y="4782425"/>
                  <a:ext cx="316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68" name="Ink 167">
                  <a:extLst>
                    <a:ext uri="{FF2B5EF4-FFF2-40B4-BE49-F238E27FC236}">
                      <a16:creationId xmlns:a16="http://schemas.microsoft.com/office/drawing/2014/main" id="{86CFC072-A632-F597-DF8E-56C42D91CDF6}"/>
                    </a:ext>
                  </a:extLst>
                </p14:cNvPr>
                <p14:cNvContentPartPr/>
                <p14:nvPr/>
              </p14:nvContentPartPr>
              <p14:xfrm>
                <a:off x="4773831" y="4824545"/>
                <a:ext cx="181800" cy="128880"/>
              </p14:xfrm>
            </p:contentPart>
          </mc:Choice>
          <mc:Fallback xmlns="">
            <p:pic>
              <p:nvPicPr>
                <p:cNvPr id="168" name="Ink 167">
                  <a:extLst>
                    <a:ext uri="{FF2B5EF4-FFF2-40B4-BE49-F238E27FC236}">
                      <a16:creationId xmlns:a16="http://schemas.microsoft.com/office/drawing/2014/main" id="{86CFC072-A632-F597-DF8E-56C42D91CDF6}"/>
                    </a:ext>
                  </a:extLst>
                </p:cNvPr>
                <p:cNvPicPr/>
                <p:nvPr/>
              </p:nvPicPr>
              <p:blipFill>
                <a:blip r:embed="rId52"/>
                <a:stretch>
                  <a:fillRect/>
                </a:stretch>
              </p:blipFill>
              <p:spPr>
                <a:xfrm>
                  <a:off x="4765191" y="4815545"/>
                  <a:ext cx="1994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69" name="Ink 168">
                  <a:extLst>
                    <a:ext uri="{FF2B5EF4-FFF2-40B4-BE49-F238E27FC236}">
                      <a16:creationId xmlns:a16="http://schemas.microsoft.com/office/drawing/2014/main" id="{030A0AD8-E632-24E2-833F-619F24719408}"/>
                    </a:ext>
                  </a:extLst>
                </p14:cNvPr>
                <p14:cNvContentPartPr/>
                <p14:nvPr/>
              </p14:nvContentPartPr>
              <p14:xfrm>
                <a:off x="4985871" y="4825625"/>
                <a:ext cx="123120" cy="114480"/>
              </p14:xfrm>
            </p:contentPart>
          </mc:Choice>
          <mc:Fallback xmlns="">
            <p:pic>
              <p:nvPicPr>
                <p:cNvPr id="169" name="Ink 168">
                  <a:extLst>
                    <a:ext uri="{FF2B5EF4-FFF2-40B4-BE49-F238E27FC236}">
                      <a16:creationId xmlns:a16="http://schemas.microsoft.com/office/drawing/2014/main" id="{030A0AD8-E632-24E2-833F-619F24719408}"/>
                    </a:ext>
                  </a:extLst>
                </p:cNvPr>
                <p:cNvPicPr/>
                <p:nvPr/>
              </p:nvPicPr>
              <p:blipFill>
                <a:blip r:embed="rId54"/>
                <a:stretch>
                  <a:fillRect/>
                </a:stretch>
              </p:blipFill>
              <p:spPr>
                <a:xfrm>
                  <a:off x="4977231" y="4816625"/>
                  <a:ext cx="14076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70" name="Ink 169">
                  <a:extLst>
                    <a:ext uri="{FF2B5EF4-FFF2-40B4-BE49-F238E27FC236}">
                      <a16:creationId xmlns:a16="http://schemas.microsoft.com/office/drawing/2014/main" id="{EBBFD080-0807-0E5C-BE0E-573982C66D4D}"/>
                    </a:ext>
                  </a:extLst>
                </p14:cNvPr>
                <p14:cNvContentPartPr/>
                <p14:nvPr/>
              </p14:nvContentPartPr>
              <p14:xfrm>
                <a:off x="5146071" y="4822745"/>
                <a:ext cx="120240" cy="118800"/>
              </p14:xfrm>
            </p:contentPart>
          </mc:Choice>
          <mc:Fallback xmlns="">
            <p:pic>
              <p:nvPicPr>
                <p:cNvPr id="170" name="Ink 169">
                  <a:extLst>
                    <a:ext uri="{FF2B5EF4-FFF2-40B4-BE49-F238E27FC236}">
                      <a16:creationId xmlns:a16="http://schemas.microsoft.com/office/drawing/2014/main" id="{EBBFD080-0807-0E5C-BE0E-573982C66D4D}"/>
                    </a:ext>
                  </a:extLst>
                </p:cNvPr>
                <p:cNvPicPr/>
                <p:nvPr/>
              </p:nvPicPr>
              <p:blipFill>
                <a:blip r:embed="rId56"/>
                <a:stretch>
                  <a:fillRect/>
                </a:stretch>
              </p:blipFill>
              <p:spPr>
                <a:xfrm>
                  <a:off x="5137071" y="4813745"/>
                  <a:ext cx="1378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71" name="Ink 170">
                  <a:extLst>
                    <a:ext uri="{FF2B5EF4-FFF2-40B4-BE49-F238E27FC236}">
                      <a16:creationId xmlns:a16="http://schemas.microsoft.com/office/drawing/2014/main" id="{B11EEDBE-E615-6020-EF52-5DD93510133F}"/>
                    </a:ext>
                  </a:extLst>
                </p14:cNvPr>
                <p14:cNvContentPartPr/>
                <p14:nvPr/>
              </p14:nvContentPartPr>
              <p14:xfrm>
                <a:off x="5293671" y="4831385"/>
                <a:ext cx="82080" cy="99360"/>
              </p14:xfrm>
            </p:contentPart>
          </mc:Choice>
          <mc:Fallback xmlns="">
            <p:pic>
              <p:nvPicPr>
                <p:cNvPr id="171" name="Ink 170">
                  <a:extLst>
                    <a:ext uri="{FF2B5EF4-FFF2-40B4-BE49-F238E27FC236}">
                      <a16:creationId xmlns:a16="http://schemas.microsoft.com/office/drawing/2014/main" id="{B11EEDBE-E615-6020-EF52-5DD93510133F}"/>
                    </a:ext>
                  </a:extLst>
                </p:cNvPr>
                <p:cNvPicPr/>
                <p:nvPr/>
              </p:nvPicPr>
              <p:blipFill>
                <a:blip r:embed="rId58"/>
                <a:stretch>
                  <a:fillRect/>
                </a:stretch>
              </p:blipFill>
              <p:spPr>
                <a:xfrm>
                  <a:off x="5284671" y="4822745"/>
                  <a:ext cx="9972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72" name="Ink 171">
                  <a:extLst>
                    <a:ext uri="{FF2B5EF4-FFF2-40B4-BE49-F238E27FC236}">
                      <a16:creationId xmlns:a16="http://schemas.microsoft.com/office/drawing/2014/main" id="{56F3EDFC-15CF-ECF6-FF72-08C702D33429}"/>
                    </a:ext>
                  </a:extLst>
                </p14:cNvPr>
                <p14:cNvContentPartPr/>
                <p14:nvPr/>
              </p14:nvContentPartPr>
              <p14:xfrm>
                <a:off x="5430111" y="4845065"/>
                <a:ext cx="46440" cy="114480"/>
              </p14:xfrm>
            </p:contentPart>
          </mc:Choice>
          <mc:Fallback xmlns="">
            <p:pic>
              <p:nvPicPr>
                <p:cNvPr id="172" name="Ink 171">
                  <a:extLst>
                    <a:ext uri="{FF2B5EF4-FFF2-40B4-BE49-F238E27FC236}">
                      <a16:creationId xmlns:a16="http://schemas.microsoft.com/office/drawing/2014/main" id="{56F3EDFC-15CF-ECF6-FF72-08C702D33429}"/>
                    </a:ext>
                  </a:extLst>
                </p:cNvPr>
                <p:cNvPicPr/>
                <p:nvPr/>
              </p:nvPicPr>
              <p:blipFill>
                <a:blip r:embed="rId60"/>
                <a:stretch>
                  <a:fillRect/>
                </a:stretch>
              </p:blipFill>
              <p:spPr>
                <a:xfrm>
                  <a:off x="5421111" y="4836065"/>
                  <a:ext cx="6408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73" name="Ink 172">
                  <a:extLst>
                    <a:ext uri="{FF2B5EF4-FFF2-40B4-BE49-F238E27FC236}">
                      <a16:creationId xmlns:a16="http://schemas.microsoft.com/office/drawing/2014/main" id="{482167CF-DFBC-9737-E4B1-15EF6EE8A7CF}"/>
                    </a:ext>
                  </a:extLst>
                </p14:cNvPr>
                <p14:cNvContentPartPr/>
                <p14:nvPr/>
              </p14:nvContentPartPr>
              <p14:xfrm>
                <a:off x="5547831" y="4838225"/>
                <a:ext cx="98280" cy="69840"/>
              </p14:xfrm>
            </p:contentPart>
          </mc:Choice>
          <mc:Fallback xmlns="">
            <p:pic>
              <p:nvPicPr>
                <p:cNvPr id="173" name="Ink 172">
                  <a:extLst>
                    <a:ext uri="{FF2B5EF4-FFF2-40B4-BE49-F238E27FC236}">
                      <a16:creationId xmlns:a16="http://schemas.microsoft.com/office/drawing/2014/main" id="{482167CF-DFBC-9737-E4B1-15EF6EE8A7CF}"/>
                    </a:ext>
                  </a:extLst>
                </p:cNvPr>
                <p:cNvPicPr/>
                <p:nvPr/>
              </p:nvPicPr>
              <p:blipFill>
                <a:blip r:embed="rId62"/>
                <a:stretch>
                  <a:fillRect/>
                </a:stretch>
              </p:blipFill>
              <p:spPr>
                <a:xfrm>
                  <a:off x="5538831" y="4829585"/>
                  <a:ext cx="115920" cy="87480"/>
                </a:xfrm>
                <a:prstGeom prst="rect">
                  <a:avLst/>
                </a:prstGeom>
              </p:spPr>
            </p:pic>
          </mc:Fallback>
        </mc:AlternateContent>
      </p:grpSp>
      <p:grpSp>
        <p:nvGrpSpPr>
          <p:cNvPr id="197" name="Group 196">
            <a:extLst>
              <a:ext uri="{FF2B5EF4-FFF2-40B4-BE49-F238E27FC236}">
                <a16:creationId xmlns:a16="http://schemas.microsoft.com/office/drawing/2014/main" id="{EAB028BD-BE7D-4914-EE10-26FF22B7B7D3}"/>
              </a:ext>
            </a:extLst>
          </p:cNvPr>
          <p:cNvGrpSpPr/>
          <p:nvPr/>
        </p:nvGrpSpPr>
        <p:grpSpPr>
          <a:xfrm>
            <a:off x="7416591" y="3915185"/>
            <a:ext cx="1287720" cy="534600"/>
            <a:chOff x="7416591" y="3915185"/>
            <a:chExt cx="1287720" cy="534600"/>
          </a:xfrm>
        </p:grpSpPr>
        <mc:AlternateContent xmlns:mc="http://schemas.openxmlformats.org/markup-compatibility/2006" xmlns:p14="http://schemas.microsoft.com/office/powerpoint/2010/main">
          <mc:Choice Requires="p14">
            <p:contentPart p14:bwMode="auto" r:id="rId63">
              <p14:nvContentPartPr>
                <p14:cNvPr id="84" name="Ink 83">
                  <a:extLst>
                    <a:ext uri="{FF2B5EF4-FFF2-40B4-BE49-F238E27FC236}">
                      <a16:creationId xmlns:a16="http://schemas.microsoft.com/office/drawing/2014/main" id="{BF97A906-AA0D-8D26-0A2D-CA2B35E05B55}"/>
                    </a:ext>
                  </a:extLst>
                </p14:cNvPr>
                <p14:cNvContentPartPr/>
                <p14:nvPr/>
              </p14:nvContentPartPr>
              <p14:xfrm>
                <a:off x="7416591" y="4102745"/>
                <a:ext cx="133200" cy="267120"/>
              </p14:xfrm>
            </p:contentPart>
          </mc:Choice>
          <mc:Fallback xmlns="">
            <p:pic>
              <p:nvPicPr>
                <p:cNvPr id="84" name="Ink 83">
                  <a:extLst>
                    <a:ext uri="{FF2B5EF4-FFF2-40B4-BE49-F238E27FC236}">
                      <a16:creationId xmlns:a16="http://schemas.microsoft.com/office/drawing/2014/main" id="{BF97A906-AA0D-8D26-0A2D-CA2B35E05B55}"/>
                    </a:ext>
                  </a:extLst>
                </p:cNvPr>
                <p:cNvPicPr/>
                <p:nvPr/>
              </p:nvPicPr>
              <p:blipFill>
                <a:blip r:embed="rId64"/>
                <a:stretch>
                  <a:fillRect/>
                </a:stretch>
              </p:blipFill>
              <p:spPr>
                <a:xfrm>
                  <a:off x="7407951" y="4094105"/>
                  <a:ext cx="15084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5" name="Ink 84">
                  <a:extLst>
                    <a:ext uri="{FF2B5EF4-FFF2-40B4-BE49-F238E27FC236}">
                      <a16:creationId xmlns:a16="http://schemas.microsoft.com/office/drawing/2014/main" id="{98C01B29-2616-6085-4071-77849C729547}"/>
                    </a:ext>
                  </a:extLst>
                </p14:cNvPr>
                <p14:cNvContentPartPr/>
                <p14:nvPr/>
              </p14:nvContentPartPr>
              <p14:xfrm>
                <a:off x="7582911" y="4254665"/>
                <a:ext cx="63720" cy="102600"/>
              </p14:xfrm>
            </p:contentPart>
          </mc:Choice>
          <mc:Fallback xmlns="">
            <p:pic>
              <p:nvPicPr>
                <p:cNvPr id="85" name="Ink 84">
                  <a:extLst>
                    <a:ext uri="{FF2B5EF4-FFF2-40B4-BE49-F238E27FC236}">
                      <a16:creationId xmlns:a16="http://schemas.microsoft.com/office/drawing/2014/main" id="{98C01B29-2616-6085-4071-77849C729547}"/>
                    </a:ext>
                  </a:extLst>
                </p:cNvPr>
                <p:cNvPicPr/>
                <p:nvPr/>
              </p:nvPicPr>
              <p:blipFill>
                <a:blip r:embed="rId66"/>
                <a:stretch>
                  <a:fillRect/>
                </a:stretch>
              </p:blipFill>
              <p:spPr>
                <a:xfrm>
                  <a:off x="7573911" y="4245665"/>
                  <a:ext cx="8136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6" name="Ink 85">
                  <a:extLst>
                    <a:ext uri="{FF2B5EF4-FFF2-40B4-BE49-F238E27FC236}">
                      <a16:creationId xmlns:a16="http://schemas.microsoft.com/office/drawing/2014/main" id="{7828AA36-B38B-14E2-2077-AD26ABF74716}"/>
                    </a:ext>
                  </a:extLst>
                </p14:cNvPr>
                <p14:cNvContentPartPr/>
                <p14:nvPr/>
              </p14:nvContentPartPr>
              <p14:xfrm>
                <a:off x="7678671" y="4193825"/>
                <a:ext cx="28800" cy="169200"/>
              </p14:xfrm>
            </p:contentPart>
          </mc:Choice>
          <mc:Fallback xmlns="">
            <p:pic>
              <p:nvPicPr>
                <p:cNvPr id="86" name="Ink 85">
                  <a:extLst>
                    <a:ext uri="{FF2B5EF4-FFF2-40B4-BE49-F238E27FC236}">
                      <a16:creationId xmlns:a16="http://schemas.microsoft.com/office/drawing/2014/main" id="{7828AA36-B38B-14E2-2077-AD26ABF74716}"/>
                    </a:ext>
                  </a:extLst>
                </p:cNvPr>
                <p:cNvPicPr/>
                <p:nvPr/>
              </p:nvPicPr>
              <p:blipFill>
                <a:blip r:embed="rId68"/>
                <a:stretch>
                  <a:fillRect/>
                </a:stretch>
              </p:blipFill>
              <p:spPr>
                <a:xfrm>
                  <a:off x="7670031" y="4185185"/>
                  <a:ext cx="464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7" name="Ink 86">
                  <a:extLst>
                    <a:ext uri="{FF2B5EF4-FFF2-40B4-BE49-F238E27FC236}">
                      <a16:creationId xmlns:a16="http://schemas.microsoft.com/office/drawing/2014/main" id="{CD749ED3-4D7C-D5DD-FF94-5A0EDF63DD00}"/>
                    </a:ext>
                  </a:extLst>
                </p14:cNvPr>
                <p14:cNvContentPartPr/>
                <p14:nvPr/>
              </p14:nvContentPartPr>
              <p14:xfrm>
                <a:off x="7736991" y="4249985"/>
                <a:ext cx="83520" cy="96120"/>
              </p14:xfrm>
            </p:contentPart>
          </mc:Choice>
          <mc:Fallback xmlns="">
            <p:pic>
              <p:nvPicPr>
                <p:cNvPr id="87" name="Ink 86">
                  <a:extLst>
                    <a:ext uri="{FF2B5EF4-FFF2-40B4-BE49-F238E27FC236}">
                      <a16:creationId xmlns:a16="http://schemas.microsoft.com/office/drawing/2014/main" id="{CD749ED3-4D7C-D5DD-FF94-5A0EDF63DD00}"/>
                    </a:ext>
                  </a:extLst>
                </p:cNvPr>
                <p:cNvPicPr/>
                <p:nvPr/>
              </p:nvPicPr>
              <p:blipFill>
                <a:blip r:embed="rId70"/>
                <a:stretch>
                  <a:fillRect/>
                </a:stretch>
              </p:blipFill>
              <p:spPr>
                <a:xfrm>
                  <a:off x="7727991" y="4241345"/>
                  <a:ext cx="10116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88623CA0-AD78-826D-BB9C-25CA88137FAD}"/>
                    </a:ext>
                  </a:extLst>
                </p14:cNvPr>
                <p14:cNvContentPartPr/>
                <p14:nvPr/>
              </p14:nvContentPartPr>
              <p14:xfrm>
                <a:off x="7857231" y="4195625"/>
                <a:ext cx="103320" cy="167040"/>
              </p14:xfrm>
            </p:contentPart>
          </mc:Choice>
          <mc:Fallback xmlns="">
            <p:pic>
              <p:nvPicPr>
                <p:cNvPr id="88" name="Ink 87">
                  <a:extLst>
                    <a:ext uri="{FF2B5EF4-FFF2-40B4-BE49-F238E27FC236}">
                      <a16:creationId xmlns:a16="http://schemas.microsoft.com/office/drawing/2014/main" id="{88623CA0-AD78-826D-BB9C-25CA88137FAD}"/>
                    </a:ext>
                  </a:extLst>
                </p:cNvPr>
                <p:cNvPicPr/>
                <p:nvPr/>
              </p:nvPicPr>
              <p:blipFill>
                <a:blip r:embed="rId72"/>
                <a:stretch>
                  <a:fillRect/>
                </a:stretch>
              </p:blipFill>
              <p:spPr>
                <a:xfrm>
                  <a:off x="7848591" y="4186985"/>
                  <a:ext cx="12096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89" name="Ink 88">
                  <a:extLst>
                    <a:ext uri="{FF2B5EF4-FFF2-40B4-BE49-F238E27FC236}">
                      <a16:creationId xmlns:a16="http://schemas.microsoft.com/office/drawing/2014/main" id="{F350A480-D5C1-6032-4377-7676953F96FF}"/>
                    </a:ext>
                  </a:extLst>
                </p14:cNvPr>
                <p14:cNvContentPartPr/>
                <p14:nvPr/>
              </p14:nvContentPartPr>
              <p14:xfrm>
                <a:off x="7921311" y="4273385"/>
                <a:ext cx="74160" cy="15840"/>
              </p14:xfrm>
            </p:contentPart>
          </mc:Choice>
          <mc:Fallback xmlns="">
            <p:pic>
              <p:nvPicPr>
                <p:cNvPr id="89" name="Ink 88">
                  <a:extLst>
                    <a:ext uri="{FF2B5EF4-FFF2-40B4-BE49-F238E27FC236}">
                      <a16:creationId xmlns:a16="http://schemas.microsoft.com/office/drawing/2014/main" id="{F350A480-D5C1-6032-4377-7676953F96FF}"/>
                    </a:ext>
                  </a:extLst>
                </p:cNvPr>
                <p:cNvPicPr/>
                <p:nvPr/>
              </p:nvPicPr>
              <p:blipFill>
                <a:blip r:embed="rId74"/>
                <a:stretch>
                  <a:fillRect/>
                </a:stretch>
              </p:blipFill>
              <p:spPr>
                <a:xfrm>
                  <a:off x="7912311" y="4264385"/>
                  <a:ext cx="918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0" name="Ink 89">
                  <a:extLst>
                    <a:ext uri="{FF2B5EF4-FFF2-40B4-BE49-F238E27FC236}">
                      <a16:creationId xmlns:a16="http://schemas.microsoft.com/office/drawing/2014/main" id="{BCD7C4F0-CC8E-7434-1A16-2FBA16A5D08A}"/>
                    </a:ext>
                  </a:extLst>
                </p14:cNvPr>
                <p14:cNvContentPartPr/>
                <p14:nvPr/>
              </p14:nvContentPartPr>
              <p14:xfrm>
                <a:off x="8047311" y="4220465"/>
                <a:ext cx="31320" cy="135360"/>
              </p14:xfrm>
            </p:contentPart>
          </mc:Choice>
          <mc:Fallback xmlns="">
            <p:pic>
              <p:nvPicPr>
                <p:cNvPr id="90" name="Ink 89">
                  <a:extLst>
                    <a:ext uri="{FF2B5EF4-FFF2-40B4-BE49-F238E27FC236}">
                      <a16:creationId xmlns:a16="http://schemas.microsoft.com/office/drawing/2014/main" id="{BCD7C4F0-CC8E-7434-1A16-2FBA16A5D08A}"/>
                    </a:ext>
                  </a:extLst>
                </p:cNvPr>
                <p:cNvPicPr/>
                <p:nvPr/>
              </p:nvPicPr>
              <p:blipFill>
                <a:blip r:embed="rId76"/>
                <a:stretch>
                  <a:fillRect/>
                </a:stretch>
              </p:blipFill>
              <p:spPr>
                <a:xfrm>
                  <a:off x="8038671" y="4211825"/>
                  <a:ext cx="4896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1" name="Ink 90">
                  <a:extLst>
                    <a:ext uri="{FF2B5EF4-FFF2-40B4-BE49-F238E27FC236}">
                      <a16:creationId xmlns:a16="http://schemas.microsoft.com/office/drawing/2014/main" id="{0395E221-B3DD-9892-21CE-3CDCD1422D97}"/>
                    </a:ext>
                  </a:extLst>
                </p14:cNvPr>
                <p14:cNvContentPartPr/>
                <p14:nvPr/>
              </p14:nvContentPartPr>
              <p14:xfrm>
                <a:off x="8032911" y="4163945"/>
                <a:ext cx="121320" cy="240840"/>
              </p14:xfrm>
            </p:contentPart>
          </mc:Choice>
          <mc:Fallback xmlns="">
            <p:pic>
              <p:nvPicPr>
                <p:cNvPr id="91" name="Ink 90">
                  <a:extLst>
                    <a:ext uri="{FF2B5EF4-FFF2-40B4-BE49-F238E27FC236}">
                      <a16:creationId xmlns:a16="http://schemas.microsoft.com/office/drawing/2014/main" id="{0395E221-B3DD-9892-21CE-3CDCD1422D97}"/>
                    </a:ext>
                  </a:extLst>
                </p:cNvPr>
                <p:cNvPicPr/>
                <p:nvPr/>
              </p:nvPicPr>
              <p:blipFill>
                <a:blip r:embed="rId78"/>
                <a:stretch>
                  <a:fillRect/>
                </a:stretch>
              </p:blipFill>
              <p:spPr>
                <a:xfrm>
                  <a:off x="8023911" y="4154945"/>
                  <a:ext cx="13896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2" name="Ink 91">
                  <a:extLst>
                    <a:ext uri="{FF2B5EF4-FFF2-40B4-BE49-F238E27FC236}">
                      <a16:creationId xmlns:a16="http://schemas.microsoft.com/office/drawing/2014/main" id="{19C7FB14-BA85-F3D4-02D6-91FCECADCF1D}"/>
                    </a:ext>
                  </a:extLst>
                </p14:cNvPr>
                <p14:cNvContentPartPr/>
                <p14:nvPr/>
              </p14:nvContentPartPr>
              <p14:xfrm>
                <a:off x="8204271" y="4309385"/>
                <a:ext cx="20520" cy="83880"/>
              </p14:xfrm>
            </p:contentPart>
          </mc:Choice>
          <mc:Fallback xmlns="">
            <p:pic>
              <p:nvPicPr>
                <p:cNvPr id="92" name="Ink 91">
                  <a:extLst>
                    <a:ext uri="{FF2B5EF4-FFF2-40B4-BE49-F238E27FC236}">
                      <a16:creationId xmlns:a16="http://schemas.microsoft.com/office/drawing/2014/main" id="{19C7FB14-BA85-F3D4-02D6-91FCECADCF1D}"/>
                    </a:ext>
                  </a:extLst>
                </p:cNvPr>
                <p:cNvPicPr/>
                <p:nvPr/>
              </p:nvPicPr>
              <p:blipFill>
                <a:blip r:embed="rId80"/>
                <a:stretch>
                  <a:fillRect/>
                </a:stretch>
              </p:blipFill>
              <p:spPr>
                <a:xfrm>
                  <a:off x="8195271" y="4300385"/>
                  <a:ext cx="3816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3" name="Ink 92">
                  <a:extLst>
                    <a:ext uri="{FF2B5EF4-FFF2-40B4-BE49-F238E27FC236}">
                      <a16:creationId xmlns:a16="http://schemas.microsoft.com/office/drawing/2014/main" id="{0815FF46-F6FA-8533-A3E9-334196F5D7DC}"/>
                    </a:ext>
                  </a:extLst>
                </p14:cNvPr>
                <p14:cNvContentPartPr/>
                <p14:nvPr/>
              </p14:nvContentPartPr>
              <p14:xfrm>
                <a:off x="8229471" y="4250345"/>
                <a:ext cx="360" cy="8640"/>
              </p14:xfrm>
            </p:contentPart>
          </mc:Choice>
          <mc:Fallback xmlns="">
            <p:pic>
              <p:nvPicPr>
                <p:cNvPr id="93" name="Ink 92">
                  <a:extLst>
                    <a:ext uri="{FF2B5EF4-FFF2-40B4-BE49-F238E27FC236}">
                      <a16:creationId xmlns:a16="http://schemas.microsoft.com/office/drawing/2014/main" id="{0815FF46-F6FA-8533-A3E9-334196F5D7DC}"/>
                    </a:ext>
                  </a:extLst>
                </p:cNvPr>
                <p:cNvPicPr/>
                <p:nvPr/>
              </p:nvPicPr>
              <p:blipFill>
                <a:blip r:embed="rId82"/>
                <a:stretch>
                  <a:fillRect/>
                </a:stretch>
              </p:blipFill>
              <p:spPr>
                <a:xfrm>
                  <a:off x="8220471" y="4241705"/>
                  <a:ext cx="1800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4" name="Ink 93">
                  <a:extLst>
                    <a:ext uri="{FF2B5EF4-FFF2-40B4-BE49-F238E27FC236}">
                      <a16:creationId xmlns:a16="http://schemas.microsoft.com/office/drawing/2014/main" id="{165D0072-9B50-D21C-CD24-CF22FEF017AC}"/>
                    </a:ext>
                  </a:extLst>
                </p14:cNvPr>
                <p14:cNvContentPartPr/>
                <p14:nvPr/>
              </p14:nvContentPartPr>
              <p14:xfrm>
                <a:off x="8238831" y="4176185"/>
                <a:ext cx="132120" cy="173520"/>
              </p14:xfrm>
            </p:contentPart>
          </mc:Choice>
          <mc:Fallback xmlns="">
            <p:pic>
              <p:nvPicPr>
                <p:cNvPr id="94" name="Ink 93">
                  <a:extLst>
                    <a:ext uri="{FF2B5EF4-FFF2-40B4-BE49-F238E27FC236}">
                      <a16:creationId xmlns:a16="http://schemas.microsoft.com/office/drawing/2014/main" id="{165D0072-9B50-D21C-CD24-CF22FEF017AC}"/>
                    </a:ext>
                  </a:extLst>
                </p:cNvPr>
                <p:cNvPicPr/>
                <p:nvPr/>
              </p:nvPicPr>
              <p:blipFill>
                <a:blip r:embed="rId84"/>
                <a:stretch>
                  <a:fillRect/>
                </a:stretch>
              </p:blipFill>
              <p:spPr>
                <a:xfrm>
                  <a:off x="8229831" y="4167545"/>
                  <a:ext cx="14976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5" name="Ink 94">
                  <a:extLst>
                    <a:ext uri="{FF2B5EF4-FFF2-40B4-BE49-F238E27FC236}">
                      <a16:creationId xmlns:a16="http://schemas.microsoft.com/office/drawing/2014/main" id="{32CA7350-0C98-6B59-22D7-CF5F622EF4F4}"/>
                    </a:ext>
                  </a:extLst>
                </p14:cNvPr>
                <p14:cNvContentPartPr/>
                <p14:nvPr/>
              </p14:nvContentPartPr>
              <p14:xfrm>
                <a:off x="8406231" y="4279865"/>
                <a:ext cx="175680" cy="169920"/>
              </p14:xfrm>
            </p:contentPart>
          </mc:Choice>
          <mc:Fallback xmlns="">
            <p:pic>
              <p:nvPicPr>
                <p:cNvPr id="95" name="Ink 94">
                  <a:extLst>
                    <a:ext uri="{FF2B5EF4-FFF2-40B4-BE49-F238E27FC236}">
                      <a16:creationId xmlns:a16="http://schemas.microsoft.com/office/drawing/2014/main" id="{32CA7350-0C98-6B59-22D7-CF5F622EF4F4}"/>
                    </a:ext>
                  </a:extLst>
                </p:cNvPr>
                <p:cNvPicPr/>
                <p:nvPr/>
              </p:nvPicPr>
              <p:blipFill>
                <a:blip r:embed="rId86"/>
                <a:stretch>
                  <a:fillRect/>
                </a:stretch>
              </p:blipFill>
              <p:spPr>
                <a:xfrm>
                  <a:off x="8397591" y="4271225"/>
                  <a:ext cx="19332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54" name="Ink 153">
                  <a:extLst>
                    <a:ext uri="{FF2B5EF4-FFF2-40B4-BE49-F238E27FC236}">
                      <a16:creationId xmlns:a16="http://schemas.microsoft.com/office/drawing/2014/main" id="{B2F277F6-FF94-C4C8-07EC-426A37DD5C6A}"/>
                    </a:ext>
                  </a:extLst>
                </p14:cNvPr>
                <p14:cNvContentPartPr/>
                <p14:nvPr/>
              </p14:nvContentPartPr>
              <p14:xfrm>
                <a:off x="8544111" y="4098425"/>
                <a:ext cx="23040" cy="89640"/>
              </p14:xfrm>
            </p:contentPart>
          </mc:Choice>
          <mc:Fallback xmlns="">
            <p:pic>
              <p:nvPicPr>
                <p:cNvPr id="154" name="Ink 153">
                  <a:extLst>
                    <a:ext uri="{FF2B5EF4-FFF2-40B4-BE49-F238E27FC236}">
                      <a16:creationId xmlns:a16="http://schemas.microsoft.com/office/drawing/2014/main" id="{B2F277F6-FF94-C4C8-07EC-426A37DD5C6A}"/>
                    </a:ext>
                  </a:extLst>
                </p:cNvPr>
                <p:cNvPicPr/>
                <p:nvPr/>
              </p:nvPicPr>
              <p:blipFill>
                <a:blip r:embed="rId88"/>
                <a:stretch>
                  <a:fillRect/>
                </a:stretch>
              </p:blipFill>
              <p:spPr>
                <a:xfrm>
                  <a:off x="8535471" y="4089425"/>
                  <a:ext cx="4068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55" name="Ink 154">
                  <a:extLst>
                    <a:ext uri="{FF2B5EF4-FFF2-40B4-BE49-F238E27FC236}">
                      <a16:creationId xmlns:a16="http://schemas.microsoft.com/office/drawing/2014/main" id="{E03D5D9C-C3E0-91ED-8834-80CEF1E421B6}"/>
                    </a:ext>
                  </a:extLst>
                </p14:cNvPr>
                <p14:cNvContentPartPr/>
                <p14:nvPr/>
              </p14:nvContentPartPr>
              <p14:xfrm>
                <a:off x="8487231" y="4085825"/>
                <a:ext cx="24120" cy="104760"/>
              </p14:xfrm>
            </p:contentPart>
          </mc:Choice>
          <mc:Fallback xmlns="">
            <p:pic>
              <p:nvPicPr>
                <p:cNvPr id="155" name="Ink 154">
                  <a:extLst>
                    <a:ext uri="{FF2B5EF4-FFF2-40B4-BE49-F238E27FC236}">
                      <a16:creationId xmlns:a16="http://schemas.microsoft.com/office/drawing/2014/main" id="{E03D5D9C-C3E0-91ED-8834-80CEF1E421B6}"/>
                    </a:ext>
                  </a:extLst>
                </p:cNvPr>
                <p:cNvPicPr/>
                <p:nvPr/>
              </p:nvPicPr>
              <p:blipFill>
                <a:blip r:embed="rId90"/>
                <a:stretch>
                  <a:fillRect/>
                </a:stretch>
              </p:blipFill>
              <p:spPr>
                <a:xfrm>
                  <a:off x="8478231" y="4076825"/>
                  <a:ext cx="417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56" name="Ink 155">
                  <a:extLst>
                    <a:ext uri="{FF2B5EF4-FFF2-40B4-BE49-F238E27FC236}">
                      <a16:creationId xmlns:a16="http://schemas.microsoft.com/office/drawing/2014/main" id="{860B0440-19FD-69F5-1378-57C6444562A8}"/>
                    </a:ext>
                  </a:extLst>
                </p14:cNvPr>
                <p14:cNvContentPartPr/>
                <p14:nvPr/>
              </p14:nvContentPartPr>
              <p14:xfrm>
                <a:off x="8633391" y="4089785"/>
                <a:ext cx="27000" cy="122760"/>
              </p14:xfrm>
            </p:contentPart>
          </mc:Choice>
          <mc:Fallback xmlns="">
            <p:pic>
              <p:nvPicPr>
                <p:cNvPr id="156" name="Ink 155">
                  <a:extLst>
                    <a:ext uri="{FF2B5EF4-FFF2-40B4-BE49-F238E27FC236}">
                      <a16:creationId xmlns:a16="http://schemas.microsoft.com/office/drawing/2014/main" id="{860B0440-19FD-69F5-1378-57C6444562A8}"/>
                    </a:ext>
                  </a:extLst>
                </p:cNvPr>
                <p:cNvPicPr/>
                <p:nvPr/>
              </p:nvPicPr>
              <p:blipFill>
                <a:blip r:embed="rId92"/>
                <a:stretch>
                  <a:fillRect/>
                </a:stretch>
              </p:blipFill>
              <p:spPr>
                <a:xfrm>
                  <a:off x="8624751" y="4081145"/>
                  <a:ext cx="4464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94" name="Ink 193">
                  <a:extLst>
                    <a:ext uri="{FF2B5EF4-FFF2-40B4-BE49-F238E27FC236}">
                      <a16:creationId xmlns:a16="http://schemas.microsoft.com/office/drawing/2014/main" id="{D6E31BD1-F93A-A155-C1A5-6EB563BDB4C5}"/>
                    </a:ext>
                  </a:extLst>
                </p14:cNvPr>
                <p14:cNvContentPartPr/>
                <p14:nvPr/>
              </p14:nvContentPartPr>
              <p14:xfrm>
                <a:off x="8643471" y="3915185"/>
                <a:ext cx="5760" cy="133920"/>
              </p14:xfrm>
            </p:contentPart>
          </mc:Choice>
          <mc:Fallback xmlns="">
            <p:pic>
              <p:nvPicPr>
                <p:cNvPr id="194" name="Ink 193">
                  <a:extLst>
                    <a:ext uri="{FF2B5EF4-FFF2-40B4-BE49-F238E27FC236}">
                      <a16:creationId xmlns:a16="http://schemas.microsoft.com/office/drawing/2014/main" id="{D6E31BD1-F93A-A155-C1A5-6EB563BDB4C5}"/>
                    </a:ext>
                  </a:extLst>
                </p:cNvPr>
                <p:cNvPicPr/>
                <p:nvPr/>
              </p:nvPicPr>
              <p:blipFill>
                <a:blip r:embed="rId94"/>
                <a:stretch>
                  <a:fillRect/>
                </a:stretch>
              </p:blipFill>
              <p:spPr>
                <a:xfrm>
                  <a:off x="8634831" y="3906185"/>
                  <a:ext cx="2340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95" name="Ink 194">
                  <a:extLst>
                    <a:ext uri="{FF2B5EF4-FFF2-40B4-BE49-F238E27FC236}">
                      <a16:creationId xmlns:a16="http://schemas.microsoft.com/office/drawing/2014/main" id="{D27292DE-5AA7-398F-9488-FF60D0C6F76D}"/>
                    </a:ext>
                  </a:extLst>
                </p14:cNvPr>
                <p14:cNvContentPartPr/>
                <p14:nvPr/>
              </p14:nvContentPartPr>
              <p14:xfrm>
                <a:off x="8582991" y="3973865"/>
                <a:ext cx="121320" cy="52920"/>
              </p14:xfrm>
            </p:contentPart>
          </mc:Choice>
          <mc:Fallback xmlns="">
            <p:pic>
              <p:nvPicPr>
                <p:cNvPr id="195" name="Ink 194">
                  <a:extLst>
                    <a:ext uri="{FF2B5EF4-FFF2-40B4-BE49-F238E27FC236}">
                      <a16:creationId xmlns:a16="http://schemas.microsoft.com/office/drawing/2014/main" id="{D27292DE-5AA7-398F-9488-FF60D0C6F76D}"/>
                    </a:ext>
                  </a:extLst>
                </p:cNvPr>
                <p:cNvPicPr/>
                <p:nvPr/>
              </p:nvPicPr>
              <p:blipFill>
                <a:blip r:embed="rId96"/>
                <a:stretch>
                  <a:fillRect/>
                </a:stretch>
              </p:blipFill>
              <p:spPr>
                <a:xfrm>
                  <a:off x="8574351" y="3964865"/>
                  <a:ext cx="13896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96" name="Ink 195">
                  <a:extLst>
                    <a:ext uri="{FF2B5EF4-FFF2-40B4-BE49-F238E27FC236}">
                      <a16:creationId xmlns:a16="http://schemas.microsoft.com/office/drawing/2014/main" id="{0B2E2026-4BEF-D322-408C-1989FDFDFA76}"/>
                    </a:ext>
                  </a:extLst>
                </p14:cNvPr>
                <p14:cNvContentPartPr/>
                <p14:nvPr/>
              </p14:nvContentPartPr>
              <p14:xfrm>
                <a:off x="8562831" y="3976745"/>
                <a:ext cx="108360" cy="60480"/>
              </p14:xfrm>
            </p:contentPart>
          </mc:Choice>
          <mc:Fallback xmlns="">
            <p:pic>
              <p:nvPicPr>
                <p:cNvPr id="196" name="Ink 195">
                  <a:extLst>
                    <a:ext uri="{FF2B5EF4-FFF2-40B4-BE49-F238E27FC236}">
                      <a16:creationId xmlns:a16="http://schemas.microsoft.com/office/drawing/2014/main" id="{0B2E2026-4BEF-D322-408C-1989FDFDFA76}"/>
                    </a:ext>
                  </a:extLst>
                </p:cNvPr>
                <p:cNvPicPr/>
                <p:nvPr/>
              </p:nvPicPr>
              <p:blipFill>
                <a:blip r:embed="rId98"/>
                <a:stretch>
                  <a:fillRect/>
                </a:stretch>
              </p:blipFill>
              <p:spPr>
                <a:xfrm>
                  <a:off x="8553831" y="3968105"/>
                  <a:ext cx="126000" cy="78120"/>
                </a:xfrm>
                <a:prstGeom prst="rect">
                  <a:avLst/>
                </a:prstGeom>
              </p:spPr>
            </p:pic>
          </mc:Fallback>
        </mc:AlternateContent>
      </p:grpSp>
      <p:grpSp>
        <p:nvGrpSpPr>
          <p:cNvPr id="208" name="Group 207">
            <a:extLst>
              <a:ext uri="{FF2B5EF4-FFF2-40B4-BE49-F238E27FC236}">
                <a16:creationId xmlns:a16="http://schemas.microsoft.com/office/drawing/2014/main" id="{43A05A26-70EC-F002-D292-EB1E1A5D9A16}"/>
              </a:ext>
            </a:extLst>
          </p:cNvPr>
          <p:cNvGrpSpPr/>
          <p:nvPr/>
        </p:nvGrpSpPr>
        <p:grpSpPr>
          <a:xfrm>
            <a:off x="266991" y="3283745"/>
            <a:ext cx="6696000" cy="1299240"/>
            <a:chOff x="266991" y="3283745"/>
            <a:chExt cx="6696000" cy="1299240"/>
          </a:xfrm>
        </p:grpSpPr>
        <mc:AlternateContent xmlns:mc="http://schemas.openxmlformats.org/markup-compatibility/2006" xmlns:p14="http://schemas.microsoft.com/office/powerpoint/2010/main">
          <mc:Choice Requires="p14">
            <p:contentPart p14:bwMode="auto" r:id="rId99">
              <p14:nvContentPartPr>
                <p14:cNvPr id="67" name="Ink 66">
                  <a:extLst>
                    <a:ext uri="{FF2B5EF4-FFF2-40B4-BE49-F238E27FC236}">
                      <a16:creationId xmlns:a16="http://schemas.microsoft.com/office/drawing/2014/main" id="{C4404AB8-2C9F-7C08-203F-E221B3BA60B0}"/>
                    </a:ext>
                  </a:extLst>
                </p14:cNvPr>
                <p14:cNvContentPartPr/>
                <p14:nvPr/>
              </p14:nvContentPartPr>
              <p14:xfrm>
                <a:off x="4063911" y="3339185"/>
                <a:ext cx="152280" cy="165600"/>
              </p14:xfrm>
            </p:contentPart>
          </mc:Choice>
          <mc:Fallback xmlns="">
            <p:pic>
              <p:nvPicPr>
                <p:cNvPr id="67" name="Ink 66">
                  <a:extLst>
                    <a:ext uri="{FF2B5EF4-FFF2-40B4-BE49-F238E27FC236}">
                      <a16:creationId xmlns:a16="http://schemas.microsoft.com/office/drawing/2014/main" id="{C4404AB8-2C9F-7C08-203F-E221B3BA60B0}"/>
                    </a:ext>
                  </a:extLst>
                </p:cNvPr>
                <p:cNvPicPr/>
                <p:nvPr/>
              </p:nvPicPr>
              <p:blipFill>
                <a:blip r:embed="rId100"/>
                <a:stretch>
                  <a:fillRect/>
                </a:stretch>
              </p:blipFill>
              <p:spPr>
                <a:xfrm>
                  <a:off x="4054911" y="3330185"/>
                  <a:ext cx="16992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8" name="Ink 67">
                  <a:extLst>
                    <a:ext uri="{FF2B5EF4-FFF2-40B4-BE49-F238E27FC236}">
                      <a16:creationId xmlns:a16="http://schemas.microsoft.com/office/drawing/2014/main" id="{6EB840DD-9107-E1BD-E04F-B7D0491EC6F2}"/>
                    </a:ext>
                  </a:extLst>
                </p14:cNvPr>
                <p14:cNvContentPartPr/>
                <p14:nvPr/>
              </p14:nvContentPartPr>
              <p14:xfrm>
                <a:off x="4298991" y="3332705"/>
                <a:ext cx="79920" cy="213120"/>
              </p14:xfrm>
            </p:contentPart>
          </mc:Choice>
          <mc:Fallback xmlns="">
            <p:pic>
              <p:nvPicPr>
                <p:cNvPr id="68" name="Ink 67">
                  <a:extLst>
                    <a:ext uri="{FF2B5EF4-FFF2-40B4-BE49-F238E27FC236}">
                      <a16:creationId xmlns:a16="http://schemas.microsoft.com/office/drawing/2014/main" id="{6EB840DD-9107-E1BD-E04F-B7D0491EC6F2}"/>
                    </a:ext>
                  </a:extLst>
                </p:cNvPr>
                <p:cNvPicPr/>
                <p:nvPr/>
              </p:nvPicPr>
              <p:blipFill>
                <a:blip r:embed="rId102"/>
                <a:stretch>
                  <a:fillRect/>
                </a:stretch>
              </p:blipFill>
              <p:spPr>
                <a:xfrm>
                  <a:off x="4289991" y="3324065"/>
                  <a:ext cx="9756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9" name="Ink 68">
                  <a:extLst>
                    <a:ext uri="{FF2B5EF4-FFF2-40B4-BE49-F238E27FC236}">
                      <a16:creationId xmlns:a16="http://schemas.microsoft.com/office/drawing/2014/main" id="{31BBEFA9-F4F9-65E5-F41B-756268EFB70E}"/>
                    </a:ext>
                  </a:extLst>
                </p14:cNvPr>
                <p14:cNvContentPartPr/>
                <p14:nvPr/>
              </p14:nvContentPartPr>
              <p14:xfrm>
                <a:off x="4415271" y="3295265"/>
                <a:ext cx="65520" cy="186480"/>
              </p14:xfrm>
            </p:contentPart>
          </mc:Choice>
          <mc:Fallback xmlns="">
            <p:pic>
              <p:nvPicPr>
                <p:cNvPr id="69" name="Ink 68">
                  <a:extLst>
                    <a:ext uri="{FF2B5EF4-FFF2-40B4-BE49-F238E27FC236}">
                      <a16:creationId xmlns:a16="http://schemas.microsoft.com/office/drawing/2014/main" id="{31BBEFA9-F4F9-65E5-F41B-756268EFB70E}"/>
                    </a:ext>
                  </a:extLst>
                </p:cNvPr>
                <p:cNvPicPr/>
                <p:nvPr/>
              </p:nvPicPr>
              <p:blipFill>
                <a:blip r:embed="rId104"/>
                <a:stretch>
                  <a:fillRect/>
                </a:stretch>
              </p:blipFill>
              <p:spPr>
                <a:xfrm>
                  <a:off x="4406271" y="3286265"/>
                  <a:ext cx="8316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70" name="Ink 69">
                  <a:extLst>
                    <a:ext uri="{FF2B5EF4-FFF2-40B4-BE49-F238E27FC236}">
                      <a16:creationId xmlns:a16="http://schemas.microsoft.com/office/drawing/2014/main" id="{72225126-F7EE-F59F-6009-77E0A9DECC9F}"/>
                    </a:ext>
                  </a:extLst>
                </p14:cNvPr>
                <p14:cNvContentPartPr/>
                <p14:nvPr/>
              </p14:nvContentPartPr>
              <p14:xfrm>
                <a:off x="4443711" y="3369065"/>
                <a:ext cx="27720" cy="16200"/>
              </p14:xfrm>
            </p:contentPart>
          </mc:Choice>
          <mc:Fallback xmlns="">
            <p:pic>
              <p:nvPicPr>
                <p:cNvPr id="70" name="Ink 69">
                  <a:extLst>
                    <a:ext uri="{FF2B5EF4-FFF2-40B4-BE49-F238E27FC236}">
                      <a16:creationId xmlns:a16="http://schemas.microsoft.com/office/drawing/2014/main" id="{72225126-F7EE-F59F-6009-77E0A9DECC9F}"/>
                    </a:ext>
                  </a:extLst>
                </p:cNvPr>
                <p:cNvPicPr/>
                <p:nvPr/>
              </p:nvPicPr>
              <p:blipFill>
                <a:blip r:embed="rId106"/>
                <a:stretch>
                  <a:fillRect/>
                </a:stretch>
              </p:blipFill>
              <p:spPr>
                <a:xfrm>
                  <a:off x="4435071" y="3360065"/>
                  <a:ext cx="4536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1" name="Ink 70">
                  <a:extLst>
                    <a:ext uri="{FF2B5EF4-FFF2-40B4-BE49-F238E27FC236}">
                      <a16:creationId xmlns:a16="http://schemas.microsoft.com/office/drawing/2014/main" id="{CA87AE22-3DB6-D3E0-5263-4CECD0BB032A}"/>
                    </a:ext>
                  </a:extLst>
                </p14:cNvPr>
                <p14:cNvContentPartPr/>
                <p14:nvPr/>
              </p14:nvContentPartPr>
              <p14:xfrm>
                <a:off x="4554951" y="3302465"/>
                <a:ext cx="230040" cy="139320"/>
              </p14:xfrm>
            </p:contentPart>
          </mc:Choice>
          <mc:Fallback xmlns="">
            <p:pic>
              <p:nvPicPr>
                <p:cNvPr id="71" name="Ink 70">
                  <a:extLst>
                    <a:ext uri="{FF2B5EF4-FFF2-40B4-BE49-F238E27FC236}">
                      <a16:creationId xmlns:a16="http://schemas.microsoft.com/office/drawing/2014/main" id="{CA87AE22-3DB6-D3E0-5263-4CECD0BB032A}"/>
                    </a:ext>
                  </a:extLst>
                </p:cNvPr>
                <p:cNvPicPr/>
                <p:nvPr/>
              </p:nvPicPr>
              <p:blipFill>
                <a:blip r:embed="rId108"/>
                <a:stretch>
                  <a:fillRect/>
                </a:stretch>
              </p:blipFill>
              <p:spPr>
                <a:xfrm>
                  <a:off x="4545951" y="3293465"/>
                  <a:ext cx="24768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99" name="Ink 98">
                  <a:extLst>
                    <a:ext uri="{FF2B5EF4-FFF2-40B4-BE49-F238E27FC236}">
                      <a16:creationId xmlns:a16="http://schemas.microsoft.com/office/drawing/2014/main" id="{46E32E7F-18B3-1455-2784-4909F46264F9}"/>
                    </a:ext>
                  </a:extLst>
                </p14:cNvPr>
                <p14:cNvContentPartPr/>
                <p14:nvPr/>
              </p14:nvContentPartPr>
              <p14:xfrm>
                <a:off x="4508871" y="3855065"/>
                <a:ext cx="1719360" cy="55800"/>
              </p14:xfrm>
            </p:contentPart>
          </mc:Choice>
          <mc:Fallback xmlns="">
            <p:pic>
              <p:nvPicPr>
                <p:cNvPr id="99" name="Ink 98">
                  <a:extLst>
                    <a:ext uri="{FF2B5EF4-FFF2-40B4-BE49-F238E27FC236}">
                      <a16:creationId xmlns:a16="http://schemas.microsoft.com/office/drawing/2014/main" id="{46E32E7F-18B3-1455-2784-4909F46264F9}"/>
                    </a:ext>
                  </a:extLst>
                </p:cNvPr>
                <p:cNvPicPr/>
                <p:nvPr/>
              </p:nvPicPr>
              <p:blipFill>
                <a:blip r:embed="rId110"/>
                <a:stretch>
                  <a:fillRect/>
                </a:stretch>
              </p:blipFill>
              <p:spPr>
                <a:xfrm>
                  <a:off x="4500231" y="3846065"/>
                  <a:ext cx="17370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00" name="Ink 99">
                  <a:extLst>
                    <a:ext uri="{FF2B5EF4-FFF2-40B4-BE49-F238E27FC236}">
                      <a16:creationId xmlns:a16="http://schemas.microsoft.com/office/drawing/2014/main" id="{CA599805-8B7D-3AFE-6151-FCCFE8309112}"/>
                    </a:ext>
                  </a:extLst>
                </p14:cNvPr>
                <p14:cNvContentPartPr/>
                <p14:nvPr/>
              </p14:nvContentPartPr>
              <p14:xfrm>
                <a:off x="5961111" y="3712865"/>
                <a:ext cx="30960" cy="258480"/>
              </p14:xfrm>
            </p:contentPart>
          </mc:Choice>
          <mc:Fallback xmlns="">
            <p:pic>
              <p:nvPicPr>
                <p:cNvPr id="100" name="Ink 99">
                  <a:extLst>
                    <a:ext uri="{FF2B5EF4-FFF2-40B4-BE49-F238E27FC236}">
                      <a16:creationId xmlns:a16="http://schemas.microsoft.com/office/drawing/2014/main" id="{CA599805-8B7D-3AFE-6151-FCCFE8309112}"/>
                    </a:ext>
                  </a:extLst>
                </p:cNvPr>
                <p:cNvPicPr/>
                <p:nvPr/>
              </p:nvPicPr>
              <p:blipFill>
                <a:blip r:embed="rId112"/>
                <a:stretch>
                  <a:fillRect/>
                </a:stretch>
              </p:blipFill>
              <p:spPr>
                <a:xfrm>
                  <a:off x="5952111" y="3704225"/>
                  <a:ext cx="4860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01" name="Ink 100">
                  <a:extLst>
                    <a:ext uri="{FF2B5EF4-FFF2-40B4-BE49-F238E27FC236}">
                      <a16:creationId xmlns:a16="http://schemas.microsoft.com/office/drawing/2014/main" id="{C8A913D5-2F0D-4CD2-FE85-5865C02857DB}"/>
                    </a:ext>
                  </a:extLst>
                </p14:cNvPr>
                <p14:cNvContentPartPr/>
                <p14:nvPr/>
              </p14:nvContentPartPr>
              <p14:xfrm>
                <a:off x="6077391" y="3752465"/>
                <a:ext cx="106200" cy="151920"/>
              </p14:xfrm>
            </p:contentPart>
          </mc:Choice>
          <mc:Fallback xmlns="">
            <p:pic>
              <p:nvPicPr>
                <p:cNvPr id="101" name="Ink 100">
                  <a:extLst>
                    <a:ext uri="{FF2B5EF4-FFF2-40B4-BE49-F238E27FC236}">
                      <a16:creationId xmlns:a16="http://schemas.microsoft.com/office/drawing/2014/main" id="{C8A913D5-2F0D-4CD2-FE85-5865C02857DB}"/>
                    </a:ext>
                  </a:extLst>
                </p:cNvPr>
                <p:cNvPicPr/>
                <p:nvPr/>
              </p:nvPicPr>
              <p:blipFill>
                <a:blip r:embed="rId114"/>
                <a:stretch>
                  <a:fillRect/>
                </a:stretch>
              </p:blipFill>
              <p:spPr>
                <a:xfrm>
                  <a:off x="6068391" y="3743465"/>
                  <a:ext cx="12384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03" name="Ink 102">
                  <a:extLst>
                    <a:ext uri="{FF2B5EF4-FFF2-40B4-BE49-F238E27FC236}">
                      <a16:creationId xmlns:a16="http://schemas.microsoft.com/office/drawing/2014/main" id="{449A7238-5B80-33D5-4E22-78F2710635B5}"/>
                    </a:ext>
                  </a:extLst>
                </p14:cNvPr>
                <p14:cNvContentPartPr/>
                <p14:nvPr/>
              </p14:nvContentPartPr>
              <p14:xfrm>
                <a:off x="4526511" y="4030745"/>
                <a:ext cx="1692000" cy="31680"/>
              </p14:xfrm>
            </p:contentPart>
          </mc:Choice>
          <mc:Fallback xmlns="">
            <p:pic>
              <p:nvPicPr>
                <p:cNvPr id="103" name="Ink 102">
                  <a:extLst>
                    <a:ext uri="{FF2B5EF4-FFF2-40B4-BE49-F238E27FC236}">
                      <a16:creationId xmlns:a16="http://schemas.microsoft.com/office/drawing/2014/main" id="{449A7238-5B80-33D5-4E22-78F2710635B5}"/>
                    </a:ext>
                  </a:extLst>
                </p:cNvPr>
                <p:cNvPicPr/>
                <p:nvPr/>
              </p:nvPicPr>
              <p:blipFill>
                <a:blip r:embed="rId116"/>
                <a:stretch>
                  <a:fillRect/>
                </a:stretch>
              </p:blipFill>
              <p:spPr>
                <a:xfrm>
                  <a:off x="4517511" y="4022105"/>
                  <a:ext cx="170964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04" name="Ink 103">
                  <a:extLst>
                    <a:ext uri="{FF2B5EF4-FFF2-40B4-BE49-F238E27FC236}">
                      <a16:creationId xmlns:a16="http://schemas.microsoft.com/office/drawing/2014/main" id="{F450759B-4B90-7584-832E-F9192E22C64E}"/>
                    </a:ext>
                  </a:extLst>
                </p14:cNvPr>
                <p14:cNvContentPartPr/>
                <p14:nvPr/>
              </p14:nvContentPartPr>
              <p14:xfrm>
                <a:off x="4619751" y="4192385"/>
                <a:ext cx="1446480" cy="31320"/>
              </p14:xfrm>
            </p:contentPart>
          </mc:Choice>
          <mc:Fallback xmlns="">
            <p:pic>
              <p:nvPicPr>
                <p:cNvPr id="104" name="Ink 103">
                  <a:extLst>
                    <a:ext uri="{FF2B5EF4-FFF2-40B4-BE49-F238E27FC236}">
                      <a16:creationId xmlns:a16="http://schemas.microsoft.com/office/drawing/2014/main" id="{F450759B-4B90-7584-832E-F9192E22C64E}"/>
                    </a:ext>
                  </a:extLst>
                </p:cNvPr>
                <p:cNvPicPr/>
                <p:nvPr/>
              </p:nvPicPr>
              <p:blipFill>
                <a:blip r:embed="rId118"/>
                <a:stretch>
                  <a:fillRect/>
                </a:stretch>
              </p:blipFill>
              <p:spPr>
                <a:xfrm>
                  <a:off x="4610751" y="4183745"/>
                  <a:ext cx="146412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05" name="Ink 104">
                  <a:extLst>
                    <a:ext uri="{FF2B5EF4-FFF2-40B4-BE49-F238E27FC236}">
                      <a16:creationId xmlns:a16="http://schemas.microsoft.com/office/drawing/2014/main" id="{FEA262AE-AE1C-AB84-A577-7D660BE1281E}"/>
                    </a:ext>
                  </a:extLst>
                </p14:cNvPr>
                <p14:cNvContentPartPr/>
                <p14:nvPr/>
              </p14:nvContentPartPr>
              <p14:xfrm>
                <a:off x="4541631" y="4364825"/>
                <a:ext cx="1080" cy="360"/>
              </p14:xfrm>
            </p:contentPart>
          </mc:Choice>
          <mc:Fallback xmlns="">
            <p:pic>
              <p:nvPicPr>
                <p:cNvPr id="105" name="Ink 104">
                  <a:extLst>
                    <a:ext uri="{FF2B5EF4-FFF2-40B4-BE49-F238E27FC236}">
                      <a16:creationId xmlns:a16="http://schemas.microsoft.com/office/drawing/2014/main" id="{FEA262AE-AE1C-AB84-A577-7D660BE1281E}"/>
                    </a:ext>
                  </a:extLst>
                </p:cNvPr>
                <p:cNvPicPr/>
                <p:nvPr/>
              </p:nvPicPr>
              <p:blipFill>
                <a:blip r:embed="rId120"/>
                <a:stretch>
                  <a:fillRect/>
                </a:stretch>
              </p:blipFill>
              <p:spPr>
                <a:xfrm>
                  <a:off x="4532631" y="4355825"/>
                  <a:ext cx="187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06" name="Ink 105">
                  <a:extLst>
                    <a:ext uri="{FF2B5EF4-FFF2-40B4-BE49-F238E27FC236}">
                      <a16:creationId xmlns:a16="http://schemas.microsoft.com/office/drawing/2014/main" id="{7A4801C6-C733-CC2F-A0EB-EFE4F3175026}"/>
                    </a:ext>
                  </a:extLst>
                </p14:cNvPr>
                <p14:cNvContentPartPr/>
                <p14:nvPr/>
              </p14:nvContentPartPr>
              <p14:xfrm>
                <a:off x="4511391" y="4344665"/>
                <a:ext cx="1666800" cy="25200"/>
              </p14:xfrm>
            </p:contentPart>
          </mc:Choice>
          <mc:Fallback xmlns="">
            <p:pic>
              <p:nvPicPr>
                <p:cNvPr id="106" name="Ink 105">
                  <a:extLst>
                    <a:ext uri="{FF2B5EF4-FFF2-40B4-BE49-F238E27FC236}">
                      <a16:creationId xmlns:a16="http://schemas.microsoft.com/office/drawing/2014/main" id="{7A4801C6-C733-CC2F-A0EB-EFE4F3175026}"/>
                    </a:ext>
                  </a:extLst>
                </p:cNvPr>
                <p:cNvPicPr/>
                <p:nvPr/>
              </p:nvPicPr>
              <p:blipFill>
                <a:blip r:embed="rId122"/>
                <a:stretch>
                  <a:fillRect/>
                </a:stretch>
              </p:blipFill>
              <p:spPr>
                <a:xfrm>
                  <a:off x="4502391" y="4336025"/>
                  <a:ext cx="168444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07" name="Ink 106">
                  <a:extLst>
                    <a:ext uri="{FF2B5EF4-FFF2-40B4-BE49-F238E27FC236}">
                      <a16:creationId xmlns:a16="http://schemas.microsoft.com/office/drawing/2014/main" id="{D4E5CB6A-6AA8-58E5-92BA-0F356BAC747B}"/>
                    </a:ext>
                  </a:extLst>
                </p14:cNvPr>
                <p14:cNvContentPartPr/>
                <p14:nvPr/>
              </p14:nvContentPartPr>
              <p14:xfrm>
                <a:off x="4753671" y="3923825"/>
                <a:ext cx="20880" cy="77400"/>
              </p14:xfrm>
            </p:contentPart>
          </mc:Choice>
          <mc:Fallback xmlns="">
            <p:pic>
              <p:nvPicPr>
                <p:cNvPr id="107" name="Ink 106">
                  <a:extLst>
                    <a:ext uri="{FF2B5EF4-FFF2-40B4-BE49-F238E27FC236}">
                      <a16:creationId xmlns:a16="http://schemas.microsoft.com/office/drawing/2014/main" id="{D4E5CB6A-6AA8-58E5-92BA-0F356BAC747B}"/>
                    </a:ext>
                  </a:extLst>
                </p:cNvPr>
                <p:cNvPicPr/>
                <p:nvPr/>
              </p:nvPicPr>
              <p:blipFill>
                <a:blip r:embed="rId124"/>
                <a:stretch>
                  <a:fillRect/>
                </a:stretch>
              </p:blipFill>
              <p:spPr>
                <a:xfrm>
                  <a:off x="4745031" y="3915185"/>
                  <a:ext cx="385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08" name="Ink 107">
                  <a:extLst>
                    <a:ext uri="{FF2B5EF4-FFF2-40B4-BE49-F238E27FC236}">
                      <a16:creationId xmlns:a16="http://schemas.microsoft.com/office/drawing/2014/main" id="{77A6363D-CAC2-F4F1-4407-A2597C644969}"/>
                    </a:ext>
                  </a:extLst>
                </p14:cNvPr>
                <p14:cNvContentPartPr/>
                <p14:nvPr/>
              </p14:nvContentPartPr>
              <p14:xfrm>
                <a:off x="4630911" y="3914825"/>
                <a:ext cx="599400" cy="91440"/>
              </p14:xfrm>
            </p:contentPart>
          </mc:Choice>
          <mc:Fallback xmlns="">
            <p:pic>
              <p:nvPicPr>
                <p:cNvPr id="108" name="Ink 107">
                  <a:extLst>
                    <a:ext uri="{FF2B5EF4-FFF2-40B4-BE49-F238E27FC236}">
                      <a16:creationId xmlns:a16="http://schemas.microsoft.com/office/drawing/2014/main" id="{77A6363D-CAC2-F4F1-4407-A2597C644969}"/>
                    </a:ext>
                  </a:extLst>
                </p:cNvPr>
                <p:cNvPicPr/>
                <p:nvPr/>
              </p:nvPicPr>
              <p:blipFill>
                <a:blip r:embed="rId126"/>
                <a:stretch>
                  <a:fillRect/>
                </a:stretch>
              </p:blipFill>
              <p:spPr>
                <a:xfrm>
                  <a:off x="4621911" y="3906185"/>
                  <a:ext cx="61704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09" name="Ink 108">
                  <a:extLst>
                    <a:ext uri="{FF2B5EF4-FFF2-40B4-BE49-F238E27FC236}">
                      <a16:creationId xmlns:a16="http://schemas.microsoft.com/office/drawing/2014/main" id="{432D2047-0753-86A6-7CE5-0DA802E56931}"/>
                    </a:ext>
                  </a:extLst>
                </p14:cNvPr>
                <p14:cNvContentPartPr/>
                <p14:nvPr/>
              </p14:nvContentPartPr>
              <p14:xfrm>
                <a:off x="5304111" y="3948305"/>
                <a:ext cx="10800" cy="62640"/>
              </p14:xfrm>
            </p:contentPart>
          </mc:Choice>
          <mc:Fallback xmlns="">
            <p:pic>
              <p:nvPicPr>
                <p:cNvPr id="109" name="Ink 108">
                  <a:extLst>
                    <a:ext uri="{FF2B5EF4-FFF2-40B4-BE49-F238E27FC236}">
                      <a16:creationId xmlns:a16="http://schemas.microsoft.com/office/drawing/2014/main" id="{432D2047-0753-86A6-7CE5-0DA802E56931}"/>
                    </a:ext>
                  </a:extLst>
                </p:cNvPr>
                <p:cNvPicPr/>
                <p:nvPr/>
              </p:nvPicPr>
              <p:blipFill>
                <a:blip r:embed="rId128"/>
                <a:stretch>
                  <a:fillRect/>
                </a:stretch>
              </p:blipFill>
              <p:spPr>
                <a:xfrm>
                  <a:off x="5295471" y="3939305"/>
                  <a:ext cx="2844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10" name="Ink 109">
                  <a:extLst>
                    <a:ext uri="{FF2B5EF4-FFF2-40B4-BE49-F238E27FC236}">
                      <a16:creationId xmlns:a16="http://schemas.microsoft.com/office/drawing/2014/main" id="{62FF6A8F-4B96-1854-336E-5E4698B915E5}"/>
                    </a:ext>
                  </a:extLst>
                </p14:cNvPr>
                <p14:cNvContentPartPr/>
                <p14:nvPr/>
              </p14:nvContentPartPr>
              <p14:xfrm>
                <a:off x="5319591" y="3914105"/>
                <a:ext cx="15840" cy="41760"/>
              </p14:xfrm>
            </p:contentPart>
          </mc:Choice>
          <mc:Fallback xmlns="">
            <p:pic>
              <p:nvPicPr>
                <p:cNvPr id="110" name="Ink 109">
                  <a:extLst>
                    <a:ext uri="{FF2B5EF4-FFF2-40B4-BE49-F238E27FC236}">
                      <a16:creationId xmlns:a16="http://schemas.microsoft.com/office/drawing/2014/main" id="{62FF6A8F-4B96-1854-336E-5E4698B915E5}"/>
                    </a:ext>
                  </a:extLst>
                </p:cNvPr>
                <p:cNvPicPr/>
                <p:nvPr/>
              </p:nvPicPr>
              <p:blipFill>
                <a:blip r:embed="rId130"/>
                <a:stretch>
                  <a:fillRect/>
                </a:stretch>
              </p:blipFill>
              <p:spPr>
                <a:xfrm>
                  <a:off x="5310591" y="3905105"/>
                  <a:ext cx="3348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11" name="Ink 110">
                  <a:extLst>
                    <a:ext uri="{FF2B5EF4-FFF2-40B4-BE49-F238E27FC236}">
                      <a16:creationId xmlns:a16="http://schemas.microsoft.com/office/drawing/2014/main" id="{08876F88-1437-3737-42EF-06DCD461C54B}"/>
                    </a:ext>
                  </a:extLst>
                </p14:cNvPr>
                <p14:cNvContentPartPr/>
                <p14:nvPr/>
              </p14:nvContentPartPr>
              <p14:xfrm>
                <a:off x="5320671" y="3963065"/>
                <a:ext cx="46800" cy="12600"/>
              </p14:xfrm>
            </p:contentPart>
          </mc:Choice>
          <mc:Fallback xmlns="">
            <p:pic>
              <p:nvPicPr>
                <p:cNvPr id="111" name="Ink 110">
                  <a:extLst>
                    <a:ext uri="{FF2B5EF4-FFF2-40B4-BE49-F238E27FC236}">
                      <a16:creationId xmlns:a16="http://schemas.microsoft.com/office/drawing/2014/main" id="{08876F88-1437-3737-42EF-06DCD461C54B}"/>
                    </a:ext>
                  </a:extLst>
                </p:cNvPr>
                <p:cNvPicPr/>
                <p:nvPr/>
              </p:nvPicPr>
              <p:blipFill>
                <a:blip r:embed="rId132"/>
                <a:stretch>
                  <a:fillRect/>
                </a:stretch>
              </p:blipFill>
              <p:spPr>
                <a:xfrm>
                  <a:off x="5312031" y="3954065"/>
                  <a:ext cx="6444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12" name="Ink 111">
                  <a:extLst>
                    <a:ext uri="{FF2B5EF4-FFF2-40B4-BE49-F238E27FC236}">
                      <a16:creationId xmlns:a16="http://schemas.microsoft.com/office/drawing/2014/main" id="{83218917-697E-052A-93B1-E70B1E6B46DA}"/>
                    </a:ext>
                  </a:extLst>
                </p14:cNvPr>
                <p14:cNvContentPartPr/>
                <p14:nvPr/>
              </p14:nvContentPartPr>
              <p14:xfrm>
                <a:off x="5420391" y="3934985"/>
                <a:ext cx="80640" cy="81000"/>
              </p14:xfrm>
            </p:contentPart>
          </mc:Choice>
          <mc:Fallback xmlns="">
            <p:pic>
              <p:nvPicPr>
                <p:cNvPr id="112" name="Ink 111">
                  <a:extLst>
                    <a:ext uri="{FF2B5EF4-FFF2-40B4-BE49-F238E27FC236}">
                      <a16:creationId xmlns:a16="http://schemas.microsoft.com/office/drawing/2014/main" id="{83218917-697E-052A-93B1-E70B1E6B46DA}"/>
                    </a:ext>
                  </a:extLst>
                </p:cNvPr>
                <p:cNvPicPr/>
                <p:nvPr/>
              </p:nvPicPr>
              <p:blipFill>
                <a:blip r:embed="rId134"/>
                <a:stretch>
                  <a:fillRect/>
                </a:stretch>
              </p:blipFill>
              <p:spPr>
                <a:xfrm>
                  <a:off x="5411391" y="3926345"/>
                  <a:ext cx="9828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13" name="Ink 112">
                  <a:extLst>
                    <a:ext uri="{FF2B5EF4-FFF2-40B4-BE49-F238E27FC236}">
                      <a16:creationId xmlns:a16="http://schemas.microsoft.com/office/drawing/2014/main" id="{A0382809-4B41-903A-4178-A86778C7727C}"/>
                    </a:ext>
                  </a:extLst>
                </p14:cNvPr>
                <p14:cNvContentPartPr/>
                <p14:nvPr/>
              </p14:nvContentPartPr>
              <p14:xfrm>
                <a:off x="4790391" y="4122185"/>
                <a:ext cx="9000" cy="39960"/>
              </p14:xfrm>
            </p:contentPart>
          </mc:Choice>
          <mc:Fallback xmlns="">
            <p:pic>
              <p:nvPicPr>
                <p:cNvPr id="113" name="Ink 112">
                  <a:extLst>
                    <a:ext uri="{FF2B5EF4-FFF2-40B4-BE49-F238E27FC236}">
                      <a16:creationId xmlns:a16="http://schemas.microsoft.com/office/drawing/2014/main" id="{A0382809-4B41-903A-4178-A86778C7727C}"/>
                    </a:ext>
                  </a:extLst>
                </p:cNvPr>
                <p:cNvPicPr/>
                <p:nvPr/>
              </p:nvPicPr>
              <p:blipFill>
                <a:blip r:embed="rId136"/>
                <a:stretch>
                  <a:fillRect/>
                </a:stretch>
              </p:blipFill>
              <p:spPr>
                <a:xfrm>
                  <a:off x="4781751" y="4113545"/>
                  <a:ext cx="2664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14" name="Ink 113">
                  <a:extLst>
                    <a:ext uri="{FF2B5EF4-FFF2-40B4-BE49-F238E27FC236}">
                      <a16:creationId xmlns:a16="http://schemas.microsoft.com/office/drawing/2014/main" id="{41C978FC-4895-C784-F730-78A2EFD28328}"/>
                    </a:ext>
                  </a:extLst>
                </p14:cNvPr>
                <p14:cNvContentPartPr/>
                <p14:nvPr/>
              </p14:nvContentPartPr>
              <p14:xfrm>
                <a:off x="4755831" y="4096625"/>
                <a:ext cx="600480" cy="73440"/>
              </p14:xfrm>
            </p:contentPart>
          </mc:Choice>
          <mc:Fallback xmlns="">
            <p:pic>
              <p:nvPicPr>
                <p:cNvPr id="114" name="Ink 113">
                  <a:extLst>
                    <a:ext uri="{FF2B5EF4-FFF2-40B4-BE49-F238E27FC236}">
                      <a16:creationId xmlns:a16="http://schemas.microsoft.com/office/drawing/2014/main" id="{41C978FC-4895-C784-F730-78A2EFD28328}"/>
                    </a:ext>
                  </a:extLst>
                </p:cNvPr>
                <p:cNvPicPr/>
                <p:nvPr/>
              </p:nvPicPr>
              <p:blipFill>
                <a:blip r:embed="rId138"/>
                <a:stretch>
                  <a:fillRect/>
                </a:stretch>
              </p:blipFill>
              <p:spPr>
                <a:xfrm>
                  <a:off x="4747191" y="4087985"/>
                  <a:ext cx="61812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15" name="Ink 114">
                  <a:extLst>
                    <a:ext uri="{FF2B5EF4-FFF2-40B4-BE49-F238E27FC236}">
                      <a16:creationId xmlns:a16="http://schemas.microsoft.com/office/drawing/2014/main" id="{A7F50EF2-EE5C-0D1C-FBCE-4CC2685B8FFE}"/>
                    </a:ext>
                  </a:extLst>
                </p14:cNvPr>
                <p14:cNvContentPartPr/>
                <p14:nvPr/>
              </p14:nvContentPartPr>
              <p14:xfrm>
                <a:off x="5430471" y="4112105"/>
                <a:ext cx="10080" cy="50040"/>
              </p14:xfrm>
            </p:contentPart>
          </mc:Choice>
          <mc:Fallback xmlns="">
            <p:pic>
              <p:nvPicPr>
                <p:cNvPr id="115" name="Ink 114">
                  <a:extLst>
                    <a:ext uri="{FF2B5EF4-FFF2-40B4-BE49-F238E27FC236}">
                      <a16:creationId xmlns:a16="http://schemas.microsoft.com/office/drawing/2014/main" id="{A7F50EF2-EE5C-0D1C-FBCE-4CC2685B8FFE}"/>
                    </a:ext>
                  </a:extLst>
                </p:cNvPr>
                <p:cNvPicPr/>
                <p:nvPr/>
              </p:nvPicPr>
              <p:blipFill>
                <a:blip r:embed="rId140"/>
                <a:stretch>
                  <a:fillRect/>
                </a:stretch>
              </p:blipFill>
              <p:spPr>
                <a:xfrm>
                  <a:off x="5421831" y="4103465"/>
                  <a:ext cx="2772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16" name="Ink 115">
                  <a:extLst>
                    <a:ext uri="{FF2B5EF4-FFF2-40B4-BE49-F238E27FC236}">
                      <a16:creationId xmlns:a16="http://schemas.microsoft.com/office/drawing/2014/main" id="{C33E349A-C725-E2DA-29EE-F4797E07464C}"/>
                    </a:ext>
                  </a:extLst>
                </p14:cNvPr>
                <p14:cNvContentPartPr/>
                <p14:nvPr/>
              </p14:nvContentPartPr>
              <p14:xfrm>
                <a:off x="5435871" y="4096625"/>
                <a:ext cx="30240" cy="20880"/>
              </p14:xfrm>
            </p:contentPart>
          </mc:Choice>
          <mc:Fallback xmlns="">
            <p:pic>
              <p:nvPicPr>
                <p:cNvPr id="116" name="Ink 115">
                  <a:extLst>
                    <a:ext uri="{FF2B5EF4-FFF2-40B4-BE49-F238E27FC236}">
                      <a16:creationId xmlns:a16="http://schemas.microsoft.com/office/drawing/2014/main" id="{C33E349A-C725-E2DA-29EE-F4797E07464C}"/>
                    </a:ext>
                  </a:extLst>
                </p:cNvPr>
                <p:cNvPicPr/>
                <p:nvPr/>
              </p:nvPicPr>
              <p:blipFill>
                <a:blip r:embed="rId142"/>
                <a:stretch>
                  <a:fillRect/>
                </a:stretch>
              </p:blipFill>
              <p:spPr>
                <a:xfrm>
                  <a:off x="5426871" y="4087625"/>
                  <a:ext cx="4788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17" name="Ink 116">
                  <a:extLst>
                    <a:ext uri="{FF2B5EF4-FFF2-40B4-BE49-F238E27FC236}">
                      <a16:creationId xmlns:a16="http://schemas.microsoft.com/office/drawing/2014/main" id="{A07A96CF-7203-D2CB-424C-883D5612CA19}"/>
                    </a:ext>
                  </a:extLst>
                </p14:cNvPr>
                <p14:cNvContentPartPr/>
                <p14:nvPr/>
              </p14:nvContentPartPr>
              <p14:xfrm>
                <a:off x="5441991" y="4145585"/>
                <a:ext cx="16920" cy="2160"/>
              </p14:xfrm>
            </p:contentPart>
          </mc:Choice>
          <mc:Fallback xmlns="">
            <p:pic>
              <p:nvPicPr>
                <p:cNvPr id="117" name="Ink 116">
                  <a:extLst>
                    <a:ext uri="{FF2B5EF4-FFF2-40B4-BE49-F238E27FC236}">
                      <a16:creationId xmlns:a16="http://schemas.microsoft.com/office/drawing/2014/main" id="{A07A96CF-7203-D2CB-424C-883D5612CA19}"/>
                    </a:ext>
                  </a:extLst>
                </p:cNvPr>
                <p:cNvPicPr/>
                <p:nvPr/>
              </p:nvPicPr>
              <p:blipFill>
                <a:blip r:embed="rId144"/>
                <a:stretch>
                  <a:fillRect/>
                </a:stretch>
              </p:blipFill>
              <p:spPr>
                <a:xfrm>
                  <a:off x="5433351" y="4136585"/>
                  <a:ext cx="3456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18" name="Ink 117">
                  <a:extLst>
                    <a:ext uri="{FF2B5EF4-FFF2-40B4-BE49-F238E27FC236}">
                      <a16:creationId xmlns:a16="http://schemas.microsoft.com/office/drawing/2014/main" id="{A5E781FF-1181-A5E1-E8E1-CFF2AFC907CD}"/>
                    </a:ext>
                  </a:extLst>
                </p14:cNvPr>
                <p14:cNvContentPartPr/>
                <p14:nvPr/>
              </p14:nvContentPartPr>
              <p14:xfrm>
                <a:off x="5542071" y="4109945"/>
                <a:ext cx="23040" cy="37080"/>
              </p14:xfrm>
            </p:contentPart>
          </mc:Choice>
          <mc:Fallback xmlns="">
            <p:pic>
              <p:nvPicPr>
                <p:cNvPr id="118" name="Ink 117">
                  <a:extLst>
                    <a:ext uri="{FF2B5EF4-FFF2-40B4-BE49-F238E27FC236}">
                      <a16:creationId xmlns:a16="http://schemas.microsoft.com/office/drawing/2014/main" id="{A5E781FF-1181-A5E1-E8E1-CFF2AFC907CD}"/>
                    </a:ext>
                  </a:extLst>
                </p:cNvPr>
                <p:cNvPicPr/>
                <p:nvPr/>
              </p:nvPicPr>
              <p:blipFill>
                <a:blip r:embed="rId146"/>
                <a:stretch>
                  <a:fillRect/>
                </a:stretch>
              </p:blipFill>
              <p:spPr>
                <a:xfrm>
                  <a:off x="5533431" y="4100945"/>
                  <a:ext cx="406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19" name="Ink 118">
                  <a:extLst>
                    <a:ext uri="{FF2B5EF4-FFF2-40B4-BE49-F238E27FC236}">
                      <a16:creationId xmlns:a16="http://schemas.microsoft.com/office/drawing/2014/main" id="{BA7D7EF5-91F8-27A2-5980-5920E22DF998}"/>
                    </a:ext>
                  </a:extLst>
                </p14:cNvPr>
                <p14:cNvContentPartPr/>
                <p14:nvPr/>
              </p14:nvContentPartPr>
              <p14:xfrm>
                <a:off x="4758711" y="4253585"/>
                <a:ext cx="14760" cy="70200"/>
              </p14:xfrm>
            </p:contentPart>
          </mc:Choice>
          <mc:Fallback xmlns="">
            <p:pic>
              <p:nvPicPr>
                <p:cNvPr id="119" name="Ink 118">
                  <a:extLst>
                    <a:ext uri="{FF2B5EF4-FFF2-40B4-BE49-F238E27FC236}">
                      <a16:creationId xmlns:a16="http://schemas.microsoft.com/office/drawing/2014/main" id="{BA7D7EF5-91F8-27A2-5980-5920E22DF998}"/>
                    </a:ext>
                  </a:extLst>
                </p:cNvPr>
                <p:cNvPicPr/>
                <p:nvPr/>
              </p:nvPicPr>
              <p:blipFill>
                <a:blip r:embed="rId148"/>
                <a:stretch>
                  <a:fillRect/>
                </a:stretch>
              </p:blipFill>
              <p:spPr>
                <a:xfrm>
                  <a:off x="4749711" y="4244945"/>
                  <a:ext cx="324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20" name="Ink 119">
                  <a:extLst>
                    <a:ext uri="{FF2B5EF4-FFF2-40B4-BE49-F238E27FC236}">
                      <a16:creationId xmlns:a16="http://schemas.microsoft.com/office/drawing/2014/main" id="{F0B922DC-9167-86DD-EE6B-29EF343DA6A8}"/>
                    </a:ext>
                  </a:extLst>
                </p14:cNvPr>
                <p14:cNvContentPartPr/>
                <p14:nvPr/>
              </p14:nvContentPartPr>
              <p14:xfrm>
                <a:off x="4719831" y="4273025"/>
                <a:ext cx="834840" cy="42120"/>
              </p14:xfrm>
            </p:contentPart>
          </mc:Choice>
          <mc:Fallback xmlns="">
            <p:pic>
              <p:nvPicPr>
                <p:cNvPr id="120" name="Ink 119">
                  <a:extLst>
                    <a:ext uri="{FF2B5EF4-FFF2-40B4-BE49-F238E27FC236}">
                      <a16:creationId xmlns:a16="http://schemas.microsoft.com/office/drawing/2014/main" id="{F0B922DC-9167-86DD-EE6B-29EF343DA6A8}"/>
                    </a:ext>
                  </a:extLst>
                </p:cNvPr>
                <p:cNvPicPr/>
                <p:nvPr/>
              </p:nvPicPr>
              <p:blipFill>
                <a:blip r:embed="rId150"/>
                <a:stretch>
                  <a:fillRect/>
                </a:stretch>
              </p:blipFill>
              <p:spPr>
                <a:xfrm>
                  <a:off x="4710831" y="4264025"/>
                  <a:ext cx="85248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21" name="Ink 120">
                  <a:extLst>
                    <a:ext uri="{FF2B5EF4-FFF2-40B4-BE49-F238E27FC236}">
                      <a16:creationId xmlns:a16="http://schemas.microsoft.com/office/drawing/2014/main" id="{A53EA412-78A7-7716-66EE-B4E341484944}"/>
                    </a:ext>
                  </a:extLst>
                </p14:cNvPr>
                <p14:cNvContentPartPr/>
                <p14:nvPr/>
              </p14:nvContentPartPr>
              <p14:xfrm>
                <a:off x="5587431" y="4263665"/>
                <a:ext cx="15840" cy="60480"/>
              </p14:xfrm>
            </p:contentPart>
          </mc:Choice>
          <mc:Fallback xmlns="">
            <p:pic>
              <p:nvPicPr>
                <p:cNvPr id="121" name="Ink 120">
                  <a:extLst>
                    <a:ext uri="{FF2B5EF4-FFF2-40B4-BE49-F238E27FC236}">
                      <a16:creationId xmlns:a16="http://schemas.microsoft.com/office/drawing/2014/main" id="{A53EA412-78A7-7716-66EE-B4E341484944}"/>
                    </a:ext>
                  </a:extLst>
                </p:cNvPr>
                <p:cNvPicPr/>
                <p:nvPr/>
              </p:nvPicPr>
              <p:blipFill>
                <a:blip r:embed="rId152"/>
                <a:stretch>
                  <a:fillRect/>
                </a:stretch>
              </p:blipFill>
              <p:spPr>
                <a:xfrm>
                  <a:off x="5578431" y="4255025"/>
                  <a:ext cx="334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2" name="Ink 121">
                  <a:extLst>
                    <a:ext uri="{FF2B5EF4-FFF2-40B4-BE49-F238E27FC236}">
                      <a16:creationId xmlns:a16="http://schemas.microsoft.com/office/drawing/2014/main" id="{CAF0A008-6A5A-6129-1BD0-21B8FBE90037}"/>
                    </a:ext>
                  </a:extLst>
                </p14:cNvPr>
                <p14:cNvContentPartPr/>
                <p14:nvPr/>
              </p14:nvContentPartPr>
              <p14:xfrm>
                <a:off x="5597151" y="4232705"/>
                <a:ext cx="60120" cy="41400"/>
              </p14:xfrm>
            </p:contentPart>
          </mc:Choice>
          <mc:Fallback xmlns="">
            <p:pic>
              <p:nvPicPr>
                <p:cNvPr id="122" name="Ink 121">
                  <a:extLst>
                    <a:ext uri="{FF2B5EF4-FFF2-40B4-BE49-F238E27FC236}">
                      <a16:creationId xmlns:a16="http://schemas.microsoft.com/office/drawing/2014/main" id="{CAF0A008-6A5A-6129-1BD0-21B8FBE90037}"/>
                    </a:ext>
                  </a:extLst>
                </p:cNvPr>
                <p:cNvPicPr/>
                <p:nvPr/>
              </p:nvPicPr>
              <p:blipFill>
                <a:blip r:embed="rId154"/>
                <a:stretch>
                  <a:fillRect/>
                </a:stretch>
              </p:blipFill>
              <p:spPr>
                <a:xfrm>
                  <a:off x="5588511" y="4224065"/>
                  <a:ext cx="7776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23" name="Ink 122">
                  <a:extLst>
                    <a:ext uri="{FF2B5EF4-FFF2-40B4-BE49-F238E27FC236}">
                      <a16:creationId xmlns:a16="http://schemas.microsoft.com/office/drawing/2014/main" id="{23B70292-E29F-EF6E-AAB3-3AEC5FCF3C1F}"/>
                    </a:ext>
                  </a:extLst>
                </p14:cNvPr>
                <p14:cNvContentPartPr/>
                <p14:nvPr/>
              </p14:nvContentPartPr>
              <p14:xfrm>
                <a:off x="5618391" y="4277345"/>
                <a:ext cx="25200" cy="10080"/>
              </p14:xfrm>
            </p:contentPart>
          </mc:Choice>
          <mc:Fallback xmlns="">
            <p:pic>
              <p:nvPicPr>
                <p:cNvPr id="123" name="Ink 122">
                  <a:extLst>
                    <a:ext uri="{FF2B5EF4-FFF2-40B4-BE49-F238E27FC236}">
                      <a16:creationId xmlns:a16="http://schemas.microsoft.com/office/drawing/2014/main" id="{23B70292-E29F-EF6E-AAB3-3AEC5FCF3C1F}"/>
                    </a:ext>
                  </a:extLst>
                </p:cNvPr>
                <p:cNvPicPr/>
                <p:nvPr/>
              </p:nvPicPr>
              <p:blipFill>
                <a:blip r:embed="rId156"/>
                <a:stretch>
                  <a:fillRect/>
                </a:stretch>
              </p:blipFill>
              <p:spPr>
                <a:xfrm>
                  <a:off x="5609391" y="4268345"/>
                  <a:ext cx="4284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24" name="Ink 123">
                  <a:extLst>
                    <a:ext uri="{FF2B5EF4-FFF2-40B4-BE49-F238E27FC236}">
                      <a16:creationId xmlns:a16="http://schemas.microsoft.com/office/drawing/2014/main" id="{52B6CFDE-F792-7AE1-A33D-CA15AAD9FC80}"/>
                    </a:ext>
                  </a:extLst>
                </p14:cNvPr>
                <p14:cNvContentPartPr/>
                <p14:nvPr/>
              </p14:nvContentPartPr>
              <p14:xfrm>
                <a:off x="5688231" y="4257905"/>
                <a:ext cx="30600" cy="23040"/>
              </p14:xfrm>
            </p:contentPart>
          </mc:Choice>
          <mc:Fallback xmlns="">
            <p:pic>
              <p:nvPicPr>
                <p:cNvPr id="124" name="Ink 123">
                  <a:extLst>
                    <a:ext uri="{FF2B5EF4-FFF2-40B4-BE49-F238E27FC236}">
                      <a16:creationId xmlns:a16="http://schemas.microsoft.com/office/drawing/2014/main" id="{52B6CFDE-F792-7AE1-A33D-CA15AAD9FC80}"/>
                    </a:ext>
                  </a:extLst>
                </p:cNvPr>
                <p:cNvPicPr/>
                <p:nvPr/>
              </p:nvPicPr>
              <p:blipFill>
                <a:blip r:embed="rId158"/>
                <a:stretch>
                  <a:fillRect/>
                </a:stretch>
              </p:blipFill>
              <p:spPr>
                <a:xfrm>
                  <a:off x="5679591" y="4248905"/>
                  <a:ext cx="482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25" name="Ink 124">
                  <a:extLst>
                    <a:ext uri="{FF2B5EF4-FFF2-40B4-BE49-F238E27FC236}">
                      <a16:creationId xmlns:a16="http://schemas.microsoft.com/office/drawing/2014/main" id="{A1D97946-9BFE-8A39-5359-0E3B26AE41BC}"/>
                    </a:ext>
                  </a:extLst>
                </p14:cNvPr>
                <p14:cNvContentPartPr/>
                <p14:nvPr/>
              </p14:nvContentPartPr>
              <p14:xfrm>
                <a:off x="4809471" y="4415225"/>
                <a:ext cx="17640" cy="83880"/>
              </p14:xfrm>
            </p:contentPart>
          </mc:Choice>
          <mc:Fallback xmlns="">
            <p:pic>
              <p:nvPicPr>
                <p:cNvPr id="125" name="Ink 124">
                  <a:extLst>
                    <a:ext uri="{FF2B5EF4-FFF2-40B4-BE49-F238E27FC236}">
                      <a16:creationId xmlns:a16="http://schemas.microsoft.com/office/drawing/2014/main" id="{A1D97946-9BFE-8A39-5359-0E3B26AE41BC}"/>
                    </a:ext>
                  </a:extLst>
                </p:cNvPr>
                <p:cNvPicPr/>
                <p:nvPr/>
              </p:nvPicPr>
              <p:blipFill>
                <a:blip r:embed="rId160"/>
                <a:stretch>
                  <a:fillRect/>
                </a:stretch>
              </p:blipFill>
              <p:spPr>
                <a:xfrm>
                  <a:off x="4800471" y="4406225"/>
                  <a:ext cx="3528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27" name="Ink 126">
                  <a:extLst>
                    <a:ext uri="{FF2B5EF4-FFF2-40B4-BE49-F238E27FC236}">
                      <a16:creationId xmlns:a16="http://schemas.microsoft.com/office/drawing/2014/main" id="{3C2ADA78-60CC-F691-04FF-228CBC075FFB}"/>
                    </a:ext>
                  </a:extLst>
                </p14:cNvPr>
                <p14:cNvContentPartPr/>
                <p14:nvPr/>
              </p14:nvContentPartPr>
              <p14:xfrm>
                <a:off x="4791831" y="4424225"/>
                <a:ext cx="651240" cy="60120"/>
              </p14:xfrm>
            </p:contentPart>
          </mc:Choice>
          <mc:Fallback xmlns="">
            <p:pic>
              <p:nvPicPr>
                <p:cNvPr id="127" name="Ink 126">
                  <a:extLst>
                    <a:ext uri="{FF2B5EF4-FFF2-40B4-BE49-F238E27FC236}">
                      <a16:creationId xmlns:a16="http://schemas.microsoft.com/office/drawing/2014/main" id="{3C2ADA78-60CC-F691-04FF-228CBC075FFB}"/>
                    </a:ext>
                  </a:extLst>
                </p:cNvPr>
                <p:cNvPicPr/>
                <p:nvPr/>
              </p:nvPicPr>
              <p:blipFill>
                <a:blip r:embed="rId162"/>
                <a:stretch>
                  <a:fillRect/>
                </a:stretch>
              </p:blipFill>
              <p:spPr>
                <a:xfrm>
                  <a:off x="4783191" y="4415585"/>
                  <a:ext cx="66888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28" name="Ink 127">
                  <a:extLst>
                    <a:ext uri="{FF2B5EF4-FFF2-40B4-BE49-F238E27FC236}">
                      <a16:creationId xmlns:a16="http://schemas.microsoft.com/office/drawing/2014/main" id="{E21AB840-E31F-DC7F-DAD2-9334CD72177E}"/>
                    </a:ext>
                  </a:extLst>
                </p14:cNvPr>
                <p14:cNvContentPartPr/>
                <p14:nvPr/>
              </p14:nvContentPartPr>
              <p14:xfrm>
                <a:off x="5546751" y="4410185"/>
                <a:ext cx="25200" cy="50040"/>
              </p14:xfrm>
            </p:contentPart>
          </mc:Choice>
          <mc:Fallback xmlns="">
            <p:pic>
              <p:nvPicPr>
                <p:cNvPr id="128" name="Ink 127">
                  <a:extLst>
                    <a:ext uri="{FF2B5EF4-FFF2-40B4-BE49-F238E27FC236}">
                      <a16:creationId xmlns:a16="http://schemas.microsoft.com/office/drawing/2014/main" id="{E21AB840-E31F-DC7F-DAD2-9334CD72177E}"/>
                    </a:ext>
                  </a:extLst>
                </p:cNvPr>
                <p:cNvPicPr/>
                <p:nvPr/>
              </p:nvPicPr>
              <p:blipFill>
                <a:blip r:embed="rId164"/>
                <a:stretch>
                  <a:fillRect/>
                </a:stretch>
              </p:blipFill>
              <p:spPr>
                <a:xfrm>
                  <a:off x="5538111" y="4401185"/>
                  <a:ext cx="4284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29" name="Ink 128">
                  <a:extLst>
                    <a:ext uri="{FF2B5EF4-FFF2-40B4-BE49-F238E27FC236}">
                      <a16:creationId xmlns:a16="http://schemas.microsoft.com/office/drawing/2014/main" id="{56ECE7EB-CC20-05E0-B7E3-B01934501010}"/>
                    </a:ext>
                  </a:extLst>
                </p14:cNvPr>
                <p14:cNvContentPartPr/>
                <p14:nvPr/>
              </p14:nvContentPartPr>
              <p14:xfrm>
                <a:off x="5556831" y="4378865"/>
                <a:ext cx="36720" cy="36720"/>
              </p14:xfrm>
            </p:contentPart>
          </mc:Choice>
          <mc:Fallback xmlns="">
            <p:pic>
              <p:nvPicPr>
                <p:cNvPr id="129" name="Ink 128">
                  <a:extLst>
                    <a:ext uri="{FF2B5EF4-FFF2-40B4-BE49-F238E27FC236}">
                      <a16:creationId xmlns:a16="http://schemas.microsoft.com/office/drawing/2014/main" id="{56ECE7EB-CC20-05E0-B7E3-B01934501010}"/>
                    </a:ext>
                  </a:extLst>
                </p:cNvPr>
                <p:cNvPicPr/>
                <p:nvPr/>
              </p:nvPicPr>
              <p:blipFill>
                <a:blip r:embed="rId166"/>
                <a:stretch>
                  <a:fillRect/>
                </a:stretch>
              </p:blipFill>
              <p:spPr>
                <a:xfrm>
                  <a:off x="5548191" y="4370225"/>
                  <a:ext cx="5436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30" name="Ink 129">
                  <a:extLst>
                    <a:ext uri="{FF2B5EF4-FFF2-40B4-BE49-F238E27FC236}">
                      <a16:creationId xmlns:a16="http://schemas.microsoft.com/office/drawing/2014/main" id="{A20C0187-0E5C-464F-B410-6EAF3C196750}"/>
                    </a:ext>
                  </a:extLst>
                </p14:cNvPr>
                <p14:cNvContentPartPr/>
                <p14:nvPr/>
              </p14:nvContentPartPr>
              <p14:xfrm>
                <a:off x="5587431" y="4404065"/>
                <a:ext cx="91080" cy="45000"/>
              </p14:xfrm>
            </p:contentPart>
          </mc:Choice>
          <mc:Fallback xmlns="">
            <p:pic>
              <p:nvPicPr>
                <p:cNvPr id="130" name="Ink 129">
                  <a:extLst>
                    <a:ext uri="{FF2B5EF4-FFF2-40B4-BE49-F238E27FC236}">
                      <a16:creationId xmlns:a16="http://schemas.microsoft.com/office/drawing/2014/main" id="{A20C0187-0E5C-464F-B410-6EAF3C196750}"/>
                    </a:ext>
                  </a:extLst>
                </p:cNvPr>
                <p:cNvPicPr/>
                <p:nvPr/>
              </p:nvPicPr>
              <p:blipFill>
                <a:blip r:embed="rId168"/>
                <a:stretch>
                  <a:fillRect/>
                </a:stretch>
              </p:blipFill>
              <p:spPr>
                <a:xfrm>
                  <a:off x="5578791" y="4395425"/>
                  <a:ext cx="10872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36" name="Ink 135">
                  <a:extLst>
                    <a:ext uri="{FF2B5EF4-FFF2-40B4-BE49-F238E27FC236}">
                      <a16:creationId xmlns:a16="http://schemas.microsoft.com/office/drawing/2014/main" id="{E06DE77A-1B9C-9E0A-CE19-A76E2918C41D}"/>
                    </a:ext>
                  </a:extLst>
                </p14:cNvPr>
                <p14:cNvContentPartPr/>
                <p14:nvPr/>
              </p14:nvContentPartPr>
              <p14:xfrm>
                <a:off x="6083151" y="3576425"/>
                <a:ext cx="86760" cy="96120"/>
              </p14:xfrm>
            </p:contentPart>
          </mc:Choice>
          <mc:Fallback xmlns="">
            <p:pic>
              <p:nvPicPr>
                <p:cNvPr id="136" name="Ink 135">
                  <a:extLst>
                    <a:ext uri="{FF2B5EF4-FFF2-40B4-BE49-F238E27FC236}">
                      <a16:creationId xmlns:a16="http://schemas.microsoft.com/office/drawing/2014/main" id="{E06DE77A-1B9C-9E0A-CE19-A76E2918C41D}"/>
                    </a:ext>
                  </a:extLst>
                </p:cNvPr>
                <p:cNvPicPr/>
                <p:nvPr/>
              </p:nvPicPr>
              <p:blipFill>
                <a:blip r:embed="rId170"/>
                <a:stretch>
                  <a:fillRect/>
                </a:stretch>
              </p:blipFill>
              <p:spPr>
                <a:xfrm>
                  <a:off x="6074151" y="3567785"/>
                  <a:ext cx="10440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37" name="Ink 136">
                  <a:extLst>
                    <a:ext uri="{FF2B5EF4-FFF2-40B4-BE49-F238E27FC236}">
                      <a16:creationId xmlns:a16="http://schemas.microsoft.com/office/drawing/2014/main" id="{FBA11195-32C3-95DD-AB6D-ACF673522838}"/>
                    </a:ext>
                  </a:extLst>
                </p14:cNvPr>
                <p14:cNvContentPartPr/>
                <p14:nvPr/>
              </p14:nvContentPartPr>
              <p14:xfrm>
                <a:off x="6223551" y="3559145"/>
                <a:ext cx="31320" cy="112680"/>
              </p14:xfrm>
            </p:contentPart>
          </mc:Choice>
          <mc:Fallback xmlns="">
            <p:pic>
              <p:nvPicPr>
                <p:cNvPr id="137" name="Ink 136">
                  <a:extLst>
                    <a:ext uri="{FF2B5EF4-FFF2-40B4-BE49-F238E27FC236}">
                      <a16:creationId xmlns:a16="http://schemas.microsoft.com/office/drawing/2014/main" id="{FBA11195-32C3-95DD-AB6D-ACF673522838}"/>
                    </a:ext>
                  </a:extLst>
                </p:cNvPr>
                <p:cNvPicPr/>
                <p:nvPr/>
              </p:nvPicPr>
              <p:blipFill>
                <a:blip r:embed="rId172"/>
                <a:stretch>
                  <a:fillRect/>
                </a:stretch>
              </p:blipFill>
              <p:spPr>
                <a:xfrm>
                  <a:off x="6214551" y="3550505"/>
                  <a:ext cx="4896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39" name="Ink 138">
                  <a:extLst>
                    <a:ext uri="{FF2B5EF4-FFF2-40B4-BE49-F238E27FC236}">
                      <a16:creationId xmlns:a16="http://schemas.microsoft.com/office/drawing/2014/main" id="{50DAFF0E-1E4B-72F2-DA8D-14157784FDCD}"/>
                    </a:ext>
                  </a:extLst>
                </p14:cNvPr>
                <p14:cNvContentPartPr/>
                <p14:nvPr/>
              </p14:nvContentPartPr>
              <p14:xfrm>
                <a:off x="5547471" y="3962345"/>
                <a:ext cx="56520" cy="65880"/>
              </p14:xfrm>
            </p:contentPart>
          </mc:Choice>
          <mc:Fallback xmlns="">
            <p:pic>
              <p:nvPicPr>
                <p:cNvPr id="139" name="Ink 138">
                  <a:extLst>
                    <a:ext uri="{FF2B5EF4-FFF2-40B4-BE49-F238E27FC236}">
                      <a16:creationId xmlns:a16="http://schemas.microsoft.com/office/drawing/2014/main" id="{50DAFF0E-1E4B-72F2-DA8D-14157784FDCD}"/>
                    </a:ext>
                  </a:extLst>
                </p:cNvPr>
                <p:cNvPicPr/>
                <p:nvPr/>
              </p:nvPicPr>
              <p:blipFill>
                <a:blip r:embed="rId174"/>
                <a:stretch>
                  <a:fillRect/>
                </a:stretch>
              </p:blipFill>
              <p:spPr>
                <a:xfrm>
                  <a:off x="5538831" y="3953345"/>
                  <a:ext cx="741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40" name="Ink 139">
                  <a:extLst>
                    <a:ext uri="{FF2B5EF4-FFF2-40B4-BE49-F238E27FC236}">
                      <a16:creationId xmlns:a16="http://schemas.microsoft.com/office/drawing/2014/main" id="{405B6B31-63F3-A519-3FBF-59A45844B1F3}"/>
                    </a:ext>
                  </a:extLst>
                </p14:cNvPr>
                <p14:cNvContentPartPr/>
                <p14:nvPr/>
              </p14:nvContentPartPr>
              <p14:xfrm>
                <a:off x="5634591" y="3931025"/>
                <a:ext cx="58320" cy="75960"/>
              </p14:xfrm>
            </p:contentPart>
          </mc:Choice>
          <mc:Fallback xmlns="">
            <p:pic>
              <p:nvPicPr>
                <p:cNvPr id="140" name="Ink 139">
                  <a:extLst>
                    <a:ext uri="{FF2B5EF4-FFF2-40B4-BE49-F238E27FC236}">
                      <a16:creationId xmlns:a16="http://schemas.microsoft.com/office/drawing/2014/main" id="{405B6B31-63F3-A519-3FBF-59A45844B1F3}"/>
                    </a:ext>
                  </a:extLst>
                </p:cNvPr>
                <p:cNvPicPr/>
                <p:nvPr/>
              </p:nvPicPr>
              <p:blipFill>
                <a:blip r:embed="rId176"/>
                <a:stretch>
                  <a:fillRect/>
                </a:stretch>
              </p:blipFill>
              <p:spPr>
                <a:xfrm>
                  <a:off x="5625591" y="3922025"/>
                  <a:ext cx="7596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7" name="Ink 6">
                  <a:extLst>
                    <a:ext uri="{FF2B5EF4-FFF2-40B4-BE49-F238E27FC236}">
                      <a16:creationId xmlns:a16="http://schemas.microsoft.com/office/drawing/2014/main" id="{8AFF8EAD-678B-01BF-4553-A03212B66CB8}"/>
                    </a:ext>
                  </a:extLst>
                </p14:cNvPr>
                <p14:cNvContentPartPr/>
                <p14:nvPr/>
              </p14:nvContentPartPr>
              <p14:xfrm>
                <a:off x="266991" y="3338105"/>
                <a:ext cx="111600" cy="125280"/>
              </p14:xfrm>
            </p:contentPart>
          </mc:Choice>
          <mc:Fallback xmlns="">
            <p:pic>
              <p:nvPicPr>
                <p:cNvPr id="7" name="Ink 6">
                  <a:extLst>
                    <a:ext uri="{FF2B5EF4-FFF2-40B4-BE49-F238E27FC236}">
                      <a16:creationId xmlns:a16="http://schemas.microsoft.com/office/drawing/2014/main" id="{8AFF8EAD-678B-01BF-4553-A03212B66CB8}"/>
                    </a:ext>
                  </a:extLst>
                </p:cNvPr>
                <p:cNvPicPr/>
                <p:nvPr/>
              </p:nvPicPr>
              <p:blipFill>
                <a:blip r:embed="rId178"/>
                <a:stretch>
                  <a:fillRect/>
                </a:stretch>
              </p:blipFill>
              <p:spPr>
                <a:xfrm>
                  <a:off x="258351" y="3329465"/>
                  <a:ext cx="12924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8" name="Ink 7">
                  <a:extLst>
                    <a:ext uri="{FF2B5EF4-FFF2-40B4-BE49-F238E27FC236}">
                      <a16:creationId xmlns:a16="http://schemas.microsoft.com/office/drawing/2014/main" id="{C1A3A85C-6B80-267B-D84E-EBCEF7E11A94}"/>
                    </a:ext>
                  </a:extLst>
                </p14:cNvPr>
                <p14:cNvContentPartPr/>
                <p14:nvPr/>
              </p14:nvContentPartPr>
              <p14:xfrm>
                <a:off x="398751" y="3329105"/>
                <a:ext cx="70200" cy="169560"/>
              </p14:xfrm>
            </p:contentPart>
          </mc:Choice>
          <mc:Fallback xmlns="">
            <p:pic>
              <p:nvPicPr>
                <p:cNvPr id="8" name="Ink 7">
                  <a:extLst>
                    <a:ext uri="{FF2B5EF4-FFF2-40B4-BE49-F238E27FC236}">
                      <a16:creationId xmlns:a16="http://schemas.microsoft.com/office/drawing/2014/main" id="{C1A3A85C-6B80-267B-D84E-EBCEF7E11A94}"/>
                    </a:ext>
                  </a:extLst>
                </p:cNvPr>
                <p:cNvPicPr/>
                <p:nvPr/>
              </p:nvPicPr>
              <p:blipFill>
                <a:blip r:embed="rId180"/>
                <a:stretch>
                  <a:fillRect/>
                </a:stretch>
              </p:blipFill>
              <p:spPr>
                <a:xfrm>
                  <a:off x="390111" y="3320105"/>
                  <a:ext cx="8784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9" name="Ink 8">
                  <a:extLst>
                    <a:ext uri="{FF2B5EF4-FFF2-40B4-BE49-F238E27FC236}">
                      <a16:creationId xmlns:a16="http://schemas.microsoft.com/office/drawing/2014/main" id="{11913423-CA84-D27F-6C3A-95936D11FC8A}"/>
                    </a:ext>
                  </a:extLst>
                </p14:cNvPr>
                <p14:cNvContentPartPr/>
                <p14:nvPr/>
              </p14:nvContentPartPr>
              <p14:xfrm>
                <a:off x="489831" y="3301385"/>
                <a:ext cx="35280" cy="145080"/>
              </p14:xfrm>
            </p:contentPart>
          </mc:Choice>
          <mc:Fallback xmlns="">
            <p:pic>
              <p:nvPicPr>
                <p:cNvPr id="9" name="Ink 8">
                  <a:extLst>
                    <a:ext uri="{FF2B5EF4-FFF2-40B4-BE49-F238E27FC236}">
                      <a16:creationId xmlns:a16="http://schemas.microsoft.com/office/drawing/2014/main" id="{11913423-CA84-D27F-6C3A-95936D11FC8A}"/>
                    </a:ext>
                  </a:extLst>
                </p:cNvPr>
                <p:cNvPicPr/>
                <p:nvPr/>
              </p:nvPicPr>
              <p:blipFill>
                <a:blip r:embed="rId182"/>
                <a:stretch>
                  <a:fillRect/>
                </a:stretch>
              </p:blipFill>
              <p:spPr>
                <a:xfrm>
                  <a:off x="481191" y="3292745"/>
                  <a:ext cx="5292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0" name="Ink 9">
                  <a:extLst>
                    <a:ext uri="{FF2B5EF4-FFF2-40B4-BE49-F238E27FC236}">
                      <a16:creationId xmlns:a16="http://schemas.microsoft.com/office/drawing/2014/main" id="{35D94E54-2730-34CA-D9FE-87E4635EC8D3}"/>
                    </a:ext>
                  </a:extLst>
                </p14:cNvPr>
                <p14:cNvContentPartPr/>
                <p14:nvPr/>
              </p14:nvContentPartPr>
              <p14:xfrm>
                <a:off x="514671" y="3346745"/>
                <a:ext cx="82800" cy="91440"/>
              </p14:xfrm>
            </p:contentPart>
          </mc:Choice>
          <mc:Fallback xmlns="">
            <p:pic>
              <p:nvPicPr>
                <p:cNvPr id="10" name="Ink 9">
                  <a:extLst>
                    <a:ext uri="{FF2B5EF4-FFF2-40B4-BE49-F238E27FC236}">
                      <a16:creationId xmlns:a16="http://schemas.microsoft.com/office/drawing/2014/main" id="{35D94E54-2730-34CA-D9FE-87E4635EC8D3}"/>
                    </a:ext>
                  </a:extLst>
                </p:cNvPr>
                <p:cNvPicPr/>
                <p:nvPr/>
              </p:nvPicPr>
              <p:blipFill>
                <a:blip r:embed="rId184"/>
                <a:stretch>
                  <a:fillRect/>
                </a:stretch>
              </p:blipFill>
              <p:spPr>
                <a:xfrm>
                  <a:off x="506031" y="3337745"/>
                  <a:ext cx="10044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1" name="Ink 10">
                  <a:extLst>
                    <a:ext uri="{FF2B5EF4-FFF2-40B4-BE49-F238E27FC236}">
                      <a16:creationId xmlns:a16="http://schemas.microsoft.com/office/drawing/2014/main" id="{65CAA4FB-6050-6C67-C01B-88142D522FDF}"/>
                    </a:ext>
                  </a:extLst>
                </p14:cNvPr>
                <p14:cNvContentPartPr/>
                <p14:nvPr/>
              </p14:nvContentPartPr>
              <p14:xfrm>
                <a:off x="613671" y="3285545"/>
                <a:ext cx="18000" cy="11880"/>
              </p14:xfrm>
            </p:contentPart>
          </mc:Choice>
          <mc:Fallback xmlns="">
            <p:pic>
              <p:nvPicPr>
                <p:cNvPr id="11" name="Ink 10">
                  <a:extLst>
                    <a:ext uri="{FF2B5EF4-FFF2-40B4-BE49-F238E27FC236}">
                      <a16:creationId xmlns:a16="http://schemas.microsoft.com/office/drawing/2014/main" id="{65CAA4FB-6050-6C67-C01B-88142D522FDF}"/>
                    </a:ext>
                  </a:extLst>
                </p:cNvPr>
                <p:cNvPicPr/>
                <p:nvPr/>
              </p:nvPicPr>
              <p:blipFill>
                <a:blip r:embed="rId186"/>
                <a:stretch>
                  <a:fillRect/>
                </a:stretch>
              </p:blipFill>
              <p:spPr>
                <a:xfrm>
                  <a:off x="604671" y="3276905"/>
                  <a:ext cx="3564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3" name="Ink 12">
                  <a:extLst>
                    <a:ext uri="{FF2B5EF4-FFF2-40B4-BE49-F238E27FC236}">
                      <a16:creationId xmlns:a16="http://schemas.microsoft.com/office/drawing/2014/main" id="{29DF9B1A-2DCE-922F-502E-46EE6BEF030C}"/>
                    </a:ext>
                  </a:extLst>
                </p14:cNvPr>
                <p14:cNvContentPartPr/>
                <p14:nvPr/>
              </p14:nvContentPartPr>
              <p14:xfrm>
                <a:off x="646431" y="3330905"/>
                <a:ext cx="219960" cy="109080"/>
              </p14:xfrm>
            </p:contentPart>
          </mc:Choice>
          <mc:Fallback xmlns="">
            <p:pic>
              <p:nvPicPr>
                <p:cNvPr id="13" name="Ink 12">
                  <a:extLst>
                    <a:ext uri="{FF2B5EF4-FFF2-40B4-BE49-F238E27FC236}">
                      <a16:creationId xmlns:a16="http://schemas.microsoft.com/office/drawing/2014/main" id="{29DF9B1A-2DCE-922F-502E-46EE6BEF030C}"/>
                    </a:ext>
                  </a:extLst>
                </p:cNvPr>
                <p:cNvPicPr/>
                <p:nvPr/>
              </p:nvPicPr>
              <p:blipFill>
                <a:blip r:embed="rId188"/>
                <a:stretch>
                  <a:fillRect/>
                </a:stretch>
              </p:blipFill>
              <p:spPr>
                <a:xfrm>
                  <a:off x="637791" y="3322265"/>
                  <a:ext cx="23760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4" name="Ink 13">
                  <a:extLst>
                    <a:ext uri="{FF2B5EF4-FFF2-40B4-BE49-F238E27FC236}">
                      <a16:creationId xmlns:a16="http://schemas.microsoft.com/office/drawing/2014/main" id="{35D52BF5-9A1E-268B-5416-2CFE62A34687}"/>
                    </a:ext>
                  </a:extLst>
                </p14:cNvPr>
                <p14:cNvContentPartPr/>
                <p14:nvPr/>
              </p14:nvContentPartPr>
              <p14:xfrm>
                <a:off x="929391" y="3342425"/>
                <a:ext cx="65880" cy="7200"/>
              </p14:xfrm>
            </p:contentPart>
          </mc:Choice>
          <mc:Fallback xmlns="">
            <p:pic>
              <p:nvPicPr>
                <p:cNvPr id="14" name="Ink 13">
                  <a:extLst>
                    <a:ext uri="{FF2B5EF4-FFF2-40B4-BE49-F238E27FC236}">
                      <a16:creationId xmlns:a16="http://schemas.microsoft.com/office/drawing/2014/main" id="{35D52BF5-9A1E-268B-5416-2CFE62A34687}"/>
                    </a:ext>
                  </a:extLst>
                </p:cNvPr>
                <p:cNvPicPr/>
                <p:nvPr/>
              </p:nvPicPr>
              <p:blipFill>
                <a:blip r:embed="rId190"/>
                <a:stretch>
                  <a:fillRect/>
                </a:stretch>
              </p:blipFill>
              <p:spPr>
                <a:xfrm>
                  <a:off x="920391" y="3333425"/>
                  <a:ext cx="835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5" name="Ink 14">
                  <a:extLst>
                    <a:ext uri="{FF2B5EF4-FFF2-40B4-BE49-F238E27FC236}">
                      <a16:creationId xmlns:a16="http://schemas.microsoft.com/office/drawing/2014/main" id="{B81ED7C9-FAAD-7850-5814-9AF1461A40F2}"/>
                    </a:ext>
                  </a:extLst>
                </p14:cNvPr>
                <p14:cNvContentPartPr/>
                <p14:nvPr/>
              </p14:nvContentPartPr>
              <p14:xfrm>
                <a:off x="1031991" y="3283745"/>
                <a:ext cx="29880" cy="130320"/>
              </p14:xfrm>
            </p:contentPart>
          </mc:Choice>
          <mc:Fallback xmlns="">
            <p:pic>
              <p:nvPicPr>
                <p:cNvPr id="15" name="Ink 14">
                  <a:extLst>
                    <a:ext uri="{FF2B5EF4-FFF2-40B4-BE49-F238E27FC236}">
                      <a16:creationId xmlns:a16="http://schemas.microsoft.com/office/drawing/2014/main" id="{B81ED7C9-FAAD-7850-5814-9AF1461A40F2}"/>
                    </a:ext>
                  </a:extLst>
                </p:cNvPr>
                <p:cNvPicPr/>
                <p:nvPr/>
              </p:nvPicPr>
              <p:blipFill>
                <a:blip r:embed="rId192"/>
                <a:stretch>
                  <a:fillRect/>
                </a:stretch>
              </p:blipFill>
              <p:spPr>
                <a:xfrm>
                  <a:off x="1022991" y="3274745"/>
                  <a:ext cx="4752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44" name="Ink 143">
                  <a:extLst>
                    <a:ext uri="{FF2B5EF4-FFF2-40B4-BE49-F238E27FC236}">
                      <a16:creationId xmlns:a16="http://schemas.microsoft.com/office/drawing/2014/main" id="{5864B574-EFB5-DF26-36A2-D66F31D2305D}"/>
                    </a:ext>
                  </a:extLst>
                </p14:cNvPr>
                <p14:cNvContentPartPr/>
                <p14:nvPr/>
              </p14:nvContentPartPr>
              <p14:xfrm>
                <a:off x="2343831" y="3285545"/>
                <a:ext cx="406800" cy="277200"/>
              </p14:xfrm>
            </p:contentPart>
          </mc:Choice>
          <mc:Fallback xmlns="">
            <p:pic>
              <p:nvPicPr>
                <p:cNvPr id="144" name="Ink 143">
                  <a:extLst>
                    <a:ext uri="{FF2B5EF4-FFF2-40B4-BE49-F238E27FC236}">
                      <a16:creationId xmlns:a16="http://schemas.microsoft.com/office/drawing/2014/main" id="{5864B574-EFB5-DF26-36A2-D66F31D2305D}"/>
                    </a:ext>
                  </a:extLst>
                </p:cNvPr>
                <p:cNvPicPr/>
                <p:nvPr/>
              </p:nvPicPr>
              <p:blipFill>
                <a:blip r:embed="rId194"/>
                <a:stretch>
                  <a:fillRect/>
                </a:stretch>
              </p:blipFill>
              <p:spPr>
                <a:xfrm>
                  <a:off x="2335191" y="3276545"/>
                  <a:ext cx="424440" cy="29484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45" name="Ink 144">
                  <a:extLst>
                    <a:ext uri="{FF2B5EF4-FFF2-40B4-BE49-F238E27FC236}">
                      <a16:creationId xmlns:a16="http://schemas.microsoft.com/office/drawing/2014/main" id="{3E7DBE1C-099F-021B-99A1-BF7DAEE47DD8}"/>
                    </a:ext>
                  </a:extLst>
                </p14:cNvPr>
                <p14:cNvContentPartPr/>
                <p14:nvPr/>
              </p14:nvContentPartPr>
              <p14:xfrm>
                <a:off x="2768271" y="3341705"/>
                <a:ext cx="79200" cy="164880"/>
              </p14:xfrm>
            </p:contentPart>
          </mc:Choice>
          <mc:Fallback xmlns="">
            <p:pic>
              <p:nvPicPr>
                <p:cNvPr id="145" name="Ink 144">
                  <a:extLst>
                    <a:ext uri="{FF2B5EF4-FFF2-40B4-BE49-F238E27FC236}">
                      <a16:creationId xmlns:a16="http://schemas.microsoft.com/office/drawing/2014/main" id="{3E7DBE1C-099F-021B-99A1-BF7DAEE47DD8}"/>
                    </a:ext>
                  </a:extLst>
                </p:cNvPr>
                <p:cNvPicPr/>
                <p:nvPr/>
              </p:nvPicPr>
              <p:blipFill>
                <a:blip r:embed="rId196"/>
                <a:stretch>
                  <a:fillRect/>
                </a:stretch>
              </p:blipFill>
              <p:spPr>
                <a:xfrm>
                  <a:off x="2759631" y="3332705"/>
                  <a:ext cx="9684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46" name="Ink 145">
                  <a:extLst>
                    <a:ext uri="{FF2B5EF4-FFF2-40B4-BE49-F238E27FC236}">
                      <a16:creationId xmlns:a16="http://schemas.microsoft.com/office/drawing/2014/main" id="{FCC93C69-0813-3486-3B92-3EAEA2E5DD7A}"/>
                    </a:ext>
                  </a:extLst>
                </p14:cNvPr>
                <p14:cNvContentPartPr/>
                <p14:nvPr/>
              </p14:nvContentPartPr>
              <p14:xfrm>
                <a:off x="2859351" y="3422705"/>
                <a:ext cx="31320" cy="74880"/>
              </p14:xfrm>
            </p:contentPart>
          </mc:Choice>
          <mc:Fallback xmlns="">
            <p:pic>
              <p:nvPicPr>
                <p:cNvPr id="146" name="Ink 145">
                  <a:extLst>
                    <a:ext uri="{FF2B5EF4-FFF2-40B4-BE49-F238E27FC236}">
                      <a16:creationId xmlns:a16="http://schemas.microsoft.com/office/drawing/2014/main" id="{FCC93C69-0813-3486-3B92-3EAEA2E5DD7A}"/>
                    </a:ext>
                  </a:extLst>
                </p:cNvPr>
                <p:cNvPicPr/>
                <p:nvPr/>
              </p:nvPicPr>
              <p:blipFill>
                <a:blip r:embed="rId198"/>
                <a:stretch>
                  <a:fillRect/>
                </a:stretch>
              </p:blipFill>
              <p:spPr>
                <a:xfrm>
                  <a:off x="2850351" y="3413705"/>
                  <a:ext cx="489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47" name="Ink 146">
                  <a:extLst>
                    <a:ext uri="{FF2B5EF4-FFF2-40B4-BE49-F238E27FC236}">
                      <a16:creationId xmlns:a16="http://schemas.microsoft.com/office/drawing/2014/main" id="{D50F96A5-CE97-EFC7-BBAF-6A216455F11F}"/>
                    </a:ext>
                  </a:extLst>
                </p14:cNvPr>
                <p14:cNvContentPartPr/>
                <p14:nvPr/>
              </p14:nvContentPartPr>
              <p14:xfrm>
                <a:off x="2911551" y="3331625"/>
                <a:ext cx="13680" cy="19800"/>
              </p14:xfrm>
            </p:contentPart>
          </mc:Choice>
          <mc:Fallback xmlns="">
            <p:pic>
              <p:nvPicPr>
                <p:cNvPr id="147" name="Ink 146">
                  <a:extLst>
                    <a:ext uri="{FF2B5EF4-FFF2-40B4-BE49-F238E27FC236}">
                      <a16:creationId xmlns:a16="http://schemas.microsoft.com/office/drawing/2014/main" id="{D50F96A5-CE97-EFC7-BBAF-6A216455F11F}"/>
                    </a:ext>
                  </a:extLst>
                </p:cNvPr>
                <p:cNvPicPr/>
                <p:nvPr/>
              </p:nvPicPr>
              <p:blipFill>
                <a:blip r:embed="rId200"/>
                <a:stretch>
                  <a:fillRect/>
                </a:stretch>
              </p:blipFill>
              <p:spPr>
                <a:xfrm>
                  <a:off x="2902551" y="3322625"/>
                  <a:ext cx="3132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49" name="Ink 148">
                  <a:extLst>
                    <a:ext uri="{FF2B5EF4-FFF2-40B4-BE49-F238E27FC236}">
                      <a16:creationId xmlns:a16="http://schemas.microsoft.com/office/drawing/2014/main" id="{600584F1-1B99-896A-7530-5C952537E508}"/>
                    </a:ext>
                  </a:extLst>
                </p14:cNvPr>
                <p14:cNvContentPartPr/>
                <p14:nvPr/>
              </p14:nvContentPartPr>
              <p14:xfrm>
                <a:off x="2941791" y="3337385"/>
                <a:ext cx="235440" cy="191160"/>
              </p14:xfrm>
            </p:contentPart>
          </mc:Choice>
          <mc:Fallback xmlns="">
            <p:pic>
              <p:nvPicPr>
                <p:cNvPr id="149" name="Ink 148">
                  <a:extLst>
                    <a:ext uri="{FF2B5EF4-FFF2-40B4-BE49-F238E27FC236}">
                      <a16:creationId xmlns:a16="http://schemas.microsoft.com/office/drawing/2014/main" id="{600584F1-1B99-896A-7530-5C952537E508}"/>
                    </a:ext>
                  </a:extLst>
                </p:cNvPr>
                <p:cNvPicPr/>
                <p:nvPr/>
              </p:nvPicPr>
              <p:blipFill>
                <a:blip r:embed="rId202"/>
                <a:stretch>
                  <a:fillRect/>
                </a:stretch>
              </p:blipFill>
              <p:spPr>
                <a:xfrm>
                  <a:off x="2932791" y="3328745"/>
                  <a:ext cx="25308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50" name="Ink 149">
                  <a:extLst>
                    <a:ext uri="{FF2B5EF4-FFF2-40B4-BE49-F238E27FC236}">
                      <a16:creationId xmlns:a16="http://schemas.microsoft.com/office/drawing/2014/main" id="{07059735-2FE6-D784-E070-7970D9CB2C5C}"/>
                    </a:ext>
                  </a:extLst>
                </p14:cNvPr>
                <p14:cNvContentPartPr/>
                <p14:nvPr/>
              </p14:nvContentPartPr>
              <p14:xfrm>
                <a:off x="3108111" y="3407585"/>
                <a:ext cx="190080" cy="117000"/>
              </p14:xfrm>
            </p:contentPart>
          </mc:Choice>
          <mc:Fallback xmlns="">
            <p:pic>
              <p:nvPicPr>
                <p:cNvPr id="150" name="Ink 149">
                  <a:extLst>
                    <a:ext uri="{FF2B5EF4-FFF2-40B4-BE49-F238E27FC236}">
                      <a16:creationId xmlns:a16="http://schemas.microsoft.com/office/drawing/2014/main" id="{07059735-2FE6-D784-E070-7970D9CB2C5C}"/>
                    </a:ext>
                  </a:extLst>
                </p:cNvPr>
                <p:cNvPicPr/>
                <p:nvPr/>
              </p:nvPicPr>
              <p:blipFill>
                <a:blip r:embed="rId204"/>
                <a:stretch>
                  <a:fillRect/>
                </a:stretch>
              </p:blipFill>
              <p:spPr>
                <a:xfrm>
                  <a:off x="3099471" y="3398945"/>
                  <a:ext cx="20772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51" name="Ink 150">
                  <a:extLst>
                    <a:ext uri="{FF2B5EF4-FFF2-40B4-BE49-F238E27FC236}">
                      <a16:creationId xmlns:a16="http://schemas.microsoft.com/office/drawing/2014/main" id="{51E6D91E-9464-144D-14E2-AA0C30BD9E4C}"/>
                    </a:ext>
                  </a:extLst>
                </p14:cNvPr>
                <p14:cNvContentPartPr/>
                <p14:nvPr/>
              </p14:nvContentPartPr>
              <p14:xfrm>
                <a:off x="3296391" y="3329105"/>
                <a:ext cx="2520" cy="5400"/>
              </p14:xfrm>
            </p:contentPart>
          </mc:Choice>
          <mc:Fallback xmlns="">
            <p:pic>
              <p:nvPicPr>
                <p:cNvPr id="151" name="Ink 150">
                  <a:extLst>
                    <a:ext uri="{FF2B5EF4-FFF2-40B4-BE49-F238E27FC236}">
                      <a16:creationId xmlns:a16="http://schemas.microsoft.com/office/drawing/2014/main" id="{51E6D91E-9464-144D-14E2-AA0C30BD9E4C}"/>
                    </a:ext>
                  </a:extLst>
                </p:cNvPr>
                <p:cNvPicPr/>
                <p:nvPr/>
              </p:nvPicPr>
              <p:blipFill>
                <a:blip r:embed="rId206"/>
                <a:stretch>
                  <a:fillRect/>
                </a:stretch>
              </p:blipFill>
              <p:spPr>
                <a:xfrm>
                  <a:off x="3287751" y="3320105"/>
                  <a:ext cx="201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52" name="Ink 151">
                  <a:extLst>
                    <a:ext uri="{FF2B5EF4-FFF2-40B4-BE49-F238E27FC236}">
                      <a16:creationId xmlns:a16="http://schemas.microsoft.com/office/drawing/2014/main" id="{B6ED859F-BFA1-3842-45A3-014A294C3778}"/>
                    </a:ext>
                  </a:extLst>
                </p14:cNvPr>
                <p14:cNvContentPartPr/>
                <p14:nvPr/>
              </p14:nvContentPartPr>
              <p14:xfrm>
                <a:off x="3324111" y="3433505"/>
                <a:ext cx="252720" cy="236160"/>
              </p14:xfrm>
            </p:contentPart>
          </mc:Choice>
          <mc:Fallback xmlns="">
            <p:pic>
              <p:nvPicPr>
                <p:cNvPr id="152" name="Ink 151">
                  <a:extLst>
                    <a:ext uri="{FF2B5EF4-FFF2-40B4-BE49-F238E27FC236}">
                      <a16:creationId xmlns:a16="http://schemas.microsoft.com/office/drawing/2014/main" id="{B6ED859F-BFA1-3842-45A3-014A294C3778}"/>
                    </a:ext>
                  </a:extLst>
                </p:cNvPr>
                <p:cNvPicPr/>
                <p:nvPr/>
              </p:nvPicPr>
              <p:blipFill>
                <a:blip r:embed="rId208"/>
                <a:stretch>
                  <a:fillRect/>
                </a:stretch>
              </p:blipFill>
              <p:spPr>
                <a:xfrm>
                  <a:off x="3315111" y="3424505"/>
                  <a:ext cx="27036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9" name="Ink 18">
                  <a:extLst>
                    <a:ext uri="{FF2B5EF4-FFF2-40B4-BE49-F238E27FC236}">
                      <a16:creationId xmlns:a16="http://schemas.microsoft.com/office/drawing/2014/main" id="{4348E98F-218B-717E-4ED8-80E46DD4F9FC}"/>
                    </a:ext>
                  </a:extLst>
                </p14:cNvPr>
                <p14:cNvContentPartPr/>
                <p14:nvPr/>
              </p14:nvContentPartPr>
              <p14:xfrm>
                <a:off x="2429511" y="3718625"/>
                <a:ext cx="131760" cy="177120"/>
              </p14:xfrm>
            </p:contentPart>
          </mc:Choice>
          <mc:Fallback xmlns="">
            <p:pic>
              <p:nvPicPr>
                <p:cNvPr id="19" name="Ink 18">
                  <a:extLst>
                    <a:ext uri="{FF2B5EF4-FFF2-40B4-BE49-F238E27FC236}">
                      <a16:creationId xmlns:a16="http://schemas.microsoft.com/office/drawing/2014/main" id="{4348E98F-218B-717E-4ED8-80E46DD4F9FC}"/>
                    </a:ext>
                  </a:extLst>
                </p:cNvPr>
                <p:cNvPicPr/>
                <p:nvPr/>
              </p:nvPicPr>
              <p:blipFill>
                <a:blip r:embed="rId210"/>
                <a:stretch>
                  <a:fillRect/>
                </a:stretch>
              </p:blipFill>
              <p:spPr>
                <a:xfrm>
                  <a:off x="2420511" y="3709985"/>
                  <a:ext cx="14940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20" name="Ink 19">
                  <a:extLst>
                    <a:ext uri="{FF2B5EF4-FFF2-40B4-BE49-F238E27FC236}">
                      <a16:creationId xmlns:a16="http://schemas.microsoft.com/office/drawing/2014/main" id="{766B31FD-8D3F-F5D3-1A60-00EF40ABE4B4}"/>
                    </a:ext>
                  </a:extLst>
                </p14:cNvPr>
                <p14:cNvContentPartPr/>
                <p14:nvPr/>
              </p14:nvContentPartPr>
              <p14:xfrm>
                <a:off x="2606991" y="3770825"/>
                <a:ext cx="138600" cy="109080"/>
              </p14:xfrm>
            </p:contentPart>
          </mc:Choice>
          <mc:Fallback xmlns="">
            <p:pic>
              <p:nvPicPr>
                <p:cNvPr id="20" name="Ink 19">
                  <a:extLst>
                    <a:ext uri="{FF2B5EF4-FFF2-40B4-BE49-F238E27FC236}">
                      <a16:creationId xmlns:a16="http://schemas.microsoft.com/office/drawing/2014/main" id="{766B31FD-8D3F-F5D3-1A60-00EF40ABE4B4}"/>
                    </a:ext>
                  </a:extLst>
                </p:cNvPr>
                <p:cNvPicPr/>
                <p:nvPr/>
              </p:nvPicPr>
              <p:blipFill>
                <a:blip r:embed="rId212"/>
                <a:stretch>
                  <a:fillRect/>
                </a:stretch>
              </p:blipFill>
              <p:spPr>
                <a:xfrm>
                  <a:off x="2598351" y="3761825"/>
                  <a:ext cx="15624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21" name="Ink 20">
                  <a:extLst>
                    <a:ext uri="{FF2B5EF4-FFF2-40B4-BE49-F238E27FC236}">
                      <a16:creationId xmlns:a16="http://schemas.microsoft.com/office/drawing/2014/main" id="{DE2422F1-E9A6-7CB6-B6F1-44044D45E00C}"/>
                    </a:ext>
                  </a:extLst>
                </p14:cNvPr>
                <p14:cNvContentPartPr/>
                <p14:nvPr/>
              </p14:nvContentPartPr>
              <p14:xfrm>
                <a:off x="2732991" y="3727265"/>
                <a:ext cx="25920" cy="152280"/>
              </p14:xfrm>
            </p:contentPart>
          </mc:Choice>
          <mc:Fallback xmlns="">
            <p:pic>
              <p:nvPicPr>
                <p:cNvPr id="21" name="Ink 20">
                  <a:extLst>
                    <a:ext uri="{FF2B5EF4-FFF2-40B4-BE49-F238E27FC236}">
                      <a16:creationId xmlns:a16="http://schemas.microsoft.com/office/drawing/2014/main" id="{DE2422F1-E9A6-7CB6-B6F1-44044D45E00C}"/>
                    </a:ext>
                  </a:extLst>
                </p:cNvPr>
                <p:cNvPicPr/>
                <p:nvPr/>
              </p:nvPicPr>
              <p:blipFill>
                <a:blip r:embed="rId214"/>
                <a:stretch>
                  <a:fillRect/>
                </a:stretch>
              </p:blipFill>
              <p:spPr>
                <a:xfrm>
                  <a:off x="2723991" y="3718265"/>
                  <a:ext cx="4356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22" name="Ink 21">
                  <a:extLst>
                    <a:ext uri="{FF2B5EF4-FFF2-40B4-BE49-F238E27FC236}">
                      <a16:creationId xmlns:a16="http://schemas.microsoft.com/office/drawing/2014/main" id="{F5E623FE-ADCC-3223-4A12-C1AEA719848C}"/>
                    </a:ext>
                  </a:extLst>
                </p14:cNvPr>
                <p14:cNvContentPartPr/>
                <p14:nvPr/>
              </p14:nvContentPartPr>
              <p14:xfrm>
                <a:off x="2777271" y="3793505"/>
                <a:ext cx="78480" cy="99720"/>
              </p14:xfrm>
            </p:contentPart>
          </mc:Choice>
          <mc:Fallback xmlns="">
            <p:pic>
              <p:nvPicPr>
                <p:cNvPr id="22" name="Ink 21">
                  <a:extLst>
                    <a:ext uri="{FF2B5EF4-FFF2-40B4-BE49-F238E27FC236}">
                      <a16:creationId xmlns:a16="http://schemas.microsoft.com/office/drawing/2014/main" id="{F5E623FE-ADCC-3223-4A12-C1AEA719848C}"/>
                    </a:ext>
                  </a:extLst>
                </p:cNvPr>
                <p:cNvPicPr/>
                <p:nvPr/>
              </p:nvPicPr>
              <p:blipFill>
                <a:blip r:embed="rId216"/>
                <a:stretch>
                  <a:fillRect/>
                </a:stretch>
              </p:blipFill>
              <p:spPr>
                <a:xfrm>
                  <a:off x="2768631" y="3784865"/>
                  <a:ext cx="9612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23" name="Ink 22">
                  <a:extLst>
                    <a:ext uri="{FF2B5EF4-FFF2-40B4-BE49-F238E27FC236}">
                      <a16:creationId xmlns:a16="http://schemas.microsoft.com/office/drawing/2014/main" id="{25243A1B-F646-2722-34E3-775100077BE4}"/>
                    </a:ext>
                  </a:extLst>
                </p14:cNvPr>
                <p14:cNvContentPartPr/>
                <p14:nvPr/>
              </p14:nvContentPartPr>
              <p14:xfrm>
                <a:off x="2890671" y="3778745"/>
                <a:ext cx="48960" cy="89640"/>
              </p14:xfrm>
            </p:contentPart>
          </mc:Choice>
          <mc:Fallback xmlns="">
            <p:pic>
              <p:nvPicPr>
                <p:cNvPr id="23" name="Ink 22">
                  <a:extLst>
                    <a:ext uri="{FF2B5EF4-FFF2-40B4-BE49-F238E27FC236}">
                      <a16:creationId xmlns:a16="http://schemas.microsoft.com/office/drawing/2014/main" id="{25243A1B-F646-2722-34E3-775100077BE4}"/>
                    </a:ext>
                  </a:extLst>
                </p:cNvPr>
                <p:cNvPicPr/>
                <p:nvPr/>
              </p:nvPicPr>
              <p:blipFill>
                <a:blip r:embed="rId218"/>
                <a:stretch>
                  <a:fillRect/>
                </a:stretch>
              </p:blipFill>
              <p:spPr>
                <a:xfrm>
                  <a:off x="2882031" y="3770105"/>
                  <a:ext cx="6660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24" name="Ink 23">
                  <a:extLst>
                    <a:ext uri="{FF2B5EF4-FFF2-40B4-BE49-F238E27FC236}">
                      <a16:creationId xmlns:a16="http://schemas.microsoft.com/office/drawing/2014/main" id="{6E9A1B87-BF97-C388-1B16-772B02673F69}"/>
                    </a:ext>
                  </a:extLst>
                </p14:cNvPr>
                <p14:cNvContentPartPr/>
                <p14:nvPr/>
              </p14:nvContentPartPr>
              <p14:xfrm>
                <a:off x="2956551" y="3724385"/>
                <a:ext cx="19440" cy="165240"/>
              </p14:xfrm>
            </p:contentPart>
          </mc:Choice>
          <mc:Fallback xmlns="">
            <p:pic>
              <p:nvPicPr>
                <p:cNvPr id="24" name="Ink 23">
                  <a:extLst>
                    <a:ext uri="{FF2B5EF4-FFF2-40B4-BE49-F238E27FC236}">
                      <a16:creationId xmlns:a16="http://schemas.microsoft.com/office/drawing/2014/main" id="{6E9A1B87-BF97-C388-1B16-772B02673F69}"/>
                    </a:ext>
                  </a:extLst>
                </p:cNvPr>
                <p:cNvPicPr/>
                <p:nvPr/>
              </p:nvPicPr>
              <p:blipFill>
                <a:blip r:embed="rId220"/>
                <a:stretch>
                  <a:fillRect/>
                </a:stretch>
              </p:blipFill>
              <p:spPr>
                <a:xfrm>
                  <a:off x="2947551" y="3715745"/>
                  <a:ext cx="3708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25" name="Ink 24">
                  <a:extLst>
                    <a:ext uri="{FF2B5EF4-FFF2-40B4-BE49-F238E27FC236}">
                      <a16:creationId xmlns:a16="http://schemas.microsoft.com/office/drawing/2014/main" id="{B90F1292-D4AF-6A30-1299-FC2ECBDA08B4}"/>
                    </a:ext>
                  </a:extLst>
                </p14:cNvPr>
                <p14:cNvContentPartPr/>
                <p14:nvPr/>
              </p14:nvContentPartPr>
              <p14:xfrm>
                <a:off x="2965551" y="3798905"/>
                <a:ext cx="50400" cy="46080"/>
              </p14:xfrm>
            </p:contentPart>
          </mc:Choice>
          <mc:Fallback xmlns="">
            <p:pic>
              <p:nvPicPr>
                <p:cNvPr id="25" name="Ink 24">
                  <a:extLst>
                    <a:ext uri="{FF2B5EF4-FFF2-40B4-BE49-F238E27FC236}">
                      <a16:creationId xmlns:a16="http://schemas.microsoft.com/office/drawing/2014/main" id="{B90F1292-D4AF-6A30-1299-FC2ECBDA08B4}"/>
                    </a:ext>
                  </a:extLst>
                </p:cNvPr>
                <p:cNvPicPr/>
                <p:nvPr/>
              </p:nvPicPr>
              <p:blipFill>
                <a:blip r:embed="rId222"/>
                <a:stretch>
                  <a:fillRect/>
                </a:stretch>
              </p:blipFill>
              <p:spPr>
                <a:xfrm>
                  <a:off x="2956551" y="3789905"/>
                  <a:ext cx="6804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26" name="Ink 25">
                  <a:extLst>
                    <a:ext uri="{FF2B5EF4-FFF2-40B4-BE49-F238E27FC236}">
                      <a16:creationId xmlns:a16="http://schemas.microsoft.com/office/drawing/2014/main" id="{63C8E675-9F6E-9107-410E-6B51525491C0}"/>
                    </a:ext>
                  </a:extLst>
                </p14:cNvPr>
                <p14:cNvContentPartPr/>
                <p14:nvPr/>
              </p14:nvContentPartPr>
              <p14:xfrm>
                <a:off x="3065271" y="3781625"/>
                <a:ext cx="11520" cy="110880"/>
              </p14:xfrm>
            </p:contentPart>
          </mc:Choice>
          <mc:Fallback xmlns="">
            <p:pic>
              <p:nvPicPr>
                <p:cNvPr id="26" name="Ink 25">
                  <a:extLst>
                    <a:ext uri="{FF2B5EF4-FFF2-40B4-BE49-F238E27FC236}">
                      <a16:creationId xmlns:a16="http://schemas.microsoft.com/office/drawing/2014/main" id="{63C8E675-9F6E-9107-410E-6B51525491C0}"/>
                    </a:ext>
                  </a:extLst>
                </p:cNvPr>
                <p:cNvPicPr/>
                <p:nvPr/>
              </p:nvPicPr>
              <p:blipFill>
                <a:blip r:embed="rId224"/>
                <a:stretch>
                  <a:fillRect/>
                </a:stretch>
              </p:blipFill>
              <p:spPr>
                <a:xfrm>
                  <a:off x="3056271" y="3772625"/>
                  <a:ext cx="291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27" name="Ink 26">
                  <a:extLst>
                    <a:ext uri="{FF2B5EF4-FFF2-40B4-BE49-F238E27FC236}">
                      <a16:creationId xmlns:a16="http://schemas.microsoft.com/office/drawing/2014/main" id="{6FD2C26C-567E-B383-C418-BC9C444662DB}"/>
                    </a:ext>
                  </a:extLst>
                </p14:cNvPr>
                <p14:cNvContentPartPr/>
                <p14:nvPr/>
              </p14:nvContentPartPr>
              <p14:xfrm>
                <a:off x="3032871" y="3748145"/>
                <a:ext cx="102960" cy="156600"/>
              </p14:xfrm>
            </p:contentPart>
          </mc:Choice>
          <mc:Fallback xmlns="">
            <p:pic>
              <p:nvPicPr>
                <p:cNvPr id="27" name="Ink 26">
                  <a:extLst>
                    <a:ext uri="{FF2B5EF4-FFF2-40B4-BE49-F238E27FC236}">
                      <a16:creationId xmlns:a16="http://schemas.microsoft.com/office/drawing/2014/main" id="{6FD2C26C-567E-B383-C418-BC9C444662DB}"/>
                    </a:ext>
                  </a:extLst>
                </p:cNvPr>
                <p:cNvPicPr/>
                <p:nvPr/>
              </p:nvPicPr>
              <p:blipFill>
                <a:blip r:embed="rId226"/>
                <a:stretch>
                  <a:fillRect/>
                </a:stretch>
              </p:blipFill>
              <p:spPr>
                <a:xfrm>
                  <a:off x="3023871" y="3739145"/>
                  <a:ext cx="1206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28" name="Ink 27">
                  <a:extLst>
                    <a:ext uri="{FF2B5EF4-FFF2-40B4-BE49-F238E27FC236}">
                      <a16:creationId xmlns:a16="http://schemas.microsoft.com/office/drawing/2014/main" id="{693F6E3E-EED7-683B-AEC9-02EEED24FB2B}"/>
                    </a:ext>
                  </a:extLst>
                </p14:cNvPr>
                <p14:cNvContentPartPr/>
                <p14:nvPr/>
              </p14:nvContentPartPr>
              <p14:xfrm>
                <a:off x="3182631" y="3754265"/>
                <a:ext cx="21240" cy="135000"/>
              </p14:xfrm>
            </p:contentPart>
          </mc:Choice>
          <mc:Fallback xmlns="">
            <p:pic>
              <p:nvPicPr>
                <p:cNvPr id="28" name="Ink 27">
                  <a:extLst>
                    <a:ext uri="{FF2B5EF4-FFF2-40B4-BE49-F238E27FC236}">
                      <a16:creationId xmlns:a16="http://schemas.microsoft.com/office/drawing/2014/main" id="{693F6E3E-EED7-683B-AEC9-02EEED24FB2B}"/>
                    </a:ext>
                  </a:extLst>
                </p:cNvPr>
                <p:cNvPicPr/>
                <p:nvPr/>
              </p:nvPicPr>
              <p:blipFill>
                <a:blip r:embed="rId228"/>
                <a:stretch>
                  <a:fillRect/>
                </a:stretch>
              </p:blipFill>
              <p:spPr>
                <a:xfrm>
                  <a:off x="3173631" y="3745265"/>
                  <a:ext cx="388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32" name="Ink 31">
                  <a:extLst>
                    <a:ext uri="{FF2B5EF4-FFF2-40B4-BE49-F238E27FC236}">
                      <a16:creationId xmlns:a16="http://schemas.microsoft.com/office/drawing/2014/main" id="{FD784A9A-0150-65E3-E927-C244D40A83F5}"/>
                    </a:ext>
                  </a:extLst>
                </p14:cNvPr>
                <p14:cNvContentPartPr/>
                <p14:nvPr/>
              </p14:nvContentPartPr>
              <p14:xfrm>
                <a:off x="2353911" y="4324865"/>
                <a:ext cx="120240" cy="232920"/>
              </p14:xfrm>
            </p:contentPart>
          </mc:Choice>
          <mc:Fallback xmlns="">
            <p:pic>
              <p:nvPicPr>
                <p:cNvPr id="32" name="Ink 31">
                  <a:extLst>
                    <a:ext uri="{FF2B5EF4-FFF2-40B4-BE49-F238E27FC236}">
                      <a16:creationId xmlns:a16="http://schemas.microsoft.com/office/drawing/2014/main" id="{FD784A9A-0150-65E3-E927-C244D40A83F5}"/>
                    </a:ext>
                  </a:extLst>
                </p:cNvPr>
                <p:cNvPicPr/>
                <p:nvPr/>
              </p:nvPicPr>
              <p:blipFill>
                <a:blip r:embed="rId230"/>
                <a:stretch>
                  <a:fillRect/>
                </a:stretch>
              </p:blipFill>
              <p:spPr>
                <a:xfrm>
                  <a:off x="2345271" y="4316225"/>
                  <a:ext cx="13788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33" name="Ink 32">
                  <a:extLst>
                    <a:ext uri="{FF2B5EF4-FFF2-40B4-BE49-F238E27FC236}">
                      <a16:creationId xmlns:a16="http://schemas.microsoft.com/office/drawing/2014/main" id="{8DA39A6D-B510-9CBF-6C99-6C0D606E2F9D}"/>
                    </a:ext>
                  </a:extLst>
                </p14:cNvPr>
                <p14:cNvContentPartPr/>
                <p14:nvPr/>
              </p14:nvContentPartPr>
              <p14:xfrm>
                <a:off x="2485311" y="4393985"/>
                <a:ext cx="155520" cy="183600"/>
              </p14:xfrm>
            </p:contentPart>
          </mc:Choice>
          <mc:Fallback xmlns="">
            <p:pic>
              <p:nvPicPr>
                <p:cNvPr id="33" name="Ink 32">
                  <a:extLst>
                    <a:ext uri="{FF2B5EF4-FFF2-40B4-BE49-F238E27FC236}">
                      <a16:creationId xmlns:a16="http://schemas.microsoft.com/office/drawing/2014/main" id="{8DA39A6D-B510-9CBF-6C99-6C0D606E2F9D}"/>
                    </a:ext>
                  </a:extLst>
                </p:cNvPr>
                <p:cNvPicPr/>
                <p:nvPr/>
              </p:nvPicPr>
              <p:blipFill>
                <a:blip r:embed="rId232"/>
                <a:stretch>
                  <a:fillRect/>
                </a:stretch>
              </p:blipFill>
              <p:spPr>
                <a:xfrm>
                  <a:off x="2476671" y="4385345"/>
                  <a:ext cx="17316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34" name="Ink 33">
                  <a:extLst>
                    <a:ext uri="{FF2B5EF4-FFF2-40B4-BE49-F238E27FC236}">
                      <a16:creationId xmlns:a16="http://schemas.microsoft.com/office/drawing/2014/main" id="{9E37219B-8CE8-5552-AEC6-B1A194307528}"/>
                    </a:ext>
                  </a:extLst>
                </p14:cNvPr>
                <p14:cNvContentPartPr/>
                <p14:nvPr/>
              </p14:nvContentPartPr>
              <p14:xfrm>
                <a:off x="2666391" y="4475705"/>
                <a:ext cx="75600" cy="107280"/>
              </p14:xfrm>
            </p:contentPart>
          </mc:Choice>
          <mc:Fallback xmlns="">
            <p:pic>
              <p:nvPicPr>
                <p:cNvPr id="34" name="Ink 33">
                  <a:extLst>
                    <a:ext uri="{FF2B5EF4-FFF2-40B4-BE49-F238E27FC236}">
                      <a16:creationId xmlns:a16="http://schemas.microsoft.com/office/drawing/2014/main" id="{9E37219B-8CE8-5552-AEC6-B1A194307528}"/>
                    </a:ext>
                  </a:extLst>
                </p:cNvPr>
                <p:cNvPicPr/>
                <p:nvPr/>
              </p:nvPicPr>
              <p:blipFill>
                <a:blip r:embed="rId234"/>
                <a:stretch>
                  <a:fillRect/>
                </a:stretch>
              </p:blipFill>
              <p:spPr>
                <a:xfrm>
                  <a:off x="2657751" y="4466705"/>
                  <a:ext cx="9324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35" name="Ink 34">
                  <a:extLst>
                    <a:ext uri="{FF2B5EF4-FFF2-40B4-BE49-F238E27FC236}">
                      <a16:creationId xmlns:a16="http://schemas.microsoft.com/office/drawing/2014/main" id="{EA07B281-F260-153B-9949-098DB5C94668}"/>
                    </a:ext>
                  </a:extLst>
                </p14:cNvPr>
                <p14:cNvContentPartPr/>
                <p14:nvPr/>
              </p14:nvContentPartPr>
              <p14:xfrm>
                <a:off x="2759991" y="4473545"/>
                <a:ext cx="56520" cy="79920"/>
              </p14:xfrm>
            </p:contentPart>
          </mc:Choice>
          <mc:Fallback xmlns="">
            <p:pic>
              <p:nvPicPr>
                <p:cNvPr id="35" name="Ink 34">
                  <a:extLst>
                    <a:ext uri="{FF2B5EF4-FFF2-40B4-BE49-F238E27FC236}">
                      <a16:creationId xmlns:a16="http://schemas.microsoft.com/office/drawing/2014/main" id="{EA07B281-F260-153B-9949-098DB5C94668}"/>
                    </a:ext>
                  </a:extLst>
                </p:cNvPr>
                <p:cNvPicPr/>
                <p:nvPr/>
              </p:nvPicPr>
              <p:blipFill>
                <a:blip r:embed="rId236"/>
                <a:stretch>
                  <a:fillRect/>
                </a:stretch>
              </p:blipFill>
              <p:spPr>
                <a:xfrm>
                  <a:off x="2751351" y="4464545"/>
                  <a:ext cx="7416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36" name="Ink 35">
                  <a:extLst>
                    <a:ext uri="{FF2B5EF4-FFF2-40B4-BE49-F238E27FC236}">
                      <a16:creationId xmlns:a16="http://schemas.microsoft.com/office/drawing/2014/main" id="{B3632B70-B914-0E66-A246-6D72704A9180}"/>
                    </a:ext>
                  </a:extLst>
                </p14:cNvPr>
                <p14:cNvContentPartPr/>
                <p14:nvPr/>
              </p14:nvContentPartPr>
              <p14:xfrm>
                <a:off x="2849271" y="4385705"/>
                <a:ext cx="20160" cy="176400"/>
              </p14:xfrm>
            </p:contentPart>
          </mc:Choice>
          <mc:Fallback xmlns="">
            <p:pic>
              <p:nvPicPr>
                <p:cNvPr id="36" name="Ink 35">
                  <a:extLst>
                    <a:ext uri="{FF2B5EF4-FFF2-40B4-BE49-F238E27FC236}">
                      <a16:creationId xmlns:a16="http://schemas.microsoft.com/office/drawing/2014/main" id="{B3632B70-B914-0E66-A246-6D72704A9180}"/>
                    </a:ext>
                  </a:extLst>
                </p:cNvPr>
                <p:cNvPicPr/>
                <p:nvPr/>
              </p:nvPicPr>
              <p:blipFill>
                <a:blip r:embed="rId238"/>
                <a:stretch>
                  <a:fillRect/>
                </a:stretch>
              </p:blipFill>
              <p:spPr>
                <a:xfrm>
                  <a:off x="2840631" y="4377065"/>
                  <a:ext cx="3780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37" name="Ink 36">
                  <a:extLst>
                    <a:ext uri="{FF2B5EF4-FFF2-40B4-BE49-F238E27FC236}">
                      <a16:creationId xmlns:a16="http://schemas.microsoft.com/office/drawing/2014/main" id="{774CA037-10F4-B69F-190E-FA72A1243C72}"/>
                    </a:ext>
                  </a:extLst>
                </p14:cNvPr>
                <p14:cNvContentPartPr/>
                <p14:nvPr/>
              </p14:nvContentPartPr>
              <p14:xfrm>
                <a:off x="2843871" y="4467425"/>
                <a:ext cx="80640" cy="28800"/>
              </p14:xfrm>
            </p:contentPart>
          </mc:Choice>
          <mc:Fallback xmlns="">
            <p:pic>
              <p:nvPicPr>
                <p:cNvPr id="37" name="Ink 36">
                  <a:extLst>
                    <a:ext uri="{FF2B5EF4-FFF2-40B4-BE49-F238E27FC236}">
                      <a16:creationId xmlns:a16="http://schemas.microsoft.com/office/drawing/2014/main" id="{774CA037-10F4-B69F-190E-FA72A1243C72}"/>
                    </a:ext>
                  </a:extLst>
                </p:cNvPr>
                <p:cNvPicPr/>
                <p:nvPr/>
              </p:nvPicPr>
              <p:blipFill>
                <a:blip r:embed="rId240"/>
                <a:stretch>
                  <a:fillRect/>
                </a:stretch>
              </p:blipFill>
              <p:spPr>
                <a:xfrm>
                  <a:off x="2835231" y="4458425"/>
                  <a:ext cx="982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38" name="Ink 37">
                  <a:extLst>
                    <a:ext uri="{FF2B5EF4-FFF2-40B4-BE49-F238E27FC236}">
                      <a16:creationId xmlns:a16="http://schemas.microsoft.com/office/drawing/2014/main" id="{C86B2238-3FC4-6A0C-89E1-E108205D0B8A}"/>
                    </a:ext>
                  </a:extLst>
                </p14:cNvPr>
                <p14:cNvContentPartPr/>
                <p14:nvPr/>
              </p14:nvContentPartPr>
              <p14:xfrm>
                <a:off x="2960151" y="4409105"/>
                <a:ext cx="15840" cy="161280"/>
              </p14:xfrm>
            </p:contentPart>
          </mc:Choice>
          <mc:Fallback xmlns="">
            <p:pic>
              <p:nvPicPr>
                <p:cNvPr id="38" name="Ink 37">
                  <a:extLst>
                    <a:ext uri="{FF2B5EF4-FFF2-40B4-BE49-F238E27FC236}">
                      <a16:creationId xmlns:a16="http://schemas.microsoft.com/office/drawing/2014/main" id="{C86B2238-3FC4-6A0C-89E1-E108205D0B8A}"/>
                    </a:ext>
                  </a:extLst>
                </p:cNvPr>
                <p:cNvPicPr/>
                <p:nvPr/>
              </p:nvPicPr>
              <p:blipFill>
                <a:blip r:embed="rId242"/>
                <a:stretch>
                  <a:fillRect/>
                </a:stretch>
              </p:blipFill>
              <p:spPr>
                <a:xfrm>
                  <a:off x="2951511" y="4400105"/>
                  <a:ext cx="3348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39" name="Ink 38">
                  <a:extLst>
                    <a:ext uri="{FF2B5EF4-FFF2-40B4-BE49-F238E27FC236}">
                      <a16:creationId xmlns:a16="http://schemas.microsoft.com/office/drawing/2014/main" id="{788E5622-FCBE-8CD3-326E-989A3D8DC195}"/>
                    </a:ext>
                  </a:extLst>
                </p14:cNvPr>
                <p14:cNvContentPartPr/>
                <p14:nvPr/>
              </p14:nvContentPartPr>
              <p14:xfrm>
                <a:off x="2940351" y="4372025"/>
                <a:ext cx="124560" cy="186120"/>
              </p14:xfrm>
            </p:contentPart>
          </mc:Choice>
          <mc:Fallback xmlns="">
            <p:pic>
              <p:nvPicPr>
                <p:cNvPr id="39" name="Ink 38">
                  <a:extLst>
                    <a:ext uri="{FF2B5EF4-FFF2-40B4-BE49-F238E27FC236}">
                      <a16:creationId xmlns:a16="http://schemas.microsoft.com/office/drawing/2014/main" id="{788E5622-FCBE-8CD3-326E-989A3D8DC195}"/>
                    </a:ext>
                  </a:extLst>
                </p:cNvPr>
                <p:cNvPicPr/>
                <p:nvPr/>
              </p:nvPicPr>
              <p:blipFill>
                <a:blip r:embed="rId244"/>
                <a:stretch>
                  <a:fillRect/>
                </a:stretch>
              </p:blipFill>
              <p:spPr>
                <a:xfrm>
                  <a:off x="2931711" y="4363385"/>
                  <a:ext cx="14220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40" name="Ink 39">
                  <a:extLst>
                    <a:ext uri="{FF2B5EF4-FFF2-40B4-BE49-F238E27FC236}">
                      <a16:creationId xmlns:a16="http://schemas.microsoft.com/office/drawing/2014/main" id="{45E9DAED-93EA-1854-DBCE-AD313AAA3DDA}"/>
                    </a:ext>
                  </a:extLst>
                </p14:cNvPr>
                <p14:cNvContentPartPr/>
                <p14:nvPr/>
              </p14:nvContentPartPr>
              <p14:xfrm>
                <a:off x="3130071" y="4379225"/>
                <a:ext cx="139680" cy="183240"/>
              </p14:xfrm>
            </p:contentPart>
          </mc:Choice>
          <mc:Fallback xmlns="">
            <p:pic>
              <p:nvPicPr>
                <p:cNvPr id="40" name="Ink 39">
                  <a:extLst>
                    <a:ext uri="{FF2B5EF4-FFF2-40B4-BE49-F238E27FC236}">
                      <a16:creationId xmlns:a16="http://schemas.microsoft.com/office/drawing/2014/main" id="{45E9DAED-93EA-1854-DBCE-AD313AAA3DDA}"/>
                    </a:ext>
                  </a:extLst>
                </p:cNvPr>
                <p:cNvPicPr/>
                <p:nvPr/>
              </p:nvPicPr>
              <p:blipFill>
                <a:blip r:embed="rId246"/>
                <a:stretch>
                  <a:fillRect/>
                </a:stretch>
              </p:blipFill>
              <p:spPr>
                <a:xfrm>
                  <a:off x="3121431" y="4370585"/>
                  <a:ext cx="1573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42" name="Ink 41">
                  <a:extLst>
                    <a:ext uri="{FF2B5EF4-FFF2-40B4-BE49-F238E27FC236}">
                      <a16:creationId xmlns:a16="http://schemas.microsoft.com/office/drawing/2014/main" id="{3BF240C0-6F13-90CA-C627-0EC730FD0F7F}"/>
                    </a:ext>
                  </a:extLst>
                </p14:cNvPr>
                <p14:cNvContentPartPr/>
                <p14:nvPr/>
              </p14:nvContentPartPr>
              <p14:xfrm>
                <a:off x="289311" y="3833465"/>
                <a:ext cx="1142280" cy="582840"/>
              </p14:xfrm>
            </p:contentPart>
          </mc:Choice>
          <mc:Fallback xmlns="">
            <p:pic>
              <p:nvPicPr>
                <p:cNvPr id="42" name="Ink 41">
                  <a:extLst>
                    <a:ext uri="{FF2B5EF4-FFF2-40B4-BE49-F238E27FC236}">
                      <a16:creationId xmlns:a16="http://schemas.microsoft.com/office/drawing/2014/main" id="{3BF240C0-6F13-90CA-C627-0EC730FD0F7F}"/>
                    </a:ext>
                  </a:extLst>
                </p:cNvPr>
                <p:cNvPicPr/>
                <p:nvPr/>
              </p:nvPicPr>
              <p:blipFill>
                <a:blip r:embed="rId248"/>
                <a:stretch>
                  <a:fillRect/>
                </a:stretch>
              </p:blipFill>
              <p:spPr>
                <a:xfrm>
                  <a:off x="280671" y="3824465"/>
                  <a:ext cx="1159920" cy="60048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43" name="Ink 42">
                  <a:extLst>
                    <a:ext uri="{FF2B5EF4-FFF2-40B4-BE49-F238E27FC236}">
                      <a16:creationId xmlns:a16="http://schemas.microsoft.com/office/drawing/2014/main" id="{6FB3CB64-7BF2-E7FA-69CA-DB16C08AA654}"/>
                    </a:ext>
                  </a:extLst>
                </p14:cNvPr>
                <p14:cNvContentPartPr/>
                <p14:nvPr/>
              </p14:nvContentPartPr>
              <p14:xfrm>
                <a:off x="343311" y="3702785"/>
                <a:ext cx="20520" cy="167400"/>
              </p14:xfrm>
            </p:contentPart>
          </mc:Choice>
          <mc:Fallback xmlns="">
            <p:pic>
              <p:nvPicPr>
                <p:cNvPr id="43" name="Ink 42">
                  <a:extLst>
                    <a:ext uri="{FF2B5EF4-FFF2-40B4-BE49-F238E27FC236}">
                      <a16:creationId xmlns:a16="http://schemas.microsoft.com/office/drawing/2014/main" id="{6FB3CB64-7BF2-E7FA-69CA-DB16C08AA654}"/>
                    </a:ext>
                  </a:extLst>
                </p:cNvPr>
                <p:cNvPicPr/>
                <p:nvPr/>
              </p:nvPicPr>
              <p:blipFill>
                <a:blip r:embed="rId250"/>
                <a:stretch>
                  <a:fillRect/>
                </a:stretch>
              </p:blipFill>
              <p:spPr>
                <a:xfrm>
                  <a:off x="334671" y="3694145"/>
                  <a:ext cx="3816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44" name="Ink 43">
                  <a:extLst>
                    <a:ext uri="{FF2B5EF4-FFF2-40B4-BE49-F238E27FC236}">
                      <a16:creationId xmlns:a16="http://schemas.microsoft.com/office/drawing/2014/main" id="{22C58CE5-8D9C-E2D3-7D0A-BFE0B5ABA3B4}"/>
                    </a:ext>
                  </a:extLst>
                </p14:cNvPr>
                <p14:cNvContentPartPr/>
                <p14:nvPr/>
              </p14:nvContentPartPr>
              <p14:xfrm>
                <a:off x="349431" y="3677585"/>
                <a:ext cx="1066680" cy="168120"/>
              </p14:xfrm>
            </p:contentPart>
          </mc:Choice>
          <mc:Fallback xmlns="">
            <p:pic>
              <p:nvPicPr>
                <p:cNvPr id="44" name="Ink 43">
                  <a:extLst>
                    <a:ext uri="{FF2B5EF4-FFF2-40B4-BE49-F238E27FC236}">
                      <a16:creationId xmlns:a16="http://schemas.microsoft.com/office/drawing/2014/main" id="{22C58CE5-8D9C-E2D3-7D0A-BFE0B5ABA3B4}"/>
                    </a:ext>
                  </a:extLst>
                </p:cNvPr>
                <p:cNvPicPr/>
                <p:nvPr/>
              </p:nvPicPr>
              <p:blipFill>
                <a:blip r:embed="rId252"/>
                <a:stretch>
                  <a:fillRect/>
                </a:stretch>
              </p:blipFill>
              <p:spPr>
                <a:xfrm>
                  <a:off x="340791" y="3668945"/>
                  <a:ext cx="10843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45" name="Ink 44">
                  <a:extLst>
                    <a:ext uri="{FF2B5EF4-FFF2-40B4-BE49-F238E27FC236}">
                      <a16:creationId xmlns:a16="http://schemas.microsoft.com/office/drawing/2014/main" id="{FCEAB285-5B7A-A00E-9CF1-7EDF78157AB0}"/>
                    </a:ext>
                  </a:extLst>
                </p14:cNvPr>
                <p14:cNvContentPartPr/>
                <p14:nvPr/>
              </p14:nvContentPartPr>
              <p14:xfrm>
                <a:off x="1272831" y="3733025"/>
                <a:ext cx="75960" cy="56160"/>
              </p14:xfrm>
            </p:contentPart>
          </mc:Choice>
          <mc:Fallback xmlns="">
            <p:pic>
              <p:nvPicPr>
                <p:cNvPr id="45" name="Ink 44">
                  <a:extLst>
                    <a:ext uri="{FF2B5EF4-FFF2-40B4-BE49-F238E27FC236}">
                      <a16:creationId xmlns:a16="http://schemas.microsoft.com/office/drawing/2014/main" id="{FCEAB285-5B7A-A00E-9CF1-7EDF78157AB0}"/>
                    </a:ext>
                  </a:extLst>
                </p:cNvPr>
                <p:cNvPicPr/>
                <p:nvPr/>
              </p:nvPicPr>
              <p:blipFill>
                <a:blip r:embed="rId254"/>
                <a:stretch>
                  <a:fillRect/>
                </a:stretch>
              </p:blipFill>
              <p:spPr>
                <a:xfrm>
                  <a:off x="1263831" y="3724025"/>
                  <a:ext cx="9360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46" name="Ink 45">
                  <a:extLst>
                    <a:ext uri="{FF2B5EF4-FFF2-40B4-BE49-F238E27FC236}">
                      <a16:creationId xmlns:a16="http://schemas.microsoft.com/office/drawing/2014/main" id="{0BA93000-5218-8D80-2594-200F61656B16}"/>
                    </a:ext>
                  </a:extLst>
                </p14:cNvPr>
                <p14:cNvContentPartPr/>
                <p14:nvPr/>
              </p14:nvContentPartPr>
              <p14:xfrm>
                <a:off x="1282911" y="3768305"/>
                <a:ext cx="24840" cy="29880"/>
              </p14:xfrm>
            </p:contentPart>
          </mc:Choice>
          <mc:Fallback xmlns="">
            <p:pic>
              <p:nvPicPr>
                <p:cNvPr id="46" name="Ink 45">
                  <a:extLst>
                    <a:ext uri="{FF2B5EF4-FFF2-40B4-BE49-F238E27FC236}">
                      <a16:creationId xmlns:a16="http://schemas.microsoft.com/office/drawing/2014/main" id="{0BA93000-5218-8D80-2594-200F61656B16}"/>
                    </a:ext>
                  </a:extLst>
                </p:cNvPr>
                <p:cNvPicPr/>
                <p:nvPr/>
              </p:nvPicPr>
              <p:blipFill>
                <a:blip r:embed="rId256"/>
                <a:stretch>
                  <a:fillRect/>
                </a:stretch>
              </p:blipFill>
              <p:spPr>
                <a:xfrm>
                  <a:off x="1274271" y="3759665"/>
                  <a:ext cx="424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48" name="Ink 47">
                  <a:extLst>
                    <a:ext uri="{FF2B5EF4-FFF2-40B4-BE49-F238E27FC236}">
                      <a16:creationId xmlns:a16="http://schemas.microsoft.com/office/drawing/2014/main" id="{4E7829BA-7AD6-0426-DDBE-EF9C9BBF0546}"/>
                    </a:ext>
                  </a:extLst>
                </p14:cNvPr>
                <p14:cNvContentPartPr/>
                <p14:nvPr/>
              </p14:nvContentPartPr>
              <p14:xfrm>
                <a:off x="414231" y="4021025"/>
                <a:ext cx="965520" cy="15840"/>
              </p14:xfrm>
            </p:contentPart>
          </mc:Choice>
          <mc:Fallback xmlns="">
            <p:pic>
              <p:nvPicPr>
                <p:cNvPr id="48" name="Ink 47">
                  <a:extLst>
                    <a:ext uri="{FF2B5EF4-FFF2-40B4-BE49-F238E27FC236}">
                      <a16:creationId xmlns:a16="http://schemas.microsoft.com/office/drawing/2014/main" id="{4E7829BA-7AD6-0426-DDBE-EF9C9BBF0546}"/>
                    </a:ext>
                  </a:extLst>
                </p:cNvPr>
                <p:cNvPicPr/>
                <p:nvPr/>
              </p:nvPicPr>
              <p:blipFill>
                <a:blip r:embed="rId258"/>
                <a:stretch>
                  <a:fillRect/>
                </a:stretch>
              </p:blipFill>
              <p:spPr>
                <a:xfrm>
                  <a:off x="405231" y="4012385"/>
                  <a:ext cx="98316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49" name="Ink 48">
                  <a:extLst>
                    <a:ext uri="{FF2B5EF4-FFF2-40B4-BE49-F238E27FC236}">
                      <a16:creationId xmlns:a16="http://schemas.microsoft.com/office/drawing/2014/main" id="{EB9957F9-77C1-BAD6-35A1-CD9F76815097}"/>
                    </a:ext>
                  </a:extLst>
                </p14:cNvPr>
                <p14:cNvContentPartPr/>
                <p14:nvPr/>
              </p14:nvContentPartPr>
              <p14:xfrm>
                <a:off x="479391" y="4168265"/>
                <a:ext cx="1019880" cy="15120"/>
              </p14:xfrm>
            </p:contentPart>
          </mc:Choice>
          <mc:Fallback xmlns="">
            <p:pic>
              <p:nvPicPr>
                <p:cNvPr id="49" name="Ink 48">
                  <a:extLst>
                    <a:ext uri="{FF2B5EF4-FFF2-40B4-BE49-F238E27FC236}">
                      <a16:creationId xmlns:a16="http://schemas.microsoft.com/office/drawing/2014/main" id="{EB9957F9-77C1-BAD6-35A1-CD9F76815097}"/>
                    </a:ext>
                  </a:extLst>
                </p:cNvPr>
                <p:cNvPicPr/>
                <p:nvPr/>
              </p:nvPicPr>
              <p:blipFill>
                <a:blip r:embed="rId260"/>
                <a:stretch>
                  <a:fillRect/>
                </a:stretch>
              </p:blipFill>
              <p:spPr>
                <a:xfrm>
                  <a:off x="470391" y="4159265"/>
                  <a:ext cx="103752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50" name="Ink 49">
                  <a:extLst>
                    <a:ext uri="{FF2B5EF4-FFF2-40B4-BE49-F238E27FC236}">
                      <a16:creationId xmlns:a16="http://schemas.microsoft.com/office/drawing/2014/main" id="{873026F3-7F90-048D-A6C3-96B0D6335BDA}"/>
                    </a:ext>
                  </a:extLst>
                </p14:cNvPr>
                <p14:cNvContentPartPr/>
                <p14:nvPr/>
              </p14:nvContentPartPr>
              <p14:xfrm>
                <a:off x="691791" y="3894665"/>
                <a:ext cx="3600" cy="86040"/>
              </p14:xfrm>
            </p:contentPart>
          </mc:Choice>
          <mc:Fallback xmlns="">
            <p:pic>
              <p:nvPicPr>
                <p:cNvPr id="50" name="Ink 49">
                  <a:extLst>
                    <a:ext uri="{FF2B5EF4-FFF2-40B4-BE49-F238E27FC236}">
                      <a16:creationId xmlns:a16="http://schemas.microsoft.com/office/drawing/2014/main" id="{873026F3-7F90-048D-A6C3-96B0D6335BDA}"/>
                    </a:ext>
                  </a:extLst>
                </p:cNvPr>
                <p:cNvPicPr/>
                <p:nvPr/>
              </p:nvPicPr>
              <p:blipFill>
                <a:blip r:embed="rId262"/>
                <a:stretch>
                  <a:fillRect/>
                </a:stretch>
              </p:blipFill>
              <p:spPr>
                <a:xfrm>
                  <a:off x="683151" y="3886025"/>
                  <a:ext cx="2124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51" name="Ink 50">
                  <a:extLst>
                    <a:ext uri="{FF2B5EF4-FFF2-40B4-BE49-F238E27FC236}">
                      <a16:creationId xmlns:a16="http://schemas.microsoft.com/office/drawing/2014/main" id="{544485E4-66CD-D357-AFC5-7D6D44C715A5}"/>
                    </a:ext>
                  </a:extLst>
                </p14:cNvPr>
                <p14:cNvContentPartPr/>
                <p14:nvPr/>
              </p14:nvContentPartPr>
              <p14:xfrm>
                <a:off x="685311" y="3879545"/>
                <a:ext cx="441360" cy="92880"/>
              </p14:xfrm>
            </p:contentPart>
          </mc:Choice>
          <mc:Fallback xmlns="">
            <p:pic>
              <p:nvPicPr>
                <p:cNvPr id="51" name="Ink 50">
                  <a:extLst>
                    <a:ext uri="{FF2B5EF4-FFF2-40B4-BE49-F238E27FC236}">
                      <a16:creationId xmlns:a16="http://schemas.microsoft.com/office/drawing/2014/main" id="{544485E4-66CD-D357-AFC5-7D6D44C715A5}"/>
                    </a:ext>
                  </a:extLst>
                </p:cNvPr>
                <p:cNvPicPr/>
                <p:nvPr/>
              </p:nvPicPr>
              <p:blipFill>
                <a:blip r:embed="rId264"/>
                <a:stretch>
                  <a:fillRect/>
                </a:stretch>
              </p:blipFill>
              <p:spPr>
                <a:xfrm>
                  <a:off x="676311" y="3870905"/>
                  <a:ext cx="4590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52" name="Ink 51">
                  <a:extLst>
                    <a:ext uri="{FF2B5EF4-FFF2-40B4-BE49-F238E27FC236}">
                      <a16:creationId xmlns:a16="http://schemas.microsoft.com/office/drawing/2014/main" id="{15600423-E27D-BB70-5CC2-CBC763C2F55A}"/>
                    </a:ext>
                  </a:extLst>
                </p14:cNvPr>
                <p14:cNvContentPartPr/>
                <p14:nvPr/>
              </p14:nvContentPartPr>
              <p14:xfrm>
                <a:off x="747591" y="4051625"/>
                <a:ext cx="360" cy="96120"/>
              </p14:xfrm>
            </p:contentPart>
          </mc:Choice>
          <mc:Fallback xmlns="">
            <p:pic>
              <p:nvPicPr>
                <p:cNvPr id="52" name="Ink 51">
                  <a:extLst>
                    <a:ext uri="{FF2B5EF4-FFF2-40B4-BE49-F238E27FC236}">
                      <a16:creationId xmlns:a16="http://schemas.microsoft.com/office/drawing/2014/main" id="{15600423-E27D-BB70-5CC2-CBC763C2F55A}"/>
                    </a:ext>
                  </a:extLst>
                </p:cNvPr>
                <p:cNvPicPr/>
                <p:nvPr/>
              </p:nvPicPr>
              <p:blipFill>
                <a:blip r:embed="rId266"/>
                <a:stretch>
                  <a:fillRect/>
                </a:stretch>
              </p:blipFill>
              <p:spPr>
                <a:xfrm>
                  <a:off x="738591" y="4042625"/>
                  <a:ext cx="1800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53" name="Ink 52">
                  <a:extLst>
                    <a:ext uri="{FF2B5EF4-FFF2-40B4-BE49-F238E27FC236}">
                      <a16:creationId xmlns:a16="http://schemas.microsoft.com/office/drawing/2014/main" id="{8820C060-6CDC-A8A9-9801-A069896A8236}"/>
                    </a:ext>
                  </a:extLst>
                </p14:cNvPr>
                <p14:cNvContentPartPr/>
                <p14:nvPr/>
              </p14:nvContentPartPr>
              <p14:xfrm>
                <a:off x="701871" y="4071785"/>
                <a:ext cx="494640" cy="86040"/>
              </p14:xfrm>
            </p:contentPart>
          </mc:Choice>
          <mc:Fallback xmlns="">
            <p:pic>
              <p:nvPicPr>
                <p:cNvPr id="53" name="Ink 52">
                  <a:extLst>
                    <a:ext uri="{FF2B5EF4-FFF2-40B4-BE49-F238E27FC236}">
                      <a16:creationId xmlns:a16="http://schemas.microsoft.com/office/drawing/2014/main" id="{8820C060-6CDC-A8A9-9801-A069896A8236}"/>
                    </a:ext>
                  </a:extLst>
                </p:cNvPr>
                <p:cNvPicPr/>
                <p:nvPr/>
              </p:nvPicPr>
              <p:blipFill>
                <a:blip r:embed="rId268"/>
                <a:stretch>
                  <a:fillRect/>
                </a:stretch>
              </p:blipFill>
              <p:spPr>
                <a:xfrm>
                  <a:off x="693231" y="4062785"/>
                  <a:ext cx="51228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54" name="Ink 53">
                  <a:extLst>
                    <a:ext uri="{FF2B5EF4-FFF2-40B4-BE49-F238E27FC236}">
                      <a16:creationId xmlns:a16="http://schemas.microsoft.com/office/drawing/2014/main" id="{4AA896FD-D44F-3AB0-0F86-093AD1DB30A3}"/>
                    </a:ext>
                  </a:extLst>
                </p14:cNvPr>
                <p14:cNvContentPartPr/>
                <p14:nvPr/>
              </p14:nvContentPartPr>
              <p14:xfrm>
                <a:off x="762711" y="4246385"/>
                <a:ext cx="15840" cy="63000"/>
              </p14:xfrm>
            </p:contentPart>
          </mc:Choice>
          <mc:Fallback xmlns="">
            <p:pic>
              <p:nvPicPr>
                <p:cNvPr id="54" name="Ink 53">
                  <a:extLst>
                    <a:ext uri="{FF2B5EF4-FFF2-40B4-BE49-F238E27FC236}">
                      <a16:creationId xmlns:a16="http://schemas.microsoft.com/office/drawing/2014/main" id="{4AA896FD-D44F-3AB0-0F86-093AD1DB30A3}"/>
                    </a:ext>
                  </a:extLst>
                </p:cNvPr>
                <p:cNvPicPr/>
                <p:nvPr/>
              </p:nvPicPr>
              <p:blipFill>
                <a:blip r:embed="rId270"/>
                <a:stretch>
                  <a:fillRect/>
                </a:stretch>
              </p:blipFill>
              <p:spPr>
                <a:xfrm>
                  <a:off x="753711" y="4237385"/>
                  <a:ext cx="3348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55" name="Ink 54">
                  <a:extLst>
                    <a:ext uri="{FF2B5EF4-FFF2-40B4-BE49-F238E27FC236}">
                      <a16:creationId xmlns:a16="http://schemas.microsoft.com/office/drawing/2014/main" id="{DC8D7172-B71E-601D-61AC-9AF764C8ABE5}"/>
                    </a:ext>
                  </a:extLst>
                </p14:cNvPr>
                <p14:cNvContentPartPr/>
                <p14:nvPr/>
              </p14:nvContentPartPr>
              <p14:xfrm>
                <a:off x="643191" y="4223345"/>
                <a:ext cx="553680" cy="113040"/>
              </p14:xfrm>
            </p:contentPart>
          </mc:Choice>
          <mc:Fallback xmlns="">
            <p:pic>
              <p:nvPicPr>
                <p:cNvPr id="55" name="Ink 54">
                  <a:extLst>
                    <a:ext uri="{FF2B5EF4-FFF2-40B4-BE49-F238E27FC236}">
                      <a16:creationId xmlns:a16="http://schemas.microsoft.com/office/drawing/2014/main" id="{DC8D7172-B71E-601D-61AC-9AF764C8ABE5}"/>
                    </a:ext>
                  </a:extLst>
                </p:cNvPr>
                <p:cNvPicPr/>
                <p:nvPr/>
              </p:nvPicPr>
              <p:blipFill>
                <a:blip r:embed="rId272"/>
                <a:stretch>
                  <a:fillRect/>
                </a:stretch>
              </p:blipFill>
              <p:spPr>
                <a:xfrm>
                  <a:off x="634191" y="4214705"/>
                  <a:ext cx="57132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57" name="Ink 56">
                  <a:extLst>
                    <a:ext uri="{FF2B5EF4-FFF2-40B4-BE49-F238E27FC236}">
                      <a16:creationId xmlns:a16="http://schemas.microsoft.com/office/drawing/2014/main" id="{52D44830-3DCA-F898-8F03-EEC22FBB2AA8}"/>
                    </a:ext>
                  </a:extLst>
                </p14:cNvPr>
                <p14:cNvContentPartPr/>
                <p14:nvPr/>
              </p14:nvContentPartPr>
              <p14:xfrm>
                <a:off x="1010031" y="3915905"/>
                <a:ext cx="9720" cy="58320"/>
              </p14:xfrm>
            </p:contentPart>
          </mc:Choice>
          <mc:Fallback xmlns="">
            <p:pic>
              <p:nvPicPr>
                <p:cNvPr id="57" name="Ink 56">
                  <a:extLst>
                    <a:ext uri="{FF2B5EF4-FFF2-40B4-BE49-F238E27FC236}">
                      <a16:creationId xmlns:a16="http://schemas.microsoft.com/office/drawing/2014/main" id="{52D44830-3DCA-F898-8F03-EEC22FBB2AA8}"/>
                    </a:ext>
                  </a:extLst>
                </p:cNvPr>
                <p:cNvPicPr/>
                <p:nvPr/>
              </p:nvPicPr>
              <p:blipFill>
                <a:blip r:embed="rId274"/>
                <a:stretch>
                  <a:fillRect/>
                </a:stretch>
              </p:blipFill>
              <p:spPr>
                <a:xfrm>
                  <a:off x="1001391" y="3906905"/>
                  <a:ext cx="2736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58" name="Ink 57">
                  <a:extLst>
                    <a:ext uri="{FF2B5EF4-FFF2-40B4-BE49-F238E27FC236}">
                      <a16:creationId xmlns:a16="http://schemas.microsoft.com/office/drawing/2014/main" id="{0DFEC30F-C0AE-7540-372D-D4D72BCF73B9}"/>
                    </a:ext>
                  </a:extLst>
                </p14:cNvPr>
                <p14:cNvContentPartPr/>
                <p14:nvPr/>
              </p14:nvContentPartPr>
              <p14:xfrm>
                <a:off x="1020471" y="4137305"/>
                <a:ext cx="5400" cy="50400"/>
              </p14:xfrm>
            </p:contentPart>
          </mc:Choice>
          <mc:Fallback xmlns="">
            <p:pic>
              <p:nvPicPr>
                <p:cNvPr id="58" name="Ink 57">
                  <a:extLst>
                    <a:ext uri="{FF2B5EF4-FFF2-40B4-BE49-F238E27FC236}">
                      <a16:creationId xmlns:a16="http://schemas.microsoft.com/office/drawing/2014/main" id="{0DFEC30F-C0AE-7540-372D-D4D72BCF73B9}"/>
                    </a:ext>
                  </a:extLst>
                </p:cNvPr>
                <p:cNvPicPr/>
                <p:nvPr/>
              </p:nvPicPr>
              <p:blipFill>
                <a:blip r:embed="rId276"/>
                <a:stretch>
                  <a:fillRect/>
                </a:stretch>
              </p:blipFill>
              <p:spPr>
                <a:xfrm>
                  <a:off x="1011471" y="4128665"/>
                  <a:ext cx="230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59" name="Ink 58">
                  <a:extLst>
                    <a:ext uri="{FF2B5EF4-FFF2-40B4-BE49-F238E27FC236}">
                      <a16:creationId xmlns:a16="http://schemas.microsoft.com/office/drawing/2014/main" id="{B48374CD-B205-0C19-0E3D-C2440DE7563A}"/>
                    </a:ext>
                  </a:extLst>
                </p14:cNvPr>
                <p14:cNvContentPartPr/>
                <p14:nvPr/>
              </p14:nvContentPartPr>
              <p14:xfrm>
                <a:off x="1045671" y="4222625"/>
                <a:ext cx="10440" cy="30240"/>
              </p14:xfrm>
            </p:contentPart>
          </mc:Choice>
          <mc:Fallback xmlns="">
            <p:pic>
              <p:nvPicPr>
                <p:cNvPr id="59" name="Ink 58">
                  <a:extLst>
                    <a:ext uri="{FF2B5EF4-FFF2-40B4-BE49-F238E27FC236}">
                      <a16:creationId xmlns:a16="http://schemas.microsoft.com/office/drawing/2014/main" id="{B48374CD-B205-0C19-0E3D-C2440DE7563A}"/>
                    </a:ext>
                  </a:extLst>
                </p:cNvPr>
                <p:cNvPicPr/>
                <p:nvPr/>
              </p:nvPicPr>
              <p:blipFill>
                <a:blip r:embed="rId278"/>
                <a:stretch>
                  <a:fillRect/>
                </a:stretch>
              </p:blipFill>
              <p:spPr>
                <a:xfrm>
                  <a:off x="1036671" y="4213625"/>
                  <a:ext cx="2808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61" name="Ink 60">
                  <a:extLst>
                    <a:ext uri="{FF2B5EF4-FFF2-40B4-BE49-F238E27FC236}">
                      <a16:creationId xmlns:a16="http://schemas.microsoft.com/office/drawing/2014/main" id="{7CABAC8E-BB6E-1549-29D8-6A352515A204}"/>
                    </a:ext>
                  </a:extLst>
                </p14:cNvPr>
                <p14:cNvContentPartPr/>
                <p14:nvPr/>
              </p14:nvContentPartPr>
              <p14:xfrm>
                <a:off x="1384071" y="3727985"/>
                <a:ext cx="872280" cy="30240"/>
              </p14:xfrm>
            </p:contentPart>
          </mc:Choice>
          <mc:Fallback xmlns="">
            <p:pic>
              <p:nvPicPr>
                <p:cNvPr id="61" name="Ink 60">
                  <a:extLst>
                    <a:ext uri="{FF2B5EF4-FFF2-40B4-BE49-F238E27FC236}">
                      <a16:creationId xmlns:a16="http://schemas.microsoft.com/office/drawing/2014/main" id="{7CABAC8E-BB6E-1549-29D8-6A352515A204}"/>
                    </a:ext>
                  </a:extLst>
                </p:cNvPr>
                <p:cNvPicPr/>
                <p:nvPr/>
              </p:nvPicPr>
              <p:blipFill>
                <a:blip r:embed="rId280"/>
                <a:stretch>
                  <a:fillRect/>
                </a:stretch>
              </p:blipFill>
              <p:spPr>
                <a:xfrm>
                  <a:off x="1375431" y="3719345"/>
                  <a:ext cx="88992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62" name="Ink 61">
                  <a:extLst>
                    <a:ext uri="{FF2B5EF4-FFF2-40B4-BE49-F238E27FC236}">
                      <a16:creationId xmlns:a16="http://schemas.microsoft.com/office/drawing/2014/main" id="{390D4206-5B9A-8093-0132-168F051CC0E6}"/>
                    </a:ext>
                  </a:extLst>
                </p14:cNvPr>
                <p14:cNvContentPartPr/>
                <p14:nvPr/>
              </p14:nvContentPartPr>
              <p14:xfrm>
                <a:off x="2146551" y="3672185"/>
                <a:ext cx="105480" cy="125640"/>
              </p14:xfrm>
            </p:contentPart>
          </mc:Choice>
          <mc:Fallback xmlns="">
            <p:pic>
              <p:nvPicPr>
                <p:cNvPr id="62" name="Ink 61">
                  <a:extLst>
                    <a:ext uri="{FF2B5EF4-FFF2-40B4-BE49-F238E27FC236}">
                      <a16:creationId xmlns:a16="http://schemas.microsoft.com/office/drawing/2014/main" id="{390D4206-5B9A-8093-0132-168F051CC0E6}"/>
                    </a:ext>
                  </a:extLst>
                </p:cNvPr>
                <p:cNvPicPr/>
                <p:nvPr/>
              </p:nvPicPr>
              <p:blipFill>
                <a:blip r:embed="rId282"/>
                <a:stretch>
                  <a:fillRect/>
                </a:stretch>
              </p:blipFill>
              <p:spPr>
                <a:xfrm>
                  <a:off x="2137551" y="3663545"/>
                  <a:ext cx="12312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64" name="Ink 63">
                  <a:extLst>
                    <a:ext uri="{FF2B5EF4-FFF2-40B4-BE49-F238E27FC236}">
                      <a16:creationId xmlns:a16="http://schemas.microsoft.com/office/drawing/2014/main" id="{59B3E8A3-05F5-6A80-6619-61BD88B82000}"/>
                    </a:ext>
                  </a:extLst>
                </p14:cNvPr>
                <p14:cNvContentPartPr/>
                <p14:nvPr/>
              </p14:nvContentPartPr>
              <p14:xfrm>
                <a:off x="1070871" y="3915185"/>
                <a:ext cx="1079280" cy="498240"/>
              </p14:xfrm>
            </p:contentPart>
          </mc:Choice>
          <mc:Fallback xmlns="">
            <p:pic>
              <p:nvPicPr>
                <p:cNvPr id="64" name="Ink 63">
                  <a:extLst>
                    <a:ext uri="{FF2B5EF4-FFF2-40B4-BE49-F238E27FC236}">
                      <a16:creationId xmlns:a16="http://schemas.microsoft.com/office/drawing/2014/main" id="{59B3E8A3-05F5-6A80-6619-61BD88B82000}"/>
                    </a:ext>
                  </a:extLst>
                </p:cNvPr>
                <p:cNvPicPr/>
                <p:nvPr/>
              </p:nvPicPr>
              <p:blipFill>
                <a:blip r:embed="rId284"/>
                <a:stretch>
                  <a:fillRect/>
                </a:stretch>
              </p:blipFill>
              <p:spPr>
                <a:xfrm>
                  <a:off x="1061871" y="3906185"/>
                  <a:ext cx="1096920" cy="51588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65" name="Ink 64">
                  <a:extLst>
                    <a:ext uri="{FF2B5EF4-FFF2-40B4-BE49-F238E27FC236}">
                      <a16:creationId xmlns:a16="http://schemas.microsoft.com/office/drawing/2014/main" id="{89CBE822-2172-AC31-5E0D-19E8DFE7C565}"/>
                    </a:ext>
                  </a:extLst>
                </p14:cNvPr>
                <p14:cNvContentPartPr/>
                <p14:nvPr/>
              </p14:nvContentPartPr>
              <p14:xfrm>
                <a:off x="2068431" y="4329545"/>
                <a:ext cx="104400" cy="165240"/>
              </p14:xfrm>
            </p:contentPart>
          </mc:Choice>
          <mc:Fallback xmlns="">
            <p:pic>
              <p:nvPicPr>
                <p:cNvPr id="65" name="Ink 64">
                  <a:extLst>
                    <a:ext uri="{FF2B5EF4-FFF2-40B4-BE49-F238E27FC236}">
                      <a16:creationId xmlns:a16="http://schemas.microsoft.com/office/drawing/2014/main" id="{89CBE822-2172-AC31-5E0D-19E8DFE7C565}"/>
                    </a:ext>
                  </a:extLst>
                </p:cNvPr>
                <p:cNvPicPr/>
                <p:nvPr/>
              </p:nvPicPr>
              <p:blipFill>
                <a:blip r:embed="rId286"/>
                <a:stretch>
                  <a:fillRect/>
                </a:stretch>
              </p:blipFill>
              <p:spPr>
                <a:xfrm>
                  <a:off x="2059431" y="4320905"/>
                  <a:ext cx="12204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75" name="Ink 174">
                  <a:extLst>
                    <a:ext uri="{FF2B5EF4-FFF2-40B4-BE49-F238E27FC236}">
                      <a16:creationId xmlns:a16="http://schemas.microsoft.com/office/drawing/2014/main" id="{B74A6662-DD00-A7A2-395C-4555FCAAF141}"/>
                    </a:ext>
                  </a:extLst>
                </p14:cNvPr>
                <p14:cNvContentPartPr/>
                <p14:nvPr/>
              </p14:nvContentPartPr>
              <p14:xfrm>
                <a:off x="3364431" y="3813665"/>
                <a:ext cx="116640" cy="15840"/>
              </p14:xfrm>
            </p:contentPart>
          </mc:Choice>
          <mc:Fallback xmlns="">
            <p:pic>
              <p:nvPicPr>
                <p:cNvPr id="175" name="Ink 174">
                  <a:extLst>
                    <a:ext uri="{FF2B5EF4-FFF2-40B4-BE49-F238E27FC236}">
                      <a16:creationId xmlns:a16="http://schemas.microsoft.com/office/drawing/2014/main" id="{B74A6662-DD00-A7A2-395C-4555FCAAF141}"/>
                    </a:ext>
                  </a:extLst>
                </p:cNvPr>
                <p:cNvPicPr/>
                <p:nvPr/>
              </p:nvPicPr>
              <p:blipFill>
                <a:blip r:embed="rId288"/>
                <a:stretch>
                  <a:fillRect/>
                </a:stretch>
              </p:blipFill>
              <p:spPr>
                <a:xfrm>
                  <a:off x="3355431" y="3805025"/>
                  <a:ext cx="13428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76" name="Ink 175">
                  <a:extLst>
                    <a:ext uri="{FF2B5EF4-FFF2-40B4-BE49-F238E27FC236}">
                      <a16:creationId xmlns:a16="http://schemas.microsoft.com/office/drawing/2014/main" id="{DD2131AA-AE1B-F8EA-14D1-FA46A8247B6D}"/>
                    </a:ext>
                  </a:extLst>
                </p14:cNvPr>
                <p14:cNvContentPartPr/>
                <p14:nvPr/>
              </p14:nvContentPartPr>
              <p14:xfrm>
                <a:off x="3422031" y="3767225"/>
                <a:ext cx="8280" cy="92520"/>
              </p14:xfrm>
            </p:contentPart>
          </mc:Choice>
          <mc:Fallback xmlns="">
            <p:pic>
              <p:nvPicPr>
                <p:cNvPr id="176" name="Ink 175">
                  <a:extLst>
                    <a:ext uri="{FF2B5EF4-FFF2-40B4-BE49-F238E27FC236}">
                      <a16:creationId xmlns:a16="http://schemas.microsoft.com/office/drawing/2014/main" id="{DD2131AA-AE1B-F8EA-14D1-FA46A8247B6D}"/>
                    </a:ext>
                  </a:extLst>
                </p:cNvPr>
                <p:cNvPicPr/>
                <p:nvPr/>
              </p:nvPicPr>
              <p:blipFill>
                <a:blip r:embed="rId290"/>
                <a:stretch>
                  <a:fillRect/>
                </a:stretch>
              </p:blipFill>
              <p:spPr>
                <a:xfrm>
                  <a:off x="3413391" y="3758585"/>
                  <a:ext cx="259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77" name="Ink 176">
                  <a:extLst>
                    <a:ext uri="{FF2B5EF4-FFF2-40B4-BE49-F238E27FC236}">
                      <a16:creationId xmlns:a16="http://schemas.microsoft.com/office/drawing/2014/main" id="{E5EFCF3A-0929-D5E9-7D5D-F0411645C119}"/>
                    </a:ext>
                  </a:extLst>
                </p14:cNvPr>
                <p14:cNvContentPartPr/>
                <p14:nvPr/>
              </p14:nvContentPartPr>
              <p14:xfrm>
                <a:off x="3434631" y="3783785"/>
                <a:ext cx="15840" cy="46800"/>
              </p14:xfrm>
            </p:contentPart>
          </mc:Choice>
          <mc:Fallback xmlns="">
            <p:pic>
              <p:nvPicPr>
                <p:cNvPr id="177" name="Ink 176">
                  <a:extLst>
                    <a:ext uri="{FF2B5EF4-FFF2-40B4-BE49-F238E27FC236}">
                      <a16:creationId xmlns:a16="http://schemas.microsoft.com/office/drawing/2014/main" id="{E5EFCF3A-0929-D5E9-7D5D-F0411645C119}"/>
                    </a:ext>
                  </a:extLst>
                </p:cNvPr>
                <p:cNvPicPr/>
                <p:nvPr/>
              </p:nvPicPr>
              <p:blipFill>
                <a:blip r:embed="rId292"/>
                <a:stretch>
                  <a:fillRect/>
                </a:stretch>
              </p:blipFill>
              <p:spPr>
                <a:xfrm>
                  <a:off x="3425991" y="3774785"/>
                  <a:ext cx="334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78" name="Ink 177">
                  <a:extLst>
                    <a:ext uri="{FF2B5EF4-FFF2-40B4-BE49-F238E27FC236}">
                      <a16:creationId xmlns:a16="http://schemas.microsoft.com/office/drawing/2014/main" id="{29024236-E42E-7B43-839E-4B7AA99F6641}"/>
                    </a:ext>
                  </a:extLst>
                </p14:cNvPr>
                <p14:cNvContentPartPr/>
                <p14:nvPr/>
              </p14:nvContentPartPr>
              <p14:xfrm>
                <a:off x="3409791" y="3767225"/>
                <a:ext cx="78120" cy="74880"/>
              </p14:xfrm>
            </p:contentPart>
          </mc:Choice>
          <mc:Fallback xmlns="">
            <p:pic>
              <p:nvPicPr>
                <p:cNvPr id="178" name="Ink 177">
                  <a:extLst>
                    <a:ext uri="{FF2B5EF4-FFF2-40B4-BE49-F238E27FC236}">
                      <a16:creationId xmlns:a16="http://schemas.microsoft.com/office/drawing/2014/main" id="{29024236-E42E-7B43-839E-4B7AA99F6641}"/>
                    </a:ext>
                  </a:extLst>
                </p:cNvPr>
                <p:cNvPicPr/>
                <p:nvPr/>
              </p:nvPicPr>
              <p:blipFill>
                <a:blip r:embed="rId294"/>
                <a:stretch>
                  <a:fillRect/>
                </a:stretch>
              </p:blipFill>
              <p:spPr>
                <a:xfrm>
                  <a:off x="3401151" y="3758585"/>
                  <a:ext cx="957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84" name="Ink 183">
                  <a:extLst>
                    <a:ext uri="{FF2B5EF4-FFF2-40B4-BE49-F238E27FC236}">
                      <a16:creationId xmlns:a16="http://schemas.microsoft.com/office/drawing/2014/main" id="{9ADEA0A9-BFB2-23E7-FB35-3AAC91DB89C5}"/>
                    </a:ext>
                  </a:extLst>
                </p14:cNvPr>
                <p14:cNvContentPartPr/>
                <p14:nvPr/>
              </p14:nvContentPartPr>
              <p14:xfrm>
                <a:off x="3682671" y="3753905"/>
                <a:ext cx="15840" cy="123480"/>
              </p14:xfrm>
            </p:contentPart>
          </mc:Choice>
          <mc:Fallback xmlns="">
            <p:pic>
              <p:nvPicPr>
                <p:cNvPr id="184" name="Ink 183">
                  <a:extLst>
                    <a:ext uri="{FF2B5EF4-FFF2-40B4-BE49-F238E27FC236}">
                      <a16:creationId xmlns:a16="http://schemas.microsoft.com/office/drawing/2014/main" id="{9ADEA0A9-BFB2-23E7-FB35-3AAC91DB89C5}"/>
                    </a:ext>
                  </a:extLst>
                </p:cNvPr>
                <p:cNvPicPr/>
                <p:nvPr/>
              </p:nvPicPr>
              <p:blipFill>
                <a:blip r:embed="rId296"/>
                <a:stretch>
                  <a:fillRect/>
                </a:stretch>
              </p:blipFill>
              <p:spPr>
                <a:xfrm>
                  <a:off x="3673671" y="3744905"/>
                  <a:ext cx="3348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85" name="Ink 184">
                  <a:extLst>
                    <a:ext uri="{FF2B5EF4-FFF2-40B4-BE49-F238E27FC236}">
                      <a16:creationId xmlns:a16="http://schemas.microsoft.com/office/drawing/2014/main" id="{C1B42F66-7609-FC59-908D-493625DF9711}"/>
                    </a:ext>
                  </a:extLst>
                </p14:cNvPr>
                <p14:cNvContentPartPr/>
                <p14:nvPr/>
              </p14:nvContentPartPr>
              <p14:xfrm>
                <a:off x="3621471" y="3799625"/>
                <a:ext cx="165240" cy="29880"/>
              </p14:xfrm>
            </p:contentPart>
          </mc:Choice>
          <mc:Fallback xmlns="">
            <p:pic>
              <p:nvPicPr>
                <p:cNvPr id="185" name="Ink 184">
                  <a:extLst>
                    <a:ext uri="{FF2B5EF4-FFF2-40B4-BE49-F238E27FC236}">
                      <a16:creationId xmlns:a16="http://schemas.microsoft.com/office/drawing/2014/main" id="{C1B42F66-7609-FC59-908D-493625DF9711}"/>
                    </a:ext>
                  </a:extLst>
                </p:cNvPr>
                <p:cNvPicPr/>
                <p:nvPr/>
              </p:nvPicPr>
              <p:blipFill>
                <a:blip r:embed="rId298"/>
                <a:stretch>
                  <a:fillRect/>
                </a:stretch>
              </p:blipFill>
              <p:spPr>
                <a:xfrm>
                  <a:off x="3612471" y="3790985"/>
                  <a:ext cx="18288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86" name="Ink 185">
                  <a:extLst>
                    <a:ext uri="{FF2B5EF4-FFF2-40B4-BE49-F238E27FC236}">
                      <a16:creationId xmlns:a16="http://schemas.microsoft.com/office/drawing/2014/main" id="{FBAF874D-0CAA-E11C-EF70-FA0655BA4C92}"/>
                    </a:ext>
                  </a:extLst>
                </p14:cNvPr>
                <p14:cNvContentPartPr/>
                <p14:nvPr/>
              </p14:nvContentPartPr>
              <p14:xfrm>
                <a:off x="3657471" y="3763985"/>
                <a:ext cx="84240" cy="86040"/>
              </p14:xfrm>
            </p:contentPart>
          </mc:Choice>
          <mc:Fallback xmlns="">
            <p:pic>
              <p:nvPicPr>
                <p:cNvPr id="186" name="Ink 185">
                  <a:extLst>
                    <a:ext uri="{FF2B5EF4-FFF2-40B4-BE49-F238E27FC236}">
                      <a16:creationId xmlns:a16="http://schemas.microsoft.com/office/drawing/2014/main" id="{FBAF874D-0CAA-E11C-EF70-FA0655BA4C92}"/>
                    </a:ext>
                  </a:extLst>
                </p:cNvPr>
                <p:cNvPicPr/>
                <p:nvPr/>
              </p:nvPicPr>
              <p:blipFill>
                <a:blip r:embed="rId300"/>
                <a:stretch>
                  <a:fillRect/>
                </a:stretch>
              </p:blipFill>
              <p:spPr>
                <a:xfrm>
                  <a:off x="3648471" y="3755345"/>
                  <a:ext cx="10188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87" name="Ink 186">
                  <a:extLst>
                    <a:ext uri="{FF2B5EF4-FFF2-40B4-BE49-F238E27FC236}">
                      <a16:creationId xmlns:a16="http://schemas.microsoft.com/office/drawing/2014/main" id="{117311C8-ABE7-1ECE-4287-20A86F56727D}"/>
                    </a:ext>
                  </a:extLst>
                </p14:cNvPr>
                <p14:cNvContentPartPr/>
                <p14:nvPr/>
              </p14:nvContentPartPr>
              <p14:xfrm>
                <a:off x="3645591" y="3776585"/>
                <a:ext cx="114120" cy="122400"/>
              </p14:xfrm>
            </p:contentPart>
          </mc:Choice>
          <mc:Fallback xmlns="">
            <p:pic>
              <p:nvPicPr>
                <p:cNvPr id="187" name="Ink 186">
                  <a:extLst>
                    <a:ext uri="{FF2B5EF4-FFF2-40B4-BE49-F238E27FC236}">
                      <a16:creationId xmlns:a16="http://schemas.microsoft.com/office/drawing/2014/main" id="{117311C8-ABE7-1ECE-4287-20A86F56727D}"/>
                    </a:ext>
                  </a:extLst>
                </p:cNvPr>
                <p:cNvPicPr/>
                <p:nvPr/>
              </p:nvPicPr>
              <p:blipFill>
                <a:blip r:embed="rId302"/>
                <a:stretch>
                  <a:fillRect/>
                </a:stretch>
              </p:blipFill>
              <p:spPr>
                <a:xfrm>
                  <a:off x="3636951" y="3767585"/>
                  <a:ext cx="1317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79" name="Ink 178">
                  <a:extLst>
                    <a:ext uri="{FF2B5EF4-FFF2-40B4-BE49-F238E27FC236}">
                      <a16:creationId xmlns:a16="http://schemas.microsoft.com/office/drawing/2014/main" id="{FC83A983-FC2D-88ED-4136-7143B332EF8A}"/>
                    </a:ext>
                  </a:extLst>
                </p14:cNvPr>
                <p14:cNvContentPartPr/>
                <p14:nvPr/>
              </p14:nvContentPartPr>
              <p14:xfrm>
                <a:off x="3550911" y="4309385"/>
                <a:ext cx="10800" cy="191520"/>
              </p14:xfrm>
            </p:contentPart>
          </mc:Choice>
          <mc:Fallback xmlns="">
            <p:pic>
              <p:nvPicPr>
                <p:cNvPr id="179" name="Ink 178">
                  <a:extLst>
                    <a:ext uri="{FF2B5EF4-FFF2-40B4-BE49-F238E27FC236}">
                      <a16:creationId xmlns:a16="http://schemas.microsoft.com/office/drawing/2014/main" id="{FC83A983-FC2D-88ED-4136-7143B332EF8A}"/>
                    </a:ext>
                  </a:extLst>
                </p:cNvPr>
                <p:cNvPicPr/>
                <p:nvPr/>
              </p:nvPicPr>
              <p:blipFill>
                <a:blip r:embed="rId304"/>
                <a:stretch>
                  <a:fillRect/>
                </a:stretch>
              </p:blipFill>
              <p:spPr>
                <a:xfrm>
                  <a:off x="3542271" y="4300385"/>
                  <a:ext cx="284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180" name="Ink 179">
                  <a:extLst>
                    <a:ext uri="{FF2B5EF4-FFF2-40B4-BE49-F238E27FC236}">
                      <a16:creationId xmlns:a16="http://schemas.microsoft.com/office/drawing/2014/main" id="{1C7D4788-E318-B5A0-EA16-DC88FEBDD42E}"/>
                    </a:ext>
                  </a:extLst>
                </p14:cNvPr>
                <p14:cNvContentPartPr/>
                <p14:nvPr/>
              </p14:nvContentPartPr>
              <p14:xfrm>
                <a:off x="3521031" y="4394705"/>
                <a:ext cx="150480" cy="30960"/>
              </p14:xfrm>
            </p:contentPart>
          </mc:Choice>
          <mc:Fallback xmlns="">
            <p:pic>
              <p:nvPicPr>
                <p:cNvPr id="180" name="Ink 179">
                  <a:extLst>
                    <a:ext uri="{FF2B5EF4-FFF2-40B4-BE49-F238E27FC236}">
                      <a16:creationId xmlns:a16="http://schemas.microsoft.com/office/drawing/2014/main" id="{1C7D4788-E318-B5A0-EA16-DC88FEBDD42E}"/>
                    </a:ext>
                  </a:extLst>
                </p:cNvPr>
                <p:cNvPicPr/>
                <p:nvPr/>
              </p:nvPicPr>
              <p:blipFill>
                <a:blip r:embed="rId306"/>
                <a:stretch>
                  <a:fillRect/>
                </a:stretch>
              </p:blipFill>
              <p:spPr>
                <a:xfrm>
                  <a:off x="3512391" y="4385705"/>
                  <a:ext cx="1681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181" name="Ink 180">
                  <a:extLst>
                    <a:ext uri="{FF2B5EF4-FFF2-40B4-BE49-F238E27FC236}">
                      <a16:creationId xmlns:a16="http://schemas.microsoft.com/office/drawing/2014/main" id="{D6B96FA1-EDFF-8F24-DD11-C8B7315E9A3D}"/>
                    </a:ext>
                  </a:extLst>
                </p14:cNvPr>
                <p14:cNvContentPartPr/>
                <p14:nvPr/>
              </p14:nvContentPartPr>
              <p14:xfrm>
                <a:off x="3515991" y="4377065"/>
                <a:ext cx="116280" cy="103320"/>
              </p14:xfrm>
            </p:contentPart>
          </mc:Choice>
          <mc:Fallback xmlns="">
            <p:pic>
              <p:nvPicPr>
                <p:cNvPr id="181" name="Ink 180">
                  <a:extLst>
                    <a:ext uri="{FF2B5EF4-FFF2-40B4-BE49-F238E27FC236}">
                      <a16:creationId xmlns:a16="http://schemas.microsoft.com/office/drawing/2014/main" id="{D6B96FA1-EDFF-8F24-DD11-C8B7315E9A3D}"/>
                    </a:ext>
                  </a:extLst>
                </p:cNvPr>
                <p:cNvPicPr/>
                <p:nvPr/>
              </p:nvPicPr>
              <p:blipFill>
                <a:blip r:embed="rId308"/>
                <a:stretch>
                  <a:fillRect/>
                </a:stretch>
              </p:blipFill>
              <p:spPr>
                <a:xfrm>
                  <a:off x="3506991" y="4368065"/>
                  <a:ext cx="13392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89" name="Ink 188">
                  <a:extLst>
                    <a:ext uri="{FF2B5EF4-FFF2-40B4-BE49-F238E27FC236}">
                      <a16:creationId xmlns:a16="http://schemas.microsoft.com/office/drawing/2014/main" id="{D51B162D-8B6A-9E33-DA48-5FB38EC6CAEA}"/>
                    </a:ext>
                  </a:extLst>
                </p14:cNvPr>
                <p14:cNvContentPartPr/>
                <p14:nvPr/>
              </p14:nvContentPartPr>
              <p14:xfrm>
                <a:off x="3839271" y="4307945"/>
                <a:ext cx="26280" cy="131760"/>
              </p14:xfrm>
            </p:contentPart>
          </mc:Choice>
          <mc:Fallback xmlns="">
            <p:pic>
              <p:nvPicPr>
                <p:cNvPr id="189" name="Ink 188">
                  <a:extLst>
                    <a:ext uri="{FF2B5EF4-FFF2-40B4-BE49-F238E27FC236}">
                      <a16:creationId xmlns:a16="http://schemas.microsoft.com/office/drawing/2014/main" id="{D51B162D-8B6A-9E33-DA48-5FB38EC6CAEA}"/>
                    </a:ext>
                  </a:extLst>
                </p:cNvPr>
                <p:cNvPicPr/>
                <p:nvPr/>
              </p:nvPicPr>
              <p:blipFill>
                <a:blip r:embed="rId310"/>
                <a:stretch>
                  <a:fillRect/>
                </a:stretch>
              </p:blipFill>
              <p:spPr>
                <a:xfrm>
                  <a:off x="3830271" y="4298945"/>
                  <a:ext cx="439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90" name="Ink 189">
                  <a:extLst>
                    <a:ext uri="{FF2B5EF4-FFF2-40B4-BE49-F238E27FC236}">
                      <a16:creationId xmlns:a16="http://schemas.microsoft.com/office/drawing/2014/main" id="{626C9D13-0197-7A6B-077D-436C55DC5D4E}"/>
                    </a:ext>
                  </a:extLst>
                </p14:cNvPr>
                <p14:cNvContentPartPr/>
                <p14:nvPr/>
              </p14:nvContentPartPr>
              <p14:xfrm>
                <a:off x="3798951" y="4345385"/>
                <a:ext cx="173520" cy="68040"/>
              </p14:xfrm>
            </p:contentPart>
          </mc:Choice>
          <mc:Fallback xmlns="">
            <p:pic>
              <p:nvPicPr>
                <p:cNvPr id="190" name="Ink 189">
                  <a:extLst>
                    <a:ext uri="{FF2B5EF4-FFF2-40B4-BE49-F238E27FC236}">
                      <a16:creationId xmlns:a16="http://schemas.microsoft.com/office/drawing/2014/main" id="{626C9D13-0197-7A6B-077D-436C55DC5D4E}"/>
                    </a:ext>
                  </a:extLst>
                </p:cNvPr>
                <p:cNvPicPr/>
                <p:nvPr/>
              </p:nvPicPr>
              <p:blipFill>
                <a:blip r:embed="rId312"/>
                <a:stretch>
                  <a:fillRect/>
                </a:stretch>
              </p:blipFill>
              <p:spPr>
                <a:xfrm>
                  <a:off x="3789951" y="4336385"/>
                  <a:ext cx="19116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91" name="Ink 190">
                  <a:extLst>
                    <a:ext uri="{FF2B5EF4-FFF2-40B4-BE49-F238E27FC236}">
                      <a16:creationId xmlns:a16="http://schemas.microsoft.com/office/drawing/2014/main" id="{D0D3E434-4D31-3C9D-AB1F-0522FF0F4A65}"/>
                    </a:ext>
                  </a:extLst>
                </p14:cNvPr>
                <p14:cNvContentPartPr/>
                <p14:nvPr/>
              </p14:nvContentPartPr>
              <p14:xfrm>
                <a:off x="3793911" y="4337465"/>
                <a:ext cx="67320" cy="90000"/>
              </p14:xfrm>
            </p:contentPart>
          </mc:Choice>
          <mc:Fallback xmlns="">
            <p:pic>
              <p:nvPicPr>
                <p:cNvPr id="191" name="Ink 190">
                  <a:extLst>
                    <a:ext uri="{FF2B5EF4-FFF2-40B4-BE49-F238E27FC236}">
                      <a16:creationId xmlns:a16="http://schemas.microsoft.com/office/drawing/2014/main" id="{D0D3E434-4D31-3C9D-AB1F-0522FF0F4A65}"/>
                    </a:ext>
                  </a:extLst>
                </p:cNvPr>
                <p:cNvPicPr/>
                <p:nvPr/>
              </p:nvPicPr>
              <p:blipFill>
                <a:blip r:embed="rId314"/>
                <a:stretch>
                  <a:fillRect/>
                </a:stretch>
              </p:blipFill>
              <p:spPr>
                <a:xfrm>
                  <a:off x="3785271" y="4328465"/>
                  <a:ext cx="8496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192" name="Ink 191">
                  <a:extLst>
                    <a:ext uri="{FF2B5EF4-FFF2-40B4-BE49-F238E27FC236}">
                      <a16:creationId xmlns:a16="http://schemas.microsoft.com/office/drawing/2014/main" id="{2CA321B4-F68F-0EDA-F293-3DD4DF6F79E0}"/>
                    </a:ext>
                  </a:extLst>
                </p14:cNvPr>
                <p14:cNvContentPartPr/>
                <p14:nvPr/>
              </p14:nvContentPartPr>
              <p14:xfrm>
                <a:off x="3814071" y="4344305"/>
                <a:ext cx="133920" cy="59400"/>
              </p14:xfrm>
            </p:contentPart>
          </mc:Choice>
          <mc:Fallback xmlns="">
            <p:pic>
              <p:nvPicPr>
                <p:cNvPr id="192" name="Ink 191">
                  <a:extLst>
                    <a:ext uri="{FF2B5EF4-FFF2-40B4-BE49-F238E27FC236}">
                      <a16:creationId xmlns:a16="http://schemas.microsoft.com/office/drawing/2014/main" id="{2CA321B4-F68F-0EDA-F293-3DD4DF6F79E0}"/>
                    </a:ext>
                  </a:extLst>
                </p:cNvPr>
                <p:cNvPicPr/>
                <p:nvPr/>
              </p:nvPicPr>
              <p:blipFill>
                <a:blip r:embed="rId316"/>
                <a:stretch>
                  <a:fillRect/>
                </a:stretch>
              </p:blipFill>
              <p:spPr>
                <a:xfrm>
                  <a:off x="3805431" y="4335665"/>
                  <a:ext cx="15156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198" name="Ink 197">
                  <a:extLst>
                    <a:ext uri="{FF2B5EF4-FFF2-40B4-BE49-F238E27FC236}">
                      <a16:creationId xmlns:a16="http://schemas.microsoft.com/office/drawing/2014/main" id="{40721C21-A516-08E3-AE1F-F7D20982A46D}"/>
                    </a:ext>
                  </a:extLst>
                </p14:cNvPr>
                <p14:cNvContentPartPr/>
                <p14:nvPr/>
              </p14:nvContentPartPr>
              <p14:xfrm>
                <a:off x="6447471" y="3536105"/>
                <a:ext cx="149760" cy="303840"/>
              </p14:xfrm>
            </p:contentPart>
          </mc:Choice>
          <mc:Fallback xmlns="">
            <p:pic>
              <p:nvPicPr>
                <p:cNvPr id="198" name="Ink 197">
                  <a:extLst>
                    <a:ext uri="{FF2B5EF4-FFF2-40B4-BE49-F238E27FC236}">
                      <a16:creationId xmlns:a16="http://schemas.microsoft.com/office/drawing/2014/main" id="{40721C21-A516-08E3-AE1F-F7D20982A46D}"/>
                    </a:ext>
                  </a:extLst>
                </p:cNvPr>
                <p:cNvPicPr/>
                <p:nvPr/>
              </p:nvPicPr>
              <p:blipFill>
                <a:blip r:embed="rId318"/>
                <a:stretch>
                  <a:fillRect/>
                </a:stretch>
              </p:blipFill>
              <p:spPr>
                <a:xfrm>
                  <a:off x="6438471" y="3527105"/>
                  <a:ext cx="16740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199" name="Ink 198">
                  <a:extLst>
                    <a:ext uri="{FF2B5EF4-FFF2-40B4-BE49-F238E27FC236}">
                      <a16:creationId xmlns:a16="http://schemas.microsoft.com/office/drawing/2014/main" id="{9B76D841-2789-5F81-BD8C-A1C51F299A9E}"/>
                    </a:ext>
                  </a:extLst>
                </p14:cNvPr>
                <p14:cNvContentPartPr/>
                <p14:nvPr/>
              </p14:nvContentPartPr>
              <p14:xfrm>
                <a:off x="6611991" y="3694505"/>
                <a:ext cx="52200" cy="140760"/>
              </p14:xfrm>
            </p:contentPart>
          </mc:Choice>
          <mc:Fallback xmlns="">
            <p:pic>
              <p:nvPicPr>
                <p:cNvPr id="199" name="Ink 198">
                  <a:extLst>
                    <a:ext uri="{FF2B5EF4-FFF2-40B4-BE49-F238E27FC236}">
                      <a16:creationId xmlns:a16="http://schemas.microsoft.com/office/drawing/2014/main" id="{9B76D841-2789-5F81-BD8C-A1C51F299A9E}"/>
                    </a:ext>
                  </a:extLst>
                </p:cNvPr>
                <p:cNvPicPr/>
                <p:nvPr/>
              </p:nvPicPr>
              <p:blipFill>
                <a:blip r:embed="rId320"/>
                <a:stretch>
                  <a:fillRect/>
                </a:stretch>
              </p:blipFill>
              <p:spPr>
                <a:xfrm>
                  <a:off x="6602991" y="3685505"/>
                  <a:ext cx="6984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00" name="Ink 199">
                  <a:extLst>
                    <a:ext uri="{FF2B5EF4-FFF2-40B4-BE49-F238E27FC236}">
                      <a16:creationId xmlns:a16="http://schemas.microsoft.com/office/drawing/2014/main" id="{A26CBD50-4603-7A20-AE19-A3691318BD5F}"/>
                    </a:ext>
                  </a:extLst>
                </p14:cNvPr>
                <p14:cNvContentPartPr/>
                <p14:nvPr/>
              </p14:nvContentPartPr>
              <p14:xfrm>
                <a:off x="6695151" y="3727985"/>
                <a:ext cx="65160" cy="102240"/>
              </p14:xfrm>
            </p:contentPart>
          </mc:Choice>
          <mc:Fallback xmlns="">
            <p:pic>
              <p:nvPicPr>
                <p:cNvPr id="200" name="Ink 199">
                  <a:extLst>
                    <a:ext uri="{FF2B5EF4-FFF2-40B4-BE49-F238E27FC236}">
                      <a16:creationId xmlns:a16="http://schemas.microsoft.com/office/drawing/2014/main" id="{A26CBD50-4603-7A20-AE19-A3691318BD5F}"/>
                    </a:ext>
                  </a:extLst>
                </p:cNvPr>
                <p:cNvPicPr/>
                <p:nvPr/>
              </p:nvPicPr>
              <p:blipFill>
                <a:blip r:embed="rId322"/>
                <a:stretch>
                  <a:fillRect/>
                </a:stretch>
              </p:blipFill>
              <p:spPr>
                <a:xfrm>
                  <a:off x="6686151" y="3719345"/>
                  <a:ext cx="8280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01" name="Ink 200">
                  <a:extLst>
                    <a:ext uri="{FF2B5EF4-FFF2-40B4-BE49-F238E27FC236}">
                      <a16:creationId xmlns:a16="http://schemas.microsoft.com/office/drawing/2014/main" id="{B1A5CD70-6298-60A5-A0BA-9F396F5480E1}"/>
                    </a:ext>
                  </a:extLst>
                </p14:cNvPr>
                <p14:cNvContentPartPr/>
                <p14:nvPr/>
              </p14:nvContentPartPr>
              <p14:xfrm>
                <a:off x="6782991" y="3735545"/>
                <a:ext cx="44280" cy="119520"/>
              </p14:xfrm>
            </p:contentPart>
          </mc:Choice>
          <mc:Fallback xmlns="">
            <p:pic>
              <p:nvPicPr>
                <p:cNvPr id="201" name="Ink 200">
                  <a:extLst>
                    <a:ext uri="{FF2B5EF4-FFF2-40B4-BE49-F238E27FC236}">
                      <a16:creationId xmlns:a16="http://schemas.microsoft.com/office/drawing/2014/main" id="{B1A5CD70-6298-60A5-A0BA-9F396F5480E1}"/>
                    </a:ext>
                  </a:extLst>
                </p:cNvPr>
                <p:cNvPicPr/>
                <p:nvPr/>
              </p:nvPicPr>
              <p:blipFill>
                <a:blip r:embed="rId324"/>
                <a:stretch>
                  <a:fillRect/>
                </a:stretch>
              </p:blipFill>
              <p:spPr>
                <a:xfrm>
                  <a:off x="6774351" y="3726545"/>
                  <a:ext cx="6192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02" name="Ink 201">
                  <a:extLst>
                    <a:ext uri="{FF2B5EF4-FFF2-40B4-BE49-F238E27FC236}">
                      <a16:creationId xmlns:a16="http://schemas.microsoft.com/office/drawing/2014/main" id="{F04903DE-B08B-ADD2-2A81-272DA0899347}"/>
                    </a:ext>
                  </a:extLst>
                </p14:cNvPr>
                <p14:cNvContentPartPr/>
                <p14:nvPr/>
              </p14:nvContentPartPr>
              <p14:xfrm>
                <a:off x="6855351" y="3737705"/>
                <a:ext cx="107640" cy="126000"/>
              </p14:xfrm>
            </p:contentPart>
          </mc:Choice>
          <mc:Fallback xmlns="">
            <p:pic>
              <p:nvPicPr>
                <p:cNvPr id="202" name="Ink 201">
                  <a:extLst>
                    <a:ext uri="{FF2B5EF4-FFF2-40B4-BE49-F238E27FC236}">
                      <a16:creationId xmlns:a16="http://schemas.microsoft.com/office/drawing/2014/main" id="{F04903DE-B08B-ADD2-2A81-272DA0899347}"/>
                    </a:ext>
                  </a:extLst>
                </p:cNvPr>
                <p:cNvPicPr/>
                <p:nvPr/>
              </p:nvPicPr>
              <p:blipFill>
                <a:blip r:embed="rId326"/>
                <a:stretch>
                  <a:fillRect/>
                </a:stretch>
              </p:blipFill>
              <p:spPr>
                <a:xfrm>
                  <a:off x="6846351" y="3729065"/>
                  <a:ext cx="12528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04" name="Ink 203">
                  <a:extLst>
                    <a:ext uri="{FF2B5EF4-FFF2-40B4-BE49-F238E27FC236}">
                      <a16:creationId xmlns:a16="http://schemas.microsoft.com/office/drawing/2014/main" id="{C10C559D-7833-8262-A380-5817930F141D}"/>
                    </a:ext>
                  </a:extLst>
                </p14:cNvPr>
                <p14:cNvContentPartPr/>
                <p14:nvPr/>
              </p14:nvContentPartPr>
              <p14:xfrm>
                <a:off x="6364671" y="4130825"/>
                <a:ext cx="140760" cy="269280"/>
              </p14:xfrm>
            </p:contentPart>
          </mc:Choice>
          <mc:Fallback xmlns="">
            <p:pic>
              <p:nvPicPr>
                <p:cNvPr id="204" name="Ink 203">
                  <a:extLst>
                    <a:ext uri="{FF2B5EF4-FFF2-40B4-BE49-F238E27FC236}">
                      <a16:creationId xmlns:a16="http://schemas.microsoft.com/office/drawing/2014/main" id="{C10C559D-7833-8262-A380-5817930F141D}"/>
                    </a:ext>
                  </a:extLst>
                </p:cNvPr>
                <p:cNvPicPr/>
                <p:nvPr/>
              </p:nvPicPr>
              <p:blipFill>
                <a:blip r:embed="rId328"/>
                <a:stretch>
                  <a:fillRect/>
                </a:stretch>
              </p:blipFill>
              <p:spPr>
                <a:xfrm>
                  <a:off x="6355671" y="4121825"/>
                  <a:ext cx="15840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05" name="Ink 204">
                  <a:extLst>
                    <a:ext uri="{FF2B5EF4-FFF2-40B4-BE49-F238E27FC236}">
                      <a16:creationId xmlns:a16="http://schemas.microsoft.com/office/drawing/2014/main" id="{90BB1710-4C92-490F-73FE-BD2D75114215}"/>
                    </a:ext>
                  </a:extLst>
                </p14:cNvPr>
                <p14:cNvContentPartPr/>
                <p14:nvPr/>
              </p14:nvContentPartPr>
              <p14:xfrm>
                <a:off x="6491391" y="4280225"/>
                <a:ext cx="173880" cy="100800"/>
              </p14:xfrm>
            </p:contentPart>
          </mc:Choice>
          <mc:Fallback xmlns="">
            <p:pic>
              <p:nvPicPr>
                <p:cNvPr id="205" name="Ink 204">
                  <a:extLst>
                    <a:ext uri="{FF2B5EF4-FFF2-40B4-BE49-F238E27FC236}">
                      <a16:creationId xmlns:a16="http://schemas.microsoft.com/office/drawing/2014/main" id="{90BB1710-4C92-490F-73FE-BD2D75114215}"/>
                    </a:ext>
                  </a:extLst>
                </p:cNvPr>
                <p:cNvPicPr/>
                <p:nvPr/>
              </p:nvPicPr>
              <p:blipFill>
                <a:blip r:embed="rId330"/>
                <a:stretch>
                  <a:fillRect/>
                </a:stretch>
              </p:blipFill>
              <p:spPr>
                <a:xfrm>
                  <a:off x="6482751" y="4271225"/>
                  <a:ext cx="19152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06" name="Ink 205">
                  <a:extLst>
                    <a:ext uri="{FF2B5EF4-FFF2-40B4-BE49-F238E27FC236}">
                      <a16:creationId xmlns:a16="http://schemas.microsoft.com/office/drawing/2014/main" id="{C00D16BE-9E2D-5A44-2056-6EF90EAFFF7B}"/>
                    </a:ext>
                  </a:extLst>
                </p14:cNvPr>
                <p14:cNvContentPartPr/>
                <p14:nvPr/>
              </p14:nvContentPartPr>
              <p14:xfrm>
                <a:off x="6683991" y="4294265"/>
                <a:ext cx="70920" cy="115560"/>
              </p14:xfrm>
            </p:contentPart>
          </mc:Choice>
          <mc:Fallback xmlns="">
            <p:pic>
              <p:nvPicPr>
                <p:cNvPr id="206" name="Ink 205">
                  <a:extLst>
                    <a:ext uri="{FF2B5EF4-FFF2-40B4-BE49-F238E27FC236}">
                      <a16:creationId xmlns:a16="http://schemas.microsoft.com/office/drawing/2014/main" id="{C00D16BE-9E2D-5A44-2056-6EF90EAFFF7B}"/>
                    </a:ext>
                  </a:extLst>
                </p:cNvPr>
                <p:cNvPicPr/>
                <p:nvPr/>
              </p:nvPicPr>
              <p:blipFill>
                <a:blip r:embed="rId332"/>
                <a:stretch>
                  <a:fillRect/>
                </a:stretch>
              </p:blipFill>
              <p:spPr>
                <a:xfrm>
                  <a:off x="6674991" y="4285625"/>
                  <a:ext cx="8856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07" name="Ink 206">
                  <a:extLst>
                    <a:ext uri="{FF2B5EF4-FFF2-40B4-BE49-F238E27FC236}">
                      <a16:creationId xmlns:a16="http://schemas.microsoft.com/office/drawing/2014/main" id="{E1A94594-A238-3A54-159D-A14439179830}"/>
                    </a:ext>
                  </a:extLst>
                </p14:cNvPr>
                <p14:cNvContentPartPr/>
                <p14:nvPr/>
              </p14:nvContentPartPr>
              <p14:xfrm>
                <a:off x="6786591" y="4310105"/>
                <a:ext cx="91800" cy="84240"/>
              </p14:xfrm>
            </p:contentPart>
          </mc:Choice>
          <mc:Fallback xmlns="">
            <p:pic>
              <p:nvPicPr>
                <p:cNvPr id="207" name="Ink 206">
                  <a:extLst>
                    <a:ext uri="{FF2B5EF4-FFF2-40B4-BE49-F238E27FC236}">
                      <a16:creationId xmlns:a16="http://schemas.microsoft.com/office/drawing/2014/main" id="{E1A94594-A238-3A54-159D-A14439179830}"/>
                    </a:ext>
                  </a:extLst>
                </p:cNvPr>
                <p:cNvPicPr/>
                <p:nvPr/>
              </p:nvPicPr>
              <p:blipFill>
                <a:blip r:embed="rId334"/>
                <a:stretch>
                  <a:fillRect/>
                </a:stretch>
              </p:blipFill>
              <p:spPr>
                <a:xfrm>
                  <a:off x="6777951" y="4301105"/>
                  <a:ext cx="109440" cy="101880"/>
                </a:xfrm>
                <a:prstGeom prst="rect">
                  <a:avLst/>
                </a:prstGeom>
              </p:spPr>
            </p:pic>
          </mc:Fallback>
        </mc:AlternateContent>
      </p:grpSp>
      <p:grpSp>
        <p:nvGrpSpPr>
          <p:cNvPr id="213" name="Group 212">
            <a:extLst>
              <a:ext uri="{FF2B5EF4-FFF2-40B4-BE49-F238E27FC236}">
                <a16:creationId xmlns:a16="http://schemas.microsoft.com/office/drawing/2014/main" id="{4391FCBB-9B2B-58F6-406A-7D4100BB5604}"/>
              </a:ext>
            </a:extLst>
          </p:cNvPr>
          <p:cNvGrpSpPr/>
          <p:nvPr/>
        </p:nvGrpSpPr>
        <p:grpSpPr>
          <a:xfrm>
            <a:off x="5704071" y="4742465"/>
            <a:ext cx="831600" cy="176040"/>
            <a:chOff x="5704071" y="4742465"/>
            <a:chExt cx="831600" cy="176040"/>
          </a:xfrm>
        </p:grpSpPr>
        <mc:AlternateContent xmlns:mc="http://schemas.openxmlformats.org/markup-compatibility/2006" xmlns:p14="http://schemas.microsoft.com/office/powerpoint/2010/main">
          <mc:Choice Requires="p14">
            <p:contentPart p14:bwMode="auto" r:id="rId335">
              <p14:nvContentPartPr>
                <p14:cNvPr id="209" name="Ink 208">
                  <a:extLst>
                    <a:ext uri="{FF2B5EF4-FFF2-40B4-BE49-F238E27FC236}">
                      <a16:creationId xmlns:a16="http://schemas.microsoft.com/office/drawing/2014/main" id="{AD7E68F4-5964-FA87-5D49-9BF08E2E6FA3}"/>
                    </a:ext>
                  </a:extLst>
                </p14:cNvPr>
                <p14:cNvContentPartPr/>
                <p14:nvPr/>
              </p14:nvContentPartPr>
              <p14:xfrm>
                <a:off x="5704071" y="4796105"/>
                <a:ext cx="132120" cy="122400"/>
              </p14:xfrm>
            </p:contentPart>
          </mc:Choice>
          <mc:Fallback xmlns="">
            <p:pic>
              <p:nvPicPr>
                <p:cNvPr id="209" name="Ink 208">
                  <a:extLst>
                    <a:ext uri="{FF2B5EF4-FFF2-40B4-BE49-F238E27FC236}">
                      <a16:creationId xmlns:a16="http://schemas.microsoft.com/office/drawing/2014/main" id="{AD7E68F4-5964-FA87-5D49-9BF08E2E6FA3}"/>
                    </a:ext>
                  </a:extLst>
                </p:cNvPr>
                <p:cNvPicPr/>
                <p:nvPr/>
              </p:nvPicPr>
              <p:blipFill>
                <a:blip r:embed="rId336"/>
                <a:stretch>
                  <a:fillRect/>
                </a:stretch>
              </p:blipFill>
              <p:spPr>
                <a:xfrm>
                  <a:off x="5695431" y="4787105"/>
                  <a:ext cx="1497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10" name="Ink 209">
                  <a:extLst>
                    <a:ext uri="{FF2B5EF4-FFF2-40B4-BE49-F238E27FC236}">
                      <a16:creationId xmlns:a16="http://schemas.microsoft.com/office/drawing/2014/main" id="{D0DBCDA1-77EC-D1B1-991D-016C0B5E6578}"/>
                    </a:ext>
                  </a:extLst>
                </p14:cNvPr>
                <p14:cNvContentPartPr/>
                <p14:nvPr/>
              </p14:nvContentPartPr>
              <p14:xfrm>
                <a:off x="5754111" y="4849385"/>
                <a:ext cx="451080" cy="46800"/>
              </p14:xfrm>
            </p:contentPart>
          </mc:Choice>
          <mc:Fallback xmlns="">
            <p:pic>
              <p:nvPicPr>
                <p:cNvPr id="210" name="Ink 209">
                  <a:extLst>
                    <a:ext uri="{FF2B5EF4-FFF2-40B4-BE49-F238E27FC236}">
                      <a16:creationId xmlns:a16="http://schemas.microsoft.com/office/drawing/2014/main" id="{D0DBCDA1-77EC-D1B1-991D-016C0B5E6578}"/>
                    </a:ext>
                  </a:extLst>
                </p:cNvPr>
                <p:cNvPicPr/>
                <p:nvPr/>
              </p:nvPicPr>
              <p:blipFill>
                <a:blip r:embed="rId338"/>
                <a:stretch>
                  <a:fillRect/>
                </a:stretch>
              </p:blipFill>
              <p:spPr>
                <a:xfrm>
                  <a:off x="5745471" y="4840385"/>
                  <a:ext cx="4687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12" name="Ink 211">
                  <a:extLst>
                    <a:ext uri="{FF2B5EF4-FFF2-40B4-BE49-F238E27FC236}">
                      <a16:creationId xmlns:a16="http://schemas.microsoft.com/office/drawing/2014/main" id="{3E24316F-6685-A7DF-44EB-5035FC514094}"/>
                    </a:ext>
                  </a:extLst>
                </p14:cNvPr>
                <p14:cNvContentPartPr/>
                <p14:nvPr/>
              </p14:nvContentPartPr>
              <p14:xfrm>
                <a:off x="6279351" y="4742465"/>
                <a:ext cx="256320" cy="169200"/>
              </p14:xfrm>
            </p:contentPart>
          </mc:Choice>
          <mc:Fallback xmlns="">
            <p:pic>
              <p:nvPicPr>
                <p:cNvPr id="212" name="Ink 211">
                  <a:extLst>
                    <a:ext uri="{FF2B5EF4-FFF2-40B4-BE49-F238E27FC236}">
                      <a16:creationId xmlns:a16="http://schemas.microsoft.com/office/drawing/2014/main" id="{3E24316F-6685-A7DF-44EB-5035FC514094}"/>
                    </a:ext>
                  </a:extLst>
                </p:cNvPr>
                <p:cNvPicPr/>
                <p:nvPr/>
              </p:nvPicPr>
              <p:blipFill>
                <a:blip r:embed="rId340"/>
                <a:stretch>
                  <a:fillRect/>
                </a:stretch>
              </p:blipFill>
              <p:spPr>
                <a:xfrm>
                  <a:off x="6270351" y="4733825"/>
                  <a:ext cx="273960" cy="186840"/>
                </a:xfrm>
                <a:prstGeom prst="rect">
                  <a:avLst/>
                </a:prstGeom>
              </p:spPr>
            </p:pic>
          </mc:Fallback>
        </mc:AlternateContent>
      </p:grpSp>
    </p:spTree>
    <p:extLst>
      <p:ext uri="{BB962C8B-B14F-4D97-AF65-F5344CB8AC3E}">
        <p14:creationId xmlns:p14="http://schemas.microsoft.com/office/powerpoint/2010/main" val="20407236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AB331-DFA0-A3E7-6A88-D1FC56FA0AEC}"/>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3F25DCB5-4472-A88A-00CF-71BF5BD8CA0B}"/>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Add Dependent reason </a:t>
            </a:r>
            <a:r>
              <a:rPr lang="en-US" sz="2000">
                <a:latin typeface="Cooper Black" panose="0208090404030B020404" pitchFamily="18" charset="0"/>
                <a:cs typeface="Times New Roman" panose="02020603050405020304" pitchFamily="18" charset="0"/>
              </a:rPr>
              <a:t>in Fragment</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DD1F889-18E9-8DF4-C745-647D74F02766}"/>
              </a:ext>
            </a:extLst>
          </p:cNvPr>
          <p:cNvSpPr txBox="1"/>
          <p:nvPr/>
        </p:nvSpPr>
        <p:spPr>
          <a:xfrm>
            <a:off x="134426" y="490759"/>
            <a:ext cx="8615133" cy="300066"/>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&lt;content&gt;</a:t>
            </a:r>
          </a:p>
        </p:txBody>
      </p:sp>
      <p:sp>
        <p:nvSpPr>
          <p:cNvPr id="4" name="TextBox 3">
            <a:extLst>
              <a:ext uri="{FF2B5EF4-FFF2-40B4-BE49-F238E27FC236}">
                <a16:creationId xmlns:a16="http://schemas.microsoft.com/office/drawing/2014/main" id="{AC3F0836-0F8F-6390-7653-0196720E4DC5}"/>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F534C724-56A1-56B9-253B-D5DF0CF9A5AE}"/>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CBB84057-DFA6-4A94-86D8-7BB120CF8192}"/>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Smiley Face 6">
            <a:extLst>
              <a:ext uri="{FF2B5EF4-FFF2-40B4-BE49-F238E27FC236}">
                <a16:creationId xmlns:a16="http://schemas.microsoft.com/office/drawing/2014/main" id="{63E94343-3C27-44E1-023A-9CA87E579DFD}"/>
              </a:ext>
            </a:extLst>
          </p:cNvPr>
          <p:cNvSpPr/>
          <p:nvPr/>
        </p:nvSpPr>
        <p:spPr>
          <a:xfrm>
            <a:off x="5486400" y="1276350"/>
            <a:ext cx="609600" cy="533400"/>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449BDDC3-CA33-24F7-7022-767B8EEC36D7}"/>
              </a:ext>
            </a:extLst>
          </p:cNvPr>
          <p:cNvSpPr/>
          <p:nvPr/>
        </p:nvSpPr>
        <p:spPr>
          <a:xfrm>
            <a:off x="4953000" y="1809750"/>
            <a:ext cx="1752600" cy="2743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Heart</a:t>
            </a:r>
          </a:p>
          <a:p>
            <a:pPr algn="ctr"/>
            <a:r>
              <a:rPr lang="en-IN" dirty="0"/>
              <a:t>Kidney</a:t>
            </a:r>
          </a:p>
          <a:p>
            <a:pPr algn="ctr"/>
            <a:r>
              <a:rPr lang="en-IN" dirty="0"/>
              <a:t>Lungs</a:t>
            </a:r>
          </a:p>
          <a:p>
            <a:pPr algn="ctr"/>
            <a:r>
              <a:rPr lang="en-IN" dirty="0"/>
              <a:t>Liver</a:t>
            </a:r>
          </a:p>
          <a:p>
            <a:pPr algn="ctr"/>
            <a:r>
              <a:rPr lang="en-IN" dirty="0"/>
              <a:t>(model)</a:t>
            </a:r>
          </a:p>
        </p:txBody>
      </p:sp>
      <p:sp>
        <p:nvSpPr>
          <p:cNvPr id="9" name="Star: 7 Points 8">
            <a:extLst>
              <a:ext uri="{FF2B5EF4-FFF2-40B4-BE49-F238E27FC236}">
                <a16:creationId xmlns:a16="http://schemas.microsoft.com/office/drawing/2014/main" id="{D75E2F20-7740-0A09-68C2-C9BE911DC06D}"/>
              </a:ext>
            </a:extLst>
          </p:cNvPr>
          <p:cNvSpPr/>
          <p:nvPr/>
        </p:nvSpPr>
        <p:spPr>
          <a:xfrm>
            <a:off x="914400" y="1314450"/>
            <a:ext cx="2514600" cy="990600"/>
          </a:xfrm>
          <a:prstGeom prst="star7">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a:t>Parasite</a:t>
            </a:r>
          </a:p>
          <a:p>
            <a:pPr algn="ctr"/>
            <a:r>
              <a:rPr lang="en-IN" dirty="0"/>
              <a:t>fragment</a:t>
            </a:r>
          </a:p>
        </p:txBody>
      </p:sp>
      <p:pic>
        <p:nvPicPr>
          <p:cNvPr id="11" name="Picture 10" descr="A blue and white shield with a triangle and a bird on it&#10;&#10;AI-generated content may be incorrect.">
            <a:extLst>
              <a:ext uri="{FF2B5EF4-FFF2-40B4-BE49-F238E27FC236}">
                <a16:creationId xmlns:a16="http://schemas.microsoft.com/office/drawing/2014/main" id="{2884CC6A-22AA-CF5C-C7D7-2AC3DD6FD921}"/>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193948" y="2343150"/>
            <a:ext cx="1167110" cy="1441989"/>
          </a:xfrm>
          <a:prstGeom prst="rect">
            <a:avLst/>
          </a:prstGeom>
        </p:spPr>
      </p:pic>
      <p:sp>
        <p:nvSpPr>
          <p:cNvPr id="13" name="TextBox 12">
            <a:extLst>
              <a:ext uri="{FF2B5EF4-FFF2-40B4-BE49-F238E27FC236}">
                <a16:creationId xmlns:a16="http://schemas.microsoft.com/office/drawing/2014/main" id="{84E13BA4-EE5F-1890-C384-4EC4DED1EFBC}"/>
              </a:ext>
            </a:extLst>
          </p:cNvPr>
          <p:cNvSpPr txBox="1"/>
          <p:nvPr/>
        </p:nvSpPr>
        <p:spPr>
          <a:xfrm>
            <a:off x="3886200" y="3785139"/>
            <a:ext cx="1219200" cy="923330"/>
          </a:xfrm>
          <a:prstGeom prst="rect">
            <a:avLst/>
          </a:prstGeom>
          <a:noFill/>
        </p:spPr>
        <p:txBody>
          <a:bodyPr wrap="square" rtlCol="0">
            <a:spAutoFit/>
          </a:bodyPr>
          <a:lstStyle/>
          <a:p>
            <a:r>
              <a:rPr lang="en-IN" dirty="0"/>
              <a:t>Immune system</a:t>
            </a:r>
          </a:p>
          <a:p>
            <a:r>
              <a:rPr lang="en-IN" b="1" dirty="0"/>
              <a:t>View</a:t>
            </a:r>
          </a:p>
        </p:txBody>
      </p:sp>
      <p:sp>
        <p:nvSpPr>
          <p:cNvPr id="14" name="TextBox 13">
            <a:extLst>
              <a:ext uri="{FF2B5EF4-FFF2-40B4-BE49-F238E27FC236}">
                <a16:creationId xmlns:a16="http://schemas.microsoft.com/office/drawing/2014/main" id="{80EEA46A-2836-B57F-AA96-F66AF83D9787}"/>
              </a:ext>
            </a:extLst>
          </p:cNvPr>
          <p:cNvSpPr txBox="1"/>
          <p:nvPr/>
        </p:nvSpPr>
        <p:spPr>
          <a:xfrm>
            <a:off x="6781800" y="2059154"/>
            <a:ext cx="1988036" cy="646331"/>
          </a:xfrm>
          <a:prstGeom prst="rect">
            <a:avLst/>
          </a:prstGeom>
          <a:noFill/>
        </p:spPr>
        <p:txBody>
          <a:bodyPr wrap="square" rtlCol="0">
            <a:spAutoFit/>
          </a:bodyPr>
          <a:lstStyle/>
          <a:p>
            <a:r>
              <a:rPr lang="en-IN" dirty="0"/>
              <a:t>Human body</a:t>
            </a:r>
          </a:p>
          <a:p>
            <a:r>
              <a:rPr lang="en-IN" dirty="0"/>
              <a:t>Application</a:t>
            </a:r>
          </a:p>
        </p:txBody>
      </p:sp>
      <p:sp>
        <p:nvSpPr>
          <p:cNvPr id="15" name="TextBox 14">
            <a:extLst>
              <a:ext uri="{FF2B5EF4-FFF2-40B4-BE49-F238E27FC236}">
                <a16:creationId xmlns:a16="http://schemas.microsoft.com/office/drawing/2014/main" id="{60022B1E-A2FC-109C-B7EC-D448060736D4}"/>
              </a:ext>
            </a:extLst>
          </p:cNvPr>
          <p:cNvSpPr txBox="1"/>
          <p:nvPr/>
        </p:nvSpPr>
        <p:spPr>
          <a:xfrm>
            <a:off x="172596" y="2952750"/>
            <a:ext cx="3561204" cy="381000"/>
          </a:xfrm>
          <a:prstGeom prst="rect">
            <a:avLst/>
          </a:prstGeom>
          <a:noFill/>
        </p:spPr>
        <p:txBody>
          <a:bodyPr wrap="square" rtlCol="0">
            <a:spAutoFit/>
          </a:bodyPr>
          <a:lstStyle/>
          <a:p>
            <a:r>
              <a:rPr lang="en-IN" dirty="0" err="1"/>
              <a:t>oView.addDependent</a:t>
            </a:r>
            <a:r>
              <a:rPr lang="en-IN" dirty="0"/>
              <a:t>(fragment)</a:t>
            </a:r>
          </a:p>
        </p:txBody>
      </p:sp>
    </p:spTree>
    <p:extLst>
      <p:ext uri="{BB962C8B-B14F-4D97-AF65-F5344CB8AC3E}">
        <p14:creationId xmlns:p14="http://schemas.microsoft.com/office/powerpoint/2010/main" val="8260610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C8A4C-904D-5630-82E0-7F836EE9604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04ED2801-AAAC-D2D3-E228-858CE83B88D3}"/>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Server Access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95E1514-052F-B711-C821-C3C7C0637A6C}"/>
              </a:ext>
            </a:extLst>
          </p:cNvPr>
          <p:cNvSpPr txBox="1"/>
          <p:nvPr/>
        </p:nvSpPr>
        <p:spPr>
          <a:xfrm>
            <a:off x="134426" y="490759"/>
            <a:ext cx="8615133" cy="3416304"/>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Going forward in our training, we will proceed to load data from SAP system. Hence we need an SAP system.</a:t>
            </a:r>
          </a:p>
          <a:p>
            <a:endParaRPr lang="en-IN" sz="1350" dirty="0">
              <a:latin typeface="Amasis MT Pro" panose="02040504050005020304" pitchFamily="18" charset="0"/>
            </a:endParaRPr>
          </a:p>
          <a:p>
            <a:r>
              <a:rPr lang="en-IN" sz="1350" dirty="0">
                <a:latin typeface="Amasis MT Pro" panose="02040504050005020304" pitchFamily="18" charset="0"/>
              </a:rPr>
              <a:t>Option 1 [Recommended]: FREE server from your company</a:t>
            </a: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dirty="0">
                <a:latin typeface="Amasis MT Pro" panose="02040504050005020304" pitchFamily="18" charset="0"/>
              </a:rPr>
              <a:t>Option 2: If you working as a independent consultant, OR you don’t want to use your company system. Avail system access from Anubhav Trainings. – 2500 INR / 40 USD per month per user</a:t>
            </a:r>
          </a:p>
          <a:p>
            <a:r>
              <a:rPr lang="en-IN" sz="1350" dirty="0">
                <a:latin typeface="Amasis MT Pro" panose="02040504050005020304" pitchFamily="18" charset="0"/>
              </a:rPr>
              <a:t>Mail: </a:t>
            </a:r>
            <a:r>
              <a:rPr lang="en-IN" sz="1350" dirty="0">
                <a:latin typeface="Amasis MT Pro" panose="02040504050005020304" pitchFamily="18" charset="0"/>
                <a:hlinkClick r:id="rId2"/>
              </a:rPr>
              <a:t>server@anubhavtrainings.com</a:t>
            </a:r>
            <a:endParaRPr lang="en-IN" sz="1350" dirty="0">
              <a:latin typeface="Amasis MT Pro" panose="02040504050005020304" pitchFamily="18" charset="0"/>
            </a:endParaRPr>
          </a:p>
          <a:p>
            <a:r>
              <a:rPr lang="en-IN" sz="1350" dirty="0">
                <a:latin typeface="Amasis MT Pro" panose="02040504050005020304" pitchFamily="18" charset="0"/>
              </a:rPr>
              <a:t>Hello Team, I need SAP S/4HANA Server access, please share details to pay in INR/USD currency. Thanks.</a:t>
            </a:r>
          </a:p>
          <a:p>
            <a:endParaRPr lang="en-IN" sz="1350" dirty="0">
              <a:latin typeface="Amasis MT Pro" panose="02040504050005020304" pitchFamily="18" charset="0"/>
            </a:endParaRPr>
          </a:p>
          <a:p>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425CE321-53F3-AE40-8A89-BE1636EE280E}"/>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F0A4D4A9-AD41-C387-3E72-4D238B65CAF9}"/>
              </a:ext>
            </a:extLst>
          </p:cNvPr>
          <p:cNvPicPr>
            <a:picLocks noChangeAspect="1"/>
          </p:cNvPicPr>
          <p:nvPr/>
        </p:nvPicPr>
        <p:blipFill>
          <a:blip r:embed="rId3"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BED5FFE2-48DF-AE34-B0D4-F9F494839089}"/>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pic>
        <p:nvPicPr>
          <p:cNvPr id="8" name="Picture 7">
            <a:extLst>
              <a:ext uri="{FF2B5EF4-FFF2-40B4-BE49-F238E27FC236}">
                <a16:creationId xmlns:a16="http://schemas.microsoft.com/office/drawing/2014/main" id="{75A588A9-915D-8BBD-0929-DF15749C9367}"/>
              </a:ext>
            </a:extLst>
          </p:cNvPr>
          <p:cNvPicPr>
            <a:picLocks noChangeAspect="1"/>
          </p:cNvPicPr>
          <p:nvPr/>
        </p:nvPicPr>
        <p:blipFill>
          <a:blip r:embed="rId4"/>
          <a:stretch>
            <a:fillRect/>
          </a:stretch>
        </p:blipFill>
        <p:spPr>
          <a:xfrm>
            <a:off x="180595" y="1276350"/>
            <a:ext cx="3098975" cy="1202587"/>
          </a:xfrm>
          <a:prstGeom prst="rect">
            <a:avLst/>
          </a:prstGeom>
        </p:spPr>
      </p:pic>
      <p:pic>
        <p:nvPicPr>
          <p:cNvPr id="10" name="Picture 9">
            <a:extLst>
              <a:ext uri="{FF2B5EF4-FFF2-40B4-BE49-F238E27FC236}">
                <a16:creationId xmlns:a16="http://schemas.microsoft.com/office/drawing/2014/main" id="{71B083C3-6E6B-87DB-B0F6-107D6735A0D6}"/>
              </a:ext>
            </a:extLst>
          </p:cNvPr>
          <p:cNvPicPr>
            <a:picLocks noChangeAspect="1"/>
          </p:cNvPicPr>
          <p:nvPr/>
        </p:nvPicPr>
        <p:blipFill>
          <a:blip r:embed="rId5"/>
          <a:stretch>
            <a:fillRect/>
          </a:stretch>
        </p:blipFill>
        <p:spPr>
          <a:xfrm>
            <a:off x="3842473" y="1290559"/>
            <a:ext cx="4292821" cy="1188378"/>
          </a:xfrm>
          <a:prstGeom prst="rect">
            <a:avLst/>
          </a:prstGeom>
        </p:spPr>
      </p:pic>
      <p:sp>
        <p:nvSpPr>
          <p:cNvPr id="11" name="TextBox 10">
            <a:extLst>
              <a:ext uri="{FF2B5EF4-FFF2-40B4-BE49-F238E27FC236}">
                <a16:creationId xmlns:a16="http://schemas.microsoft.com/office/drawing/2014/main" id="{6C0DCD56-3AFF-0D9A-1B3C-4FD9D815AD11}"/>
              </a:ext>
            </a:extLst>
          </p:cNvPr>
          <p:cNvSpPr txBox="1"/>
          <p:nvPr/>
        </p:nvSpPr>
        <p:spPr>
          <a:xfrm>
            <a:off x="256476" y="3476503"/>
            <a:ext cx="3705924" cy="1446550"/>
          </a:xfrm>
          <a:prstGeom prst="rect">
            <a:avLst/>
          </a:prstGeom>
          <a:noFill/>
        </p:spPr>
        <p:txBody>
          <a:bodyPr wrap="square" rtlCol="0">
            <a:spAutoFit/>
          </a:bodyPr>
          <a:lstStyle/>
          <a:p>
            <a:pPr marL="285750" indent="-285750">
              <a:buFont typeface="Arial" panose="020B0604020202020204" pitchFamily="34" charset="0"/>
              <a:buChar char="•"/>
            </a:pPr>
            <a:r>
              <a:rPr lang="en-IN" sz="1100" dirty="0"/>
              <a:t>Real S/4HANA license SAP server access</a:t>
            </a:r>
          </a:p>
          <a:p>
            <a:pPr marL="285750" indent="-285750">
              <a:buFont typeface="Arial" panose="020B0604020202020204" pitchFamily="34" charset="0"/>
              <a:buChar char="•"/>
            </a:pPr>
            <a:r>
              <a:rPr lang="en-IN" sz="1100" dirty="0"/>
              <a:t>You can connect to our system 24X7</a:t>
            </a:r>
          </a:p>
          <a:p>
            <a:pPr marL="285750" indent="-285750">
              <a:buFont typeface="Arial" panose="020B0604020202020204" pitchFamily="34" charset="0"/>
              <a:buChar char="•"/>
            </a:pPr>
            <a:r>
              <a:rPr lang="en-IN" sz="1100" dirty="0"/>
              <a:t>There is NO VPN required to connect</a:t>
            </a:r>
          </a:p>
          <a:p>
            <a:pPr marL="285750" indent="-285750">
              <a:buFont typeface="Arial" panose="020B0604020202020204" pitchFamily="34" charset="0"/>
              <a:buChar char="•"/>
            </a:pPr>
            <a:r>
              <a:rPr lang="en-IN" sz="1100" dirty="0"/>
              <a:t>Direct access from your office/personal laptop from GUI</a:t>
            </a:r>
          </a:p>
          <a:p>
            <a:pPr marL="285750" indent="-285750">
              <a:buFont typeface="Arial" panose="020B0604020202020204" pitchFamily="34" charset="0"/>
              <a:buChar char="•"/>
            </a:pPr>
            <a:r>
              <a:rPr lang="en-IN" sz="1100" dirty="0"/>
              <a:t>Learn All Anubhav’s courses in single system</a:t>
            </a:r>
          </a:p>
          <a:p>
            <a:pPr marL="285750" indent="-285750">
              <a:buFont typeface="Arial" panose="020B0604020202020204" pitchFamily="34" charset="0"/>
              <a:buChar char="•"/>
            </a:pPr>
            <a:r>
              <a:rPr lang="en-IN" sz="1100" dirty="0"/>
              <a:t>All the test data is already available</a:t>
            </a:r>
          </a:p>
          <a:p>
            <a:pPr marL="285750" indent="-285750">
              <a:buFont typeface="Arial" panose="020B0604020202020204" pitchFamily="34" charset="0"/>
              <a:buChar char="•"/>
            </a:pPr>
            <a:r>
              <a:rPr lang="en-IN" sz="1100" dirty="0"/>
              <a:t>We will apply developer license key and S_DEVELOP role to your user so you can develop stress free</a:t>
            </a:r>
          </a:p>
        </p:txBody>
      </p:sp>
      <p:sp>
        <p:nvSpPr>
          <p:cNvPr id="12" name="TextBox 11">
            <a:extLst>
              <a:ext uri="{FF2B5EF4-FFF2-40B4-BE49-F238E27FC236}">
                <a16:creationId xmlns:a16="http://schemas.microsoft.com/office/drawing/2014/main" id="{FCF01D88-9022-39BE-8B79-F545DBE03415}"/>
              </a:ext>
            </a:extLst>
          </p:cNvPr>
          <p:cNvSpPr txBox="1"/>
          <p:nvPr/>
        </p:nvSpPr>
        <p:spPr>
          <a:xfrm>
            <a:off x="4276972" y="3484542"/>
            <a:ext cx="3705924" cy="1107996"/>
          </a:xfrm>
          <a:prstGeom prst="rect">
            <a:avLst/>
          </a:prstGeom>
          <a:noFill/>
        </p:spPr>
        <p:txBody>
          <a:bodyPr wrap="square" rtlCol="0">
            <a:spAutoFit/>
          </a:bodyPr>
          <a:lstStyle/>
          <a:p>
            <a:pPr marL="285750" indent="-285750">
              <a:buFont typeface="Arial" panose="020B0604020202020204" pitchFamily="34" charset="0"/>
              <a:buChar char="•"/>
            </a:pPr>
            <a:r>
              <a:rPr lang="en-IN" sz="1100" dirty="0"/>
              <a:t>Complete documentation, videos, guides to connect to our server</a:t>
            </a:r>
          </a:p>
          <a:p>
            <a:pPr marL="285750" indent="-285750">
              <a:buFont typeface="Arial" panose="020B0604020202020204" pitchFamily="34" charset="0"/>
              <a:buChar char="•"/>
            </a:pPr>
            <a:r>
              <a:rPr lang="en-IN" sz="1100" dirty="0"/>
              <a:t>You will get RDP access with pre-installed HANA studio</a:t>
            </a:r>
          </a:p>
          <a:p>
            <a:pPr marL="285750" indent="-285750">
              <a:buFont typeface="Arial" panose="020B0604020202020204" pitchFamily="34" charset="0"/>
              <a:buChar char="•"/>
            </a:pPr>
            <a:r>
              <a:rPr lang="en-IN" sz="1100" dirty="0"/>
              <a:t>SLA 2 H – 9 AM to 7 PM</a:t>
            </a:r>
          </a:p>
          <a:p>
            <a:pPr marL="285750" indent="-285750">
              <a:buFont typeface="Arial" panose="020B0604020202020204" pitchFamily="34" charset="0"/>
              <a:buChar char="•"/>
            </a:pPr>
            <a:r>
              <a:rPr lang="en-IN" sz="1100" dirty="0"/>
              <a:t>Today – Free SAP GUI software to download in </a:t>
            </a:r>
            <a:r>
              <a:rPr lang="en-IN" sz="1100"/>
              <a:t>your laptop</a:t>
            </a:r>
            <a:endParaRPr lang="en-IN" sz="1100" dirty="0"/>
          </a:p>
        </p:txBody>
      </p:sp>
    </p:spTree>
    <p:extLst>
      <p:ext uri="{BB962C8B-B14F-4D97-AF65-F5344CB8AC3E}">
        <p14:creationId xmlns:p14="http://schemas.microsoft.com/office/powerpoint/2010/main" val="36739380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EFCBB-B3DD-BA3B-2E6C-DA22FD025454}"/>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5A97BAA-F502-9AB7-E512-D752187D64F1}"/>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Basics of OData</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DC60030-1848-223A-66A7-7075F8F0EC13}"/>
              </a:ext>
            </a:extLst>
          </p:cNvPr>
          <p:cNvSpPr txBox="1"/>
          <p:nvPr/>
        </p:nvSpPr>
        <p:spPr>
          <a:xfrm>
            <a:off x="134426" y="490759"/>
            <a:ext cx="8615133" cy="923314"/>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OData stands for open data protocol, it was initially developed by a company named as Oasis and later acquired by Microsoft and made open source. The purpose was to offer a unified approach to exchange data between 2 systems using a web service. OData is a wrapper on the top of REST (Representational State Transfer) service.</a:t>
            </a:r>
          </a:p>
          <a:p>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F952E0E9-6C70-C7D3-F8E4-704A8D71865D}"/>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BF6D94D8-F90C-E52E-01A6-8CCDC5538F11}"/>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5DB97C31-2249-42B8-71E4-D33BDB470398}"/>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Rounded Corners 6">
            <a:extLst>
              <a:ext uri="{FF2B5EF4-FFF2-40B4-BE49-F238E27FC236}">
                <a16:creationId xmlns:a16="http://schemas.microsoft.com/office/drawing/2014/main" id="{8946E31B-5825-5FD6-BBD7-D1F1ECCB3490}"/>
              </a:ext>
            </a:extLst>
          </p:cNvPr>
          <p:cNvSpPr/>
          <p:nvPr/>
        </p:nvSpPr>
        <p:spPr>
          <a:xfrm>
            <a:off x="762000" y="1657350"/>
            <a:ext cx="1447800" cy="533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Client</a:t>
            </a:r>
          </a:p>
        </p:txBody>
      </p:sp>
      <p:sp>
        <p:nvSpPr>
          <p:cNvPr id="8" name="Rectangle: Rounded Corners 7">
            <a:extLst>
              <a:ext uri="{FF2B5EF4-FFF2-40B4-BE49-F238E27FC236}">
                <a16:creationId xmlns:a16="http://schemas.microsoft.com/office/drawing/2014/main" id="{A21FA95A-725E-926E-E54A-AB85174062D7}"/>
              </a:ext>
            </a:extLst>
          </p:cNvPr>
          <p:cNvSpPr/>
          <p:nvPr/>
        </p:nvSpPr>
        <p:spPr>
          <a:xfrm>
            <a:off x="381000" y="3105150"/>
            <a:ext cx="2209800" cy="1371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r>
              <a:rPr lang="en-IN" dirty="0"/>
              <a:t>Server</a:t>
            </a:r>
          </a:p>
          <a:p>
            <a:pPr algn="ctr"/>
            <a:r>
              <a:rPr lang="en-IN" dirty="0"/>
              <a:t>100GB</a:t>
            </a:r>
          </a:p>
        </p:txBody>
      </p:sp>
      <p:sp>
        <p:nvSpPr>
          <p:cNvPr id="9" name="Rectangle: Rounded Corners 8">
            <a:extLst>
              <a:ext uri="{FF2B5EF4-FFF2-40B4-BE49-F238E27FC236}">
                <a16:creationId xmlns:a16="http://schemas.microsoft.com/office/drawing/2014/main" id="{9A193160-964E-F106-E5AA-E494A265F469}"/>
              </a:ext>
            </a:extLst>
          </p:cNvPr>
          <p:cNvSpPr/>
          <p:nvPr/>
        </p:nvSpPr>
        <p:spPr>
          <a:xfrm>
            <a:off x="5943600" y="1657350"/>
            <a:ext cx="1447800" cy="533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Client</a:t>
            </a:r>
          </a:p>
        </p:txBody>
      </p:sp>
      <p:sp>
        <p:nvSpPr>
          <p:cNvPr id="10" name="Rectangle: Rounded Corners 9">
            <a:extLst>
              <a:ext uri="{FF2B5EF4-FFF2-40B4-BE49-F238E27FC236}">
                <a16:creationId xmlns:a16="http://schemas.microsoft.com/office/drawing/2014/main" id="{FCDB6D2C-6142-A105-6874-37830D4F2A6A}"/>
              </a:ext>
            </a:extLst>
          </p:cNvPr>
          <p:cNvSpPr/>
          <p:nvPr/>
        </p:nvSpPr>
        <p:spPr>
          <a:xfrm>
            <a:off x="5562600" y="3105150"/>
            <a:ext cx="2209800" cy="1371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Server</a:t>
            </a:r>
          </a:p>
        </p:txBody>
      </p:sp>
      <p:cxnSp>
        <p:nvCxnSpPr>
          <p:cNvPr id="12" name="Straight Arrow Connector 11">
            <a:extLst>
              <a:ext uri="{FF2B5EF4-FFF2-40B4-BE49-F238E27FC236}">
                <a16:creationId xmlns:a16="http://schemas.microsoft.com/office/drawing/2014/main" id="{A793E5CE-E131-8595-B412-4669061078FB}"/>
              </a:ext>
            </a:extLst>
          </p:cNvPr>
          <p:cNvCxnSpPr>
            <a:stCxn id="7" idx="2"/>
            <a:endCxn id="8" idx="0"/>
          </p:cNvCxnSpPr>
          <p:nvPr/>
        </p:nvCxnSpPr>
        <p:spPr>
          <a:xfrm>
            <a:off x="1485900" y="219075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E764B187-DD4F-795E-63B7-2E466E7E7A14}"/>
              </a:ext>
            </a:extLst>
          </p:cNvPr>
          <p:cNvSpPr/>
          <p:nvPr/>
        </p:nvSpPr>
        <p:spPr>
          <a:xfrm>
            <a:off x="1485900" y="3257550"/>
            <a:ext cx="1028700" cy="3810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session</a:t>
            </a:r>
          </a:p>
        </p:txBody>
      </p:sp>
      <p:sp>
        <p:nvSpPr>
          <p:cNvPr id="14" name="TextBox 13">
            <a:extLst>
              <a:ext uri="{FF2B5EF4-FFF2-40B4-BE49-F238E27FC236}">
                <a16:creationId xmlns:a16="http://schemas.microsoft.com/office/drawing/2014/main" id="{46A7C831-C2A8-560E-4E63-E152DFF3C8F6}"/>
              </a:ext>
            </a:extLst>
          </p:cNvPr>
          <p:cNvSpPr txBox="1"/>
          <p:nvPr/>
        </p:nvSpPr>
        <p:spPr>
          <a:xfrm>
            <a:off x="304800" y="4476750"/>
            <a:ext cx="2362198" cy="369332"/>
          </a:xfrm>
          <a:prstGeom prst="rect">
            <a:avLst/>
          </a:prstGeom>
          <a:noFill/>
        </p:spPr>
        <p:txBody>
          <a:bodyPr wrap="square" rtlCol="0">
            <a:spAutoFit/>
          </a:bodyPr>
          <a:lstStyle/>
          <a:p>
            <a:pPr algn="ctr"/>
            <a:r>
              <a:rPr lang="en-IN" b="1" dirty="0"/>
              <a:t>Stateful</a:t>
            </a:r>
          </a:p>
        </p:txBody>
      </p:sp>
      <p:sp>
        <p:nvSpPr>
          <p:cNvPr id="15" name="TextBox 14">
            <a:extLst>
              <a:ext uri="{FF2B5EF4-FFF2-40B4-BE49-F238E27FC236}">
                <a16:creationId xmlns:a16="http://schemas.microsoft.com/office/drawing/2014/main" id="{6105FE29-53C9-CA0F-97B3-BCBC4896514F}"/>
              </a:ext>
            </a:extLst>
          </p:cNvPr>
          <p:cNvSpPr txBox="1"/>
          <p:nvPr/>
        </p:nvSpPr>
        <p:spPr>
          <a:xfrm>
            <a:off x="5562600" y="4510043"/>
            <a:ext cx="2362198" cy="369332"/>
          </a:xfrm>
          <a:prstGeom prst="rect">
            <a:avLst/>
          </a:prstGeom>
          <a:noFill/>
        </p:spPr>
        <p:txBody>
          <a:bodyPr wrap="square" rtlCol="0">
            <a:spAutoFit/>
          </a:bodyPr>
          <a:lstStyle/>
          <a:p>
            <a:pPr algn="ctr"/>
            <a:r>
              <a:rPr lang="en-IN" b="1" dirty="0"/>
              <a:t>Stateless</a:t>
            </a:r>
          </a:p>
        </p:txBody>
      </p:sp>
      <p:cxnSp>
        <p:nvCxnSpPr>
          <p:cNvPr id="16" name="Straight Arrow Connector 15">
            <a:extLst>
              <a:ext uri="{FF2B5EF4-FFF2-40B4-BE49-F238E27FC236}">
                <a16:creationId xmlns:a16="http://schemas.microsoft.com/office/drawing/2014/main" id="{A177DB60-3679-2C15-407B-118E08214CA0}"/>
              </a:ext>
            </a:extLst>
          </p:cNvPr>
          <p:cNvCxnSpPr/>
          <p:nvPr/>
        </p:nvCxnSpPr>
        <p:spPr>
          <a:xfrm>
            <a:off x="6694233" y="219075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18" name="Ink 17">
                <a:extLst>
                  <a:ext uri="{FF2B5EF4-FFF2-40B4-BE49-F238E27FC236}">
                    <a16:creationId xmlns:a16="http://schemas.microsoft.com/office/drawing/2014/main" id="{C74A1997-4EBD-70D0-B604-6F5280C521CC}"/>
                  </a:ext>
                </a:extLst>
              </p14:cNvPr>
              <p14:cNvContentPartPr/>
              <p14:nvPr/>
            </p14:nvContentPartPr>
            <p14:xfrm>
              <a:off x="6385551" y="2151905"/>
              <a:ext cx="720" cy="1142640"/>
            </p14:xfrm>
          </p:contentPart>
        </mc:Choice>
        <mc:Fallback xmlns="">
          <p:pic>
            <p:nvPicPr>
              <p:cNvPr id="18" name="Ink 17">
                <a:extLst>
                  <a:ext uri="{FF2B5EF4-FFF2-40B4-BE49-F238E27FC236}">
                    <a16:creationId xmlns:a16="http://schemas.microsoft.com/office/drawing/2014/main" id="{C74A1997-4EBD-70D0-B604-6F5280C521CC}"/>
                  </a:ext>
                </a:extLst>
              </p:cNvPr>
              <p:cNvPicPr/>
              <p:nvPr/>
            </p:nvPicPr>
            <p:blipFill>
              <a:blip r:embed="rId4"/>
              <a:stretch>
                <a:fillRect/>
              </a:stretch>
            </p:blipFill>
            <p:spPr>
              <a:xfrm>
                <a:off x="6367551" y="2143265"/>
                <a:ext cx="36000" cy="1160280"/>
              </a:xfrm>
              <a:prstGeom prst="rect">
                <a:avLst/>
              </a:prstGeom>
            </p:spPr>
          </p:pic>
        </mc:Fallback>
      </mc:AlternateContent>
      <p:grpSp>
        <p:nvGrpSpPr>
          <p:cNvPr id="27" name="Group 26">
            <a:extLst>
              <a:ext uri="{FF2B5EF4-FFF2-40B4-BE49-F238E27FC236}">
                <a16:creationId xmlns:a16="http://schemas.microsoft.com/office/drawing/2014/main" id="{603748FC-8411-2B5F-5893-887A34B60AB3}"/>
              </a:ext>
            </a:extLst>
          </p:cNvPr>
          <p:cNvGrpSpPr/>
          <p:nvPr/>
        </p:nvGrpSpPr>
        <p:grpSpPr>
          <a:xfrm>
            <a:off x="6031311" y="3233345"/>
            <a:ext cx="457200" cy="505440"/>
            <a:chOff x="6031311" y="3233345"/>
            <a:chExt cx="457200" cy="505440"/>
          </a:xfrm>
        </p:grpSpPr>
        <mc:AlternateContent xmlns:mc="http://schemas.openxmlformats.org/markup-compatibility/2006" xmlns:p14="http://schemas.microsoft.com/office/powerpoint/2010/main">
          <mc:Choice Requires="p14">
            <p:contentPart p14:bwMode="auto" r:id="rId5">
              <p14:nvContentPartPr>
                <p14:cNvPr id="19" name="Ink 18">
                  <a:extLst>
                    <a:ext uri="{FF2B5EF4-FFF2-40B4-BE49-F238E27FC236}">
                      <a16:creationId xmlns:a16="http://schemas.microsoft.com/office/drawing/2014/main" id="{5F0C9EE3-4477-E936-367F-E13A3F08869B}"/>
                    </a:ext>
                  </a:extLst>
                </p14:cNvPr>
                <p14:cNvContentPartPr/>
                <p14:nvPr/>
              </p14:nvContentPartPr>
              <p14:xfrm>
                <a:off x="6349911" y="3233345"/>
                <a:ext cx="138600" cy="63360"/>
              </p14:xfrm>
            </p:contentPart>
          </mc:Choice>
          <mc:Fallback xmlns="">
            <p:pic>
              <p:nvPicPr>
                <p:cNvPr id="19" name="Ink 18">
                  <a:extLst>
                    <a:ext uri="{FF2B5EF4-FFF2-40B4-BE49-F238E27FC236}">
                      <a16:creationId xmlns:a16="http://schemas.microsoft.com/office/drawing/2014/main" id="{5F0C9EE3-4477-E936-367F-E13A3F08869B}"/>
                    </a:ext>
                  </a:extLst>
                </p:cNvPr>
                <p:cNvPicPr/>
                <p:nvPr/>
              </p:nvPicPr>
              <p:blipFill>
                <a:blip r:embed="rId6"/>
                <a:stretch>
                  <a:fillRect/>
                </a:stretch>
              </p:blipFill>
              <p:spPr>
                <a:xfrm>
                  <a:off x="6341271" y="3224345"/>
                  <a:ext cx="15624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0" name="Ink 19">
                  <a:extLst>
                    <a:ext uri="{FF2B5EF4-FFF2-40B4-BE49-F238E27FC236}">
                      <a16:creationId xmlns:a16="http://schemas.microsoft.com/office/drawing/2014/main" id="{AAEE803E-4721-3ED6-AA68-880E405904A8}"/>
                    </a:ext>
                  </a:extLst>
                </p14:cNvPr>
                <p14:cNvContentPartPr/>
                <p14:nvPr/>
              </p14:nvContentPartPr>
              <p14:xfrm>
                <a:off x="6036351" y="3282305"/>
                <a:ext cx="247680" cy="218520"/>
              </p14:xfrm>
            </p:contentPart>
          </mc:Choice>
          <mc:Fallback xmlns="">
            <p:pic>
              <p:nvPicPr>
                <p:cNvPr id="20" name="Ink 19">
                  <a:extLst>
                    <a:ext uri="{FF2B5EF4-FFF2-40B4-BE49-F238E27FC236}">
                      <a16:creationId xmlns:a16="http://schemas.microsoft.com/office/drawing/2014/main" id="{AAEE803E-4721-3ED6-AA68-880E405904A8}"/>
                    </a:ext>
                  </a:extLst>
                </p:cNvPr>
                <p:cNvPicPr/>
                <p:nvPr/>
              </p:nvPicPr>
              <p:blipFill>
                <a:blip r:embed="rId8"/>
                <a:stretch>
                  <a:fillRect/>
                </a:stretch>
              </p:blipFill>
              <p:spPr>
                <a:xfrm>
                  <a:off x="6027711" y="3273665"/>
                  <a:ext cx="26532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1" name="Ink 20">
                  <a:extLst>
                    <a:ext uri="{FF2B5EF4-FFF2-40B4-BE49-F238E27FC236}">
                      <a16:creationId xmlns:a16="http://schemas.microsoft.com/office/drawing/2014/main" id="{8BCCC18D-4740-CA42-B02C-BCC173BED80E}"/>
                    </a:ext>
                  </a:extLst>
                </p14:cNvPr>
                <p14:cNvContentPartPr/>
                <p14:nvPr/>
              </p14:nvContentPartPr>
              <p14:xfrm>
                <a:off x="6188271" y="3407585"/>
                <a:ext cx="154440" cy="55440"/>
              </p14:xfrm>
            </p:contentPart>
          </mc:Choice>
          <mc:Fallback xmlns="">
            <p:pic>
              <p:nvPicPr>
                <p:cNvPr id="21" name="Ink 20">
                  <a:extLst>
                    <a:ext uri="{FF2B5EF4-FFF2-40B4-BE49-F238E27FC236}">
                      <a16:creationId xmlns:a16="http://schemas.microsoft.com/office/drawing/2014/main" id="{8BCCC18D-4740-CA42-B02C-BCC173BED80E}"/>
                    </a:ext>
                  </a:extLst>
                </p:cNvPr>
                <p:cNvPicPr/>
                <p:nvPr/>
              </p:nvPicPr>
              <p:blipFill>
                <a:blip r:embed="rId10"/>
                <a:stretch>
                  <a:fillRect/>
                </a:stretch>
              </p:blipFill>
              <p:spPr>
                <a:xfrm>
                  <a:off x="6179631" y="3398585"/>
                  <a:ext cx="17208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2" name="Ink 21">
                  <a:extLst>
                    <a:ext uri="{FF2B5EF4-FFF2-40B4-BE49-F238E27FC236}">
                      <a16:creationId xmlns:a16="http://schemas.microsoft.com/office/drawing/2014/main" id="{6176FA9C-D88D-A428-6D26-DA4D1956E27B}"/>
                    </a:ext>
                  </a:extLst>
                </p14:cNvPr>
                <p14:cNvContentPartPr/>
                <p14:nvPr/>
              </p14:nvContentPartPr>
              <p14:xfrm>
                <a:off x="6031311" y="3549065"/>
                <a:ext cx="96840" cy="101520"/>
              </p14:xfrm>
            </p:contentPart>
          </mc:Choice>
          <mc:Fallback xmlns="">
            <p:pic>
              <p:nvPicPr>
                <p:cNvPr id="22" name="Ink 21">
                  <a:extLst>
                    <a:ext uri="{FF2B5EF4-FFF2-40B4-BE49-F238E27FC236}">
                      <a16:creationId xmlns:a16="http://schemas.microsoft.com/office/drawing/2014/main" id="{6176FA9C-D88D-A428-6D26-DA4D1956E27B}"/>
                    </a:ext>
                  </a:extLst>
                </p:cNvPr>
                <p:cNvPicPr/>
                <p:nvPr/>
              </p:nvPicPr>
              <p:blipFill>
                <a:blip r:embed="rId12"/>
                <a:stretch>
                  <a:fillRect/>
                </a:stretch>
              </p:blipFill>
              <p:spPr>
                <a:xfrm>
                  <a:off x="6022671" y="3540065"/>
                  <a:ext cx="11448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3" name="Ink 22">
                  <a:extLst>
                    <a:ext uri="{FF2B5EF4-FFF2-40B4-BE49-F238E27FC236}">
                      <a16:creationId xmlns:a16="http://schemas.microsoft.com/office/drawing/2014/main" id="{674CAF9A-9156-6F50-E19F-2B57F24E4E5F}"/>
                    </a:ext>
                  </a:extLst>
                </p14:cNvPr>
                <p14:cNvContentPartPr/>
                <p14:nvPr/>
              </p14:nvContentPartPr>
              <p14:xfrm>
                <a:off x="6086751" y="3546185"/>
                <a:ext cx="230400" cy="192600"/>
              </p14:xfrm>
            </p:contentPart>
          </mc:Choice>
          <mc:Fallback xmlns="">
            <p:pic>
              <p:nvPicPr>
                <p:cNvPr id="23" name="Ink 22">
                  <a:extLst>
                    <a:ext uri="{FF2B5EF4-FFF2-40B4-BE49-F238E27FC236}">
                      <a16:creationId xmlns:a16="http://schemas.microsoft.com/office/drawing/2014/main" id="{674CAF9A-9156-6F50-E19F-2B57F24E4E5F}"/>
                    </a:ext>
                  </a:extLst>
                </p:cNvPr>
                <p:cNvPicPr/>
                <p:nvPr/>
              </p:nvPicPr>
              <p:blipFill>
                <a:blip r:embed="rId14"/>
                <a:stretch>
                  <a:fillRect/>
                </a:stretch>
              </p:blipFill>
              <p:spPr>
                <a:xfrm>
                  <a:off x="6078111" y="3537545"/>
                  <a:ext cx="248040" cy="210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25" name="Ink 24">
                <a:extLst>
                  <a:ext uri="{FF2B5EF4-FFF2-40B4-BE49-F238E27FC236}">
                    <a16:creationId xmlns:a16="http://schemas.microsoft.com/office/drawing/2014/main" id="{FE51C6F1-D6ED-DAC3-150D-797969C57733}"/>
                  </a:ext>
                </a:extLst>
              </p14:cNvPr>
              <p14:cNvContentPartPr/>
              <p14:nvPr/>
            </p14:nvContentPartPr>
            <p14:xfrm>
              <a:off x="6122751" y="2141825"/>
              <a:ext cx="720" cy="970200"/>
            </p14:xfrm>
          </p:contentPart>
        </mc:Choice>
        <mc:Fallback xmlns="">
          <p:pic>
            <p:nvPicPr>
              <p:cNvPr id="25" name="Ink 24">
                <a:extLst>
                  <a:ext uri="{FF2B5EF4-FFF2-40B4-BE49-F238E27FC236}">
                    <a16:creationId xmlns:a16="http://schemas.microsoft.com/office/drawing/2014/main" id="{FE51C6F1-D6ED-DAC3-150D-797969C57733}"/>
                  </a:ext>
                </a:extLst>
              </p:cNvPr>
              <p:cNvPicPr/>
              <p:nvPr/>
            </p:nvPicPr>
            <p:blipFill>
              <a:blip r:embed="rId16"/>
              <a:stretch>
                <a:fillRect/>
              </a:stretch>
            </p:blipFill>
            <p:spPr>
              <a:xfrm>
                <a:off x="6104751" y="2133185"/>
                <a:ext cx="36000" cy="987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6" name="Ink 25">
                <a:extLst>
                  <a:ext uri="{FF2B5EF4-FFF2-40B4-BE49-F238E27FC236}">
                    <a16:creationId xmlns:a16="http://schemas.microsoft.com/office/drawing/2014/main" id="{79D84BE8-26FC-8AB5-0AF0-AC0C38012AB1}"/>
                  </a:ext>
                </a:extLst>
              </p14:cNvPr>
              <p14:cNvContentPartPr/>
              <p14:nvPr/>
            </p14:nvContentPartPr>
            <p14:xfrm>
              <a:off x="6049311" y="2120585"/>
              <a:ext cx="145080" cy="106560"/>
            </p14:xfrm>
          </p:contentPart>
        </mc:Choice>
        <mc:Fallback xmlns="">
          <p:pic>
            <p:nvPicPr>
              <p:cNvPr id="26" name="Ink 25">
                <a:extLst>
                  <a:ext uri="{FF2B5EF4-FFF2-40B4-BE49-F238E27FC236}">
                    <a16:creationId xmlns:a16="http://schemas.microsoft.com/office/drawing/2014/main" id="{79D84BE8-26FC-8AB5-0AF0-AC0C38012AB1}"/>
                  </a:ext>
                </a:extLst>
              </p:cNvPr>
              <p:cNvPicPr/>
              <p:nvPr/>
            </p:nvPicPr>
            <p:blipFill>
              <a:blip r:embed="rId18"/>
              <a:stretch>
                <a:fillRect/>
              </a:stretch>
            </p:blipFill>
            <p:spPr>
              <a:xfrm>
                <a:off x="6040311" y="2111945"/>
                <a:ext cx="16272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8" name="Ink 27">
                <a:extLst>
                  <a:ext uri="{FF2B5EF4-FFF2-40B4-BE49-F238E27FC236}">
                    <a16:creationId xmlns:a16="http://schemas.microsoft.com/office/drawing/2014/main" id="{0A02E45E-FC22-4257-9137-3C55EB20CE4A}"/>
                  </a:ext>
                </a:extLst>
              </p14:cNvPr>
              <p14:cNvContentPartPr/>
              <p14:nvPr/>
            </p14:nvContentPartPr>
            <p14:xfrm>
              <a:off x="8704311" y="3051185"/>
              <a:ext cx="360" cy="360"/>
            </p14:xfrm>
          </p:contentPart>
        </mc:Choice>
        <mc:Fallback xmlns="">
          <p:pic>
            <p:nvPicPr>
              <p:cNvPr id="28" name="Ink 27">
                <a:extLst>
                  <a:ext uri="{FF2B5EF4-FFF2-40B4-BE49-F238E27FC236}">
                    <a16:creationId xmlns:a16="http://schemas.microsoft.com/office/drawing/2014/main" id="{0A02E45E-FC22-4257-9137-3C55EB20CE4A}"/>
                  </a:ext>
                </a:extLst>
              </p:cNvPr>
              <p:cNvPicPr/>
              <p:nvPr/>
            </p:nvPicPr>
            <p:blipFill>
              <a:blip r:embed="rId20"/>
              <a:stretch>
                <a:fillRect/>
              </a:stretch>
            </p:blipFill>
            <p:spPr>
              <a:xfrm>
                <a:off x="8695311" y="3042545"/>
                <a:ext cx="18000" cy="18000"/>
              </a:xfrm>
              <a:prstGeom prst="rect">
                <a:avLst/>
              </a:prstGeom>
            </p:spPr>
          </p:pic>
        </mc:Fallback>
      </mc:AlternateContent>
      <p:grpSp>
        <p:nvGrpSpPr>
          <p:cNvPr id="34" name="Group 33">
            <a:extLst>
              <a:ext uri="{FF2B5EF4-FFF2-40B4-BE49-F238E27FC236}">
                <a16:creationId xmlns:a16="http://schemas.microsoft.com/office/drawing/2014/main" id="{AA4847E0-8D94-E787-A32A-00BAD316C436}"/>
              </a:ext>
            </a:extLst>
          </p:cNvPr>
          <p:cNvGrpSpPr/>
          <p:nvPr/>
        </p:nvGrpSpPr>
        <p:grpSpPr>
          <a:xfrm>
            <a:off x="6511191" y="1818545"/>
            <a:ext cx="876960" cy="626760"/>
            <a:chOff x="6511191" y="1818545"/>
            <a:chExt cx="876960" cy="626760"/>
          </a:xfrm>
        </p:grpSpPr>
        <mc:AlternateContent xmlns:mc="http://schemas.openxmlformats.org/markup-compatibility/2006" xmlns:p14="http://schemas.microsoft.com/office/powerpoint/2010/main">
          <mc:Choice Requires="p14">
            <p:contentPart p14:bwMode="auto" r:id="rId21">
              <p14:nvContentPartPr>
                <p14:cNvPr id="29" name="Ink 28">
                  <a:extLst>
                    <a:ext uri="{FF2B5EF4-FFF2-40B4-BE49-F238E27FC236}">
                      <a16:creationId xmlns:a16="http://schemas.microsoft.com/office/drawing/2014/main" id="{F02B8D9C-D254-6A42-DD09-C14E98F9EE05}"/>
                    </a:ext>
                  </a:extLst>
                </p14:cNvPr>
                <p14:cNvContentPartPr/>
                <p14:nvPr/>
              </p14:nvContentPartPr>
              <p14:xfrm>
                <a:off x="7163151" y="1818545"/>
                <a:ext cx="225000" cy="247680"/>
              </p14:xfrm>
            </p:contentPart>
          </mc:Choice>
          <mc:Fallback xmlns="">
            <p:pic>
              <p:nvPicPr>
                <p:cNvPr id="29" name="Ink 28">
                  <a:extLst>
                    <a:ext uri="{FF2B5EF4-FFF2-40B4-BE49-F238E27FC236}">
                      <a16:creationId xmlns:a16="http://schemas.microsoft.com/office/drawing/2014/main" id="{F02B8D9C-D254-6A42-DD09-C14E98F9EE05}"/>
                    </a:ext>
                  </a:extLst>
                </p:cNvPr>
                <p:cNvPicPr/>
                <p:nvPr/>
              </p:nvPicPr>
              <p:blipFill>
                <a:blip r:embed="rId22"/>
                <a:stretch>
                  <a:fillRect/>
                </a:stretch>
              </p:blipFill>
              <p:spPr>
                <a:xfrm>
                  <a:off x="7154151" y="1809545"/>
                  <a:ext cx="24264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0" name="Ink 29">
                  <a:extLst>
                    <a:ext uri="{FF2B5EF4-FFF2-40B4-BE49-F238E27FC236}">
                      <a16:creationId xmlns:a16="http://schemas.microsoft.com/office/drawing/2014/main" id="{FF888200-5952-FC02-F499-542A4B55EE10}"/>
                    </a:ext>
                  </a:extLst>
                </p14:cNvPr>
                <p14:cNvContentPartPr/>
                <p14:nvPr/>
              </p14:nvContentPartPr>
              <p14:xfrm>
                <a:off x="7227951" y="1893065"/>
                <a:ext cx="107280" cy="124560"/>
              </p14:xfrm>
            </p:contentPart>
          </mc:Choice>
          <mc:Fallback xmlns="">
            <p:pic>
              <p:nvPicPr>
                <p:cNvPr id="30" name="Ink 29">
                  <a:extLst>
                    <a:ext uri="{FF2B5EF4-FFF2-40B4-BE49-F238E27FC236}">
                      <a16:creationId xmlns:a16="http://schemas.microsoft.com/office/drawing/2014/main" id="{FF888200-5952-FC02-F499-542A4B55EE10}"/>
                    </a:ext>
                  </a:extLst>
                </p:cNvPr>
                <p:cNvPicPr/>
                <p:nvPr/>
              </p:nvPicPr>
              <p:blipFill>
                <a:blip r:embed="rId24"/>
                <a:stretch>
                  <a:fillRect/>
                </a:stretch>
              </p:blipFill>
              <p:spPr>
                <a:xfrm>
                  <a:off x="7218951" y="1884425"/>
                  <a:ext cx="12492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2" name="Ink 31">
                  <a:extLst>
                    <a:ext uri="{FF2B5EF4-FFF2-40B4-BE49-F238E27FC236}">
                      <a16:creationId xmlns:a16="http://schemas.microsoft.com/office/drawing/2014/main" id="{AD82D9F0-A324-5A29-DB23-FAD013DE9F3E}"/>
                    </a:ext>
                  </a:extLst>
                </p14:cNvPr>
                <p14:cNvContentPartPr/>
                <p14:nvPr/>
              </p14:nvContentPartPr>
              <p14:xfrm>
                <a:off x="6511551" y="2060825"/>
                <a:ext cx="728280" cy="329040"/>
              </p14:xfrm>
            </p:contentPart>
          </mc:Choice>
          <mc:Fallback xmlns="">
            <p:pic>
              <p:nvPicPr>
                <p:cNvPr id="32" name="Ink 31">
                  <a:extLst>
                    <a:ext uri="{FF2B5EF4-FFF2-40B4-BE49-F238E27FC236}">
                      <a16:creationId xmlns:a16="http://schemas.microsoft.com/office/drawing/2014/main" id="{AD82D9F0-A324-5A29-DB23-FAD013DE9F3E}"/>
                    </a:ext>
                  </a:extLst>
                </p:cNvPr>
                <p:cNvPicPr/>
                <p:nvPr/>
              </p:nvPicPr>
              <p:blipFill>
                <a:blip r:embed="rId26"/>
                <a:stretch>
                  <a:fillRect/>
                </a:stretch>
              </p:blipFill>
              <p:spPr>
                <a:xfrm>
                  <a:off x="6502551" y="2052185"/>
                  <a:ext cx="74592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3" name="Ink 32">
                  <a:extLst>
                    <a:ext uri="{FF2B5EF4-FFF2-40B4-BE49-F238E27FC236}">
                      <a16:creationId xmlns:a16="http://schemas.microsoft.com/office/drawing/2014/main" id="{AFD2A959-9DE2-8F02-3262-06F13034D277}"/>
                    </a:ext>
                  </a:extLst>
                </p14:cNvPr>
                <p14:cNvContentPartPr/>
                <p14:nvPr/>
              </p14:nvContentPartPr>
              <p14:xfrm>
                <a:off x="6511191" y="2308505"/>
                <a:ext cx="81720" cy="136800"/>
              </p14:xfrm>
            </p:contentPart>
          </mc:Choice>
          <mc:Fallback xmlns="">
            <p:pic>
              <p:nvPicPr>
                <p:cNvPr id="33" name="Ink 32">
                  <a:extLst>
                    <a:ext uri="{FF2B5EF4-FFF2-40B4-BE49-F238E27FC236}">
                      <a16:creationId xmlns:a16="http://schemas.microsoft.com/office/drawing/2014/main" id="{AFD2A959-9DE2-8F02-3262-06F13034D277}"/>
                    </a:ext>
                  </a:extLst>
                </p:cNvPr>
                <p:cNvPicPr/>
                <p:nvPr/>
              </p:nvPicPr>
              <p:blipFill>
                <a:blip r:embed="rId28"/>
                <a:stretch>
                  <a:fillRect/>
                </a:stretch>
              </p:blipFill>
              <p:spPr>
                <a:xfrm>
                  <a:off x="6502551" y="2299865"/>
                  <a:ext cx="99360" cy="154440"/>
                </a:xfrm>
                <a:prstGeom prst="rect">
                  <a:avLst/>
                </a:prstGeom>
              </p:spPr>
            </p:pic>
          </mc:Fallback>
        </mc:AlternateContent>
      </p:grpSp>
    </p:spTree>
    <p:extLst>
      <p:ext uri="{BB962C8B-B14F-4D97-AF65-F5344CB8AC3E}">
        <p14:creationId xmlns:p14="http://schemas.microsoft.com/office/powerpoint/2010/main" val="22819947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15EA4-C792-471D-9007-FC0E0274CC3D}"/>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C961FF94-A469-4131-D686-4D94A67BA441}"/>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OData Examples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B147617-EB4F-261F-6D20-F779514FD3E8}"/>
              </a:ext>
            </a:extLst>
          </p:cNvPr>
          <p:cNvSpPr txBox="1"/>
          <p:nvPr/>
        </p:nvSpPr>
        <p:spPr>
          <a:xfrm>
            <a:off x="134426" y="490759"/>
            <a:ext cx="8615133" cy="5078297"/>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Service document – Describes the overall structure of </a:t>
            </a:r>
            <a:r>
              <a:rPr lang="en-IN" sz="1350" dirty="0" err="1">
                <a:latin typeface="Amasis MT Pro" panose="02040504050005020304" pitchFamily="18" charset="0"/>
              </a:rPr>
              <a:t>odata</a:t>
            </a:r>
            <a:r>
              <a:rPr lang="en-IN" sz="1350" dirty="0">
                <a:latin typeface="Amasis MT Pro" panose="02040504050005020304" pitchFamily="18" charset="0"/>
              </a:rPr>
              <a:t> service, which contains collection of entity sets. Each </a:t>
            </a:r>
            <a:r>
              <a:rPr lang="en-IN" sz="1350" dirty="0" err="1">
                <a:latin typeface="Amasis MT Pro" panose="02040504050005020304" pitchFamily="18" charset="0"/>
              </a:rPr>
              <a:t>entityset</a:t>
            </a:r>
            <a:r>
              <a:rPr lang="en-IN" sz="1350" dirty="0">
                <a:latin typeface="Amasis MT Pro" panose="02040504050005020304" pitchFamily="18" charset="0"/>
              </a:rPr>
              <a:t> represent one DB table in the background. We can perform CURDQ (Create, Update, Read, Delete and Query) – </a:t>
            </a:r>
            <a:r>
              <a:rPr lang="en-IN" sz="1350" dirty="0">
                <a:highlight>
                  <a:srgbClr val="00FF00"/>
                </a:highlight>
                <a:latin typeface="Amasis MT Pro" panose="02040504050005020304" pitchFamily="18" charset="0"/>
              </a:rPr>
              <a:t>EntitySet</a:t>
            </a:r>
            <a:r>
              <a:rPr lang="en-IN" sz="1350" dirty="0">
                <a:latin typeface="Amasis MT Pro" panose="02040504050005020304" pitchFamily="18" charset="0"/>
              </a:rPr>
              <a:t> is the one which provides array of data that we bind, </a:t>
            </a:r>
            <a:r>
              <a:rPr lang="en-IN" sz="1350" dirty="0" err="1">
                <a:highlight>
                  <a:srgbClr val="00FF00"/>
                </a:highlight>
                <a:latin typeface="Amasis MT Pro" panose="02040504050005020304" pitchFamily="18" charset="0"/>
              </a:rPr>
              <a:t>EntityType</a:t>
            </a:r>
            <a:r>
              <a:rPr lang="en-IN" sz="1350" dirty="0">
                <a:latin typeface="Amasis MT Pro" panose="02040504050005020304" pitchFamily="18" charset="0"/>
              </a:rPr>
              <a:t> is simply a particular row of data.</a:t>
            </a:r>
          </a:p>
          <a:p>
            <a:r>
              <a:rPr lang="en-IN" sz="1350" dirty="0">
                <a:latin typeface="Amasis MT Pro" panose="02040504050005020304" pitchFamily="18" charset="0"/>
                <a:hlinkClick r:id="rId2"/>
              </a:rPr>
              <a:t>https://services.odata.org/V3/Northwind/Northwind.svc/</a:t>
            </a:r>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dirty="0">
                <a:latin typeface="Amasis MT Pro" panose="02040504050005020304" pitchFamily="18" charset="0"/>
              </a:rPr>
              <a:t>Service metadata document – Describes the skeleton of our OData service. You will find all the Entity Types. A entity type is like a structure of our data e.g. </a:t>
            </a:r>
            <a:r>
              <a:rPr lang="en-IN" sz="1350" dirty="0" err="1">
                <a:latin typeface="Amasis MT Pro" panose="02040504050005020304" pitchFamily="18" charset="0"/>
              </a:rPr>
              <a:t>empId</a:t>
            </a:r>
            <a:r>
              <a:rPr lang="en-IN" sz="1350" dirty="0">
                <a:latin typeface="Amasis MT Pro" panose="02040504050005020304" pitchFamily="18" charset="0"/>
              </a:rPr>
              <a:t>, </a:t>
            </a:r>
            <a:r>
              <a:rPr lang="en-IN" sz="1350" dirty="0" err="1">
                <a:latin typeface="Amasis MT Pro" panose="02040504050005020304" pitchFamily="18" charset="0"/>
              </a:rPr>
              <a:t>empName</a:t>
            </a:r>
            <a:r>
              <a:rPr lang="en-IN" sz="1350" dirty="0">
                <a:latin typeface="Amasis MT Pro" panose="02040504050005020304" pitchFamily="18" charset="0"/>
              </a:rPr>
              <a:t>, salary, currency, gender, smoker,…etc.</a:t>
            </a:r>
          </a:p>
          <a:p>
            <a:r>
              <a:rPr lang="en-IN" sz="1350" dirty="0">
                <a:latin typeface="Amasis MT Pro" panose="02040504050005020304" pitchFamily="18" charset="0"/>
                <a:hlinkClick r:id="rId3"/>
              </a:rPr>
              <a:t>https://services.odata.org/V3/Northwind/Northwind.svc</a:t>
            </a:r>
            <a:r>
              <a:rPr lang="en-IN" sz="1350" dirty="0">
                <a:highlight>
                  <a:srgbClr val="FFFF00"/>
                </a:highlight>
                <a:latin typeface="Amasis MT Pro" panose="02040504050005020304" pitchFamily="18" charset="0"/>
                <a:hlinkClick r:id="rId3"/>
              </a:rPr>
              <a:t>/$metadata</a:t>
            </a:r>
            <a:endParaRPr lang="en-IN" sz="1350" dirty="0">
              <a:highlight>
                <a:srgbClr val="FFFF00"/>
              </a:highlight>
              <a:latin typeface="Amasis MT Pro" panose="02040504050005020304" pitchFamily="18" charset="0"/>
            </a:endParaRPr>
          </a:p>
          <a:p>
            <a:endParaRPr lang="en-IN" sz="1350" dirty="0">
              <a:latin typeface="Amasis MT Pro" panose="02040504050005020304" pitchFamily="18" charset="0"/>
            </a:endParaRPr>
          </a:p>
          <a:p>
            <a:r>
              <a:rPr lang="en-IN" sz="1350" dirty="0">
                <a:latin typeface="Amasis MT Pro" panose="02040504050005020304" pitchFamily="18" charset="0"/>
              </a:rPr>
              <a:t>To get all the data from Customers – SELECT * FROM customers</a:t>
            </a:r>
          </a:p>
          <a:p>
            <a:r>
              <a:rPr lang="en-IN" sz="1350" dirty="0">
                <a:latin typeface="Amasis MT Pro" panose="02040504050005020304" pitchFamily="18" charset="0"/>
                <a:hlinkClick r:id="rId4"/>
              </a:rPr>
              <a:t>https://services.odata.org/V3/Northwind/Northwind.svc/Customers</a:t>
            </a:r>
            <a:r>
              <a:rPr lang="en-IN" sz="1350" dirty="0">
                <a:highlight>
                  <a:srgbClr val="FFFF00"/>
                </a:highlight>
                <a:latin typeface="Amasis MT Pro" panose="02040504050005020304" pitchFamily="18" charset="0"/>
                <a:hlinkClick r:id="rId4"/>
              </a:rPr>
              <a:t>?$format=json</a:t>
            </a:r>
            <a:endParaRPr lang="en-IN" sz="1350" dirty="0">
              <a:highlight>
                <a:srgbClr val="FFFF00"/>
              </a:highlight>
              <a:latin typeface="Amasis MT Pro" panose="02040504050005020304" pitchFamily="18" charset="0"/>
            </a:endParaRPr>
          </a:p>
          <a:p>
            <a:endParaRPr lang="en-IN" sz="1350" dirty="0">
              <a:latin typeface="Amasis MT Pro" panose="02040504050005020304" pitchFamily="18" charset="0"/>
            </a:endParaRPr>
          </a:p>
          <a:p>
            <a:r>
              <a:rPr lang="en-IN" sz="1350" dirty="0">
                <a:latin typeface="Amasis MT Pro" panose="02040504050005020304" pitchFamily="18" charset="0"/>
              </a:rPr>
              <a:t>Get Single customer data by Primary Key – SELECT SINGLE * FROM customers WHERE </a:t>
            </a:r>
            <a:r>
              <a:rPr lang="en-IN" sz="1350" dirty="0" err="1">
                <a:latin typeface="Amasis MT Pro" panose="02040504050005020304" pitchFamily="18" charset="0"/>
              </a:rPr>
              <a:t>custId</a:t>
            </a:r>
            <a:r>
              <a:rPr lang="en-IN" sz="1350" dirty="0">
                <a:latin typeface="Amasis MT Pro" panose="02040504050005020304" pitchFamily="18" charset="0"/>
              </a:rPr>
              <a:t> = &lt;&lt;id&gt;&gt;</a:t>
            </a:r>
          </a:p>
          <a:p>
            <a:r>
              <a:rPr lang="en-IN" sz="1350" dirty="0">
                <a:latin typeface="Amasis MT Pro" panose="02040504050005020304" pitchFamily="18" charset="0"/>
                <a:hlinkClick r:id="rId5"/>
              </a:rPr>
              <a:t>https://services.odata.org/V3/Northwind/Northwind.svc/Customers(</a:t>
            </a:r>
            <a:r>
              <a:rPr lang="en-IN" sz="1350" dirty="0">
                <a:highlight>
                  <a:srgbClr val="FFFF00"/>
                </a:highlight>
                <a:latin typeface="Amasis MT Pro" panose="02040504050005020304" pitchFamily="18" charset="0"/>
                <a:hlinkClick r:id="rId5"/>
              </a:rPr>
              <a:t>'ANATR'</a:t>
            </a:r>
            <a:r>
              <a:rPr lang="en-IN" sz="1350" dirty="0">
                <a:latin typeface="Amasis MT Pro" panose="02040504050005020304" pitchFamily="18" charset="0"/>
                <a:hlinkClick r:id="rId5"/>
              </a:rPr>
              <a:t>)?$format=json</a:t>
            </a:r>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dirty="0">
                <a:latin typeface="Amasis MT Pro" panose="02040504050005020304" pitchFamily="18" charset="0"/>
              </a:rPr>
              <a:t>Get All records by a condition – SELECT * FROM customers WHERE Country = ‘</a:t>
            </a:r>
            <a:r>
              <a:rPr lang="en-IN" sz="1350" dirty="0" err="1">
                <a:latin typeface="Amasis MT Pro" panose="02040504050005020304" pitchFamily="18" charset="0"/>
              </a:rPr>
              <a:t>Maxico</a:t>
            </a:r>
            <a:r>
              <a:rPr lang="en-IN" sz="1350" dirty="0">
                <a:latin typeface="Amasis MT Pro" panose="02040504050005020304" pitchFamily="18" charset="0"/>
              </a:rPr>
              <a:t>’</a:t>
            </a:r>
          </a:p>
          <a:p>
            <a:r>
              <a:rPr lang="en-IN" sz="1350" dirty="0">
                <a:latin typeface="Amasis MT Pro" panose="02040504050005020304" pitchFamily="18" charset="0"/>
                <a:hlinkClick r:id="rId6"/>
              </a:rPr>
              <a:t>https://services.odata.org/V3/Northwind/Northwind.svc/Customers?$format=json</a:t>
            </a:r>
            <a:r>
              <a:rPr lang="en-IN" sz="1350" dirty="0">
                <a:highlight>
                  <a:srgbClr val="FFFF00"/>
                </a:highlight>
                <a:latin typeface="Amasis MT Pro" panose="02040504050005020304" pitchFamily="18" charset="0"/>
                <a:hlinkClick r:id="rId6"/>
              </a:rPr>
              <a:t>&amp;$filter</a:t>
            </a:r>
            <a:r>
              <a:rPr lang="en-IN" sz="1350" dirty="0">
                <a:latin typeface="Amasis MT Pro" panose="02040504050005020304" pitchFamily="18" charset="0"/>
                <a:hlinkClick r:id="rId6"/>
              </a:rPr>
              <a:t>=Country%20eq%20%27Mexico%27</a:t>
            </a:r>
            <a:endParaRPr lang="en-IN" sz="1350" dirty="0">
              <a:latin typeface="Amasis MT Pro" panose="02040504050005020304" pitchFamily="18" charset="0"/>
            </a:endParaRPr>
          </a:p>
          <a:p>
            <a:r>
              <a:rPr lang="en-IN" sz="1350" dirty="0">
                <a:latin typeface="Amasis MT Pro" panose="02040504050005020304" pitchFamily="18" charset="0"/>
                <a:hlinkClick r:id="rId7"/>
              </a:rPr>
              <a:t>https://services.odata.org/V2/Northwind/Northwind.svc/Customers?$format=json&amp;$filter=Country </a:t>
            </a:r>
            <a:r>
              <a:rPr lang="en-IN" sz="1350" dirty="0" err="1">
                <a:latin typeface="Amasis MT Pro" panose="02040504050005020304" pitchFamily="18" charset="0"/>
                <a:hlinkClick r:id="rId7"/>
              </a:rPr>
              <a:t>eq</a:t>
            </a:r>
            <a:r>
              <a:rPr lang="en-IN" sz="1350" dirty="0">
                <a:latin typeface="Amasis MT Pro" panose="02040504050005020304" pitchFamily="18" charset="0"/>
              </a:rPr>
              <a:t> ‘Germany’</a:t>
            </a:r>
          </a:p>
          <a:p>
            <a:endParaRPr lang="en-IN" sz="1350" dirty="0">
              <a:latin typeface="Amasis MT Pro" panose="02040504050005020304" pitchFamily="18" charset="0"/>
            </a:endParaRPr>
          </a:p>
          <a:p>
            <a:endParaRPr lang="en-IN" sz="1350" dirty="0">
              <a:latin typeface="Amasis MT Pro" panose="02040504050005020304" pitchFamily="18" charset="0"/>
            </a:endParaRPr>
          </a:p>
          <a:p>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D7EF4C9B-26C1-9535-26BD-CC73CE97CE7A}"/>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D56A335E-6C22-1226-10E4-A8AC662B7D38}"/>
              </a:ext>
            </a:extLst>
          </p:cNvPr>
          <p:cNvPicPr>
            <a:picLocks noChangeAspect="1"/>
          </p:cNvPicPr>
          <p:nvPr/>
        </p:nvPicPr>
        <p:blipFill>
          <a:blip r:embed="rId8"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F9AD760B-8EA8-BBE6-57A4-B88955C460A2}"/>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294772064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1AED2-9BA4-0C4C-12EA-8D309A631B48}"/>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B37821DE-0FF5-1854-6EB4-A1EE982173F1}"/>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Continue..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122E6B4-E64B-6F08-11C4-7A1F265C5CC1}"/>
              </a:ext>
            </a:extLst>
          </p:cNvPr>
          <p:cNvSpPr txBox="1"/>
          <p:nvPr/>
        </p:nvSpPr>
        <p:spPr>
          <a:xfrm>
            <a:off x="134426" y="490759"/>
            <a:ext cx="8615133" cy="3831802"/>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Get data by checking pattern – SELECT * FROM customers WHERE </a:t>
            </a:r>
            <a:r>
              <a:rPr lang="en-IN" sz="1350" dirty="0" err="1">
                <a:latin typeface="Amasis MT Pro" panose="02040504050005020304" pitchFamily="18" charset="0"/>
              </a:rPr>
              <a:t>CompanyName</a:t>
            </a:r>
            <a:r>
              <a:rPr lang="en-IN" sz="1350" dirty="0">
                <a:latin typeface="Amasis MT Pro" panose="02040504050005020304" pitchFamily="18" charset="0"/>
              </a:rPr>
              <a:t> LIKE ‘mor’</a:t>
            </a:r>
          </a:p>
          <a:p>
            <a:r>
              <a:rPr lang="en-IN" sz="1350" dirty="0">
                <a:latin typeface="Amasis MT Pro" panose="02040504050005020304" pitchFamily="18" charset="0"/>
                <a:hlinkClick r:id="rId2"/>
              </a:rPr>
              <a:t>https://services.odata.org/V3/Northwind/Northwind.svc/Customers?$format=json</a:t>
            </a:r>
            <a:r>
              <a:rPr lang="en-IN" sz="1350" dirty="0">
                <a:highlight>
                  <a:srgbClr val="FFFF00"/>
                </a:highlight>
                <a:latin typeface="Amasis MT Pro" panose="02040504050005020304" pitchFamily="18" charset="0"/>
                <a:hlinkClick r:id="rId2"/>
              </a:rPr>
              <a:t>&amp;$filter</a:t>
            </a:r>
            <a:r>
              <a:rPr lang="en-IN" sz="1350" dirty="0">
                <a:latin typeface="Amasis MT Pro" panose="02040504050005020304" pitchFamily="18" charset="0"/>
                <a:hlinkClick r:id="rId2"/>
              </a:rPr>
              <a:t>=substringof(%27Mor%27,CompanyName)%20eq%20true</a:t>
            </a:r>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dirty="0">
                <a:latin typeface="Amasis MT Pro" panose="02040504050005020304" pitchFamily="18" charset="0"/>
              </a:rPr>
              <a:t>Getting only Selected Columns – SELECT col1, col2, col3 FROM customers</a:t>
            </a:r>
          </a:p>
          <a:p>
            <a:r>
              <a:rPr lang="en-IN" sz="1350" dirty="0">
                <a:latin typeface="Amasis MT Pro" panose="02040504050005020304" pitchFamily="18" charset="0"/>
                <a:hlinkClick r:id="rId3"/>
              </a:rPr>
              <a:t>https://services.odata.org/V3/Northwind/Northwind.svc/Customers?$format=json</a:t>
            </a:r>
            <a:r>
              <a:rPr lang="en-IN" sz="1350" dirty="0">
                <a:highlight>
                  <a:srgbClr val="FFFF00"/>
                </a:highlight>
                <a:latin typeface="Amasis MT Pro" panose="02040504050005020304" pitchFamily="18" charset="0"/>
                <a:hlinkClick r:id="rId3"/>
              </a:rPr>
              <a:t>&amp;$select</a:t>
            </a:r>
            <a:r>
              <a:rPr lang="en-IN" sz="1350" dirty="0">
                <a:latin typeface="Amasis MT Pro" panose="02040504050005020304" pitchFamily="18" charset="0"/>
                <a:hlinkClick r:id="rId3"/>
              </a:rPr>
              <a:t>=CustomerID,CompanyName,City,Country</a:t>
            </a:r>
            <a:endParaRPr lang="en-IN" sz="1350" dirty="0">
              <a:latin typeface="Amasis MT Pro" panose="02040504050005020304" pitchFamily="18" charset="0"/>
            </a:endParaRPr>
          </a:p>
          <a:p>
            <a:endParaRPr lang="en-IN" sz="1350" dirty="0">
              <a:latin typeface="Amasis MT Pro" panose="02040504050005020304" pitchFamily="18" charset="0"/>
            </a:endParaRPr>
          </a:p>
          <a:p>
            <a:r>
              <a:rPr lang="en-IN" sz="1350" dirty="0">
                <a:latin typeface="Amasis MT Pro" panose="02040504050005020304" pitchFamily="18" charset="0"/>
              </a:rPr>
              <a:t>Counting the total records</a:t>
            </a:r>
          </a:p>
          <a:p>
            <a:r>
              <a:rPr lang="en-IN" sz="1350" dirty="0">
                <a:latin typeface="Amasis MT Pro" panose="02040504050005020304" pitchFamily="18" charset="0"/>
                <a:hlinkClick r:id="rId4"/>
              </a:rPr>
              <a:t>https://services.odata.org/V3/Northwind/Northwind.svc/Customers</a:t>
            </a:r>
            <a:r>
              <a:rPr lang="en-IN" sz="1350" dirty="0">
                <a:highlight>
                  <a:srgbClr val="FFFF00"/>
                </a:highlight>
                <a:latin typeface="Amasis MT Pro" panose="02040504050005020304" pitchFamily="18" charset="0"/>
                <a:hlinkClick r:id="rId4"/>
              </a:rPr>
              <a:t>/$count</a:t>
            </a:r>
            <a:endParaRPr lang="en-IN" sz="1350" dirty="0">
              <a:highlight>
                <a:srgbClr val="FFFF00"/>
              </a:highlight>
              <a:latin typeface="Amasis MT Pro" panose="02040504050005020304" pitchFamily="18" charset="0"/>
            </a:endParaRPr>
          </a:p>
          <a:p>
            <a:endParaRPr lang="en-IN" sz="1350" dirty="0">
              <a:latin typeface="Amasis MT Pro" panose="02040504050005020304" pitchFamily="18" charset="0"/>
            </a:endParaRPr>
          </a:p>
          <a:p>
            <a:r>
              <a:rPr lang="en-IN" sz="1350" dirty="0">
                <a:latin typeface="Amasis MT Pro" panose="02040504050005020304" pitchFamily="18" charset="0"/>
              </a:rPr>
              <a:t>How to load data from Multiple entities together – SELECT * FROM tab1 INNER JOIN tab2 ON </a:t>
            </a:r>
            <a:r>
              <a:rPr lang="en-IN" sz="1350" dirty="0" err="1">
                <a:latin typeface="Amasis MT Pro" panose="02040504050005020304" pitchFamily="18" charset="0"/>
              </a:rPr>
              <a:t>joincondition</a:t>
            </a:r>
            <a:endParaRPr lang="en-IN" sz="1350" dirty="0">
              <a:latin typeface="Amasis MT Pro" panose="02040504050005020304" pitchFamily="18" charset="0"/>
            </a:endParaRPr>
          </a:p>
          <a:p>
            <a:r>
              <a:rPr lang="en-IN" sz="1350" dirty="0">
                <a:latin typeface="Amasis MT Pro" panose="02040504050005020304" pitchFamily="18" charset="0"/>
                <a:hlinkClick r:id="rId5"/>
              </a:rPr>
              <a:t>https://services.odata.org/V3/Northwind/Northwind.svc/Customers('ALFKI')?$format=json</a:t>
            </a:r>
            <a:r>
              <a:rPr lang="en-IN" sz="1350" dirty="0">
                <a:highlight>
                  <a:srgbClr val="FFFF00"/>
                </a:highlight>
                <a:latin typeface="Amasis MT Pro" panose="02040504050005020304" pitchFamily="18" charset="0"/>
                <a:hlinkClick r:id="rId5"/>
              </a:rPr>
              <a:t>&amp;$expand</a:t>
            </a:r>
            <a:r>
              <a:rPr lang="en-IN" sz="1350" dirty="0">
                <a:latin typeface="Amasis MT Pro" panose="02040504050005020304" pitchFamily="18" charset="0"/>
                <a:hlinkClick r:id="rId5"/>
              </a:rPr>
              <a:t>=Orders</a:t>
            </a:r>
            <a:endParaRPr lang="en-IN" sz="1350" dirty="0">
              <a:latin typeface="Amasis MT Pro" panose="02040504050005020304" pitchFamily="18" charset="0"/>
            </a:endParaRPr>
          </a:p>
          <a:p>
            <a:r>
              <a:rPr lang="en-IN" sz="1350" dirty="0">
                <a:latin typeface="Amasis MT Pro" panose="02040504050005020304" pitchFamily="18" charset="0"/>
              </a:rPr>
              <a:t>Note: The association has to be created first and then a Navigation property is created.</a:t>
            </a:r>
          </a:p>
          <a:p>
            <a:endParaRPr lang="en-IN" sz="1350" dirty="0">
              <a:latin typeface="Amasis MT Pro" panose="02040504050005020304" pitchFamily="18" charset="0"/>
            </a:endParaRPr>
          </a:p>
          <a:p>
            <a:r>
              <a:rPr lang="en-IN" sz="1350" dirty="0">
                <a:latin typeface="Amasis MT Pro" panose="02040504050005020304" pitchFamily="18" charset="0"/>
              </a:rPr>
              <a:t>To test post call we use a tool called POSTMAN</a:t>
            </a:r>
          </a:p>
          <a:p>
            <a:r>
              <a:rPr lang="en-IN" sz="1350" dirty="0">
                <a:latin typeface="Amasis MT Pro" panose="02040504050005020304" pitchFamily="18" charset="0"/>
                <a:hlinkClick r:id="rId6"/>
              </a:rPr>
              <a:t>https://www.postman.com/product/tools/</a:t>
            </a:r>
            <a:endParaRPr lang="en-IN" sz="1350" dirty="0">
              <a:latin typeface="Amasis MT Pro" panose="02040504050005020304" pitchFamily="18" charset="0"/>
            </a:endParaRPr>
          </a:p>
          <a:p>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536E0901-8B52-6B80-7F4A-31EA943E70AB}"/>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DA75CFBA-6336-BB6A-4FE1-7A6E65EDCAEE}"/>
              </a:ext>
            </a:extLst>
          </p:cNvPr>
          <p:cNvPicPr>
            <a:picLocks noChangeAspect="1"/>
          </p:cNvPicPr>
          <p:nvPr/>
        </p:nvPicPr>
        <p:blipFill>
          <a:blip r:embed="rId7"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B117F80A-F1D1-5697-CF2C-AF3FFEDFD14F}"/>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21501424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0003B-14AC-A6A2-21CF-6403C58937AF}"/>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51E33A04-AAFF-A69B-EF4B-A6964CA693F5}"/>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Association</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EAB9922-B2B0-76A6-6C07-9CA1267B44F2}"/>
              </a:ext>
            </a:extLst>
          </p:cNvPr>
          <p:cNvSpPr txBox="1"/>
          <p:nvPr/>
        </p:nvSpPr>
        <p:spPr>
          <a:xfrm>
            <a:off x="134426" y="490759"/>
            <a:ext cx="8615133" cy="923314"/>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When we connect 2 tables, we use the JOIN, however we have association in </a:t>
            </a:r>
            <a:r>
              <a:rPr lang="en-IN" sz="1350" dirty="0" err="1">
                <a:latin typeface="Amasis MT Pro" panose="02040504050005020304" pitchFamily="18" charset="0"/>
              </a:rPr>
              <a:t>odata</a:t>
            </a:r>
            <a:r>
              <a:rPr lang="en-IN" sz="1350" dirty="0">
                <a:latin typeface="Amasis MT Pro" panose="02040504050005020304" pitchFamily="18" charset="0"/>
              </a:rPr>
              <a:t> which is a on-demand join, to load data whenever we need it. E.g. I am looking at a customer, I want to know order specific to this customer only. I can use my association.</a:t>
            </a:r>
          </a:p>
          <a:p>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98F1A7E4-CB1D-5800-F6FE-B49DFDA2E9A7}"/>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9A99B725-B4F7-33BA-F8C5-2CDBEA6116A1}"/>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8C6F893E-AF90-8241-FA5A-4E6707E9242E}"/>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103297925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804B6-0F95-BA0D-705D-920E1FF6A2C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7634932D-7BF1-8133-E820-805AEB7D187C}"/>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Architecture – Fiori Deployment Model</a:t>
            </a:r>
            <a:endParaRPr lang="en-IN" sz="2000"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6302666-2B1D-B5EC-8814-DCA945F2C26A}"/>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9AFEAC4C-3784-539E-D8D1-A554246076B0}"/>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25105F5B-0363-9993-91BB-CEB8E9A1EB67}"/>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4B55F0A3-1D4F-2A80-97F8-5CEF7D191999}"/>
              </a:ext>
            </a:extLst>
          </p:cNvPr>
          <p:cNvSpPr/>
          <p:nvPr/>
        </p:nvSpPr>
        <p:spPr>
          <a:xfrm>
            <a:off x="228600" y="2952750"/>
            <a:ext cx="2971800" cy="990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latin typeface="72 Monospace" panose="020B0509030603020204" pitchFamily="49" charset="0"/>
                <a:cs typeface="72 Monospace" panose="020B0509030603020204" pitchFamily="49" charset="0"/>
              </a:rPr>
              <a:t>SAP ECC Backend system (BES)</a:t>
            </a:r>
          </a:p>
          <a:p>
            <a:pPr algn="ctr"/>
            <a:r>
              <a:rPr lang="en-IN" sz="1600" dirty="0">
                <a:latin typeface="72 Condensed" panose="020B0506030000000003" pitchFamily="34" charset="0"/>
                <a:cs typeface="72 Condensed" panose="020B0506030000000003" pitchFamily="34" charset="0"/>
              </a:rPr>
              <a:t>Lower version of SAP NW</a:t>
            </a:r>
          </a:p>
          <a:p>
            <a:pPr algn="ctr"/>
            <a:r>
              <a:rPr lang="en-IN" sz="1600" dirty="0">
                <a:latin typeface="72 Condensed" panose="020B0506030000000003" pitchFamily="34" charset="0"/>
                <a:cs typeface="72 Condensed" panose="020B0506030000000003" pitchFamily="34" charset="0"/>
              </a:rPr>
              <a:t>RICEF</a:t>
            </a:r>
          </a:p>
        </p:txBody>
      </p:sp>
      <p:sp>
        <p:nvSpPr>
          <p:cNvPr id="8" name="Flowchart: Magnetic Disk 7">
            <a:extLst>
              <a:ext uri="{FF2B5EF4-FFF2-40B4-BE49-F238E27FC236}">
                <a16:creationId xmlns:a16="http://schemas.microsoft.com/office/drawing/2014/main" id="{4AB5B3ED-1FB5-422B-3CF1-EFCF060B511E}"/>
              </a:ext>
            </a:extLst>
          </p:cNvPr>
          <p:cNvSpPr/>
          <p:nvPr/>
        </p:nvSpPr>
        <p:spPr>
          <a:xfrm>
            <a:off x="1433862" y="4264043"/>
            <a:ext cx="762000" cy="789963"/>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5A54669F-EBFF-B9AA-D1BA-B9B83EF414DA}"/>
              </a:ext>
            </a:extLst>
          </p:cNvPr>
          <p:cNvCxnSpPr>
            <a:cxnSpLocks/>
            <a:stCxn id="7" idx="2"/>
            <a:endCxn id="8" idx="1"/>
          </p:cNvCxnSpPr>
          <p:nvPr/>
        </p:nvCxnSpPr>
        <p:spPr>
          <a:xfrm>
            <a:off x="1714500" y="3943350"/>
            <a:ext cx="100362" cy="32069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0184933-E0A8-02B7-3ACB-B1FADA75822F}"/>
              </a:ext>
            </a:extLst>
          </p:cNvPr>
          <p:cNvSpPr/>
          <p:nvPr/>
        </p:nvSpPr>
        <p:spPr>
          <a:xfrm>
            <a:off x="223548" y="1554018"/>
            <a:ext cx="3172524" cy="990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72 Monospace" panose="020B0509030603020204" pitchFamily="49" charset="0"/>
                <a:cs typeface="72 Monospace" panose="020B0509030603020204" pitchFamily="49" charset="0"/>
              </a:rPr>
              <a:t>Fiori Frontend system(FES)</a:t>
            </a:r>
          </a:p>
          <a:p>
            <a:pPr algn="ctr"/>
            <a:r>
              <a:rPr lang="en-IN" sz="1600" dirty="0">
                <a:latin typeface="72 Condensed" panose="020B0506030000000003" pitchFamily="34" charset="0"/>
                <a:cs typeface="72 Condensed" panose="020B0506030000000003" pitchFamily="34" charset="0"/>
              </a:rPr>
              <a:t>Standard and Custom Fiori Apps</a:t>
            </a:r>
          </a:p>
          <a:p>
            <a:pPr algn="ctr"/>
            <a:r>
              <a:rPr lang="en-IN" sz="1600" dirty="0">
                <a:latin typeface="72 Condensed" panose="020B0506030000000003" pitchFamily="34" charset="0"/>
                <a:cs typeface="72 Condensed" panose="020B0506030000000003" pitchFamily="34" charset="0"/>
              </a:rPr>
              <a:t>Launchpad, SAP_GWFND</a:t>
            </a:r>
          </a:p>
        </p:txBody>
      </p:sp>
      <p:cxnSp>
        <p:nvCxnSpPr>
          <p:cNvPr id="14" name="Straight Arrow Connector 13">
            <a:extLst>
              <a:ext uri="{FF2B5EF4-FFF2-40B4-BE49-F238E27FC236}">
                <a16:creationId xmlns:a16="http://schemas.microsoft.com/office/drawing/2014/main" id="{7F134E9E-58E1-BE53-7BA5-186DAF743AD0}"/>
              </a:ext>
            </a:extLst>
          </p:cNvPr>
          <p:cNvCxnSpPr>
            <a:cxnSpLocks/>
            <a:stCxn id="12" idx="2"/>
            <a:endCxn id="7" idx="0"/>
          </p:cNvCxnSpPr>
          <p:nvPr/>
        </p:nvCxnSpPr>
        <p:spPr>
          <a:xfrm flipH="1">
            <a:off x="1714500" y="2544618"/>
            <a:ext cx="95310" cy="40813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6E381EDA-2D12-E3F4-9428-1F10E04AB084}"/>
              </a:ext>
            </a:extLst>
          </p:cNvPr>
          <p:cNvSpPr/>
          <p:nvPr/>
        </p:nvSpPr>
        <p:spPr>
          <a:xfrm>
            <a:off x="1009710" y="571329"/>
            <a:ext cx="1600200" cy="6551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Browser / GUI</a:t>
            </a:r>
          </a:p>
        </p:txBody>
      </p:sp>
      <p:cxnSp>
        <p:nvCxnSpPr>
          <p:cNvPr id="17" name="Straight Arrow Connector 16">
            <a:extLst>
              <a:ext uri="{FF2B5EF4-FFF2-40B4-BE49-F238E27FC236}">
                <a16:creationId xmlns:a16="http://schemas.microsoft.com/office/drawing/2014/main" id="{0C09C44A-6CCC-0FEF-F71F-EE0659A381E8}"/>
              </a:ext>
            </a:extLst>
          </p:cNvPr>
          <p:cNvCxnSpPr>
            <a:stCxn id="15" idx="2"/>
            <a:endCxn id="12" idx="0"/>
          </p:cNvCxnSpPr>
          <p:nvPr/>
        </p:nvCxnSpPr>
        <p:spPr>
          <a:xfrm>
            <a:off x="1809810" y="1226455"/>
            <a:ext cx="0" cy="32756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88E295D-74C5-3A52-C64E-60DFDC25B437}"/>
              </a:ext>
            </a:extLst>
          </p:cNvPr>
          <p:cNvSpPr/>
          <p:nvPr/>
        </p:nvSpPr>
        <p:spPr>
          <a:xfrm>
            <a:off x="1696059" y="2715075"/>
            <a:ext cx="132192" cy="76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EAB79D9E-8D07-EEBF-2FC2-D8FC4CACC2AB}"/>
              </a:ext>
            </a:extLst>
          </p:cNvPr>
          <p:cNvSpPr txBox="1"/>
          <p:nvPr/>
        </p:nvSpPr>
        <p:spPr>
          <a:xfrm>
            <a:off x="1942002" y="2577584"/>
            <a:ext cx="762000" cy="369332"/>
          </a:xfrm>
          <a:prstGeom prst="rect">
            <a:avLst/>
          </a:prstGeom>
          <a:noFill/>
        </p:spPr>
        <p:txBody>
          <a:bodyPr wrap="square" rtlCol="0">
            <a:spAutoFit/>
          </a:bodyPr>
          <a:lstStyle/>
          <a:p>
            <a:r>
              <a:rPr lang="en-IN" b="1" dirty="0" err="1"/>
              <a:t>rfc</a:t>
            </a:r>
            <a:endParaRPr lang="en-IN" b="1" dirty="0"/>
          </a:p>
        </p:txBody>
      </p:sp>
      <p:sp>
        <p:nvSpPr>
          <p:cNvPr id="21" name="TextBox 20">
            <a:extLst>
              <a:ext uri="{FF2B5EF4-FFF2-40B4-BE49-F238E27FC236}">
                <a16:creationId xmlns:a16="http://schemas.microsoft.com/office/drawing/2014/main" id="{597B891F-7B6F-E195-56E1-E28867F374B3}"/>
              </a:ext>
            </a:extLst>
          </p:cNvPr>
          <p:cNvSpPr txBox="1"/>
          <p:nvPr/>
        </p:nvSpPr>
        <p:spPr>
          <a:xfrm>
            <a:off x="3733800" y="571329"/>
            <a:ext cx="5257800" cy="3323987"/>
          </a:xfrm>
          <a:prstGeom prst="rect">
            <a:avLst/>
          </a:prstGeom>
          <a:noFill/>
        </p:spPr>
        <p:txBody>
          <a:bodyPr wrap="square" rtlCol="0">
            <a:spAutoFit/>
          </a:bodyPr>
          <a:lstStyle/>
          <a:p>
            <a:r>
              <a:rPr lang="en-IN" sz="1400" b="1" dirty="0"/>
              <a:t>SAP Fiori Central HUB Deployment</a:t>
            </a:r>
          </a:p>
          <a:p>
            <a:r>
              <a:rPr lang="en-IN" sz="1400" b="1" dirty="0"/>
              <a:t>Pros:</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Customers do not need to upgrade their system</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Innovation w/o disruption</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Double security</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If one system is down, the other one continue to work</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Good isolation</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Work like a switch (HUB)</a:t>
            </a:r>
          </a:p>
          <a:p>
            <a:r>
              <a:rPr lang="en-IN" sz="1400" b="1" dirty="0"/>
              <a:t>Cons:</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Double maintenance</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High Efforts (created users and roles in both systems)</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Cost is high</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Confusion in developers (</a:t>
            </a:r>
            <a:r>
              <a:rPr lang="en-IN" sz="1400" dirty="0" err="1">
                <a:latin typeface="72 Condensed" panose="020B0506030000000003" pitchFamily="34" charset="0"/>
                <a:cs typeface="72 Condensed" panose="020B0506030000000003" pitchFamily="34" charset="0"/>
              </a:rPr>
              <a:t>odata</a:t>
            </a:r>
            <a:r>
              <a:rPr lang="en-IN" sz="1400" dirty="0">
                <a:latin typeface="72 Condensed" panose="020B0506030000000003" pitchFamily="34" charset="0"/>
                <a:cs typeface="72 Condensed" panose="020B0506030000000003" pitchFamily="34" charset="0"/>
              </a:rPr>
              <a:t> project – BES, </a:t>
            </a:r>
            <a:r>
              <a:rPr lang="en-IN" sz="1400" dirty="0" err="1">
                <a:latin typeface="72 Condensed" panose="020B0506030000000003" pitchFamily="34" charset="0"/>
                <a:cs typeface="72 Condensed" panose="020B0506030000000003" pitchFamily="34" charset="0"/>
              </a:rPr>
              <a:t>odata</a:t>
            </a:r>
            <a:r>
              <a:rPr lang="en-IN" sz="1400" dirty="0">
                <a:latin typeface="72 Condensed" panose="020B0506030000000003" pitchFamily="34" charset="0"/>
                <a:cs typeface="72 Condensed" panose="020B0506030000000003" pitchFamily="34" charset="0"/>
              </a:rPr>
              <a:t> registration – FES)</a:t>
            </a:r>
          </a:p>
          <a:p>
            <a:pPr marL="285750" indent="-285750">
              <a:buFont typeface="Arial" panose="020B0604020202020204" pitchFamily="34" charset="0"/>
              <a:buChar char="•"/>
            </a:pPr>
            <a:endParaRPr lang="en-IN" sz="1400" dirty="0">
              <a:latin typeface="72 Condensed" panose="020B0506030000000003" pitchFamily="34" charset="0"/>
              <a:cs typeface="72 Condensed" panose="020B0506030000000003" pitchFamily="34" charset="0"/>
            </a:endParaRPr>
          </a:p>
          <a:p>
            <a:endParaRPr lang="en-IN" sz="1400" b="1" dirty="0"/>
          </a:p>
        </p:txBody>
      </p:sp>
      <p:sp>
        <p:nvSpPr>
          <p:cNvPr id="22" name="Rectangle 21">
            <a:extLst>
              <a:ext uri="{FF2B5EF4-FFF2-40B4-BE49-F238E27FC236}">
                <a16:creationId xmlns:a16="http://schemas.microsoft.com/office/drawing/2014/main" id="{FDB315CF-C39E-2C78-6A1A-16BE7036443D}"/>
              </a:ext>
            </a:extLst>
          </p:cNvPr>
          <p:cNvSpPr/>
          <p:nvPr/>
        </p:nvSpPr>
        <p:spPr>
          <a:xfrm>
            <a:off x="3275362" y="2965966"/>
            <a:ext cx="382218" cy="990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700" dirty="0"/>
              <a:t>CRM</a:t>
            </a:r>
          </a:p>
          <a:p>
            <a:pPr algn="ctr"/>
            <a:r>
              <a:rPr lang="en-IN" sz="700" dirty="0"/>
              <a:t>SRM</a:t>
            </a:r>
          </a:p>
          <a:p>
            <a:pPr algn="ctr"/>
            <a:r>
              <a:rPr lang="en-IN" sz="700" dirty="0"/>
              <a:t>BW</a:t>
            </a:r>
          </a:p>
          <a:p>
            <a:pPr algn="ctr"/>
            <a:r>
              <a:rPr lang="en-IN" sz="700" dirty="0"/>
              <a:t>HCM</a:t>
            </a:r>
          </a:p>
          <a:p>
            <a:pPr algn="ctr"/>
            <a:r>
              <a:rPr lang="en-IN" sz="700" dirty="0"/>
              <a:t>PLM</a:t>
            </a:r>
          </a:p>
        </p:txBody>
      </p:sp>
    </p:spTree>
    <p:extLst>
      <p:ext uri="{BB962C8B-B14F-4D97-AF65-F5344CB8AC3E}">
        <p14:creationId xmlns:p14="http://schemas.microsoft.com/office/powerpoint/2010/main" val="139042681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F5A74-D460-5154-FE9A-6305113932DD}"/>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4902C757-09DC-1FB4-1D00-1DEC7780224C}"/>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Architecture – Fiori Deployment Model</a:t>
            </a:r>
            <a:endParaRPr lang="en-IN" sz="2000"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331B1B8-B778-680D-5DD5-F0AAAEE037C2}"/>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CCFD8211-649E-4360-9397-7A1D1D35F3DB}"/>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4932181E-4FEA-20D8-5991-396CAD69931A}"/>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A44F8B12-F5F5-2013-08E1-7E6E81ED5028}"/>
              </a:ext>
            </a:extLst>
          </p:cNvPr>
          <p:cNvSpPr/>
          <p:nvPr/>
        </p:nvSpPr>
        <p:spPr>
          <a:xfrm>
            <a:off x="228600" y="2532268"/>
            <a:ext cx="2971800" cy="14110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latin typeface="72 Monospace" panose="020B0509030603020204" pitchFamily="49" charset="0"/>
                <a:cs typeface="72 Monospace" panose="020B0509030603020204" pitchFamily="49" charset="0"/>
              </a:rPr>
              <a:t>SAP ECC Backend system (BES)</a:t>
            </a:r>
          </a:p>
          <a:p>
            <a:pPr algn="ctr"/>
            <a:r>
              <a:rPr lang="en-IN" sz="1600" dirty="0">
                <a:latin typeface="72 Condensed" panose="020B0506030000000003" pitchFamily="34" charset="0"/>
                <a:cs typeface="72 Condensed" panose="020B0506030000000003" pitchFamily="34" charset="0"/>
              </a:rPr>
              <a:t>Lower version of SAP NW</a:t>
            </a:r>
          </a:p>
          <a:p>
            <a:pPr algn="ctr"/>
            <a:r>
              <a:rPr lang="en-IN" sz="1600" dirty="0">
                <a:latin typeface="72 Condensed" panose="020B0506030000000003" pitchFamily="34" charset="0"/>
                <a:cs typeface="72 Condensed" panose="020B0506030000000003" pitchFamily="34" charset="0"/>
              </a:rPr>
              <a:t>RICEF</a:t>
            </a:r>
          </a:p>
        </p:txBody>
      </p:sp>
      <p:sp>
        <p:nvSpPr>
          <p:cNvPr id="8" name="Flowchart: Magnetic Disk 7">
            <a:extLst>
              <a:ext uri="{FF2B5EF4-FFF2-40B4-BE49-F238E27FC236}">
                <a16:creationId xmlns:a16="http://schemas.microsoft.com/office/drawing/2014/main" id="{C3C23016-6C7B-C82E-8CA5-EEF4CD4AFC24}"/>
              </a:ext>
            </a:extLst>
          </p:cNvPr>
          <p:cNvSpPr/>
          <p:nvPr/>
        </p:nvSpPr>
        <p:spPr>
          <a:xfrm>
            <a:off x="1433862" y="4264043"/>
            <a:ext cx="762000" cy="789963"/>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CD02931A-F3AA-8E20-ABB6-5B4CD13D0988}"/>
              </a:ext>
            </a:extLst>
          </p:cNvPr>
          <p:cNvCxnSpPr>
            <a:cxnSpLocks/>
            <a:stCxn id="7" idx="2"/>
            <a:endCxn id="8" idx="1"/>
          </p:cNvCxnSpPr>
          <p:nvPr/>
        </p:nvCxnSpPr>
        <p:spPr>
          <a:xfrm>
            <a:off x="1714500" y="3943350"/>
            <a:ext cx="100362" cy="32069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1AB91C4-BEE0-D1A1-789E-E655D5DC4E27}"/>
              </a:ext>
            </a:extLst>
          </p:cNvPr>
          <p:cNvSpPr/>
          <p:nvPr/>
        </p:nvSpPr>
        <p:spPr>
          <a:xfrm>
            <a:off x="223548" y="1554018"/>
            <a:ext cx="2976852" cy="990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dirty="0">
                <a:latin typeface="72 Monospace" panose="020B0509030603020204" pitchFamily="49" charset="0"/>
                <a:cs typeface="72 Monospace" panose="020B0509030603020204" pitchFamily="49" charset="0"/>
              </a:rPr>
              <a:t>Fiori Frontend system(FES)</a:t>
            </a:r>
          </a:p>
          <a:p>
            <a:pPr algn="ctr"/>
            <a:r>
              <a:rPr lang="en-IN" sz="1600" dirty="0">
                <a:latin typeface="72 Condensed" panose="020B0506030000000003" pitchFamily="34" charset="0"/>
                <a:cs typeface="72 Condensed" panose="020B0506030000000003" pitchFamily="34" charset="0"/>
              </a:rPr>
              <a:t>Standard and Custom Fiori Apps</a:t>
            </a:r>
          </a:p>
          <a:p>
            <a:pPr algn="ctr"/>
            <a:r>
              <a:rPr lang="en-IN" sz="1600" dirty="0">
                <a:latin typeface="72 Condensed" panose="020B0506030000000003" pitchFamily="34" charset="0"/>
                <a:cs typeface="72 Condensed" panose="020B0506030000000003" pitchFamily="34" charset="0"/>
              </a:rPr>
              <a:t>Launchpad, SAP_GWFND</a:t>
            </a:r>
          </a:p>
        </p:txBody>
      </p:sp>
      <p:sp>
        <p:nvSpPr>
          <p:cNvPr id="15" name="Rectangle 14">
            <a:extLst>
              <a:ext uri="{FF2B5EF4-FFF2-40B4-BE49-F238E27FC236}">
                <a16:creationId xmlns:a16="http://schemas.microsoft.com/office/drawing/2014/main" id="{E5FED463-7B50-F243-B0E5-943766C0F945}"/>
              </a:ext>
            </a:extLst>
          </p:cNvPr>
          <p:cNvSpPr/>
          <p:nvPr/>
        </p:nvSpPr>
        <p:spPr>
          <a:xfrm>
            <a:off x="1009710" y="571329"/>
            <a:ext cx="1600200" cy="6551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Browser / GUI</a:t>
            </a:r>
          </a:p>
        </p:txBody>
      </p:sp>
      <p:cxnSp>
        <p:nvCxnSpPr>
          <p:cNvPr id="17" name="Straight Arrow Connector 16">
            <a:extLst>
              <a:ext uri="{FF2B5EF4-FFF2-40B4-BE49-F238E27FC236}">
                <a16:creationId xmlns:a16="http://schemas.microsoft.com/office/drawing/2014/main" id="{A7D64CEA-6E71-EE35-87C2-A8FB1D7AE26A}"/>
              </a:ext>
            </a:extLst>
          </p:cNvPr>
          <p:cNvCxnSpPr>
            <a:cxnSpLocks/>
            <a:stCxn id="15" idx="2"/>
            <a:endCxn id="12" idx="0"/>
          </p:cNvCxnSpPr>
          <p:nvPr/>
        </p:nvCxnSpPr>
        <p:spPr>
          <a:xfrm flipH="1">
            <a:off x="1711974" y="1226455"/>
            <a:ext cx="97836" cy="32756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3540326-33DE-3206-F107-94FD209699E5}"/>
              </a:ext>
            </a:extLst>
          </p:cNvPr>
          <p:cNvSpPr txBox="1"/>
          <p:nvPr/>
        </p:nvSpPr>
        <p:spPr>
          <a:xfrm>
            <a:off x="-326316" y="2532268"/>
            <a:ext cx="762000" cy="369332"/>
          </a:xfrm>
          <a:prstGeom prst="rect">
            <a:avLst/>
          </a:prstGeom>
          <a:noFill/>
        </p:spPr>
        <p:txBody>
          <a:bodyPr wrap="square" rtlCol="0">
            <a:spAutoFit/>
          </a:bodyPr>
          <a:lstStyle/>
          <a:p>
            <a:r>
              <a:rPr lang="en-IN" b="1" dirty="0" err="1"/>
              <a:t>rfc</a:t>
            </a:r>
            <a:endParaRPr lang="en-IN" b="1" dirty="0"/>
          </a:p>
        </p:txBody>
      </p:sp>
      <p:sp>
        <p:nvSpPr>
          <p:cNvPr id="21" name="TextBox 20">
            <a:extLst>
              <a:ext uri="{FF2B5EF4-FFF2-40B4-BE49-F238E27FC236}">
                <a16:creationId xmlns:a16="http://schemas.microsoft.com/office/drawing/2014/main" id="{907F9325-C6E1-A376-CA7B-FDF72C8E06AE}"/>
              </a:ext>
            </a:extLst>
          </p:cNvPr>
          <p:cNvSpPr txBox="1"/>
          <p:nvPr/>
        </p:nvSpPr>
        <p:spPr>
          <a:xfrm>
            <a:off x="3733800" y="571329"/>
            <a:ext cx="5257800" cy="3754874"/>
          </a:xfrm>
          <a:prstGeom prst="rect">
            <a:avLst/>
          </a:prstGeom>
          <a:noFill/>
        </p:spPr>
        <p:txBody>
          <a:bodyPr wrap="square" rtlCol="0">
            <a:spAutoFit/>
          </a:bodyPr>
          <a:lstStyle/>
          <a:p>
            <a:r>
              <a:rPr lang="en-IN" sz="1400" b="1" dirty="0"/>
              <a:t>SAP Fiori Embedded Deployment</a:t>
            </a:r>
          </a:p>
          <a:p>
            <a:r>
              <a:rPr lang="en-IN" sz="1400" b="1" dirty="0"/>
              <a:t>Pros:</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Cost reduced</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Effort is very less</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No confusion – always one and only one</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Also connect via RFC to other system</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No Double maintenance, user/role creation</a:t>
            </a:r>
          </a:p>
          <a:p>
            <a:r>
              <a:rPr lang="en-IN" sz="1400" b="1" dirty="0"/>
              <a:t>Cons:</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If one server is down everything is down</a:t>
            </a:r>
          </a:p>
          <a:p>
            <a:pPr marL="285750" indent="-285750">
              <a:buFont typeface="Arial" panose="020B0604020202020204" pitchFamily="34" charset="0"/>
              <a:buChar char="•"/>
            </a:pPr>
            <a:r>
              <a:rPr lang="en-IN" sz="1400" dirty="0">
                <a:latin typeface="72 Condensed" panose="020B0506030000000003" pitchFamily="34" charset="0"/>
                <a:cs typeface="72 Condensed" panose="020B0506030000000003" pitchFamily="34" charset="0"/>
              </a:rPr>
              <a:t>Load increase on single computer</a:t>
            </a:r>
          </a:p>
          <a:p>
            <a:pPr marL="285750" indent="-285750">
              <a:buFont typeface="Arial" panose="020B0604020202020204" pitchFamily="34" charset="0"/>
              <a:buChar char="•"/>
            </a:pPr>
            <a:endParaRPr lang="en-IN" sz="1400" dirty="0">
              <a:latin typeface="72 Condensed" panose="020B0506030000000003" pitchFamily="34" charset="0"/>
              <a:cs typeface="72 Condensed" panose="020B0506030000000003" pitchFamily="34" charset="0"/>
            </a:endParaRPr>
          </a:p>
          <a:p>
            <a:pPr marL="285750" indent="-285750">
              <a:buFont typeface="Arial" panose="020B0604020202020204" pitchFamily="34" charset="0"/>
              <a:buChar char="•"/>
            </a:pPr>
            <a:endParaRPr lang="en-IN" sz="1400" dirty="0">
              <a:latin typeface="72 Condensed" panose="020B0506030000000003" pitchFamily="34" charset="0"/>
              <a:cs typeface="72 Condensed" panose="020B0506030000000003" pitchFamily="34" charset="0"/>
            </a:endParaRPr>
          </a:p>
          <a:p>
            <a:r>
              <a:rPr lang="en-IN" sz="1400" dirty="0">
                <a:latin typeface="72 Condensed" panose="020B0506030000000003" pitchFamily="34" charset="0"/>
                <a:cs typeface="72 Condensed" panose="020B0506030000000003" pitchFamily="34" charset="0"/>
                <a:hlinkClick r:id="rId3"/>
              </a:rPr>
              <a:t>https://www.sap.com/documents/2018/02/f0148939-f27c-0010-82c7-eda71af511fa.html</a:t>
            </a:r>
            <a:endParaRPr lang="en-IN" sz="1400" dirty="0">
              <a:latin typeface="72 Condensed" panose="020B0506030000000003" pitchFamily="34" charset="0"/>
              <a:cs typeface="72 Condensed" panose="020B0506030000000003" pitchFamily="34" charset="0"/>
            </a:endParaRPr>
          </a:p>
          <a:p>
            <a:endParaRPr lang="en-IN" sz="1400" dirty="0">
              <a:latin typeface="72 Condensed" panose="020B0506030000000003" pitchFamily="34" charset="0"/>
              <a:cs typeface="72 Condensed" panose="020B0506030000000003" pitchFamily="34" charset="0"/>
            </a:endParaRPr>
          </a:p>
          <a:p>
            <a:pPr marL="285750" indent="-285750">
              <a:buFont typeface="Arial" panose="020B0604020202020204" pitchFamily="34" charset="0"/>
              <a:buChar char="•"/>
            </a:pPr>
            <a:endParaRPr lang="en-IN" sz="1400" dirty="0">
              <a:latin typeface="72 Condensed" panose="020B0506030000000003" pitchFamily="34" charset="0"/>
              <a:cs typeface="72 Condensed" panose="020B0506030000000003" pitchFamily="34" charset="0"/>
            </a:endParaRPr>
          </a:p>
          <a:p>
            <a:endParaRPr lang="en-IN" sz="1400" b="1" dirty="0"/>
          </a:p>
        </p:txBody>
      </p:sp>
      <p:cxnSp>
        <p:nvCxnSpPr>
          <p:cNvPr id="13" name="Connector: Elbow 12">
            <a:extLst>
              <a:ext uri="{FF2B5EF4-FFF2-40B4-BE49-F238E27FC236}">
                <a16:creationId xmlns:a16="http://schemas.microsoft.com/office/drawing/2014/main" id="{8F86993B-99DC-C7B5-7216-B1D431549098}"/>
              </a:ext>
            </a:extLst>
          </p:cNvPr>
          <p:cNvCxnSpPr>
            <a:stCxn id="12" idx="1"/>
            <a:endCxn id="7" idx="1"/>
          </p:cNvCxnSpPr>
          <p:nvPr/>
        </p:nvCxnSpPr>
        <p:spPr>
          <a:xfrm rot="10800000" flipH="1" flipV="1">
            <a:off x="223548" y="2049317"/>
            <a:ext cx="5052" cy="1188491"/>
          </a:xfrm>
          <a:prstGeom prst="bentConnector3">
            <a:avLst>
              <a:gd name="adj1" fmla="val -4524941"/>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403233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57000-6892-9E80-DC69-4064C2CCB30B}"/>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3C206E4B-91A4-E0A1-6741-A0B66290EECD}"/>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EPM Data Model</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13C58B2-92E2-E2FD-D44F-6D210AC55849}"/>
              </a:ext>
            </a:extLst>
          </p:cNvPr>
          <p:cNvSpPr txBox="1"/>
          <p:nvPr/>
        </p:nvSpPr>
        <p:spPr>
          <a:xfrm>
            <a:off x="134426" y="490759"/>
            <a:ext cx="8615133" cy="3624053"/>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Demo data model provided by SAP to design, test, train, learn, demo the SAP applications. It includes standard function modules to CURD (Create, Update, Read, Delete) data.</a:t>
            </a:r>
          </a:p>
          <a:p>
            <a:endParaRPr lang="en-IN" sz="1350" dirty="0">
              <a:latin typeface="Amasis MT Pro" panose="02040504050005020304" pitchFamily="18" charset="0"/>
            </a:endParaRPr>
          </a:p>
          <a:p>
            <a:r>
              <a:rPr lang="en-IN" sz="1350" dirty="0">
                <a:latin typeface="Amasis MT Pro" panose="02040504050005020304" pitchFamily="18" charset="0"/>
              </a:rPr>
              <a:t>Business partner (Customers, Suppliers) – BP</a:t>
            </a:r>
          </a:p>
          <a:p>
            <a:r>
              <a:rPr lang="en-IN" sz="1350" dirty="0">
                <a:latin typeface="Amasis MT Pro" panose="02040504050005020304" pitchFamily="18" charset="0"/>
              </a:rPr>
              <a:t>BAPI_EPM_*</a:t>
            </a:r>
          </a:p>
          <a:p>
            <a:r>
              <a:rPr lang="en-IN" sz="1350" dirty="0">
                <a:latin typeface="Amasis MT Pro" panose="02040504050005020304" pitchFamily="18" charset="0"/>
              </a:rPr>
              <a:t>BAPI_EPM_BP_GET_LIST</a:t>
            </a:r>
          </a:p>
          <a:p>
            <a:r>
              <a:rPr lang="en-IN" sz="1350" dirty="0">
                <a:latin typeface="Amasis MT Pro" panose="02040504050005020304" pitchFamily="18" charset="0"/>
              </a:rPr>
              <a:t>BAPI_EPM_BP_GET_DETAIL</a:t>
            </a:r>
          </a:p>
          <a:p>
            <a:r>
              <a:rPr lang="en-IN" sz="1350" dirty="0">
                <a:latin typeface="Amasis MT Pro" panose="02040504050005020304" pitchFamily="18" charset="0"/>
              </a:rPr>
              <a:t>BAPI_EPM_BP_CREATE</a:t>
            </a:r>
          </a:p>
          <a:p>
            <a:r>
              <a:rPr lang="en-IN" sz="1350" dirty="0">
                <a:latin typeface="Amasis MT Pro" panose="02040504050005020304" pitchFamily="18" charset="0"/>
              </a:rPr>
              <a:t>BAPI_EPM_BP_CHANGE</a:t>
            </a:r>
          </a:p>
          <a:p>
            <a:r>
              <a:rPr lang="en-IN" sz="1350" dirty="0">
                <a:latin typeface="Amasis MT Pro" panose="02040504050005020304" pitchFamily="18" charset="0"/>
              </a:rPr>
              <a:t>BAPI_EPM_BP_DELETE</a:t>
            </a:r>
          </a:p>
          <a:p>
            <a:endParaRPr lang="en-IN" sz="1350" dirty="0">
              <a:latin typeface="Amasis MT Pro" panose="02040504050005020304" pitchFamily="18" charset="0"/>
            </a:endParaRPr>
          </a:p>
          <a:p>
            <a:r>
              <a:rPr lang="en-IN" sz="1350" dirty="0">
                <a:latin typeface="Amasis MT Pro" panose="02040504050005020304" pitchFamily="18" charset="0"/>
              </a:rPr>
              <a:t>Product</a:t>
            </a:r>
          </a:p>
          <a:p>
            <a:r>
              <a:rPr lang="en-IN" sz="1350" dirty="0">
                <a:latin typeface="Amasis MT Pro" panose="02040504050005020304" pitchFamily="18" charset="0"/>
              </a:rPr>
              <a:t>BAPI_EPM_PRODUCT_GET_LIST</a:t>
            </a:r>
          </a:p>
          <a:p>
            <a:r>
              <a:rPr lang="en-IN" sz="1350" dirty="0">
                <a:latin typeface="Amasis MT Pro" panose="02040504050005020304" pitchFamily="18" charset="0"/>
              </a:rPr>
              <a:t>BAPI_EPM_PRODUCT_GET_DETAIL</a:t>
            </a:r>
          </a:p>
          <a:p>
            <a:r>
              <a:rPr lang="en-IN" sz="1350" dirty="0">
                <a:latin typeface="Amasis MT Pro" panose="02040504050005020304" pitchFamily="18" charset="0"/>
              </a:rPr>
              <a:t>BAPI_EPM_PRODUCT_CREATE</a:t>
            </a:r>
          </a:p>
          <a:p>
            <a:r>
              <a:rPr lang="en-IN" sz="1350" dirty="0">
                <a:latin typeface="Amasis MT Pro" panose="02040504050005020304" pitchFamily="18" charset="0"/>
              </a:rPr>
              <a:t>BAPI_EPM_PRODUCT_CHANGE</a:t>
            </a:r>
          </a:p>
          <a:p>
            <a:r>
              <a:rPr lang="en-IN" sz="1350" dirty="0">
                <a:latin typeface="Amasis MT Pro" panose="02040504050005020304" pitchFamily="18" charset="0"/>
              </a:rPr>
              <a:t>BAPI_EPM_PRODUCT_DELETE</a:t>
            </a:r>
          </a:p>
        </p:txBody>
      </p:sp>
      <p:sp>
        <p:nvSpPr>
          <p:cNvPr id="4" name="TextBox 3">
            <a:extLst>
              <a:ext uri="{FF2B5EF4-FFF2-40B4-BE49-F238E27FC236}">
                <a16:creationId xmlns:a16="http://schemas.microsoft.com/office/drawing/2014/main" id="{1A74CE9D-204E-F647-6D80-B9E9878E7AC4}"/>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9A6090B1-C1C0-9ABF-51F0-F8B24811E834}"/>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37EFF61E-7D08-612B-EF9E-32FC3FE2CF12}"/>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127229471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3740E-4CDF-75DE-D9AC-601CFD55CBD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38C6BCAD-E6AC-EB73-08E9-A328F530D5A8}"/>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err="1">
                <a:latin typeface="Cooper Black" panose="0208090404030B020404" pitchFamily="18" charset="0"/>
                <a:cs typeface="Times New Roman" panose="02020603050405020304" pitchFamily="18" charset="0"/>
              </a:rPr>
              <a:t>TCodes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FB9272A-0DEF-C4B9-E0F1-4AB15E9610D4}"/>
              </a:ext>
            </a:extLst>
          </p:cNvPr>
          <p:cNvSpPr txBox="1"/>
          <p:nvPr/>
        </p:nvSpPr>
        <p:spPr>
          <a:xfrm>
            <a:off x="134426" y="490759"/>
            <a:ext cx="8615133" cy="923314"/>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SEGW – Service Gateway Builder</a:t>
            </a:r>
          </a:p>
          <a:p>
            <a:r>
              <a:rPr lang="en-IN" sz="1350" dirty="0">
                <a:latin typeface="Amasis MT Pro" panose="02040504050005020304" pitchFamily="18" charset="0"/>
              </a:rPr>
              <a:t>/n/IWFND/MAINT_SERVICE – To register the services</a:t>
            </a:r>
          </a:p>
          <a:p>
            <a:r>
              <a:rPr lang="en-IN" sz="1350" dirty="0">
                <a:latin typeface="Amasis MT Pro" panose="02040504050005020304" pitchFamily="18" charset="0"/>
              </a:rPr>
              <a:t>/n/IWFND/ERROR_LOG – to check logs</a:t>
            </a:r>
          </a:p>
          <a:p>
            <a:r>
              <a:rPr lang="en-IN" sz="1350" dirty="0">
                <a:latin typeface="Amasis MT Pro" panose="02040504050005020304" pitchFamily="18" charset="0"/>
              </a:rPr>
              <a:t>/n/IWFND/GW_CLIENT – to test service</a:t>
            </a:r>
          </a:p>
        </p:txBody>
      </p:sp>
      <p:sp>
        <p:nvSpPr>
          <p:cNvPr id="4" name="TextBox 3">
            <a:extLst>
              <a:ext uri="{FF2B5EF4-FFF2-40B4-BE49-F238E27FC236}">
                <a16:creationId xmlns:a16="http://schemas.microsoft.com/office/drawing/2014/main" id="{59686C90-A81E-0316-F56D-C88F0834629A}"/>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1C91DFBA-0FF2-0715-8E19-CDBA45A70769}"/>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246E1153-3772-A43E-4094-1A820D337700}"/>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Flowchart: Magnetic Disk 6">
            <a:extLst>
              <a:ext uri="{FF2B5EF4-FFF2-40B4-BE49-F238E27FC236}">
                <a16:creationId xmlns:a16="http://schemas.microsoft.com/office/drawing/2014/main" id="{9BE764A5-6EE2-74CC-A1EF-A32FC4ACAAC6}"/>
              </a:ext>
            </a:extLst>
          </p:cNvPr>
          <p:cNvSpPr/>
          <p:nvPr/>
        </p:nvSpPr>
        <p:spPr>
          <a:xfrm>
            <a:off x="8271996" y="2820470"/>
            <a:ext cx="457200" cy="68580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DC4F4FD3-08AE-ED10-EBF6-1D938A970588}"/>
              </a:ext>
            </a:extLst>
          </p:cNvPr>
          <p:cNvSpPr/>
          <p:nvPr/>
        </p:nvSpPr>
        <p:spPr>
          <a:xfrm>
            <a:off x="4114800" y="2266950"/>
            <a:ext cx="3505200" cy="1752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SAP </a:t>
            </a:r>
          </a:p>
          <a:p>
            <a:pPr algn="ctr"/>
            <a:endParaRPr lang="en-IN" dirty="0"/>
          </a:p>
          <a:p>
            <a:pPr algn="ctr"/>
            <a:r>
              <a:rPr lang="en-IN" dirty="0"/>
              <a:t>BAPI_EPM_PRODUCT_GET_LIST</a:t>
            </a:r>
          </a:p>
        </p:txBody>
      </p:sp>
      <p:sp>
        <p:nvSpPr>
          <p:cNvPr id="9" name="Rectangle 8">
            <a:extLst>
              <a:ext uri="{FF2B5EF4-FFF2-40B4-BE49-F238E27FC236}">
                <a16:creationId xmlns:a16="http://schemas.microsoft.com/office/drawing/2014/main" id="{FEDA5906-009C-DEE8-DE9E-DF9B3553A0FB}"/>
              </a:ext>
            </a:extLst>
          </p:cNvPr>
          <p:cNvSpPr/>
          <p:nvPr/>
        </p:nvSpPr>
        <p:spPr>
          <a:xfrm>
            <a:off x="1583298" y="2209800"/>
            <a:ext cx="1905000" cy="182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Service</a:t>
            </a:r>
          </a:p>
        </p:txBody>
      </p:sp>
      <p:cxnSp>
        <p:nvCxnSpPr>
          <p:cNvPr id="11" name="Straight Arrow Connector 10">
            <a:extLst>
              <a:ext uri="{FF2B5EF4-FFF2-40B4-BE49-F238E27FC236}">
                <a16:creationId xmlns:a16="http://schemas.microsoft.com/office/drawing/2014/main" id="{1029A5EE-6203-0A07-DBDA-5793F3DFE1B3}"/>
              </a:ext>
            </a:extLst>
          </p:cNvPr>
          <p:cNvCxnSpPr>
            <a:stCxn id="7" idx="2"/>
            <a:endCxn id="8" idx="3"/>
          </p:cNvCxnSpPr>
          <p:nvPr/>
        </p:nvCxnSpPr>
        <p:spPr>
          <a:xfrm flipH="1" flipV="1">
            <a:off x="7620000" y="3143250"/>
            <a:ext cx="651996" cy="20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90F30FD-8AFE-321A-DE1F-6442FE18032B}"/>
              </a:ext>
            </a:extLst>
          </p:cNvPr>
          <p:cNvCxnSpPr>
            <a:stCxn id="8" idx="1"/>
            <a:endCxn id="9" idx="3"/>
          </p:cNvCxnSpPr>
          <p:nvPr/>
        </p:nvCxnSpPr>
        <p:spPr>
          <a:xfrm flipH="1" flipV="1">
            <a:off x="3488298" y="3124200"/>
            <a:ext cx="626502" cy="19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094045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47CFC-7FBD-D9F7-B65A-83BE0C59A14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D7ED694-6A35-8829-8C0F-64E6C8B1DE22}"/>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Runtime Artefacts</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7C7CC52-D23F-96E8-7440-E24E40B46412}"/>
              </a:ext>
            </a:extLst>
          </p:cNvPr>
          <p:cNvSpPr txBox="1"/>
          <p:nvPr/>
        </p:nvSpPr>
        <p:spPr>
          <a:xfrm>
            <a:off x="134426" y="490759"/>
            <a:ext cx="8615133" cy="715564"/>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When we generate an </a:t>
            </a:r>
            <a:r>
              <a:rPr lang="en-IN" sz="1350" dirty="0" err="1">
                <a:latin typeface="Amasis MT Pro" panose="02040504050005020304" pitchFamily="18" charset="0"/>
              </a:rPr>
              <a:t>Odata</a:t>
            </a:r>
            <a:r>
              <a:rPr lang="en-IN" sz="1350" dirty="0">
                <a:latin typeface="Amasis MT Pro" panose="02040504050005020304" pitchFamily="18" charset="0"/>
              </a:rPr>
              <a:t> Service, SAP Will auto create some set of classes, where SAP generate code behind the scene for the skeleton we created in graphical editor, and it also offer classes where WE can code our logic to perform CURDQ features. Every entity set, there are 5 functions created in DPC_</a:t>
            </a:r>
            <a:r>
              <a:rPr lang="en-IN" sz="1350">
                <a:latin typeface="Amasis MT Pro" panose="02040504050005020304" pitchFamily="18" charset="0"/>
              </a:rPr>
              <a:t>EXT class.</a:t>
            </a:r>
            <a:endParaRPr lang="en-IN" sz="1350" dirty="0">
              <a:latin typeface="Amasis MT Pro" panose="02040504050005020304" pitchFamily="18" charset="0"/>
            </a:endParaRPr>
          </a:p>
        </p:txBody>
      </p:sp>
      <p:sp>
        <p:nvSpPr>
          <p:cNvPr id="4" name="TextBox 3">
            <a:extLst>
              <a:ext uri="{FF2B5EF4-FFF2-40B4-BE49-F238E27FC236}">
                <a16:creationId xmlns:a16="http://schemas.microsoft.com/office/drawing/2014/main" id="{7C7BD01F-D568-AEAB-6983-C39CB71F2331}"/>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8CB0780C-5C86-FE3E-BEC8-6AB4F944BF05}"/>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1CA943F8-5696-6529-92DD-52A6D1A10799}"/>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A670B501-8F8F-E1FA-FEE0-93EF40F18ACD}"/>
              </a:ext>
            </a:extLst>
          </p:cNvPr>
          <p:cNvSpPr/>
          <p:nvPr/>
        </p:nvSpPr>
        <p:spPr>
          <a:xfrm>
            <a:off x="1367788" y="1369060"/>
            <a:ext cx="2895600"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MPC</a:t>
            </a:r>
          </a:p>
          <a:p>
            <a:pPr algn="ctr"/>
            <a:r>
              <a:rPr lang="en-IN" dirty="0"/>
              <a:t>Model provider class</a:t>
            </a:r>
          </a:p>
          <a:p>
            <a:pPr algn="ctr"/>
            <a:r>
              <a:rPr lang="en-IN" dirty="0"/>
              <a:t>(metadata)</a:t>
            </a:r>
          </a:p>
        </p:txBody>
      </p:sp>
      <p:sp>
        <p:nvSpPr>
          <p:cNvPr id="8" name="Rectangle 7">
            <a:extLst>
              <a:ext uri="{FF2B5EF4-FFF2-40B4-BE49-F238E27FC236}">
                <a16:creationId xmlns:a16="http://schemas.microsoft.com/office/drawing/2014/main" id="{44788BBD-58E6-457A-04D3-52F8451172E4}"/>
              </a:ext>
            </a:extLst>
          </p:cNvPr>
          <p:cNvSpPr/>
          <p:nvPr/>
        </p:nvSpPr>
        <p:spPr>
          <a:xfrm>
            <a:off x="1388108" y="3409950"/>
            <a:ext cx="2895600"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MPC_EXT</a:t>
            </a:r>
          </a:p>
          <a:p>
            <a:pPr algn="ctr"/>
            <a:r>
              <a:rPr lang="en-IN" dirty="0"/>
              <a:t>Model provider extension class</a:t>
            </a:r>
          </a:p>
          <a:p>
            <a:pPr algn="ctr"/>
            <a:r>
              <a:rPr lang="en-IN" dirty="0"/>
              <a:t>(your code)</a:t>
            </a:r>
          </a:p>
        </p:txBody>
      </p:sp>
      <p:cxnSp>
        <p:nvCxnSpPr>
          <p:cNvPr id="10" name="Straight Arrow Connector 9">
            <a:extLst>
              <a:ext uri="{FF2B5EF4-FFF2-40B4-BE49-F238E27FC236}">
                <a16:creationId xmlns:a16="http://schemas.microsoft.com/office/drawing/2014/main" id="{838E740F-3134-9300-357E-C5EFB0CED575}"/>
              </a:ext>
            </a:extLst>
          </p:cNvPr>
          <p:cNvCxnSpPr>
            <a:stCxn id="8" idx="0"/>
            <a:endCxn id="7" idx="2"/>
          </p:cNvCxnSpPr>
          <p:nvPr/>
        </p:nvCxnSpPr>
        <p:spPr>
          <a:xfrm flipH="1" flipV="1">
            <a:off x="2815588" y="2435860"/>
            <a:ext cx="20320" cy="9740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6E9575D6-4E2A-59D4-513F-D16D3915E9F0}"/>
              </a:ext>
            </a:extLst>
          </p:cNvPr>
          <p:cNvSpPr/>
          <p:nvPr/>
        </p:nvSpPr>
        <p:spPr>
          <a:xfrm>
            <a:off x="5257800" y="1369060"/>
            <a:ext cx="2895600"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DPC</a:t>
            </a:r>
          </a:p>
          <a:p>
            <a:pPr algn="ctr"/>
            <a:r>
              <a:rPr lang="en-IN" dirty="0"/>
              <a:t>Data provider class</a:t>
            </a:r>
          </a:p>
          <a:p>
            <a:pPr algn="ctr"/>
            <a:r>
              <a:rPr lang="en-IN" dirty="0"/>
              <a:t>(perform CURDQ)</a:t>
            </a:r>
          </a:p>
        </p:txBody>
      </p:sp>
      <p:sp>
        <p:nvSpPr>
          <p:cNvPr id="13" name="Rectangle 12">
            <a:extLst>
              <a:ext uri="{FF2B5EF4-FFF2-40B4-BE49-F238E27FC236}">
                <a16:creationId xmlns:a16="http://schemas.microsoft.com/office/drawing/2014/main" id="{E170DD82-3043-B8C0-1303-7BC49191463A}"/>
              </a:ext>
            </a:extLst>
          </p:cNvPr>
          <p:cNvSpPr/>
          <p:nvPr/>
        </p:nvSpPr>
        <p:spPr>
          <a:xfrm>
            <a:off x="5278120" y="3409950"/>
            <a:ext cx="2895600"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DPC_EXT</a:t>
            </a:r>
          </a:p>
          <a:p>
            <a:pPr algn="ctr"/>
            <a:r>
              <a:rPr lang="en-IN" dirty="0"/>
              <a:t>Data provider extension class</a:t>
            </a:r>
          </a:p>
          <a:p>
            <a:pPr algn="ctr"/>
            <a:r>
              <a:rPr lang="en-IN" dirty="0"/>
              <a:t>(your code)</a:t>
            </a:r>
          </a:p>
        </p:txBody>
      </p:sp>
      <p:cxnSp>
        <p:nvCxnSpPr>
          <p:cNvPr id="14" name="Straight Arrow Connector 13">
            <a:extLst>
              <a:ext uri="{FF2B5EF4-FFF2-40B4-BE49-F238E27FC236}">
                <a16:creationId xmlns:a16="http://schemas.microsoft.com/office/drawing/2014/main" id="{52A61566-CCC1-F279-BEBB-E0F23D46DC64}"/>
              </a:ext>
            </a:extLst>
          </p:cNvPr>
          <p:cNvCxnSpPr>
            <a:stCxn id="13" idx="0"/>
            <a:endCxn id="12" idx="2"/>
          </p:cNvCxnSpPr>
          <p:nvPr/>
        </p:nvCxnSpPr>
        <p:spPr>
          <a:xfrm flipH="1" flipV="1">
            <a:off x="6705600" y="2435860"/>
            <a:ext cx="20320" cy="9740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520632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4AC40-880A-A10A-741E-85307F64A121}"/>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9BF30F63-07E4-0607-6642-1C42D8935F33}"/>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Title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45F33BE-D34D-EA6B-DDC2-A4AC6E0ABB1A}"/>
              </a:ext>
            </a:extLst>
          </p:cNvPr>
          <p:cNvSpPr txBox="1"/>
          <p:nvPr/>
        </p:nvSpPr>
        <p:spPr>
          <a:xfrm>
            <a:off x="134426" y="490759"/>
            <a:ext cx="8615133" cy="300066"/>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&lt;content&gt;</a:t>
            </a:r>
          </a:p>
        </p:txBody>
      </p:sp>
      <p:sp>
        <p:nvSpPr>
          <p:cNvPr id="4" name="TextBox 3">
            <a:extLst>
              <a:ext uri="{FF2B5EF4-FFF2-40B4-BE49-F238E27FC236}">
                <a16:creationId xmlns:a16="http://schemas.microsoft.com/office/drawing/2014/main" id="{DE949D5F-819E-70FF-39DA-B1F72F9D17DA}"/>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D59CF63A-4AE3-7563-5510-25DC94B732F9}"/>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4C4392B8-A162-276C-A4B9-3077E6C477DB}"/>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Rounded Corners 6">
            <a:extLst>
              <a:ext uri="{FF2B5EF4-FFF2-40B4-BE49-F238E27FC236}">
                <a16:creationId xmlns:a16="http://schemas.microsoft.com/office/drawing/2014/main" id="{7F46AD37-1FBC-E47C-8952-E46B4EC4C901}"/>
              </a:ext>
            </a:extLst>
          </p:cNvPr>
          <p:cNvSpPr/>
          <p:nvPr/>
        </p:nvSpPr>
        <p:spPr>
          <a:xfrm>
            <a:off x="457200" y="1581150"/>
            <a:ext cx="1752600" cy="10668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Postman</a:t>
            </a:r>
          </a:p>
          <a:p>
            <a:pPr algn="ctr"/>
            <a:r>
              <a:rPr lang="en-IN" dirty="0"/>
              <a:t>Fiori App</a:t>
            </a:r>
          </a:p>
          <a:p>
            <a:pPr algn="ctr"/>
            <a:r>
              <a:rPr lang="en-IN" dirty="0"/>
              <a:t>(Client)</a:t>
            </a:r>
          </a:p>
        </p:txBody>
      </p:sp>
      <p:sp>
        <p:nvSpPr>
          <p:cNvPr id="8" name="Arrow: Right 7">
            <a:extLst>
              <a:ext uri="{FF2B5EF4-FFF2-40B4-BE49-F238E27FC236}">
                <a16:creationId xmlns:a16="http://schemas.microsoft.com/office/drawing/2014/main" id="{F4863824-E777-6A5B-1F48-18CFC6F15F9E}"/>
              </a:ext>
            </a:extLst>
          </p:cNvPr>
          <p:cNvSpPr/>
          <p:nvPr/>
        </p:nvSpPr>
        <p:spPr>
          <a:xfrm>
            <a:off x="2209800" y="1885950"/>
            <a:ext cx="4572000" cy="533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&lt;&lt;data&gt;&gt;</a:t>
            </a:r>
          </a:p>
        </p:txBody>
      </p:sp>
      <p:sp>
        <p:nvSpPr>
          <p:cNvPr id="9" name="Rectangle: Rounded Corners 8">
            <a:extLst>
              <a:ext uri="{FF2B5EF4-FFF2-40B4-BE49-F238E27FC236}">
                <a16:creationId xmlns:a16="http://schemas.microsoft.com/office/drawing/2014/main" id="{515EFDB6-FF89-5F5F-C984-158EF98B22FE}"/>
              </a:ext>
            </a:extLst>
          </p:cNvPr>
          <p:cNvSpPr/>
          <p:nvPr/>
        </p:nvSpPr>
        <p:spPr>
          <a:xfrm>
            <a:off x="6858000" y="1276350"/>
            <a:ext cx="2057400" cy="2667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Server side</a:t>
            </a:r>
          </a:p>
          <a:p>
            <a:pPr algn="ctr"/>
            <a:r>
              <a:rPr lang="en-IN" dirty="0"/>
              <a:t>- Receive</a:t>
            </a:r>
          </a:p>
          <a:p>
            <a:pPr marL="285750" indent="-285750" algn="ctr">
              <a:buFontTx/>
              <a:buChar char="-"/>
            </a:pPr>
            <a:r>
              <a:rPr lang="en-IN" dirty="0"/>
              <a:t>Process</a:t>
            </a:r>
          </a:p>
          <a:p>
            <a:pPr marL="285750" indent="-285750" algn="ctr">
              <a:buFontTx/>
              <a:buChar char="-"/>
            </a:pPr>
            <a:r>
              <a:rPr lang="en-IN" dirty="0"/>
              <a:t>Send response</a:t>
            </a:r>
          </a:p>
        </p:txBody>
      </p:sp>
      <p:sp>
        <p:nvSpPr>
          <p:cNvPr id="10" name="Flowchart: Magnetic Disk 9">
            <a:extLst>
              <a:ext uri="{FF2B5EF4-FFF2-40B4-BE49-F238E27FC236}">
                <a16:creationId xmlns:a16="http://schemas.microsoft.com/office/drawing/2014/main" id="{377AFCA2-F2C9-052C-C9A5-0BFD9EC0EFBC}"/>
              </a:ext>
            </a:extLst>
          </p:cNvPr>
          <p:cNvSpPr/>
          <p:nvPr/>
        </p:nvSpPr>
        <p:spPr>
          <a:xfrm>
            <a:off x="7010400" y="3638550"/>
            <a:ext cx="1739159" cy="60960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C24CD7A7-E842-EBCB-9EEF-FEEC5FF6A2D4}"/>
              </a:ext>
            </a:extLst>
          </p:cNvPr>
          <p:cNvSpPr/>
          <p:nvPr/>
        </p:nvSpPr>
        <p:spPr>
          <a:xfrm>
            <a:off x="457200" y="2952750"/>
            <a:ext cx="2133600" cy="1219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laptop</a:t>
            </a:r>
          </a:p>
        </p:txBody>
      </p:sp>
      <p:cxnSp>
        <p:nvCxnSpPr>
          <p:cNvPr id="13" name="Straight Arrow Connector 12">
            <a:extLst>
              <a:ext uri="{FF2B5EF4-FFF2-40B4-BE49-F238E27FC236}">
                <a16:creationId xmlns:a16="http://schemas.microsoft.com/office/drawing/2014/main" id="{46B4DE3F-D933-9C6A-9088-93570C897DB1}"/>
              </a:ext>
            </a:extLst>
          </p:cNvPr>
          <p:cNvCxnSpPr/>
          <p:nvPr/>
        </p:nvCxnSpPr>
        <p:spPr>
          <a:xfrm>
            <a:off x="2590800" y="3257550"/>
            <a:ext cx="4267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Isosceles Triangle 13">
            <a:extLst>
              <a:ext uri="{FF2B5EF4-FFF2-40B4-BE49-F238E27FC236}">
                <a16:creationId xmlns:a16="http://schemas.microsoft.com/office/drawing/2014/main" id="{1D90655B-90C8-2739-5DA3-F4D1CC080909}"/>
              </a:ext>
            </a:extLst>
          </p:cNvPr>
          <p:cNvSpPr/>
          <p:nvPr/>
        </p:nvSpPr>
        <p:spPr>
          <a:xfrm>
            <a:off x="2057400" y="3714750"/>
            <a:ext cx="914400" cy="60960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00" dirty="0"/>
              <a:t>malware</a:t>
            </a:r>
          </a:p>
        </p:txBody>
      </p:sp>
      <p:sp>
        <p:nvSpPr>
          <p:cNvPr id="15" name="Rectangle: Rounded Corners 14">
            <a:extLst>
              <a:ext uri="{FF2B5EF4-FFF2-40B4-BE49-F238E27FC236}">
                <a16:creationId xmlns:a16="http://schemas.microsoft.com/office/drawing/2014/main" id="{2067146D-5921-4971-66FA-4F5461175E4F}"/>
              </a:ext>
            </a:extLst>
          </p:cNvPr>
          <p:cNvSpPr/>
          <p:nvPr/>
        </p:nvSpPr>
        <p:spPr>
          <a:xfrm>
            <a:off x="3200400" y="285750"/>
            <a:ext cx="1981200" cy="762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Hacker laptop</a:t>
            </a:r>
          </a:p>
        </p:txBody>
      </p:sp>
      <p:cxnSp>
        <p:nvCxnSpPr>
          <p:cNvPr id="17" name="Straight Arrow Connector 16">
            <a:extLst>
              <a:ext uri="{FF2B5EF4-FFF2-40B4-BE49-F238E27FC236}">
                <a16:creationId xmlns:a16="http://schemas.microsoft.com/office/drawing/2014/main" id="{F7EB146C-5CF8-935E-306A-D7ADC1B96FC9}"/>
              </a:ext>
            </a:extLst>
          </p:cNvPr>
          <p:cNvCxnSpPr>
            <a:cxnSpLocks/>
            <a:stCxn id="15" idx="3"/>
          </p:cNvCxnSpPr>
          <p:nvPr/>
        </p:nvCxnSpPr>
        <p:spPr>
          <a:xfrm>
            <a:off x="5181600" y="666750"/>
            <a:ext cx="1752600" cy="76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B40BA64-9D77-EA16-F96E-03F3D8FDD2C3}"/>
              </a:ext>
            </a:extLst>
          </p:cNvPr>
          <p:cNvSpPr txBox="1"/>
          <p:nvPr/>
        </p:nvSpPr>
        <p:spPr>
          <a:xfrm>
            <a:off x="6019800" y="3409950"/>
            <a:ext cx="1143000" cy="369332"/>
          </a:xfrm>
          <a:prstGeom prst="rect">
            <a:avLst/>
          </a:prstGeom>
          <a:noFill/>
        </p:spPr>
        <p:txBody>
          <a:bodyPr wrap="square" rtlCol="0">
            <a:spAutoFit/>
          </a:bodyPr>
          <a:lstStyle/>
          <a:p>
            <a:r>
              <a:rPr lang="en-IN" dirty="0" err="1"/>
              <a:t>Csrf</a:t>
            </a:r>
            <a:r>
              <a:rPr lang="en-IN" dirty="0"/>
              <a:t> + IP</a:t>
            </a:r>
          </a:p>
        </p:txBody>
      </p:sp>
    </p:spTree>
    <p:extLst>
      <p:ext uri="{BB962C8B-B14F-4D97-AF65-F5344CB8AC3E}">
        <p14:creationId xmlns:p14="http://schemas.microsoft.com/office/powerpoint/2010/main" val="347939322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91498-23F0-7AF1-ADF6-F22853649652}"/>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9F8298E-061A-1B6B-06D2-89F320E162A4}"/>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Title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C0DD3E3-1594-FD23-8C3A-168D4123DE55}"/>
              </a:ext>
            </a:extLst>
          </p:cNvPr>
          <p:cNvSpPr txBox="1"/>
          <p:nvPr/>
        </p:nvSpPr>
        <p:spPr>
          <a:xfrm>
            <a:off x="266580" y="666750"/>
            <a:ext cx="1084774" cy="300066"/>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Internet</a:t>
            </a:r>
          </a:p>
        </p:txBody>
      </p:sp>
      <p:sp>
        <p:nvSpPr>
          <p:cNvPr id="4" name="TextBox 3">
            <a:extLst>
              <a:ext uri="{FF2B5EF4-FFF2-40B4-BE49-F238E27FC236}">
                <a16:creationId xmlns:a16="http://schemas.microsoft.com/office/drawing/2014/main" id="{4D42CFA9-0A71-0BCC-24C7-7DBFB641F5DB}"/>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EF0B416B-B284-9D39-31EB-0BB47A392F3A}"/>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D0C73130-CD14-55EF-6C9C-1A8645FFD955}"/>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376FB381-0891-4B6E-A7DC-96620415235B}"/>
              </a:ext>
            </a:extLst>
          </p:cNvPr>
          <p:cNvSpPr/>
          <p:nvPr/>
        </p:nvSpPr>
        <p:spPr>
          <a:xfrm>
            <a:off x="88717" y="1276350"/>
            <a:ext cx="4038600" cy="2590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r>
              <a:rPr lang="en-IN" dirty="0"/>
              <a:t>SAP BTP Account</a:t>
            </a:r>
          </a:p>
        </p:txBody>
      </p:sp>
      <p:cxnSp>
        <p:nvCxnSpPr>
          <p:cNvPr id="9" name="Straight Connector 8">
            <a:extLst>
              <a:ext uri="{FF2B5EF4-FFF2-40B4-BE49-F238E27FC236}">
                <a16:creationId xmlns:a16="http://schemas.microsoft.com/office/drawing/2014/main" id="{24AE08EB-536E-1B6A-CE1C-130FC941DB2B}"/>
              </a:ext>
            </a:extLst>
          </p:cNvPr>
          <p:cNvCxnSpPr/>
          <p:nvPr/>
        </p:nvCxnSpPr>
        <p:spPr>
          <a:xfrm>
            <a:off x="4835964" y="359941"/>
            <a:ext cx="0" cy="4619183"/>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1" name="Picture 10" descr="A computer tower with a blue light&#10;&#10;AI-generated content may be incorrect.">
            <a:extLst>
              <a:ext uri="{FF2B5EF4-FFF2-40B4-BE49-F238E27FC236}">
                <a16:creationId xmlns:a16="http://schemas.microsoft.com/office/drawing/2014/main" id="{3423645F-B4C7-F51B-E93E-FCB0443E3078}"/>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flipH="1">
            <a:off x="7160554" y="1451387"/>
            <a:ext cx="1726970" cy="2371584"/>
          </a:xfrm>
          <a:prstGeom prst="rect">
            <a:avLst/>
          </a:prstGeom>
        </p:spPr>
      </p:pic>
      <p:sp>
        <p:nvSpPr>
          <p:cNvPr id="12" name="Rectangle 11">
            <a:extLst>
              <a:ext uri="{FF2B5EF4-FFF2-40B4-BE49-F238E27FC236}">
                <a16:creationId xmlns:a16="http://schemas.microsoft.com/office/drawing/2014/main" id="{8668C373-26A2-BC2C-400A-E01243C702C6}"/>
              </a:ext>
            </a:extLst>
          </p:cNvPr>
          <p:cNvSpPr/>
          <p:nvPr/>
        </p:nvSpPr>
        <p:spPr>
          <a:xfrm>
            <a:off x="1981200" y="221872"/>
            <a:ext cx="1981199" cy="5784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My Laptop</a:t>
            </a:r>
          </a:p>
        </p:txBody>
      </p:sp>
      <p:sp>
        <p:nvSpPr>
          <p:cNvPr id="13" name="TextBox 12">
            <a:extLst>
              <a:ext uri="{FF2B5EF4-FFF2-40B4-BE49-F238E27FC236}">
                <a16:creationId xmlns:a16="http://schemas.microsoft.com/office/drawing/2014/main" id="{AE0EA246-E96B-2D37-D238-A560F4C0D2A6}"/>
              </a:ext>
            </a:extLst>
          </p:cNvPr>
          <p:cNvSpPr txBox="1"/>
          <p:nvPr/>
        </p:nvSpPr>
        <p:spPr>
          <a:xfrm>
            <a:off x="7350381" y="885683"/>
            <a:ext cx="1084774" cy="507815"/>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Intranet</a:t>
            </a:r>
          </a:p>
          <a:p>
            <a:r>
              <a:rPr lang="en-IN" sz="1350" dirty="0">
                <a:latin typeface="Amasis MT Pro" panose="02040504050005020304" pitchFamily="18" charset="0"/>
              </a:rPr>
              <a:t>S/4HANA</a:t>
            </a:r>
          </a:p>
        </p:txBody>
      </p:sp>
      <p:sp>
        <p:nvSpPr>
          <p:cNvPr id="14" name="Rectangle 13">
            <a:extLst>
              <a:ext uri="{FF2B5EF4-FFF2-40B4-BE49-F238E27FC236}">
                <a16:creationId xmlns:a16="http://schemas.microsoft.com/office/drawing/2014/main" id="{1DABAFC1-C571-90EE-E0A9-BA81CC1562DA}"/>
              </a:ext>
            </a:extLst>
          </p:cNvPr>
          <p:cNvSpPr/>
          <p:nvPr/>
        </p:nvSpPr>
        <p:spPr>
          <a:xfrm>
            <a:off x="4495800" y="361950"/>
            <a:ext cx="762000" cy="4383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VPN</a:t>
            </a:r>
          </a:p>
        </p:txBody>
      </p:sp>
      <p:cxnSp>
        <p:nvCxnSpPr>
          <p:cNvPr id="16" name="Connector: Elbow 15">
            <a:extLst>
              <a:ext uri="{FF2B5EF4-FFF2-40B4-BE49-F238E27FC236}">
                <a16:creationId xmlns:a16="http://schemas.microsoft.com/office/drawing/2014/main" id="{36ADED8B-ACC3-C5F5-5F3F-2E74C73866C5}"/>
              </a:ext>
            </a:extLst>
          </p:cNvPr>
          <p:cNvCxnSpPr>
            <a:cxnSpLocks/>
            <a:stCxn id="12" idx="3"/>
            <a:endCxn id="14" idx="1"/>
          </p:cNvCxnSpPr>
          <p:nvPr/>
        </p:nvCxnSpPr>
        <p:spPr>
          <a:xfrm>
            <a:off x="3962399" y="511083"/>
            <a:ext cx="533401" cy="7003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454788E6-DC3F-F56F-5219-E570F7F724B9}"/>
              </a:ext>
            </a:extLst>
          </p:cNvPr>
          <p:cNvCxnSpPr>
            <a:stCxn id="14" idx="3"/>
          </p:cNvCxnSpPr>
          <p:nvPr/>
        </p:nvCxnSpPr>
        <p:spPr>
          <a:xfrm>
            <a:off x="5257800" y="581122"/>
            <a:ext cx="1991852" cy="107622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D4AA3E9-D39F-F21C-9BCE-E9068370BE53}"/>
              </a:ext>
            </a:extLst>
          </p:cNvPr>
          <p:cNvSpPr/>
          <p:nvPr/>
        </p:nvSpPr>
        <p:spPr>
          <a:xfrm>
            <a:off x="4572000" y="2548144"/>
            <a:ext cx="762000" cy="4383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SCC</a:t>
            </a:r>
            <a:endParaRPr lang="en-IN" dirty="0"/>
          </a:p>
        </p:txBody>
      </p:sp>
      <p:cxnSp>
        <p:nvCxnSpPr>
          <p:cNvPr id="22" name="Connector: Elbow 21">
            <a:extLst>
              <a:ext uri="{FF2B5EF4-FFF2-40B4-BE49-F238E27FC236}">
                <a16:creationId xmlns:a16="http://schemas.microsoft.com/office/drawing/2014/main" id="{6D9E0501-DD33-6A15-D25E-231BC47938CE}"/>
              </a:ext>
            </a:extLst>
          </p:cNvPr>
          <p:cNvCxnSpPr>
            <a:stCxn id="7" idx="3"/>
            <a:endCxn id="20" idx="1"/>
          </p:cNvCxnSpPr>
          <p:nvPr/>
        </p:nvCxnSpPr>
        <p:spPr>
          <a:xfrm>
            <a:off x="4127317" y="2571750"/>
            <a:ext cx="444683" cy="19556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00ECCEE6-B7A0-4E37-64F0-B81AAEEC215E}"/>
              </a:ext>
            </a:extLst>
          </p:cNvPr>
          <p:cNvCxnSpPr>
            <a:stCxn id="20" idx="3"/>
          </p:cNvCxnSpPr>
          <p:nvPr/>
        </p:nvCxnSpPr>
        <p:spPr>
          <a:xfrm flipV="1">
            <a:off x="5334000" y="2419350"/>
            <a:ext cx="1915652" cy="34796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2111638-EAB9-40E7-E7E2-A8585EB0A380}"/>
              </a:ext>
            </a:extLst>
          </p:cNvPr>
          <p:cNvSpPr txBox="1"/>
          <p:nvPr/>
        </p:nvSpPr>
        <p:spPr>
          <a:xfrm>
            <a:off x="4835964" y="2998401"/>
            <a:ext cx="1676399" cy="1061829"/>
          </a:xfrm>
          <a:prstGeom prst="rect">
            <a:avLst/>
          </a:prstGeom>
          <a:noFill/>
        </p:spPr>
        <p:txBody>
          <a:bodyPr wrap="square">
            <a:spAutoFit/>
          </a:bodyPr>
          <a:lstStyle/>
          <a:p>
            <a:r>
              <a:rPr lang="en-IN" sz="1050" dirty="0">
                <a:hlinkClick r:id="rId5"/>
              </a:rPr>
              <a:t>https://www.youtube.com/watch?v=6jk9G4vaFjQ&amp;t=2263s&amp;pp=ygUTc2FwIGNsb3VkIGNvbm5lY3Rvcg%3D%3D</a:t>
            </a:r>
            <a:endParaRPr lang="en-IN" sz="1050" dirty="0"/>
          </a:p>
          <a:p>
            <a:endParaRPr lang="en-IN" sz="1050" dirty="0"/>
          </a:p>
        </p:txBody>
      </p:sp>
      <p:sp>
        <p:nvSpPr>
          <p:cNvPr id="27" name="Rectangle 26">
            <a:extLst>
              <a:ext uri="{FF2B5EF4-FFF2-40B4-BE49-F238E27FC236}">
                <a16:creationId xmlns:a16="http://schemas.microsoft.com/office/drawing/2014/main" id="{D0786B90-A6D4-DD1A-A954-6785E65F6AA8}"/>
              </a:ext>
            </a:extLst>
          </p:cNvPr>
          <p:cNvSpPr/>
          <p:nvPr/>
        </p:nvSpPr>
        <p:spPr>
          <a:xfrm>
            <a:off x="1303293" y="2998401"/>
            <a:ext cx="2750885" cy="32886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destination</a:t>
            </a:r>
          </a:p>
        </p:txBody>
      </p:sp>
      <p:sp>
        <p:nvSpPr>
          <p:cNvPr id="28" name="Rectangle 27">
            <a:extLst>
              <a:ext uri="{FF2B5EF4-FFF2-40B4-BE49-F238E27FC236}">
                <a16:creationId xmlns:a16="http://schemas.microsoft.com/office/drawing/2014/main" id="{DBCFE44D-7A38-609D-C68B-02A7F80FE49D}"/>
              </a:ext>
            </a:extLst>
          </p:cNvPr>
          <p:cNvSpPr/>
          <p:nvPr/>
        </p:nvSpPr>
        <p:spPr>
          <a:xfrm>
            <a:off x="256476" y="1809750"/>
            <a:ext cx="3705923" cy="83820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BAS tool</a:t>
            </a:r>
          </a:p>
          <a:p>
            <a:pPr algn="ctr"/>
            <a:r>
              <a:rPr lang="en-IN" dirty="0"/>
              <a:t>Develop Fiori Apps using this </a:t>
            </a:r>
            <a:r>
              <a:rPr lang="en-IN" dirty="0" err="1"/>
              <a:t>dest</a:t>
            </a:r>
            <a:r>
              <a:rPr lang="en-IN" dirty="0"/>
              <a:t> to connect to S/4HANA</a:t>
            </a:r>
          </a:p>
        </p:txBody>
      </p:sp>
      <p:sp>
        <p:nvSpPr>
          <p:cNvPr id="29" name="TextBox 28">
            <a:extLst>
              <a:ext uri="{FF2B5EF4-FFF2-40B4-BE49-F238E27FC236}">
                <a16:creationId xmlns:a16="http://schemas.microsoft.com/office/drawing/2014/main" id="{BFF56FCA-BC6E-8003-B01D-97614059FD4A}"/>
              </a:ext>
            </a:extLst>
          </p:cNvPr>
          <p:cNvSpPr txBox="1"/>
          <p:nvPr/>
        </p:nvSpPr>
        <p:spPr>
          <a:xfrm>
            <a:off x="-1" y="3943581"/>
            <a:ext cx="4337925" cy="507815"/>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For Anubhav Training server, No SCC required however, we must create a destination.</a:t>
            </a:r>
          </a:p>
        </p:txBody>
      </p:sp>
    </p:spTree>
    <p:extLst>
      <p:ext uri="{BB962C8B-B14F-4D97-AF65-F5344CB8AC3E}">
        <p14:creationId xmlns:p14="http://schemas.microsoft.com/office/powerpoint/2010/main" val="14746408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DE725-2EE2-F359-30AC-3B0B59341B6D}"/>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EFA1B6AA-AFE1-0025-A380-A04077468E01}"/>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CORS – Cross Origin Resource Sharing</a:t>
            </a:r>
            <a:endParaRPr lang="en-IN" sz="2000" dirty="0">
              <a:latin typeface="Cooper Black" panose="0208090404030B0204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81A5616-1331-76DB-6539-375F166B99DC}"/>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DD64C390-EE86-6201-B914-6D7FBB7397B1}"/>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9A4F494F-1DBC-E010-3C64-EEE0102F1E04}"/>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
        <p:nvSpPr>
          <p:cNvPr id="7" name="Rectangle 6">
            <a:extLst>
              <a:ext uri="{FF2B5EF4-FFF2-40B4-BE49-F238E27FC236}">
                <a16:creationId xmlns:a16="http://schemas.microsoft.com/office/drawing/2014/main" id="{2B485792-244D-A468-EA0C-E3EF515CC738}"/>
              </a:ext>
            </a:extLst>
          </p:cNvPr>
          <p:cNvSpPr/>
          <p:nvPr/>
        </p:nvSpPr>
        <p:spPr>
          <a:xfrm>
            <a:off x="256476" y="1047750"/>
            <a:ext cx="1648524" cy="1295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Chrome</a:t>
            </a:r>
          </a:p>
          <a:p>
            <a:pPr algn="ctr"/>
            <a:r>
              <a:rPr lang="en-IN" dirty="0"/>
              <a:t>Browser</a:t>
            </a:r>
          </a:p>
        </p:txBody>
      </p:sp>
      <p:sp>
        <p:nvSpPr>
          <p:cNvPr id="8" name="Rectangle 7">
            <a:extLst>
              <a:ext uri="{FF2B5EF4-FFF2-40B4-BE49-F238E27FC236}">
                <a16:creationId xmlns:a16="http://schemas.microsoft.com/office/drawing/2014/main" id="{61CDBD45-4FD3-835B-16D5-1AC4A93E740B}"/>
              </a:ext>
            </a:extLst>
          </p:cNvPr>
          <p:cNvSpPr/>
          <p:nvPr/>
        </p:nvSpPr>
        <p:spPr>
          <a:xfrm>
            <a:off x="6705600" y="1047750"/>
            <a:ext cx="1981200" cy="1295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UI5 tooling</a:t>
            </a:r>
          </a:p>
          <a:p>
            <a:pPr algn="ctr"/>
            <a:r>
              <a:rPr lang="en-IN" dirty="0"/>
              <a:t>ui5 serve</a:t>
            </a:r>
          </a:p>
          <a:p>
            <a:pPr algn="ctr"/>
            <a:r>
              <a:rPr lang="en-IN" dirty="0"/>
              <a:t>(local server)</a:t>
            </a:r>
          </a:p>
        </p:txBody>
      </p:sp>
      <p:cxnSp>
        <p:nvCxnSpPr>
          <p:cNvPr id="10" name="Straight Arrow Connector 9">
            <a:extLst>
              <a:ext uri="{FF2B5EF4-FFF2-40B4-BE49-F238E27FC236}">
                <a16:creationId xmlns:a16="http://schemas.microsoft.com/office/drawing/2014/main" id="{9AEAA324-DB96-2ED8-C90A-E123F91E083D}"/>
              </a:ext>
            </a:extLst>
          </p:cNvPr>
          <p:cNvCxnSpPr>
            <a:stCxn id="7" idx="3"/>
            <a:endCxn id="8" idx="1"/>
          </p:cNvCxnSpPr>
          <p:nvPr/>
        </p:nvCxnSpPr>
        <p:spPr>
          <a:xfrm>
            <a:off x="1905000" y="1695450"/>
            <a:ext cx="480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6102EE2-7C33-5611-6CC9-1A69AD50F73F}"/>
              </a:ext>
            </a:extLst>
          </p:cNvPr>
          <p:cNvSpPr txBox="1"/>
          <p:nvPr/>
        </p:nvSpPr>
        <p:spPr>
          <a:xfrm>
            <a:off x="3276600" y="1418451"/>
            <a:ext cx="1648524" cy="276999"/>
          </a:xfrm>
          <a:prstGeom prst="rect">
            <a:avLst/>
          </a:prstGeom>
          <a:noFill/>
        </p:spPr>
        <p:txBody>
          <a:bodyPr wrap="square">
            <a:spAutoFit/>
          </a:bodyPr>
          <a:lstStyle/>
          <a:p>
            <a:r>
              <a:rPr lang="en-IN" sz="1200" dirty="0"/>
              <a:t>http://localhost:8080/</a:t>
            </a:r>
          </a:p>
        </p:txBody>
      </p:sp>
      <p:pic>
        <p:nvPicPr>
          <p:cNvPr id="14" name="Picture 13" descr="A computer tower with a blue light&#10;&#10;AI-generated content may be incorrect.">
            <a:extLst>
              <a:ext uri="{FF2B5EF4-FFF2-40B4-BE49-F238E27FC236}">
                <a16:creationId xmlns:a16="http://schemas.microsoft.com/office/drawing/2014/main" id="{FB636B50-A876-31F1-8B45-9C9B640C7847}"/>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flipH="1">
            <a:off x="6979618" y="3302519"/>
            <a:ext cx="1433164" cy="1586461"/>
          </a:xfrm>
          <a:prstGeom prst="rect">
            <a:avLst/>
          </a:prstGeom>
        </p:spPr>
      </p:pic>
      <p:sp>
        <p:nvSpPr>
          <p:cNvPr id="16" name="TextBox 15">
            <a:extLst>
              <a:ext uri="{FF2B5EF4-FFF2-40B4-BE49-F238E27FC236}">
                <a16:creationId xmlns:a16="http://schemas.microsoft.com/office/drawing/2014/main" id="{A167BED1-EABD-B5ED-07BC-34835B5C865B}"/>
              </a:ext>
            </a:extLst>
          </p:cNvPr>
          <p:cNvSpPr txBox="1"/>
          <p:nvPr/>
        </p:nvSpPr>
        <p:spPr>
          <a:xfrm>
            <a:off x="2677652" y="3818750"/>
            <a:ext cx="2351548" cy="276999"/>
          </a:xfrm>
          <a:prstGeom prst="rect">
            <a:avLst/>
          </a:prstGeom>
          <a:noFill/>
        </p:spPr>
        <p:txBody>
          <a:bodyPr wrap="square">
            <a:spAutoFit/>
          </a:bodyPr>
          <a:lstStyle/>
          <a:p>
            <a:r>
              <a:rPr lang="en-IN" sz="1200" dirty="0"/>
              <a:t>http://stsrvr.mynetgear.com:8021/</a:t>
            </a:r>
          </a:p>
        </p:txBody>
      </p:sp>
      <p:cxnSp>
        <p:nvCxnSpPr>
          <p:cNvPr id="18" name="Connector: Elbow 17">
            <a:extLst>
              <a:ext uri="{FF2B5EF4-FFF2-40B4-BE49-F238E27FC236}">
                <a16:creationId xmlns:a16="http://schemas.microsoft.com/office/drawing/2014/main" id="{1F95CC80-04AE-6D8D-7CA8-D47222C35450}"/>
              </a:ext>
            </a:extLst>
          </p:cNvPr>
          <p:cNvCxnSpPr>
            <a:stCxn id="7" idx="2"/>
          </p:cNvCxnSpPr>
          <p:nvPr/>
        </p:nvCxnSpPr>
        <p:spPr>
          <a:xfrm rot="16200000" flipH="1">
            <a:off x="3207370" y="216518"/>
            <a:ext cx="1752599" cy="60058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quot;Not Allowed&quot; Symbol 18">
            <a:extLst>
              <a:ext uri="{FF2B5EF4-FFF2-40B4-BE49-F238E27FC236}">
                <a16:creationId xmlns:a16="http://schemas.microsoft.com/office/drawing/2014/main" id="{2C4293ED-C908-57F5-FC2B-F1F967D3D45F}"/>
              </a:ext>
            </a:extLst>
          </p:cNvPr>
          <p:cNvSpPr/>
          <p:nvPr/>
        </p:nvSpPr>
        <p:spPr>
          <a:xfrm>
            <a:off x="2133600" y="3818750"/>
            <a:ext cx="544052" cy="505600"/>
          </a:xfrm>
          <a:prstGeom prst="noSmoking">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a:solidFill>
                <a:schemeClr val="tx1"/>
              </a:solidFill>
            </a:endParaRPr>
          </a:p>
        </p:txBody>
      </p:sp>
      <p:sp>
        <p:nvSpPr>
          <p:cNvPr id="20" name="Rectangle 19">
            <a:extLst>
              <a:ext uri="{FF2B5EF4-FFF2-40B4-BE49-F238E27FC236}">
                <a16:creationId xmlns:a16="http://schemas.microsoft.com/office/drawing/2014/main" id="{A3D001A5-D783-6891-358F-D70833D7E9EA}"/>
              </a:ext>
            </a:extLst>
          </p:cNvPr>
          <p:cNvSpPr/>
          <p:nvPr/>
        </p:nvSpPr>
        <p:spPr>
          <a:xfrm>
            <a:off x="6858000" y="2190750"/>
            <a:ext cx="1752600" cy="3185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proxy</a:t>
            </a:r>
          </a:p>
        </p:txBody>
      </p:sp>
      <p:cxnSp>
        <p:nvCxnSpPr>
          <p:cNvPr id="22" name="Connector: Elbow 21">
            <a:extLst>
              <a:ext uri="{FF2B5EF4-FFF2-40B4-BE49-F238E27FC236}">
                <a16:creationId xmlns:a16="http://schemas.microsoft.com/office/drawing/2014/main" id="{847C2C4A-3D44-8816-C490-08DA2399543D}"/>
              </a:ext>
            </a:extLst>
          </p:cNvPr>
          <p:cNvCxnSpPr>
            <a:stCxn id="20" idx="2"/>
          </p:cNvCxnSpPr>
          <p:nvPr/>
        </p:nvCxnSpPr>
        <p:spPr>
          <a:xfrm rot="5400000">
            <a:off x="7178079" y="2722609"/>
            <a:ext cx="769543" cy="3429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178827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615D8-ECC4-CE77-73F0-1CDD3C146581}"/>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C45A90EF-1E56-FAC7-D3E4-332887ACDCF6}"/>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Title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2923D88-2718-B19B-806D-08DE64E534AF}"/>
              </a:ext>
            </a:extLst>
          </p:cNvPr>
          <p:cNvSpPr txBox="1"/>
          <p:nvPr/>
        </p:nvSpPr>
        <p:spPr>
          <a:xfrm>
            <a:off x="134426" y="490759"/>
            <a:ext cx="8615133" cy="300066"/>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&lt;content&gt;</a:t>
            </a:r>
          </a:p>
        </p:txBody>
      </p:sp>
      <p:sp>
        <p:nvSpPr>
          <p:cNvPr id="4" name="TextBox 3">
            <a:extLst>
              <a:ext uri="{FF2B5EF4-FFF2-40B4-BE49-F238E27FC236}">
                <a16:creationId xmlns:a16="http://schemas.microsoft.com/office/drawing/2014/main" id="{DD5F7F30-2CFB-ADD6-34E7-79B9A5BA2086}"/>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F4E6FCF0-705B-25CA-1F70-1DAAB7D2DFC3}"/>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5AEC56A8-1B32-FA68-2A53-BD537923E518}"/>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270983753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A5A14-BFF4-09D6-C1A8-C0FA7562CDD4}"/>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BDC2C9BD-DE0A-60D7-A277-10C6D87A1ECF}"/>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Title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BDED501-7C7A-D655-83DC-5F1D26BB0752}"/>
              </a:ext>
            </a:extLst>
          </p:cNvPr>
          <p:cNvSpPr txBox="1"/>
          <p:nvPr/>
        </p:nvSpPr>
        <p:spPr>
          <a:xfrm>
            <a:off x="134426" y="490759"/>
            <a:ext cx="8615133" cy="300066"/>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&lt;content&gt;</a:t>
            </a:r>
          </a:p>
        </p:txBody>
      </p:sp>
      <p:sp>
        <p:nvSpPr>
          <p:cNvPr id="4" name="TextBox 3">
            <a:extLst>
              <a:ext uri="{FF2B5EF4-FFF2-40B4-BE49-F238E27FC236}">
                <a16:creationId xmlns:a16="http://schemas.microsoft.com/office/drawing/2014/main" id="{7E6430B2-656A-037A-9C5C-5488456BE62F}"/>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68644173-DAEE-43BA-1B2A-29FDB52673FC}"/>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7DFC7E81-4125-8995-95A1-DCC07AFFF4D8}"/>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315363719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5A353-7108-EC95-B721-B045F759AEE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F77E3DF2-4D62-68DE-FA26-8A5B7BA8E81D}"/>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Title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0727405-2540-951F-8288-0656D7007B17}"/>
              </a:ext>
            </a:extLst>
          </p:cNvPr>
          <p:cNvSpPr txBox="1"/>
          <p:nvPr/>
        </p:nvSpPr>
        <p:spPr>
          <a:xfrm>
            <a:off x="134426" y="490759"/>
            <a:ext cx="8615133" cy="300066"/>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&lt;content&gt;</a:t>
            </a:r>
          </a:p>
        </p:txBody>
      </p:sp>
      <p:sp>
        <p:nvSpPr>
          <p:cNvPr id="4" name="TextBox 3">
            <a:extLst>
              <a:ext uri="{FF2B5EF4-FFF2-40B4-BE49-F238E27FC236}">
                <a16:creationId xmlns:a16="http://schemas.microsoft.com/office/drawing/2014/main" id="{CC4AD407-1956-0473-3813-3AA7628ABD38}"/>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E923B3CC-5FD7-8745-CB07-27AA4DCF8E64}"/>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88DA34DF-A527-5E74-2DFB-213A7F66B920}"/>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316933853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7BF8E-CA67-40A6-AFBA-7C9083938107}"/>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3B1A5164-72ED-745B-F084-CBCA6D2E4503}"/>
              </a:ext>
            </a:extLst>
          </p:cNvPr>
          <p:cNvSpPr txBox="1">
            <a:spLocks/>
          </p:cNvSpPr>
          <p:nvPr/>
        </p:nvSpPr>
        <p:spPr>
          <a:xfrm>
            <a:off x="107001" y="105387"/>
            <a:ext cx="8353414" cy="385373"/>
          </a:xfrm>
          <a:prstGeom prst="rect">
            <a:avLst/>
          </a:prstGeom>
        </p:spPr>
        <p:txBody>
          <a:bodyPr lIns="91424" tIns="45712" rIns="91424" bIns="45712">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oper Black" panose="0208090404030B020404" pitchFamily="18" charset="0"/>
                <a:cs typeface="Times New Roman" panose="02020603050405020304" pitchFamily="18" charset="0"/>
              </a:rPr>
              <a:t>Title</a:t>
            </a:r>
            <a:endParaRPr lang="en-IN" sz="20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A51C1E9-D1E8-DC14-B846-37ACDE508779}"/>
              </a:ext>
            </a:extLst>
          </p:cNvPr>
          <p:cNvSpPr txBox="1"/>
          <p:nvPr/>
        </p:nvSpPr>
        <p:spPr>
          <a:xfrm>
            <a:off x="134426" y="490759"/>
            <a:ext cx="8615133" cy="300066"/>
          </a:xfrm>
          <a:prstGeom prst="rect">
            <a:avLst/>
          </a:prstGeom>
          <a:noFill/>
        </p:spPr>
        <p:txBody>
          <a:bodyPr wrap="square" lIns="91424" tIns="45712" rIns="91424" bIns="45712" rtlCol="0">
            <a:spAutoFit/>
          </a:bodyPr>
          <a:lstStyle/>
          <a:p>
            <a:r>
              <a:rPr lang="en-IN" sz="1350" dirty="0">
                <a:latin typeface="Amasis MT Pro" panose="02040504050005020304" pitchFamily="18" charset="0"/>
              </a:rPr>
              <a:t>&lt;content&gt;</a:t>
            </a:r>
          </a:p>
        </p:txBody>
      </p:sp>
      <p:sp>
        <p:nvSpPr>
          <p:cNvPr id="4" name="TextBox 3">
            <a:extLst>
              <a:ext uri="{FF2B5EF4-FFF2-40B4-BE49-F238E27FC236}">
                <a16:creationId xmlns:a16="http://schemas.microsoft.com/office/drawing/2014/main" id="{C995748C-C5F7-7C73-96F8-CFDE843E3E84}"/>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1EA5669C-3323-D67A-DADF-CB969F421B29}"/>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C537FEA4-BEC0-B659-DEBD-B5D238A420B0}"/>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9</a:t>
            </a:r>
            <a:endParaRPr lang="en-IN" sz="825" dirty="0">
              <a:solidFill>
                <a:schemeClr val="tx2">
                  <a:lumMod val="40000"/>
                  <a:lumOff val="60000"/>
                </a:schemeClr>
              </a:solidFill>
            </a:endParaRPr>
          </a:p>
        </p:txBody>
      </p:sp>
    </p:spTree>
    <p:extLst>
      <p:ext uri="{BB962C8B-B14F-4D97-AF65-F5344CB8AC3E}">
        <p14:creationId xmlns:p14="http://schemas.microsoft.com/office/powerpoint/2010/main" val="403869113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88E61238-5293-706C-0972-3E7CDF4CE539}"/>
              </a:ext>
            </a:extLst>
          </p:cNvPr>
          <p:cNvSpPr txBox="1">
            <a:spLocks/>
          </p:cNvSpPr>
          <p:nvPr/>
        </p:nvSpPr>
        <p:spPr>
          <a:xfrm>
            <a:off x="107001" y="105387"/>
            <a:ext cx="8353414" cy="385373"/>
          </a:xfrm>
          <a:prstGeom prst="rect">
            <a:avLst/>
          </a:prstGeom>
        </p:spPr>
        <p:txBody>
          <a:bodyPr lIns="91424" tIns="45712" rIns="91424" bIns="45712">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latin typeface="Cooper Black" panose="0208090404030B020404" pitchFamily="18" charset="0"/>
                <a:cs typeface="Times New Roman" panose="02020603050405020304" pitchFamily="18" charset="0"/>
              </a:rPr>
              <a:t>What is SAP UI5?</a:t>
            </a:r>
            <a:endParaRPr lang="en-IN" sz="2400"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DCBDF49-CDF7-36F5-7146-36FE35274F4E}"/>
              </a:ext>
            </a:extLst>
          </p:cNvPr>
          <p:cNvSpPr txBox="1"/>
          <p:nvPr/>
        </p:nvSpPr>
        <p:spPr>
          <a:xfrm>
            <a:off x="134426" y="490759"/>
            <a:ext cx="8615133" cy="1754310"/>
          </a:xfrm>
          <a:prstGeom prst="rect">
            <a:avLst/>
          </a:prstGeom>
          <a:noFill/>
        </p:spPr>
        <p:txBody>
          <a:bodyPr wrap="square" lIns="91424" tIns="45712" rIns="91424" bIns="45712" rtlCol="0">
            <a:spAutoFit/>
          </a:bodyPr>
          <a:lstStyle/>
          <a:p>
            <a:r>
              <a:rPr lang="en-IN" sz="1350" dirty="0"/>
              <a:t>SAP UI5 is a </a:t>
            </a:r>
            <a:r>
              <a:rPr lang="en-IN" sz="1350" b="1" i="1" dirty="0"/>
              <a:t>framework </a:t>
            </a:r>
            <a:r>
              <a:rPr lang="en-IN" sz="1350" dirty="0"/>
              <a:t>to develop </a:t>
            </a:r>
            <a:r>
              <a:rPr lang="en-IN" sz="1350" b="1" i="1" dirty="0"/>
              <a:t>responsive </a:t>
            </a:r>
            <a:r>
              <a:rPr lang="en-IN" sz="1350" dirty="0"/>
              <a:t>web applications.</a:t>
            </a:r>
          </a:p>
          <a:p>
            <a:endParaRPr lang="en-IN" sz="1350" dirty="0"/>
          </a:p>
          <a:p>
            <a:r>
              <a:rPr lang="en-IN" sz="1350" b="1" dirty="0"/>
              <a:t>Framework – collection of libraries</a:t>
            </a:r>
          </a:p>
          <a:p>
            <a:r>
              <a:rPr lang="en-IN" sz="1350" b="1" dirty="0"/>
              <a:t>Library – collection of classes and modules</a:t>
            </a:r>
          </a:p>
          <a:p>
            <a:r>
              <a:rPr lang="en-IN" sz="1350" b="1" dirty="0"/>
              <a:t>Class – collection of methods, attributes, events and aggregations</a:t>
            </a:r>
          </a:p>
          <a:p>
            <a:endParaRPr lang="en-IN" sz="1350" b="1" dirty="0"/>
          </a:p>
          <a:p>
            <a:r>
              <a:rPr lang="en-IN" sz="1350" b="1" dirty="0"/>
              <a:t>Responsive – </a:t>
            </a:r>
            <a:r>
              <a:rPr lang="en-IN" sz="1350" i="1" dirty="0"/>
              <a:t>An application which adapt itself according to the device.</a:t>
            </a:r>
            <a:endParaRPr lang="en-IN" sz="1350" dirty="0"/>
          </a:p>
          <a:p>
            <a:endParaRPr lang="en-IN" sz="1350" dirty="0"/>
          </a:p>
        </p:txBody>
      </p:sp>
      <p:sp>
        <p:nvSpPr>
          <p:cNvPr id="4" name="TextBox 3">
            <a:extLst>
              <a:ext uri="{FF2B5EF4-FFF2-40B4-BE49-F238E27FC236}">
                <a16:creationId xmlns:a16="http://schemas.microsoft.com/office/drawing/2014/main" id="{8803427F-BBC4-98B2-1F0F-6E79C1BEC402}"/>
              </a:ext>
            </a:extLst>
          </p:cNvPr>
          <p:cNvSpPr txBox="1"/>
          <p:nvPr/>
        </p:nvSpPr>
        <p:spPr>
          <a:xfrm>
            <a:off x="7249652" y="4912668"/>
            <a:ext cx="1893158" cy="230816"/>
          </a:xfrm>
          <a:prstGeom prst="rect">
            <a:avLst/>
          </a:prstGeom>
          <a:noFill/>
        </p:spPr>
        <p:txBody>
          <a:bodyPr wrap="square" lIns="91424" tIns="45712" rIns="91424" bIns="45712">
            <a:spAutoFit/>
          </a:bodyPr>
          <a:lstStyle/>
          <a:p>
            <a:r>
              <a:rPr lang="en-US" sz="900" dirty="0">
                <a:solidFill>
                  <a:schemeClr val="tx2">
                    <a:lumMod val="40000"/>
                    <a:lumOff val="60000"/>
                  </a:schemeClr>
                </a:solidFill>
                <a:latin typeface="Cooper Black" panose="0208090404030B020404" pitchFamily="18" charset="0"/>
              </a:rPr>
              <a:t>www.anubhavtrainings.com</a:t>
            </a:r>
            <a:endParaRPr lang="en-IN" sz="900" dirty="0">
              <a:solidFill>
                <a:schemeClr val="tx2">
                  <a:lumMod val="40000"/>
                  <a:lumOff val="60000"/>
                </a:schemeClr>
              </a:solidFill>
              <a:latin typeface="Cooper Black" panose="0208090404030B020404" pitchFamily="18" charset="0"/>
            </a:endParaRPr>
          </a:p>
        </p:txBody>
      </p:sp>
      <p:pic>
        <p:nvPicPr>
          <p:cNvPr id="5" name="Picture 4">
            <a:extLst>
              <a:ext uri="{FF2B5EF4-FFF2-40B4-BE49-F238E27FC236}">
                <a16:creationId xmlns:a16="http://schemas.microsoft.com/office/drawing/2014/main" id="{1CFC86E7-6CB2-CA3E-46F1-E90A72AAF2E8}"/>
              </a:ext>
            </a:extLst>
          </p:cNvPr>
          <p:cNvPicPr>
            <a:picLocks noChangeAspect="1"/>
          </p:cNvPicPr>
          <p:nvPr/>
        </p:nvPicPr>
        <p:blipFill>
          <a:blip r:embed="rId2" cstate="print"/>
          <a:stretch>
            <a:fillRect/>
          </a:stretch>
        </p:blipFill>
        <p:spPr>
          <a:xfrm>
            <a:off x="8769836" y="52777"/>
            <a:ext cx="342311" cy="338190"/>
          </a:xfrm>
          <a:prstGeom prst="rect">
            <a:avLst/>
          </a:prstGeom>
        </p:spPr>
      </p:pic>
      <p:sp>
        <p:nvSpPr>
          <p:cNvPr id="6" name="TextBox 5">
            <a:extLst>
              <a:ext uri="{FF2B5EF4-FFF2-40B4-BE49-F238E27FC236}">
                <a16:creationId xmlns:a16="http://schemas.microsoft.com/office/drawing/2014/main" id="{81B9A001-2EEA-D0AB-C568-AF7E95AA8A13}"/>
              </a:ext>
            </a:extLst>
          </p:cNvPr>
          <p:cNvSpPr txBox="1"/>
          <p:nvPr/>
        </p:nvSpPr>
        <p:spPr>
          <a:xfrm>
            <a:off x="88717" y="4920211"/>
            <a:ext cx="167759" cy="219275"/>
          </a:xfrm>
          <a:prstGeom prst="rect">
            <a:avLst/>
          </a:prstGeom>
          <a:noFill/>
        </p:spPr>
        <p:txBody>
          <a:bodyPr wrap="square" lIns="91424" tIns="45712" rIns="91424" bIns="45712" rtlCol="0">
            <a:spAutoFit/>
          </a:bodyPr>
          <a:lstStyle/>
          <a:p>
            <a:r>
              <a:rPr lang="en-US" sz="825" dirty="0">
                <a:solidFill>
                  <a:schemeClr val="tx2">
                    <a:lumMod val="40000"/>
                    <a:lumOff val="60000"/>
                  </a:schemeClr>
                </a:solidFill>
              </a:rPr>
              <a:t>7</a:t>
            </a:r>
            <a:endParaRPr lang="en-IN" sz="825" dirty="0">
              <a:solidFill>
                <a:schemeClr val="tx2">
                  <a:lumMod val="40000"/>
                  <a:lumOff val="60000"/>
                </a:schemeClr>
              </a:solidFill>
            </a:endParaRPr>
          </a:p>
        </p:txBody>
      </p:sp>
      <p:sp>
        <p:nvSpPr>
          <p:cNvPr id="7" name="Smiley Face 6">
            <a:extLst>
              <a:ext uri="{FF2B5EF4-FFF2-40B4-BE49-F238E27FC236}">
                <a16:creationId xmlns:a16="http://schemas.microsoft.com/office/drawing/2014/main" id="{D1E7B3DD-0BF9-A62E-3521-6E22D1651860}"/>
              </a:ext>
            </a:extLst>
          </p:cNvPr>
          <p:cNvSpPr/>
          <p:nvPr/>
        </p:nvSpPr>
        <p:spPr>
          <a:xfrm>
            <a:off x="256476" y="2647950"/>
            <a:ext cx="581724" cy="517952"/>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21DD6285-5367-A765-372E-69ECDF0E6F4A}"/>
              </a:ext>
            </a:extLst>
          </p:cNvPr>
          <p:cNvSpPr/>
          <p:nvPr/>
        </p:nvSpPr>
        <p:spPr>
          <a:xfrm>
            <a:off x="1447800" y="2647950"/>
            <a:ext cx="1828800" cy="609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BAS</a:t>
            </a:r>
          </a:p>
        </p:txBody>
      </p:sp>
      <p:cxnSp>
        <p:nvCxnSpPr>
          <p:cNvPr id="10" name="Connector: Elbow 9">
            <a:extLst>
              <a:ext uri="{FF2B5EF4-FFF2-40B4-BE49-F238E27FC236}">
                <a16:creationId xmlns:a16="http://schemas.microsoft.com/office/drawing/2014/main" id="{FAA8F498-DD14-82A4-8BD1-F1C0E82C1340}"/>
              </a:ext>
            </a:extLst>
          </p:cNvPr>
          <p:cNvCxnSpPr>
            <a:stCxn id="7" idx="6"/>
          </p:cNvCxnSpPr>
          <p:nvPr/>
        </p:nvCxnSpPr>
        <p:spPr>
          <a:xfrm>
            <a:off x="838200" y="2906926"/>
            <a:ext cx="533400" cy="4582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FE29B1DE-035D-90E1-1F32-B62BEECB1B79}"/>
              </a:ext>
            </a:extLst>
          </p:cNvPr>
          <p:cNvSpPr/>
          <p:nvPr/>
        </p:nvSpPr>
        <p:spPr>
          <a:xfrm>
            <a:off x="5486400" y="2239791"/>
            <a:ext cx="1763252" cy="6095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Controller (processing)</a:t>
            </a:r>
          </a:p>
        </p:txBody>
      </p:sp>
      <p:sp>
        <p:nvSpPr>
          <p:cNvPr id="12" name="Rectangle: Rounded Corners 11">
            <a:extLst>
              <a:ext uri="{FF2B5EF4-FFF2-40B4-BE49-F238E27FC236}">
                <a16:creationId xmlns:a16="http://schemas.microsoft.com/office/drawing/2014/main" id="{57F59E8F-8787-5B35-4949-79170FD915D7}"/>
              </a:ext>
            </a:extLst>
          </p:cNvPr>
          <p:cNvSpPr/>
          <p:nvPr/>
        </p:nvSpPr>
        <p:spPr>
          <a:xfrm>
            <a:off x="3886200" y="3333749"/>
            <a:ext cx="1676400" cy="40288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View - IO</a:t>
            </a:r>
          </a:p>
        </p:txBody>
      </p:sp>
      <p:sp>
        <p:nvSpPr>
          <p:cNvPr id="13" name="Rectangle: Rounded Corners 12">
            <a:extLst>
              <a:ext uri="{FF2B5EF4-FFF2-40B4-BE49-F238E27FC236}">
                <a16:creationId xmlns:a16="http://schemas.microsoft.com/office/drawing/2014/main" id="{AE5290ED-8136-E7DD-7C50-515AF5C53232}"/>
              </a:ext>
            </a:extLst>
          </p:cNvPr>
          <p:cNvSpPr/>
          <p:nvPr/>
        </p:nvSpPr>
        <p:spPr>
          <a:xfrm>
            <a:off x="7264591" y="3333750"/>
            <a:ext cx="1676400" cy="40288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Model (data)</a:t>
            </a: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1ED59C0E-506C-9B8D-9A38-DCF0BE1A2DBA}"/>
                  </a:ext>
                </a:extLst>
              </p14:cNvPr>
              <p14:cNvContentPartPr/>
              <p14:nvPr/>
            </p14:nvContentPartPr>
            <p14:xfrm>
              <a:off x="2086071" y="3308945"/>
              <a:ext cx="360" cy="360"/>
            </p14:xfrm>
          </p:contentPart>
        </mc:Choice>
        <mc:Fallback xmlns="">
          <p:pic>
            <p:nvPicPr>
              <p:cNvPr id="14" name="Ink 13">
                <a:extLst>
                  <a:ext uri="{FF2B5EF4-FFF2-40B4-BE49-F238E27FC236}">
                    <a16:creationId xmlns:a16="http://schemas.microsoft.com/office/drawing/2014/main" id="{1ED59C0E-506C-9B8D-9A38-DCF0BE1A2DBA}"/>
                  </a:ext>
                </a:extLst>
              </p:cNvPr>
              <p:cNvPicPr/>
              <p:nvPr/>
            </p:nvPicPr>
            <p:blipFill>
              <a:blip r:embed="rId4"/>
              <a:stretch>
                <a:fillRect/>
              </a:stretch>
            </p:blipFill>
            <p:spPr>
              <a:xfrm>
                <a:off x="2077431" y="3299945"/>
                <a:ext cx="18000" cy="18000"/>
              </a:xfrm>
              <a:prstGeom prst="rect">
                <a:avLst/>
              </a:prstGeom>
            </p:spPr>
          </p:pic>
        </mc:Fallback>
      </mc:AlternateContent>
    </p:spTree>
    <p:extLst>
      <p:ext uri="{BB962C8B-B14F-4D97-AF65-F5344CB8AC3E}">
        <p14:creationId xmlns:p14="http://schemas.microsoft.com/office/powerpoint/2010/main" val="47732882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grpSp>
        <p:nvGrpSpPr>
          <p:cNvPr id="58" name="Group 57">
            <a:extLst>
              <a:ext uri="{FF2B5EF4-FFF2-40B4-BE49-F238E27FC236}">
                <a16:creationId xmlns:a16="http://schemas.microsoft.com/office/drawing/2014/main" id="{1C07A0F9-9A50-DD2F-1443-1A13FBD5F9A3}"/>
              </a:ext>
            </a:extLst>
          </p:cNvPr>
          <p:cNvGrpSpPr/>
          <p:nvPr/>
        </p:nvGrpSpPr>
        <p:grpSpPr>
          <a:xfrm>
            <a:off x="-30600" y="-7625"/>
            <a:ext cx="9176648" cy="5151125"/>
            <a:chOff x="-5969" y="-7625"/>
            <a:chExt cx="9176648" cy="5151125"/>
          </a:xfrm>
          <a:solidFill>
            <a:schemeClr val="tx2">
              <a:alpha val="40000"/>
            </a:schemeClr>
          </a:solidFill>
        </p:grpSpPr>
        <p:pic>
          <p:nvPicPr>
            <p:cNvPr id="59" name="Graphic 58">
              <a:extLst>
                <a:ext uri="{FF2B5EF4-FFF2-40B4-BE49-F238E27FC236}">
                  <a16:creationId xmlns:a16="http://schemas.microsoft.com/office/drawing/2014/main" id="{0A7E78BA-4560-050E-D59C-A65299D5F36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0840" t="31947"/>
            <a:stretch>
              <a:fillRect/>
            </a:stretch>
          </p:blipFill>
          <p:spPr>
            <a:xfrm>
              <a:off x="-5969" y="0"/>
              <a:ext cx="3969101" cy="1981315"/>
            </a:xfrm>
            <a:prstGeom prst="rect">
              <a:avLst/>
            </a:prstGeom>
          </p:spPr>
        </p:pic>
        <p:pic>
          <p:nvPicPr>
            <p:cNvPr id="60" name="Graphic 59">
              <a:extLst>
                <a:ext uri="{FF2B5EF4-FFF2-40B4-BE49-F238E27FC236}">
                  <a16:creationId xmlns:a16="http://schemas.microsoft.com/office/drawing/2014/main" id="{35D74FD9-9F83-3AA0-F2D4-0D78965505A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5004" r="4037" b="4614"/>
            <a:stretch>
              <a:fillRect/>
            </a:stretch>
          </p:blipFill>
          <p:spPr>
            <a:xfrm>
              <a:off x="3006487" y="-7625"/>
              <a:ext cx="6164192" cy="5151125"/>
            </a:xfrm>
            <a:prstGeom prst="rect">
              <a:avLst/>
            </a:prstGeom>
          </p:spPr>
        </p:pic>
      </p:grpSp>
      <p:grpSp>
        <p:nvGrpSpPr>
          <p:cNvPr id="19" name="Graphic 20">
            <a:extLst>
              <a:ext uri="{FF2B5EF4-FFF2-40B4-BE49-F238E27FC236}">
                <a16:creationId xmlns:a16="http://schemas.microsoft.com/office/drawing/2014/main" id="{15430BB7-882A-0B33-3644-E308D833C5F0}"/>
              </a:ext>
            </a:extLst>
          </p:cNvPr>
          <p:cNvGrpSpPr/>
          <p:nvPr/>
        </p:nvGrpSpPr>
        <p:grpSpPr>
          <a:xfrm>
            <a:off x="128371" y="3714750"/>
            <a:ext cx="633629" cy="1295187"/>
            <a:chOff x="1371408" y="1248894"/>
            <a:chExt cx="1889342" cy="3532443"/>
          </a:xfrm>
        </p:grpSpPr>
        <p:sp>
          <p:nvSpPr>
            <p:cNvPr id="20" name="Freeform: Shape 19">
              <a:extLst>
                <a:ext uri="{FF2B5EF4-FFF2-40B4-BE49-F238E27FC236}">
                  <a16:creationId xmlns:a16="http://schemas.microsoft.com/office/drawing/2014/main" id="{EA66EADF-1F60-0FAA-7E53-A20F2BD7DC0E}"/>
                </a:ext>
              </a:extLst>
            </p:cNvPr>
            <p:cNvSpPr/>
            <p:nvPr/>
          </p:nvSpPr>
          <p:spPr>
            <a:xfrm>
              <a:off x="2729240" y="4362087"/>
              <a:ext cx="281348" cy="256874"/>
            </a:xfrm>
            <a:custGeom>
              <a:avLst/>
              <a:gdLst>
                <a:gd name="connsiteX0" fmla="*/ 11280 w 281348"/>
                <a:gd name="connsiteY0" fmla="*/ 89839 h 256874"/>
                <a:gd name="connsiteX1" fmla="*/ 0 w 281348"/>
                <a:gd name="connsiteY1" fmla="*/ 256874 h 256874"/>
                <a:gd name="connsiteX2" fmla="*/ 281349 w 281348"/>
                <a:gd name="connsiteY2" fmla="*/ 216280 h 256874"/>
                <a:gd name="connsiteX3" fmla="*/ 221629 w 281348"/>
                <a:gd name="connsiteY3" fmla="*/ 177017 h 256874"/>
                <a:gd name="connsiteX4" fmla="*/ 208357 w 281348"/>
                <a:gd name="connsiteY4" fmla="*/ 150398 h 256874"/>
                <a:gd name="connsiteX5" fmla="*/ 216984 w 281348"/>
                <a:gd name="connsiteY5" fmla="*/ 0 h 256874"/>
                <a:gd name="connsiteX6" fmla="*/ 11280 w 281348"/>
                <a:gd name="connsiteY6" fmla="*/ 89839 h 256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348" h="256874">
                  <a:moveTo>
                    <a:pt x="11280" y="89839"/>
                  </a:moveTo>
                  <a:lnTo>
                    <a:pt x="0" y="256874"/>
                  </a:lnTo>
                  <a:lnTo>
                    <a:pt x="281349" y="216280"/>
                  </a:lnTo>
                  <a:lnTo>
                    <a:pt x="221629" y="177017"/>
                  </a:lnTo>
                  <a:cubicBezTo>
                    <a:pt x="213002" y="171028"/>
                    <a:pt x="207694" y="161046"/>
                    <a:pt x="208357" y="150398"/>
                  </a:cubicBezTo>
                  <a:lnTo>
                    <a:pt x="216984" y="0"/>
                  </a:lnTo>
                  <a:lnTo>
                    <a:pt x="11280" y="89839"/>
                  </a:lnTo>
                  <a:close/>
                </a:path>
              </a:pathLst>
            </a:custGeom>
            <a:solidFill>
              <a:schemeClr val="bg1"/>
            </a:solidFill>
            <a:ln w="6617" cap="rnd">
              <a:solidFill>
                <a:schemeClr val="tx2"/>
              </a:solidFill>
              <a:prstDash val="solid"/>
              <a:round/>
            </a:ln>
          </p:spPr>
          <p:txBody>
            <a:bodyPr rtlCol="0" anchor="ctr"/>
            <a:lstStyle/>
            <a:p>
              <a:endParaRPr lang="pt-BR"/>
            </a:p>
          </p:txBody>
        </p:sp>
        <p:sp>
          <p:nvSpPr>
            <p:cNvPr id="22" name="Freeform: Shape 21">
              <a:extLst>
                <a:ext uri="{FF2B5EF4-FFF2-40B4-BE49-F238E27FC236}">
                  <a16:creationId xmlns:a16="http://schemas.microsoft.com/office/drawing/2014/main" id="{ADBD8721-BF46-6C55-32C9-C708B57FE6B3}"/>
                </a:ext>
              </a:extLst>
            </p:cNvPr>
            <p:cNvSpPr/>
            <p:nvPr/>
          </p:nvSpPr>
          <p:spPr>
            <a:xfrm>
              <a:off x="2309208" y="2995197"/>
              <a:ext cx="718090" cy="1494724"/>
            </a:xfrm>
            <a:custGeom>
              <a:avLst/>
              <a:gdLst>
                <a:gd name="connsiteX0" fmla="*/ 238881 w 718090"/>
                <a:gd name="connsiteY0" fmla="*/ 0 h 1494724"/>
                <a:gd name="connsiteX1" fmla="*/ 685456 w 718090"/>
                <a:gd name="connsiteY1" fmla="*/ 682779 h 1494724"/>
                <a:gd name="connsiteX2" fmla="*/ 717307 w 718090"/>
                <a:gd name="connsiteY2" fmla="*/ 809886 h 1494724"/>
                <a:gd name="connsiteX3" fmla="*/ 656259 w 718090"/>
                <a:gd name="connsiteY3" fmla="*/ 1484679 h 1494724"/>
                <a:gd name="connsiteX4" fmla="*/ 644315 w 718090"/>
                <a:gd name="connsiteY4" fmla="*/ 1494662 h 1494724"/>
                <a:gd name="connsiteX5" fmla="*/ 391500 w 718090"/>
                <a:gd name="connsiteY5" fmla="*/ 1481352 h 1494724"/>
                <a:gd name="connsiteX6" fmla="*/ 380883 w 718090"/>
                <a:gd name="connsiteY6" fmla="*/ 1469373 h 1494724"/>
                <a:gd name="connsiteX7" fmla="*/ 432640 w 718090"/>
                <a:gd name="connsiteY7" fmla="*/ 861127 h 1494724"/>
                <a:gd name="connsiteX8" fmla="*/ 423350 w 718090"/>
                <a:gd name="connsiteY8" fmla="*/ 830515 h 1494724"/>
                <a:gd name="connsiteX9" fmla="*/ 0 w 718090"/>
                <a:gd name="connsiteY9" fmla="*/ 290814 h 1494724"/>
                <a:gd name="connsiteX10" fmla="*/ 238881 w 718090"/>
                <a:gd name="connsiteY10" fmla="*/ 0 h 1494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8090" h="1494724">
                  <a:moveTo>
                    <a:pt x="238881" y="0"/>
                  </a:moveTo>
                  <a:lnTo>
                    <a:pt x="685456" y="682779"/>
                  </a:lnTo>
                  <a:cubicBezTo>
                    <a:pt x="710008" y="720046"/>
                    <a:pt x="721288" y="765299"/>
                    <a:pt x="717307" y="809886"/>
                  </a:cubicBezTo>
                  <a:lnTo>
                    <a:pt x="656259" y="1484679"/>
                  </a:lnTo>
                  <a:cubicBezTo>
                    <a:pt x="655596" y="1490669"/>
                    <a:pt x="650287" y="1495327"/>
                    <a:pt x="644315" y="1494662"/>
                  </a:cubicBezTo>
                  <a:lnTo>
                    <a:pt x="391500" y="1481352"/>
                  </a:lnTo>
                  <a:cubicBezTo>
                    <a:pt x="384864" y="1480686"/>
                    <a:pt x="380219" y="1475363"/>
                    <a:pt x="380883" y="1469373"/>
                  </a:cubicBezTo>
                  <a:lnTo>
                    <a:pt x="432640" y="861127"/>
                  </a:lnTo>
                  <a:cubicBezTo>
                    <a:pt x="433304" y="849814"/>
                    <a:pt x="429986" y="839167"/>
                    <a:pt x="423350" y="830515"/>
                  </a:cubicBezTo>
                  <a:lnTo>
                    <a:pt x="0" y="290814"/>
                  </a:lnTo>
                  <a:lnTo>
                    <a:pt x="238881" y="0"/>
                  </a:lnTo>
                  <a:close/>
                </a:path>
              </a:pathLst>
            </a:custGeom>
            <a:solidFill>
              <a:schemeClr val="accent1"/>
            </a:solidFill>
            <a:ln w="6617" cap="flat">
              <a:noFill/>
              <a:prstDash val="solid"/>
              <a:miter/>
            </a:ln>
          </p:spPr>
          <p:txBody>
            <a:bodyPr rtlCol="0" anchor="ctr"/>
            <a:lstStyle/>
            <a:p>
              <a:endParaRPr lang="pt-BR" dirty="0"/>
            </a:p>
          </p:txBody>
        </p:sp>
        <p:sp>
          <p:nvSpPr>
            <p:cNvPr id="23" name="Freeform: Shape 22">
              <a:extLst>
                <a:ext uri="{FF2B5EF4-FFF2-40B4-BE49-F238E27FC236}">
                  <a16:creationId xmlns:a16="http://schemas.microsoft.com/office/drawing/2014/main" id="{9D05330C-049C-A18C-3CD6-83E474BC3843}"/>
                </a:ext>
              </a:extLst>
            </p:cNvPr>
            <p:cNvSpPr/>
            <p:nvPr/>
          </p:nvSpPr>
          <p:spPr>
            <a:xfrm>
              <a:off x="2662885" y="4523158"/>
              <a:ext cx="597866" cy="256848"/>
            </a:xfrm>
            <a:custGeom>
              <a:avLst/>
              <a:gdLst>
                <a:gd name="connsiteX0" fmla="*/ 23888 w 597866"/>
                <a:gd name="connsiteY0" fmla="*/ 17942 h 256848"/>
                <a:gd name="connsiteX1" fmla="*/ 0 w 597866"/>
                <a:gd name="connsiteY1" fmla="*/ 172998 h 256848"/>
                <a:gd name="connsiteX2" fmla="*/ 0 w 597866"/>
                <a:gd name="connsiteY2" fmla="*/ 244870 h 256848"/>
                <a:gd name="connsiteX3" fmla="*/ 11944 w 597866"/>
                <a:gd name="connsiteY3" fmla="*/ 256848 h 256848"/>
                <a:gd name="connsiteX4" fmla="*/ 585922 w 597866"/>
                <a:gd name="connsiteY4" fmla="*/ 256848 h 256848"/>
                <a:gd name="connsiteX5" fmla="*/ 597866 w 597866"/>
                <a:gd name="connsiteY5" fmla="*/ 244870 h 256848"/>
                <a:gd name="connsiteX6" fmla="*/ 597866 w 597866"/>
                <a:gd name="connsiteY6" fmla="*/ 182981 h 256848"/>
                <a:gd name="connsiteX7" fmla="*/ 543454 w 597866"/>
                <a:gd name="connsiteY7" fmla="*/ 100461 h 256848"/>
                <a:gd name="connsiteX8" fmla="*/ 311873 w 597866"/>
                <a:gd name="connsiteY8" fmla="*/ 1305 h 256848"/>
                <a:gd name="connsiteX9" fmla="*/ 292629 w 597866"/>
                <a:gd name="connsiteY9" fmla="*/ 7960 h 256848"/>
                <a:gd name="connsiteX10" fmla="*/ 292629 w 597866"/>
                <a:gd name="connsiteY10" fmla="*/ 7960 h 256848"/>
                <a:gd name="connsiteX11" fmla="*/ 297938 w 597866"/>
                <a:gd name="connsiteY11" fmla="*/ 27924 h 256848"/>
                <a:gd name="connsiteX12" fmla="*/ 313200 w 597866"/>
                <a:gd name="connsiteY12" fmla="*/ 37241 h 256848"/>
                <a:gd name="connsiteX13" fmla="*/ 308555 w 597866"/>
                <a:gd name="connsiteY13" fmla="*/ 52547 h 256848"/>
                <a:gd name="connsiteX14" fmla="*/ 95552 w 597866"/>
                <a:gd name="connsiteY14" fmla="*/ 52547 h 256848"/>
                <a:gd name="connsiteX15" fmla="*/ 56402 w 597866"/>
                <a:gd name="connsiteY15" fmla="*/ 25262 h 256848"/>
                <a:gd name="connsiteX16" fmla="*/ 52421 w 597866"/>
                <a:gd name="connsiteY16" fmla="*/ 13949 h 256848"/>
                <a:gd name="connsiteX17" fmla="*/ 37823 w 597866"/>
                <a:gd name="connsiteY17" fmla="*/ 3967 h 256848"/>
                <a:gd name="connsiteX18" fmla="*/ 37823 w 597866"/>
                <a:gd name="connsiteY18" fmla="*/ 3967 h 256848"/>
                <a:gd name="connsiteX19" fmla="*/ 23888 w 597866"/>
                <a:gd name="connsiteY19" fmla="*/ 17942 h 256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7866" h="256848">
                  <a:moveTo>
                    <a:pt x="23888" y="17942"/>
                  </a:moveTo>
                  <a:lnTo>
                    <a:pt x="0" y="172998"/>
                  </a:lnTo>
                  <a:lnTo>
                    <a:pt x="0" y="244870"/>
                  </a:lnTo>
                  <a:cubicBezTo>
                    <a:pt x="0" y="251525"/>
                    <a:pt x="5308" y="256848"/>
                    <a:pt x="11944" y="256848"/>
                  </a:cubicBezTo>
                  <a:lnTo>
                    <a:pt x="585922" y="256848"/>
                  </a:lnTo>
                  <a:cubicBezTo>
                    <a:pt x="592558" y="256848"/>
                    <a:pt x="597866" y="251525"/>
                    <a:pt x="597866" y="244870"/>
                  </a:cubicBezTo>
                  <a:lnTo>
                    <a:pt x="597866" y="182981"/>
                  </a:lnTo>
                  <a:cubicBezTo>
                    <a:pt x="597866" y="147045"/>
                    <a:pt x="576632" y="114436"/>
                    <a:pt x="543454" y="100461"/>
                  </a:cubicBezTo>
                  <a:lnTo>
                    <a:pt x="311873" y="1305"/>
                  </a:lnTo>
                  <a:cubicBezTo>
                    <a:pt x="304573" y="-2022"/>
                    <a:pt x="296611" y="1305"/>
                    <a:pt x="292629" y="7960"/>
                  </a:cubicBezTo>
                  <a:lnTo>
                    <a:pt x="292629" y="7960"/>
                  </a:lnTo>
                  <a:cubicBezTo>
                    <a:pt x="288648" y="15280"/>
                    <a:pt x="291302" y="23932"/>
                    <a:pt x="297938" y="27924"/>
                  </a:cubicBezTo>
                  <a:lnTo>
                    <a:pt x="313200" y="37241"/>
                  </a:lnTo>
                  <a:cubicBezTo>
                    <a:pt x="320499" y="41899"/>
                    <a:pt x="317181" y="52547"/>
                    <a:pt x="308555" y="52547"/>
                  </a:cubicBezTo>
                  <a:lnTo>
                    <a:pt x="95552" y="52547"/>
                  </a:lnTo>
                  <a:cubicBezTo>
                    <a:pt x="78300" y="52547"/>
                    <a:pt x="62374" y="41899"/>
                    <a:pt x="56402" y="25262"/>
                  </a:cubicBezTo>
                  <a:lnTo>
                    <a:pt x="52421" y="13949"/>
                  </a:lnTo>
                  <a:cubicBezTo>
                    <a:pt x="50430" y="7960"/>
                    <a:pt x="44458" y="3967"/>
                    <a:pt x="37823" y="3967"/>
                  </a:cubicBezTo>
                  <a:lnTo>
                    <a:pt x="37823" y="3967"/>
                  </a:lnTo>
                  <a:cubicBezTo>
                    <a:pt x="30524" y="5964"/>
                    <a:pt x="24552" y="11288"/>
                    <a:pt x="23888" y="17942"/>
                  </a:cubicBezTo>
                  <a:close/>
                </a:path>
              </a:pathLst>
            </a:custGeom>
            <a:solidFill>
              <a:schemeClr val="accent1">
                <a:lumMod val="50000"/>
              </a:schemeClr>
            </a:solidFill>
            <a:ln w="6617" cap="flat">
              <a:noFill/>
              <a:prstDash val="solid"/>
              <a:miter/>
            </a:ln>
          </p:spPr>
          <p:txBody>
            <a:bodyPr rtlCol="0" anchor="ctr"/>
            <a:lstStyle/>
            <a:p>
              <a:endParaRPr lang="pt-BR" dirty="0"/>
            </a:p>
          </p:txBody>
        </p:sp>
        <p:sp>
          <p:nvSpPr>
            <p:cNvPr id="24" name="Freeform: Shape 23">
              <a:extLst>
                <a:ext uri="{FF2B5EF4-FFF2-40B4-BE49-F238E27FC236}">
                  <a16:creationId xmlns:a16="http://schemas.microsoft.com/office/drawing/2014/main" id="{80334F39-26F1-6F6E-9FB1-B57391CF17C7}"/>
                </a:ext>
              </a:extLst>
            </p:cNvPr>
            <p:cNvSpPr/>
            <p:nvPr/>
          </p:nvSpPr>
          <p:spPr>
            <a:xfrm>
              <a:off x="2662885" y="4732758"/>
              <a:ext cx="597202" cy="47248"/>
            </a:xfrm>
            <a:custGeom>
              <a:avLst/>
              <a:gdLst>
                <a:gd name="connsiteX0" fmla="*/ 597203 w 597202"/>
                <a:gd name="connsiteY0" fmla="*/ 0 h 47248"/>
                <a:gd name="connsiteX1" fmla="*/ 0 w 597202"/>
                <a:gd name="connsiteY1" fmla="*/ 0 h 47248"/>
                <a:gd name="connsiteX2" fmla="*/ 0 w 597202"/>
                <a:gd name="connsiteY2" fmla="*/ 31943 h 47248"/>
                <a:gd name="connsiteX3" fmla="*/ 15262 w 597202"/>
                <a:gd name="connsiteY3" fmla="*/ 47249 h 47248"/>
                <a:gd name="connsiteX4" fmla="*/ 581277 w 597202"/>
                <a:gd name="connsiteY4" fmla="*/ 47249 h 47248"/>
                <a:gd name="connsiteX5" fmla="*/ 596539 w 597202"/>
                <a:gd name="connsiteY5" fmla="*/ 31943 h 47248"/>
                <a:gd name="connsiteX6" fmla="*/ 596539 w 597202"/>
                <a:gd name="connsiteY6" fmla="*/ 0 h 4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7202" h="47248">
                  <a:moveTo>
                    <a:pt x="597203" y="0"/>
                  </a:moveTo>
                  <a:cubicBezTo>
                    <a:pt x="586586" y="3993"/>
                    <a:pt x="0" y="0"/>
                    <a:pt x="0" y="0"/>
                  </a:cubicBezTo>
                  <a:lnTo>
                    <a:pt x="0" y="31943"/>
                  </a:lnTo>
                  <a:cubicBezTo>
                    <a:pt x="0" y="40594"/>
                    <a:pt x="6636" y="47249"/>
                    <a:pt x="15262" y="47249"/>
                  </a:cubicBezTo>
                  <a:lnTo>
                    <a:pt x="581277" y="47249"/>
                  </a:lnTo>
                  <a:cubicBezTo>
                    <a:pt x="589904" y="47249"/>
                    <a:pt x="596539" y="40594"/>
                    <a:pt x="596539" y="31943"/>
                  </a:cubicBezTo>
                  <a:lnTo>
                    <a:pt x="596539" y="0"/>
                  </a:lnTo>
                  <a:close/>
                </a:path>
              </a:pathLst>
            </a:custGeom>
            <a:solidFill>
              <a:schemeClr val="bg1"/>
            </a:solidFill>
            <a:ln w="6617" cap="rnd">
              <a:solidFill>
                <a:schemeClr val="tx2"/>
              </a:solidFill>
              <a:prstDash val="solid"/>
              <a:round/>
            </a:ln>
          </p:spPr>
          <p:txBody>
            <a:bodyPr rtlCol="0" anchor="ctr"/>
            <a:lstStyle/>
            <a:p>
              <a:endParaRPr lang="pt-BR"/>
            </a:p>
          </p:txBody>
        </p:sp>
        <p:sp>
          <p:nvSpPr>
            <p:cNvPr id="25" name="Freeform: Shape 24">
              <a:extLst>
                <a:ext uri="{FF2B5EF4-FFF2-40B4-BE49-F238E27FC236}">
                  <a16:creationId xmlns:a16="http://schemas.microsoft.com/office/drawing/2014/main" id="{0E840D93-D076-8CE0-38DF-656DF17C5BFC}"/>
                </a:ext>
              </a:extLst>
            </p:cNvPr>
            <p:cNvSpPr/>
            <p:nvPr/>
          </p:nvSpPr>
          <p:spPr>
            <a:xfrm>
              <a:off x="1933651" y="2995197"/>
              <a:ext cx="599877" cy="1440781"/>
            </a:xfrm>
            <a:custGeom>
              <a:avLst/>
              <a:gdLst>
                <a:gd name="connsiteX0" fmla="*/ 7282 w 599877"/>
                <a:gd name="connsiteY0" fmla="*/ 1207175 h 1440781"/>
                <a:gd name="connsiteX1" fmla="*/ 38469 w 599877"/>
                <a:gd name="connsiteY1" fmla="*/ 1348922 h 1440781"/>
                <a:gd name="connsiteX2" fmla="*/ 167863 w 599877"/>
                <a:gd name="connsiteY2" fmla="*/ 1436100 h 1440781"/>
                <a:gd name="connsiteX3" fmla="*/ 171844 w 599877"/>
                <a:gd name="connsiteY3" fmla="*/ 1432772 h 1440781"/>
                <a:gd name="connsiteX4" fmla="*/ 548082 w 599877"/>
                <a:gd name="connsiteY4" fmla="*/ 986903 h 1440781"/>
                <a:gd name="connsiteX5" fmla="*/ 599176 w 599877"/>
                <a:gd name="connsiteY5" fmla="*/ 827853 h 1440781"/>
                <a:gd name="connsiteX6" fmla="*/ 537465 w 599877"/>
                <a:gd name="connsiteY6" fmla="*/ 0 h 1440781"/>
                <a:gd name="connsiteX7" fmla="*/ 114778 w 599877"/>
                <a:gd name="connsiteY7" fmla="*/ 166369 h 1440781"/>
                <a:gd name="connsiteX8" fmla="*/ 153928 w 599877"/>
                <a:gd name="connsiteY8" fmla="*/ 399952 h 1440781"/>
                <a:gd name="connsiteX9" fmla="*/ 300575 w 599877"/>
                <a:gd name="connsiteY9" fmla="*/ 788590 h 1440781"/>
                <a:gd name="connsiteX10" fmla="*/ 291285 w 599877"/>
                <a:gd name="connsiteY10" fmla="*/ 842494 h 1440781"/>
                <a:gd name="connsiteX11" fmla="*/ 7282 w 599877"/>
                <a:gd name="connsiteY11" fmla="*/ 1207175 h 14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9877" h="1440781">
                  <a:moveTo>
                    <a:pt x="7282" y="1207175"/>
                  </a:moveTo>
                  <a:cubicBezTo>
                    <a:pt x="-9971" y="1234460"/>
                    <a:pt x="4628" y="1293687"/>
                    <a:pt x="38469" y="1348922"/>
                  </a:cubicBezTo>
                  <a:cubicBezTo>
                    <a:pt x="79610" y="1416135"/>
                    <a:pt x="137339" y="1454733"/>
                    <a:pt x="167863" y="1436100"/>
                  </a:cubicBezTo>
                  <a:cubicBezTo>
                    <a:pt x="169190" y="1435434"/>
                    <a:pt x="171181" y="1433438"/>
                    <a:pt x="171844" y="1432772"/>
                  </a:cubicBezTo>
                  <a:cubicBezTo>
                    <a:pt x="180471" y="1424121"/>
                    <a:pt x="431959" y="1125322"/>
                    <a:pt x="548082" y="986903"/>
                  </a:cubicBezTo>
                  <a:cubicBezTo>
                    <a:pt x="585241" y="942981"/>
                    <a:pt x="603821" y="885750"/>
                    <a:pt x="599176" y="827853"/>
                  </a:cubicBezTo>
                  <a:lnTo>
                    <a:pt x="537465" y="0"/>
                  </a:lnTo>
                  <a:lnTo>
                    <a:pt x="114778" y="166369"/>
                  </a:lnTo>
                  <a:cubicBezTo>
                    <a:pt x="112124" y="197647"/>
                    <a:pt x="98189" y="264194"/>
                    <a:pt x="153928" y="399952"/>
                  </a:cubicBezTo>
                  <a:cubicBezTo>
                    <a:pt x="198387" y="509090"/>
                    <a:pt x="273369" y="712726"/>
                    <a:pt x="300575" y="788590"/>
                  </a:cubicBezTo>
                  <a:cubicBezTo>
                    <a:pt x="307210" y="806558"/>
                    <a:pt x="303893" y="827188"/>
                    <a:pt x="291285" y="842494"/>
                  </a:cubicBezTo>
                  <a:cubicBezTo>
                    <a:pt x="232228" y="913035"/>
                    <a:pt x="61694" y="1121329"/>
                    <a:pt x="7282" y="1207175"/>
                  </a:cubicBezTo>
                  <a:close/>
                </a:path>
              </a:pathLst>
            </a:custGeom>
            <a:solidFill>
              <a:schemeClr val="accent1"/>
            </a:solidFill>
            <a:ln w="6617" cap="flat">
              <a:noFill/>
              <a:prstDash val="solid"/>
              <a:miter/>
            </a:ln>
          </p:spPr>
          <p:txBody>
            <a:bodyPr rtlCol="0" anchor="ctr"/>
            <a:lstStyle/>
            <a:p>
              <a:endParaRPr lang="pt-BR"/>
            </a:p>
          </p:txBody>
        </p:sp>
        <p:sp>
          <p:nvSpPr>
            <p:cNvPr id="26" name="Freeform: Shape 25">
              <a:extLst>
                <a:ext uri="{FF2B5EF4-FFF2-40B4-BE49-F238E27FC236}">
                  <a16:creationId xmlns:a16="http://schemas.microsoft.com/office/drawing/2014/main" id="{11746F50-DEBE-B927-C5B5-F53BEBAC39ED}"/>
                </a:ext>
              </a:extLst>
            </p:cNvPr>
            <p:cNvSpPr/>
            <p:nvPr/>
          </p:nvSpPr>
          <p:spPr>
            <a:xfrm rot="-1891315">
              <a:off x="1980788" y="4192937"/>
              <a:ext cx="100856" cy="231575"/>
            </a:xfrm>
            <a:custGeom>
              <a:avLst/>
              <a:gdLst>
                <a:gd name="connsiteX0" fmla="*/ 100856 w 100856"/>
                <a:gd name="connsiteY0" fmla="*/ 115787 h 231575"/>
                <a:gd name="connsiteX1" fmla="*/ 50428 w 100856"/>
                <a:gd name="connsiteY1" fmla="*/ 231575 h 231575"/>
                <a:gd name="connsiteX2" fmla="*/ 0 w 100856"/>
                <a:gd name="connsiteY2" fmla="*/ 115787 h 231575"/>
                <a:gd name="connsiteX3" fmla="*/ 50428 w 100856"/>
                <a:gd name="connsiteY3" fmla="*/ 0 h 231575"/>
                <a:gd name="connsiteX4" fmla="*/ 100856 w 100856"/>
                <a:gd name="connsiteY4" fmla="*/ 115787 h 231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56" h="231575">
                  <a:moveTo>
                    <a:pt x="100856" y="115787"/>
                  </a:moveTo>
                  <a:cubicBezTo>
                    <a:pt x="100856" y="179735"/>
                    <a:pt x="78279" y="231575"/>
                    <a:pt x="50428" y="231575"/>
                  </a:cubicBezTo>
                  <a:cubicBezTo>
                    <a:pt x="22577" y="231575"/>
                    <a:pt x="0" y="179735"/>
                    <a:pt x="0" y="115787"/>
                  </a:cubicBezTo>
                  <a:cubicBezTo>
                    <a:pt x="0" y="51840"/>
                    <a:pt x="22577" y="0"/>
                    <a:pt x="50428" y="0"/>
                  </a:cubicBezTo>
                  <a:cubicBezTo>
                    <a:pt x="78279" y="0"/>
                    <a:pt x="100856" y="51840"/>
                    <a:pt x="100856" y="115787"/>
                  </a:cubicBezTo>
                  <a:close/>
                </a:path>
              </a:pathLst>
            </a:custGeom>
            <a:solidFill>
              <a:schemeClr val="tx2"/>
            </a:solidFill>
            <a:ln w="6617" cap="flat">
              <a:noFill/>
              <a:prstDash val="solid"/>
              <a:miter/>
            </a:ln>
          </p:spPr>
          <p:txBody>
            <a:bodyPr rtlCol="0" anchor="ctr"/>
            <a:lstStyle/>
            <a:p>
              <a:endParaRPr lang="pt-BR"/>
            </a:p>
          </p:txBody>
        </p:sp>
        <p:sp>
          <p:nvSpPr>
            <p:cNvPr id="27" name="Freeform: Shape 26">
              <a:extLst>
                <a:ext uri="{FF2B5EF4-FFF2-40B4-BE49-F238E27FC236}">
                  <a16:creationId xmlns:a16="http://schemas.microsoft.com/office/drawing/2014/main" id="{9920795B-5FA0-5C31-BCA0-FF3CB35F6A97}"/>
                </a:ext>
              </a:extLst>
            </p:cNvPr>
            <p:cNvSpPr/>
            <p:nvPr/>
          </p:nvSpPr>
          <p:spPr>
            <a:xfrm>
              <a:off x="1975438" y="4201707"/>
              <a:ext cx="157263" cy="234913"/>
            </a:xfrm>
            <a:custGeom>
              <a:avLst/>
              <a:gdLst>
                <a:gd name="connsiteX0" fmla="*/ 0 w 157263"/>
                <a:gd name="connsiteY0" fmla="*/ 49911 h 234913"/>
                <a:gd name="connsiteX1" fmla="*/ 39150 w 157263"/>
                <a:gd name="connsiteY1" fmla="*/ 0 h 234913"/>
                <a:gd name="connsiteX2" fmla="*/ 157263 w 157263"/>
                <a:gd name="connsiteY2" fmla="*/ 78526 h 234913"/>
                <a:gd name="connsiteX3" fmla="*/ 152618 w 157263"/>
                <a:gd name="connsiteY3" fmla="*/ 165704 h 234913"/>
                <a:gd name="connsiteX4" fmla="*/ 55739 w 157263"/>
                <a:gd name="connsiteY4" fmla="*/ 234913 h 234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263" h="234913">
                  <a:moveTo>
                    <a:pt x="0" y="49911"/>
                  </a:moveTo>
                  <a:lnTo>
                    <a:pt x="39150" y="0"/>
                  </a:lnTo>
                  <a:lnTo>
                    <a:pt x="157263" y="78526"/>
                  </a:lnTo>
                  <a:lnTo>
                    <a:pt x="152618" y="165704"/>
                  </a:lnTo>
                  <a:lnTo>
                    <a:pt x="55739" y="234913"/>
                  </a:lnTo>
                  <a:close/>
                </a:path>
              </a:pathLst>
            </a:custGeom>
            <a:solidFill>
              <a:schemeClr val="bg1"/>
            </a:solidFill>
            <a:ln w="6617" cap="rnd">
              <a:solidFill>
                <a:schemeClr val="tx2"/>
              </a:solidFill>
              <a:prstDash val="solid"/>
              <a:round/>
            </a:ln>
          </p:spPr>
          <p:txBody>
            <a:bodyPr rtlCol="0" anchor="ctr"/>
            <a:lstStyle/>
            <a:p>
              <a:endParaRPr lang="pt-BR"/>
            </a:p>
          </p:txBody>
        </p:sp>
        <p:sp>
          <p:nvSpPr>
            <p:cNvPr id="28" name="Freeform: Shape 27">
              <a:extLst>
                <a:ext uri="{FF2B5EF4-FFF2-40B4-BE49-F238E27FC236}">
                  <a16:creationId xmlns:a16="http://schemas.microsoft.com/office/drawing/2014/main" id="{250FA9DA-974E-AE20-975A-B21C5E28F9AB}"/>
                </a:ext>
              </a:extLst>
            </p:cNvPr>
            <p:cNvSpPr/>
            <p:nvPr/>
          </p:nvSpPr>
          <p:spPr>
            <a:xfrm>
              <a:off x="1801456" y="2201949"/>
              <a:ext cx="107626" cy="446535"/>
            </a:xfrm>
            <a:custGeom>
              <a:avLst/>
              <a:gdLst>
                <a:gd name="connsiteX0" fmla="*/ 53214 w 107626"/>
                <a:gd name="connsiteY0" fmla="*/ 0 h 446535"/>
                <a:gd name="connsiteX1" fmla="*/ 130 w 107626"/>
                <a:gd name="connsiteY1" fmla="*/ 112466 h 446535"/>
                <a:gd name="connsiteX2" fmla="*/ 8092 w 107626"/>
                <a:gd name="connsiteY2" fmla="*/ 446535 h 446535"/>
                <a:gd name="connsiteX3" fmla="*/ 107626 w 107626"/>
                <a:gd name="connsiteY3" fmla="*/ 360689 h 446535"/>
                <a:gd name="connsiteX4" fmla="*/ 53214 w 107626"/>
                <a:gd name="connsiteY4" fmla="*/ 0 h 446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626" h="446535">
                  <a:moveTo>
                    <a:pt x="53214" y="0"/>
                  </a:moveTo>
                  <a:cubicBezTo>
                    <a:pt x="53214" y="0"/>
                    <a:pt x="1457" y="13975"/>
                    <a:pt x="130" y="112466"/>
                  </a:cubicBezTo>
                  <a:cubicBezTo>
                    <a:pt x="-1197" y="210956"/>
                    <a:pt x="8092" y="446535"/>
                    <a:pt x="8092" y="446535"/>
                  </a:cubicBezTo>
                  <a:lnTo>
                    <a:pt x="107626" y="360689"/>
                  </a:lnTo>
                  <a:lnTo>
                    <a:pt x="53214" y="0"/>
                  </a:ln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29" name="Freeform: Shape 28">
              <a:extLst>
                <a:ext uri="{FF2B5EF4-FFF2-40B4-BE49-F238E27FC236}">
                  <a16:creationId xmlns:a16="http://schemas.microsoft.com/office/drawing/2014/main" id="{C3D2469F-6698-3051-068E-F213E3A9DD12}"/>
                </a:ext>
              </a:extLst>
            </p:cNvPr>
            <p:cNvSpPr/>
            <p:nvPr/>
          </p:nvSpPr>
          <p:spPr>
            <a:xfrm>
              <a:off x="2048429" y="1676222"/>
              <a:ext cx="303909" cy="313643"/>
            </a:xfrm>
            <a:custGeom>
              <a:avLst/>
              <a:gdLst>
                <a:gd name="connsiteX0" fmla="*/ 303910 w 303909"/>
                <a:gd name="connsiteY0" fmla="*/ 51242 h 313643"/>
                <a:gd name="connsiteX1" fmla="*/ 303910 w 303909"/>
                <a:gd name="connsiteY1" fmla="*/ 230255 h 313643"/>
                <a:gd name="connsiteX2" fmla="*/ 214993 w 303909"/>
                <a:gd name="connsiteY2" fmla="*/ 313440 h 313643"/>
                <a:gd name="connsiteX3" fmla="*/ 163899 w 303909"/>
                <a:gd name="connsiteY3" fmla="*/ 310112 h 313643"/>
                <a:gd name="connsiteX4" fmla="*/ 0 w 303909"/>
                <a:gd name="connsiteY4" fmla="*/ 281497 h 313643"/>
                <a:gd name="connsiteX5" fmla="*/ 118113 w 303909"/>
                <a:gd name="connsiteY5" fmla="*/ 0 h 313643"/>
                <a:gd name="connsiteX6" fmla="*/ 303910 w 303909"/>
                <a:gd name="connsiteY6" fmla="*/ 51242 h 313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909" h="313643">
                  <a:moveTo>
                    <a:pt x="303910" y="51242"/>
                  </a:moveTo>
                  <a:lnTo>
                    <a:pt x="303910" y="230255"/>
                  </a:lnTo>
                  <a:cubicBezTo>
                    <a:pt x="303910" y="278835"/>
                    <a:pt x="262769" y="316767"/>
                    <a:pt x="214993" y="313440"/>
                  </a:cubicBezTo>
                  <a:lnTo>
                    <a:pt x="163899" y="310112"/>
                  </a:lnTo>
                  <a:lnTo>
                    <a:pt x="0" y="281497"/>
                  </a:lnTo>
                  <a:lnTo>
                    <a:pt x="118113" y="0"/>
                  </a:lnTo>
                  <a:lnTo>
                    <a:pt x="303910" y="51242"/>
                  </a:lnTo>
                  <a:close/>
                </a:path>
              </a:pathLst>
            </a:custGeom>
            <a:solidFill>
              <a:srgbClr val="FFFFFF"/>
            </a:solidFill>
            <a:ln w="6617" cap="flat">
              <a:noFill/>
              <a:prstDash val="solid"/>
              <a:miter/>
            </a:ln>
          </p:spPr>
          <p:txBody>
            <a:bodyPr rtlCol="0" anchor="ctr"/>
            <a:lstStyle/>
            <a:p>
              <a:endParaRPr lang="pt-BR"/>
            </a:p>
          </p:txBody>
        </p:sp>
        <p:sp>
          <p:nvSpPr>
            <p:cNvPr id="30" name="Freeform: Shape 29">
              <a:extLst>
                <a:ext uri="{FF2B5EF4-FFF2-40B4-BE49-F238E27FC236}">
                  <a16:creationId xmlns:a16="http://schemas.microsoft.com/office/drawing/2014/main" id="{6F2F5139-1FDF-6003-AB18-94352DA96F51}"/>
                </a:ext>
              </a:extLst>
            </p:cNvPr>
            <p:cNvSpPr/>
            <p:nvPr/>
          </p:nvSpPr>
          <p:spPr>
            <a:xfrm>
              <a:off x="2165879" y="1676222"/>
              <a:ext cx="185796" cy="313643"/>
            </a:xfrm>
            <a:custGeom>
              <a:avLst/>
              <a:gdLst>
                <a:gd name="connsiteX0" fmla="*/ 0 w 185796"/>
                <a:gd name="connsiteY0" fmla="*/ 0 h 313643"/>
                <a:gd name="connsiteX1" fmla="*/ 185796 w 185796"/>
                <a:gd name="connsiteY1" fmla="*/ 51242 h 313643"/>
                <a:gd name="connsiteX2" fmla="*/ 185796 w 185796"/>
                <a:gd name="connsiteY2" fmla="*/ 230255 h 313643"/>
                <a:gd name="connsiteX3" fmla="*/ 96880 w 185796"/>
                <a:gd name="connsiteY3" fmla="*/ 313440 h 313643"/>
                <a:gd name="connsiteX4" fmla="*/ 81618 w 185796"/>
                <a:gd name="connsiteY4" fmla="*/ 312109 h 31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796" h="313643">
                  <a:moveTo>
                    <a:pt x="0" y="0"/>
                  </a:moveTo>
                  <a:lnTo>
                    <a:pt x="185796" y="51242"/>
                  </a:lnTo>
                  <a:lnTo>
                    <a:pt x="185796" y="230255"/>
                  </a:lnTo>
                  <a:cubicBezTo>
                    <a:pt x="185796" y="278835"/>
                    <a:pt x="144656" y="316767"/>
                    <a:pt x="96880" y="313440"/>
                  </a:cubicBezTo>
                  <a:lnTo>
                    <a:pt x="81618" y="312109"/>
                  </a:lnTo>
                </a:path>
              </a:pathLst>
            </a:custGeom>
            <a:solidFill>
              <a:schemeClr val="bg1"/>
            </a:solidFill>
            <a:ln w="6617" cap="rnd">
              <a:solidFill>
                <a:schemeClr val="tx2"/>
              </a:solidFill>
              <a:prstDash val="solid"/>
              <a:round/>
            </a:ln>
          </p:spPr>
          <p:txBody>
            <a:bodyPr rtlCol="0" anchor="ctr"/>
            <a:lstStyle/>
            <a:p>
              <a:endParaRPr lang="pt-BR"/>
            </a:p>
          </p:txBody>
        </p:sp>
        <p:sp>
          <p:nvSpPr>
            <p:cNvPr id="31" name="Freeform: Shape 30">
              <a:extLst>
                <a:ext uri="{FF2B5EF4-FFF2-40B4-BE49-F238E27FC236}">
                  <a16:creationId xmlns:a16="http://schemas.microsoft.com/office/drawing/2014/main" id="{793DC07F-D019-2C8B-6FB2-4A56C18EE8A9}"/>
                </a:ext>
              </a:extLst>
            </p:cNvPr>
            <p:cNvSpPr/>
            <p:nvPr/>
          </p:nvSpPr>
          <p:spPr>
            <a:xfrm>
              <a:off x="2047102" y="1935758"/>
              <a:ext cx="201058" cy="234247"/>
            </a:xfrm>
            <a:custGeom>
              <a:avLst/>
              <a:gdLst>
                <a:gd name="connsiteX0" fmla="*/ 7299 w 201058"/>
                <a:gd name="connsiteY0" fmla="*/ 0 h 234247"/>
                <a:gd name="connsiteX1" fmla="*/ 0 w 201058"/>
                <a:gd name="connsiteY1" fmla="*/ 196316 h 234247"/>
                <a:gd name="connsiteX2" fmla="*/ 29197 w 201058"/>
                <a:gd name="connsiteY2" fmla="*/ 229590 h 234247"/>
                <a:gd name="connsiteX3" fmla="*/ 96880 w 201058"/>
                <a:gd name="connsiteY3" fmla="*/ 234248 h 234247"/>
                <a:gd name="connsiteX4" fmla="*/ 175843 w 201058"/>
                <a:gd name="connsiteY4" fmla="*/ 224266 h 234247"/>
                <a:gd name="connsiteX5" fmla="*/ 201058 w 201058"/>
                <a:gd name="connsiteY5" fmla="*/ 190326 h 234247"/>
                <a:gd name="connsiteX6" fmla="*/ 201058 w 201058"/>
                <a:gd name="connsiteY6" fmla="*/ 29946 h 234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058" h="234247">
                  <a:moveTo>
                    <a:pt x="7299" y="0"/>
                  </a:moveTo>
                  <a:lnTo>
                    <a:pt x="0" y="196316"/>
                  </a:lnTo>
                  <a:cubicBezTo>
                    <a:pt x="664" y="212953"/>
                    <a:pt x="13271" y="226928"/>
                    <a:pt x="29197" y="229590"/>
                  </a:cubicBezTo>
                  <a:cubicBezTo>
                    <a:pt x="43795" y="232252"/>
                    <a:pt x="65692" y="234248"/>
                    <a:pt x="96880" y="234248"/>
                  </a:cubicBezTo>
                  <a:cubicBezTo>
                    <a:pt x="134039" y="234248"/>
                    <a:pt x="159918" y="229590"/>
                    <a:pt x="175843" y="224266"/>
                  </a:cubicBezTo>
                  <a:cubicBezTo>
                    <a:pt x="190441" y="219607"/>
                    <a:pt x="201058" y="205632"/>
                    <a:pt x="201058" y="190326"/>
                  </a:cubicBezTo>
                  <a:lnTo>
                    <a:pt x="201058" y="29946"/>
                  </a:lnTo>
                </a:path>
              </a:pathLst>
            </a:custGeom>
            <a:solidFill>
              <a:schemeClr val="bg1"/>
            </a:solidFill>
            <a:ln w="6617" cap="rnd">
              <a:solidFill>
                <a:schemeClr val="tx2"/>
              </a:solidFill>
              <a:prstDash val="solid"/>
              <a:round/>
            </a:ln>
          </p:spPr>
          <p:txBody>
            <a:bodyPr rtlCol="0" anchor="ctr"/>
            <a:lstStyle/>
            <a:p>
              <a:endParaRPr lang="pt-BR"/>
            </a:p>
          </p:txBody>
        </p:sp>
        <p:sp>
          <p:nvSpPr>
            <p:cNvPr id="32" name="Freeform: Shape 31">
              <a:extLst>
                <a:ext uri="{FF2B5EF4-FFF2-40B4-BE49-F238E27FC236}">
                  <a16:creationId xmlns:a16="http://schemas.microsoft.com/office/drawing/2014/main" id="{1A657880-48BB-A3D2-B15A-BFEB20223B3A}"/>
                </a:ext>
              </a:extLst>
            </p:cNvPr>
            <p:cNvSpPr/>
            <p:nvPr/>
          </p:nvSpPr>
          <p:spPr>
            <a:xfrm>
              <a:off x="1854670" y="2074177"/>
              <a:ext cx="751811" cy="1120104"/>
            </a:xfrm>
            <a:custGeom>
              <a:avLst/>
              <a:gdLst>
                <a:gd name="connsiteX0" fmla="*/ 191105 w 751811"/>
                <a:gd name="connsiteY0" fmla="*/ 33274 h 1120104"/>
                <a:gd name="connsiteX1" fmla="*/ 0 w 751811"/>
                <a:gd name="connsiteY1" fmla="*/ 127772 h 1120104"/>
                <a:gd name="connsiteX2" fmla="*/ 145983 w 751811"/>
                <a:gd name="connsiteY2" fmla="*/ 1094044 h 1120104"/>
                <a:gd name="connsiteX3" fmla="*/ 178497 w 751811"/>
                <a:gd name="connsiteY3" fmla="*/ 1119998 h 1120104"/>
                <a:gd name="connsiteX4" fmla="*/ 722615 w 751811"/>
                <a:gd name="connsiteY4" fmla="*/ 978251 h 1120104"/>
                <a:gd name="connsiteX5" fmla="*/ 738541 w 751811"/>
                <a:gd name="connsiteY5" fmla="*/ 951632 h 1120104"/>
                <a:gd name="connsiteX6" fmla="*/ 751812 w 751811"/>
                <a:gd name="connsiteY6" fmla="*/ 25954 h 1120104"/>
                <a:gd name="connsiteX7" fmla="*/ 408089 w 751811"/>
                <a:gd name="connsiteY7" fmla="*/ 0 h 1120104"/>
                <a:gd name="connsiteX8" fmla="*/ 191105 w 751811"/>
                <a:gd name="connsiteY8" fmla="*/ 33274 h 1120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1811" h="1120104">
                  <a:moveTo>
                    <a:pt x="191105" y="33274"/>
                  </a:moveTo>
                  <a:lnTo>
                    <a:pt x="0" y="127772"/>
                  </a:lnTo>
                  <a:lnTo>
                    <a:pt x="145983" y="1094044"/>
                  </a:lnTo>
                  <a:cubicBezTo>
                    <a:pt x="148637" y="1110016"/>
                    <a:pt x="162572" y="1121329"/>
                    <a:pt x="178497" y="1119998"/>
                  </a:cubicBezTo>
                  <a:cubicBezTo>
                    <a:pt x="264760" y="1114674"/>
                    <a:pt x="530183" y="1088721"/>
                    <a:pt x="722615" y="978251"/>
                  </a:cubicBezTo>
                  <a:cubicBezTo>
                    <a:pt x="732569" y="972928"/>
                    <a:pt x="738541" y="962280"/>
                    <a:pt x="738541" y="951632"/>
                  </a:cubicBezTo>
                  <a:cubicBezTo>
                    <a:pt x="739204" y="788590"/>
                    <a:pt x="751812" y="25954"/>
                    <a:pt x="751812" y="25954"/>
                  </a:cubicBezTo>
                  <a:lnTo>
                    <a:pt x="408089" y="0"/>
                  </a:lnTo>
                  <a:lnTo>
                    <a:pt x="191105" y="33274"/>
                  </a:ln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33" name="Freeform: Shape 32">
              <a:extLst>
                <a:ext uri="{FF2B5EF4-FFF2-40B4-BE49-F238E27FC236}">
                  <a16:creationId xmlns:a16="http://schemas.microsoft.com/office/drawing/2014/main" id="{F2CCADA4-5111-0932-9EC1-9226D7990A78}"/>
                </a:ext>
              </a:extLst>
            </p:cNvPr>
            <p:cNvSpPr/>
            <p:nvPr/>
          </p:nvSpPr>
          <p:spPr>
            <a:xfrm>
              <a:off x="2553397" y="2100131"/>
              <a:ext cx="459182" cy="322756"/>
            </a:xfrm>
            <a:custGeom>
              <a:avLst/>
              <a:gdLst>
                <a:gd name="connsiteX0" fmla="*/ 53085 w 459182"/>
                <a:gd name="connsiteY0" fmla="*/ 0 h 322756"/>
                <a:gd name="connsiteX1" fmla="*/ 315854 w 459182"/>
                <a:gd name="connsiteY1" fmla="*/ 68544 h 322756"/>
                <a:gd name="connsiteX2" fmla="*/ 459183 w 459182"/>
                <a:gd name="connsiteY2" fmla="*/ 322756 h 322756"/>
                <a:gd name="connsiteX3" fmla="*/ 0 w 459182"/>
                <a:gd name="connsiteY3" fmla="*/ 237575 h 322756"/>
                <a:gd name="connsiteX4" fmla="*/ 53085 w 459182"/>
                <a:gd name="connsiteY4" fmla="*/ 0 h 32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82" h="322756">
                  <a:moveTo>
                    <a:pt x="53085" y="0"/>
                  </a:moveTo>
                  <a:lnTo>
                    <a:pt x="315854" y="68544"/>
                  </a:lnTo>
                  <a:lnTo>
                    <a:pt x="459183" y="322756"/>
                  </a:lnTo>
                  <a:cubicBezTo>
                    <a:pt x="414061" y="322756"/>
                    <a:pt x="0" y="237575"/>
                    <a:pt x="0" y="237575"/>
                  </a:cubicBezTo>
                  <a:lnTo>
                    <a:pt x="53085" y="0"/>
                  </a:ln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34" name="Freeform: Shape 33">
              <a:extLst>
                <a:ext uri="{FF2B5EF4-FFF2-40B4-BE49-F238E27FC236}">
                  <a16:creationId xmlns:a16="http://schemas.microsoft.com/office/drawing/2014/main" id="{9E62F82F-C687-D19D-0B14-B8958A27206F}"/>
                </a:ext>
              </a:extLst>
            </p:cNvPr>
            <p:cNvSpPr/>
            <p:nvPr/>
          </p:nvSpPr>
          <p:spPr>
            <a:xfrm rot="-3191725">
              <a:off x="1189571" y="2155729"/>
              <a:ext cx="2145992" cy="441885"/>
            </a:xfrm>
            <a:custGeom>
              <a:avLst/>
              <a:gdLst>
                <a:gd name="connsiteX0" fmla="*/ 0 w 2145992"/>
                <a:gd name="connsiteY0" fmla="*/ 0 h 441885"/>
                <a:gd name="connsiteX1" fmla="*/ 2145993 w 2145992"/>
                <a:gd name="connsiteY1" fmla="*/ 0 h 441885"/>
                <a:gd name="connsiteX2" fmla="*/ 2145993 w 2145992"/>
                <a:gd name="connsiteY2" fmla="*/ 441886 h 441885"/>
                <a:gd name="connsiteX3" fmla="*/ 0 w 2145992"/>
                <a:gd name="connsiteY3" fmla="*/ 441886 h 441885"/>
              </a:gdLst>
              <a:ahLst/>
              <a:cxnLst>
                <a:cxn ang="0">
                  <a:pos x="connsiteX0" y="connsiteY0"/>
                </a:cxn>
                <a:cxn ang="0">
                  <a:pos x="connsiteX1" y="connsiteY1"/>
                </a:cxn>
                <a:cxn ang="0">
                  <a:pos x="connsiteX2" y="connsiteY2"/>
                </a:cxn>
                <a:cxn ang="0">
                  <a:pos x="connsiteX3" y="connsiteY3"/>
                </a:cxn>
              </a:cxnLst>
              <a:rect l="l" t="t" r="r" b="b"/>
              <a:pathLst>
                <a:path w="2145992" h="441885">
                  <a:moveTo>
                    <a:pt x="0" y="0"/>
                  </a:moveTo>
                  <a:lnTo>
                    <a:pt x="2145993" y="0"/>
                  </a:lnTo>
                  <a:lnTo>
                    <a:pt x="2145993" y="441886"/>
                  </a:lnTo>
                  <a:lnTo>
                    <a:pt x="0" y="441886"/>
                  </a:lnTo>
                  <a:close/>
                </a:path>
              </a:pathLst>
            </a:custGeom>
            <a:solidFill>
              <a:schemeClr val="accent1"/>
            </a:solidFill>
            <a:ln w="6617" cap="flat">
              <a:noFill/>
              <a:prstDash val="solid"/>
              <a:miter/>
            </a:ln>
          </p:spPr>
          <p:txBody>
            <a:bodyPr rtlCol="0" anchor="ctr"/>
            <a:lstStyle/>
            <a:p>
              <a:endParaRPr lang="pt-BR"/>
            </a:p>
          </p:txBody>
        </p:sp>
        <p:sp>
          <p:nvSpPr>
            <p:cNvPr id="35" name="Freeform: Shape 34">
              <a:extLst>
                <a:ext uri="{FF2B5EF4-FFF2-40B4-BE49-F238E27FC236}">
                  <a16:creationId xmlns:a16="http://schemas.microsoft.com/office/drawing/2014/main" id="{6DF4DB80-D41C-7115-C9B5-421FFC9197EC}"/>
                </a:ext>
              </a:extLst>
            </p:cNvPr>
            <p:cNvSpPr/>
            <p:nvPr/>
          </p:nvSpPr>
          <p:spPr>
            <a:xfrm>
              <a:off x="1589247" y="1465931"/>
              <a:ext cx="1251471" cy="1677002"/>
            </a:xfrm>
            <a:custGeom>
              <a:avLst/>
              <a:gdLst>
                <a:gd name="connsiteX0" fmla="*/ 0 w 1251471"/>
                <a:gd name="connsiteY0" fmla="*/ 1677002 h 1677002"/>
                <a:gd name="connsiteX1" fmla="*/ 1251472 w 1251471"/>
                <a:gd name="connsiteY1" fmla="*/ 0 h 1677002"/>
              </a:gdLst>
              <a:ahLst/>
              <a:cxnLst>
                <a:cxn ang="0">
                  <a:pos x="connsiteX0" y="connsiteY0"/>
                </a:cxn>
                <a:cxn ang="0">
                  <a:pos x="connsiteX1" y="connsiteY1"/>
                </a:cxn>
              </a:cxnLst>
              <a:rect l="l" t="t" r="r" b="b"/>
              <a:pathLst>
                <a:path w="1251471" h="1677002">
                  <a:moveTo>
                    <a:pt x="0" y="1677002"/>
                  </a:moveTo>
                  <a:lnTo>
                    <a:pt x="1251472" y="0"/>
                  </a:lnTo>
                </a:path>
              </a:pathLst>
            </a:custGeom>
            <a:ln w="6617" cap="rnd">
              <a:solidFill>
                <a:schemeClr val="tx2"/>
              </a:solidFill>
              <a:prstDash val="solid"/>
              <a:round/>
            </a:ln>
          </p:spPr>
          <p:txBody>
            <a:bodyPr rtlCol="0" anchor="ctr"/>
            <a:lstStyle/>
            <a:p>
              <a:endParaRPr lang="pt-BR"/>
            </a:p>
          </p:txBody>
        </p:sp>
        <p:sp>
          <p:nvSpPr>
            <p:cNvPr id="36" name="Freeform: Shape 35">
              <a:extLst>
                <a:ext uri="{FF2B5EF4-FFF2-40B4-BE49-F238E27FC236}">
                  <a16:creationId xmlns:a16="http://schemas.microsoft.com/office/drawing/2014/main" id="{013DC086-DAF4-C167-0663-BA88EBAAA097}"/>
                </a:ext>
              </a:extLst>
            </p:cNvPr>
            <p:cNvSpPr/>
            <p:nvPr/>
          </p:nvSpPr>
          <p:spPr>
            <a:xfrm>
              <a:off x="1724613" y="1563756"/>
              <a:ext cx="1246163" cy="1671012"/>
            </a:xfrm>
            <a:custGeom>
              <a:avLst/>
              <a:gdLst>
                <a:gd name="connsiteX0" fmla="*/ 1246163 w 1246163"/>
                <a:gd name="connsiteY0" fmla="*/ 0 h 1671012"/>
                <a:gd name="connsiteX1" fmla="*/ 0 w 1246163"/>
                <a:gd name="connsiteY1" fmla="*/ 1671013 h 1671012"/>
              </a:gdLst>
              <a:ahLst/>
              <a:cxnLst>
                <a:cxn ang="0">
                  <a:pos x="connsiteX0" y="connsiteY0"/>
                </a:cxn>
                <a:cxn ang="0">
                  <a:pos x="connsiteX1" y="connsiteY1"/>
                </a:cxn>
              </a:cxnLst>
              <a:rect l="l" t="t" r="r" b="b"/>
              <a:pathLst>
                <a:path w="1246163" h="1671012">
                  <a:moveTo>
                    <a:pt x="1246163" y="0"/>
                  </a:moveTo>
                  <a:lnTo>
                    <a:pt x="0" y="1671013"/>
                  </a:lnTo>
                </a:path>
              </a:pathLst>
            </a:custGeom>
            <a:ln w="6617" cap="rnd">
              <a:solidFill>
                <a:schemeClr val="tx2"/>
              </a:solidFill>
              <a:prstDash val="solid"/>
              <a:round/>
            </a:ln>
          </p:spPr>
          <p:txBody>
            <a:bodyPr rtlCol="0" anchor="ctr"/>
            <a:lstStyle/>
            <a:p>
              <a:endParaRPr lang="pt-BR" dirty="0"/>
            </a:p>
          </p:txBody>
        </p:sp>
        <p:sp>
          <p:nvSpPr>
            <p:cNvPr id="37" name="Freeform: Shape 36">
              <a:extLst>
                <a:ext uri="{FF2B5EF4-FFF2-40B4-BE49-F238E27FC236}">
                  <a16:creationId xmlns:a16="http://schemas.microsoft.com/office/drawing/2014/main" id="{2C3B05C7-0867-6622-0928-F3DE592ECB8F}"/>
                </a:ext>
              </a:extLst>
            </p:cNvPr>
            <p:cNvSpPr/>
            <p:nvPr/>
          </p:nvSpPr>
          <p:spPr>
            <a:xfrm>
              <a:off x="1371408" y="3106332"/>
              <a:ext cx="424868" cy="390826"/>
            </a:xfrm>
            <a:custGeom>
              <a:avLst/>
              <a:gdLst>
                <a:gd name="connsiteX0" fmla="*/ 424869 w 424868"/>
                <a:gd name="connsiteY0" fmla="*/ 264860 h 390826"/>
                <a:gd name="connsiteX1" fmla="*/ 396999 w 424868"/>
                <a:gd name="connsiteY1" fmla="*/ 302127 h 390826"/>
                <a:gd name="connsiteX2" fmla="*/ 88445 w 424868"/>
                <a:gd name="connsiteY2" fmla="*/ 346714 h 390826"/>
                <a:gd name="connsiteX3" fmla="*/ 88445 w 424868"/>
                <a:gd name="connsiteY3" fmla="*/ 346714 h 390826"/>
                <a:gd name="connsiteX4" fmla="*/ 43986 w 424868"/>
                <a:gd name="connsiteY4" fmla="*/ 37267 h 390826"/>
                <a:gd name="connsiteX5" fmla="*/ 71856 w 424868"/>
                <a:gd name="connsiteY5" fmla="*/ 0 h 390826"/>
                <a:gd name="connsiteX6" fmla="*/ 424869 w 424868"/>
                <a:gd name="connsiteY6" fmla="*/ 264860 h 39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868" h="390826">
                  <a:moveTo>
                    <a:pt x="424869" y="264860"/>
                  </a:moveTo>
                  <a:lnTo>
                    <a:pt x="396999" y="302127"/>
                  </a:lnTo>
                  <a:cubicBezTo>
                    <a:pt x="324008" y="399952"/>
                    <a:pt x="185988" y="419916"/>
                    <a:pt x="88445" y="346714"/>
                  </a:cubicBezTo>
                  <a:lnTo>
                    <a:pt x="88445" y="346714"/>
                  </a:lnTo>
                  <a:cubicBezTo>
                    <a:pt x="-9099" y="273511"/>
                    <a:pt x="-29005" y="135092"/>
                    <a:pt x="43986" y="37267"/>
                  </a:cubicBezTo>
                  <a:lnTo>
                    <a:pt x="71856" y="0"/>
                  </a:lnTo>
                  <a:lnTo>
                    <a:pt x="424869" y="264860"/>
                  </a:ln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38" name="Freeform: Shape 37">
              <a:extLst>
                <a:ext uri="{FF2B5EF4-FFF2-40B4-BE49-F238E27FC236}">
                  <a16:creationId xmlns:a16="http://schemas.microsoft.com/office/drawing/2014/main" id="{D8E6054A-C3B6-CDAD-6461-A20E18B95A86}"/>
                </a:ext>
              </a:extLst>
            </p:cNvPr>
            <p:cNvSpPr/>
            <p:nvPr/>
          </p:nvSpPr>
          <p:spPr>
            <a:xfrm>
              <a:off x="1443264" y="3043112"/>
              <a:ext cx="400789" cy="328080"/>
            </a:xfrm>
            <a:custGeom>
              <a:avLst/>
              <a:gdLst>
                <a:gd name="connsiteX0" fmla="*/ 353013 w 400789"/>
                <a:gd name="connsiteY0" fmla="*/ 328080 h 328080"/>
                <a:gd name="connsiteX1" fmla="*/ 400789 w 400789"/>
                <a:gd name="connsiteY1" fmla="*/ 264860 h 328080"/>
                <a:gd name="connsiteX2" fmla="*/ 47776 w 400789"/>
                <a:gd name="connsiteY2" fmla="*/ 0 h 328080"/>
                <a:gd name="connsiteX3" fmla="*/ 0 w 400789"/>
                <a:gd name="connsiteY3" fmla="*/ 63220 h 328080"/>
              </a:gdLst>
              <a:ahLst/>
              <a:cxnLst>
                <a:cxn ang="0">
                  <a:pos x="connsiteX0" y="connsiteY0"/>
                </a:cxn>
                <a:cxn ang="0">
                  <a:pos x="connsiteX1" y="connsiteY1"/>
                </a:cxn>
                <a:cxn ang="0">
                  <a:pos x="connsiteX2" y="connsiteY2"/>
                </a:cxn>
                <a:cxn ang="0">
                  <a:pos x="connsiteX3" y="connsiteY3"/>
                </a:cxn>
              </a:cxnLst>
              <a:rect l="l" t="t" r="r" b="b"/>
              <a:pathLst>
                <a:path w="400789" h="328080">
                  <a:moveTo>
                    <a:pt x="353013" y="328080"/>
                  </a:moveTo>
                  <a:lnTo>
                    <a:pt x="400789" y="264860"/>
                  </a:lnTo>
                  <a:lnTo>
                    <a:pt x="47776" y="0"/>
                  </a:lnTo>
                  <a:lnTo>
                    <a:pt x="0" y="63220"/>
                  </a:lnTo>
                </a:path>
              </a:pathLst>
            </a:custGeom>
            <a:solidFill>
              <a:schemeClr val="accent1">
                <a:lumMod val="50000"/>
              </a:schemeClr>
            </a:solidFill>
            <a:ln w="6617" cap="flat">
              <a:noFill/>
              <a:prstDash val="solid"/>
              <a:miter/>
            </a:ln>
          </p:spPr>
          <p:txBody>
            <a:bodyPr rtlCol="0" anchor="ctr"/>
            <a:lstStyle/>
            <a:p>
              <a:endParaRPr lang="pt-BR" dirty="0"/>
            </a:p>
          </p:txBody>
        </p:sp>
        <p:sp>
          <p:nvSpPr>
            <p:cNvPr id="39" name="Freeform: Shape 38">
              <a:extLst>
                <a:ext uri="{FF2B5EF4-FFF2-40B4-BE49-F238E27FC236}">
                  <a16:creationId xmlns:a16="http://schemas.microsoft.com/office/drawing/2014/main" id="{3D973983-8B47-F123-87A0-641376DFD529}"/>
                </a:ext>
              </a:extLst>
            </p:cNvPr>
            <p:cNvSpPr/>
            <p:nvPr/>
          </p:nvSpPr>
          <p:spPr>
            <a:xfrm>
              <a:off x="2729240" y="1254248"/>
              <a:ext cx="362324" cy="392027"/>
            </a:xfrm>
            <a:custGeom>
              <a:avLst/>
              <a:gdLst>
                <a:gd name="connsiteX0" fmla="*/ 353013 w 362324"/>
                <a:gd name="connsiteY0" fmla="*/ 392027 h 392027"/>
                <a:gd name="connsiteX1" fmla="*/ 0 w 362324"/>
                <a:gd name="connsiteY1" fmla="*/ 127168 h 392027"/>
                <a:gd name="connsiteX2" fmla="*/ 334434 w 362324"/>
                <a:gd name="connsiteY2" fmla="*/ 1392 h 392027"/>
                <a:gd name="connsiteX3" fmla="*/ 362303 w 362324"/>
                <a:gd name="connsiteY3" fmla="*/ 21357 h 392027"/>
                <a:gd name="connsiteX4" fmla="*/ 353013 w 362324"/>
                <a:gd name="connsiteY4" fmla="*/ 392027 h 392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324" h="392027">
                  <a:moveTo>
                    <a:pt x="353013" y="392027"/>
                  </a:moveTo>
                  <a:lnTo>
                    <a:pt x="0" y="127168"/>
                  </a:lnTo>
                  <a:lnTo>
                    <a:pt x="334434" y="1392"/>
                  </a:lnTo>
                  <a:cubicBezTo>
                    <a:pt x="348368" y="-3931"/>
                    <a:pt x="362966" y="6716"/>
                    <a:pt x="362303" y="21357"/>
                  </a:cubicBezTo>
                  <a:lnTo>
                    <a:pt x="353013" y="392027"/>
                  </a:ln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40" name="Freeform: Shape 39">
              <a:extLst>
                <a:ext uri="{FF2B5EF4-FFF2-40B4-BE49-F238E27FC236}">
                  <a16:creationId xmlns:a16="http://schemas.microsoft.com/office/drawing/2014/main" id="{65EE3BB6-81B0-5815-EA78-E4C561D72171}"/>
                </a:ext>
              </a:extLst>
            </p:cNvPr>
            <p:cNvSpPr/>
            <p:nvPr/>
          </p:nvSpPr>
          <p:spPr>
            <a:xfrm>
              <a:off x="1961503" y="1563087"/>
              <a:ext cx="399698" cy="407421"/>
            </a:xfrm>
            <a:custGeom>
              <a:avLst/>
              <a:gdLst>
                <a:gd name="connsiteX0" fmla="*/ 390836 w 399698"/>
                <a:gd name="connsiteY0" fmla="*/ 164376 h 407421"/>
                <a:gd name="connsiteX1" fmla="*/ 346378 w 399698"/>
                <a:gd name="connsiteY1" fmla="*/ 183675 h 407421"/>
                <a:gd name="connsiteX2" fmla="*/ 334434 w 399698"/>
                <a:gd name="connsiteY2" fmla="*/ 200312 h 407421"/>
                <a:gd name="connsiteX3" fmla="*/ 327798 w 399698"/>
                <a:gd name="connsiteY3" fmla="*/ 277508 h 407421"/>
                <a:gd name="connsiteX4" fmla="*/ 309218 w 399698"/>
                <a:gd name="connsiteY4" fmla="*/ 336735 h 407421"/>
                <a:gd name="connsiteX5" fmla="*/ 245517 w 399698"/>
                <a:gd name="connsiteY5" fmla="*/ 389308 h 407421"/>
                <a:gd name="connsiteX6" fmla="*/ 86263 w 399698"/>
                <a:gd name="connsiteY6" fmla="*/ 394632 h 407421"/>
                <a:gd name="connsiteX7" fmla="*/ 0 w 399698"/>
                <a:gd name="connsiteY7" fmla="*/ 197650 h 407421"/>
                <a:gd name="connsiteX8" fmla="*/ 278031 w 399698"/>
                <a:gd name="connsiteY8" fmla="*/ 10651 h 407421"/>
                <a:gd name="connsiteX9" fmla="*/ 390836 w 399698"/>
                <a:gd name="connsiteY9" fmla="*/ 164376 h 407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698" h="407421">
                  <a:moveTo>
                    <a:pt x="390836" y="164376"/>
                  </a:moveTo>
                  <a:lnTo>
                    <a:pt x="346378" y="183675"/>
                  </a:lnTo>
                  <a:cubicBezTo>
                    <a:pt x="339742" y="187003"/>
                    <a:pt x="335097" y="192992"/>
                    <a:pt x="334434" y="200312"/>
                  </a:cubicBezTo>
                  <a:lnTo>
                    <a:pt x="327798" y="277508"/>
                  </a:lnTo>
                  <a:lnTo>
                    <a:pt x="309218" y="336735"/>
                  </a:lnTo>
                  <a:cubicBezTo>
                    <a:pt x="300592" y="365351"/>
                    <a:pt x="274050" y="379326"/>
                    <a:pt x="245517" y="389308"/>
                  </a:cubicBezTo>
                  <a:cubicBezTo>
                    <a:pt x="199731" y="405279"/>
                    <a:pt x="118113" y="417923"/>
                    <a:pt x="86263" y="394632"/>
                  </a:cubicBezTo>
                  <a:cubicBezTo>
                    <a:pt x="49767" y="368012"/>
                    <a:pt x="0" y="312778"/>
                    <a:pt x="0" y="197650"/>
                  </a:cubicBezTo>
                  <a:cubicBezTo>
                    <a:pt x="0" y="669"/>
                    <a:pt x="161908" y="-17964"/>
                    <a:pt x="278031" y="10651"/>
                  </a:cubicBezTo>
                  <a:cubicBezTo>
                    <a:pt x="329789" y="22630"/>
                    <a:pt x="429986" y="86516"/>
                    <a:pt x="390836" y="164376"/>
                  </a:cubicBezTo>
                  <a:close/>
                </a:path>
              </a:pathLst>
            </a:custGeom>
            <a:solidFill>
              <a:schemeClr val="accent1"/>
            </a:solidFill>
            <a:ln w="6617" cap="flat">
              <a:noFill/>
              <a:prstDash val="solid"/>
              <a:miter/>
            </a:ln>
          </p:spPr>
          <p:txBody>
            <a:bodyPr rtlCol="0" anchor="ctr"/>
            <a:lstStyle/>
            <a:p>
              <a:endParaRPr lang="pt-BR"/>
            </a:p>
          </p:txBody>
        </p:sp>
        <p:sp>
          <p:nvSpPr>
            <p:cNvPr id="41" name="Freeform: Shape 40">
              <a:extLst>
                <a:ext uri="{FF2B5EF4-FFF2-40B4-BE49-F238E27FC236}">
                  <a16:creationId xmlns:a16="http://schemas.microsoft.com/office/drawing/2014/main" id="{EABE0984-1ED9-355B-F16A-ED7249570B99}"/>
                </a:ext>
              </a:extLst>
            </p:cNvPr>
            <p:cNvSpPr/>
            <p:nvPr/>
          </p:nvSpPr>
          <p:spPr>
            <a:xfrm>
              <a:off x="2673511" y="1675515"/>
              <a:ext cx="327124" cy="206339"/>
            </a:xfrm>
            <a:custGeom>
              <a:avLst/>
              <a:gdLst>
                <a:gd name="connsiteX0" fmla="*/ 327125 w 327124"/>
                <a:gd name="connsiteY0" fmla="*/ 154432 h 206339"/>
                <a:gd name="connsiteX1" fmla="*/ 232236 w 327124"/>
                <a:gd name="connsiteY1" fmla="*/ 32650 h 206339"/>
                <a:gd name="connsiteX2" fmla="*/ 203039 w 327124"/>
                <a:gd name="connsiteY2" fmla="*/ 14682 h 206339"/>
                <a:gd name="connsiteX3" fmla="*/ 132702 w 327124"/>
                <a:gd name="connsiteY3" fmla="*/ 1372 h 206339"/>
                <a:gd name="connsiteX4" fmla="*/ 74309 w 327124"/>
                <a:gd name="connsiteY4" fmla="*/ 10024 h 206339"/>
                <a:gd name="connsiteX5" fmla="*/ 13262 w 327124"/>
                <a:gd name="connsiteY5" fmla="*/ 56607 h 206339"/>
                <a:gd name="connsiteX6" fmla="*/ 7953 w 327124"/>
                <a:gd name="connsiteY6" fmla="*/ 91877 h 206339"/>
                <a:gd name="connsiteX7" fmla="*/ 92225 w 327124"/>
                <a:gd name="connsiteY7" fmla="*/ 101194 h 206339"/>
                <a:gd name="connsiteX8" fmla="*/ 129384 w 327124"/>
                <a:gd name="connsiteY8" fmla="*/ 123155 h 206339"/>
                <a:gd name="connsiteX9" fmla="*/ 138011 w 327124"/>
                <a:gd name="connsiteY9" fmla="*/ 136464 h 206339"/>
                <a:gd name="connsiteX10" fmla="*/ 132702 w 327124"/>
                <a:gd name="connsiteY10" fmla="*/ 145781 h 206339"/>
                <a:gd name="connsiteX11" fmla="*/ 81608 w 327124"/>
                <a:gd name="connsiteY11" fmla="*/ 143785 h 206339"/>
                <a:gd name="connsiteX12" fmla="*/ 61701 w 327124"/>
                <a:gd name="connsiteY12" fmla="*/ 161752 h 206339"/>
                <a:gd name="connsiteX13" fmla="*/ 61701 w 327124"/>
                <a:gd name="connsiteY13" fmla="*/ 161752 h 206339"/>
                <a:gd name="connsiteX14" fmla="*/ 79617 w 327124"/>
                <a:gd name="connsiteY14" fmla="*/ 181717 h 206339"/>
                <a:gd name="connsiteX15" fmla="*/ 156590 w 327124"/>
                <a:gd name="connsiteY15" fmla="*/ 185044 h 206339"/>
                <a:gd name="connsiteX16" fmla="*/ 198394 w 327124"/>
                <a:gd name="connsiteY16" fmla="*/ 196357 h 206339"/>
                <a:gd name="connsiteX17" fmla="*/ 217638 w 327124"/>
                <a:gd name="connsiteY17" fmla="*/ 206339 h 206339"/>
                <a:gd name="connsiteX18" fmla="*/ 327125 w 327124"/>
                <a:gd name="connsiteY18" fmla="*/ 154432 h 206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7124" h="206339">
                  <a:moveTo>
                    <a:pt x="327125" y="154432"/>
                  </a:moveTo>
                  <a:lnTo>
                    <a:pt x="232236" y="32650"/>
                  </a:lnTo>
                  <a:cubicBezTo>
                    <a:pt x="224937" y="23333"/>
                    <a:pt x="214983" y="16678"/>
                    <a:pt x="203039" y="14682"/>
                  </a:cubicBezTo>
                  <a:cubicBezTo>
                    <a:pt x="185123" y="10689"/>
                    <a:pt x="155263" y="5365"/>
                    <a:pt x="132702" y="1372"/>
                  </a:cubicBezTo>
                  <a:cubicBezTo>
                    <a:pt x="112795" y="-1955"/>
                    <a:pt x="92225" y="707"/>
                    <a:pt x="74309" y="10024"/>
                  </a:cubicBezTo>
                  <a:cubicBezTo>
                    <a:pt x="54402" y="20671"/>
                    <a:pt x="27860" y="43298"/>
                    <a:pt x="13262" y="56607"/>
                  </a:cubicBezTo>
                  <a:cubicBezTo>
                    <a:pt x="3308" y="65258"/>
                    <a:pt x="-7972" y="85888"/>
                    <a:pt x="7953" y="91877"/>
                  </a:cubicBezTo>
                  <a:cubicBezTo>
                    <a:pt x="18570" y="95870"/>
                    <a:pt x="63692" y="99863"/>
                    <a:pt x="92225" y="101194"/>
                  </a:cubicBezTo>
                  <a:cubicBezTo>
                    <a:pt x="107487" y="102525"/>
                    <a:pt x="120758" y="110511"/>
                    <a:pt x="129384" y="123155"/>
                  </a:cubicBezTo>
                  <a:lnTo>
                    <a:pt x="138011" y="136464"/>
                  </a:lnTo>
                  <a:cubicBezTo>
                    <a:pt x="140665" y="140457"/>
                    <a:pt x="137347" y="145781"/>
                    <a:pt x="132702" y="145781"/>
                  </a:cubicBezTo>
                  <a:lnTo>
                    <a:pt x="81608" y="143785"/>
                  </a:lnTo>
                  <a:cubicBezTo>
                    <a:pt x="70991" y="143119"/>
                    <a:pt x="62365" y="151770"/>
                    <a:pt x="61701" y="161752"/>
                  </a:cubicBezTo>
                  <a:lnTo>
                    <a:pt x="61701" y="161752"/>
                  </a:lnTo>
                  <a:cubicBezTo>
                    <a:pt x="61038" y="172400"/>
                    <a:pt x="69664" y="181051"/>
                    <a:pt x="79617" y="181717"/>
                  </a:cubicBezTo>
                  <a:lnTo>
                    <a:pt x="156590" y="185044"/>
                  </a:lnTo>
                  <a:cubicBezTo>
                    <a:pt x="171189" y="185710"/>
                    <a:pt x="185787" y="189702"/>
                    <a:pt x="198394" y="196357"/>
                  </a:cubicBezTo>
                  <a:lnTo>
                    <a:pt x="217638" y="206339"/>
                  </a:lnTo>
                  <a:lnTo>
                    <a:pt x="327125" y="154432"/>
                  </a:lnTo>
                  <a:close/>
                </a:path>
              </a:pathLst>
            </a:custGeom>
            <a:solidFill>
              <a:schemeClr val="bg1"/>
            </a:solidFill>
            <a:ln w="6617" cap="rnd">
              <a:solidFill>
                <a:schemeClr val="tx2"/>
              </a:solidFill>
              <a:prstDash val="solid"/>
              <a:round/>
            </a:ln>
          </p:spPr>
          <p:txBody>
            <a:bodyPr rtlCol="0" anchor="ctr"/>
            <a:lstStyle/>
            <a:p>
              <a:endParaRPr lang="pt-BR"/>
            </a:p>
          </p:txBody>
        </p:sp>
        <p:sp>
          <p:nvSpPr>
            <p:cNvPr id="43" name="Freeform: Shape 42">
              <a:extLst>
                <a:ext uri="{FF2B5EF4-FFF2-40B4-BE49-F238E27FC236}">
                  <a16:creationId xmlns:a16="http://schemas.microsoft.com/office/drawing/2014/main" id="{BE1AD859-C76C-456A-DB19-DA97E5E2F02E}"/>
                </a:ext>
              </a:extLst>
            </p:cNvPr>
            <p:cNvSpPr/>
            <p:nvPr/>
          </p:nvSpPr>
          <p:spPr>
            <a:xfrm>
              <a:off x="2686773" y="1730704"/>
              <a:ext cx="107496" cy="8072"/>
            </a:xfrm>
            <a:custGeom>
              <a:avLst/>
              <a:gdLst>
                <a:gd name="connsiteX0" fmla="*/ 0 w 107496"/>
                <a:gd name="connsiteY0" fmla="*/ 1417 h 8072"/>
                <a:gd name="connsiteX1" fmla="*/ 107496 w 107496"/>
                <a:gd name="connsiteY1" fmla="*/ 8072 h 8072"/>
              </a:gdLst>
              <a:ahLst/>
              <a:cxnLst>
                <a:cxn ang="0">
                  <a:pos x="connsiteX0" y="connsiteY0"/>
                </a:cxn>
                <a:cxn ang="0">
                  <a:pos x="connsiteX1" y="connsiteY1"/>
                </a:cxn>
              </a:cxnLst>
              <a:rect l="l" t="t" r="r" b="b"/>
              <a:pathLst>
                <a:path w="107496" h="8072">
                  <a:moveTo>
                    <a:pt x="0" y="1417"/>
                  </a:moveTo>
                  <a:cubicBezTo>
                    <a:pt x="0" y="1417"/>
                    <a:pt x="21897" y="-4572"/>
                    <a:pt x="107496" y="8072"/>
                  </a:cubicBezTo>
                </a:path>
              </a:pathLst>
            </a:custGeom>
            <a:noFill/>
            <a:ln w="6617" cap="rnd">
              <a:solidFill>
                <a:schemeClr val="tx2"/>
              </a:solidFill>
              <a:prstDash val="solid"/>
              <a:round/>
            </a:ln>
          </p:spPr>
          <p:txBody>
            <a:bodyPr rtlCol="0" anchor="ctr"/>
            <a:lstStyle/>
            <a:p>
              <a:endParaRPr lang="pt-BR"/>
            </a:p>
          </p:txBody>
        </p:sp>
        <p:sp>
          <p:nvSpPr>
            <p:cNvPr id="44" name="Freeform: Shape 43">
              <a:extLst>
                <a:ext uri="{FF2B5EF4-FFF2-40B4-BE49-F238E27FC236}">
                  <a16:creationId xmlns:a16="http://schemas.microsoft.com/office/drawing/2014/main" id="{E98E855E-1158-EFCF-54B6-BA2B4CECC2DC}"/>
                </a:ext>
              </a:extLst>
            </p:cNvPr>
            <p:cNvSpPr/>
            <p:nvPr/>
          </p:nvSpPr>
          <p:spPr>
            <a:xfrm>
              <a:off x="2715306" y="1705761"/>
              <a:ext cx="110150" cy="14382"/>
            </a:xfrm>
            <a:custGeom>
              <a:avLst/>
              <a:gdLst>
                <a:gd name="connsiteX0" fmla="*/ 0 w 110150"/>
                <a:gd name="connsiteY0" fmla="*/ 1738 h 14382"/>
                <a:gd name="connsiteX1" fmla="*/ 110151 w 110150"/>
                <a:gd name="connsiteY1" fmla="*/ 14383 h 14382"/>
              </a:gdLst>
              <a:ahLst/>
              <a:cxnLst>
                <a:cxn ang="0">
                  <a:pos x="connsiteX0" y="connsiteY0"/>
                </a:cxn>
                <a:cxn ang="0">
                  <a:pos x="connsiteX1" y="connsiteY1"/>
                </a:cxn>
              </a:cxnLst>
              <a:rect l="l" t="t" r="r" b="b"/>
              <a:pathLst>
                <a:path w="110150" h="14382">
                  <a:moveTo>
                    <a:pt x="0" y="1738"/>
                  </a:moveTo>
                  <a:cubicBezTo>
                    <a:pt x="0" y="1738"/>
                    <a:pt x="26542" y="-6913"/>
                    <a:pt x="110151" y="14383"/>
                  </a:cubicBezTo>
                </a:path>
              </a:pathLst>
            </a:custGeom>
            <a:noFill/>
            <a:ln w="6617" cap="rnd">
              <a:solidFill>
                <a:schemeClr val="tx2"/>
              </a:solidFill>
              <a:prstDash val="solid"/>
              <a:round/>
            </a:ln>
          </p:spPr>
          <p:txBody>
            <a:bodyPr rtlCol="0" anchor="ctr"/>
            <a:lstStyle/>
            <a:p>
              <a:endParaRPr lang="pt-BR"/>
            </a:p>
          </p:txBody>
        </p:sp>
        <p:sp>
          <p:nvSpPr>
            <p:cNvPr id="45" name="Freeform: Shape 44">
              <a:extLst>
                <a:ext uri="{FF2B5EF4-FFF2-40B4-BE49-F238E27FC236}">
                  <a16:creationId xmlns:a16="http://schemas.microsoft.com/office/drawing/2014/main" id="{C033275B-2464-C851-63B7-FCC26FD2E379}"/>
                </a:ext>
              </a:extLst>
            </p:cNvPr>
            <p:cNvSpPr/>
            <p:nvPr/>
          </p:nvSpPr>
          <p:spPr>
            <a:xfrm>
              <a:off x="2747820" y="1684349"/>
              <a:ext cx="102188" cy="18491"/>
            </a:xfrm>
            <a:custGeom>
              <a:avLst/>
              <a:gdLst>
                <a:gd name="connsiteX0" fmla="*/ 0 w 102188"/>
                <a:gd name="connsiteY0" fmla="*/ 524 h 18491"/>
                <a:gd name="connsiteX1" fmla="*/ 102188 w 102188"/>
                <a:gd name="connsiteY1" fmla="*/ 18492 h 18491"/>
              </a:gdLst>
              <a:ahLst/>
              <a:cxnLst>
                <a:cxn ang="0">
                  <a:pos x="connsiteX0" y="connsiteY0"/>
                </a:cxn>
                <a:cxn ang="0">
                  <a:pos x="connsiteX1" y="connsiteY1"/>
                </a:cxn>
              </a:cxnLst>
              <a:rect l="l" t="t" r="r" b="b"/>
              <a:pathLst>
                <a:path w="102188" h="18491">
                  <a:moveTo>
                    <a:pt x="0" y="524"/>
                  </a:moveTo>
                  <a:cubicBezTo>
                    <a:pt x="0" y="524"/>
                    <a:pt x="31187" y="-4800"/>
                    <a:pt x="102188" y="18492"/>
                  </a:cubicBezTo>
                </a:path>
              </a:pathLst>
            </a:custGeom>
            <a:noFill/>
            <a:ln w="6617" cap="rnd">
              <a:solidFill>
                <a:schemeClr val="tx2"/>
              </a:solidFill>
              <a:prstDash val="solid"/>
              <a:round/>
            </a:ln>
          </p:spPr>
          <p:txBody>
            <a:bodyPr rtlCol="0" anchor="ctr"/>
            <a:lstStyle/>
            <a:p>
              <a:endParaRPr lang="pt-BR"/>
            </a:p>
          </p:txBody>
        </p:sp>
        <p:sp>
          <p:nvSpPr>
            <p:cNvPr id="46" name="Freeform: Shape 45">
              <a:extLst>
                <a:ext uri="{FF2B5EF4-FFF2-40B4-BE49-F238E27FC236}">
                  <a16:creationId xmlns:a16="http://schemas.microsoft.com/office/drawing/2014/main" id="{6887C12E-74C3-00C3-A531-EDAFF453DE5F}"/>
                </a:ext>
              </a:extLst>
            </p:cNvPr>
            <p:cNvSpPr/>
            <p:nvPr/>
          </p:nvSpPr>
          <p:spPr>
            <a:xfrm>
              <a:off x="2239534" y="1785360"/>
              <a:ext cx="62374" cy="111800"/>
            </a:xfrm>
            <a:custGeom>
              <a:avLst/>
              <a:gdLst>
                <a:gd name="connsiteX0" fmla="*/ 62374 w 62374"/>
                <a:gd name="connsiteY0" fmla="*/ 111800 h 111800"/>
                <a:gd name="connsiteX1" fmla="*/ 50430 w 62374"/>
                <a:gd name="connsiteY1" fmla="*/ 111800 h 111800"/>
                <a:gd name="connsiteX2" fmla="*/ 0 w 62374"/>
                <a:gd name="connsiteY2" fmla="*/ 61224 h 111800"/>
                <a:gd name="connsiteX3" fmla="*/ 0 w 62374"/>
                <a:gd name="connsiteY3" fmla="*/ 31277 h 111800"/>
                <a:gd name="connsiteX4" fmla="*/ 31187 w 62374"/>
                <a:gd name="connsiteY4" fmla="*/ 0 h 111800"/>
                <a:gd name="connsiteX5" fmla="*/ 31187 w 62374"/>
                <a:gd name="connsiteY5" fmla="*/ 0 h 111800"/>
                <a:gd name="connsiteX6" fmla="*/ 62374 w 62374"/>
                <a:gd name="connsiteY6" fmla="*/ 31277 h 111800"/>
                <a:gd name="connsiteX7" fmla="*/ 62374 w 62374"/>
                <a:gd name="connsiteY7" fmla="*/ 111800 h 11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374" h="111800">
                  <a:moveTo>
                    <a:pt x="62374" y="111800"/>
                  </a:moveTo>
                  <a:lnTo>
                    <a:pt x="50430" y="111800"/>
                  </a:lnTo>
                  <a:cubicBezTo>
                    <a:pt x="22561" y="111800"/>
                    <a:pt x="0" y="89174"/>
                    <a:pt x="0" y="61224"/>
                  </a:cubicBezTo>
                  <a:lnTo>
                    <a:pt x="0" y="31277"/>
                  </a:lnTo>
                  <a:cubicBezTo>
                    <a:pt x="0" y="13975"/>
                    <a:pt x="13935" y="0"/>
                    <a:pt x="31187" y="0"/>
                  </a:cubicBezTo>
                  <a:lnTo>
                    <a:pt x="31187" y="0"/>
                  </a:lnTo>
                  <a:cubicBezTo>
                    <a:pt x="48440" y="0"/>
                    <a:pt x="62374" y="13975"/>
                    <a:pt x="62374" y="31277"/>
                  </a:cubicBezTo>
                  <a:lnTo>
                    <a:pt x="62374" y="111800"/>
                  </a:lnTo>
                  <a:close/>
                </a:path>
              </a:pathLst>
            </a:custGeom>
            <a:solidFill>
              <a:schemeClr val="bg1"/>
            </a:solidFill>
            <a:ln w="6617" cap="flat">
              <a:noFill/>
              <a:prstDash val="solid"/>
              <a:miter/>
            </a:ln>
          </p:spPr>
          <p:txBody>
            <a:bodyPr rtlCol="0" anchor="ctr"/>
            <a:lstStyle/>
            <a:p>
              <a:endParaRPr lang="pt-BR"/>
            </a:p>
          </p:txBody>
        </p:sp>
        <p:sp>
          <p:nvSpPr>
            <p:cNvPr id="47" name="Freeform: Shape 46">
              <a:extLst>
                <a:ext uri="{FF2B5EF4-FFF2-40B4-BE49-F238E27FC236}">
                  <a16:creationId xmlns:a16="http://schemas.microsoft.com/office/drawing/2014/main" id="{630FB14E-A1DC-5632-F5A2-DBABA5E23EED}"/>
                </a:ext>
              </a:extLst>
            </p:cNvPr>
            <p:cNvSpPr/>
            <p:nvPr/>
          </p:nvSpPr>
          <p:spPr>
            <a:xfrm>
              <a:off x="2861289" y="1807159"/>
              <a:ext cx="231794" cy="615350"/>
            </a:xfrm>
            <a:custGeom>
              <a:avLst/>
              <a:gdLst>
                <a:gd name="connsiteX0" fmla="*/ 7299 w 231794"/>
                <a:gd name="connsiteY0" fmla="*/ 374826 h 615350"/>
                <a:gd name="connsiteX1" fmla="*/ 0 w 231794"/>
                <a:gd name="connsiteY1" fmla="*/ 81350 h 615350"/>
                <a:gd name="connsiteX2" fmla="*/ 6636 w 231794"/>
                <a:gd name="connsiteY2" fmla="*/ 70703 h 615350"/>
                <a:gd name="connsiteX3" fmla="*/ 163899 w 231794"/>
                <a:gd name="connsiteY3" fmla="*/ 827 h 615350"/>
                <a:gd name="connsiteX4" fmla="*/ 179161 w 231794"/>
                <a:gd name="connsiteY4" fmla="*/ 9479 h 615350"/>
                <a:gd name="connsiteX5" fmla="*/ 224283 w 231794"/>
                <a:gd name="connsiteY5" fmla="*/ 558497 h 615350"/>
                <a:gd name="connsiteX6" fmla="*/ 151955 w 231794"/>
                <a:gd name="connsiteY6" fmla="*/ 615063 h 615350"/>
                <a:gd name="connsiteX7" fmla="*/ 7299 w 231794"/>
                <a:gd name="connsiteY7" fmla="*/ 374826 h 61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794" h="615350">
                  <a:moveTo>
                    <a:pt x="7299" y="374826"/>
                  </a:moveTo>
                  <a:lnTo>
                    <a:pt x="0" y="81350"/>
                  </a:lnTo>
                  <a:cubicBezTo>
                    <a:pt x="0" y="76692"/>
                    <a:pt x="2654" y="72699"/>
                    <a:pt x="6636" y="70703"/>
                  </a:cubicBezTo>
                  <a:lnTo>
                    <a:pt x="163899" y="827"/>
                  </a:lnTo>
                  <a:cubicBezTo>
                    <a:pt x="170535" y="-1834"/>
                    <a:pt x="178497" y="2158"/>
                    <a:pt x="179161" y="9479"/>
                  </a:cubicBezTo>
                  <a:cubicBezTo>
                    <a:pt x="191768" y="90667"/>
                    <a:pt x="252816" y="489288"/>
                    <a:pt x="224283" y="558497"/>
                  </a:cubicBezTo>
                  <a:cubicBezTo>
                    <a:pt x="203712" y="609739"/>
                    <a:pt x="171862" y="617059"/>
                    <a:pt x="151955" y="615063"/>
                  </a:cubicBezTo>
                  <a:cubicBezTo>
                    <a:pt x="132048" y="613066"/>
                    <a:pt x="7299" y="374826"/>
                    <a:pt x="7299" y="374826"/>
                  </a:cubicBez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48" name="Freeform: Shape 47">
              <a:extLst>
                <a:ext uri="{FF2B5EF4-FFF2-40B4-BE49-F238E27FC236}">
                  <a16:creationId xmlns:a16="http://schemas.microsoft.com/office/drawing/2014/main" id="{D505D931-DE97-F3F9-4BA3-1E77C8F7BB8B}"/>
                </a:ext>
              </a:extLst>
            </p:cNvPr>
            <p:cNvSpPr/>
            <p:nvPr/>
          </p:nvSpPr>
          <p:spPr>
            <a:xfrm>
              <a:off x="3000636" y="1248894"/>
              <a:ext cx="91571" cy="87268"/>
            </a:xfrm>
            <a:custGeom>
              <a:avLst/>
              <a:gdLst>
                <a:gd name="connsiteX0" fmla="*/ 0 w 91571"/>
                <a:gd name="connsiteY0" fmla="*/ 30038 h 87268"/>
                <a:gd name="connsiteX1" fmla="*/ 89580 w 91571"/>
                <a:gd name="connsiteY1" fmla="*/ 87269 h 87268"/>
                <a:gd name="connsiteX2" fmla="*/ 91571 w 91571"/>
                <a:gd name="connsiteY2" fmla="*/ 10073 h 87268"/>
                <a:gd name="connsiteX3" fmla="*/ 78300 w 91571"/>
                <a:gd name="connsiteY3" fmla="*/ 757 h 87268"/>
                <a:gd name="connsiteX4" fmla="*/ 0 w 91571"/>
                <a:gd name="connsiteY4" fmla="*/ 30038 h 87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71" h="87268">
                  <a:moveTo>
                    <a:pt x="0" y="30038"/>
                  </a:moveTo>
                  <a:lnTo>
                    <a:pt x="89580" y="87269"/>
                  </a:lnTo>
                  <a:lnTo>
                    <a:pt x="91571" y="10073"/>
                  </a:lnTo>
                  <a:cubicBezTo>
                    <a:pt x="91571" y="2753"/>
                    <a:pt x="84935" y="-1905"/>
                    <a:pt x="78300" y="757"/>
                  </a:cubicBezTo>
                  <a:lnTo>
                    <a:pt x="0" y="30038"/>
                  </a:lnTo>
                  <a:close/>
                </a:path>
              </a:pathLst>
            </a:custGeom>
            <a:solidFill>
              <a:schemeClr val="accent1">
                <a:lumMod val="50000"/>
              </a:schemeClr>
            </a:solidFill>
            <a:ln w="6617" cap="flat">
              <a:noFill/>
              <a:prstDash val="solid"/>
              <a:miter/>
            </a:ln>
          </p:spPr>
          <p:txBody>
            <a:bodyPr rtlCol="0" anchor="ctr"/>
            <a:lstStyle/>
            <a:p>
              <a:endParaRPr lang="pt-BR" dirty="0"/>
            </a:p>
          </p:txBody>
        </p:sp>
        <p:sp>
          <p:nvSpPr>
            <p:cNvPr id="49" name="Freeform: Shape 48">
              <a:extLst>
                <a:ext uri="{FF2B5EF4-FFF2-40B4-BE49-F238E27FC236}">
                  <a16:creationId xmlns:a16="http://schemas.microsoft.com/office/drawing/2014/main" id="{D3C59501-9FA1-6A05-3FEE-A52B817B136E}"/>
                </a:ext>
              </a:extLst>
            </p:cNvPr>
            <p:cNvSpPr/>
            <p:nvPr/>
          </p:nvSpPr>
          <p:spPr>
            <a:xfrm>
              <a:off x="1794143" y="4250969"/>
              <a:ext cx="406241" cy="529036"/>
            </a:xfrm>
            <a:custGeom>
              <a:avLst/>
              <a:gdLst>
                <a:gd name="connsiteX0" fmla="*/ 148117 w 406241"/>
                <a:gd name="connsiteY0" fmla="*/ 7969 h 529036"/>
                <a:gd name="connsiteX1" fmla="*/ 20714 w 406241"/>
                <a:gd name="connsiteY1" fmla="*/ 93150 h 529036"/>
                <a:gd name="connsiteX2" fmla="*/ 143 w 406241"/>
                <a:gd name="connsiteY2" fmla="*/ 135075 h 529036"/>
                <a:gd name="connsiteX3" fmla="*/ 24032 w 406241"/>
                <a:gd name="connsiteY3" fmla="*/ 434540 h 529036"/>
                <a:gd name="connsiteX4" fmla="*/ 69154 w 406241"/>
                <a:gd name="connsiteY4" fmla="*/ 512400 h 529036"/>
                <a:gd name="connsiteX5" fmla="*/ 77116 w 406241"/>
                <a:gd name="connsiteY5" fmla="*/ 517724 h 529036"/>
                <a:gd name="connsiteX6" fmla="*/ 114276 w 406241"/>
                <a:gd name="connsiteY6" fmla="*/ 529037 h 529036"/>
                <a:gd name="connsiteX7" fmla="*/ 386335 w 406241"/>
                <a:gd name="connsiteY7" fmla="*/ 529037 h 529036"/>
                <a:gd name="connsiteX8" fmla="*/ 406241 w 406241"/>
                <a:gd name="connsiteY8" fmla="*/ 509073 h 529036"/>
                <a:gd name="connsiteX9" fmla="*/ 406241 w 406241"/>
                <a:gd name="connsiteY9" fmla="*/ 461824 h 529036"/>
                <a:gd name="connsiteX10" fmla="*/ 273530 w 406241"/>
                <a:gd name="connsiteY10" fmla="*/ 348027 h 529036"/>
                <a:gd name="connsiteX11" fmla="*/ 217791 w 406241"/>
                <a:gd name="connsiteY11" fmla="*/ 35919 h 529036"/>
                <a:gd name="connsiteX12" fmla="*/ 180631 w 406241"/>
                <a:gd name="connsiteY12" fmla="*/ 648 h 529036"/>
                <a:gd name="connsiteX13" fmla="*/ 180631 w 406241"/>
                <a:gd name="connsiteY13" fmla="*/ 648 h 529036"/>
                <a:gd name="connsiteX14" fmla="*/ 148117 w 406241"/>
                <a:gd name="connsiteY14" fmla="*/ 7969 h 529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6241" h="529036">
                  <a:moveTo>
                    <a:pt x="148117" y="7969"/>
                  </a:moveTo>
                  <a:lnTo>
                    <a:pt x="20714" y="93150"/>
                  </a:lnTo>
                  <a:cubicBezTo>
                    <a:pt x="6779" y="102466"/>
                    <a:pt x="-1184" y="118438"/>
                    <a:pt x="143" y="135075"/>
                  </a:cubicBezTo>
                  <a:lnTo>
                    <a:pt x="24032" y="434540"/>
                  </a:lnTo>
                  <a:cubicBezTo>
                    <a:pt x="26686" y="465817"/>
                    <a:pt x="43275" y="494433"/>
                    <a:pt x="69154" y="512400"/>
                  </a:cubicBezTo>
                  <a:lnTo>
                    <a:pt x="77116" y="517724"/>
                  </a:lnTo>
                  <a:cubicBezTo>
                    <a:pt x="88397" y="525044"/>
                    <a:pt x="101004" y="529037"/>
                    <a:pt x="114276" y="529037"/>
                  </a:cubicBezTo>
                  <a:lnTo>
                    <a:pt x="386335" y="529037"/>
                  </a:lnTo>
                  <a:cubicBezTo>
                    <a:pt x="397615" y="529037"/>
                    <a:pt x="406241" y="519721"/>
                    <a:pt x="406241" y="509073"/>
                  </a:cubicBezTo>
                  <a:lnTo>
                    <a:pt x="406241" y="461824"/>
                  </a:lnTo>
                  <a:cubicBezTo>
                    <a:pt x="406241" y="461824"/>
                    <a:pt x="402924" y="352686"/>
                    <a:pt x="273530" y="348027"/>
                  </a:cubicBezTo>
                  <a:cubicBezTo>
                    <a:pt x="257604" y="224249"/>
                    <a:pt x="229735" y="88491"/>
                    <a:pt x="217791" y="35919"/>
                  </a:cubicBezTo>
                  <a:cubicBezTo>
                    <a:pt x="213809" y="17951"/>
                    <a:pt x="199211" y="3976"/>
                    <a:pt x="180631" y="648"/>
                  </a:cubicBezTo>
                  <a:lnTo>
                    <a:pt x="180631" y="648"/>
                  </a:lnTo>
                  <a:cubicBezTo>
                    <a:pt x="170014" y="-1348"/>
                    <a:pt x="158070" y="1314"/>
                    <a:pt x="148117" y="7969"/>
                  </a:cubicBezTo>
                  <a:close/>
                </a:path>
              </a:pathLst>
            </a:custGeom>
            <a:solidFill>
              <a:schemeClr val="accent1">
                <a:lumMod val="50000"/>
              </a:schemeClr>
            </a:solidFill>
            <a:ln w="6617" cap="flat">
              <a:noFill/>
              <a:prstDash val="solid"/>
              <a:miter/>
            </a:ln>
          </p:spPr>
          <p:txBody>
            <a:bodyPr rtlCol="0" anchor="ctr"/>
            <a:lstStyle/>
            <a:p>
              <a:endParaRPr lang="pt-BR"/>
            </a:p>
          </p:txBody>
        </p:sp>
        <p:sp>
          <p:nvSpPr>
            <p:cNvPr id="50" name="Freeform: Shape 49">
              <a:extLst>
                <a:ext uri="{FF2B5EF4-FFF2-40B4-BE49-F238E27FC236}">
                  <a16:creationId xmlns:a16="http://schemas.microsoft.com/office/drawing/2014/main" id="{07BA2E06-ABAD-7CBB-209F-0C193DFE4DDF}"/>
                </a:ext>
              </a:extLst>
            </p:cNvPr>
            <p:cNvSpPr/>
            <p:nvPr/>
          </p:nvSpPr>
          <p:spPr>
            <a:xfrm>
              <a:off x="1796122" y="4324995"/>
              <a:ext cx="258278" cy="455677"/>
            </a:xfrm>
            <a:custGeom>
              <a:avLst/>
              <a:gdLst>
                <a:gd name="connsiteX0" fmla="*/ 18734 w 258278"/>
                <a:gd name="connsiteY0" fmla="*/ 19124 h 455677"/>
                <a:gd name="connsiteX1" fmla="*/ 18734 w 258278"/>
                <a:gd name="connsiteY1" fmla="*/ 19124 h 455677"/>
                <a:gd name="connsiteX2" fmla="*/ 155 w 258278"/>
                <a:gd name="connsiteY2" fmla="*/ 65042 h 455677"/>
                <a:gd name="connsiteX3" fmla="*/ 22716 w 258278"/>
                <a:gd name="connsiteY3" fmla="*/ 363176 h 455677"/>
                <a:gd name="connsiteX4" fmla="*/ 122249 w 258278"/>
                <a:gd name="connsiteY4" fmla="*/ 455677 h 455677"/>
                <a:gd name="connsiteX5" fmla="*/ 258279 w 258278"/>
                <a:gd name="connsiteY5" fmla="*/ 455677 h 455677"/>
                <a:gd name="connsiteX6" fmla="*/ 185951 w 258278"/>
                <a:gd name="connsiteY6" fmla="*/ 251376 h 455677"/>
                <a:gd name="connsiteX7" fmla="*/ 137511 w 258278"/>
                <a:gd name="connsiteY7" fmla="*/ 2488 h 455677"/>
                <a:gd name="connsiteX8" fmla="*/ 18734 w 258278"/>
                <a:gd name="connsiteY8" fmla="*/ 19124 h 45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8278" h="455677">
                  <a:moveTo>
                    <a:pt x="18734" y="19124"/>
                  </a:moveTo>
                  <a:lnTo>
                    <a:pt x="18734" y="19124"/>
                  </a:lnTo>
                  <a:cubicBezTo>
                    <a:pt x="6127" y="30437"/>
                    <a:pt x="-1172" y="47740"/>
                    <a:pt x="155" y="65042"/>
                  </a:cubicBezTo>
                  <a:lnTo>
                    <a:pt x="22716" y="363176"/>
                  </a:lnTo>
                  <a:cubicBezTo>
                    <a:pt x="26697" y="415083"/>
                    <a:pt x="69828" y="455677"/>
                    <a:pt x="122249" y="455677"/>
                  </a:cubicBezTo>
                  <a:lnTo>
                    <a:pt x="258279" y="455677"/>
                  </a:lnTo>
                  <a:lnTo>
                    <a:pt x="185951" y="251376"/>
                  </a:lnTo>
                  <a:lnTo>
                    <a:pt x="137511" y="2488"/>
                  </a:lnTo>
                  <a:cubicBezTo>
                    <a:pt x="137511" y="2488"/>
                    <a:pt x="57221" y="-9491"/>
                    <a:pt x="18734" y="19124"/>
                  </a:cubicBezTo>
                  <a:close/>
                </a:path>
              </a:pathLst>
            </a:custGeom>
            <a:solidFill>
              <a:schemeClr val="tx2"/>
            </a:solidFill>
            <a:ln w="6617" cap="flat">
              <a:noFill/>
              <a:prstDash val="solid"/>
              <a:miter/>
            </a:ln>
          </p:spPr>
          <p:txBody>
            <a:bodyPr rtlCol="0" anchor="ctr"/>
            <a:lstStyle/>
            <a:p>
              <a:endParaRPr lang="pt-BR"/>
            </a:p>
          </p:txBody>
        </p:sp>
        <p:sp>
          <p:nvSpPr>
            <p:cNvPr id="51" name="Freeform: Shape 50">
              <a:extLst>
                <a:ext uri="{FF2B5EF4-FFF2-40B4-BE49-F238E27FC236}">
                  <a16:creationId xmlns:a16="http://schemas.microsoft.com/office/drawing/2014/main" id="{91BA5B2C-36B5-978D-8992-9B77F86FD06A}"/>
                </a:ext>
              </a:extLst>
            </p:cNvPr>
            <p:cNvSpPr/>
            <p:nvPr/>
          </p:nvSpPr>
          <p:spPr>
            <a:xfrm>
              <a:off x="1816184" y="4286223"/>
              <a:ext cx="385527" cy="495114"/>
            </a:xfrm>
            <a:custGeom>
              <a:avLst/>
              <a:gdLst>
                <a:gd name="connsiteX0" fmla="*/ 198404 w 385527"/>
                <a:gd name="connsiteY0" fmla="*/ 482471 h 495114"/>
                <a:gd name="connsiteX1" fmla="*/ 198404 w 385527"/>
                <a:gd name="connsiteY1" fmla="*/ 482471 h 495114"/>
                <a:gd name="connsiteX2" fmla="*/ 167217 w 385527"/>
                <a:gd name="connsiteY2" fmla="*/ 439880 h 495114"/>
                <a:gd name="connsiteX3" fmla="*/ 102188 w 385527"/>
                <a:gd name="connsiteY3" fmla="*/ 76530 h 495114"/>
                <a:gd name="connsiteX4" fmla="*/ 0 w 385527"/>
                <a:gd name="connsiteY4" fmla="*/ 61889 h 495114"/>
                <a:gd name="connsiteX5" fmla="*/ 86263 w 385527"/>
                <a:gd name="connsiteY5" fmla="*/ 0 h 495114"/>
                <a:gd name="connsiteX6" fmla="*/ 145319 w 385527"/>
                <a:gd name="connsiteY6" fmla="*/ 31278 h 495114"/>
                <a:gd name="connsiteX7" fmla="*/ 210348 w 385527"/>
                <a:gd name="connsiteY7" fmla="*/ 394628 h 495114"/>
                <a:gd name="connsiteX8" fmla="*/ 241535 w 385527"/>
                <a:gd name="connsiteY8" fmla="*/ 437218 h 495114"/>
                <a:gd name="connsiteX9" fmla="*/ 241535 w 385527"/>
                <a:gd name="connsiteY9" fmla="*/ 437218 h 495114"/>
                <a:gd name="connsiteX10" fmla="*/ 293293 w 385527"/>
                <a:gd name="connsiteY10" fmla="*/ 449197 h 495114"/>
                <a:gd name="connsiteX11" fmla="*/ 385528 w 385527"/>
                <a:gd name="connsiteY11" fmla="*/ 449197 h 495114"/>
                <a:gd name="connsiteX12" fmla="*/ 385528 w 385527"/>
                <a:gd name="connsiteY12" fmla="*/ 461841 h 495114"/>
                <a:gd name="connsiteX13" fmla="*/ 352350 w 385527"/>
                <a:gd name="connsiteY13" fmla="*/ 495115 h 495114"/>
                <a:gd name="connsiteX14" fmla="*/ 250162 w 385527"/>
                <a:gd name="connsiteY14" fmla="*/ 495115 h 495114"/>
                <a:gd name="connsiteX15" fmla="*/ 198404 w 385527"/>
                <a:gd name="connsiteY15" fmla="*/ 482471 h 49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5527" h="495114">
                  <a:moveTo>
                    <a:pt x="198404" y="482471"/>
                  </a:moveTo>
                  <a:lnTo>
                    <a:pt x="198404" y="482471"/>
                  </a:lnTo>
                  <a:cubicBezTo>
                    <a:pt x="181815" y="474485"/>
                    <a:pt x="169871" y="458514"/>
                    <a:pt x="167217" y="439880"/>
                  </a:cubicBezTo>
                  <a:cubicBezTo>
                    <a:pt x="153282" y="353368"/>
                    <a:pt x="124085" y="110469"/>
                    <a:pt x="102188" y="76530"/>
                  </a:cubicBezTo>
                  <a:cubicBezTo>
                    <a:pt x="78963" y="40594"/>
                    <a:pt x="31851" y="40594"/>
                    <a:pt x="0" y="61889"/>
                  </a:cubicBezTo>
                  <a:lnTo>
                    <a:pt x="86263" y="0"/>
                  </a:lnTo>
                  <a:cubicBezTo>
                    <a:pt x="108824" y="0"/>
                    <a:pt x="132048" y="9982"/>
                    <a:pt x="145319" y="31278"/>
                  </a:cubicBezTo>
                  <a:cubicBezTo>
                    <a:pt x="167217" y="65217"/>
                    <a:pt x="196413" y="308116"/>
                    <a:pt x="210348" y="394628"/>
                  </a:cubicBezTo>
                  <a:cubicBezTo>
                    <a:pt x="213002" y="413261"/>
                    <a:pt x="224946" y="428567"/>
                    <a:pt x="241535" y="437218"/>
                  </a:cubicBezTo>
                  <a:lnTo>
                    <a:pt x="241535" y="437218"/>
                  </a:lnTo>
                  <a:cubicBezTo>
                    <a:pt x="257461" y="445204"/>
                    <a:pt x="275377" y="449197"/>
                    <a:pt x="293293" y="449197"/>
                  </a:cubicBezTo>
                  <a:lnTo>
                    <a:pt x="385528" y="449197"/>
                  </a:lnTo>
                  <a:lnTo>
                    <a:pt x="385528" y="461841"/>
                  </a:lnTo>
                  <a:cubicBezTo>
                    <a:pt x="385528" y="479809"/>
                    <a:pt x="370929" y="495115"/>
                    <a:pt x="352350" y="495115"/>
                  </a:cubicBezTo>
                  <a:lnTo>
                    <a:pt x="250162" y="495115"/>
                  </a:lnTo>
                  <a:cubicBezTo>
                    <a:pt x="232246" y="493784"/>
                    <a:pt x="214993" y="489791"/>
                    <a:pt x="198404" y="482471"/>
                  </a:cubicBezTo>
                  <a:close/>
                </a:path>
              </a:pathLst>
            </a:custGeom>
            <a:solidFill>
              <a:schemeClr val="bg1"/>
            </a:solidFill>
            <a:ln w="6617" cap="rnd">
              <a:solidFill>
                <a:schemeClr val="tx2"/>
              </a:solidFill>
              <a:prstDash val="solid"/>
              <a:round/>
            </a:ln>
          </p:spPr>
          <p:txBody>
            <a:bodyPr rtlCol="0" anchor="ctr"/>
            <a:lstStyle/>
            <a:p>
              <a:endParaRPr lang="pt-BR"/>
            </a:p>
          </p:txBody>
        </p:sp>
        <p:sp>
          <p:nvSpPr>
            <p:cNvPr id="52" name="Freeform: Shape 51">
              <a:extLst>
                <a:ext uri="{FF2B5EF4-FFF2-40B4-BE49-F238E27FC236}">
                  <a16:creationId xmlns:a16="http://schemas.microsoft.com/office/drawing/2014/main" id="{B866BC72-FF1D-E7FE-34B0-513AF11A8FBD}"/>
                </a:ext>
              </a:extLst>
            </p:cNvPr>
            <p:cNvSpPr/>
            <p:nvPr/>
          </p:nvSpPr>
          <p:spPr>
            <a:xfrm>
              <a:off x="2065018" y="4578367"/>
              <a:ext cx="9953" cy="64551"/>
            </a:xfrm>
            <a:custGeom>
              <a:avLst/>
              <a:gdLst>
                <a:gd name="connsiteX0" fmla="*/ 0 w 9953"/>
                <a:gd name="connsiteY0" fmla="*/ 0 h 64551"/>
                <a:gd name="connsiteX1" fmla="*/ 9953 w 9953"/>
                <a:gd name="connsiteY1" fmla="*/ 64551 h 64551"/>
              </a:gdLst>
              <a:ahLst/>
              <a:cxnLst>
                <a:cxn ang="0">
                  <a:pos x="connsiteX0" y="connsiteY0"/>
                </a:cxn>
                <a:cxn ang="0">
                  <a:pos x="connsiteX1" y="connsiteY1"/>
                </a:cxn>
              </a:cxnLst>
              <a:rect l="l" t="t" r="r" b="b"/>
              <a:pathLst>
                <a:path w="9953" h="64551">
                  <a:moveTo>
                    <a:pt x="0" y="0"/>
                  </a:moveTo>
                  <a:lnTo>
                    <a:pt x="9953" y="64551"/>
                  </a:lnTo>
                </a:path>
              </a:pathLst>
            </a:custGeom>
            <a:ln w="6617" cap="rnd">
              <a:solidFill>
                <a:schemeClr val="tx2"/>
              </a:solidFill>
              <a:prstDash val="solid"/>
              <a:round/>
            </a:ln>
          </p:spPr>
          <p:txBody>
            <a:bodyPr rtlCol="0" anchor="ctr"/>
            <a:lstStyle/>
            <a:p>
              <a:endParaRPr lang="pt-BR"/>
            </a:p>
          </p:txBody>
        </p:sp>
        <p:sp>
          <p:nvSpPr>
            <p:cNvPr id="53" name="Freeform: Shape 52">
              <a:extLst>
                <a:ext uri="{FF2B5EF4-FFF2-40B4-BE49-F238E27FC236}">
                  <a16:creationId xmlns:a16="http://schemas.microsoft.com/office/drawing/2014/main" id="{D123614A-597A-04CA-D32D-C6288661BA64}"/>
                </a:ext>
              </a:extLst>
            </p:cNvPr>
            <p:cNvSpPr/>
            <p:nvPr/>
          </p:nvSpPr>
          <p:spPr>
            <a:xfrm>
              <a:off x="1970793" y="4135159"/>
              <a:ext cx="210348" cy="272180"/>
            </a:xfrm>
            <a:custGeom>
              <a:avLst/>
              <a:gdLst>
                <a:gd name="connsiteX0" fmla="*/ 120768 w 210348"/>
                <a:gd name="connsiteY0" fmla="*/ 272180 h 272180"/>
                <a:gd name="connsiteX1" fmla="*/ 103515 w 210348"/>
                <a:gd name="connsiteY1" fmla="*/ 147070 h 272180"/>
                <a:gd name="connsiteX2" fmla="*/ 0 w 210348"/>
                <a:gd name="connsiteY2" fmla="*/ 75199 h 272180"/>
                <a:gd name="connsiteX3" fmla="*/ 114796 w 210348"/>
                <a:gd name="connsiteY3" fmla="*/ 0 h 272180"/>
                <a:gd name="connsiteX4" fmla="*/ 210348 w 210348"/>
                <a:gd name="connsiteY4" fmla="*/ 150398 h 272180"/>
                <a:gd name="connsiteX5" fmla="*/ 161908 w 210348"/>
                <a:gd name="connsiteY5" fmla="*/ 252881 h 272180"/>
                <a:gd name="connsiteX6" fmla="*/ 120768 w 210348"/>
                <a:gd name="connsiteY6" fmla="*/ 272180 h 27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348" h="272180">
                  <a:moveTo>
                    <a:pt x="120768" y="272180"/>
                  </a:moveTo>
                  <a:cubicBezTo>
                    <a:pt x="144656" y="257539"/>
                    <a:pt x="136693" y="201639"/>
                    <a:pt x="103515" y="147070"/>
                  </a:cubicBezTo>
                  <a:cubicBezTo>
                    <a:pt x="70337" y="92501"/>
                    <a:pt x="23888" y="60558"/>
                    <a:pt x="0" y="75199"/>
                  </a:cubicBezTo>
                  <a:lnTo>
                    <a:pt x="114796" y="0"/>
                  </a:lnTo>
                  <a:lnTo>
                    <a:pt x="210348" y="150398"/>
                  </a:lnTo>
                  <a:lnTo>
                    <a:pt x="161908" y="252881"/>
                  </a:lnTo>
                  <a:lnTo>
                    <a:pt x="120768" y="272180"/>
                  </a:lnTo>
                  <a:close/>
                </a:path>
              </a:pathLst>
            </a:custGeom>
            <a:solidFill>
              <a:schemeClr val="accent1"/>
            </a:solidFill>
            <a:ln w="6617" cap="flat">
              <a:noFill/>
              <a:prstDash val="solid"/>
              <a:miter/>
            </a:ln>
          </p:spPr>
          <p:txBody>
            <a:bodyPr rtlCol="0" anchor="ctr"/>
            <a:lstStyle/>
            <a:p>
              <a:endParaRPr lang="pt-BR"/>
            </a:p>
          </p:txBody>
        </p:sp>
        <p:sp>
          <p:nvSpPr>
            <p:cNvPr id="54" name="Freeform: Shape 53">
              <a:extLst>
                <a:ext uri="{FF2B5EF4-FFF2-40B4-BE49-F238E27FC236}">
                  <a16:creationId xmlns:a16="http://schemas.microsoft.com/office/drawing/2014/main" id="{3D18A169-8CED-3D9E-B056-0E0F408DFD5D}"/>
                </a:ext>
              </a:extLst>
            </p:cNvPr>
            <p:cNvSpPr/>
            <p:nvPr/>
          </p:nvSpPr>
          <p:spPr>
            <a:xfrm>
              <a:off x="2869251" y="2168675"/>
              <a:ext cx="33841" cy="73202"/>
            </a:xfrm>
            <a:custGeom>
              <a:avLst/>
              <a:gdLst>
                <a:gd name="connsiteX0" fmla="*/ 33842 w 33841"/>
                <a:gd name="connsiteY0" fmla="*/ 17302 h 73202"/>
                <a:gd name="connsiteX1" fmla="*/ 0 w 33841"/>
                <a:gd name="connsiteY1" fmla="*/ 0 h 73202"/>
                <a:gd name="connsiteX2" fmla="*/ 31851 w 33841"/>
                <a:gd name="connsiteY2" fmla="*/ 73202 h 73202"/>
              </a:gdLst>
              <a:ahLst/>
              <a:cxnLst>
                <a:cxn ang="0">
                  <a:pos x="connsiteX0" y="connsiteY0"/>
                </a:cxn>
                <a:cxn ang="0">
                  <a:pos x="connsiteX1" y="connsiteY1"/>
                </a:cxn>
                <a:cxn ang="0">
                  <a:pos x="connsiteX2" y="connsiteY2"/>
                </a:cxn>
              </a:cxnLst>
              <a:rect l="l" t="t" r="r" b="b"/>
              <a:pathLst>
                <a:path w="33841" h="73202">
                  <a:moveTo>
                    <a:pt x="33842" y="17302"/>
                  </a:moveTo>
                  <a:lnTo>
                    <a:pt x="0" y="0"/>
                  </a:lnTo>
                  <a:lnTo>
                    <a:pt x="31851" y="73202"/>
                  </a:lnTo>
                </a:path>
              </a:pathLst>
            </a:custGeom>
            <a:noFill/>
            <a:ln w="6617" cap="rnd">
              <a:solidFill>
                <a:schemeClr val="tx2"/>
              </a:solidFill>
              <a:prstDash val="solid"/>
              <a:round/>
            </a:ln>
          </p:spPr>
          <p:txBody>
            <a:bodyPr rtlCol="0" anchor="ctr"/>
            <a:lstStyle/>
            <a:p>
              <a:endParaRPr lang="pt-BR"/>
            </a:p>
          </p:txBody>
        </p:sp>
        <p:sp>
          <p:nvSpPr>
            <p:cNvPr id="55" name="Freeform: Shape 54">
              <a:extLst>
                <a:ext uri="{FF2B5EF4-FFF2-40B4-BE49-F238E27FC236}">
                  <a16:creationId xmlns:a16="http://schemas.microsoft.com/office/drawing/2014/main" id="{43F2D844-2BFA-906C-0A6F-256F36DA21A5}"/>
                </a:ext>
              </a:extLst>
            </p:cNvPr>
            <p:cNvSpPr/>
            <p:nvPr/>
          </p:nvSpPr>
          <p:spPr>
            <a:xfrm>
              <a:off x="1874577" y="2333713"/>
              <a:ext cx="24551" cy="161710"/>
            </a:xfrm>
            <a:custGeom>
              <a:avLst/>
              <a:gdLst>
                <a:gd name="connsiteX0" fmla="*/ 0 w 24551"/>
                <a:gd name="connsiteY0" fmla="*/ 0 h 161710"/>
                <a:gd name="connsiteX1" fmla="*/ 24552 w 24551"/>
                <a:gd name="connsiteY1" fmla="*/ 161711 h 161710"/>
              </a:gdLst>
              <a:ahLst/>
              <a:cxnLst>
                <a:cxn ang="0">
                  <a:pos x="connsiteX0" y="connsiteY0"/>
                </a:cxn>
                <a:cxn ang="0">
                  <a:pos x="connsiteX1" y="connsiteY1"/>
                </a:cxn>
              </a:cxnLst>
              <a:rect l="l" t="t" r="r" b="b"/>
              <a:pathLst>
                <a:path w="24551" h="161710">
                  <a:moveTo>
                    <a:pt x="0" y="0"/>
                  </a:moveTo>
                  <a:lnTo>
                    <a:pt x="24552" y="161711"/>
                  </a:lnTo>
                </a:path>
              </a:pathLst>
            </a:custGeom>
            <a:ln w="6617" cap="rnd">
              <a:solidFill>
                <a:schemeClr val="tx2"/>
              </a:solidFill>
              <a:prstDash val="solid"/>
              <a:round/>
            </a:ln>
          </p:spPr>
          <p:txBody>
            <a:bodyPr rtlCol="0" anchor="ctr"/>
            <a:lstStyle/>
            <a:p>
              <a:endParaRPr lang="pt-BR"/>
            </a:p>
          </p:txBody>
        </p:sp>
        <p:sp>
          <p:nvSpPr>
            <p:cNvPr id="56" name="Freeform: Shape 55">
              <a:extLst>
                <a:ext uri="{FF2B5EF4-FFF2-40B4-BE49-F238E27FC236}">
                  <a16:creationId xmlns:a16="http://schemas.microsoft.com/office/drawing/2014/main" id="{468478A5-60CA-B1A1-DC7D-9835341D7B46}"/>
                </a:ext>
              </a:extLst>
            </p:cNvPr>
            <p:cNvSpPr/>
            <p:nvPr/>
          </p:nvSpPr>
          <p:spPr>
            <a:xfrm>
              <a:off x="2375564" y="3371192"/>
              <a:ext cx="136693" cy="173024"/>
            </a:xfrm>
            <a:custGeom>
              <a:avLst/>
              <a:gdLst>
                <a:gd name="connsiteX0" fmla="*/ 136693 w 136693"/>
                <a:gd name="connsiteY0" fmla="*/ 173024 h 173024"/>
                <a:gd name="connsiteX1" fmla="*/ 0 w 136693"/>
                <a:gd name="connsiteY1" fmla="*/ 0 h 173024"/>
              </a:gdLst>
              <a:ahLst/>
              <a:cxnLst>
                <a:cxn ang="0">
                  <a:pos x="connsiteX0" y="connsiteY0"/>
                </a:cxn>
                <a:cxn ang="0">
                  <a:pos x="connsiteX1" y="connsiteY1"/>
                </a:cxn>
              </a:cxnLst>
              <a:rect l="l" t="t" r="r" b="b"/>
              <a:pathLst>
                <a:path w="136693" h="173024">
                  <a:moveTo>
                    <a:pt x="136693" y="173024"/>
                  </a:moveTo>
                  <a:lnTo>
                    <a:pt x="0" y="0"/>
                  </a:lnTo>
                </a:path>
              </a:pathLst>
            </a:custGeom>
            <a:ln w="6617" cap="rnd">
              <a:solidFill>
                <a:schemeClr val="tx2"/>
              </a:solidFill>
              <a:prstDash val="solid"/>
              <a:round/>
            </a:ln>
          </p:spPr>
          <p:txBody>
            <a:bodyPr rtlCol="0" anchor="ctr"/>
            <a:lstStyle/>
            <a:p>
              <a:endParaRPr lang="pt-BR"/>
            </a:p>
          </p:txBody>
        </p:sp>
        <p:sp>
          <p:nvSpPr>
            <p:cNvPr id="57" name="Freeform: Shape 56">
              <a:extLst>
                <a:ext uri="{FF2B5EF4-FFF2-40B4-BE49-F238E27FC236}">
                  <a16:creationId xmlns:a16="http://schemas.microsoft.com/office/drawing/2014/main" id="{15874A09-2D9E-AAB9-E9DB-8F21500B3496}"/>
                </a:ext>
              </a:extLst>
            </p:cNvPr>
            <p:cNvSpPr/>
            <p:nvPr/>
          </p:nvSpPr>
          <p:spPr>
            <a:xfrm>
              <a:off x="2751138" y="3783122"/>
              <a:ext cx="49766" cy="56565"/>
            </a:xfrm>
            <a:custGeom>
              <a:avLst/>
              <a:gdLst>
                <a:gd name="connsiteX0" fmla="*/ 49767 w 49766"/>
                <a:gd name="connsiteY0" fmla="*/ 0 h 56565"/>
                <a:gd name="connsiteX1" fmla="*/ 0 w 49766"/>
                <a:gd name="connsiteY1" fmla="*/ 56566 h 56565"/>
                <a:gd name="connsiteX2" fmla="*/ 49767 w 49766"/>
                <a:gd name="connsiteY2" fmla="*/ 56566 h 56565"/>
              </a:gdLst>
              <a:ahLst/>
              <a:cxnLst>
                <a:cxn ang="0">
                  <a:pos x="connsiteX0" y="connsiteY0"/>
                </a:cxn>
                <a:cxn ang="0">
                  <a:pos x="connsiteX1" y="connsiteY1"/>
                </a:cxn>
                <a:cxn ang="0">
                  <a:pos x="connsiteX2" y="connsiteY2"/>
                </a:cxn>
              </a:cxnLst>
              <a:rect l="l" t="t" r="r" b="b"/>
              <a:pathLst>
                <a:path w="49766" h="56565">
                  <a:moveTo>
                    <a:pt x="49767" y="0"/>
                  </a:moveTo>
                  <a:lnTo>
                    <a:pt x="0" y="56566"/>
                  </a:lnTo>
                  <a:lnTo>
                    <a:pt x="49767" y="56566"/>
                  </a:lnTo>
                </a:path>
              </a:pathLst>
            </a:custGeom>
            <a:noFill/>
            <a:ln w="6617" cap="rnd">
              <a:solidFill>
                <a:schemeClr val="tx2"/>
              </a:solidFill>
              <a:prstDash val="solid"/>
              <a:round/>
            </a:ln>
          </p:spPr>
          <p:txBody>
            <a:bodyPr rtlCol="0" anchor="ctr"/>
            <a:lstStyle/>
            <a:p>
              <a:endParaRPr lang="pt-BR"/>
            </a:p>
          </p:txBody>
        </p:sp>
      </p:grpSp>
      <p:pic>
        <p:nvPicPr>
          <p:cNvPr id="2" name="Picture 1">
            <a:extLst>
              <a:ext uri="{FF2B5EF4-FFF2-40B4-BE49-F238E27FC236}">
                <a16:creationId xmlns:a16="http://schemas.microsoft.com/office/drawing/2014/main" id="{D9226527-3062-AA06-65E0-84FC2B042F9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60527" y="-7625"/>
            <a:ext cx="366456" cy="361950"/>
          </a:xfrm>
          <a:prstGeom prst="rect">
            <a:avLst/>
          </a:prstGeom>
        </p:spPr>
      </p:pic>
      <p:sp>
        <p:nvSpPr>
          <p:cNvPr id="3" name="TextBox 2">
            <a:extLst>
              <a:ext uri="{FF2B5EF4-FFF2-40B4-BE49-F238E27FC236}">
                <a16:creationId xmlns:a16="http://schemas.microsoft.com/office/drawing/2014/main" id="{DC3679CF-EE50-E602-C525-925F381A043A}"/>
              </a:ext>
            </a:extLst>
          </p:cNvPr>
          <p:cNvSpPr txBox="1"/>
          <p:nvPr/>
        </p:nvSpPr>
        <p:spPr>
          <a:xfrm>
            <a:off x="5982361" y="4844415"/>
            <a:ext cx="2978878" cy="276999"/>
          </a:xfrm>
          <a:prstGeom prst="rect">
            <a:avLst/>
          </a:prstGeom>
          <a:noFill/>
        </p:spPr>
        <p:txBody>
          <a:bodyPr wrap="square">
            <a:spAutoFit/>
          </a:bodyPr>
          <a:lstStyle/>
          <a:p>
            <a:pPr algn="ctr"/>
            <a:r>
              <a:rPr lang="en-US" sz="1200" dirty="0">
                <a:solidFill>
                  <a:srgbClr val="FFC000"/>
                </a:solidFill>
                <a:effectLst>
                  <a:outerShdw blurRad="38100" dist="38100" dir="2700000" algn="tl">
                    <a:srgbClr val="000000">
                      <a:alpha val="43137"/>
                    </a:srgbClr>
                  </a:outerShdw>
                </a:effectLst>
                <a:latin typeface="Cooper Black" panose="0208090404030B020404" pitchFamily="18" charset="0"/>
              </a:rPr>
              <a:t>www.anubhavtrainings.com</a:t>
            </a:r>
          </a:p>
        </p:txBody>
      </p:sp>
      <p:sp>
        <p:nvSpPr>
          <p:cNvPr id="4" name="Rectangle 3" title="0">
            <a:extLst>
              <a:ext uri="{FF2B5EF4-FFF2-40B4-BE49-F238E27FC236}">
                <a16:creationId xmlns:a16="http://schemas.microsoft.com/office/drawing/2014/main" id="{04B8ED97-30C2-96D6-6601-5908FB59C3A7}"/>
              </a:ext>
            </a:extLst>
          </p:cNvPr>
          <p:cNvSpPr/>
          <p:nvPr/>
        </p:nvSpPr>
        <p:spPr>
          <a:xfrm>
            <a:off x="162722" y="255826"/>
            <a:ext cx="1132678" cy="4465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8987" rtl="0" eaLnBrk="1" fontAlgn="auto" latinLnBrk="0" hangingPunct="1">
              <a:lnSpc>
                <a:spcPct val="100000"/>
              </a:lnSpc>
              <a:spcBef>
                <a:spcPct val="0"/>
              </a:spcBef>
              <a:spcAft>
                <a:spcPts val="0"/>
              </a:spcAft>
              <a:buClrTx/>
              <a:buSzTx/>
              <a:buFontTx/>
              <a:buNone/>
              <a:tabLst/>
              <a:defRPr/>
            </a:pPr>
            <a:r>
              <a:rPr lang="en-GB" sz="2800" b="1" dirty="0">
                <a:solidFill>
                  <a:schemeClr val="bg1"/>
                </a:solidFill>
                <a:latin typeface="Cooper Black" pitchFamily="18" charset="0"/>
                <a:ea typeface="Segoe UI Black" panose="020B0A02040204020203" pitchFamily="34" charset="0"/>
                <a:cs typeface="+mj-cs"/>
              </a:rPr>
              <a:t>FAQs</a:t>
            </a:r>
            <a:endParaRPr kumimoji="0" lang="en-GB" sz="2800" b="1" i="0" u="none" strike="noStrike" kern="1200" cap="none" spc="0" normalizeH="0" baseline="0" noProof="0" dirty="0">
              <a:ln>
                <a:noFill/>
              </a:ln>
              <a:solidFill>
                <a:schemeClr val="bg1"/>
              </a:solidFill>
              <a:effectLst/>
              <a:uLnTx/>
              <a:uFillTx/>
              <a:latin typeface="Cooper Black" pitchFamily="18" charset="0"/>
              <a:ea typeface="Segoe UI Black" panose="020B0A02040204020203" pitchFamily="34" charset="0"/>
              <a:cs typeface="+mj-cs"/>
            </a:endParaRPr>
          </a:p>
        </p:txBody>
      </p:sp>
      <p:sp>
        <p:nvSpPr>
          <p:cNvPr id="6" name="TextBox 5">
            <a:extLst>
              <a:ext uri="{FF2B5EF4-FFF2-40B4-BE49-F238E27FC236}">
                <a16:creationId xmlns:a16="http://schemas.microsoft.com/office/drawing/2014/main" id="{45C5202D-0501-7182-9A33-13AAF27CC360}"/>
              </a:ext>
            </a:extLst>
          </p:cNvPr>
          <p:cNvSpPr txBox="1"/>
          <p:nvPr/>
        </p:nvSpPr>
        <p:spPr>
          <a:xfrm>
            <a:off x="873938" y="1007455"/>
            <a:ext cx="8193862" cy="3785652"/>
          </a:xfrm>
          <a:prstGeom prst="rect">
            <a:avLst/>
          </a:prstGeom>
          <a:noFill/>
        </p:spPr>
        <p:txBody>
          <a:bodyPr wrap="square">
            <a:spAutoFit/>
          </a:bodyPr>
          <a:lstStyle/>
          <a:p>
            <a:pPr algn="l" rtl="0" fontAlgn="base">
              <a:lnSpc>
                <a:spcPts val="1575"/>
              </a:lnSpc>
              <a:buNone/>
            </a:pPr>
            <a:r>
              <a:rPr lang="en-US" sz="1400" b="1" i="0" u="none" strike="noStrike" dirty="0">
                <a:solidFill>
                  <a:schemeClr val="bg1"/>
                </a:solidFill>
                <a:effectLst/>
                <a:latin typeface="Amasis MT Pro Medium" panose="02040604050005020304" pitchFamily="18" charset="0"/>
              </a:rPr>
              <a:t>1. What will be the duration of the training, pre-requisite?</a:t>
            </a:r>
            <a:r>
              <a:rPr lang="en-US" sz="1400" b="0" i="0" dirty="0">
                <a:solidFill>
                  <a:schemeClr val="bg1"/>
                </a:solidFill>
                <a:effectLst/>
                <a:latin typeface="Amasis MT Pro Medium" panose="02040604050005020304" pitchFamily="18" charset="0"/>
              </a:rPr>
              <a:t>​</a:t>
            </a:r>
          </a:p>
          <a:p>
            <a:pPr algn="l" rtl="0" fontAlgn="base">
              <a:lnSpc>
                <a:spcPts val="1575"/>
              </a:lnSpc>
              <a:buNone/>
            </a:pPr>
            <a:r>
              <a:rPr lang="en-US" sz="1400" b="0" i="0" u="none" strike="noStrike" dirty="0">
                <a:solidFill>
                  <a:schemeClr val="bg1"/>
                </a:solidFill>
                <a:effectLst/>
                <a:latin typeface="Amasis MT Pro Medium" panose="02040604050005020304" pitchFamily="18" charset="0"/>
              </a:rPr>
              <a:t>The duration of the course is 40 hours, and there is no pre-requisite other than basic programming skills.</a:t>
            </a:r>
            <a:r>
              <a:rPr lang="en-US" sz="1400" b="0" i="0" dirty="0">
                <a:solidFill>
                  <a:schemeClr val="bg1"/>
                </a:solidFill>
                <a:effectLst/>
                <a:latin typeface="Amasis MT Pro Medium" panose="02040604050005020304" pitchFamily="18" charset="0"/>
              </a:rPr>
              <a:t>​</a:t>
            </a:r>
          </a:p>
          <a:p>
            <a:pPr algn="l" rtl="0" fontAlgn="base">
              <a:lnSpc>
                <a:spcPts val="1575"/>
              </a:lnSpc>
              <a:buNone/>
            </a:pPr>
            <a:r>
              <a:rPr lang="en-US" sz="1400" b="0" i="0" dirty="0">
                <a:solidFill>
                  <a:schemeClr val="bg1"/>
                </a:solidFill>
                <a:effectLst/>
                <a:latin typeface="Amasis MT Pro Medium" panose="02040604050005020304" pitchFamily="18" charset="0"/>
              </a:rPr>
              <a:t>​</a:t>
            </a:r>
            <a:br>
              <a:rPr lang="en-US" sz="1400" b="0" i="0" dirty="0">
                <a:solidFill>
                  <a:schemeClr val="bg1"/>
                </a:solidFill>
                <a:effectLst/>
                <a:latin typeface="Amasis MT Pro Medium" panose="02040604050005020304" pitchFamily="18" charset="0"/>
              </a:rPr>
            </a:br>
            <a:r>
              <a:rPr lang="en-US" sz="1400" b="1" i="0" u="none" strike="noStrike" dirty="0">
                <a:solidFill>
                  <a:schemeClr val="bg1"/>
                </a:solidFill>
                <a:effectLst/>
                <a:latin typeface="Amasis MT Pro Medium" panose="02040604050005020304" pitchFamily="18" charset="0"/>
              </a:rPr>
              <a:t>2. The timing does not suite me so can I go for video mode? </a:t>
            </a:r>
            <a:r>
              <a:rPr lang="en-US" sz="1400" b="0" i="0" dirty="0">
                <a:solidFill>
                  <a:schemeClr val="bg1"/>
                </a:solidFill>
                <a:effectLst/>
                <a:latin typeface="Amasis MT Pro Medium" panose="02040604050005020304" pitchFamily="18" charset="0"/>
              </a:rPr>
              <a:t>​</a:t>
            </a:r>
          </a:p>
          <a:p>
            <a:pPr algn="l" rtl="0" fontAlgn="base">
              <a:lnSpc>
                <a:spcPts val="1575"/>
              </a:lnSpc>
              <a:buNone/>
            </a:pPr>
            <a:r>
              <a:rPr lang="en-US" sz="1400" b="0" i="0" u="none" strike="noStrike" dirty="0">
                <a:solidFill>
                  <a:schemeClr val="bg1"/>
                </a:solidFill>
                <a:effectLst/>
                <a:latin typeface="Amasis MT Pro Medium" panose="02040604050005020304" pitchFamily="18" charset="0"/>
              </a:rPr>
              <a:t>Yes, you can opt for video mode training for our most recent batch and ask your question Over the mail. </a:t>
            </a:r>
            <a:r>
              <a:rPr lang="en-US" sz="1400" b="0" i="0" dirty="0">
                <a:solidFill>
                  <a:schemeClr val="bg1"/>
                </a:solidFill>
                <a:effectLst/>
                <a:latin typeface="Amasis MT Pro Medium" panose="02040604050005020304" pitchFamily="18" charset="0"/>
              </a:rPr>
              <a:t>​</a:t>
            </a:r>
            <a:r>
              <a:rPr lang="en-US" sz="1400" b="0" i="0" u="none" strike="noStrike" dirty="0">
                <a:solidFill>
                  <a:schemeClr val="bg1"/>
                </a:solidFill>
                <a:effectLst/>
                <a:latin typeface="Amasis MT Pro Medium" panose="02040604050005020304" pitchFamily="18" charset="0"/>
              </a:rPr>
              <a:t>This option also applies. Those who want fast-track learning and do not want to be with the existing batch.</a:t>
            </a:r>
            <a:r>
              <a:rPr lang="en-US" sz="1400" b="0" i="0" dirty="0">
                <a:solidFill>
                  <a:schemeClr val="bg1"/>
                </a:solidFill>
                <a:effectLst/>
                <a:latin typeface="Amasis MT Pro Medium" panose="02040604050005020304" pitchFamily="18" charset="0"/>
              </a:rPr>
              <a:t>​</a:t>
            </a:r>
          </a:p>
          <a:p>
            <a:pPr algn="l" rtl="0" fontAlgn="base">
              <a:lnSpc>
                <a:spcPts val="1575"/>
              </a:lnSpc>
              <a:buNone/>
            </a:pPr>
            <a:r>
              <a:rPr lang="en-US" sz="1400" b="0" i="0" dirty="0">
                <a:solidFill>
                  <a:schemeClr val="bg1"/>
                </a:solidFill>
                <a:effectLst/>
                <a:latin typeface="Amasis MT Pro Medium" panose="02040604050005020304" pitchFamily="18" charset="0"/>
              </a:rPr>
              <a:t>​</a:t>
            </a:r>
            <a:br>
              <a:rPr lang="en-US" sz="1400" b="0" i="0" dirty="0">
                <a:solidFill>
                  <a:schemeClr val="bg1"/>
                </a:solidFill>
                <a:effectLst/>
                <a:latin typeface="Amasis MT Pro Medium" panose="02040604050005020304" pitchFamily="18" charset="0"/>
              </a:rPr>
            </a:br>
            <a:r>
              <a:rPr lang="en-US" sz="1400" b="1" i="0" u="none" strike="noStrike" dirty="0">
                <a:solidFill>
                  <a:schemeClr val="bg1"/>
                </a:solidFill>
                <a:effectLst/>
                <a:latin typeface="Amasis MT Pro Medium" panose="02040604050005020304" pitchFamily="18" charset="0"/>
              </a:rPr>
              <a:t>3. What tool do I need to learn and where do I get?</a:t>
            </a:r>
            <a:r>
              <a:rPr lang="en-US" sz="1400" b="0" i="0" dirty="0">
                <a:solidFill>
                  <a:schemeClr val="bg1"/>
                </a:solidFill>
                <a:effectLst/>
                <a:latin typeface="Amasis MT Pro Medium" panose="02040604050005020304" pitchFamily="18" charset="0"/>
              </a:rPr>
              <a:t>​</a:t>
            </a:r>
          </a:p>
          <a:p>
            <a:pPr algn="l" rtl="0" fontAlgn="base">
              <a:lnSpc>
                <a:spcPts val="1575"/>
              </a:lnSpc>
              <a:buNone/>
            </a:pPr>
            <a:r>
              <a:rPr lang="en-US" sz="1400" b="0" i="0" u="none" strike="noStrike" dirty="0">
                <a:solidFill>
                  <a:schemeClr val="bg1"/>
                </a:solidFill>
                <a:effectLst/>
                <a:latin typeface="Amasis MT Pro Medium" panose="02040604050005020304" pitchFamily="18" charset="0"/>
              </a:rPr>
              <a:t>We will build all the apps on Business Application Studio and VS Code tool.</a:t>
            </a:r>
            <a:r>
              <a:rPr lang="en-US" sz="1400" b="0" i="0" dirty="0">
                <a:solidFill>
                  <a:schemeClr val="bg1"/>
                </a:solidFill>
                <a:effectLst/>
                <a:latin typeface="Amasis MT Pro Medium" panose="02040604050005020304" pitchFamily="18" charset="0"/>
              </a:rPr>
              <a:t>​ </a:t>
            </a:r>
            <a:r>
              <a:rPr lang="en-US" sz="1400" b="0" i="0" u="none" strike="noStrike" dirty="0">
                <a:solidFill>
                  <a:schemeClr val="bg1"/>
                </a:solidFill>
                <a:effectLst/>
                <a:latin typeface="Amasis MT Pro Medium" panose="02040604050005020304" pitchFamily="18" charset="0"/>
              </a:rPr>
              <a:t>In our next class, we will see how to install the tool in your system or get cloud access. </a:t>
            </a:r>
            <a:r>
              <a:rPr lang="en-US" sz="1400" b="0" i="0" dirty="0">
                <a:solidFill>
                  <a:schemeClr val="bg1"/>
                </a:solidFill>
                <a:effectLst/>
                <a:latin typeface="Amasis MT Pro Medium" panose="02040604050005020304" pitchFamily="18" charset="0"/>
              </a:rPr>
              <a:t>​</a:t>
            </a:r>
            <a:r>
              <a:rPr lang="en-US" sz="1400" b="0" i="0" u="none" strike="noStrike" dirty="0">
                <a:solidFill>
                  <a:schemeClr val="bg1"/>
                </a:solidFill>
                <a:effectLst/>
                <a:latin typeface="Amasis MT Pro Medium" panose="02040604050005020304" pitchFamily="18" charset="0"/>
              </a:rPr>
              <a:t>VS Code is absolutely free for a single developer.</a:t>
            </a:r>
            <a:r>
              <a:rPr lang="en-US" sz="1400" b="0" i="0" dirty="0">
                <a:solidFill>
                  <a:schemeClr val="bg1"/>
                </a:solidFill>
                <a:effectLst/>
                <a:latin typeface="Amasis MT Pro Medium" panose="02040604050005020304" pitchFamily="18" charset="0"/>
              </a:rPr>
              <a:t>​</a:t>
            </a:r>
          </a:p>
          <a:p>
            <a:pPr algn="l" rtl="0" fontAlgn="base">
              <a:lnSpc>
                <a:spcPts val="1575"/>
              </a:lnSpc>
              <a:buNone/>
            </a:pPr>
            <a:r>
              <a:rPr lang="en-US" sz="1400" b="0" i="0" dirty="0">
                <a:solidFill>
                  <a:schemeClr val="bg1"/>
                </a:solidFill>
                <a:effectLst/>
                <a:latin typeface="Amasis MT Pro Medium" panose="02040604050005020304" pitchFamily="18" charset="0"/>
              </a:rPr>
              <a:t>​</a:t>
            </a:r>
            <a:br>
              <a:rPr lang="en-US" sz="1400" b="0" i="0" dirty="0">
                <a:solidFill>
                  <a:schemeClr val="bg1"/>
                </a:solidFill>
                <a:effectLst/>
                <a:latin typeface="Amasis MT Pro Medium" panose="02040604050005020304" pitchFamily="18" charset="0"/>
              </a:rPr>
            </a:br>
            <a:r>
              <a:rPr lang="en-US" sz="1400" b="1" i="0" u="none" strike="noStrike" dirty="0">
                <a:solidFill>
                  <a:schemeClr val="bg1"/>
                </a:solidFill>
                <a:effectLst/>
                <a:latin typeface="Amasis MT Pro Medium" panose="02040604050005020304" pitchFamily="18" charset="0"/>
              </a:rPr>
              <a:t>4. What about the server to practice OData?</a:t>
            </a:r>
            <a:r>
              <a:rPr lang="en-US" sz="1400" b="0" i="0" dirty="0">
                <a:solidFill>
                  <a:schemeClr val="bg1"/>
                </a:solidFill>
                <a:effectLst/>
                <a:latin typeface="Amasis MT Pro Medium" panose="02040604050005020304" pitchFamily="18" charset="0"/>
              </a:rPr>
              <a:t>​</a:t>
            </a:r>
          </a:p>
          <a:p>
            <a:pPr algn="l" rtl="0" fontAlgn="base">
              <a:lnSpc>
                <a:spcPts val="1575"/>
              </a:lnSpc>
              <a:buNone/>
            </a:pPr>
            <a:r>
              <a:rPr lang="en-US" sz="1400" b="0" i="0" u="none" strike="noStrike" dirty="0">
                <a:solidFill>
                  <a:schemeClr val="bg1"/>
                </a:solidFill>
                <a:effectLst/>
                <a:latin typeface="Amasis MT Pro Medium" panose="02040604050005020304" pitchFamily="18" charset="0"/>
              </a:rPr>
              <a:t>We need the OData server only in the last 10 sessions for which we will guide you in session no. 29, </a:t>
            </a:r>
            <a:r>
              <a:rPr lang="en-US" sz="1400" b="0" i="0" dirty="0">
                <a:solidFill>
                  <a:schemeClr val="bg1"/>
                </a:solidFill>
                <a:effectLst/>
                <a:latin typeface="Amasis MT Pro Medium" panose="02040604050005020304" pitchFamily="18" charset="0"/>
              </a:rPr>
              <a:t>​ </a:t>
            </a:r>
            <a:r>
              <a:rPr lang="en-US" sz="1400" b="0" i="0" u="none" strike="noStrike" dirty="0">
                <a:solidFill>
                  <a:schemeClr val="bg1"/>
                </a:solidFill>
                <a:effectLst/>
                <a:latin typeface="Amasis MT Pro Medium" panose="02040604050005020304" pitchFamily="18" charset="0"/>
              </a:rPr>
              <a:t>where, how to get the OData Server, and also maybe you can use co. </a:t>
            </a:r>
            <a:r>
              <a:rPr lang="en-US" sz="1400" b="0" i="0" dirty="0">
                <a:solidFill>
                  <a:schemeClr val="bg1"/>
                </a:solidFill>
                <a:effectLst/>
                <a:latin typeface="Amasis MT Pro Medium" panose="02040604050005020304" pitchFamily="18" charset="0"/>
              </a:rPr>
              <a:t>​s</a:t>
            </a:r>
            <a:r>
              <a:rPr lang="en-US" sz="1400" b="0" i="0" u="none" strike="noStrike" dirty="0">
                <a:solidFill>
                  <a:schemeClr val="bg1"/>
                </a:solidFill>
                <a:effectLst/>
                <a:latin typeface="Amasis MT Pro Medium" panose="02040604050005020304" pitchFamily="18" charset="0"/>
              </a:rPr>
              <a:t>erver all the required components will be explained.</a:t>
            </a:r>
            <a:endParaRPr lang="en-US" sz="1400" b="0" i="0" dirty="0">
              <a:solidFill>
                <a:schemeClr val="bg1"/>
              </a:solidFill>
              <a:effectLst/>
              <a:latin typeface="Amasis MT Pro Medium" panose="02040604050005020304" pitchFamily="18" charset="0"/>
            </a:endParaRPr>
          </a:p>
        </p:txBody>
      </p:sp>
      <p:sp>
        <p:nvSpPr>
          <p:cNvPr id="7" name="TextBox 6">
            <a:extLst>
              <a:ext uri="{FF2B5EF4-FFF2-40B4-BE49-F238E27FC236}">
                <a16:creationId xmlns:a16="http://schemas.microsoft.com/office/drawing/2014/main" id="{8F001AB7-4608-6B63-78D3-33C99F808AFD}"/>
              </a:ext>
            </a:extLst>
          </p:cNvPr>
          <p:cNvSpPr txBox="1"/>
          <p:nvPr/>
        </p:nvSpPr>
        <p:spPr>
          <a:xfrm>
            <a:off x="8783013" y="4881890"/>
            <a:ext cx="360987" cy="261610"/>
          </a:xfrm>
          <a:prstGeom prst="rect">
            <a:avLst/>
          </a:prstGeom>
          <a:noFill/>
        </p:spPr>
        <p:txBody>
          <a:bodyPr wrap="square" rtlCol="0">
            <a:spAutoFit/>
          </a:bodyPr>
          <a:lstStyle/>
          <a:p>
            <a:r>
              <a:rPr lang="en-IN" sz="1100" dirty="0">
                <a:solidFill>
                  <a:schemeClr val="tx2">
                    <a:lumMod val="40000"/>
                    <a:lumOff val="60000"/>
                  </a:schemeClr>
                </a:solidFill>
              </a:rPr>
              <a:t>10</a:t>
            </a:r>
          </a:p>
        </p:txBody>
      </p:sp>
    </p:spTree>
    <p:extLst>
      <p:ext uri="{BB962C8B-B14F-4D97-AF65-F5344CB8AC3E}">
        <p14:creationId xmlns:p14="http://schemas.microsoft.com/office/powerpoint/2010/main" val="392096713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a:extLst>
            <a:ext uri="{FF2B5EF4-FFF2-40B4-BE49-F238E27FC236}">
              <a16:creationId xmlns:a16="http://schemas.microsoft.com/office/drawing/2014/main" id="{C2C55EC2-9D32-2051-B18B-603CB03E2976}"/>
            </a:ext>
          </a:extLst>
        </p:cNvPr>
        <p:cNvGrpSpPr/>
        <p:nvPr/>
      </p:nvGrpSpPr>
      <p:grpSpPr>
        <a:xfrm>
          <a:off x="0" y="0"/>
          <a:ext cx="0" cy="0"/>
          <a:chOff x="0" y="0"/>
          <a:chExt cx="0" cy="0"/>
        </a:xfrm>
      </p:grpSpPr>
      <p:grpSp>
        <p:nvGrpSpPr>
          <p:cNvPr id="58" name="Group 57">
            <a:extLst>
              <a:ext uri="{FF2B5EF4-FFF2-40B4-BE49-F238E27FC236}">
                <a16:creationId xmlns:a16="http://schemas.microsoft.com/office/drawing/2014/main" id="{05B3D0D9-5306-F116-B3FD-617F191C8B97}"/>
              </a:ext>
            </a:extLst>
          </p:cNvPr>
          <p:cNvGrpSpPr/>
          <p:nvPr/>
        </p:nvGrpSpPr>
        <p:grpSpPr>
          <a:xfrm>
            <a:off x="-30600" y="-7625"/>
            <a:ext cx="9176648" cy="5151125"/>
            <a:chOff x="-5969" y="-7625"/>
            <a:chExt cx="9176648" cy="5151125"/>
          </a:xfrm>
          <a:solidFill>
            <a:schemeClr val="tx2">
              <a:alpha val="40000"/>
            </a:schemeClr>
          </a:solidFill>
        </p:grpSpPr>
        <p:pic>
          <p:nvPicPr>
            <p:cNvPr id="59" name="Graphic 58">
              <a:extLst>
                <a:ext uri="{FF2B5EF4-FFF2-40B4-BE49-F238E27FC236}">
                  <a16:creationId xmlns:a16="http://schemas.microsoft.com/office/drawing/2014/main" id="{188288EB-3400-1AA7-AFDF-26044ACDA0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0840" t="31947"/>
            <a:stretch>
              <a:fillRect/>
            </a:stretch>
          </p:blipFill>
          <p:spPr>
            <a:xfrm>
              <a:off x="-5969" y="0"/>
              <a:ext cx="3969101" cy="1981315"/>
            </a:xfrm>
            <a:prstGeom prst="rect">
              <a:avLst/>
            </a:prstGeom>
          </p:spPr>
        </p:pic>
        <p:pic>
          <p:nvPicPr>
            <p:cNvPr id="60" name="Graphic 59">
              <a:extLst>
                <a:ext uri="{FF2B5EF4-FFF2-40B4-BE49-F238E27FC236}">
                  <a16:creationId xmlns:a16="http://schemas.microsoft.com/office/drawing/2014/main" id="{6AB1A8C2-CD2B-BEA0-DA38-644DA955393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5004" r="4037" b="4614"/>
            <a:stretch>
              <a:fillRect/>
            </a:stretch>
          </p:blipFill>
          <p:spPr>
            <a:xfrm>
              <a:off x="3006487" y="-7625"/>
              <a:ext cx="6164192" cy="5151125"/>
            </a:xfrm>
            <a:prstGeom prst="rect">
              <a:avLst/>
            </a:prstGeom>
          </p:spPr>
        </p:pic>
      </p:grpSp>
      <p:grpSp>
        <p:nvGrpSpPr>
          <p:cNvPr id="19" name="Graphic 20">
            <a:extLst>
              <a:ext uri="{FF2B5EF4-FFF2-40B4-BE49-F238E27FC236}">
                <a16:creationId xmlns:a16="http://schemas.microsoft.com/office/drawing/2014/main" id="{65220100-0DB2-1FDF-983D-382CF7B152DE}"/>
              </a:ext>
            </a:extLst>
          </p:cNvPr>
          <p:cNvGrpSpPr/>
          <p:nvPr/>
        </p:nvGrpSpPr>
        <p:grpSpPr>
          <a:xfrm>
            <a:off x="128371" y="3714750"/>
            <a:ext cx="633629" cy="1295187"/>
            <a:chOff x="1371408" y="1248894"/>
            <a:chExt cx="1889342" cy="3532443"/>
          </a:xfrm>
        </p:grpSpPr>
        <p:sp>
          <p:nvSpPr>
            <p:cNvPr id="20" name="Freeform: Shape 19">
              <a:extLst>
                <a:ext uri="{FF2B5EF4-FFF2-40B4-BE49-F238E27FC236}">
                  <a16:creationId xmlns:a16="http://schemas.microsoft.com/office/drawing/2014/main" id="{8ABF9968-5007-5B54-F7AB-D5420E69AB55}"/>
                </a:ext>
              </a:extLst>
            </p:cNvPr>
            <p:cNvSpPr/>
            <p:nvPr/>
          </p:nvSpPr>
          <p:spPr>
            <a:xfrm>
              <a:off x="2729240" y="4362087"/>
              <a:ext cx="281348" cy="256874"/>
            </a:xfrm>
            <a:custGeom>
              <a:avLst/>
              <a:gdLst>
                <a:gd name="connsiteX0" fmla="*/ 11280 w 281348"/>
                <a:gd name="connsiteY0" fmla="*/ 89839 h 256874"/>
                <a:gd name="connsiteX1" fmla="*/ 0 w 281348"/>
                <a:gd name="connsiteY1" fmla="*/ 256874 h 256874"/>
                <a:gd name="connsiteX2" fmla="*/ 281349 w 281348"/>
                <a:gd name="connsiteY2" fmla="*/ 216280 h 256874"/>
                <a:gd name="connsiteX3" fmla="*/ 221629 w 281348"/>
                <a:gd name="connsiteY3" fmla="*/ 177017 h 256874"/>
                <a:gd name="connsiteX4" fmla="*/ 208357 w 281348"/>
                <a:gd name="connsiteY4" fmla="*/ 150398 h 256874"/>
                <a:gd name="connsiteX5" fmla="*/ 216984 w 281348"/>
                <a:gd name="connsiteY5" fmla="*/ 0 h 256874"/>
                <a:gd name="connsiteX6" fmla="*/ 11280 w 281348"/>
                <a:gd name="connsiteY6" fmla="*/ 89839 h 256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348" h="256874">
                  <a:moveTo>
                    <a:pt x="11280" y="89839"/>
                  </a:moveTo>
                  <a:lnTo>
                    <a:pt x="0" y="256874"/>
                  </a:lnTo>
                  <a:lnTo>
                    <a:pt x="281349" y="216280"/>
                  </a:lnTo>
                  <a:lnTo>
                    <a:pt x="221629" y="177017"/>
                  </a:lnTo>
                  <a:cubicBezTo>
                    <a:pt x="213002" y="171028"/>
                    <a:pt x="207694" y="161046"/>
                    <a:pt x="208357" y="150398"/>
                  </a:cubicBezTo>
                  <a:lnTo>
                    <a:pt x="216984" y="0"/>
                  </a:lnTo>
                  <a:lnTo>
                    <a:pt x="11280" y="89839"/>
                  </a:lnTo>
                  <a:close/>
                </a:path>
              </a:pathLst>
            </a:custGeom>
            <a:solidFill>
              <a:schemeClr val="bg1"/>
            </a:solidFill>
            <a:ln w="6617" cap="rnd">
              <a:solidFill>
                <a:schemeClr val="tx2"/>
              </a:solidFill>
              <a:prstDash val="solid"/>
              <a:round/>
            </a:ln>
          </p:spPr>
          <p:txBody>
            <a:bodyPr rtlCol="0" anchor="ctr"/>
            <a:lstStyle/>
            <a:p>
              <a:endParaRPr lang="pt-BR"/>
            </a:p>
          </p:txBody>
        </p:sp>
        <p:sp>
          <p:nvSpPr>
            <p:cNvPr id="22" name="Freeform: Shape 21">
              <a:extLst>
                <a:ext uri="{FF2B5EF4-FFF2-40B4-BE49-F238E27FC236}">
                  <a16:creationId xmlns:a16="http://schemas.microsoft.com/office/drawing/2014/main" id="{AD4AAED7-F3AF-F6ED-2E29-E05E60498B6B}"/>
                </a:ext>
              </a:extLst>
            </p:cNvPr>
            <p:cNvSpPr/>
            <p:nvPr/>
          </p:nvSpPr>
          <p:spPr>
            <a:xfrm>
              <a:off x="2309208" y="2995197"/>
              <a:ext cx="718090" cy="1494724"/>
            </a:xfrm>
            <a:custGeom>
              <a:avLst/>
              <a:gdLst>
                <a:gd name="connsiteX0" fmla="*/ 238881 w 718090"/>
                <a:gd name="connsiteY0" fmla="*/ 0 h 1494724"/>
                <a:gd name="connsiteX1" fmla="*/ 685456 w 718090"/>
                <a:gd name="connsiteY1" fmla="*/ 682779 h 1494724"/>
                <a:gd name="connsiteX2" fmla="*/ 717307 w 718090"/>
                <a:gd name="connsiteY2" fmla="*/ 809886 h 1494724"/>
                <a:gd name="connsiteX3" fmla="*/ 656259 w 718090"/>
                <a:gd name="connsiteY3" fmla="*/ 1484679 h 1494724"/>
                <a:gd name="connsiteX4" fmla="*/ 644315 w 718090"/>
                <a:gd name="connsiteY4" fmla="*/ 1494662 h 1494724"/>
                <a:gd name="connsiteX5" fmla="*/ 391500 w 718090"/>
                <a:gd name="connsiteY5" fmla="*/ 1481352 h 1494724"/>
                <a:gd name="connsiteX6" fmla="*/ 380883 w 718090"/>
                <a:gd name="connsiteY6" fmla="*/ 1469373 h 1494724"/>
                <a:gd name="connsiteX7" fmla="*/ 432640 w 718090"/>
                <a:gd name="connsiteY7" fmla="*/ 861127 h 1494724"/>
                <a:gd name="connsiteX8" fmla="*/ 423350 w 718090"/>
                <a:gd name="connsiteY8" fmla="*/ 830515 h 1494724"/>
                <a:gd name="connsiteX9" fmla="*/ 0 w 718090"/>
                <a:gd name="connsiteY9" fmla="*/ 290814 h 1494724"/>
                <a:gd name="connsiteX10" fmla="*/ 238881 w 718090"/>
                <a:gd name="connsiteY10" fmla="*/ 0 h 1494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8090" h="1494724">
                  <a:moveTo>
                    <a:pt x="238881" y="0"/>
                  </a:moveTo>
                  <a:lnTo>
                    <a:pt x="685456" y="682779"/>
                  </a:lnTo>
                  <a:cubicBezTo>
                    <a:pt x="710008" y="720046"/>
                    <a:pt x="721288" y="765299"/>
                    <a:pt x="717307" y="809886"/>
                  </a:cubicBezTo>
                  <a:lnTo>
                    <a:pt x="656259" y="1484679"/>
                  </a:lnTo>
                  <a:cubicBezTo>
                    <a:pt x="655596" y="1490669"/>
                    <a:pt x="650287" y="1495327"/>
                    <a:pt x="644315" y="1494662"/>
                  </a:cubicBezTo>
                  <a:lnTo>
                    <a:pt x="391500" y="1481352"/>
                  </a:lnTo>
                  <a:cubicBezTo>
                    <a:pt x="384864" y="1480686"/>
                    <a:pt x="380219" y="1475363"/>
                    <a:pt x="380883" y="1469373"/>
                  </a:cubicBezTo>
                  <a:lnTo>
                    <a:pt x="432640" y="861127"/>
                  </a:lnTo>
                  <a:cubicBezTo>
                    <a:pt x="433304" y="849814"/>
                    <a:pt x="429986" y="839167"/>
                    <a:pt x="423350" y="830515"/>
                  </a:cubicBezTo>
                  <a:lnTo>
                    <a:pt x="0" y="290814"/>
                  </a:lnTo>
                  <a:lnTo>
                    <a:pt x="238881" y="0"/>
                  </a:lnTo>
                  <a:close/>
                </a:path>
              </a:pathLst>
            </a:custGeom>
            <a:solidFill>
              <a:schemeClr val="accent1"/>
            </a:solidFill>
            <a:ln w="6617" cap="flat">
              <a:noFill/>
              <a:prstDash val="solid"/>
              <a:miter/>
            </a:ln>
          </p:spPr>
          <p:txBody>
            <a:bodyPr rtlCol="0" anchor="ctr"/>
            <a:lstStyle/>
            <a:p>
              <a:endParaRPr lang="pt-BR" dirty="0"/>
            </a:p>
          </p:txBody>
        </p:sp>
        <p:sp>
          <p:nvSpPr>
            <p:cNvPr id="23" name="Freeform: Shape 22">
              <a:extLst>
                <a:ext uri="{FF2B5EF4-FFF2-40B4-BE49-F238E27FC236}">
                  <a16:creationId xmlns:a16="http://schemas.microsoft.com/office/drawing/2014/main" id="{EFED7D0D-9E75-0178-667C-1DBC80EC955C}"/>
                </a:ext>
              </a:extLst>
            </p:cNvPr>
            <p:cNvSpPr/>
            <p:nvPr/>
          </p:nvSpPr>
          <p:spPr>
            <a:xfrm>
              <a:off x="2662885" y="4523158"/>
              <a:ext cx="597866" cy="256848"/>
            </a:xfrm>
            <a:custGeom>
              <a:avLst/>
              <a:gdLst>
                <a:gd name="connsiteX0" fmla="*/ 23888 w 597866"/>
                <a:gd name="connsiteY0" fmla="*/ 17942 h 256848"/>
                <a:gd name="connsiteX1" fmla="*/ 0 w 597866"/>
                <a:gd name="connsiteY1" fmla="*/ 172998 h 256848"/>
                <a:gd name="connsiteX2" fmla="*/ 0 w 597866"/>
                <a:gd name="connsiteY2" fmla="*/ 244870 h 256848"/>
                <a:gd name="connsiteX3" fmla="*/ 11944 w 597866"/>
                <a:gd name="connsiteY3" fmla="*/ 256848 h 256848"/>
                <a:gd name="connsiteX4" fmla="*/ 585922 w 597866"/>
                <a:gd name="connsiteY4" fmla="*/ 256848 h 256848"/>
                <a:gd name="connsiteX5" fmla="*/ 597866 w 597866"/>
                <a:gd name="connsiteY5" fmla="*/ 244870 h 256848"/>
                <a:gd name="connsiteX6" fmla="*/ 597866 w 597866"/>
                <a:gd name="connsiteY6" fmla="*/ 182981 h 256848"/>
                <a:gd name="connsiteX7" fmla="*/ 543454 w 597866"/>
                <a:gd name="connsiteY7" fmla="*/ 100461 h 256848"/>
                <a:gd name="connsiteX8" fmla="*/ 311873 w 597866"/>
                <a:gd name="connsiteY8" fmla="*/ 1305 h 256848"/>
                <a:gd name="connsiteX9" fmla="*/ 292629 w 597866"/>
                <a:gd name="connsiteY9" fmla="*/ 7960 h 256848"/>
                <a:gd name="connsiteX10" fmla="*/ 292629 w 597866"/>
                <a:gd name="connsiteY10" fmla="*/ 7960 h 256848"/>
                <a:gd name="connsiteX11" fmla="*/ 297938 w 597866"/>
                <a:gd name="connsiteY11" fmla="*/ 27924 h 256848"/>
                <a:gd name="connsiteX12" fmla="*/ 313200 w 597866"/>
                <a:gd name="connsiteY12" fmla="*/ 37241 h 256848"/>
                <a:gd name="connsiteX13" fmla="*/ 308555 w 597866"/>
                <a:gd name="connsiteY13" fmla="*/ 52547 h 256848"/>
                <a:gd name="connsiteX14" fmla="*/ 95552 w 597866"/>
                <a:gd name="connsiteY14" fmla="*/ 52547 h 256848"/>
                <a:gd name="connsiteX15" fmla="*/ 56402 w 597866"/>
                <a:gd name="connsiteY15" fmla="*/ 25262 h 256848"/>
                <a:gd name="connsiteX16" fmla="*/ 52421 w 597866"/>
                <a:gd name="connsiteY16" fmla="*/ 13949 h 256848"/>
                <a:gd name="connsiteX17" fmla="*/ 37823 w 597866"/>
                <a:gd name="connsiteY17" fmla="*/ 3967 h 256848"/>
                <a:gd name="connsiteX18" fmla="*/ 37823 w 597866"/>
                <a:gd name="connsiteY18" fmla="*/ 3967 h 256848"/>
                <a:gd name="connsiteX19" fmla="*/ 23888 w 597866"/>
                <a:gd name="connsiteY19" fmla="*/ 17942 h 256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7866" h="256848">
                  <a:moveTo>
                    <a:pt x="23888" y="17942"/>
                  </a:moveTo>
                  <a:lnTo>
                    <a:pt x="0" y="172998"/>
                  </a:lnTo>
                  <a:lnTo>
                    <a:pt x="0" y="244870"/>
                  </a:lnTo>
                  <a:cubicBezTo>
                    <a:pt x="0" y="251525"/>
                    <a:pt x="5308" y="256848"/>
                    <a:pt x="11944" y="256848"/>
                  </a:cubicBezTo>
                  <a:lnTo>
                    <a:pt x="585922" y="256848"/>
                  </a:lnTo>
                  <a:cubicBezTo>
                    <a:pt x="592558" y="256848"/>
                    <a:pt x="597866" y="251525"/>
                    <a:pt x="597866" y="244870"/>
                  </a:cubicBezTo>
                  <a:lnTo>
                    <a:pt x="597866" y="182981"/>
                  </a:lnTo>
                  <a:cubicBezTo>
                    <a:pt x="597866" y="147045"/>
                    <a:pt x="576632" y="114436"/>
                    <a:pt x="543454" y="100461"/>
                  </a:cubicBezTo>
                  <a:lnTo>
                    <a:pt x="311873" y="1305"/>
                  </a:lnTo>
                  <a:cubicBezTo>
                    <a:pt x="304573" y="-2022"/>
                    <a:pt x="296611" y="1305"/>
                    <a:pt x="292629" y="7960"/>
                  </a:cubicBezTo>
                  <a:lnTo>
                    <a:pt x="292629" y="7960"/>
                  </a:lnTo>
                  <a:cubicBezTo>
                    <a:pt x="288648" y="15280"/>
                    <a:pt x="291302" y="23932"/>
                    <a:pt x="297938" y="27924"/>
                  </a:cubicBezTo>
                  <a:lnTo>
                    <a:pt x="313200" y="37241"/>
                  </a:lnTo>
                  <a:cubicBezTo>
                    <a:pt x="320499" y="41899"/>
                    <a:pt x="317181" y="52547"/>
                    <a:pt x="308555" y="52547"/>
                  </a:cubicBezTo>
                  <a:lnTo>
                    <a:pt x="95552" y="52547"/>
                  </a:lnTo>
                  <a:cubicBezTo>
                    <a:pt x="78300" y="52547"/>
                    <a:pt x="62374" y="41899"/>
                    <a:pt x="56402" y="25262"/>
                  </a:cubicBezTo>
                  <a:lnTo>
                    <a:pt x="52421" y="13949"/>
                  </a:lnTo>
                  <a:cubicBezTo>
                    <a:pt x="50430" y="7960"/>
                    <a:pt x="44458" y="3967"/>
                    <a:pt x="37823" y="3967"/>
                  </a:cubicBezTo>
                  <a:lnTo>
                    <a:pt x="37823" y="3967"/>
                  </a:lnTo>
                  <a:cubicBezTo>
                    <a:pt x="30524" y="5964"/>
                    <a:pt x="24552" y="11288"/>
                    <a:pt x="23888" y="17942"/>
                  </a:cubicBezTo>
                  <a:close/>
                </a:path>
              </a:pathLst>
            </a:custGeom>
            <a:solidFill>
              <a:schemeClr val="accent1">
                <a:lumMod val="50000"/>
              </a:schemeClr>
            </a:solidFill>
            <a:ln w="6617" cap="flat">
              <a:noFill/>
              <a:prstDash val="solid"/>
              <a:miter/>
            </a:ln>
          </p:spPr>
          <p:txBody>
            <a:bodyPr rtlCol="0" anchor="ctr"/>
            <a:lstStyle/>
            <a:p>
              <a:endParaRPr lang="pt-BR" dirty="0"/>
            </a:p>
          </p:txBody>
        </p:sp>
        <p:sp>
          <p:nvSpPr>
            <p:cNvPr id="24" name="Freeform: Shape 23">
              <a:extLst>
                <a:ext uri="{FF2B5EF4-FFF2-40B4-BE49-F238E27FC236}">
                  <a16:creationId xmlns:a16="http://schemas.microsoft.com/office/drawing/2014/main" id="{75980720-9F2E-7463-7C46-B9B573547DC3}"/>
                </a:ext>
              </a:extLst>
            </p:cNvPr>
            <p:cNvSpPr/>
            <p:nvPr/>
          </p:nvSpPr>
          <p:spPr>
            <a:xfrm>
              <a:off x="2662885" y="4732758"/>
              <a:ext cx="597202" cy="47248"/>
            </a:xfrm>
            <a:custGeom>
              <a:avLst/>
              <a:gdLst>
                <a:gd name="connsiteX0" fmla="*/ 597203 w 597202"/>
                <a:gd name="connsiteY0" fmla="*/ 0 h 47248"/>
                <a:gd name="connsiteX1" fmla="*/ 0 w 597202"/>
                <a:gd name="connsiteY1" fmla="*/ 0 h 47248"/>
                <a:gd name="connsiteX2" fmla="*/ 0 w 597202"/>
                <a:gd name="connsiteY2" fmla="*/ 31943 h 47248"/>
                <a:gd name="connsiteX3" fmla="*/ 15262 w 597202"/>
                <a:gd name="connsiteY3" fmla="*/ 47249 h 47248"/>
                <a:gd name="connsiteX4" fmla="*/ 581277 w 597202"/>
                <a:gd name="connsiteY4" fmla="*/ 47249 h 47248"/>
                <a:gd name="connsiteX5" fmla="*/ 596539 w 597202"/>
                <a:gd name="connsiteY5" fmla="*/ 31943 h 47248"/>
                <a:gd name="connsiteX6" fmla="*/ 596539 w 597202"/>
                <a:gd name="connsiteY6" fmla="*/ 0 h 4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7202" h="47248">
                  <a:moveTo>
                    <a:pt x="597203" y="0"/>
                  </a:moveTo>
                  <a:cubicBezTo>
                    <a:pt x="586586" y="3993"/>
                    <a:pt x="0" y="0"/>
                    <a:pt x="0" y="0"/>
                  </a:cubicBezTo>
                  <a:lnTo>
                    <a:pt x="0" y="31943"/>
                  </a:lnTo>
                  <a:cubicBezTo>
                    <a:pt x="0" y="40594"/>
                    <a:pt x="6636" y="47249"/>
                    <a:pt x="15262" y="47249"/>
                  </a:cubicBezTo>
                  <a:lnTo>
                    <a:pt x="581277" y="47249"/>
                  </a:lnTo>
                  <a:cubicBezTo>
                    <a:pt x="589904" y="47249"/>
                    <a:pt x="596539" y="40594"/>
                    <a:pt x="596539" y="31943"/>
                  </a:cubicBezTo>
                  <a:lnTo>
                    <a:pt x="596539" y="0"/>
                  </a:lnTo>
                  <a:close/>
                </a:path>
              </a:pathLst>
            </a:custGeom>
            <a:solidFill>
              <a:schemeClr val="bg1"/>
            </a:solidFill>
            <a:ln w="6617" cap="rnd">
              <a:solidFill>
                <a:schemeClr val="tx2"/>
              </a:solidFill>
              <a:prstDash val="solid"/>
              <a:round/>
            </a:ln>
          </p:spPr>
          <p:txBody>
            <a:bodyPr rtlCol="0" anchor="ctr"/>
            <a:lstStyle/>
            <a:p>
              <a:endParaRPr lang="pt-BR"/>
            </a:p>
          </p:txBody>
        </p:sp>
        <p:sp>
          <p:nvSpPr>
            <p:cNvPr id="25" name="Freeform: Shape 24">
              <a:extLst>
                <a:ext uri="{FF2B5EF4-FFF2-40B4-BE49-F238E27FC236}">
                  <a16:creationId xmlns:a16="http://schemas.microsoft.com/office/drawing/2014/main" id="{CCC84C3E-7632-CDAB-61C7-13C0A3F30996}"/>
                </a:ext>
              </a:extLst>
            </p:cNvPr>
            <p:cNvSpPr/>
            <p:nvPr/>
          </p:nvSpPr>
          <p:spPr>
            <a:xfrm>
              <a:off x="1933651" y="2995197"/>
              <a:ext cx="599877" cy="1440781"/>
            </a:xfrm>
            <a:custGeom>
              <a:avLst/>
              <a:gdLst>
                <a:gd name="connsiteX0" fmla="*/ 7282 w 599877"/>
                <a:gd name="connsiteY0" fmla="*/ 1207175 h 1440781"/>
                <a:gd name="connsiteX1" fmla="*/ 38469 w 599877"/>
                <a:gd name="connsiteY1" fmla="*/ 1348922 h 1440781"/>
                <a:gd name="connsiteX2" fmla="*/ 167863 w 599877"/>
                <a:gd name="connsiteY2" fmla="*/ 1436100 h 1440781"/>
                <a:gd name="connsiteX3" fmla="*/ 171844 w 599877"/>
                <a:gd name="connsiteY3" fmla="*/ 1432772 h 1440781"/>
                <a:gd name="connsiteX4" fmla="*/ 548082 w 599877"/>
                <a:gd name="connsiteY4" fmla="*/ 986903 h 1440781"/>
                <a:gd name="connsiteX5" fmla="*/ 599176 w 599877"/>
                <a:gd name="connsiteY5" fmla="*/ 827853 h 1440781"/>
                <a:gd name="connsiteX6" fmla="*/ 537465 w 599877"/>
                <a:gd name="connsiteY6" fmla="*/ 0 h 1440781"/>
                <a:gd name="connsiteX7" fmla="*/ 114778 w 599877"/>
                <a:gd name="connsiteY7" fmla="*/ 166369 h 1440781"/>
                <a:gd name="connsiteX8" fmla="*/ 153928 w 599877"/>
                <a:gd name="connsiteY8" fmla="*/ 399952 h 1440781"/>
                <a:gd name="connsiteX9" fmla="*/ 300575 w 599877"/>
                <a:gd name="connsiteY9" fmla="*/ 788590 h 1440781"/>
                <a:gd name="connsiteX10" fmla="*/ 291285 w 599877"/>
                <a:gd name="connsiteY10" fmla="*/ 842494 h 1440781"/>
                <a:gd name="connsiteX11" fmla="*/ 7282 w 599877"/>
                <a:gd name="connsiteY11" fmla="*/ 1207175 h 14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9877" h="1440781">
                  <a:moveTo>
                    <a:pt x="7282" y="1207175"/>
                  </a:moveTo>
                  <a:cubicBezTo>
                    <a:pt x="-9971" y="1234460"/>
                    <a:pt x="4628" y="1293687"/>
                    <a:pt x="38469" y="1348922"/>
                  </a:cubicBezTo>
                  <a:cubicBezTo>
                    <a:pt x="79610" y="1416135"/>
                    <a:pt x="137339" y="1454733"/>
                    <a:pt x="167863" y="1436100"/>
                  </a:cubicBezTo>
                  <a:cubicBezTo>
                    <a:pt x="169190" y="1435434"/>
                    <a:pt x="171181" y="1433438"/>
                    <a:pt x="171844" y="1432772"/>
                  </a:cubicBezTo>
                  <a:cubicBezTo>
                    <a:pt x="180471" y="1424121"/>
                    <a:pt x="431959" y="1125322"/>
                    <a:pt x="548082" y="986903"/>
                  </a:cubicBezTo>
                  <a:cubicBezTo>
                    <a:pt x="585241" y="942981"/>
                    <a:pt x="603821" y="885750"/>
                    <a:pt x="599176" y="827853"/>
                  </a:cubicBezTo>
                  <a:lnTo>
                    <a:pt x="537465" y="0"/>
                  </a:lnTo>
                  <a:lnTo>
                    <a:pt x="114778" y="166369"/>
                  </a:lnTo>
                  <a:cubicBezTo>
                    <a:pt x="112124" y="197647"/>
                    <a:pt x="98189" y="264194"/>
                    <a:pt x="153928" y="399952"/>
                  </a:cubicBezTo>
                  <a:cubicBezTo>
                    <a:pt x="198387" y="509090"/>
                    <a:pt x="273369" y="712726"/>
                    <a:pt x="300575" y="788590"/>
                  </a:cubicBezTo>
                  <a:cubicBezTo>
                    <a:pt x="307210" y="806558"/>
                    <a:pt x="303893" y="827188"/>
                    <a:pt x="291285" y="842494"/>
                  </a:cubicBezTo>
                  <a:cubicBezTo>
                    <a:pt x="232228" y="913035"/>
                    <a:pt x="61694" y="1121329"/>
                    <a:pt x="7282" y="1207175"/>
                  </a:cubicBezTo>
                  <a:close/>
                </a:path>
              </a:pathLst>
            </a:custGeom>
            <a:solidFill>
              <a:schemeClr val="accent1"/>
            </a:solidFill>
            <a:ln w="6617" cap="flat">
              <a:noFill/>
              <a:prstDash val="solid"/>
              <a:miter/>
            </a:ln>
          </p:spPr>
          <p:txBody>
            <a:bodyPr rtlCol="0" anchor="ctr"/>
            <a:lstStyle/>
            <a:p>
              <a:endParaRPr lang="pt-BR"/>
            </a:p>
          </p:txBody>
        </p:sp>
        <p:sp>
          <p:nvSpPr>
            <p:cNvPr id="26" name="Freeform: Shape 25">
              <a:extLst>
                <a:ext uri="{FF2B5EF4-FFF2-40B4-BE49-F238E27FC236}">
                  <a16:creationId xmlns:a16="http://schemas.microsoft.com/office/drawing/2014/main" id="{D1C8D6B5-8284-9E89-BBD3-FE3C63B6A1F1}"/>
                </a:ext>
              </a:extLst>
            </p:cNvPr>
            <p:cNvSpPr/>
            <p:nvPr/>
          </p:nvSpPr>
          <p:spPr>
            <a:xfrm rot="-1891315">
              <a:off x="1980788" y="4192937"/>
              <a:ext cx="100856" cy="231575"/>
            </a:xfrm>
            <a:custGeom>
              <a:avLst/>
              <a:gdLst>
                <a:gd name="connsiteX0" fmla="*/ 100856 w 100856"/>
                <a:gd name="connsiteY0" fmla="*/ 115787 h 231575"/>
                <a:gd name="connsiteX1" fmla="*/ 50428 w 100856"/>
                <a:gd name="connsiteY1" fmla="*/ 231575 h 231575"/>
                <a:gd name="connsiteX2" fmla="*/ 0 w 100856"/>
                <a:gd name="connsiteY2" fmla="*/ 115787 h 231575"/>
                <a:gd name="connsiteX3" fmla="*/ 50428 w 100856"/>
                <a:gd name="connsiteY3" fmla="*/ 0 h 231575"/>
                <a:gd name="connsiteX4" fmla="*/ 100856 w 100856"/>
                <a:gd name="connsiteY4" fmla="*/ 115787 h 231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56" h="231575">
                  <a:moveTo>
                    <a:pt x="100856" y="115787"/>
                  </a:moveTo>
                  <a:cubicBezTo>
                    <a:pt x="100856" y="179735"/>
                    <a:pt x="78279" y="231575"/>
                    <a:pt x="50428" y="231575"/>
                  </a:cubicBezTo>
                  <a:cubicBezTo>
                    <a:pt x="22577" y="231575"/>
                    <a:pt x="0" y="179735"/>
                    <a:pt x="0" y="115787"/>
                  </a:cubicBezTo>
                  <a:cubicBezTo>
                    <a:pt x="0" y="51840"/>
                    <a:pt x="22577" y="0"/>
                    <a:pt x="50428" y="0"/>
                  </a:cubicBezTo>
                  <a:cubicBezTo>
                    <a:pt x="78279" y="0"/>
                    <a:pt x="100856" y="51840"/>
                    <a:pt x="100856" y="115787"/>
                  </a:cubicBezTo>
                  <a:close/>
                </a:path>
              </a:pathLst>
            </a:custGeom>
            <a:solidFill>
              <a:schemeClr val="tx2"/>
            </a:solidFill>
            <a:ln w="6617" cap="flat">
              <a:noFill/>
              <a:prstDash val="solid"/>
              <a:miter/>
            </a:ln>
          </p:spPr>
          <p:txBody>
            <a:bodyPr rtlCol="0" anchor="ctr"/>
            <a:lstStyle/>
            <a:p>
              <a:endParaRPr lang="pt-BR"/>
            </a:p>
          </p:txBody>
        </p:sp>
        <p:sp>
          <p:nvSpPr>
            <p:cNvPr id="27" name="Freeform: Shape 26">
              <a:extLst>
                <a:ext uri="{FF2B5EF4-FFF2-40B4-BE49-F238E27FC236}">
                  <a16:creationId xmlns:a16="http://schemas.microsoft.com/office/drawing/2014/main" id="{B51D8B15-36E3-2A4C-02AD-195828BC47FC}"/>
                </a:ext>
              </a:extLst>
            </p:cNvPr>
            <p:cNvSpPr/>
            <p:nvPr/>
          </p:nvSpPr>
          <p:spPr>
            <a:xfrm>
              <a:off x="1975438" y="4201707"/>
              <a:ext cx="157263" cy="234913"/>
            </a:xfrm>
            <a:custGeom>
              <a:avLst/>
              <a:gdLst>
                <a:gd name="connsiteX0" fmla="*/ 0 w 157263"/>
                <a:gd name="connsiteY0" fmla="*/ 49911 h 234913"/>
                <a:gd name="connsiteX1" fmla="*/ 39150 w 157263"/>
                <a:gd name="connsiteY1" fmla="*/ 0 h 234913"/>
                <a:gd name="connsiteX2" fmla="*/ 157263 w 157263"/>
                <a:gd name="connsiteY2" fmla="*/ 78526 h 234913"/>
                <a:gd name="connsiteX3" fmla="*/ 152618 w 157263"/>
                <a:gd name="connsiteY3" fmla="*/ 165704 h 234913"/>
                <a:gd name="connsiteX4" fmla="*/ 55739 w 157263"/>
                <a:gd name="connsiteY4" fmla="*/ 234913 h 234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263" h="234913">
                  <a:moveTo>
                    <a:pt x="0" y="49911"/>
                  </a:moveTo>
                  <a:lnTo>
                    <a:pt x="39150" y="0"/>
                  </a:lnTo>
                  <a:lnTo>
                    <a:pt x="157263" y="78526"/>
                  </a:lnTo>
                  <a:lnTo>
                    <a:pt x="152618" y="165704"/>
                  </a:lnTo>
                  <a:lnTo>
                    <a:pt x="55739" y="234913"/>
                  </a:lnTo>
                  <a:close/>
                </a:path>
              </a:pathLst>
            </a:custGeom>
            <a:solidFill>
              <a:schemeClr val="bg1"/>
            </a:solidFill>
            <a:ln w="6617" cap="rnd">
              <a:solidFill>
                <a:schemeClr val="tx2"/>
              </a:solidFill>
              <a:prstDash val="solid"/>
              <a:round/>
            </a:ln>
          </p:spPr>
          <p:txBody>
            <a:bodyPr rtlCol="0" anchor="ctr"/>
            <a:lstStyle/>
            <a:p>
              <a:endParaRPr lang="pt-BR"/>
            </a:p>
          </p:txBody>
        </p:sp>
        <p:sp>
          <p:nvSpPr>
            <p:cNvPr id="28" name="Freeform: Shape 27">
              <a:extLst>
                <a:ext uri="{FF2B5EF4-FFF2-40B4-BE49-F238E27FC236}">
                  <a16:creationId xmlns:a16="http://schemas.microsoft.com/office/drawing/2014/main" id="{C08533E2-5362-4C13-92A0-A6CAC03F9AEE}"/>
                </a:ext>
              </a:extLst>
            </p:cNvPr>
            <p:cNvSpPr/>
            <p:nvPr/>
          </p:nvSpPr>
          <p:spPr>
            <a:xfrm>
              <a:off x="1801456" y="2201949"/>
              <a:ext cx="107626" cy="446535"/>
            </a:xfrm>
            <a:custGeom>
              <a:avLst/>
              <a:gdLst>
                <a:gd name="connsiteX0" fmla="*/ 53214 w 107626"/>
                <a:gd name="connsiteY0" fmla="*/ 0 h 446535"/>
                <a:gd name="connsiteX1" fmla="*/ 130 w 107626"/>
                <a:gd name="connsiteY1" fmla="*/ 112466 h 446535"/>
                <a:gd name="connsiteX2" fmla="*/ 8092 w 107626"/>
                <a:gd name="connsiteY2" fmla="*/ 446535 h 446535"/>
                <a:gd name="connsiteX3" fmla="*/ 107626 w 107626"/>
                <a:gd name="connsiteY3" fmla="*/ 360689 h 446535"/>
                <a:gd name="connsiteX4" fmla="*/ 53214 w 107626"/>
                <a:gd name="connsiteY4" fmla="*/ 0 h 446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626" h="446535">
                  <a:moveTo>
                    <a:pt x="53214" y="0"/>
                  </a:moveTo>
                  <a:cubicBezTo>
                    <a:pt x="53214" y="0"/>
                    <a:pt x="1457" y="13975"/>
                    <a:pt x="130" y="112466"/>
                  </a:cubicBezTo>
                  <a:cubicBezTo>
                    <a:pt x="-1197" y="210956"/>
                    <a:pt x="8092" y="446535"/>
                    <a:pt x="8092" y="446535"/>
                  </a:cubicBezTo>
                  <a:lnTo>
                    <a:pt x="107626" y="360689"/>
                  </a:lnTo>
                  <a:lnTo>
                    <a:pt x="53214" y="0"/>
                  </a:ln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29" name="Freeform: Shape 28">
              <a:extLst>
                <a:ext uri="{FF2B5EF4-FFF2-40B4-BE49-F238E27FC236}">
                  <a16:creationId xmlns:a16="http://schemas.microsoft.com/office/drawing/2014/main" id="{5212F0CB-4147-4801-3B87-4B945267E238}"/>
                </a:ext>
              </a:extLst>
            </p:cNvPr>
            <p:cNvSpPr/>
            <p:nvPr/>
          </p:nvSpPr>
          <p:spPr>
            <a:xfrm>
              <a:off x="2048429" y="1676222"/>
              <a:ext cx="303909" cy="313643"/>
            </a:xfrm>
            <a:custGeom>
              <a:avLst/>
              <a:gdLst>
                <a:gd name="connsiteX0" fmla="*/ 303910 w 303909"/>
                <a:gd name="connsiteY0" fmla="*/ 51242 h 313643"/>
                <a:gd name="connsiteX1" fmla="*/ 303910 w 303909"/>
                <a:gd name="connsiteY1" fmla="*/ 230255 h 313643"/>
                <a:gd name="connsiteX2" fmla="*/ 214993 w 303909"/>
                <a:gd name="connsiteY2" fmla="*/ 313440 h 313643"/>
                <a:gd name="connsiteX3" fmla="*/ 163899 w 303909"/>
                <a:gd name="connsiteY3" fmla="*/ 310112 h 313643"/>
                <a:gd name="connsiteX4" fmla="*/ 0 w 303909"/>
                <a:gd name="connsiteY4" fmla="*/ 281497 h 313643"/>
                <a:gd name="connsiteX5" fmla="*/ 118113 w 303909"/>
                <a:gd name="connsiteY5" fmla="*/ 0 h 313643"/>
                <a:gd name="connsiteX6" fmla="*/ 303910 w 303909"/>
                <a:gd name="connsiteY6" fmla="*/ 51242 h 313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909" h="313643">
                  <a:moveTo>
                    <a:pt x="303910" y="51242"/>
                  </a:moveTo>
                  <a:lnTo>
                    <a:pt x="303910" y="230255"/>
                  </a:lnTo>
                  <a:cubicBezTo>
                    <a:pt x="303910" y="278835"/>
                    <a:pt x="262769" y="316767"/>
                    <a:pt x="214993" y="313440"/>
                  </a:cubicBezTo>
                  <a:lnTo>
                    <a:pt x="163899" y="310112"/>
                  </a:lnTo>
                  <a:lnTo>
                    <a:pt x="0" y="281497"/>
                  </a:lnTo>
                  <a:lnTo>
                    <a:pt x="118113" y="0"/>
                  </a:lnTo>
                  <a:lnTo>
                    <a:pt x="303910" y="51242"/>
                  </a:lnTo>
                  <a:close/>
                </a:path>
              </a:pathLst>
            </a:custGeom>
            <a:solidFill>
              <a:srgbClr val="FFFFFF"/>
            </a:solidFill>
            <a:ln w="6617" cap="flat">
              <a:noFill/>
              <a:prstDash val="solid"/>
              <a:miter/>
            </a:ln>
          </p:spPr>
          <p:txBody>
            <a:bodyPr rtlCol="0" anchor="ctr"/>
            <a:lstStyle/>
            <a:p>
              <a:endParaRPr lang="pt-BR"/>
            </a:p>
          </p:txBody>
        </p:sp>
        <p:sp>
          <p:nvSpPr>
            <p:cNvPr id="30" name="Freeform: Shape 29">
              <a:extLst>
                <a:ext uri="{FF2B5EF4-FFF2-40B4-BE49-F238E27FC236}">
                  <a16:creationId xmlns:a16="http://schemas.microsoft.com/office/drawing/2014/main" id="{77847707-5125-32B8-E1F1-E32B4C6D63D9}"/>
                </a:ext>
              </a:extLst>
            </p:cNvPr>
            <p:cNvSpPr/>
            <p:nvPr/>
          </p:nvSpPr>
          <p:spPr>
            <a:xfrm>
              <a:off x="2165879" y="1676222"/>
              <a:ext cx="185796" cy="313643"/>
            </a:xfrm>
            <a:custGeom>
              <a:avLst/>
              <a:gdLst>
                <a:gd name="connsiteX0" fmla="*/ 0 w 185796"/>
                <a:gd name="connsiteY0" fmla="*/ 0 h 313643"/>
                <a:gd name="connsiteX1" fmla="*/ 185796 w 185796"/>
                <a:gd name="connsiteY1" fmla="*/ 51242 h 313643"/>
                <a:gd name="connsiteX2" fmla="*/ 185796 w 185796"/>
                <a:gd name="connsiteY2" fmla="*/ 230255 h 313643"/>
                <a:gd name="connsiteX3" fmla="*/ 96880 w 185796"/>
                <a:gd name="connsiteY3" fmla="*/ 313440 h 313643"/>
                <a:gd name="connsiteX4" fmla="*/ 81618 w 185796"/>
                <a:gd name="connsiteY4" fmla="*/ 312109 h 31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796" h="313643">
                  <a:moveTo>
                    <a:pt x="0" y="0"/>
                  </a:moveTo>
                  <a:lnTo>
                    <a:pt x="185796" y="51242"/>
                  </a:lnTo>
                  <a:lnTo>
                    <a:pt x="185796" y="230255"/>
                  </a:lnTo>
                  <a:cubicBezTo>
                    <a:pt x="185796" y="278835"/>
                    <a:pt x="144656" y="316767"/>
                    <a:pt x="96880" y="313440"/>
                  </a:cubicBezTo>
                  <a:lnTo>
                    <a:pt x="81618" y="312109"/>
                  </a:lnTo>
                </a:path>
              </a:pathLst>
            </a:custGeom>
            <a:solidFill>
              <a:schemeClr val="bg1"/>
            </a:solidFill>
            <a:ln w="6617" cap="rnd">
              <a:solidFill>
                <a:schemeClr val="tx2"/>
              </a:solidFill>
              <a:prstDash val="solid"/>
              <a:round/>
            </a:ln>
          </p:spPr>
          <p:txBody>
            <a:bodyPr rtlCol="0" anchor="ctr"/>
            <a:lstStyle/>
            <a:p>
              <a:endParaRPr lang="pt-BR"/>
            </a:p>
          </p:txBody>
        </p:sp>
        <p:sp>
          <p:nvSpPr>
            <p:cNvPr id="31" name="Freeform: Shape 30">
              <a:extLst>
                <a:ext uri="{FF2B5EF4-FFF2-40B4-BE49-F238E27FC236}">
                  <a16:creationId xmlns:a16="http://schemas.microsoft.com/office/drawing/2014/main" id="{5C0398A9-5F33-266B-FE58-DE93758BE761}"/>
                </a:ext>
              </a:extLst>
            </p:cNvPr>
            <p:cNvSpPr/>
            <p:nvPr/>
          </p:nvSpPr>
          <p:spPr>
            <a:xfrm>
              <a:off x="2047102" y="1935758"/>
              <a:ext cx="201058" cy="234247"/>
            </a:xfrm>
            <a:custGeom>
              <a:avLst/>
              <a:gdLst>
                <a:gd name="connsiteX0" fmla="*/ 7299 w 201058"/>
                <a:gd name="connsiteY0" fmla="*/ 0 h 234247"/>
                <a:gd name="connsiteX1" fmla="*/ 0 w 201058"/>
                <a:gd name="connsiteY1" fmla="*/ 196316 h 234247"/>
                <a:gd name="connsiteX2" fmla="*/ 29197 w 201058"/>
                <a:gd name="connsiteY2" fmla="*/ 229590 h 234247"/>
                <a:gd name="connsiteX3" fmla="*/ 96880 w 201058"/>
                <a:gd name="connsiteY3" fmla="*/ 234248 h 234247"/>
                <a:gd name="connsiteX4" fmla="*/ 175843 w 201058"/>
                <a:gd name="connsiteY4" fmla="*/ 224266 h 234247"/>
                <a:gd name="connsiteX5" fmla="*/ 201058 w 201058"/>
                <a:gd name="connsiteY5" fmla="*/ 190326 h 234247"/>
                <a:gd name="connsiteX6" fmla="*/ 201058 w 201058"/>
                <a:gd name="connsiteY6" fmla="*/ 29946 h 234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1058" h="234247">
                  <a:moveTo>
                    <a:pt x="7299" y="0"/>
                  </a:moveTo>
                  <a:lnTo>
                    <a:pt x="0" y="196316"/>
                  </a:lnTo>
                  <a:cubicBezTo>
                    <a:pt x="664" y="212953"/>
                    <a:pt x="13271" y="226928"/>
                    <a:pt x="29197" y="229590"/>
                  </a:cubicBezTo>
                  <a:cubicBezTo>
                    <a:pt x="43795" y="232252"/>
                    <a:pt x="65692" y="234248"/>
                    <a:pt x="96880" y="234248"/>
                  </a:cubicBezTo>
                  <a:cubicBezTo>
                    <a:pt x="134039" y="234248"/>
                    <a:pt x="159918" y="229590"/>
                    <a:pt x="175843" y="224266"/>
                  </a:cubicBezTo>
                  <a:cubicBezTo>
                    <a:pt x="190441" y="219607"/>
                    <a:pt x="201058" y="205632"/>
                    <a:pt x="201058" y="190326"/>
                  </a:cubicBezTo>
                  <a:lnTo>
                    <a:pt x="201058" y="29946"/>
                  </a:lnTo>
                </a:path>
              </a:pathLst>
            </a:custGeom>
            <a:solidFill>
              <a:schemeClr val="bg1"/>
            </a:solidFill>
            <a:ln w="6617" cap="rnd">
              <a:solidFill>
                <a:schemeClr val="tx2"/>
              </a:solidFill>
              <a:prstDash val="solid"/>
              <a:round/>
            </a:ln>
          </p:spPr>
          <p:txBody>
            <a:bodyPr rtlCol="0" anchor="ctr"/>
            <a:lstStyle/>
            <a:p>
              <a:endParaRPr lang="pt-BR"/>
            </a:p>
          </p:txBody>
        </p:sp>
        <p:sp>
          <p:nvSpPr>
            <p:cNvPr id="32" name="Freeform: Shape 31">
              <a:extLst>
                <a:ext uri="{FF2B5EF4-FFF2-40B4-BE49-F238E27FC236}">
                  <a16:creationId xmlns:a16="http://schemas.microsoft.com/office/drawing/2014/main" id="{9F431141-AE1C-BC79-19D8-6A7168987E88}"/>
                </a:ext>
              </a:extLst>
            </p:cNvPr>
            <p:cNvSpPr/>
            <p:nvPr/>
          </p:nvSpPr>
          <p:spPr>
            <a:xfrm>
              <a:off x="1854670" y="2074177"/>
              <a:ext cx="751811" cy="1120104"/>
            </a:xfrm>
            <a:custGeom>
              <a:avLst/>
              <a:gdLst>
                <a:gd name="connsiteX0" fmla="*/ 191105 w 751811"/>
                <a:gd name="connsiteY0" fmla="*/ 33274 h 1120104"/>
                <a:gd name="connsiteX1" fmla="*/ 0 w 751811"/>
                <a:gd name="connsiteY1" fmla="*/ 127772 h 1120104"/>
                <a:gd name="connsiteX2" fmla="*/ 145983 w 751811"/>
                <a:gd name="connsiteY2" fmla="*/ 1094044 h 1120104"/>
                <a:gd name="connsiteX3" fmla="*/ 178497 w 751811"/>
                <a:gd name="connsiteY3" fmla="*/ 1119998 h 1120104"/>
                <a:gd name="connsiteX4" fmla="*/ 722615 w 751811"/>
                <a:gd name="connsiteY4" fmla="*/ 978251 h 1120104"/>
                <a:gd name="connsiteX5" fmla="*/ 738541 w 751811"/>
                <a:gd name="connsiteY5" fmla="*/ 951632 h 1120104"/>
                <a:gd name="connsiteX6" fmla="*/ 751812 w 751811"/>
                <a:gd name="connsiteY6" fmla="*/ 25954 h 1120104"/>
                <a:gd name="connsiteX7" fmla="*/ 408089 w 751811"/>
                <a:gd name="connsiteY7" fmla="*/ 0 h 1120104"/>
                <a:gd name="connsiteX8" fmla="*/ 191105 w 751811"/>
                <a:gd name="connsiteY8" fmla="*/ 33274 h 1120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1811" h="1120104">
                  <a:moveTo>
                    <a:pt x="191105" y="33274"/>
                  </a:moveTo>
                  <a:lnTo>
                    <a:pt x="0" y="127772"/>
                  </a:lnTo>
                  <a:lnTo>
                    <a:pt x="145983" y="1094044"/>
                  </a:lnTo>
                  <a:cubicBezTo>
                    <a:pt x="148637" y="1110016"/>
                    <a:pt x="162572" y="1121329"/>
                    <a:pt x="178497" y="1119998"/>
                  </a:cubicBezTo>
                  <a:cubicBezTo>
                    <a:pt x="264760" y="1114674"/>
                    <a:pt x="530183" y="1088721"/>
                    <a:pt x="722615" y="978251"/>
                  </a:cubicBezTo>
                  <a:cubicBezTo>
                    <a:pt x="732569" y="972928"/>
                    <a:pt x="738541" y="962280"/>
                    <a:pt x="738541" y="951632"/>
                  </a:cubicBezTo>
                  <a:cubicBezTo>
                    <a:pt x="739204" y="788590"/>
                    <a:pt x="751812" y="25954"/>
                    <a:pt x="751812" y="25954"/>
                  </a:cubicBezTo>
                  <a:lnTo>
                    <a:pt x="408089" y="0"/>
                  </a:lnTo>
                  <a:lnTo>
                    <a:pt x="191105" y="33274"/>
                  </a:ln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33" name="Freeform: Shape 32">
              <a:extLst>
                <a:ext uri="{FF2B5EF4-FFF2-40B4-BE49-F238E27FC236}">
                  <a16:creationId xmlns:a16="http://schemas.microsoft.com/office/drawing/2014/main" id="{C9A57DB9-D70B-B265-EC15-57AB035C7AC6}"/>
                </a:ext>
              </a:extLst>
            </p:cNvPr>
            <p:cNvSpPr/>
            <p:nvPr/>
          </p:nvSpPr>
          <p:spPr>
            <a:xfrm>
              <a:off x="2553397" y="2100131"/>
              <a:ext cx="459182" cy="322756"/>
            </a:xfrm>
            <a:custGeom>
              <a:avLst/>
              <a:gdLst>
                <a:gd name="connsiteX0" fmla="*/ 53085 w 459182"/>
                <a:gd name="connsiteY0" fmla="*/ 0 h 322756"/>
                <a:gd name="connsiteX1" fmla="*/ 315854 w 459182"/>
                <a:gd name="connsiteY1" fmla="*/ 68544 h 322756"/>
                <a:gd name="connsiteX2" fmla="*/ 459183 w 459182"/>
                <a:gd name="connsiteY2" fmla="*/ 322756 h 322756"/>
                <a:gd name="connsiteX3" fmla="*/ 0 w 459182"/>
                <a:gd name="connsiteY3" fmla="*/ 237575 h 322756"/>
                <a:gd name="connsiteX4" fmla="*/ 53085 w 459182"/>
                <a:gd name="connsiteY4" fmla="*/ 0 h 32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182" h="322756">
                  <a:moveTo>
                    <a:pt x="53085" y="0"/>
                  </a:moveTo>
                  <a:lnTo>
                    <a:pt x="315854" y="68544"/>
                  </a:lnTo>
                  <a:lnTo>
                    <a:pt x="459183" y="322756"/>
                  </a:lnTo>
                  <a:cubicBezTo>
                    <a:pt x="414061" y="322756"/>
                    <a:pt x="0" y="237575"/>
                    <a:pt x="0" y="237575"/>
                  </a:cubicBezTo>
                  <a:lnTo>
                    <a:pt x="53085" y="0"/>
                  </a:ln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34" name="Freeform: Shape 33">
              <a:extLst>
                <a:ext uri="{FF2B5EF4-FFF2-40B4-BE49-F238E27FC236}">
                  <a16:creationId xmlns:a16="http://schemas.microsoft.com/office/drawing/2014/main" id="{D22039C3-52C7-5377-6522-84A6E258C7AA}"/>
                </a:ext>
              </a:extLst>
            </p:cNvPr>
            <p:cNvSpPr/>
            <p:nvPr/>
          </p:nvSpPr>
          <p:spPr>
            <a:xfrm rot="-3191725">
              <a:off x="1189571" y="2155729"/>
              <a:ext cx="2145992" cy="441885"/>
            </a:xfrm>
            <a:custGeom>
              <a:avLst/>
              <a:gdLst>
                <a:gd name="connsiteX0" fmla="*/ 0 w 2145992"/>
                <a:gd name="connsiteY0" fmla="*/ 0 h 441885"/>
                <a:gd name="connsiteX1" fmla="*/ 2145993 w 2145992"/>
                <a:gd name="connsiteY1" fmla="*/ 0 h 441885"/>
                <a:gd name="connsiteX2" fmla="*/ 2145993 w 2145992"/>
                <a:gd name="connsiteY2" fmla="*/ 441886 h 441885"/>
                <a:gd name="connsiteX3" fmla="*/ 0 w 2145992"/>
                <a:gd name="connsiteY3" fmla="*/ 441886 h 441885"/>
              </a:gdLst>
              <a:ahLst/>
              <a:cxnLst>
                <a:cxn ang="0">
                  <a:pos x="connsiteX0" y="connsiteY0"/>
                </a:cxn>
                <a:cxn ang="0">
                  <a:pos x="connsiteX1" y="connsiteY1"/>
                </a:cxn>
                <a:cxn ang="0">
                  <a:pos x="connsiteX2" y="connsiteY2"/>
                </a:cxn>
                <a:cxn ang="0">
                  <a:pos x="connsiteX3" y="connsiteY3"/>
                </a:cxn>
              </a:cxnLst>
              <a:rect l="l" t="t" r="r" b="b"/>
              <a:pathLst>
                <a:path w="2145992" h="441885">
                  <a:moveTo>
                    <a:pt x="0" y="0"/>
                  </a:moveTo>
                  <a:lnTo>
                    <a:pt x="2145993" y="0"/>
                  </a:lnTo>
                  <a:lnTo>
                    <a:pt x="2145993" y="441886"/>
                  </a:lnTo>
                  <a:lnTo>
                    <a:pt x="0" y="441886"/>
                  </a:lnTo>
                  <a:close/>
                </a:path>
              </a:pathLst>
            </a:custGeom>
            <a:solidFill>
              <a:schemeClr val="accent1"/>
            </a:solidFill>
            <a:ln w="6617" cap="flat">
              <a:noFill/>
              <a:prstDash val="solid"/>
              <a:miter/>
            </a:ln>
          </p:spPr>
          <p:txBody>
            <a:bodyPr rtlCol="0" anchor="ctr"/>
            <a:lstStyle/>
            <a:p>
              <a:endParaRPr lang="pt-BR"/>
            </a:p>
          </p:txBody>
        </p:sp>
        <p:sp>
          <p:nvSpPr>
            <p:cNvPr id="35" name="Freeform: Shape 34">
              <a:extLst>
                <a:ext uri="{FF2B5EF4-FFF2-40B4-BE49-F238E27FC236}">
                  <a16:creationId xmlns:a16="http://schemas.microsoft.com/office/drawing/2014/main" id="{E1C6C41D-EFCC-9653-032B-F7989A50FA31}"/>
                </a:ext>
              </a:extLst>
            </p:cNvPr>
            <p:cNvSpPr/>
            <p:nvPr/>
          </p:nvSpPr>
          <p:spPr>
            <a:xfrm>
              <a:off x="1589247" y="1465931"/>
              <a:ext cx="1251471" cy="1677002"/>
            </a:xfrm>
            <a:custGeom>
              <a:avLst/>
              <a:gdLst>
                <a:gd name="connsiteX0" fmla="*/ 0 w 1251471"/>
                <a:gd name="connsiteY0" fmla="*/ 1677002 h 1677002"/>
                <a:gd name="connsiteX1" fmla="*/ 1251472 w 1251471"/>
                <a:gd name="connsiteY1" fmla="*/ 0 h 1677002"/>
              </a:gdLst>
              <a:ahLst/>
              <a:cxnLst>
                <a:cxn ang="0">
                  <a:pos x="connsiteX0" y="connsiteY0"/>
                </a:cxn>
                <a:cxn ang="0">
                  <a:pos x="connsiteX1" y="connsiteY1"/>
                </a:cxn>
              </a:cxnLst>
              <a:rect l="l" t="t" r="r" b="b"/>
              <a:pathLst>
                <a:path w="1251471" h="1677002">
                  <a:moveTo>
                    <a:pt x="0" y="1677002"/>
                  </a:moveTo>
                  <a:lnTo>
                    <a:pt x="1251472" y="0"/>
                  </a:lnTo>
                </a:path>
              </a:pathLst>
            </a:custGeom>
            <a:ln w="6617" cap="rnd">
              <a:solidFill>
                <a:schemeClr val="tx2"/>
              </a:solidFill>
              <a:prstDash val="solid"/>
              <a:round/>
            </a:ln>
          </p:spPr>
          <p:txBody>
            <a:bodyPr rtlCol="0" anchor="ctr"/>
            <a:lstStyle/>
            <a:p>
              <a:endParaRPr lang="pt-BR"/>
            </a:p>
          </p:txBody>
        </p:sp>
        <p:sp>
          <p:nvSpPr>
            <p:cNvPr id="36" name="Freeform: Shape 35">
              <a:extLst>
                <a:ext uri="{FF2B5EF4-FFF2-40B4-BE49-F238E27FC236}">
                  <a16:creationId xmlns:a16="http://schemas.microsoft.com/office/drawing/2014/main" id="{A00DC290-F252-ACA0-299F-8DF2D2DB9986}"/>
                </a:ext>
              </a:extLst>
            </p:cNvPr>
            <p:cNvSpPr/>
            <p:nvPr/>
          </p:nvSpPr>
          <p:spPr>
            <a:xfrm>
              <a:off x="1724613" y="1563756"/>
              <a:ext cx="1246163" cy="1671012"/>
            </a:xfrm>
            <a:custGeom>
              <a:avLst/>
              <a:gdLst>
                <a:gd name="connsiteX0" fmla="*/ 1246163 w 1246163"/>
                <a:gd name="connsiteY0" fmla="*/ 0 h 1671012"/>
                <a:gd name="connsiteX1" fmla="*/ 0 w 1246163"/>
                <a:gd name="connsiteY1" fmla="*/ 1671013 h 1671012"/>
              </a:gdLst>
              <a:ahLst/>
              <a:cxnLst>
                <a:cxn ang="0">
                  <a:pos x="connsiteX0" y="connsiteY0"/>
                </a:cxn>
                <a:cxn ang="0">
                  <a:pos x="connsiteX1" y="connsiteY1"/>
                </a:cxn>
              </a:cxnLst>
              <a:rect l="l" t="t" r="r" b="b"/>
              <a:pathLst>
                <a:path w="1246163" h="1671012">
                  <a:moveTo>
                    <a:pt x="1246163" y="0"/>
                  </a:moveTo>
                  <a:lnTo>
                    <a:pt x="0" y="1671013"/>
                  </a:lnTo>
                </a:path>
              </a:pathLst>
            </a:custGeom>
            <a:ln w="6617" cap="rnd">
              <a:solidFill>
                <a:schemeClr val="tx2"/>
              </a:solidFill>
              <a:prstDash val="solid"/>
              <a:round/>
            </a:ln>
          </p:spPr>
          <p:txBody>
            <a:bodyPr rtlCol="0" anchor="ctr"/>
            <a:lstStyle/>
            <a:p>
              <a:endParaRPr lang="pt-BR" dirty="0"/>
            </a:p>
          </p:txBody>
        </p:sp>
        <p:sp>
          <p:nvSpPr>
            <p:cNvPr id="37" name="Freeform: Shape 36">
              <a:extLst>
                <a:ext uri="{FF2B5EF4-FFF2-40B4-BE49-F238E27FC236}">
                  <a16:creationId xmlns:a16="http://schemas.microsoft.com/office/drawing/2014/main" id="{48126D15-BB88-DC28-9970-0AAA7A3B55EE}"/>
                </a:ext>
              </a:extLst>
            </p:cNvPr>
            <p:cNvSpPr/>
            <p:nvPr/>
          </p:nvSpPr>
          <p:spPr>
            <a:xfrm>
              <a:off x="1371408" y="3106332"/>
              <a:ext cx="424868" cy="390826"/>
            </a:xfrm>
            <a:custGeom>
              <a:avLst/>
              <a:gdLst>
                <a:gd name="connsiteX0" fmla="*/ 424869 w 424868"/>
                <a:gd name="connsiteY0" fmla="*/ 264860 h 390826"/>
                <a:gd name="connsiteX1" fmla="*/ 396999 w 424868"/>
                <a:gd name="connsiteY1" fmla="*/ 302127 h 390826"/>
                <a:gd name="connsiteX2" fmla="*/ 88445 w 424868"/>
                <a:gd name="connsiteY2" fmla="*/ 346714 h 390826"/>
                <a:gd name="connsiteX3" fmla="*/ 88445 w 424868"/>
                <a:gd name="connsiteY3" fmla="*/ 346714 h 390826"/>
                <a:gd name="connsiteX4" fmla="*/ 43986 w 424868"/>
                <a:gd name="connsiteY4" fmla="*/ 37267 h 390826"/>
                <a:gd name="connsiteX5" fmla="*/ 71856 w 424868"/>
                <a:gd name="connsiteY5" fmla="*/ 0 h 390826"/>
                <a:gd name="connsiteX6" fmla="*/ 424869 w 424868"/>
                <a:gd name="connsiteY6" fmla="*/ 264860 h 39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868" h="390826">
                  <a:moveTo>
                    <a:pt x="424869" y="264860"/>
                  </a:moveTo>
                  <a:lnTo>
                    <a:pt x="396999" y="302127"/>
                  </a:lnTo>
                  <a:cubicBezTo>
                    <a:pt x="324008" y="399952"/>
                    <a:pt x="185988" y="419916"/>
                    <a:pt x="88445" y="346714"/>
                  </a:cubicBezTo>
                  <a:lnTo>
                    <a:pt x="88445" y="346714"/>
                  </a:lnTo>
                  <a:cubicBezTo>
                    <a:pt x="-9099" y="273511"/>
                    <a:pt x="-29005" y="135092"/>
                    <a:pt x="43986" y="37267"/>
                  </a:cubicBezTo>
                  <a:lnTo>
                    <a:pt x="71856" y="0"/>
                  </a:lnTo>
                  <a:lnTo>
                    <a:pt x="424869" y="264860"/>
                  </a:ln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38" name="Freeform: Shape 37">
              <a:extLst>
                <a:ext uri="{FF2B5EF4-FFF2-40B4-BE49-F238E27FC236}">
                  <a16:creationId xmlns:a16="http://schemas.microsoft.com/office/drawing/2014/main" id="{47BB11ED-D89E-2795-39A8-52192ACBBA34}"/>
                </a:ext>
              </a:extLst>
            </p:cNvPr>
            <p:cNvSpPr/>
            <p:nvPr/>
          </p:nvSpPr>
          <p:spPr>
            <a:xfrm>
              <a:off x="1443264" y="3043112"/>
              <a:ext cx="400789" cy="328080"/>
            </a:xfrm>
            <a:custGeom>
              <a:avLst/>
              <a:gdLst>
                <a:gd name="connsiteX0" fmla="*/ 353013 w 400789"/>
                <a:gd name="connsiteY0" fmla="*/ 328080 h 328080"/>
                <a:gd name="connsiteX1" fmla="*/ 400789 w 400789"/>
                <a:gd name="connsiteY1" fmla="*/ 264860 h 328080"/>
                <a:gd name="connsiteX2" fmla="*/ 47776 w 400789"/>
                <a:gd name="connsiteY2" fmla="*/ 0 h 328080"/>
                <a:gd name="connsiteX3" fmla="*/ 0 w 400789"/>
                <a:gd name="connsiteY3" fmla="*/ 63220 h 328080"/>
              </a:gdLst>
              <a:ahLst/>
              <a:cxnLst>
                <a:cxn ang="0">
                  <a:pos x="connsiteX0" y="connsiteY0"/>
                </a:cxn>
                <a:cxn ang="0">
                  <a:pos x="connsiteX1" y="connsiteY1"/>
                </a:cxn>
                <a:cxn ang="0">
                  <a:pos x="connsiteX2" y="connsiteY2"/>
                </a:cxn>
                <a:cxn ang="0">
                  <a:pos x="connsiteX3" y="connsiteY3"/>
                </a:cxn>
              </a:cxnLst>
              <a:rect l="l" t="t" r="r" b="b"/>
              <a:pathLst>
                <a:path w="400789" h="328080">
                  <a:moveTo>
                    <a:pt x="353013" y="328080"/>
                  </a:moveTo>
                  <a:lnTo>
                    <a:pt x="400789" y="264860"/>
                  </a:lnTo>
                  <a:lnTo>
                    <a:pt x="47776" y="0"/>
                  </a:lnTo>
                  <a:lnTo>
                    <a:pt x="0" y="63220"/>
                  </a:lnTo>
                </a:path>
              </a:pathLst>
            </a:custGeom>
            <a:solidFill>
              <a:schemeClr val="accent1">
                <a:lumMod val="50000"/>
              </a:schemeClr>
            </a:solidFill>
            <a:ln w="6617" cap="flat">
              <a:noFill/>
              <a:prstDash val="solid"/>
              <a:miter/>
            </a:ln>
          </p:spPr>
          <p:txBody>
            <a:bodyPr rtlCol="0" anchor="ctr"/>
            <a:lstStyle/>
            <a:p>
              <a:endParaRPr lang="pt-BR" dirty="0"/>
            </a:p>
          </p:txBody>
        </p:sp>
        <p:sp>
          <p:nvSpPr>
            <p:cNvPr id="39" name="Freeform: Shape 38">
              <a:extLst>
                <a:ext uri="{FF2B5EF4-FFF2-40B4-BE49-F238E27FC236}">
                  <a16:creationId xmlns:a16="http://schemas.microsoft.com/office/drawing/2014/main" id="{3A42A18C-5BCC-672F-DBA1-EA201208AAD5}"/>
                </a:ext>
              </a:extLst>
            </p:cNvPr>
            <p:cNvSpPr/>
            <p:nvPr/>
          </p:nvSpPr>
          <p:spPr>
            <a:xfrm>
              <a:off x="2729240" y="1254248"/>
              <a:ext cx="362324" cy="392027"/>
            </a:xfrm>
            <a:custGeom>
              <a:avLst/>
              <a:gdLst>
                <a:gd name="connsiteX0" fmla="*/ 353013 w 362324"/>
                <a:gd name="connsiteY0" fmla="*/ 392027 h 392027"/>
                <a:gd name="connsiteX1" fmla="*/ 0 w 362324"/>
                <a:gd name="connsiteY1" fmla="*/ 127168 h 392027"/>
                <a:gd name="connsiteX2" fmla="*/ 334434 w 362324"/>
                <a:gd name="connsiteY2" fmla="*/ 1392 h 392027"/>
                <a:gd name="connsiteX3" fmla="*/ 362303 w 362324"/>
                <a:gd name="connsiteY3" fmla="*/ 21357 h 392027"/>
                <a:gd name="connsiteX4" fmla="*/ 353013 w 362324"/>
                <a:gd name="connsiteY4" fmla="*/ 392027 h 392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324" h="392027">
                  <a:moveTo>
                    <a:pt x="353013" y="392027"/>
                  </a:moveTo>
                  <a:lnTo>
                    <a:pt x="0" y="127168"/>
                  </a:lnTo>
                  <a:lnTo>
                    <a:pt x="334434" y="1392"/>
                  </a:lnTo>
                  <a:cubicBezTo>
                    <a:pt x="348368" y="-3931"/>
                    <a:pt x="362966" y="6716"/>
                    <a:pt x="362303" y="21357"/>
                  </a:cubicBezTo>
                  <a:lnTo>
                    <a:pt x="353013" y="392027"/>
                  </a:ln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40" name="Freeform: Shape 39">
              <a:extLst>
                <a:ext uri="{FF2B5EF4-FFF2-40B4-BE49-F238E27FC236}">
                  <a16:creationId xmlns:a16="http://schemas.microsoft.com/office/drawing/2014/main" id="{0943364A-E5E5-FF73-3F8B-01B706B12A33}"/>
                </a:ext>
              </a:extLst>
            </p:cNvPr>
            <p:cNvSpPr/>
            <p:nvPr/>
          </p:nvSpPr>
          <p:spPr>
            <a:xfrm>
              <a:off x="1961503" y="1563087"/>
              <a:ext cx="399698" cy="407421"/>
            </a:xfrm>
            <a:custGeom>
              <a:avLst/>
              <a:gdLst>
                <a:gd name="connsiteX0" fmla="*/ 390836 w 399698"/>
                <a:gd name="connsiteY0" fmla="*/ 164376 h 407421"/>
                <a:gd name="connsiteX1" fmla="*/ 346378 w 399698"/>
                <a:gd name="connsiteY1" fmla="*/ 183675 h 407421"/>
                <a:gd name="connsiteX2" fmla="*/ 334434 w 399698"/>
                <a:gd name="connsiteY2" fmla="*/ 200312 h 407421"/>
                <a:gd name="connsiteX3" fmla="*/ 327798 w 399698"/>
                <a:gd name="connsiteY3" fmla="*/ 277508 h 407421"/>
                <a:gd name="connsiteX4" fmla="*/ 309218 w 399698"/>
                <a:gd name="connsiteY4" fmla="*/ 336735 h 407421"/>
                <a:gd name="connsiteX5" fmla="*/ 245517 w 399698"/>
                <a:gd name="connsiteY5" fmla="*/ 389308 h 407421"/>
                <a:gd name="connsiteX6" fmla="*/ 86263 w 399698"/>
                <a:gd name="connsiteY6" fmla="*/ 394632 h 407421"/>
                <a:gd name="connsiteX7" fmla="*/ 0 w 399698"/>
                <a:gd name="connsiteY7" fmla="*/ 197650 h 407421"/>
                <a:gd name="connsiteX8" fmla="*/ 278031 w 399698"/>
                <a:gd name="connsiteY8" fmla="*/ 10651 h 407421"/>
                <a:gd name="connsiteX9" fmla="*/ 390836 w 399698"/>
                <a:gd name="connsiteY9" fmla="*/ 164376 h 407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698" h="407421">
                  <a:moveTo>
                    <a:pt x="390836" y="164376"/>
                  </a:moveTo>
                  <a:lnTo>
                    <a:pt x="346378" y="183675"/>
                  </a:lnTo>
                  <a:cubicBezTo>
                    <a:pt x="339742" y="187003"/>
                    <a:pt x="335097" y="192992"/>
                    <a:pt x="334434" y="200312"/>
                  </a:cubicBezTo>
                  <a:lnTo>
                    <a:pt x="327798" y="277508"/>
                  </a:lnTo>
                  <a:lnTo>
                    <a:pt x="309218" y="336735"/>
                  </a:lnTo>
                  <a:cubicBezTo>
                    <a:pt x="300592" y="365351"/>
                    <a:pt x="274050" y="379326"/>
                    <a:pt x="245517" y="389308"/>
                  </a:cubicBezTo>
                  <a:cubicBezTo>
                    <a:pt x="199731" y="405279"/>
                    <a:pt x="118113" y="417923"/>
                    <a:pt x="86263" y="394632"/>
                  </a:cubicBezTo>
                  <a:cubicBezTo>
                    <a:pt x="49767" y="368012"/>
                    <a:pt x="0" y="312778"/>
                    <a:pt x="0" y="197650"/>
                  </a:cubicBezTo>
                  <a:cubicBezTo>
                    <a:pt x="0" y="669"/>
                    <a:pt x="161908" y="-17964"/>
                    <a:pt x="278031" y="10651"/>
                  </a:cubicBezTo>
                  <a:cubicBezTo>
                    <a:pt x="329789" y="22630"/>
                    <a:pt x="429986" y="86516"/>
                    <a:pt x="390836" y="164376"/>
                  </a:cubicBezTo>
                  <a:close/>
                </a:path>
              </a:pathLst>
            </a:custGeom>
            <a:solidFill>
              <a:schemeClr val="accent1"/>
            </a:solidFill>
            <a:ln w="6617" cap="flat">
              <a:noFill/>
              <a:prstDash val="solid"/>
              <a:miter/>
            </a:ln>
          </p:spPr>
          <p:txBody>
            <a:bodyPr rtlCol="0" anchor="ctr"/>
            <a:lstStyle/>
            <a:p>
              <a:endParaRPr lang="pt-BR"/>
            </a:p>
          </p:txBody>
        </p:sp>
        <p:sp>
          <p:nvSpPr>
            <p:cNvPr id="41" name="Freeform: Shape 40">
              <a:extLst>
                <a:ext uri="{FF2B5EF4-FFF2-40B4-BE49-F238E27FC236}">
                  <a16:creationId xmlns:a16="http://schemas.microsoft.com/office/drawing/2014/main" id="{8E652C10-61CA-B50F-C586-CD06A30D9DA0}"/>
                </a:ext>
              </a:extLst>
            </p:cNvPr>
            <p:cNvSpPr/>
            <p:nvPr/>
          </p:nvSpPr>
          <p:spPr>
            <a:xfrm>
              <a:off x="2673511" y="1675515"/>
              <a:ext cx="327124" cy="206339"/>
            </a:xfrm>
            <a:custGeom>
              <a:avLst/>
              <a:gdLst>
                <a:gd name="connsiteX0" fmla="*/ 327125 w 327124"/>
                <a:gd name="connsiteY0" fmla="*/ 154432 h 206339"/>
                <a:gd name="connsiteX1" fmla="*/ 232236 w 327124"/>
                <a:gd name="connsiteY1" fmla="*/ 32650 h 206339"/>
                <a:gd name="connsiteX2" fmla="*/ 203039 w 327124"/>
                <a:gd name="connsiteY2" fmla="*/ 14682 h 206339"/>
                <a:gd name="connsiteX3" fmla="*/ 132702 w 327124"/>
                <a:gd name="connsiteY3" fmla="*/ 1372 h 206339"/>
                <a:gd name="connsiteX4" fmla="*/ 74309 w 327124"/>
                <a:gd name="connsiteY4" fmla="*/ 10024 h 206339"/>
                <a:gd name="connsiteX5" fmla="*/ 13262 w 327124"/>
                <a:gd name="connsiteY5" fmla="*/ 56607 h 206339"/>
                <a:gd name="connsiteX6" fmla="*/ 7953 w 327124"/>
                <a:gd name="connsiteY6" fmla="*/ 91877 h 206339"/>
                <a:gd name="connsiteX7" fmla="*/ 92225 w 327124"/>
                <a:gd name="connsiteY7" fmla="*/ 101194 h 206339"/>
                <a:gd name="connsiteX8" fmla="*/ 129384 w 327124"/>
                <a:gd name="connsiteY8" fmla="*/ 123155 h 206339"/>
                <a:gd name="connsiteX9" fmla="*/ 138011 w 327124"/>
                <a:gd name="connsiteY9" fmla="*/ 136464 h 206339"/>
                <a:gd name="connsiteX10" fmla="*/ 132702 w 327124"/>
                <a:gd name="connsiteY10" fmla="*/ 145781 h 206339"/>
                <a:gd name="connsiteX11" fmla="*/ 81608 w 327124"/>
                <a:gd name="connsiteY11" fmla="*/ 143785 h 206339"/>
                <a:gd name="connsiteX12" fmla="*/ 61701 w 327124"/>
                <a:gd name="connsiteY12" fmla="*/ 161752 h 206339"/>
                <a:gd name="connsiteX13" fmla="*/ 61701 w 327124"/>
                <a:gd name="connsiteY13" fmla="*/ 161752 h 206339"/>
                <a:gd name="connsiteX14" fmla="*/ 79617 w 327124"/>
                <a:gd name="connsiteY14" fmla="*/ 181717 h 206339"/>
                <a:gd name="connsiteX15" fmla="*/ 156590 w 327124"/>
                <a:gd name="connsiteY15" fmla="*/ 185044 h 206339"/>
                <a:gd name="connsiteX16" fmla="*/ 198394 w 327124"/>
                <a:gd name="connsiteY16" fmla="*/ 196357 h 206339"/>
                <a:gd name="connsiteX17" fmla="*/ 217638 w 327124"/>
                <a:gd name="connsiteY17" fmla="*/ 206339 h 206339"/>
                <a:gd name="connsiteX18" fmla="*/ 327125 w 327124"/>
                <a:gd name="connsiteY18" fmla="*/ 154432 h 206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7124" h="206339">
                  <a:moveTo>
                    <a:pt x="327125" y="154432"/>
                  </a:moveTo>
                  <a:lnTo>
                    <a:pt x="232236" y="32650"/>
                  </a:lnTo>
                  <a:cubicBezTo>
                    <a:pt x="224937" y="23333"/>
                    <a:pt x="214983" y="16678"/>
                    <a:pt x="203039" y="14682"/>
                  </a:cubicBezTo>
                  <a:cubicBezTo>
                    <a:pt x="185123" y="10689"/>
                    <a:pt x="155263" y="5365"/>
                    <a:pt x="132702" y="1372"/>
                  </a:cubicBezTo>
                  <a:cubicBezTo>
                    <a:pt x="112795" y="-1955"/>
                    <a:pt x="92225" y="707"/>
                    <a:pt x="74309" y="10024"/>
                  </a:cubicBezTo>
                  <a:cubicBezTo>
                    <a:pt x="54402" y="20671"/>
                    <a:pt x="27860" y="43298"/>
                    <a:pt x="13262" y="56607"/>
                  </a:cubicBezTo>
                  <a:cubicBezTo>
                    <a:pt x="3308" y="65258"/>
                    <a:pt x="-7972" y="85888"/>
                    <a:pt x="7953" y="91877"/>
                  </a:cubicBezTo>
                  <a:cubicBezTo>
                    <a:pt x="18570" y="95870"/>
                    <a:pt x="63692" y="99863"/>
                    <a:pt x="92225" y="101194"/>
                  </a:cubicBezTo>
                  <a:cubicBezTo>
                    <a:pt x="107487" y="102525"/>
                    <a:pt x="120758" y="110511"/>
                    <a:pt x="129384" y="123155"/>
                  </a:cubicBezTo>
                  <a:lnTo>
                    <a:pt x="138011" y="136464"/>
                  </a:lnTo>
                  <a:cubicBezTo>
                    <a:pt x="140665" y="140457"/>
                    <a:pt x="137347" y="145781"/>
                    <a:pt x="132702" y="145781"/>
                  </a:cubicBezTo>
                  <a:lnTo>
                    <a:pt x="81608" y="143785"/>
                  </a:lnTo>
                  <a:cubicBezTo>
                    <a:pt x="70991" y="143119"/>
                    <a:pt x="62365" y="151770"/>
                    <a:pt x="61701" y="161752"/>
                  </a:cubicBezTo>
                  <a:lnTo>
                    <a:pt x="61701" y="161752"/>
                  </a:lnTo>
                  <a:cubicBezTo>
                    <a:pt x="61038" y="172400"/>
                    <a:pt x="69664" y="181051"/>
                    <a:pt x="79617" y="181717"/>
                  </a:cubicBezTo>
                  <a:lnTo>
                    <a:pt x="156590" y="185044"/>
                  </a:lnTo>
                  <a:cubicBezTo>
                    <a:pt x="171189" y="185710"/>
                    <a:pt x="185787" y="189702"/>
                    <a:pt x="198394" y="196357"/>
                  </a:cubicBezTo>
                  <a:lnTo>
                    <a:pt x="217638" y="206339"/>
                  </a:lnTo>
                  <a:lnTo>
                    <a:pt x="327125" y="154432"/>
                  </a:lnTo>
                  <a:close/>
                </a:path>
              </a:pathLst>
            </a:custGeom>
            <a:solidFill>
              <a:schemeClr val="bg1"/>
            </a:solidFill>
            <a:ln w="6617" cap="rnd">
              <a:solidFill>
                <a:schemeClr val="tx2"/>
              </a:solidFill>
              <a:prstDash val="solid"/>
              <a:round/>
            </a:ln>
          </p:spPr>
          <p:txBody>
            <a:bodyPr rtlCol="0" anchor="ctr"/>
            <a:lstStyle/>
            <a:p>
              <a:endParaRPr lang="pt-BR"/>
            </a:p>
          </p:txBody>
        </p:sp>
        <p:sp>
          <p:nvSpPr>
            <p:cNvPr id="43" name="Freeform: Shape 42">
              <a:extLst>
                <a:ext uri="{FF2B5EF4-FFF2-40B4-BE49-F238E27FC236}">
                  <a16:creationId xmlns:a16="http://schemas.microsoft.com/office/drawing/2014/main" id="{8B968365-05ED-638B-8213-CFA38B1CE6C6}"/>
                </a:ext>
              </a:extLst>
            </p:cNvPr>
            <p:cNvSpPr/>
            <p:nvPr/>
          </p:nvSpPr>
          <p:spPr>
            <a:xfrm>
              <a:off x="2686773" y="1730704"/>
              <a:ext cx="107496" cy="8072"/>
            </a:xfrm>
            <a:custGeom>
              <a:avLst/>
              <a:gdLst>
                <a:gd name="connsiteX0" fmla="*/ 0 w 107496"/>
                <a:gd name="connsiteY0" fmla="*/ 1417 h 8072"/>
                <a:gd name="connsiteX1" fmla="*/ 107496 w 107496"/>
                <a:gd name="connsiteY1" fmla="*/ 8072 h 8072"/>
              </a:gdLst>
              <a:ahLst/>
              <a:cxnLst>
                <a:cxn ang="0">
                  <a:pos x="connsiteX0" y="connsiteY0"/>
                </a:cxn>
                <a:cxn ang="0">
                  <a:pos x="connsiteX1" y="connsiteY1"/>
                </a:cxn>
              </a:cxnLst>
              <a:rect l="l" t="t" r="r" b="b"/>
              <a:pathLst>
                <a:path w="107496" h="8072">
                  <a:moveTo>
                    <a:pt x="0" y="1417"/>
                  </a:moveTo>
                  <a:cubicBezTo>
                    <a:pt x="0" y="1417"/>
                    <a:pt x="21897" y="-4572"/>
                    <a:pt x="107496" y="8072"/>
                  </a:cubicBezTo>
                </a:path>
              </a:pathLst>
            </a:custGeom>
            <a:noFill/>
            <a:ln w="6617" cap="rnd">
              <a:solidFill>
                <a:schemeClr val="tx2"/>
              </a:solidFill>
              <a:prstDash val="solid"/>
              <a:round/>
            </a:ln>
          </p:spPr>
          <p:txBody>
            <a:bodyPr rtlCol="0" anchor="ctr"/>
            <a:lstStyle/>
            <a:p>
              <a:endParaRPr lang="pt-BR"/>
            </a:p>
          </p:txBody>
        </p:sp>
        <p:sp>
          <p:nvSpPr>
            <p:cNvPr id="44" name="Freeform: Shape 43">
              <a:extLst>
                <a:ext uri="{FF2B5EF4-FFF2-40B4-BE49-F238E27FC236}">
                  <a16:creationId xmlns:a16="http://schemas.microsoft.com/office/drawing/2014/main" id="{269D3C82-CBE0-B7A0-AC73-BBAEB0ADD9A3}"/>
                </a:ext>
              </a:extLst>
            </p:cNvPr>
            <p:cNvSpPr/>
            <p:nvPr/>
          </p:nvSpPr>
          <p:spPr>
            <a:xfrm>
              <a:off x="2715306" y="1705761"/>
              <a:ext cx="110150" cy="14382"/>
            </a:xfrm>
            <a:custGeom>
              <a:avLst/>
              <a:gdLst>
                <a:gd name="connsiteX0" fmla="*/ 0 w 110150"/>
                <a:gd name="connsiteY0" fmla="*/ 1738 h 14382"/>
                <a:gd name="connsiteX1" fmla="*/ 110151 w 110150"/>
                <a:gd name="connsiteY1" fmla="*/ 14383 h 14382"/>
              </a:gdLst>
              <a:ahLst/>
              <a:cxnLst>
                <a:cxn ang="0">
                  <a:pos x="connsiteX0" y="connsiteY0"/>
                </a:cxn>
                <a:cxn ang="0">
                  <a:pos x="connsiteX1" y="connsiteY1"/>
                </a:cxn>
              </a:cxnLst>
              <a:rect l="l" t="t" r="r" b="b"/>
              <a:pathLst>
                <a:path w="110150" h="14382">
                  <a:moveTo>
                    <a:pt x="0" y="1738"/>
                  </a:moveTo>
                  <a:cubicBezTo>
                    <a:pt x="0" y="1738"/>
                    <a:pt x="26542" y="-6913"/>
                    <a:pt x="110151" y="14383"/>
                  </a:cubicBezTo>
                </a:path>
              </a:pathLst>
            </a:custGeom>
            <a:noFill/>
            <a:ln w="6617" cap="rnd">
              <a:solidFill>
                <a:schemeClr val="tx2"/>
              </a:solidFill>
              <a:prstDash val="solid"/>
              <a:round/>
            </a:ln>
          </p:spPr>
          <p:txBody>
            <a:bodyPr rtlCol="0" anchor="ctr"/>
            <a:lstStyle/>
            <a:p>
              <a:endParaRPr lang="pt-BR"/>
            </a:p>
          </p:txBody>
        </p:sp>
        <p:sp>
          <p:nvSpPr>
            <p:cNvPr id="45" name="Freeform: Shape 44">
              <a:extLst>
                <a:ext uri="{FF2B5EF4-FFF2-40B4-BE49-F238E27FC236}">
                  <a16:creationId xmlns:a16="http://schemas.microsoft.com/office/drawing/2014/main" id="{A334AA7B-3B53-9848-8FB2-0FAA4E16D49B}"/>
                </a:ext>
              </a:extLst>
            </p:cNvPr>
            <p:cNvSpPr/>
            <p:nvPr/>
          </p:nvSpPr>
          <p:spPr>
            <a:xfrm>
              <a:off x="2747820" y="1684349"/>
              <a:ext cx="102188" cy="18491"/>
            </a:xfrm>
            <a:custGeom>
              <a:avLst/>
              <a:gdLst>
                <a:gd name="connsiteX0" fmla="*/ 0 w 102188"/>
                <a:gd name="connsiteY0" fmla="*/ 524 h 18491"/>
                <a:gd name="connsiteX1" fmla="*/ 102188 w 102188"/>
                <a:gd name="connsiteY1" fmla="*/ 18492 h 18491"/>
              </a:gdLst>
              <a:ahLst/>
              <a:cxnLst>
                <a:cxn ang="0">
                  <a:pos x="connsiteX0" y="connsiteY0"/>
                </a:cxn>
                <a:cxn ang="0">
                  <a:pos x="connsiteX1" y="connsiteY1"/>
                </a:cxn>
              </a:cxnLst>
              <a:rect l="l" t="t" r="r" b="b"/>
              <a:pathLst>
                <a:path w="102188" h="18491">
                  <a:moveTo>
                    <a:pt x="0" y="524"/>
                  </a:moveTo>
                  <a:cubicBezTo>
                    <a:pt x="0" y="524"/>
                    <a:pt x="31187" y="-4800"/>
                    <a:pt x="102188" y="18492"/>
                  </a:cubicBezTo>
                </a:path>
              </a:pathLst>
            </a:custGeom>
            <a:noFill/>
            <a:ln w="6617" cap="rnd">
              <a:solidFill>
                <a:schemeClr val="tx2"/>
              </a:solidFill>
              <a:prstDash val="solid"/>
              <a:round/>
            </a:ln>
          </p:spPr>
          <p:txBody>
            <a:bodyPr rtlCol="0" anchor="ctr"/>
            <a:lstStyle/>
            <a:p>
              <a:endParaRPr lang="pt-BR"/>
            </a:p>
          </p:txBody>
        </p:sp>
        <p:sp>
          <p:nvSpPr>
            <p:cNvPr id="46" name="Freeform: Shape 45">
              <a:extLst>
                <a:ext uri="{FF2B5EF4-FFF2-40B4-BE49-F238E27FC236}">
                  <a16:creationId xmlns:a16="http://schemas.microsoft.com/office/drawing/2014/main" id="{F466294A-A797-B079-7375-DD055197F57C}"/>
                </a:ext>
              </a:extLst>
            </p:cNvPr>
            <p:cNvSpPr/>
            <p:nvPr/>
          </p:nvSpPr>
          <p:spPr>
            <a:xfrm>
              <a:off x="2239534" y="1785360"/>
              <a:ext cx="62374" cy="111800"/>
            </a:xfrm>
            <a:custGeom>
              <a:avLst/>
              <a:gdLst>
                <a:gd name="connsiteX0" fmla="*/ 62374 w 62374"/>
                <a:gd name="connsiteY0" fmla="*/ 111800 h 111800"/>
                <a:gd name="connsiteX1" fmla="*/ 50430 w 62374"/>
                <a:gd name="connsiteY1" fmla="*/ 111800 h 111800"/>
                <a:gd name="connsiteX2" fmla="*/ 0 w 62374"/>
                <a:gd name="connsiteY2" fmla="*/ 61224 h 111800"/>
                <a:gd name="connsiteX3" fmla="*/ 0 w 62374"/>
                <a:gd name="connsiteY3" fmla="*/ 31277 h 111800"/>
                <a:gd name="connsiteX4" fmla="*/ 31187 w 62374"/>
                <a:gd name="connsiteY4" fmla="*/ 0 h 111800"/>
                <a:gd name="connsiteX5" fmla="*/ 31187 w 62374"/>
                <a:gd name="connsiteY5" fmla="*/ 0 h 111800"/>
                <a:gd name="connsiteX6" fmla="*/ 62374 w 62374"/>
                <a:gd name="connsiteY6" fmla="*/ 31277 h 111800"/>
                <a:gd name="connsiteX7" fmla="*/ 62374 w 62374"/>
                <a:gd name="connsiteY7" fmla="*/ 111800 h 11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374" h="111800">
                  <a:moveTo>
                    <a:pt x="62374" y="111800"/>
                  </a:moveTo>
                  <a:lnTo>
                    <a:pt x="50430" y="111800"/>
                  </a:lnTo>
                  <a:cubicBezTo>
                    <a:pt x="22561" y="111800"/>
                    <a:pt x="0" y="89174"/>
                    <a:pt x="0" y="61224"/>
                  </a:cubicBezTo>
                  <a:lnTo>
                    <a:pt x="0" y="31277"/>
                  </a:lnTo>
                  <a:cubicBezTo>
                    <a:pt x="0" y="13975"/>
                    <a:pt x="13935" y="0"/>
                    <a:pt x="31187" y="0"/>
                  </a:cubicBezTo>
                  <a:lnTo>
                    <a:pt x="31187" y="0"/>
                  </a:lnTo>
                  <a:cubicBezTo>
                    <a:pt x="48440" y="0"/>
                    <a:pt x="62374" y="13975"/>
                    <a:pt x="62374" y="31277"/>
                  </a:cubicBezTo>
                  <a:lnTo>
                    <a:pt x="62374" y="111800"/>
                  </a:lnTo>
                  <a:close/>
                </a:path>
              </a:pathLst>
            </a:custGeom>
            <a:solidFill>
              <a:schemeClr val="bg1"/>
            </a:solidFill>
            <a:ln w="6617" cap="flat">
              <a:noFill/>
              <a:prstDash val="solid"/>
              <a:miter/>
            </a:ln>
          </p:spPr>
          <p:txBody>
            <a:bodyPr rtlCol="0" anchor="ctr"/>
            <a:lstStyle/>
            <a:p>
              <a:endParaRPr lang="pt-BR"/>
            </a:p>
          </p:txBody>
        </p:sp>
        <p:sp>
          <p:nvSpPr>
            <p:cNvPr id="47" name="Freeform: Shape 46">
              <a:extLst>
                <a:ext uri="{FF2B5EF4-FFF2-40B4-BE49-F238E27FC236}">
                  <a16:creationId xmlns:a16="http://schemas.microsoft.com/office/drawing/2014/main" id="{FC0ED8CA-8E20-3599-6E55-59179D207725}"/>
                </a:ext>
              </a:extLst>
            </p:cNvPr>
            <p:cNvSpPr/>
            <p:nvPr/>
          </p:nvSpPr>
          <p:spPr>
            <a:xfrm>
              <a:off x="2861289" y="1807159"/>
              <a:ext cx="231794" cy="615350"/>
            </a:xfrm>
            <a:custGeom>
              <a:avLst/>
              <a:gdLst>
                <a:gd name="connsiteX0" fmla="*/ 7299 w 231794"/>
                <a:gd name="connsiteY0" fmla="*/ 374826 h 615350"/>
                <a:gd name="connsiteX1" fmla="*/ 0 w 231794"/>
                <a:gd name="connsiteY1" fmla="*/ 81350 h 615350"/>
                <a:gd name="connsiteX2" fmla="*/ 6636 w 231794"/>
                <a:gd name="connsiteY2" fmla="*/ 70703 h 615350"/>
                <a:gd name="connsiteX3" fmla="*/ 163899 w 231794"/>
                <a:gd name="connsiteY3" fmla="*/ 827 h 615350"/>
                <a:gd name="connsiteX4" fmla="*/ 179161 w 231794"/>
                <a:gd name="connsiteY4" fmla="*/ 9479 h 615350"/>
                <a:gd name="connsiteX5" fmla="*/ 224283 w 231794"/>
                <a:gd name="connsiteY5" fmla="*/ 558497 h 615350"/>
                <a:gd name="connsiteX6" fmla="*/ 151955 w 231794"/>
                <a:gd name="connsiteY6" fmla="*/ 615063 h 615350"/>
                <a:gd name="connsiteX7" fmla="*/ 7299 w 231794"/>
                <a:gd name="connsiteY7" fmla="*/ 374826 h 61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794" h="615350">
                  <a:moveTo>
                    <a:pt x="7299" y="374826"/>
                  </a:moveTo>
                  <a:lnTo>
                    <a:pt x="0" y="81350"/>
                  </a:lnTo>
                  <a:cubicBezTo>
                    <a:pt x="0" y="76692"/>
                    <a:pt x="2654" y="72699"/>
                    <a:pt x="6636" y="70703"/>
                  </a:cubicBezTo>
                  <a:lnTo>
                    <a:pt x="163899" y="827"/>
                  </a:lnTo>
                  <a:cubicBezTo>
                    <a:pt x="170535" y="-1834"/>
                    <a:pt x="178497" y="2158"/>
                    <a:pt x="179161" y="9479"/>
                  </a:cubicBezTo>
                  <a:cubicBezTo>
                    <a:pt x="191768" y="90667"/>
                    <a:pt x="252816" y="489288"/>
                    <a:pt x="224283" y="558497"/>
                  </a:cubicBezTo>
                  <a:cubicBezTo>
                    <a:pt x="203712" y="609739"/>
                    <a:pt x="171862" y="617059"/>
                    <a:pt x="151955" y="615063"/>
                  </a:cubicBezTo>
                  <a:cubicBezTo>
                    <a:pt x="132048" y="613066"/>
                    <a:pt x="7299" y="374826"/>
                    <a:pt x="7299" y="374826"/>
                  </a:cubicBezTo>
                  <a:close/>
                </a:path>
              </a:pathLst>
            </a:custGeom>
            <a:solidFill>
              <a:schemeClr val="accent1">
                <a:lumMod val="40000"/>
                <a:lumOff val="60000"/>
              </a:schemeClr>
            </a:solidFill>
            <a:ln w="6617" cap="flat">
              <a:noFill/>
              <a:prstDash val="solid"/>
              <a:miter/>
            </a:ln>
          </p:spPr>
          <p:txBody>
            <a:bodyPr rtlCol="0" anchor="ctr"/>
            <a:lstStyle/>
            <a:p>
              <a:endParaRPr lang="pt-BR"/>
            </a:p>
          </p:txBody>
        </p:sp>
        <p:sp>
          <p:nvSpPr>
            <p:cNvPr id="48" name="Freeform: Shape 47">
              <a:extLst>
                <a:ext uri="{FF2B5EF4-FFF2-40B4-BE49-F238E27FC236}">
                  <a16:creationId xmlns:a16="http://schemas.microsoft.com/office/drawing/2014/main" id="{9FFCA4B6-B38B-B5D9-9AB8-6514EA64097A}"/>
                </a:ext>
              </a:extLst>
            </p:cNvPr>
            <p:cNvSpPr/>
            <p:nvPr/>
          </p:nvSpPr>
          <p:spPr>
            <a:xfrm>
              <a:off x="3000636" y="1248894"/>
              <a:ext cx="91571" cy="87268"/>
            </a:xfrm>
            <a:custGeom>
              <a:avLst/>
              <a:gdLst>
                <a:gd name="connsiteX0" fmla="*/ 0 w 91571"/>
                <a:gd name="connsiteY0" fmla="*/ 30038 h 87268"/>
                <a:gd name="connsiteX1" fmla="*/ 89580 w 91571"/>
                <a:gd name="connsiteY1" fmla="*/ 87269 h 87268"/>
                <a:gd name="connsiteX2" fmla="*/ 91571 w 91571"/>
                <a:gd name="connsiteY2" fmla="*/ 10073 h 87268"/>
                <a:gd name="connsiteX3" fmla="*/ 78300 w 91571"/>
                <a:gd name="connsiteY3" fmla="*/ 757 h 87268"/>
                <a:gd name="connsiteX4" fmla="*/ 0 w 91571"/>
                <a:gd name="connsiteY4" fmla="*/ 30038 h 87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71" h="87268">
                  <a:moveTo>
                    <a:pt x="0" y="30038"/>
                  </a:moveTo>
                  <a:lnTo>
                    <a:pt x="89580" y="87269"/>
                  </a:lnTo>
                  <a:lnTo>
                    <a:pt x="91571" y="10073"/>
                  </a:lnTo>
                  <a:cubicBezTo>
                    <a:pt x="91571" y="2753"/>
                    <a:pt x="84935" y="-1905"/>
                    <a:pt x="78300" y="757"/>
                  </a:cubicBezTo>
                  <a:lnTo>
                    <a:pt x="0" y="30038"/>
                  </a:lnTo>
                  <a:close/>
                </a:path>
              </a:pathLst>
            </a:custGeom>
            <a:solidFill>
              <a:schemeClr val="accent1">
                <a:lumMod val="50000"/>
              </a:schemeClr>
            </a:solidFill>
            <a:ln w="6617" cap="flat">
              <a:noFill/>
              <a:prstDash val="solid"/>
              <a:miter/>
            </a:ln>
          </p:spPr>
          <p:txBody>
            <a:bodyPr rtlCol="0" anchor="ctr"/>
            <a:lstStyle/>
            <a:p>
              <a:endParaRPr lang="pt-BR" dirty="0"/>
            </a:p>
          </p:txBody>
        </p:sp>
        <p:sp>
          <p:nvSpPr>
            <p:cNvPr id="49" name="Freeform: Shape 48">
              <a:extLst>
                <a:ext uri="{FF2B5EF4-FFF2-40B4-BE49-F238E27FC236}">
                  <a16:creationId xmlns:a16="http://schemas.microsoft.com/office/drawing/2014/main" id="{633C843C-9DC3-EC67-BD64-F34F2A30DE56}"/>
                </a:ext>
              </a:extLst>
            </p:cNvPr>
            <p:cNvSpPr/>
            <p:nvPr/>
          </p:nvSpPr>
          <p:spPr>
            <a:xfrm>
              <a:off x="1794143" y="4250969"/>
              <a:ext cx="406241" cy="529036"/>
            </a:xfrm>
            <a:custGeom>
              <a:avLst/>
              <a:gdLst>
                <a:gd name="connsiteX0" fmla="*/ 148117 w 406241"/>
                <a:gd name="connsiteY0" fmla="*/ 7969 h 529036"/>
                <a:gd name="connsiteX1" fmla="*/ 20714 w 406241"/>
                <a:gd name="connsiteY1" fmla="*/ 93150 h 529036"/>
                <a:gd name="connsiteX2" fmla="*/ 143 w 406241"/>
                <a:gd name="connsiteY2" fmla="*/ 135075 h 529036"/>
                <a:gd name="connsiteX3" fmla="*/ 24032 w 406241"/>
                <a:gd name="connsiteY3" fmla="*/ 434540 h 529036"/>
                <a:gd name="connsiteX4" fmla="*/ 69154 w 406241"/>
                <a:gd name="connsiteY4" fmla="*/ 512400 h 529036"/>
                <a:gd name="connsiteX5" fmla="*/ 77116 w 406241"/>
                <a:gd name="connsiteY5" fmla="*/ 517724 h 529036"/>
                <a:gd name="connsiteX6" fmla="*/ 114276 w 406241"/>
                <a:gd name="connsiteY6" fmla="*/ 529037 h 529036"/>
                <a:gd name="connsiteX7" fmla="*/ 386335 w 406241"/>
                <a:gd name="connsiteY7" fmla="*/ 529037 h 529036"/>
                <a:gd name="connsiteX8" fmla="*/ 406241 w 406241"/>
                <a:gd name="connsiteY8" fmla="*/ 509073 h 529036"/>
                <a:gd name="connsiteX9" fmla="*/ 406241 w 406241"/>
                <a:gd name="connsiteY9" fmla="*/ 461824 h 529036"/>
                <a:gd name="connsiteX10" fmla="*/ 273530 w 406241"/>
                <a:gd name="connsiteY10" fmla="*/ 348027 h 529036"/>
                <a:gd name="connsiteX11" fmla="*/ 217791 w 406241"/>
                <a:gd name="connsiteY11" fmla="*/ 35919 h 529036"/>
                <a:gd name="connsiteX12" fmla="*/ 180631 w 406241"/>
                <a:gd name="connsiteY12" fmla="*/ 648 h 529036"/>
                <a:gd name="connsiteX13" fmla="*/ 180631 w 406241"/>
                <a:gd name="connsiteY13" fmla="*/ 648 h 529036"/>
                <a:gd name="connsiteX14" fmla="*/ 148117 w 406241"/>
                <a:gd name="connsiteY14" fmla="*/ 7969 h 529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6241" h="529036">
                  <a:moveTo>
                    <a:pt x="148117" y="7969"/>
                  </a:moveTo>
                  <a:lnTo>
                    <a:pt x="20714" y="93150"/>
                  </a:lnTo>
                  <a:cubicBezTo>
                    <a:pt x="6779" y="102466"/>
                    <a:pt x="-1184" y="118438"/>
                    <a:pt x="143" y="135075"/>
                  </a:cubicBezTo>
                  <a:lnTo>
                    <a:pt x="24032" y="434540"/>
                  </a:lnTo>
                  <a:cubicBezTo>
                    <a:pt x="26686" y="465817"/>
                    <a:pt x="43275" y="494433"/>
                    <a:pt x="69154" y="512400"/>
                  </a:cubicBezTo>
                  <a:lnTo>
                    <a:pt x="77116" y="517724"/>
                  </a:lnTo>
                  <a:cubicBezTo>
                    <a:pt x="88397" y="525044"/>
                    <a:pt x="101004" y="529037"/>
                    <a:pt x="114276" y="529037"/>
                  </a:cubicBezTo>
                  <a:lnTo>
                    <a:pt x="386335" y="529037"/>
                  </a:lnTo>
                  <a:cubicBezTo>
                    <a:pt x="397615" y="529037"/>
                    <a:pt x="406241" y="519721"/>
                    <a:pt x="406241" y="509073"/>
                  </a:cubicBezTo>
                  <a:lnTo>
                    <a:pt x="406241" y="461824"/>
                  </a:lnTo>
                  <a:cubicBezTo>
                    <a:pt x="406241" y="461824"/>
                    <a:pt x="402924" y="352686"/>
                    <a:pt x="273530" y="348027"/>
                  </a:cubicBezTo>
                  <a:cubicBezTo>
                    <a:pt x="257604" y="224249"/>
                    <a:pt x="229735" y="88491"/>
                    <a:pt x="217791" y="35919"/>
                  </a:cubicBezTo>
                  <a:cubicBezTo>
                    <a:pt x="213809" y="17951"/>
                    <a:pt x="199211" y="3976"/>
                    <a:pt x="180631" y="648"/>
                  </a:cubicBezTo>
                  <a:lnTo>
                    <a:pt x="180631" y="648"/>
                  </a:lnTo>
                  <a:cubicBezTo>
                    <a:pt x="170014" y="-1348"/>
                    <a:pt x="158070" y="1314"/>
                    <a:pt x="148117" y="7969"/>
                  </a:cubicBezTo>
                  <a:close/>
                </a:path>
              </a:pathLst>
            </a:custGeom>
            <a:solidFill>
              <a:schemeClr val="accent1">
                <a:lumMod val="50000"/>
              </a:schemeClr>
            </a:solidFill>
            <a:ln w="6617" cap="flat">
              <a:noFill/>
              <a:prstDash val="solid"/>
              <a:miter/>
            </a:ln>
          </p:spPr>
          <p:txBody>
            <a:bodyPr rtlCol="0" anchor="ctr"/>
            <a:lstStyle/>
            <a:p>
              <a:endParaRPr lang="pt-BR"/>
            </a:p>
          </p:txBody>
        </p:sp>
        <p:sp>
          <p:nvSpPr>
            <p:cNvPr id="50" name="Freeform: Shape 49">
              <a:extLst>
                <a:ext uri="{FF2B5EF4-FFF2-40B4-BE49-F238E27FC236}">
                  <a16:creationId xmlns:a16="http://schemas.microsoft.com/office/drawing/2014/main" id="{B39C5D44-71A4-BC2E-B8FD-238F576A1E30}"/>
                </a:ext>
              </a:extLst>
            </p:cNvPr>
            <p:cNvSpPr/>
            <p:nvPr/>
          </p:nvSpPr>
          <p:spPr>
            <a:xfrm>
              <a:off x="1796122" y="4324995"/>
              <a:ext cx="258278" cy="455677"/>
            </a:xfrm>
            <a:custGeom>
              <a:avLst/>
              <a:gdLst>
                <a:gd name="connsiteX0" fmla="*/ 18734 w 258278"/>
                <a:gd name="connsiteY0" fmla="*/ 19124 h 455677"/>
                <a:gd name="connsiteX1" fmla="*/ 18734 w 258278"/>
                <a:gd name="connsiteY1" fmla="*/ 19124 h 455677"/>
                <a:gd name="connsiteX2" fmla="*/ 155 w 258278"/>
                <a:gd name="connsiteY2" fmla="*/ 65042 h 455677"/>
                <a:gd name="connsiteX3" fmla="*/ 22716 w 258278"/>
                <a:gd name="connsiteY3" fmla="*/ 363176 h 455677"/>
                <a:gd name="connsiteX4" fmla="*/ 122249 w 258278"/>
                <a:gd name="connsiteY4" fmla="*/ 455677 h 455677"/>
                <a:gd name="connsiteX5" fmla="*/ 258279 w 258278"/>
                <a:gd name="connsiteY5" fmla="*/ 455677 h 455677"/>
                <a:gd name="connsiteX6" fmla="*/ 185951 w 258278"/>
                <a:gd name="connsiteY6" fmla="*/ 251376 h 455677"/>
                <a:gd name="connsiteX7" fmla="*/ 137511 w 258278"/>
                <a:gd name="connsiteY7" fmla="*/ 2488 h 455677"/>
                <a:gd name="connsiteX8" fmla="*/ 18734 w 258278"/>
                <a:gd name="connsiteY8" fmla="*/ 19124 h 45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8278" h="455677">
                  <a:moveTo>
                    <a:pt x="18734" y="19124"/>
                  </a:moveTo>
                  <a:lnTo>
                    <a:pt x="18734" y="19124"/>
                  </a:lnTo>
                  <a:cubicBezTo>
                    <a:pt x="6127" y="30437"/>
                    <a:pt x="-1172" y="47740"/>
                    <a:pt x="155" y="65042"/>
                  </a:cubicBezTo>
                  <a:lnTo>
                    <a:pt x="22716" y="363176"/>
                  </a:lnTo>
                  <a:cubicBezTo>
                    <a:pt x="26697" y="415083"/>
                    <a:pt x="69828" y="455677"/>
                    <a:pt x="122249" y="455677"/>
                  </a:cubicBezTo>
                  <a:lnTo>
                    <a:pt x="258279" y="455677"/>
                  </a:lnTo>
                  <a:lnTo>
                    <a:pt x="185951" y="251376"/>
                  </a:lnTo>
                  <a:lnTo>
                    <a:pt x="137511" y="2488"/>
                  </a:lnTo>
                  <a:cubicBezTo>
                    <a:pt x="137511" y="2488"/>
                    <a:pt x="57221" y="-9491"/>
                    <a:pt x="18734" y="19124"/>
                  </a:cubicBezTo>
                  <a:close/>
                </a:path>
              </a:pathLst>
            </a:custGeom>
            <a:solidFill>
              <a:schemeClr val="tx2"/>
            </a:solidFill>
            <a:ln w="6617" cap="flat">
              <a:noFill/>
              <a:prstDash val="solid"/>
              <a:miter/>
            </a:ln>
          </p:spPr>
          <p:txBody>
            <a:bodyPr rtlCol="0" anchor="ctr"/>
            <a:lstStyle/>
            <a:p>
              <a:endParaRPr lang="pt-BR"/>
            </a:p>
          </p:txBody>
        </p:sp>
        <p:sp>
          <p:nvSpPr>
            <p:cNvPr id="51" name="Freeform: Shape 50">
              <a:extLst>
                <a:ext uri="{FF2B5EF4-FFF2-40B4-BE49-F238E27FC236}">
                  <a16:creationId xmlns:a16="http://schemas.microsoft.com/office/drawing/2014/main" id="{E1FF286C-3A3C-F742-CF41-C1626EB3BF78}"/>
                </a:ext>
              </a:extLst>
            </p:cNvPr>
            <p:cNvSpPr/>
            <p:nvPr/>
          </p:nvSpPr>
          <p:spPr>
            <a:xfrm>
              <a:off x="1816184" y="4286223"/>
              <a:ext cx="385527" cy="495114"/>
            </a:xfrm>
            <a:custGeom>
              <a:avLst/>
              <a:gdLst>
                <a:gd name="connsiteX0" fmla="*/ 198404 w 385527"/>
                <a:gd name="connsiteY0" fmla="*/ 482471 h 495114"/>
                <a:gd name="connsiteX1" fmla="*/ 198404 w 385527"/>
                <a:gd name="connsiteY1" fmla="*/ 482471 h 495114"/>
                <a:gd name="connsiteX2" fmla="*/ 167217 w 385527"/>
                <a:gd name="connsiteY2" fmla="*/ 439880 h 495114"/>
                <a:gd name="connsiteX3" fmla="*/ 102188 w 385527"/>
                <a:gd name="connsiteY3" fmla="*/ 76530 h 495114"/>
                <a:gd name="connsiteX4" fmla="*/ 0 w 385527"/>
                <a:gd name="connsiteY4" fmla="*/ 61889 h 495114"/>
                <a:gd name="connsiteX5" fmla="*/ 86263 w 385527"/>
                <a:gd name="connsiteY5" fmla="*/ 0 h 495114"/>
                <a:gd name="connsiteX6" fmla="*/ 145319 w 385527"/>
                <a:gd name="connsiteY6" fmla="*/ 31278 h 495114"/>
                <a:gd name="connsiteX7" fmla="*/ 210348 w 385527"/>
                <a:gd name="connsiteY7" fmla="*/ 394628 h 495114"/>
                <a:gd name="connsiteX8" fmla="*/ 241535 w 385527"/>
                <a:gd name="connsiteY8" fmla="*/ 437218 h 495114"/>
                <a:gd name="connsiteX9" fmla="*/ 241535 w 385527"/>
                <a:gd name="connsiteY9" fmla="*/ 437218 h 495114"/>
                <a:gd name="connsiteX10" fmla="*/ 293293 w 385527"/>
                <a:gd name="connsiteY10" fmla="*/ 449197 h 495114"/>
                <a:gd name="connsiteX11" fmla="*/ 385528 w 385527"/>
                <a:gd name="connsiteY11" fmla="*/ 449197 h 495114"/>
                <a:gd name="connsiteX12" fmla="*/ 385528 w 385527"/>
                <a:gd name="connsiteY12" fmla="*/ 461841 h 495114"/>
                <a:gd name="connsiteX13" fmla="*/ 352350 w 385527"/>
                <a:gd name="connsiteY13" fmla="*/ 495115 h 495114"/>
                <a:gd name="connsiteX14" fmla="*/ 250162 w 385527"/>
                <a:gd name="connsiteY14" fmla="*/ 495115 h 495114"/>
                <a:gd name="connsiteX15" fmla="*/ 198404 w 385527"/>
                <a:gd name="connsiteY15" fmla="*/ 482471 h 495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5527" h="495114">
                  <a:moveTo>
                    <a:pt x="198404" y="482471"/>
                  </a:moveTo>
                  <a:lnTo>
                    <a:pt x="198404" y="482471"/>
                  </a:lnTo>
                  <a:cubicBezTo>
                    <a:pt x="181815" y="474485"/>
                    <a:pt x="169871" y="458514"/>
                    <a:pt x="167217" y="439880"/>
                  </a:cubicBezTo>
                  <a:cubicBezTo>
                    <a:pt x="153282" y="353368"/>
                    <a:pt x="124085" y="110469"/>
                    <a:pt x="102188" y="76530"/>
                  </a:cubicBezTo>
                  <a:cubicBezTo>
                    <a:pt x="78963" y="40594"/>
                    <a:pt x="31851" y="40594"/>
                    <a:pt x="0" y="61889"/>
                  </a:cubicBezTo>
                  <a:lnTo>
                    <a:pt x="86263" y="0"/>
                  </a:lnTo>
                  <a:cubicBezTo>
                    <a:pt x="108824" y="0"/>
                    <a:pt x="132048" y="9982"/>
                    <a:pt x="145319" y="31278"/>
                  </a:cubicBezTo>
                  <a:cubicBezTo>
                    <a:pt x="167217" y="65217"/>
                    <a:pt x="196413" y="308116"/>
                    <a:pt x="210348" y="394628"/>
                  </a:cubicBezTo>
                  <a:cubicBezTo>
                    <a:pt x="213002" y="413261"/>
                    <a:pt x="224946" y="428567"/>
                    <a:pt x="241535" y="437218"/>
                  </a:cubicBezTo>
                  <a:lnTo>
                    <a:pt x="241535" y="437218"/>
                  </a:lnTo>
                  <a:cubicBezTo>
                    <a:pt x="257461" y="445204"/>
                    <a:pt x="275377" y="449197"/>
                    <a:pt x="293293" y="449197"/>
                  </a:cubicBezTo>
                  <a:lnTo>
                    <a:pt x="385528" y="449197"/>
                  </a:lnTo>
                  <a:lnTo>
                    <a:pt x="385528" y="461841"/>
                  </a:lnTo>
                  <a:cubicBezTo>
                    <a:pt x="385528" y="479809"/>
                    <a:pt x="370929" y="495115"/>
                    <a:pt x="352350" y="495115"/>
                  </a:cubicBezTo>
                  <a:lnTo>
                    <a:pt x="250162" y="495115"/>
                  </a:lnTo>
                  <a:cubicBezTo>
                    <a:pt x="232246" y="493784"/>
                    <a:pt x="214993" y="489791"/>
                    <a:pt x="198404" y="482471"/>
                  </a:cubicBezTo>
                  <a:close/>
                </a:path>
              </a:pathLst>
            </a:custGeom>
            <a:solidFill>
              <a:schemeClr val="bg1"/>
            </a:solidFill>
            <a:ln w="6617" cap="rnd">
              <a:solidFill>
                <a:schemeClr val="tx2"/>
              </a:solidFill>
              <a:prstDash val="solid"/>
              <a:round/>
            </a:ln>
          </p:spPr>
          <p:txBody>
            <a:bodyPr rtlCol="0" anchor="ctr"/>
            <a:lstStyle/>
            <a:p>
              <a:endParaRPr lang="pt-BR"/>
            </a:p>
          </p:txBody>
        </p:sp>
        <p:sp>
          <p:nvSpPr>
            <p:cNvPr id="52" name="Freeform: Shape 51">
              <a:extLst>
                <a:ext uri="{FF2B5EF4-FFF2-40B4-BE49-F238E27FC236}">
                  <a16:creationId xmlns:a16="http://schemas.microsoft.com/office/drawing/2014/main" id="{AEB8F1F9-2A07-F76A-0EF0-C79485DA241E}"/>
                </a:ext>
              </a:extLst>
            </p:cNvPr>
            <p:cNvSpPr/>
            <p:nvPr/>
          </p:nvSpPr>
          <p:spPr>
            <a:xfrm>
              <a:off x="2065018" y="4578367"/>
              <a:ext cx="9953" cy="64551"/>
            </a:xfrm>
            <a:custGeom>
              <a:avLst/>
              <a:gdLst>
                <a:gd name="connsiteX0" fmla="*/ 0 w 9953"/>
                <a:gd name="connsiteY0" fmla="*/ 0 h 64551"/>
                <a:gd name="connsiteX1" fmla="*/ 9953 w 9953"/>
                <a:gd name="connsiteY1" fmla="*/ 64551 h 64551"/>
              </a:gdLst>
              <a:ahLst/>
              <a:cxnLst>
                <a:cxn ang="0">
                  <a:pos x="connsiteX0" y="connsiteY0"/>
                </a:cxn>
                <a:cxn ang="0">
                  <a:pos x="connsiteX1" y="connsiteY1"/>
                </a:cxn>
              </a:cxnLst>
              <a:rect l="l" t="t" r="r" b="b"/>
              <a:pathLst>
                <a:path w="9953" h="64551">
                  <a:moveTo>
                    <a:pt x="0" y="0"/>
                  </a:moveTo>
                  <a:lnTo>
                    <a:pt x="9953" y="64551"/>
                  </a:lnTo>
                </a:path>
              </a:pathLst>
            </a:custGeom>
            <a:ln w="6617" cap="rnd">
              <a:solidFill>
                <a:schemeClr val="tx2"/>
              </a:solidFill>
              <a:prstDash val="solid"/>
              <a:round/>
            </a:ln>
          </p:spPr>
          <p:txBody>
            <a:bodyPr rtlCol="0" anchor="ctr"/>
            <a:lstStyle/>
            <a:p>
              <a:endParaRPr lang="pt-BR"/>
            </a:p>
          </p:txBody>
        </p:sp>
        <p:sp>
          <p:nvSpPr>
            <p:cNvPr id="53" name="Freeform: Shape 52">
              <a:extLst>
                <a:ext uri="{FF2B5EF4-FFF2-40B4-BE49-F238E27FC236}">
                  <a16:creationId xmlns:a16="http://schemas.microsoft.com/office/drawing/2014/main" id="{C2A0FB14-11A7-0698-F016-6493C59E2B25}"/>
                </a:ext>
              </a:extLst>
            </p:cNvPr>
            <p:cNvSpPr/>
            <p:nvPr/>
          </p:nvSpPr>
          <p:spPr>
            <a:xfrm>
              <a:off x="1970793" y="4135159"/>
              <a:ext cx="210348" cy="272180"/>
            </a:xfrm>
            <a:custGeom>
              <a:avLst/>
              <a:gdLst>
                <a:gd name="connsiteX0" fmla="*/ 120768 w 210348"/>
                <a:gd name="connsiteY0" fmla="*/ 272180 h 272180"/>
                <a:gd name="connsiteX1" fmla="*/ 103515 w 210348"/>
                <a:gd name="connsiteY1" fmla="*/ 147070 h 272180"/>
                <a:gd name="connsiteX2" fmla="*/ 0 w 210348"/>
                <a:gd name="connsiteY2" fmla="*/ 75199 h 272180"/>
                <a:gd name="connsiteX3" fmla="*/ 114796 w 210348"/>
                <a:gd name="connsiteY3" fmla="*/ 0 h 272180"/>
                <a:gd name="connsiteX4" fmla="*/ 210348 w 210348"/>
                <a:gd name="connsiteY4" fmla="*/ 150398 h 272180"/>
                <a:gd name="connsiteX5" fmla="*/ 161908 w 210348"/>
                <a:gd name="connsiteY5" fmla="*/ 252881 h 272180"/>
                <a:gd name="connsiteX6" fmla="*/ 120768 w 210348"/>
                <a:gd name="connsiteY6" fmla="*/ 272180 h 27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348" h="272180">
                  <a:moveTo>
                    <a:pt x="120768" y="272180"/>
                  </a:moveTo>
                  <a:cubicBezTo>
                    <a:pt x="144656" y="257539"/>
                    <a:pt x="136693" y="201639"/>
                    <a:pt x="103515" y="147070"/>
                  </a:cubicBezTo>
                  <a:cubicBezTo>
                    <a:pt x="70337" y="92501"/>
                    <a:pt x="23888" y="60558"/>
                    <a:pt x="0" y="75199"/>
                  </a:cubicBezTo>
                  <a:lnTo>
                    <a:pt x="114796" y="0"/>
                  </a:lnTo>
                  <a:lnTo>
                    <a:pt x="210348" y="150398"/>
                  </a:lnTo>
                  <a:lnTo>
                    <a:pt x="161908" y="252881"/>
                  </a:lnTo>
                  <a:lnTo>
                    <a:pt x="120768" y="272180"/>
                  </a:lnTo>
                  <a:close/>
                </a:path>
              </a:pathLst>
            </a:custGeom>
            <a:solidFill>
              <a:schemeClr val="accent1"/>
            </a:solidFill>
            <a:ln w="6617" cap="flat">
              <a:noFill/>
              <a:prstDash val="solid"/>
              <a:miter/>
            </a:ln>
          </p:spPr>
          <p:txBody>
            <a:bodyPr rtlCol="0" anchor="ctr"/>
            <a:lstStyle/>
            <a:p>
              <a:endParaRPr lang="pt-BR"/>
            </a:p>
          </p:txBody>
        </p:sp>
        <p:sp>
          <p:nvSpPr>
            <p:cNvPr id="54" name="Freeform: Shape 53">
              <a:extLst>
                <a:ext uri="{FF2B5EF4-FFF2-40B4-BE49-F238E27FC236}">
                  <a16:creationId xmlns:a16="http://schemas.microsoft.com/office/drawing/2014/main" id="{1D8085E6-8824-2F52-3F13-7755F3155727}"/>
                </a:ext>
              </a:extLst>
            </p:cNvPr>
            <p:cNvSpPr/>
            <p:nvPr/>
          </p:nvSpPr>
          <p:spPr>
            <a:xfrm>
              <a:off x="2869251" y="2168675"/>
              <a:ext cx="33841" cy="73202"/>
            </a:xfrm>
            <a:custGeom>
              <a:avLst/>
              <a:gdLst>
                <a:gd name="connsiteX0" fmla="*/ 33842 w 33841"/>
                <a:gd name="connsiteY0" fmla="*/ 17302 h 73202"/>
                <a:gd name="connsiteX1" fmla="*/ 0 w 33841"/>
                <a:gd name="connsiteY1" fmla="*/ 0 h 73202"/>
                <a:gd name="connsiteX2" fmla="*/ 31851 w 33841"/>
                <a:gd name="connsiteY2" fmla="*/ 73202 h 73202"/>
              </a:gdLst>
              <a:ahLst/>
              <a:cxnLst>
                <a:cxn ang="0">
                  <a:pos x="connsiteX0" y="connsiteY0"/>
                </a:cxn>
                <a:cxn ang="0">
                  <a:pos x="connsiteX1" y="connsiteY1"/>
                </a:cxn>
                <a:cxn ang="0">
                  <a:pos x="connsiteX2" y="connsiteY2"/>
                </a:cxn>
              </a:cxnLst>
              <a:rect l="l" t="t" r="r" b="b"/>
              <a:pathLst>
                <a:path w="33841" h="73202">
                  <a:moveTo>
                    <a:pt x="33842" y="17302"/>
                  </a:moveTo>
                  <a:lnTo>
                    <a:pt x="0" y="0"/>
                  </a:lnTo>
                  <a:lnTo>
                    <a:pt x="31851" y="73202"/>
                  </a:lnTo>
                </a:path>
              </a:pathLst>
            </a:custGeom>
            <a:noFill/>
            <a:ln w="6617" cap="rnd">
              <a:solidFill>
                <a:schemeClr val="tx2"/>
              </a:solidFill>
              <a:prstDash val="solid"/>
              <a:round/>
            </a:ln>
          </p:spPr>
          <p:txBody>
            <a:bodyPr rtlCol="0" anchor="ctr"/>
            <a:lstStyle/>
            <a:p>
              <a:endParaRPr lang="pt-BR"/>
            </a:p>
          </p:txBody>
        </p:sp>
        <p:sp>
          <p:nvSpPr>
            <p:cNvPr id="55" name="Freeform: Shape 54">
              <a:extLst>
                <a:ext uri="{FF2B5EF4-FFF2-40B4-BE49-F238E27FC236}">
                  <a16:creationId xmlns:a16="http://schemas.microsoft.com/office/drawing/2014/main" id="{466467B4-D4FD-B16D-3DD7-A0E87A73F5F8}"/>
                </a:ext>
              </a:extLst>
            </p:cNvPr>
            <p:cNvSpPr/>
            <p:nvPr/>
          </p:nvSpPr>
          <p:spPr>
            <a:xfrm>
              <a:off x="1874577" y="2333713"/>
              <a:ext cx="24551" cy="161710"/>
            </a:xfrm>
            <a:custGeom>
              <a:avLst/>
              <a:gdLst>
                <a:gd name="connsiteX0" fmla="*/ 0 w 24551"/>
                <a:gd name="connsiteY0" fmla="*/ 0 h 161710"/>
                <a:gd name="connsiteX1" fmla="*/ 24552 w 24551"/>
                <a:gd name="connsiteY1" fmla="*/ 161711 h 161710"/>
              </a:gdLst>
              <a:ahLst/>
              <a:cxnLst>
                <a:cxn ang="0">
                  <a:pos x="connsiteX0" y="connsiteY0"/>
                </a:cxn>
                <a:cxn ang="0">
                  <a:pos x="connsiteX1" y="connsiteY1"/>
                </a:cxn>
              </a:cxnLst>
              <a:rect l="l" t="t" r="r" b="b"/>
              <a:pathLst>
                <a:path w="24551" h="161710">
                  <a:moveTo>
                    <a:pt x="0" y="0"/>
                  </a:moveTo>
                  <a:lnTo>
                    <a:pt x="24552" y="161711"/>
                  </a:lnTo>
                </a:path>
              </a:pathLst>
            </a:custGeom>
            <a:ln w="6617" cap="rnd">
              <a:solidFill>
                <a:schemeClr val="tx2"/>
              </a:solidFill>
              <a:prstDash val="solid"/>
              <a:round/>
            </a:ln>
          </p:spPr>
          <p:txBody>
            <a:bodyPr rtlCol="0" anchor="ctr"/>
            <a:lstStyle/>
            <a:p>
              <a:endParaRPr lang="pt-BR"/>
            </a:p>
          </p:txBody>
        </p:sp>
        <p:sp>
          <p:nvSpPr>
            <p:cNvPr id="56" name="Freeform: Shape 55">
              <a:extLst>
                <a:ext uri="{FF2B5EF4-FFF2-40B4-BE49-F238E27FC236}">
                  <a16:creationId xmlns:a16="http://schemas.microsoft.com/office/drawing/2014/main" id="{28181558-3B99-7EA2-7373-876A03AB1707}"/>
                </a:ext>
              </a:extLst>
            </p:cNvPr>
            <p:cNvSpPr/>
            <p:nvPr/>
          </p:nvSpPr>
          <p:spPr>
            <a:xfrm>
              <a:off x="2375564" y="3371192"/>
              <a:ext cx="136693" cy="173024"/>
            </a:xfrm>
            <a:custGeom>
              <a:avLst/>
              <a:gdLst>
                <a:gd name="connsiteX0" fmla="*/ 136693 w 136693"/>
                <a:gd name="connsiteY0" fmla="*/ 173024 h 173024"/>
                <a:gd name="connsiteX1" fmla="*/ 0 w 136693"/>
                <a:gd name="connsiteY1" fmla="*/ 0 h 173024"/>
              </a:gdLst>
              <a:ahLst/>
              <a:cxnLst>
                <a:cxn ang="0">
                  <a:pos x="connsiteX0" y="connsiteY0"/>
                </a:cxn>
                <a:cxn ang="0">
                  <a:pos x="connsiteX1" y="connsiteY1"/>
                </a:cxn>
              </a:cxnLst>
              <a:rect l="l" t="t" r="r" b="b"/>
              <a:pathLst>
                <a:path w="136693" h="173024">
                  <a:moveTo>
                    <a:pt x="136693" y="173024"/>
                  </a:moveTo>
                  <a:lnTo>
                    <a:pt x="0" y="0"/>
                  </a:lnTo>
                </a:path>
              </a:pathLst>
            </a:custGeom>
            <a:ln w="6617" cap="rnd">
              <a:solidFill>
                <a:schemeClr val="tx2"/>
              </a:solidFill>
              <a:prstDash val="solid"/>
              <a:round/>
            </a:ln>
          </p:spPr>
          <p:txBody>
            <a:bodyPr rtlCol="0" anchor="ctr"/>
            <a:lstStyle/>
            <a:p>
              <a:endParaRPr lang="pt-BR"/>
            </a:p>
          </p:txBody>
        </p:sp>
        <p:sp>
          <p:nvSpPr>
            <p:cNvPr id="57" name="Freeform: Shape 56">
              <a:extLst>
                <a:ext uri="{FF2B5EF4-FFF2-40B4-BE49-F238E27FC236}">
                  <a16:creationId xmlns:a16="http://schemas.microsoft.com/office/drawing/2014/main" id="{5FFEA243-5196-4B6D-F83A-3B69DB667A47}"/>
                </a:ext>
              </a:extLst>
            </p:cNvPr>
            <p:cNvSpPr/>
            <p:nvPr/>
          </p:nvSpPr>
          <p:spPr>
            <a:xfrm>
              <a:off x="2751138" y="3783122"/>
              <a:ext cx="49766" cy="56565"/>
            </a:xfrm>
            <a:custGeom>
              <a:avLst/>
              <a:gdLst>
                <a:gd name="connsiteX0" fmla="*/ 49767 w 49766"/>
                <a:gd name="connsiteY0" fmla="*/ 0 h 56565"/>
                <a:gd name="connsiteX1" fmla="*/ 0 w 49766"/>
                <a:gd name="connsiteY1" fmla="*/ 56566 h 56565"/>
                <a:gd name="connsiteX2" fmla="*/ 49767 w 49766"/>
                <a:gd name="connsiteY2" fmla="*/ 56566 h 56565"/>
              </a:gdLst>
              <a:ahLst/>
              <a:cxnLst>
                <a:cxn ang="0">
                  <a:pos x="connsiteX0" y="connsiteY0"/>
                </a:cxn>
                <a:cxn ang="0">
                  <a:pos x="connsiteX1" y="connsiteY1"/>
                </a:cxn>
                <a:cxn ang="0">
                  <a:pos x="connsiteX2" y="connsiteY2"/>
                </a:cxn>
              </a:cxnLst>
              <a:rect l="l" t="t" r="r" b="b"/>
              <a:pathLst>
                <a:path w="49766" h="56565">
                  <a:moveTo>
                    <a:pt x="49767" y="0"/>
                  </a:moveTo>
                  <a:lnTo>
                    <a:pt x="0" y="56566"/>
                  </a:lnTo>
                  <a:lnTo>
                    <a:pt x="49767" y="56566"/>
                  </a:lnTo>
                </a:path>
              </a:pathLst>
            </a:custGeom>
            <a:noFill/>
            <a:ln w="6617" cap="rnd">
              <a:solidFill>
                <a:schemeClr val="tx2"/>
              </a:solidFill>
              <a:prstDash val="solid"/>
              <a:round/>
            </a:ln>
          </p:spPr>
          <p:txBody>
            <a:bodyPr rtlCol="0" anchor="ctr"/>
            <a:lstStyle/>
            <a:p>
              <a:endParaRPr lang="pt-BR"/>
            </a:p>
          </p:txBody>
        </p:sp>
      </p:grpSp>
      <p:pic>
        <p:nvPicPr>
          <p:cNvPr id="2" name="Picture 1">
            <a:extLst>
              <a:ext uri="{FF2B5EF4-FFF2-40B4-BE49-F238E27FC236}">
                <a16:creationId xmlns:a16="http://schemas.microsoft.com/office/drawing/2014/main" id="{3C0FCF16-9973-CE90-8887-3E22C0305BD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60527" y="-7625"/>
            <a:ext cx="366456" cy="361950"/>
          </a:xfrm>
          <a:prstGeom prst="rect">
            <a:avLst/>
          </a:prstGeom>
        </p:spPr>
      </p:pic>
      <p:sp>
        <p:nvSpPr>
          <p:cNvPr id="3" name="TextBox 2">
            <a:extLst>
              <a:ext uri="{FF2B5EF4-FFF2-40B4-BE49-F238E27FC236}">
                <a16:creationId xmlns:a16="http://schemas.microsoft.com/office/drawing/2014/main" id="{B4A9C2E3-C1EF-B39C-A530-5C09FAEAC28A}"/>
              </a:ext>
            </a:extLst>
          </p:cNvPr>
          <p:cNvSpPr txBox="1"/>
          <p:nvPr/>
        </p:nvSpPr>
        <p:spPr>
          <a:xfrm>
            <a:off x="5982361" y="4844415"/>
            <a:ext cx="2978878" cy="276999"/>
          </a:xfrm>
          <a:prstGeom prst="rect">
            <a:avLst/>
          </a:prstGeom>
          <a:noFill/>
        </p:spPr>
        <p:txBody>
          <a:bodyPr wrap="square">
            <a:spAutoFit/>
          </a:bodyPr>
          <a:lstStyle/>
          <a:p>
            <a:pPr algn="ctr"/>
            <a:r>
              <a:rPr lang="en-US" sz="1200" dirty="0">
                <a:solidFill>
                  <a:srgbClr val="FFC000"/>
                </a:solidFill>
                <a:effectLst>
                  <a:outerShdw blurRad="38100" dist="38100" dir="2700000" algn="tl">
                    <a:srgbClr val="000000">
                      <a:alpha val="43137"/>
                    </a:srgbClr>
                  </a:outerShdw>
                </a:effectLst>
                <a:latin typeface="Cooper Black" panose="0208090404030B020404" pitchFamily="18" charset="0"/>
              </a:rPr>
              <a:t>www.anubhavtrainings.com</a:t>
            </a:r>
          </a:p>
        </p:txBody>
      </p:sp>
      <p:sp>
        <p:nvSpPr>
          <p:cNvPr id="4" name="Rectangle 3" title="0">
            <a:extLst>
              <a:ext uri="{FF2B5EF4-FFF2-40B4-BE49-F238E27FC236}">
                <a16:creationId xmlns:a16="http://schemas.microsoft.com/office/drawing/2014/main" id="{10C00CF1-B158-E1A3-B707-A389D600C4BF}"/>
              </a:ext>
            </a:extLst>
          </p:cNvPr>
          <p:cNvSpPr/>
          <p:nvPr/>
        </p:nvSpPr>
        <p:spPr>
          <a:xfrm>
            <a:off x="162722" y="255826"/>
            <a:ext cx="1132678" cy="4465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8987" rtl="0" eaLnBrk="1" fontAlgn="auto" latinLnBrk="0" hangingPunct="1">
              <a:lnSpc>
                <a:spcPct val="100000"/>
              </a:lnSpc>
              <a:spcBef>
                <a:spcPct val="0"/>
              </a:spcBef>
              <a:spcAft>
                <a:spcPts val="0"/>
              </a:spcAft>
              <a:buClrTx/>
              <a:buSzTx/>
              <a:buFontTx/>
              <a:buNone/>
              <a:tabLst/>
              <a:defRPr/>
            </a:pPr>
            <a:r>
              <a:rPr lang="en-GB" sz="2800" b="1" dirty="0">
                <a:solidFill>
                  <a:schemeClr val="bg1"/>
                </a:solidFill>
                <a:latin typeface="Cooper Black" pitchFamily="18" charset="0"/>
                <a:ea typeface="Segoe UI Black" panose="020B0A02040204020203" pitchFamily="34" charset="0"/>
                <a:cs typeface="+mj-cs"/>
              </a:rPr>
              <a:t>FAQs</a:t>
            </a:r>
            <a:endParaRPr kumimoji="0" lang="en-GB" sz="2800" b="1" i="0" u="none" strike="noStrike" kern="1200" cap="none" spc="0" normalizeH="0" baseline="0" noProof="0" dirty="0">
              <a:ln>
                <a:noFill/>
              </a:ln>
              <a:solidFill>
                <a:schemeClr val="bg1"/>
              </a:solidFill>
              <a:effectLst/>
              <a:uLnTx/>
              <a:uFillTx/>
              <a:latin typeface="Cooper Black" pitchFamily="18" charset="0"/>
              <a:ea typeface="Segoe UI Black" panose="020B0A02040204020203" pitchFamily="34" charset="0"/>
              <a:cs typeface="+mj-cs"/>
            </a:endParaRPr>
          </a:p>
        </p:txBody>
      </p:sp>
      <p:sp>
        <p:nvSpPr>
          <p:cNvPr id="6" name="TextBox 5">
            <a:extLst>
              <a:ext uri="{FF2B5EF4-FFF2-40B4-BE49-F238E27FC236}">
                <a16:creationId xmlns:a16="http://schemas.microsoft.com/office/drawing/2014/main" id="{69C0E45F-65E4-82EF-C22E-2544190624A3}"/>
              </a:ext>
            </a:extLst>
          </p:cNvPr>
          <p:cNvSpPr txBox="1"/>
          <p:nvPr/>
        </p:nvSpPr>
        <p:spPr>
          <a:xfrm>
            <a:off x="945137" y="1002876"/>
            <a:ext cx="7128509" cy="2964914"/>
          </a:xfrm>
          <a:prstGeom prst="rect">
            <a:avLst/>
          </a:prstGeom>
          <a:noFill/>
        </p:spPr>
        <p:txBody>
          <a:bodyPr wrap="square">
            <a:spAutoFit/>
          </a:bodyPr>
          <a:lstStyle/>
          <a:p>
            <a:pPr fontAlgn="base">
              <a:lnSpc>
                <a:spcPts val="1575"/>
              </a:lnSpc>
            </a:pPr>
            <a:r>
              <a:rPr lang="en-US" sz="1400" dirty="0">
                <a:solidFill>
                  <a:schemeClr val="bg1"/>
                </a:solidFill>
                <a:latin typeface="Amasis MT Pro Medium" panose="02040604050005020304" pitchFamily="18" charset="0"/>
              </a:rPr>
              <a:t>5. Will you cover real-time scenarios?​</a:t>
            </a:r>
          </a:p>
          <a:p>
            <a:pPr fontAlgn="base">
              <a:lnSpc>
                <a:spcPts val="1575"/>
              </a:lnSpc>
            </a:pPr>
            <a:r>
              <a:rPr lang="en-US" sz="1400" dirty="0">
                <a:solidFill>
                  <a:schemeClr val="bg1"/>
                </a:solidFill>
                <a:latin typeface="Amasis MT Pro Medium" panose="02040604050005020304" pitchFamily="18" charset="0"/>
              </a:rPr>
              <a:t>Yes, we will learn end to end process of Developing the Fiori apps and finally connecting with real SAP data,​ deploy and deliver apps to the Production system.​</a:t>
            </a:r>
          </a:p>
          <a:p>
            <a:pPr fontAlgn="base">
              <a:lnSpc>
                <a:spcPts val="1575"/>
              </a:lnSpc>
            </a:pPr>
            <a:r>
              <a:rPr lang="en-US" sz="1400" dirty="0">
                <a:solidFill>
                  <a:schemeClr val="bg1"/>
                </a:solidFill>
                <a:latin typeface="Amasis MT Pro Medium" panose="02040604050005020304" pitchFamily="18" charset="0"/>
              </a:rPr>
              <a:t>​</a:t>
            </a:r>
            <a:br>
              <a:rPr lang="en-US" sz="1400" dirty="0">
                <a:solidFill>
                  <a:schemeClr val="bg1"/>
                </a:solidFill>
                <a:latin typeface="Amasis MT Pro Medium" panose="02040604050005020304" pitchFamily="18" charset="0"/>
              </a:rPr>
            </a:br>
            <a:r>
              <a:rPr lang="en-US" sz="1400" dirty="0">
                <a:solidFill>
                  <a:schemeClr val="bg1"/>
                </a:solidFill>
                <a:latin typeface="Amasis MT Pro Medium" panose="02040604050005020304" pitchFamily="18" charset="0"/>
              </a:rPr>
              <a:t>6. I am new to SAP UI5, can I learn?​</a:t>
            </a:r>
          </a:p>
          <a:p>
            <a:pPr fontAlgn="base">
              <a:lnSpc>
                <a:spcPts val="1575"/>
              </a:lnSpc>
            </a:pPr>
            <a:r>
              <a:rPr lang="en-US" sz="1400" dirty="0">
                <a:solidFill>
                  <a:schemeClr val="bg1"/>
                </a:solidFill>
                <a:latin typeface="Amasis MT Pro Medium" panose="02040604050005020304" pitchFamily="18" charset="0"/>
              </a:rPr>
              <a:t>Yes, this course is designed in a way that a fresher can learn because we will cover all basics like​ HTML, CSS, JavaScript and </a:t>
            </a:r>
            <a:r>
              <a:rPr lang="en-US" sz="1400" dirty="0" err="1">
                <a:solidFill>
                  <a:schemeClr val="bg1"/>
                </a:solidFill>
                <a:latin typeface="Amasis MT Pro Medium" panose="02040604050005020304" pitchFamily="18" charset="0"/>
              </a:rPr>
              <a:t>JQuery</a:t>
            </a:r>
            <a:r>
              <a:rPr lang="en-US" sz="1400" dirty="0">
                <a:solidFill>
                  <a:schemeClr val="bg1"/>
                </a:solidFill>
                <a:latin typeface="Amasis MT Pro Medium" panose="02040604050005020304" pitchFamily="18" charset="0"/>
              </a:rPr>
              <a:t>.​</a:t>
            </a:r>
          </a:p>
          <a:p>
            <a:pPr fontAlgn="base">
              <a:lnSpc>
                <a:spcPts val="1575"/>
              </a:lnSpc>
            </a:pPr>
            <a:r>
              <a:rPr lang="en-US" sz="1400" dirty="0">
                <a:solidFill>
                  <a:schemeClr val="bg1"/>
                </a:solidFill>
                <a:latin typeface="Amasis MT Pro Medium" panose="02040604050005020304" pitchFamily="18" charset="0"/>
              </a:rPr>
              <a:t>​</a:t>
            </a:r>
            <a:br>
              <a:rPr lang="en-US" sz="1400" dirty="0">
                <a:solidFill>
                  <a:schemeClr val="bg1"/>
                </a:solidFill>
                <a:latin typeface="Amasis MT Pro Medium" panose="02040604050005020304" pitchFamily="18" charset="0"/>
              </a:rPr>
            </a:br>
            <a:r>
              <a:rPr lang="en-US" sz="1400" dirty="0">
                <a:solidFill>
                  <a:schemeClr val="bg1"/>
                </a:solidFill>
                <a:latin typeface="Amasis MT Pro Medium" panose="02040604050005020304" pitchFamily="18" charset="0"/>
              </a:rPr>
              <a:t>7. If I miss a class how to refer?​</a:t>
            </a:r>
          </a:p>
          <a:p>
            <a:pPr fontAlgn="base">
              <a:lnSpc>
                <a:spcPts val="1575"/>
              </a:lnSpc>
            </a:pPr>
            <a:r>
              <a:rPr lang="en-US" sz="1400" dirty="0">
                <a:solidFill>
                  <a:schemeClr val="bg1"/>
                </a:solidFill>
                <a:latin typeface="Amasis MT Pro Medium" panose="02040604050005020304" pitchFamily="18" charset="0"/>
              </a:rPr>
              <a:t>Each class will be recorded and you can watch is once done. So, even if you miss or do not miss the class, ​you can also watch recordings.​</a:t>
            </a:r>
          </a:p>
          <a:p>
            <a:pPr fontAlgn="base">
              <a:lnSpc>
                <a:spcPts val="1575"/>
              </a:lnSpc>
            </a:pPr>
            <a:r>
              <a:rPr lang="en-US" sz="1400" dirty="0">
                <a:solidFill>
                  <a:schemeClr val="bg1"/>
                </a:solidFill>
                <a:latin typeface="Amasis MT Pro Medium" panose="02040604050005020304" pitchFamily="18" charset="0"/>
              </a:rPr>
              <a:t>​</a:t>
            </a:r>
            <a:br>
              <a:rPr lang="en-US" sz="1400" dirty="0">
                <a:solidFill>
                  <a:schemeClr val="bg1"/>
                </a:solidFill>
                <a:latin typeface="Amasis MT Pro Medium" panose="02040604050005020304" pitchFamily="18" charset="0"/>
              </a:rPr>
            </a:br>
            <a:r>
              <a:rPr lang="en-US" sz="1400" dirty="0">
                <a:solidFill>
                  <a:schemeClr val="bg1"/>
                </a:solidFill>
                <a:latin typeface="Amasis MT Pro Medium" panose="02040604050005020304" pitchFamily="18" charset="0"/>
              </a:rPr>
              <a:t>8. Process to enroll for this course?​</a:t>
            </a:r>
          </a:p>
          <a:p>
            <a:pPr fontAlgn="base">
              <a:lnSpc>
                <a:spcPts val="1575"/>
              </a:lnSpc>
            </a:pPr>
            <a:r>
              <a:rPr lang="en-US" sz="1400" dirty="0">
                <a:solidFill>
                  <a:schemeClr val="bg1"/>
                </a:solidFill>
                <a:latin typeface="Amasis MT Pro Medium" panose="02040604050005020304" pitchFamily="18" charset="0"/>
              </a:rPr>
              <a:t>Please mail us at </a:t>
            </a:r>
            <a:r>
              <a:rPr lang="en-US" sz="1400" dirty="0">
                <a:solidFill>
                  <a:schemeClr val="bg1"/>
                </a:solidFill>
                <a:latin typeface="Amasis MT Pro Medium" panose="02040604050005020304" pitchFamily="18" charset="0"/>
                <a:hlinkClick r:id="rId8">
                  <a:extLst>
                    <a:ext uri="{A12FA001-AC4F-418D-AE19-62706E023703}">
                      <ahyp:hlinkClr xmlns:ahyp="http://schemas.microsoft.com/office/drawing/2018/hyperlinkcolor" val="tx"/>
                    </a:ext>
                  </a:extLst>
                </a:hlinkClick>
              </a:rPr>
              <a:t>contact@anubhavtrainings.com</a:t>
            </a:r>
            <a:endParaRPr lang="en-IN" sz="1400" dirty="0">
              <a:solidFill>
                <a:schemeClr val="bg1"/>
              </a:solidFill>
              <a:latin typeface="Amasis MT Pro Medium" panose="02040604050005020304" pitchFamily="18" charset="0"/>
            </a:endParaRPr>
          </a:p>
        </p:txBody>
      </p:sp>
      <p:sp>
        <p:nvSpPr>
          <p:cNvPr id="5" name="TextBox 4">
            <a:extLst>
              <a:ext uri="{FF2B5EF4-FFF2-40B4-BE49-F238E27FC236}">
                <a16:creationId xmlns:a16="http://schemas.microsoft.com/office/drawing/2014/main" id="{767B920B-2573-0A45-D0E2-1B21FDE7E9DD}"/>
              </a:ext>
            </a:extLst>
          </p:cNvPr>
          <p:cNvSpPr txBox="1"/>
          <p:nvPr/>
        </p:nvSpPr>
        <p:spPr>
          <a:xfrm>
            <a:off x="8760527" y="4892933"/>
            <a:ext cx="366456" cy="261610"/>
          </a:xfrm>
          <a:prstGeom prst="rect">
            <a:avLst/>
          </a:prstGeom>
          <a:noFill/>
        </p:spPr>
        <p:txBody>
          <a:bodyPr wrap="square" rtlCol="0">
            <a:spAutoFit/>
          </a:bodyPr>
          <a:lstStyle/>
          <a:p>
            <a:r>
              <a:rPr lang="en-IN" sz="1100" dirty="0">
                <a:solidFill>
                  <a:schemeClr val="tx2">
                    <a:lumMod val="40000"/>
                    <a:lumOff val="60000"/>
                  </a:schemeClr>
                </a:solidFill>
              </a:rPr>
              <a:t>11</a:t>
            </a:r>
          </a:p>
        </p:txBody>
      </p:sp>
    </p:spTree>
    <p:extLst>
      <p:ext uri="{BB962C8B-B14F-4D97-AF65-F5344CB8AC3E}">
        <p14:creationId xmlns:p14="http://schemas.microsoft.com/office/powerpoint/2010/main" val="223636114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49C20996-A2C6-0848-BB05-D26035ADF79E}"/>
              </a:ext>
            </a:extLst>
          </p:cNvPr>
          <p:cNvGrpSpPr/>
          <p:nvPr/>
        </p:nvGrpSpPr>
        <p:grpSpPr>
          <a:xfrm>
            <a:off x="67812" y="660231"/>
            <a:ext cx="9144000" cy="4483269"/>
            <a:chOff x="67812" y="660231"/>
            <a:chExt cx="9144000" cy="4483269"/>
          </a:xfrm>
          <a:solidFill>
            <a:schemeClr val="tx2">
              <a:alpha val="40000"/>
            </a:schemeClr>
          </a:solidFill>
        </p:grpSpPr>
        <p:pic>
          <p:nvPicPr>
            <p:cNvPr id="13" name="Graphic 12">
              <a:extLst>
                <a:ext uri="{FF2B5EF4-FFF2-40B4-BE49-F238E27FC236}">
                  <a16:creationId xmlns:a16="http://schemas.microsoft.com/office/drawing/2014/main" id="{AB28C8B3-FF78-0A45-BE7E-F6E4553F465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812" y="660231"/>
              <a:ext cx="9144000" cy="4483269"/>
            </a:xfrm>
            <a:prstGeom prst="rect">
              <a:avLst/>
            </a:prstGeom>
          </p:spPr>
        </p:pic>
        <p:pic>
          <p:nvPicPr>
            <p:cNvPr id="18" name="Graphic 17">
              <a:extLst>
                <a:ext uri="{FF2B5EF4-FFF2-40B4-BE49-F238E27FC236}">
                  <a16:creationId xmlns:a16="http://schemas.microsoft.com/office/drawing/2014/main" id="{821C99B3-5D56-0940-AC7E-6C8733E57AD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398012">
              <a:off x="144131" y="1336193"/>
              <a:ext cx="1202695" cy="984023"/>
            </a:xfrm>
            <a:prstGeom prst="rect">
              <a:avLst/>
            </a:prstGeom>
          </p:spPr>
        </p:pic>
      </p:grpSp>
      <p:grpSp>
        <p:nvGrpSpPr>
          <p:cNvPr id="2" name="Graphic 7">
            <a:extLst>
              <a:ext uri="{FF2B5EF4-FFF2-40B4-BE49-F238E27FC236}">
                <a16:creationId xmlns:a16="http://schemas.microsoft.com/office/drawing/2014/main" id="{43C26105-197A-11DA-B836-5C5790DC9609}"/>
              </a:ext>
            </a:extLst>
          </p:cNvPr>
          <p:cNvGrpSpPr/>
          <p:nvPr/>
        </p:nvGrpSpPr>
        <p:grpSpPr>
          <a:xfrm>
            <a:off x="606357" y="986310"/>
            <a:ext cx="6618771" cy="3848507"/>
            <a:chOff x="648867" y="1092400"/>
            <a:chExt cx="6618771" cy="3848507"/>
          </a:xfrm>
          <a:solidFill>
            <a:schemeClr val="tx2"/>
          </a:solidFill>
        </p:grpSpPr>
        <p:sp>
          <p:nvSpPr>
            <p:cNvPr id="3" name="Freeform: Shape 2">
              <a:extLst>
                <a:ext uri="{FF2B5EF4-FFF2-40B4-BE49-F238E27FC236}">
                  <a16:creationId xmlns:a16="http://schemas.microsoft.com/office/drawing/2014/main" id="{0F0EB6E4-4261-0CB6-3DC2-C2F9B1C60352}"/>
                </a:ext>
              </a:extLst>
            </p:cNvPr>
            <p:cNvSpPr/>
            <p:nvPr/>
          </p:nvSpPr>
          <p:spPr>
            <a:xfrm>
              <a:off x="3012334" y="4940907"/>
              <a:ext cx="1828731" cy="6643"/>
            </a:xfrm>
            <a:custGeom>
              <a:avLst/>
              <a:gdLst>
                <a:gd name="connsiteX0" fmla="*/ 0 w 1828731"/>
                <a:gd name="connsiteY0" fmla="*/ 0 h 6643"/>
                <a:gd name="connsiteX1" fmla="*/ 1828732 w 1828731"/>
                <a:gd name="connsiteY1" fmla="*/ 0 h 6643"/>
              </a:gdLst>
              <a:ahLst/>
              <a:cxnLst>
                <a:cxn ang="0">
                  <a:pos x="connsiteX0" y="connsiteY0"/>
                </a:cxn>
                <a:cxn ang="0">
                  <a:pos x="connsiteX1" y="connsiteY1"/>
                </a:cxn>
              </a:cxnLst>
              <a:rect l="l" t="t" r="r" b="b"/>
              <a:pathLst>
                <a:path w="1828731" h="6643">
                  <a:moveTo>
                    <a:pt x="0" y="0"/>
                  </a:moveTo>
                  <a:lnTo>
                    <a:pt x="1828732" y="0"/>
                  </a:lnTo>
                </a:path>
              </a:pathLst>
            </a:custGeom>
            <a:ln w="79712" cap="rnd">
              <a:solidFill>
                <a:schemeClr val="bg2"/>
              </a:solidFill>
              <a:prstDash val="solid"/>
              <a:round/>
            </a:ln>
          </p:spPr>
          <p:txBody>
            <a:bodyPr rtlCol="0" anchor="ctr"/>
            <a:lstStyle/>
            <a:p>
              <a:endParaRPr lang="pt-BR"/>
            </a:p>
          </p:txBody>
        </p:sp>
        <p:sp>
          <p:nvSpPr>
            <p:cNvPr id="4" name="Freeform: Shape 3">
              <a:extLst>
                <a:ext uri="{FF2B5EF4-FFF2-40B4-BE49-F238E27FC236}">
                  <a16:creationId xmlns:a16="http://schemas.microsoft.com/office/drawing/2014/main" id="{F4F21931-F5D2-9AED-1A17-C96DDDF5594A}"/>
                </a:ext>
              </a:extLst>
            </p:cNvPr>
            <p:cNvSpPr/>
            <p:nvPr/>
          </p:nvSpPr>
          <p:spPr>
            <a:xfrm>
              <a:off x="3927032" y="4400136"/>
              <a:ext cx="6642" cy="540770"/>
            </a:xfrm>
            <a:custGeom>
              <a:avLst/>
              <a:gdLst>
                <a:gd name="connsiteX0" fmla="*/ 0 w 6642"/>
                <a:gd name="connsiteY0" fmla="*/ 0 h 540770"/>
                <a:gd name="connsiteX1" fmla="*/ 0 w 6642"/>
                <a:gd name="connsiteY1" fmla="*/ 540771 h 540770"/>
              </a:gdLst>
              <a:ahLst/>
              <a:cxnLst>
                <a:cxn ang="0">
                  <a:pos x="connsiteX0" y="connsiteY0"/>
                </a:cxn>
                <a:cxn ang="0">
                  <a:pos x="connsiteX1" y="connsiteY1"/>
                </a:cxn>
              </a:cxnLst>
              <a:rect l="l" t="t" r="r" b="b"/>
              <a:pathLst>
                <a:path w="6642" h="540770">
                  <a:moveTo>
                    <a:pt x="0" y="0"/>
                  </a:moveTo>
                  <a:lnTo>
                    <a:pt x="0" y="540771"/>
                  </a:lnTo>
                </a:path>
              </a:pathLst>
            </a:custGeom>
            <a:ln w="79712" cap="rnd">
              <a:solidFill>
                <a:schemeClr val="bg2"/>
              </a:solidFill>
              <a:prstDash val="solid"/>
              <a:round/>
            </a:ln>
          </p:spPr>
          <p:txBody>
            <a:bodyPr rtlCol="0" anchor="ctr"/>
            <a:lstStyle/>
            <a:p>
              <a:endParaRPr lang="pt-BR"/>
            </a:p>
          </p:txBody>
        </p:sp>
        <p:sp>
          <p:nvSpPr>
            <p:cNvPr id="5" name="Freeform: Shape 4">
              <a:extLst>
                <a:ext uri="{FF2B5EF4-FFF2-40B4-BE49-F238E27FC236}">
                  <a16:creationId xmlns:a16="http://schemas.microsoft.com/office/drawing/2014/main" id="{E5B2A297-8864-A6E4-021C-AB43AE6FB15B}"/>
                </a:ext>
              </a:extLst>
            </p:cNvPr>
            <p:cNvSpPr/>
            <p:nvPr/>
          </p:nvSpPr>
          <p:spPr>
            <a:xfrm>
              <a:off x="648867" y="1136246"/>
              <a:ext cx="6618771" cy="3263890"/>
            </a:xfrm>
            <a:custGeom>
              <a:avLst/>
              <a:gdLst>
                <a:gd name="connsiteX0" fmla="*/ 6618772 w 6618771"/>
                <a:gd name="connsiteY0" fmla="*/ 3263891 h 3263890"/>
                <a:gd name="connsiteX1" fmla="*/ 6618772 w 6618771"/>
                <a:gd name="connsiteY1" fmla="*/ 71084 h 3263890"/>
                <a:gd name="connsiteX2" fmla="*/ 6555667 w 6618771"/>
                <a:gd name="connsiteY2" fmla="*/ 0 h 3263890"/>
                <a:gd name="connsiteX3" fmla="*/ 0 w 6618771"/>
                <a:gd name="connsiteY3" fmla="*/ 3192807 h 3263890"/>
                <a:gd name="connsiteX4" fmla="*/ 63106 w 6618771"/>
                <a:gd name="connsiteY4" fmla="*/ 3263891 h 326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8771" h="3263890">
                  <a:moveTo>
                    <a:pt x="6618772" y="3263891"/>
                  </a:moveTo>
                  <a:lnTo>
                    <a:pt x="6618772" y="71084"/>
                  </a:lnTo>
                  <a:lnTo>
                    <a:pt x="6555667" y="0"/>
                  </a:lnTo>
                  <a:lnTo>
                    <a:pt x="0" y="3192807"/>
                  </a:lnTo>
                  <a:lnTo>
                    <a:pt x="63106" y="3263891"/>
                  </a:lnTo>
                  <a:close/>
                </a:path>
              </a:pathLst>
            </a:custGeom>
            <a:solidFill>
              <a:schemeClr val="tx2"/>
            </a:solidFill>
            <a:ln w="6643" cap="flat">
              <a:solidFill>
                <a:schemeClr val="bg2"/>
              </a:solidFill>
              <a:prstDash val="solid"/>
              <a:miter/>
            </a:ln>
          </p:spPr>
          <p:txBody>
            <a:bodyPr rtlCol="0" anchor="ctr"/>
            <a:lstStyle/>
            <a:p>
              <a:endParaRPr lang="pt-BR"/>
            </a:p>
          </p:txBody>
        </p:sp>
        <p:sp>
          <p:nvSpPr>
            <p:cNvPr id="7" name="Freeform: Shape 6">
              <a:extLst>
                <a:ext uri="{FF2B5EF4-FFF2-40B4-BE49-F238E27FC236}">
                  <a16:creationId xmlns:a16="http://schemas.microsoft.com/office/drawing/2014/main" id="{FF9F21A3-928E-41F3-66C5-68CFAC72A817}"/>
                </a:ext>
              </a:extLst>
            </p:cNvPr>
            <p:cNvSpPr/>
            <p:nvPr/>
          </p:nvSpPr>
          <p:spPr>
            <a:xfrm rot="5400000">
              <a:off x="2330542" y="-545032"/>
              <a:ext cx="3192474" cy="6556347"/>
            </a:xfrm>
            <a:custGeom>
              <a:avLst/>
              <a:gdLst>
                <a:gd name="connsiteX0" fmla="*/ 0 w 3192474"/>
                <a:gd name="connsiteY0" fmla="*/ 0 h 6556347"/>
                <a:gd name="connsiteX1" fmla="*/ 3192475 w 3192474"/>
                <a:gd name="connsiteY1" fmla="*/ 0 h 6556347"/>
                <a:gd name="connsiteX2" fmla="*/ 3192475 w 3192474"/>
                <a:gd name="connsiteY2" fmla="*/ 6556348 h 6556347"/>
                <a:gd name="connsiteX3" fmla="*/ 0 w 3192474"/>
                <a:gd name="connsiteY3" fmla="*/ 6556348 h 6556347"/>
              </a:gdLst>
              <a:ahLst/>
              <a:cxnLst>
                <a:cxn ang="0">
                  <a:pos x="connsiteX0" y="connsiteY0"/>
                </a:cxn>
                <a:cxn ang="0">
                  <a:pos x="connsiteX1" y="connsiteY1"/>
                </a:cxn>
                <a:cxn ang="0">
                  <a:pos x="connsiteX2" y="connsiteY2"/>
                </a:cxn>
                <a:cxn ang="0">
                  <a:pos x="connsiteX3" y="connsiteY3"/>
                </a:cxn>
              </a:cxnLst>
              <a:rect l="l" t="t" r="r" b="b"/>
              <a:pathLst>
                <a:path w="3192474" h="6556347">
                  <a:moveTo>
                    <a:pt x="0" y="0"/>
                  </a:moveTo>
                  <a:lnTo>
                    <a:pt x="3192475" y="0"/>
                  </a:lnTo>
                  <a:lnTo>
                    <a:pt x="3192475" y="6556348"/>
                  </a:lnTo>
                  <a:lnTo>
                    <a:pt x="0" y="6556348"/>
                  </a:lnTo>
                  <a:close/>
                </a:path>
              </a:pathLst>
            </a:custGeom>
            <a:solidFill>
              <a:schemeClr val="tx2"/>
            </a:solidFill>
            <a:ln w="6643" cap="flat">
              <a:solidFill>
                <a:schemeClr val="bg2"/>
              </a:solidFill>
              <a:prstDash val="solid"/>
              <a:miter/>
            </a:ln>
          </p:spPr>
          <p:txBody>
            <a:bodyPr rtlCol="0" anchor="ctr"/>
            <a:lstStyle/>
            <a:p>
              <a:endParaRPr lang="pt-BR" dirty="0"/>
            </a:p>
          </p:txBody>
        </p:sp>
        <p:sp>
          <p:nvSpPr>
            <p:cNvPr id="9" name="Freeform: Shape 8">
              <a:extLst>
                <a:ext uri="{FF2B5EF4-FFF2-40B4-BE49-F238E27FC236}">
                  <a16:creationId xmlns:a16="http://schemas.microsoft.com/office/drawing/2014/main" id="{069D7877-E4C5-3F2E-7AFF-5EEFD389746E}"/>
                </a:ext>
              </a:extLst>
            </p:cNvPr>
            <p:cNvSpPr/>
            <p:nvPr/>
          </p:nvSpPr>
          <p:spPr>
            <a:xfrm>
              <a:off x="1595449" y="1092400"/>
              <a:ext cx="4663165" cy="6643"/>
            </a:xfrm>
            <a:custGeom>
              <a:avLst/>
              <a:gdLst>
                <a:gd name="connsiteX0" fmla="*/ 0 w 4663165"/>
                <a:gd name="connsiteY0" fmla="*/ 0 h 6643"/>
                <a:gd name="connsiteX1" fmla="*/ 4663165 w 4663165"/>
                <a:gd name="connsiteY1" fmla="*/ 0 h 6643"/>
              </a:gdLst>
              <a:ahLst/>
              <a:cxnLst>
                <a:cxn ang="0">
                  <a:pos x="connsiteX0" y="connsiteY0"/>
                </a:cxn>
                <a:cxn ang="0">
                  <a:pos x="connsiteX1" y="connsiteY1"/>
                </a:cxn>
              </a:cxnLst>
              <a:rect l="l" t="t" r="r" b="b"/>
              <a:pathLst>
                <a:path w="4663165" h="6643">
                  <a:moveTo>
                    <a:pt x="0" y="0"/>
                  </a:moveTo>
                  <a:lnTo>
                    <a:pt x="4663165" y="0"/>
                  </a:lnTo>
                </a:path>
              </a:pathLst>
            </a:custGeom>
            <a:ln w="79712" cap="rnd">
              <a:solidFill>
                <a:schemeClr val="bg2"/>
              </a:solidFill>
              <a:prstDash val="solid"/>
              <a:round/>
            </a:ln>
          </p:spPr>
          <p:txBody>
            <a:bodyPr rtlCol="0" anchor="ctr"/>
            <a:lstStyle/>
            <a:p>
              <a:endParaRPr lang="pt-BR"/>
            </a:p>
          </p:txBody>
        </p:sp>
        <p:sp>
          <p:nvSpPr>
            <p:cNvPr id="11" name="Freeform: Shape 10">
              <a:extLst>
                <a:ext uri="{FF2B5EF4-FFF2-40B4-BE49-F238E27FC236}">
                  <a16:creationId xmlns:a16="http://schemas.microsoft.com/office/drawing/2014/main" id="{A6943041-74EE-1813-1777-1D0087A8CCE3}"/>
                </a:ext>
              </a:extLst>
            </p:cNvPr>
            <p:cNvSpPr/>
            <p:nvPr/>
          </p:nvSpPr>
          <p:spPr>
            <a:xfrm>
              <a:off x="7204533" y="4329052"/>
              <a:ext cx="63105" cy="71084"/>
            </a:xfrm>
            <a:custGeom>
              <a:avLst/>
              <a:gdLst>
                <a:gd name="connsiteX0" fmla="*/ 0 w 63105"/>
                <a:gd name="connsiteY0" fmla="*/ 0 h 71084"/>
                <a:gd name="connsiteX1" fmla="*/ 63106 w 63105"/>
                <a:gd name="connsiteY1" fmla="*/ 71084 h 71084"/>
              </a:gdLst>
              <a:ahLst/>
              <a:cxnLst>
                <a:cxn ang="0">
                  <a:pos x="connsiteX0" y="connsiteY0"/>
                </a:cxn>
                <a:cxn ang="0">
                  <a:pos x="connsiteX1" y="connsiteY1"/>
                </a:cxn>
              </a:cxnLst>
              <a:rect l="l" t="t" r="r" b="b"/>
              <a:pathLst>
                <a:path w="63105" h="71084">
                  <a:moveTo>
                    <a:pt x="0" y="0"/>
                  </a:moveTo>
                  <a:lnTo>
                    <a:pt x="63106" y="71084"/>
                  </a:lnTo>
                </a:path>
              </a:pathLst>
            </a:custGeom>
            <a:ln w="6643" cap="flat">
              <a:solidFill>
                <a:schemeClr val="bg2"/>
              </a:solidFill>
              <a:prstDash val="solid"/>
              <a:miter/>
            </a:ln>
          </p:spPr>
          <p:txBody>
            <a:bodyPr rtlCol="0" anchor="ctr"/>
            <a:lstStyle/>
            <a:p>
              <a:endParaRPr lang="pt-BR"/>
            </a:p>
          </p:txBody>
        </p:sp>
      </p:grpSp>
      <p:grpSp>
        <p:nvGrpSpPr>
          <p:cNvPr id="23" name="Graphic 9">
            <a:extLst>
              <a:ext uri="{FF2B5EF4-FFF2-40B4-BE49-F238E27FC236}">
                <a16:creationId xmlns:a16="http://schemas.microsoft.com/office/drawing/2014/main" id="{C93FC3D4-1664-3B16-2B2E-06CB8378C2CD}"/>
              </a:ext>
            </a:extLst>
          </p:cNvPr>
          <p:cNvGrpSpPr/>
          <p:nvPr/>
        </p:nvGrpSpPr>
        <p:grpSpPr>
          <a:xfrm>
            <a:off x="306152" y="3114166"/>
            <a:ext cx="1044430" cy="1795900"/>
            <a:chOff x="306152" y="3114166"/>
            <a:chExt cx="1044430" cy="1795900"/>
          </a:xfrm>
        </p:grpSpPr>
        <p:grpSp>
          <p:nvGrpSpPr>
            <p:cNvPr id="24" name="Graphic 9">
              <a:extLst>
                <a:ext uri="{FF2B5EF4-FFF2-40B4-BE49-F238E27FC236}">
                  <a16:creationId xmlns:a16="http://schemas.microsoft.com/office/drawing/2014/main" id="{280C2270-FC35-FF10-E290-4060E9171C96}"/>
                </a:ext>
              </a:extLst>
            </p:cNvPr>
            <p:cNvGrpSpPr/>
            <p:nvPr/>
          </p:nvGrpSpPr>
          <p:grpSpPr>
            <a:xfrm>
              <a:off x="306152" y="3114166"/>
              <a:ext cx="1044430" cy="1398506"/>
              <a:chOff x="306152" y="3114166"/>
              <a:chExt cx="1044430" cy="1398506"/>
            </a:xfrm>
          </p:grpSpPr>
          <p:sp>
            <p:nvSpPr>
              <p:cNvPr id="26" name="Freeform: Shape 25">
                <a:extLst>
                  <a:ext uri="{FF2B5EF4-FFF2-40B4-BE49-F238E27FC236}">
                    <a16:creationId xmlns:a16="http://schemas.microsoft.com/office/drawing/2014/main" id="{FDBC2D72-6651-4AFB-AA92-78E48172F6A9}"/>
                  </a:ext>
                </a:extLst>
              </p:cNvPr>
              <p:cNvSpPr/>
              <p:nvPr/>
            </p:nvSpPr>
            <p:spPr>
              <a:xfrm>
                <a:off x="486018" y="3290496"/>
                <a:ext cx="192085" cy="1196558"/>
              </a:xfrm>
              <a:custGeom>
                <a:avLst/>
                <a:gdLst>
                  <a:gd name="connsiteX0" fmla="*/ 192086 w 192085"/>
                  <a:gd name="connsiteY0" fmla="*/ 1196558 h 1196558"/>
                  <a:gd name="connsiteX1" fmla="*/ 25687 w 192085"/>
                  <a:gd name="connsiteY1" fmla="*/ 0 h 1196558"/>
                </a:gdLst>
                <a:ahLst/>
                <a:cxnLst>
                  <a:cxn ang="0">
                    <a:pos x="connsiteX0" y="connsiteY0"/>
                  </a:cxn>
                  <a:cxn ang="0">
                    <a:pos x="connsiteX1" y="connsiteY1"/>
                  </a:cxn>
                </a:cxnLst>
                <a:rect l="l" t="t" r="r" b="b"/>
                <a:pathLst>
                  <a:path w="192085" h="1196558">
                    <a:moveTo>
                      <a:pt x="192086" y="1196558"/>
                    </a:moveTo>
                    <a:cubicBezTo>
                      <a:pt x="192086" y="894763"/>
                      <a:pt x="-83787" y="627334"/>
                      <a:pt x="25687" y="0"/>
                    </a:cubicBezTo>
                  </a:path>
                </a:pathLst>
              </a:custGeom>
              <a:noFill/>
              <a:ln w="9525" cap="rnd">
                <a:solidFill>
                  <a:schemeClr val="accent1"/>
                </a:solidFill>
                <a:prstDash val="solid"/>
                <a:round/>
              </a:ln>
            </p:spPr>
            <p:txBody>
              <a:bodyPr rtlCol="0" anchor="ctr"/>
              <a:lstStyle/>
              <a:p>
                <a:endParaRPr lang="pt-BR"/>
              </a:p>
            </p:txBody>
          </p:sp>
          <p:sp>
            <p:nvSpPr>
              <p:cNvPr id="27" name="Freeform: Shape 26">
                <a:extLst>
                  <a:ext uri="{FF2B5EF4-FFF2-40B4-BE49-F238E27FC236}">
                    <a16:creationId xmlns:a16="http://schemas.microsoft.com/office/drawing/2014/main" id="{E8FAC270-908D-D370-FABE-317D13BEFD3C}"/>
                  </a:ext>
                </a:extLst>
              </p:cNvPr>
              <p:cNvSpPr/>
              <p:nvPr/>
            </p:nvSpPr>
            <p:spPr>
              <a:xfrm>
                <a:off x="306152" y="3224075"/>
                <a:ext cx="447031" cy="968682"/>
              </a:xfrm>
              <a:custGeom>
                <a:avLst/>
                <a:gdLst>
                  <a:gd name="connsiteX0" fmla="*/ 199923 w 447031"/>
                  <a:gd name="connsiteY0" fmla="*/ 2063 h 968682"/>
                  <a:gd name="connsiteX1" fmla="*/ 231201 w 447031"/>
                  <a:gd name="connsiteY1" fmla="*/ 12060 h 968682"/>
                  <a:gd name="connsiteX2" fmla="*/ 276241 w 447031"/>
                  <a:gd name="connsiteY2" fmla="*/ 311981 h 968682"/>
                  <a:gd name="connsiteX3" fmla="*/ 447020 w 447031"/>
                  <a:gd name="connsiteY3" fmla="*/ 517552 h 968682"/>
                  <a:gd name="connsiteX4" fmla="*/ 371952 w 447031"/>
                  <a:gd name="connsiteY4" fmla="*/ 743117 h 968682"/>
                  <a:gd name="connsiteX5" fmla="*/ 308145 w 447031"/>
                  <a:gd name="connsiteY5" fmla="*/ 968682 h 968682"/>
                  <a:gd name="connsiteX6" fmla="*/ 109217 w 447031"/>
                  <a:gd name="connsiteY6" fmla="*/ 743117 h 968682"/>
                  <a:gd name="connsiteX7" fmla="*/ 994 w 447031"/>
                  <a:gd name="connsiteY7" fmla="*/ 520676 h 968682"/>
                  <a:gd name="connsiteX8" fmla="*/ 96080 w 447031"/>
                  <a:gd name="connsiteY8" fmla="*/ 293236 h 968682"/>
                  <a:gd name="connsiteX9" fmla="*/ 199923 w 447031"/>
                  <a:gd name="connsiteY9" fmla="*/ 2063 h 96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031" h="968682">
                    <a:moveTo>
                      <a:pt x="199923" y="2063"/>
                    </a:moveTo>
                    <a:cubicBezTo>
                      <a:pt x="211183" y="-2936"/>
                      <a:pt x="224320" y="1438"/>
                      <a:pt x="231201" y="12060"/>
                    </a:cubicBezTo>
                    <a:cubicBezTo>
                      <a:pt x="318154" y="150149"/>
                      <a:pt x="261854" y="250747"/>
                      <a:pt x="276241" y="311981"/>
                    </a:cubicBezTo>
                    <a:cubicBezTo>
                      <a:pt x="290629" y="376339"/>
                      <a:pt x="445143" y="391960"/>
                      <a:pt x="447020" y="517552"/>
                    </a:cubicBezTo>
                    <a:cubicBezTo>
                      <a:pt x="448271" y="643143"/>
                      <a:pt x="351934" y="621899"/>
                      <a:pt x="371952" y="743117"/>
                    </a:cubicBezTo>
                    <a:cubicBezTo>
                      <a:pt x="391970" y="864335"/>
                      <a:pt x="308145" y="968682"/>
                      <a:pt x="308145" y="968682"/>
                    </a:cubicBezTo>
                    <a:cubicBezTo>
                      <a:pt x="308145" y="968682"/>
                      <a:pt x="106089" y="923694"/>
                      <a:pt x="109217" y="743117"/>
                    </a:cubicBezTo>
                    <a:cubicBezTo>
                      <a:pt x="109217" y="643143"/>
                      <a:pt x="-12142" y="650641"/>
                      <a:pt x="994" y="520676"/>
                    </a:cubicBezTo>
                    <a:cubicBezTo>
                      <a:pt x="14131" y="390710"/>
                      <a:pt x="101710" y="380713"/>
                      <a:pt x="96080" y="293236"/>
                    </a:cubicBezTo>
                    <a:cubicBezTo>
                      <a:pt x="90450" y="209508"/>
                      <a:pt x="22889" y="75794"/>
                      <a:pt x="199923" y="2063"/>
                    </a:cubicBezTo>
                    <a:close/>
                  </a:path>
                </a:pathLst>
              </a:custGeom>
              <a:noFill/>
              <a:ln w="9525" cap="rnd">
                <a:solidFill>
                  <a:schemeClr val="accent1"/>
                </a:solidFill>
                <a:prstDash val="solid"/>
                <a:round/>
              </a:ln>
            </p:spPr>
            <p:txBody>
              <a:bodyPr rtlCol="0" anchor="ctr"/>
              <a:lstStyle/>
              <a:p>
                <a:endParaRPr lang="pt-BR"/>
              </a:p>
            </p:txBody>
          </p:sp>
          <p:sp>
            <p:nvSpPr>
              <p:cNvPr id="28" name="Freeform: Shape 27">
                <a:extLst>
                  <a:ext uri="{FF2B5EF4-FFF2-40B4-BE49-F238E27FC236}">
                    <a16:creationId xmlns:a16="http://schemas.microsoft.com/office/drawing/2014/main" id="{07A41AEB-8059-02CF-12FD-0D17C56CA55A}"/>
                  </a:ext>
                </a:extLst>
              </p:cNvPr>
              <p:cNvSpPr/>
              <p:nvPr/>
            </p:nvSpPr>
            <p:spPr>
              <a:xfrm>
                <a:off x="773934" y="3177401"/>
                <a:ext cx="169408" cy="1266539"/>
              </a:xfrm>
              <a:custGeom>
                <a:avLst/>
                <a:gdLst>
                  <a:gd name="connsiteX0" fmla="*/ 31159 w 169408"/>
                  <a:gd name="connsiteY0" fmla="*/ 1266540 h 1266539"/>
                  <a:gd name="connsiteX1" fmla="*/ 169408 w 169408"/>
                  <a:gd name="connsiteY1" fmla="*/ 0 h 1266539"/>
                </a:gdLst>
                <a:ahLst/>
                <a:cxnLst>
                  <a:cxn ang="0">
                    <a:pos x="connsiteX0" y="connsiteY0"/>
                  </a:cxn>
                  <a:cxn ang="0">
                    <a:pos x="connsiteX1" y="connsiteY1"/>
                  </a:cxn>
                </a:cxnLst>
                <a:rect l="l" t="t" r="r" b="b"/>
                <a:pathLst>
                  <a:path w="169408" h="1266539">
                    <a:moveTo>
                      <a:pt x="31159" y="1266540"/>
                    </a:moveTo>
                    <a:cubicBezTo>
                      <a:pt x="-20762" y="1076590"/>
                      <a:pt x="-27644" y="511115"/>
                      <a:pt x="169408" y="0"/>
                    </a:cubicBezTo>
                  </a:path>
                </a:pathLst>
              </a:custGeom>
              <a:noFill/>
              <a:ln w="9525" cap="rnd">
                <a:solidFill>
                  <a:schemeClr val="accent1"/>
                </a:solidFill>
                <a:prstDash val="solid"/>
                <a:round/>
              </a:ln>
            </p:spPr>
            <p:txBody>
              <a:bodyPr rtlCol="0" anchor="ctr"/>
              <a:lstStyle/>
              <a:p>
                <a:endParaRPr lang="pt-BR"/>
              </a:p>
            </p:txBody>
          </p:sp>
          <p:sp>
            <p:nvSpPr>
              <p:cNvPr id="29" name="Freeform: Shape 28">
                <a:extLst>
                  <a:ext uri="{FF2B5EF4-FFF2-40B4-BE49-F238E27FC236}">
                    <a16:creationId xmlns:a16="http://schemas.microsoft.com/office/drawing/2014/main" id="{734903E1-C277-FF29-28FC-76F6E2DFC768}"/>
                  </a:ext>
                </a:extLst>
              </p:cNvPr>
              <p:cNvSpPr/>
              <p:nvPr/>
            </p:nvSpPr>
            <p:spPr>
              <a:xfrm>
                <a:off x="601904" y="3114166"/>
                <a:ext cx="445358" cy="956123"/>
              </a:xfrm>
              <a:custGeom>
                <a:avLst/>
                <a:gdLst>
                  <a:gd name="connsiteX0" fmla="*/ 354575 w 445358"/>
                  <a:gd name="connsiteY0" fmla="*/ 127 h 956123"/>
                  <a:gd name="connsiteX1" fmla="*/ 381474 w 445358"/>
                  <a:gd name="connsiteY1" fmla="*/ 18872 h 956123"/>
                  <a:gd name="connsiteX2" fmla="*/ 336434 w 445358"/>
                  <a:gd name="connsiteY2" fmla="*/ 318792 h 956123"/>
                  <a:gd name="connsiteX3" fmla="*/ 439652 w 445358"/>
                  <a:gd name="connsiteY3" fmla="*/ 564977 h 956123"/>
                  <a:gd name="connsiteX4" fmla="*/ 302028 w 445358"/>
                  <a:gd name="connsiteY4" fmla="*/ 758676 h 956123"/>
                  <a:gd name="connsiteX5" fmla="*/ 175665 w 445358"/>
                  <a:gd name="connsiteY5" fmla="*/ 956123 h 956123"/>
                  <a:gd name="connsiteX6" fmla="*/ 51178 w 445358"/>
                  <a:gd name="connsiteY6" fmla="*/ 682446 h 956123"/>
                  <a:gd name="connsiteX7" fmla="*/ 13019 w 445358"/>
                  <a:gd name="connsiteY7" fmla="*/ 438136 h 956123"/>
                  <a:gd name="connsiteX8" fmla="*/ 170035 w 445358"/>
                  <a:gd name="connsiteY8" fmla="*/ 248811 h 956123"/>
                  <a:gd name="connsiteX9" fmla="*/ 354575 w 445358"/>
                  <a:gd name="connsiteY9" fmla="*/ 127 h 95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358" h="956123">
                    <a:moveTo>
                      <a:pt x="354575" y="127"/>
                    </a:moveTo>
                    <a:cubicBezTo>
                      <a:pt x="367087" y="-1123"/>
                      <a:pt x="378347" y="7000"/>
                      <a:pt x="381474" y="18872"/>
                    </a:cubicBezTo>
                    <a:cubicBezTo>
                      <a:pt x="424013" y="176330"/>
                      <a:pt x="340813" y="256309"/>
                      <a:pt x="336434" y="318792"/>
                    </a:cubicBezTo>
                    <a:cubicBezTo>
                      <a:pt x="332055" y="384400"/>
                      <a:pt x="475309" y="444384"/>
                      <a:pt x="439652" y="564977"/>
                    </a:cubicBezTo>
                    <a:cubicBezTo>
                      <a:pt x="403995" y="685570"/>
                      <a:pt x="318293" y="636833"/>
                      <a:pt x="302028" y="758676"/>
                    </a:cubicBezTo>
                    <a:cubicBezTo>
                      <a:pt x="285764" y="880518"/>
                      <a:pt x="175665" y="956123"/>
                      <a:pt x="175665" y="956123"/>
                    </a:cubicBezTo>
                    <a:cubicBezTo>
                      <a:pt x="175665" y="956123"/>
                      <a:pt x="-4497" y="854275"/>
                      <a:pt x="51178" y="682446"/>
                    </a:cubicBezTo>
                    <a:cubicBezTo>
                      <a:pt x="80579" y="586846"/>
                      <a:pt x="-38277" y="558729"/>
                      <a:pt x="13019" y="438136"/>
                    </a:cubicBezTo>
                    <a:cubicBezTo>
                      <a:pt x="64315" y="317543"/>
                      <a:pt x="149391" y="333788"/>
                      <a:pt x="170035" y="248811"/>
                    </a:cubicBezTo>
                    <a:cubicBezTo>
                      <a:pt x="189427" y="166333"/>
                      <a:pt x="163779" y="18872"/>
                      <a:pt x="354575" y="127"/>
                    </a:cubicBezTo>
                    <a:close/>
                  </a:path>
                </a:pathLst>
              </a:custGeom>
              <a:solidFill>
                <a:schemeClr val="accent1"/>
              </a:solidFill>
              <a:ln w="6237" cap="flat">
                <a:noFill/>
                <a:prstDash val="solid"/>
                <a:miter/>
              </a:ln>
            </p:spPr>
            <p:txBody>
              <a:bodyPr rtlCol="0" anchor="ctr"/>
              <a:lstStyle/>
              <a:p>
                <a:endParaRPr lang="pt-BR"/>
              </a:p>
            </p:txBody>
          </p:sp>
          <p:sp>
            <p:nvSpPr>
              <p:cNvPr id="30" name="Freeform: Shape 29">
                <a:extLst>
                  <a:ext uri="{FF2B5EF4-FFF2-40B4-BE49-F238E27FC236}">
                    <a16:creationId xmlns:a16="http://schemas.microsoft.com/office/drawing/2014/main" id="{EF37F1E7-0CD5-E6D8-90D6-77E47E4457D7}"/>
                  </a:ext>
                </a:extLst>
              </p:cNvPr>
              <p:cNvSpPr/>
              <p:nvPr/>
            </p:nvSpPr>
            <p:spPr>
              <a:xfrm>
                <a:off x="805093" y="3410464"/>
                <a:ext cx="494818" cy="1102208"/>
              </a:xfrm>
              <a:custGeom>
                <a:avLst/>
                <a:gdLst>
                  <a:gd name="connsiteX0" fmla="*/ 0 w 494818"/>
                  <a:gd name="connsiteY0" fmla="*/ 1102208 h 1102208"/>
                  <a:gd name="connsiteX1" fmla="*/ 494819 w 494818"/>
                  <a:gd name="connsiteY1" fmla="*/ 0 h 1102208"/>
                </a:gdLst>
                <a:ahLst/>
                <a:cxnLst>
                  <a:cxn ang="0">
                    <a:pos x="connsiteX0" y="connsiteY0"/>
                  </a:cxn>
                  <a:cxn ang="0">
                    <a:pos x="connsiteX1" y="connsiteY1"/>
                  </a:cxn>
                </a:cxnLst>
                <a:rect l="l" t="t" r="r" b="b"/>
                <a:pathLst>
                  <a:path w="494818" h="1102208">
                    <a:moveTo>
                      <a:pt x="0" y="1102208"/>
                    </a:moveTo>
                    <a:cubicBezTo>
                      <a:pt x="160769" y="846026"/>
                      <a:pt x="68812" y="473625"/>
                      <a:pt x="494819" y="0"/>
                    </a:cubicBezTo>
                  </a:path>
                </a:pathLst>
              </a:custGeom>
              <a:noFill/>
              <a:ln w="9525" cap="rnd">
                <a:solidFill>
                  <a:schemeClr val="accent1"/>
                </a:solidFill>
                <a:prstDash val="solid"/>
                <a:round/>
              </a:ln>
            </p:spPr>
            <p:txBody>
              <a:bodyPr rtlCol="0" anchor="ctr"/>
              <a:lstStyle/>
              <a:p>
                <a:endParaRPr lang="pt-BR"/>
              </a:p>
            </p:txBody>
          </p:sp>
          <p:sp>
            <p:nvSpPr>
              <p:cNvPr id="31" name="Freeform: Shape 30">
                <a:extLst>
                  <a:ext uri="{FF2B5EF4-FFF2-40B4-BE49-F238E27FC236}">
                    <a16:creationId xmlns:a16="http://schemas.microsoft.com/office/drawing/2014/main" id="{24D42ACB-E4D5-78DC-3664-AA21A7BEF255}"/>
                  </a:ext>
                </a:extLst>
              </p:cNvPr>
              <p:cNvSpPr/>
              <p:nvPr/>
            </p:nvSpPr>
            <p:spPr>
              <a:xfrm>
                <a:off x="825082" y="3349353"/>
                <a:ext cx="525500" cy="880894"/>
              </a:xfrm>
              <a:custGeom>
                <a:avLst/>
                <a:gdLst>
                  <a:gd name="connsiteX0" fmla="*/ 504232 w 525500"/>
                  <a:gd name="connsiteY0" fmla="*/ 4251 h 880894"/>
                  <a:gd name="connsiteX1" fmla="*/ 525501 w 525500"/>
                  <a:gd name="connsiteY1" fmla="*/ 29245 h 880894"/>
                  <a:gd name="connsiteX2" fmla="*/ 404142 w 525500"/>
                  <a:gd name="connsiteY2" fmla="*/ 307296 h 880894"/>
                  <a:gd name="connsiteX3" fmla="*/ 439799 w 525500"/>
                  <a:gd name="connsiteY3" fmla="*/ 572226 h 880894"/>
                  <a:gd name="connsiteX4" fmla="*/ 256510 w 525500"/>
                  <a:gd name="connsiteY4" fmla="*/ 723436 h 880894"/>
                  <a:gd name="connsiteX5" fmla="*/ 82603 w 525500"/>
                  <a:gd name="connsiteY5" fmla="*/ 880894 h 880894"/>
                  <a:gd name="connsiteX6" fmla="*/ 33810 w 525500"/>
                  <a:gd name="connsiteY6" fmla="*/ 584098 h 880894"/>
                  <a:gd name="connsiteX7" fmla="*/ 60083 w 525500"/>
                  <a:gd name="connsiteY7" fmla="*/ 338538 h 880894"/>
                  <a:gd name="connsiteX8" fmla="*/ 261514 w 525500"/>
                  <a:gd name="connsiteY8" fmla="*/ 196700 h 880894"/>
                  <a:gd name="connsiteX9" fmla="*/ 504232 w 525500"/>
                  <a:gd name="connsiteY9" fmla="*/ 4251 h 880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5500" h="880894">
                    <a:moveTo>
                      <a:pt x="504232" y="4251"/>
                    </a:moveTo>
                    <a:cubicBezTo>
                      <a:pt x="516117" y="6126"/>
                      <a:pt x="525501" y="16748"/>
                      <a:pt x="525501" y="29245"/>
                    </a:cubicBezTo>
                    <a:cubicBezTo>
                      <a:pt x="525501" y="192326"/>
                      <a:pt x="424786" y="247937"/>
                      <a:pt x="404142" y="307296"/>
                    </a:cubicBezTo>
                    <a:cubicBezTo>
                      <a:pt x="382873" y="369155"/>
                      <a:pt x="505483" y="464754"/>
                      <a:pt x="439799" y="572226"/>
                    </a:cubicBezTo>
                    <a:cubicBezTo>
                      <a:pt x="374115" y="679697"/>
                      <a:pt x="304052" y="610341"/>
                      <a:pt x="256510" y="723436"/>
                    </a:cubicBezTo>
                    <a:cubicBezTo>
                      <a:pt x="208967" y="836531"/>
                      <a:pt x="82603" y="880894"/>
                      <a:pt x="82603" y="880894"/>
                    </a:cubicBezTo>
                    <a:cubicBezTo>
                      <a:pt x="82603" y="880894"/>
                      <a:pt x="-64403" y="735932"/>
                      <a:pt x="33810" y="584098"/>
                    </a:cubicBezTo>
                    <a:cubicBezTo>
                      <a:pt x="86982" y="499120"/>
                      <a:pt x="-19989" y="441011"/>
                      <a:pt x="60083" y="338538"/>
                    </a:cubicBezTo>
                    <a:cubicBezTo>
                      <a:pt x="140155" y="236065"/>
                      <a:pt x="219601" y="273555"/>
                      <a:pt x="261514" y="196700"/>
                    </a:cubicBezTo>
                    <a:cubicBezTo>
                      <a:pt x="301550" y="121720"/>
                      <a:pt x="315312" y="-26990"/>
                      <a:pt x="504232" y="4251"/>
                    </a:cubicBezTo>
                    <a:close/>
                  </a:path>
                </a:pathLst>
              </a:custGeom>
              <a:noFill/>
              <a:ln w="9525" cap="rnd">
                <a:solidFill>
                  <a:schemeClr val="accent1"/>
                </a:solidFill>
                <a:prstDash val="solid"/>
                <a:round/>
              </a:ln>
            </p:spPr>
            <p:txBody>
              <a:bodyPr rtlCol="0" anchor="ctr"/>
              <a:lstStyle/>
              <a:p>
                <a:endParaRPr lang="pt-BR" dirty="0"/>
              </a:p>
            </p:txBody>
          </p:sp>
          <p:sp>
            <p:nvSpPr>
              <p:cNvPr id="32" name="Freeform: Shape 31">
                <a:extLst>
                  <a:ext uri="{FF2B5EF4-FFF2-40B4-BE49-F238E27FC236}">
                    <a16:creationId xmlns:a16="http://schemas.microsoft.com/office/drawing/2014/main" id="{A3C43ED1-1473-EFF9-D270-E7AEFC2E320B}"/>
                  </a:ext>
                </a:extLst>
              </p:cNvPr>
              <p:cNvSpPr/>
              <p:nvPr/>
            </p:nvSpPr>
            <p:spPr>
              <a:xfrm>
                <a:off x="774441" y="3177401"/>
                <a:ext cx="168901" cy="892888"/>
              </a:xfrm>
              <a:custGeom>
                <a:avLst/>
                <a:gdLst>
                  <a:gd name="connsiteX0" fmla="*/ 0 w 168901"/>
                  <a:gd name="connsiteY0" fmla="*/ 892889 h 892888"/>
                  <a:gd name="connsiteX1" fmla="*/ 168902 w 168901"/>
                  <a:gd name="connsiteY1" fmla="*/ 0 h 892888"/>
                </a:gdLst>
                <a:ahLst/>
                <a:cxnLst>
                  <a:cxn ang="0">
                    <a:pos x="connsiteX0" y="connsiteY0"/>
                  </a:cxn>
                  <a:cxn ang="0">
                    <a:pos x="connsiteX1" y="connsiteY1"/>
                  </a:cxn>
                </a:cxnLst>
                <a:rect l="l" t="t" r="r" b="b"/>
                <a:pathLst>
                  <a:path w="168901" h="892888">
                    <a:moveTo>
                      <a:pt x="0" y="892889"/>
                    </a:moveTo>
                    <a:cubicBezTo>
                      <a:pt x="5004" y="639206"/>
                      <a:pt x="49419" y="309918"/>
                      <a:pt x="168902" y="0"/>
                    </a:cubicBezTo>
                  </a:path>
                </a:pathLst>
              </a:custGeom>
              <a:noFill/>
              <a:ln w="9525" cap="rnd">
                <a:solidFill>
                  <a:schemeClr val="tx2"/>
                </a:solidFill>
                <a:prstDash val="solid"/>
                <a:round/>
              </a:ln>
            </p:spPr>
            <p:txBody>
              <a:bodyPr rtlCol="0" anchor="ctr"/>
              <a:lstStyle/>
              <a:p>
                <a:endParaRPr lang="pt-BR"/>
              </a:p>
            </p:txBody>
          </p:sp>
        </p:grpSp>
        <p:sp>
          <p:nvSpPr>
            <p:cNvPr id="25" name="Freeform: Shape 24">
              <a:extLst>
                <a:ext uri="{FF2B5EF4-FFF2-40B4-BE49-F238E27FC236}">
                  <a16:creationId xmlns:a16="http://schemas.microsoft.com/office/drawing/2014/main" id="{FFF571E1-119C-AC09-FB99-D37029F9914A}"/>
                </a:ext>
              </a:extLst>
            </p:cNvPr>
            <p:cNvSpPr/>
            <p:nvPr/>
          </p:nvSpPr>
          <p:spPr>
            <a:xfrm>
              <a:off x="569930" y="4352714"/>
              <a:ext cx="438272" cy="557352"/>
            </a:xfrm>
            <a:custGeom>
              <a:avLst/>
              <a:gdLst>
                <a:gd name="connsiteX0" fmla="*/ 309605 w 438272"/>
                <a:gd name="connsiteY0" fmla="*/ 557352 h 557352"/>
                <a:gd name="connsiteX1" fmla="*/ 128818 w 438272"/>
                <a:gd name="connsiteY1" fmla="*/ 557352 h 557352"/>
                <a:gd name="connsiteX2" fmla="*/ 97540 w 438272"/>
                <a:gd name="connsiteY2" fmla="*/ 531734 h 557352"/>
                <a:gd name="connsiteX3" fmla="*/ 578 w 438272"/>
                <a:gd name="connsiteY3" fmla="*/ 37490 h 557352"/>
                <a:gd name="connsiteX4" fmla="*/ 31856 w 438272"/>
                <a:gd name="connsiteY4" fmla="*/ 0 h 557352"/>
                <a:gd name="connsiteX5" fmla="*/ 406567 w 438272"/>
                <a:gd name="connsiteY5" fmla="*/ 0 h 557352"/>
                <a:gd name="connsiteX6" fmla="*/ 437845 w 438272"/>
                <a:gd name="connsiteY6" fmla="*/ 37490 h 557352"/>
                <a:gd name="connsiteX7" fmla="*/ 340883 w 438272"/>
                <a:gd name="connsiteY7" fmla="*/ 531734 h 557352"/>
                <a:gd name="connsiteX8" fmla="*/ 309605 w 438272"/>
                <a:gd name="connsiteY8" fmla="*/ 557352 h 557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272" h="557352">
                  <a:moveTo>
                    <a:pt x="309605" y="557352"/>
                  </a:moveTo>
                  <a:lnTo>
                    <a:pt x="128818" y="557352"/>
                  </a:lnTo>
                  <a:cubicBezTo>
                    <a:pt x="113804" y="557352"/>
                    <a:pt x="100667" y="546730"/>
                    <a:pt x="97540" y="531734"/>
                  </a:cubicBezTo>
                  <a:lnTo>
                    <a:pt x="578" y="37490"/>
                  </a:lnTo>
                  <a:cubicBezTo>
                    <a:pt x="-3176" y="18120"/>
                    <a:pt x="11838" y="0"/>
                    <a:pt x="31856" y="0"/>
                  </a:cubicBezTo>
                  <a:lnTo>
                    <a:pt x="406567" y="0"/>
                  </a:lnTo>
                  <a:cubicBezTo>
                    <a:pt x="426585" y="0"/>
                    <a:pt x="440973" y="18120"/>
                    <a:pt x="437845" y="37490"/>
                  </a:cubicBezTo>
                  <a:lnTo>
                    <a:pt x="340883" y="531734"/>
                  </a:lnTo>
                  <a:cubicBezTo>
                    <a:pt x="337755" y="546105"/>
                    <a:pt x="325244" y="557352"/>
                    <a:pt x="309605" y="557352"/>
                  </a:cubicBezTo>
                  <a:close/>
                </a:path>
              </a:pathLst>
            </a:custGeom>
            <a:solidFill>
              <a:schemeClr val="accent1">
                <a:lumMod val="75000"/>
              </a:schemeClr>
            </a:solidFill>
            <a:ln w="6237" cap="flat">
              <a:noFill/>
              <a:prstDash val="solid"/>
              <a:miter/>
            </a:ln>
          </p:spPr>
          <p:txBody>
            <a:bodyPr rtlCol="0" anchor="ctr"/>
            <a:lstStyle/>
            <a:p>
              <a:endParaRPr lang="pt-BR"/>
            </a:p>
          </p:txBody>
        </p:sp>
      </p:grpSp>
      <p:grpSp>
        <p:nvGrpSpPr>
          <p:cNvPr id="40" name="Graphic 5">
            <a:extLst>
              <a:ext uri="{FF2B5EF4-FFF2-40B4-BE49-F238E27FC236}">
                <a16:creationId xmlns:a16="http://schemas.microsoft.com/office/drawing/2014/main" id="{DC09FA6F-9592-1CCF-F512-A01F5B76D39D}"/>
              </a:ext>
            </a:extLst>
          </p:cNvPr>
          <p:cNvGrpSpPr/>
          <p:nvPr/>
        </p:nvGrpSpPr>
        <p:grpSpPr>
          <a:xfrm>
            <a:off x="5336616" y="1288465"/>
            <a:ext cx="1299508" cy="2008669"/>
            <a:chOff x="6777633" y="1363658"/>
            <a:chExt cx="1767140" cy="3611047"/>
          </a:xfrm>
        </p:grpSpPr>
        <p:grpSp>
          <p:nvGrpSpPr>
            <p:cNvPr id="41" name="Graphic 5">
              <a:extLst>
                <a:ext uri="{FF2B5EF4-FFF2-40B4-BE49-F238E27FC236}">
                  <a16:creationId xmlns:a16="http://schemas.microsoft.com/office/drawing/2014/main" id="{4C7180AE-483B-BDA4-35C8-6AB3E91419FC}"/>
                </a:ext>
              </a:extLst>
            </p:cNvPr>
            <p:cNvGrpSpPr/>
            <p:nvPr/>
          </p:nvGrpSpPr>
          <p:grpSpPr>
            <a:xfrm>
              <a:off x="6777633" y="1363658"/>
              <a:ext cx="1767140" cy="3611047"/>
              <a:chOff x="6777633" y="1363658"/>
              <a:chExt cx="1767140" cy="3611047"/>
            </a:xfrm>
          </p:grpSpPr>
          <p:sp>
            <p:nvSpPr>
              <p:cNvPr id="72" name="Freeform: Shape 71">
                <a:extLst>
                  <a:ext uri="{FF2B5EF4-FFF2-40B4-BE49-F238E27FC236}">
                    <a16:creationId xmlns:a16="http://schemas.microsoft.com/office/drawing/2014/main" id="{C67CA5F0-CD4E-F61D-9C88-F613E08D8E3F}"/>
                  </a:ext>
                </a:extLst>
              </p:cNvPr>
              <p:cNvSpPr/>
              <p:nvPr/>
            </p:nvSpPr>
            <p:spPr>
              <a:xfrm>
                <a:off x="7219045" y="2812207"/>
                <a:ext cx="169866" cy="207238"/>
              </a:xfrm>
              <a:custGeom>
                <a:avLst/>
                <a:gdLst>
                  <a:gd name="connsiteX0" fmla="*/ 169866 w 169866"/>
                  <a:gd name="connsiteY0" fmla="*/ 56301 h 207238"/>
                  <a:gd name="connsiteX1" fmla="*/ 116857 w 169866"/>
                  <a:gd name="connsiteY1" fmla="*/ 125490 h 207238"/>
                  <a:gd name="connsiteX2" fmla="*/ 78120 w 169866"/>
                  <a:gd name="connsiteY2" fmla="*/ 168224 h 207238"/>
                  <a:gd name="connsiteX3" fmla="*/ 86955 w 169866"/>
                  <a:gd name="connsiteY3" fmla="*/ 109210 h 207238"/>
                  <a:gd name="connsiteX4" fmla="*/ 56373 w 169866"/>
                  <a:gd name="connsiteY4" fmla="*/ 141091 h 207238"/>
                  <a:gd name="connsiteX5" fmla="*/ 12879 w 169866"/>
                  <a:gd name="connsiteY5" fmla="*/ 206889 h 207238"/>
                  <a:gd name="connsiteX6" fmla="*/ 18316 w 169866"/>
                  <a:gd name="connsiteY6" fmla="*/ 67832 h 207238"/>
                  <a:gd name="connsiteX7" fmla="*/ 113459 w 169866"/>
                  <a:gd name="connsiteY7" fmla="*/ 0 h 207238"/>
                  <a:gd name="connsiteX8" fmla="*/ 169866 w 169866"/>
                  <a:gd name="connsiteY8" fmla="*/ 56301 h 20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866" h="207238">
                    <a:moveTo>
                      <a:pt x="169866" y="56301"/>
                    </a:moveTo>
                    <a:cubicBezTo>
                      <a:pt x="169866" y="56301"/>
                      <a:pt x="137925" y="89539"/>
                      <a:pt x="116857" y="125490"/>
                    </a:cubicBezTo>
                    <a:cubicBezTo>
                      <a:pt x="96470" y="161441"/>
                      <a:pt x="83557" y="180434"/>
                      <a:pt x="78120" y="168224"/>
                    </a:cubicBezTo>
                    <a:cubicBezTo>
                      <a:pt x="72684" y="156015"/>
                      <a:pt x="86955" y="109210"/>
                      <a:pt x="86955" y="109210"/>
                    </a:cubicBezTo>
                    <a:cubicBezTo>
                      <a:pt x="86955" y="109210"/>
                      <a:pt x="67926" y="123455"/>
                      <a:pt x="56373" y="141091"/>
                    </a:cubicBezTo>
                    <a:cubicBezTo>
                      <a:pt x="39383" y="166868"/>
                      <a:pt x="30548" y="211637"/>
                      <a:pt x="12879" y="206889"/>
                    </a:cubicBezTo>
                    <a:cubicBezTo>
                      <a:pt x="-4791" y="202141"/>
                      <a:pt x="-5470" y="90896"/>
                      <a:pt x="18316" y="67832"/>
                    </a:cubicBezTo>
                    <a:cubicBezTo>
                      <a:pt x="41422" y="44769"/>
                      <a:pt x="113459" y="0"/>
                      <a:pt x="113459" y="0"/>
                    </a:cubicBezTo>
                    <a:lnTo>
                      <a:pt x="169866" y="56301"/>
                    </a:lnTo>
                    <a:close/>
                  </a:path>
                </a:pathLst>
              </a:custGeom>
              <a:solidFill>
                <a:schemeClr val="bg1"/>
              </a:solidFill>
              <a:ln w="6777" cap="flat">
                <a:solidFill>
                  <a:schemeClr val="tx2"/>
                </a:solidFill>
                <a:prstDash val="solid"/>
                <a:miter/>
              </a:ln>
            </p:spPr>
            <p:txBody>
              <a:bodyPr rtlCol="0" anchor="ctr"/>
              <a:lstStyle/>
              <a:p>
                <a:endParaRPr lang="pt-BR"/>
              </a:p>
            </p:txBody>
          </p:sp>
          <p:sp>
            <p:nvSpPr>
              <p:cNvPr id="73" name="Freeform: Shape 72">
                <a:extLst>
                  <a:ext uri="{FF2B5EF4-FFF2-40B4-BE49-F238E27FC236}">
                    <a16:creationId xmlns:a16="http://schemas.microsoft.com/office/drawing/2014/main" id="{0017A2EF-6A95-8338-421B-AFE9D609B163}"/>
                  </a:ext>
                </a:extLst>
              </p:cNvPr>
              <p:cNvSpPr/>
              <p:nvPr/>
            </p:nvSpPr>
            <p:spPr>
              <a:xfrm>
                <a:off x="7314155" y="1952771"/>
                <a:ext cx="617076" cy="948975"/>
              </a:xfrm>
              <a:custGeom>
                <a:avLst/>
                <a:gdLst>
                  <a:gd name="connsiteX0" fmla="*/ 617076 w 617076"/>
                  <a:gd name="connsiteY0" fmla="*/ 0 h 948975"/>
                  <a:gd name="connsiteX1" fmla="*/ 463487 w 617076"/>
                  <a:gd name="connsiteY1" fmla="*/ 34595 h 948975"/>
                  <a:gd name="connsiteX2" fmla="*/ 286791 w 617076"/>
                  <a:gd name="connsiteY2" fmla="*/ 510100 h 948975"/>
                  <a:gd name="connsiteX3" fmla="*/ 0 w 617076"/>
                  <a:gd name="connsiteY3" fmla="*/ 856045 h 948975"/>
                  <a:gd name="connsiteX4" fmla="*/ 75436 w 617076"/>
                  <a:gd name="connsiteY4" fmla="*/ 948976 h 948975"/>
                  <a:gd name="connsiteX5" fmla="*/ 445817 w 617076"/>
                  <a:gd name="connsiteY5" fmla="*/ 631520 h 948975"/>
                  <a:gd name="connsiteX6" fmla="*/ 473681 w 617076"/>
                  <a:gd name="connsiteY6" fmla="*/ 331701 h 948975"/>
                  <a:gd name="connsiteX7" fmla="*/ 533485 w 617076"/>
                  <a:gd name="connsiteY7" fmla="*/ 204854 h 948975"/>
                  <a:gd name="connsiteX8" fmla="*/ 617076 w 617076"/>
                  <a:gd name="connsiteY8" fmla="*/ 0 h 94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7076" h="948975">
                    <a:moveTo>
                      <a:pt x="617076" y="0"/>
                    </a:moveTo>
                    <a:cubicBezTo>
                      <a:pt x="617076" y="0"/>
                      <a:pt x="478438" y="0"/>
                      <a:pt x="463487" y="34595"/>
                    </a:cubicBezTo>
                    <a:cubicBezTo>
                      <a:pt x="417953" y="142448"/>
                      <a:pt x="293587" y="499925"/>
                      <a:pt x="286791" y="510100"/>
                    </a:cubicBezTo>
                    <a:cubicBezTo>
                      <a:pt x="279995" y="520275"/>
                      <a:pt x="0" y="856045"/>
                      <a:pt x="0" y="856045"/>
                    </a:cubicBezTo>
                    <a:lnTo>
                      <a:pt x="75436" y="948976"/>
                    </a:lnTo>
                    <a:cubicBezTo>
                      <a:pt x="75436" y="948976"/>
                      <a:pt x="378537" y="765150"/>
                      <a:pt x="445817" y="631520"/>
                    </a:cubicBezTo>
                    <a:lnTo>
                      <a:pt x="473681" y="331701"/>
                    </a:lnTo>
                    <a:lnTo>
                      <a:pt x="533485" y="204854"/>
                    </a:lnTo>
                    <a:lnTo>
                      <a:pt x="617076" y="0"/>
                    </a:lnTo>
                    <a:close/>
                  </a:path>
                </a:pathLst>
              </a:custGeom>
              <a:solidFill>
                <a:schemeClr val="accent1"/>
              </a:solidFill>
              <a:ln w="6777" cap="flat">
                <a:noFill/>
                <a:prstDash val="solid"/>
                <a:miter/>
              </a:ln>
            </p:spPr>
            <p:txBody>
              <a:bodyPr rtlCol="0" anchor="ctr"/>
              <a:lstStyle/>
              <a:p>
                <a:endParaRPr lang="pt-BR"/>
              </a:p>
            </p:txBody>
          </p:sp>
          <p:sp>
            <p:nvSpPr>
              <p:cNvPr id="74" name="Freeform: Shape 73">
                <a:extLst>
                  <a:ext uri="{FF2B5EF4-FFF2-40B4-BE49-F238E27FC236}">
                    <a16:creationId xmlns:a16="http://schemas.microsoft.com/office/drawing/2014/main" id="{5F677A28-B069-2103-4524-373F090CC043}"/>
                  </a:ext>
                </a:extLst>
              </p:cNvPr>
              <p:cNvSpPr/>
              <p:nvPr/>
            </p:nvSpPr>
            <p:spPr>
              <a:xfrm>
                <a:off x="7278137" y="4769173"/>
                <a:ext cx="398895" cy="205532"/>
              </a:xfrm>
              <a:custGeom>
                <a:avLst/>
                <a:gdLst>
                  <a:gd name="connsiteX0" fmla="*/ 392129 w 398895"/>
                  <a:gd name="connsiteY0" fmla="*/ 4748 h 205532"/>
                  <a:gd name="connsiteX1" fmla="*/ 379216 w 398895"/>
                  <a:gd name="connsiteY1" fmla="*/ 109889 h 205532"/>
                  <a:gd name="connsiteX2" fmla="*/ 397566 w 398895"/>
                  <a:gd name="connsiteY2" fmla="*/ 205532 h 205532"/>
                  <a:gd name="connsiteX3" fmla="*/ 21747 w 398895"/>
                  <a:gd name="connsiteY3" fmla="*/ 205532 h 205532"/>
                  <a:gd name="connsiteX4" fmla="*/ 0 w 398895"/>
                  <a:gd name="connsiteY4" fmla="*/ 180434 h 205532"/>
                  <a:gd name="connsiteX5" fmla="*/ 70678 w 398895"/>
                  <a:gd name="connsiteY5" fmla="*/ 148553 h 205532"/>
                  <a:gd name="connsiteX6" fmla="*/ 296985 w 398895"/>
                  <a:gd name="connsiteY6" fmla="*/ 0 h 205532"/>
                  <a:gd name="connsiteX7" fmla="*/ 392129 w 398895"/>
                  <a:gd name="connsiteY7" fmla="*/ 4748 h 205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8895" h="205532">
                    <a:moveTo>
                      <a:pt x="392129" y="4748"/>
                    </a:moveTo>
                    <a:cubicBezTo>
                      <a:pt x="392129" y="4748"/>
                      <a:pt x="379896" y="80720"/>
                      <a:pt x="379216" y="109889"/>
                    </a:cubicBezTo>
                    <a:cubicBezTo>
                      <a:pt x="378537" y="139056"/>
                      <a:pt x="405041" y="160763"/>
                      <a:pt x="397566" y="205532"/>
                    </a:cubicBezTo>
                    <a:lnTo>
                      <a:pt x="21747" y="205532"/>
                    </a:lnTo>
                    <a:cubicBezTo>
                      <a:pt x="21747" y="205532"/>
                      <a:pt x="0" y="196714"/>
                      <a:pt x="0" y="180434"/>
                    </a:cubicBezTo>
                    <a:cubicBezTo>
                      <a:pt x="0" y="158728"/>
                      <a:pt x="48252" y="153980"/>
                      <a:pt x="70678" y="148553"/>
                    </a:cubicBezTo>
                    <a:cubicBezTo>
                      <a:pt x="93105" y="143126"/>
                      <a:pt x="278636" y="102427"/>
                      <a:pt x="296985" y="0"/>
                    </a:cubicBezTo>
                    <a:lnTo>
                      <a:pt x="392129" y="4748"/>
                    </a:lnTo>
                    <a:close/>
                  </a:path>
                </a:pathLst>
              </a:custGeom>
              <a:solidFill>
                <a:schemeClr val="accent1">
                  <a:lumMod val="50000"/>
                </a:schemeClr>
              </a:solidFill>
              <a:ln w="6777" cap="flat">
                <a:noFill/>
                <a:prstDash val="solid"/>
                <a:miter/>
              </a:ln>
            </p:spPr>
            <p:txBody>
              <a:bodyPr rtlCol="0" anchor="ctr"/>
              <a:lstStyle/>
              <a:p>
                <a:endParaRPr lang="pt-BR"/>
              </a:p>
            </p:txBody>
          </p:sp>
          <p:sp>
            <p:nvSpPr>
              <p:cNvPr id="75" name="Freeform: Shape 74">
                <a:extLst>
                  <a:ext uri="{FF2B5EF4-FFF2-40B4-BE49-F238E27FC236}">
                    <a16:creationId xmlns:a16="http://schemas.microsoft.com/office/drawing/2014/main" id="{90E681E7-FB4E-69E6-F101-900CD52E7A25}"/>
                  </a:ext>
                </a:extLst>
              </p:cNvPr>
              <p:cNvSpPr/>
              <p:nvPr/>
            </p:nvSpPr>
            <p:spPr>
              <a:xfrm>
                <a:off x="7959036" y="4759676"/>
                <a:ext cx="163911" cy="215028"/>
              </a:xfrm>
              <a:custGeom>
                <a:avLst/>
                <a:gdLst>
                  <a:gd name="connsiteX0" fmla="*/ 150250 w 163911"/>
                  <a:gd name="connsiteY0" fmla="*/ 1357 h 215028"/>
                  <a:gd name="connsiteX1" fmla="*/ 134619 w 163911"/>
                  <a:gd name="connsiteY1" fmla="*/ 97000 h 215028"/>
                  <a:gd name="connsiteX2" fmla="*/ 161803 w 163911"/>
                  <a:gd name="connsiteY2" fmla="*/ 179078 h 215028"/>
                  <a:gd name="connsiteX3" fmla="*/ 160444 w 163911"/>
                  <a:gd name="connsiteY3" fmla="*/ 215029 h 215028"/>
                  <a:gd name="connsiteX4" fmla="*/ 2098 w 163911"/>
                  <a:gd name="connsiteY4" fmla="*/ 215029 h 215028"/>
                  <a:gd name="connsiteX5" fmla="*/ 6175 w 163911"/>
                  <a:gd name="connsiteY5" fmla="*/ 169581 h 215028"/>
                  <a:gd name="connsiteX6" fmla="*/ 49669 w 163911"/>
                  <a:gd name="connsiteY6" fmla="*/ 0 h 215028"/>
                  <a:gd name="connsiteX7" fmla="*/ 150250 w 163911"/>
                  <a:gd name="connsiteY7" fmla="*/ 1357 h 21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911" h="215028">
                    <a:moveTo>
                      <a:pt x="150250" y="1357"/>
                    </a:moveTo>
                    <a:cubicBezTo>
                      <a:pt x="150250" y="1357"/>
                      <a:pt x="129862" y="47483"/>
                      <a:pt x="134619" y="97000"/>
                    </a:cubicBezTo>
                    <a:cubicBezTo>
                      <a:pt x="138017" y="132952"/>
                      <a:pt x="154328" y="156693"/>
                      <a:pt x="161803" y="179078"/>
                    </a:cubicBezTo>
                    <a:cubicBezTo>
                      <a:pt x="167240" y="194679"/>
                      <a:pt x="160444" y="215029"/>
                      <a:pt x="160444" y="215029"/>
                    </a:cubicBezTo>
                    <a:lnTo>
                      <a:pt x="2098" y="215029"/>
                    </a:lnTo>
                    <a:cubicBezTo>
                      <a:pt x="2098" y="215029"/>
                      <a:pt x="-4698" y="194001"/>
                      <a:pt x="6175" y="169581"/>
                    </a:cubicBezTo>
                    <a:cubicBezTo>
                      <a:pt x="24524" y="128882"/>
                      <a:pt x="44912" y="52909"/>
                      <a:pt x="49669" y="0"/>
                    </a:cubicBezTo>
                    <a:lnTo>
                      <a:pt x="150250" y="1357"/>
                    </a:lnTo>
                    <a:close/>
                  </a:path>
                </a:pathLst>
              </a:custGeom>
              <a:solidFill>
                <a:schemeClr val="accent1">
                  <a:lumMod val="50000"/>
                </a:schemeClr>
              </a:solidFill>
              <a:ln w="6777" cap="flat">
                <a:noFill/>
                <a:prstDash val="solid"/>
                <a:miter/>
              </a:ln>
            </p:spPr>
            <p:txBody>
              <a:bodyPr rtlCol="0" anchor="ctr"/>
              <a:lstStyle/>
              <a:p>
                <a:endParaRPr lang="pt-BR"/>
              </a:p>
            </p:txBody>
          </p:sp>
          <p:sp>
            <p:nvSpPr>
              <p:cNvPr id="76" name="Freeform: Shape 75">
                <a:extLst>
                  <a:ext uri="{FF2B5EF4-FFF2-40B4-BE49-F238E27FC236}">
                    <a16:creationId xmlns:a16="http://schemas.microsoft.com/office/drawing/2014/main" id="{149D9812-2A7C-9E44-C1E6-1BF16F15D721}"/>
                  </a:ext>
                </a:extLst>
              </p:cNvPr>
              <p:cNvSpPr/>
              <p:nvPr/>
            </p:nvSpPr>
            <p:spPr>
              <a:xfrm>
                <a:off x="7506015" y="2815599"/>
                <a:ext cx="549582" cy="1967140"/>
              </a:xfrm>
              <a:custGeom>
                <a:avLst/>
                <a:gdLst>
                  <a:gd name="connsiteX0" fmla="*/ 306286 w 549582"/>
                  <a:gd name="connsiteY0" fmla="*/ 0 h 1967140"/>
                  <a:gd name="connsiteX1" fmla="*/ 93572 w 549582"/>
                  <a:gd name="connsiteY1" fmla="*/ 733268 h 1967140"/>
                  <a:gd name="connsiteX2" fmla="*/ 1146 w 549582"/>
                  <a:gd name="connsiteY2" fmla="*/ 1271180 h 1967140"/>
                  <a:gd name="connsiteX3" fmla="*/ 52116 w 549582"/>
                  <a:gd name="connsiteY3" fmla="*/ 1967140 h 1967140"/>
                  <a:gd name="connsiteX4" fmla="*/ 175803 w 549582"/>
                  <a:gd name="connsiteY4" fmla="*/ 1967140 h 1967140"/>
                  <a:gd name="connsiteX5" fmla="*/ 292694 w 549582"/>
                  <a:gd name="connsiteY5" fmla="*/ 1107025 h 1967140"/>
                  <a:gd name="connsiteX6" fmla="*/ 549583 w 549582"/>
                  <a:gd name="connsiteY6" fmla="*/ 488394 h 1967140"/>
                  <a:gd name="connsiteX7" fmla="*/ 543466 w 549582"/>
                  <a:gd name="connsiteY7" fmla="*/ 137021 h 1967140"/>
                  <a:gd name="connsiteX8" fmla="*/ 306286 w 549582"/>
                  <a:gd name="connsiteY8" fmla="*/ 0 h 196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582" h="1967140">
                    <a:moveTo>
                      <a:pt x="306286" y="0"/>
                    </a:moveTo>
                    <a:cubicBezTo>
                      <a:pt x="306286" y="0"/>
                      <a:pt x="148619" y="562331"/>
                      <a:pt x="93572" y="733268"/>
                    </a:cubicBezTo>
                    <a:cubicBezTo>
                      <a:pt x="38524" y="904885"/>
                      <a:pt x="11340" y="1103634"/>
                      <a:pt x="1146" y="1271180"/>
                    </a:cubicBezTo>
                    <a:cubicBezTo>
                      <a:pt x="-9048" y="1439404"/>
                      <a:pt x="52116" y="1967140"/>
                      <a:pt x="52116" y="1967140"/>
                    </a:cubicBezTo>
                    <a:lnTo>
                      <a:pt x="175803" y="1967140"/>
                    </a:lnTo>
                    <a:cubicBezTo>
                      <a:pt x="175803" y="1967140"/>
                      <a:pt x="258035" y="1223697"/>
                      <a:pt x="292694" y="1107025"/>
                    </a:cubicBezTo>
                    <a:cubicBezTo>
                      <a:pt x="327354" y="990353"/>
                      <a:pt x="549583" y="488394"/>
                      <a:pt x="549583" y="488394"/>
                    </a:cubicBezTo>
                    <a:lnTo>
                      <a:pt x="543466" y="137021"/>
                    </a:lnTo>
                    <a:lnTo>
                      <a:pt x="306286" y="0"/>
                    </a:lnTo>
                    <a:close/>
                  </a:path>
                </a:pathLst>
              </a:custGeom>
              <a:solidFill>
                <a:schemeClr val="accent1">
                  <a:lumMod val="75000"/>
                </a:schemeClr>
              </a:solidFill>
              <a:ln w="6777" cap="flat">
                <a:noFill/>
                <a:prstDash val="solid"/>
                <a:miter/>
              </a:ln>
            </p:spPr>
            <p:txBody>
              <a:bodyPr rtlCol="0" anchor="ctr"/>
              <a:lstStyle/>
              <a:p>
                <a:endParaRPr lang="pt-BR"/>
              </a:p>
            </p:txBody>
          </p:sp>
          <p:sp>
            <p:nvSpPr>
              <p:cNvPr id="77" name="Freeform: Shape 76">
                <a:extLst>
                  <a:ext uri="{FF2B5EF4-FFF2-40B4-BE49-F238E27FC236}">
                    <a16:creationId xmlns:a16="http://schemas.microsoft.com/office/drawing/2014/main" id="{0738C603-BEAA-9226-C033-9C92F3EF9BC1}"/>
                  </a:ext>
                </a:extLst>
              </p:cNvPr>
              <p:cNvSpPr/>
              <p:nvPr/>
            </p:nvSpPr>
            <p:spPr>
              <a:xfrm>
                <a:off x="7778322" y="2750480"/>
                <a:ext cx="637623" cy="2032259"/>
              </a:xfrm>
              <a:custGeom>
                <a:avLst/>
                <a:gdLst>
                  <a:gd name="connsiteX0" fmla="*/ 614358 w 637623"/>
                  <a:gd name="connsiteY0" fmla="*/ 51553 h 2032259"/>
                  <a:gd name="connsiteX1" fmla="*/ 0 w 637623"/>
                  <a:gd name="connsiteY1" fmla="*/ 0 h 2032259"/>
                  <a:gd name="connsiteX2" fmla="*/ 254170 w 637623"/>
                  <a:gd name="connsiteY2" fmla="*/ 1045298 h 2032259"/>
                  <a:gd name="connsiteX3" fmla="*/ 212715 w 637623"/>
                  <a:gd name="connsiteY3" fmla="*/ 2032259 h 2032259"/>
                  <a:gd name="connsiteX4" fmla="*/ 343198 w 637623"/>
                  <a:gd name="connsiteY4" fmla="*/ 2032259 h 2032259"/>
                  <a:gd name="connsiteX5" fmla="*/ 600766 w 637623"/>
                  <a:gd name="connsiteY5" fmla="*/ 1028340 h 2032259"/>
                  <a:gd name="connsiteX6" fmla="*/ 614358 w 637623"/>
                  <a:gd name="connsiteY6" fmla="*/ 51553 h 2032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7623" h="2032259">
                    <a:moveTo>
                      <a:pt x="614358" y="51553"/>
                    </a:moveTo>
                    <a:cubicBezTo>
                      <a:pt x="614358" y="51553"/>
                      <a:pt x="216113" y="51553"/>
                      <a:pt x="0" y="0"/>
                    </a:cubicBezTo>
                    <a:cubicBezTo>
                      <a:pt x="0" y="0"/>
                      <a:pt x="226307" y="562331"/>
                      <a:pt x="254170" y="1045298"/>
                    </a:cubicBezTo>
                    <a:cubicBezTo>
                      <a:pt x="282034" y="1528264"/>
                      <a:pt x="212715" y="2032259"/>
                      <a:pt x="212715" y="2032259"/>
                    </a:cubicBezTo>
                    <a:lnTo>
                      <a:pt x="343198" y="2032259"/>
                    </a:lnTo>
                    <a:cubicBezTo>
                      <a:pt x="343198" y="2032259"/>
                      <a:pt x="521932" y="1576425"/>
                      <a:pt x="600766" y="1028340"/>
                    </a:cubicBezTo>
                    <a:cubicBezTo>
                      <a:pt x="674842" y="510778"/>
                      <a:pt x="614358" y="51553"/>
                      <a:pt x="614358" y="51553"/>
                    </a:cubicBezTo>
                    <a:close/>
                  </a:path>
                </a:pathLst>
              </a:custGeom>
              <a:solidFill>
                <a:schemeClr val="accent1">
                  <a:lumMod val="75000"/>
                </a:schemeClr>
              </a:solidFill>
              <a:ln w="6777" cap="flat">
                <a:noFill/>
                <a:prstDash val="solid"/>
                <a:miter/>
              </a:ln>
            </p:spPr>
            <p:txBody>
              <a:bodyPr rtlCol="0" anchor="ctr"/>
              <a:lstStyle/>
              <a:p>
                <a:endParaRPr lang="pt-BR"/>
              </a:p>
            </p:txBody>
          </p:sp>
          <p:sp>
            <p:nvSpPr>
              <p:cNvPr id="78" name="Freeform: Shape 77">
                <a:extLst>
                  <a:ext uri="{FF2B5EF4-FFF2-40B4-BE49-F238E27FC236}">
                    <a16:creationId xmlns:a16="http://schemas.microsoft.com/office/drawing/2014/main" id="{56A83E0A-1784-27A9-A2D7-CE0A8B830269}"/>
                  </a:ext>
                </a:extLst>
              </p:cNvPr>
              <p:cNvSpPr/>
              <p:nvPr/>
            </p:nvSpPr>
            <p:spPr>
              <a:xfrm>
                <a:off x="7982881" y="1762161"/>
                <a:ext cx="239898" cy="346623"/>
              </a:xfrm>
              <a:custGeom>
                <a:avLst/>
                <a:gdLst>
                  <a:gd name="connsiteX0" fmla="*/ 231064 w 239898"/>
                  <a:gd name="connsiteY0" fmla="*/ 0 h 346623"/>
                  <a:gd name="connsiteX1" fmla="*/ 239899 w 239898"/>
                  <a:gd name="connsiteY1" fmla="*/ 217064 h 346623"/>
                  <a:gd name="connsiteX2" fmla="*/ 229025 w 239898"/>
                  <a:gd name="connsiteY2" fmla="*/ 346624 h 346623"/>
                  <a:gd name="connsiteX3" fmla="*/ 0 w 239898"/>
                  <a:gd name="connsiteY3" fmla="*/ 262511 h 346623"/>
                  <a:gd name="connsiteX4" fmla="*/ 42815 w 239898"/>
                  <a:gd name="connsiteY4" fmla="*/ 200106 h 346623"/>
                  <a:gd name="connsiteX5" fmla="*/ 66601 w 239898"/>
                  <a:gd name="connsiteY5" fmla="*/ 78686 h 346623"/>
                  <a:gd name="connsiteX6" fmla="*/ 231064 w 239898"/>
                  <a:gd name="connsiteY6" fmla="*/ 0 h 34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98" h="346623">
                    <a:moveTo>
                      <a:pt x="231064" y="0"/>
                    </a:moveTo>
                    <a:cubicBezTo>
                      <a:pt x="231064" y="0"/>
                      <a:pt x="226986" y="153301"/>
                      <a:pt x="239899" y="217064"/>
                    </a:cubicBezTo>
                    <a:lnTo>
                      <a:pt x="229025" y="346624"/>
                    </a:lnTo>
                    <a:lnTo>
                      <a:pt x="0" y="262511"/>
                    </a:lnTo>
                    <a:lnTo>
                      <a:pt x="42815" y="200106"/>
                    </a:lnTo>
                    <a:cubicBezTo>
                      <a:pt x="42815" y="200106"/>
                      <a:pt x="61164" y="137021"/>
                      <a:pt x="66601" y="78686"/>
                    </a:cubicBezTo>
                    <a:lnTo>
                      <a:pt x="231064" y="0"/>
                    </a:lnTo>
                    <a:close/>
                  </a:path>
                </a:pathLst>
              </a:custGeom>
              <a:solidFill>
                <a:schemeClr val="bg1"/>
              </a:solidFill>
              <a:ln w="6777" cap="flat">
                <a:noFill/>
                <a:prstDash val="solid"/>
                <a:miter/>
              </a:ln>
            </p:spPr>
            <p:txBody>
              <a:bodyPr rtlCol="0" anchor="ctr"/>
              <a:lstStyle/>
              <a:p>
                <a:endParaRPr lang="pt-BR"/>
              </a:p>
            </p:txBody>
          </p:sp>
          <p:sp>
            <p:nvSpPr>
              <p:cNvPr id="79" name="Freeform: Shape 78">
                <a:extLst>
                  <a:ext uri="{FF2B5EF4-FFF2-40B4-BE49-F238E27FC236}">
                    <a16:creationId xmlns:a16="http://schemas.microsoft.com/office/drawing/2014/main" id="{B2EA42DA-174B-FCFF-E8DE-0E96FCEFFC0A}"/>
                  </a:ext>
                </a:extLst>
              </p:cNvPr>
              <p:cNvSpPr/>
              <p:nvPr/>
            </p:nvSpPr>
            <p:spPr>
              <a:xfrm>
                <a:off x="7982881" y="1762161"/>
                <a:ext cx="239898" cy="346623"/>
              </a:xfrm>
              <a:custGeom>
                <a:avLst/>
                <a:gdLst>
                  <a:gd name="connsiteX0" fmla="*/ 231064 w 239898"/>
                  <a:gd name="connsiteY0" fmla="*/ 0 h 346623"/>
                  <a:gd name="connsiteX1" fmla="*/ 239899 w 239898"/>
                  <a:gd name="connsiteY1" fmla="*/ 217064 h 346623"/>
                  <a:gd name="connsiteX2" fmla="*/ 229025 w 239898"/>
                  <a:gd name="connsiteY2" fmla="*/ 346624 h 346623"/>
                  <a:gd name="connsiteX3" fmla="*/ 0 w 239898"/>
                  <a:gd name="connsiteY3" fmla="*/ 262511 h 346623"/>
                  <a:gd name="connsiteX4" fmla="*/ 42815 w 239898"/>
                  <a:gd name="connsiteY4" fmla="*/ 200106 h 346623"/>
                  <a:gd name="connsiteX5" fmla="*/ 66601 w 239898"/>
                  <a:gd name="connsiteY5" fmla="*/ 78686 h 346623"/>
                  <a:gd name="connsiteX6" fmla="*/ 231064 w 239898"/>
                  <a:gd name="connsiteY6" fmla="*/ 0 h 34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98" h="346623">
                    <a:moveTo>
                      <a:pt x="231064" y="0"/>
                    </a:moveTo>
                    <a:cubicBezTo>
                      <a:pt x="231064" y="0"/>
                      <a:pt x="226986" y="153301"/>
                      <a:pt x="239899" y="217064"/>
                    </a:cubicBezTo>
                    <a:lnTo>
                      <a:pt x="229025" y="346624"/>
                    </a:lnTo>
                    <a:lnTo>
                      <a:pt x="0" y="262511"/>
                    </a:lnTo>
                    <a:lnTo>
                      <a:pt x="42815" y="200106"/>
                    </a:lnTo>
                    <a:cubicBezTo>
                      <a:pt x="42815" y="200106"/>
                      <a:pt x="61164" y="137021"/>
                      <a:pt x="66601" y="78686"/>
                    </a:cubicBezTo>
                    <a:lnTo>
                      <a:pt x="231064" y="0"/>
                    </a:lnTo>
                    <a:close/>
                  </a:path>
                </a:pathLst>
              </a:custGeom>
              <a:noFill/>
              <a:ln w="6777" cap="flat">
                <a:solidFill>
                  <a:schemeClr val="tx2"/>
                </a:solidFill>
                <a:prstDash val="solid"/>
                <a:miter/>
              </a:ln>
            </p:spPr>
            <p:txBody>
              <a:bodyPr rtlCol="0" anchor="ctr"/>
              <a:lstStyle/>
              <a:p>
                <a:endParaRPr lang="pt-BR"/>
              </a:p>
            </p:txBody>
          </p:sp>
          <p:sp>
            <p:nvSpPr>
              <p:cNvPr id="80" name="Freeform: Shape 79">
                <a:extLst>
                  <a:ext uri="{FF2B5EF4-FFF2-40B4-BE49-F238E27FC236}">
                    <a16:creationId xmlns:a16="http://schemas.microsoft.com/office/drawing/2014/main" id="{3B0D1C23-C694-E468-3DB7-223FE05EE887}"/>
                  </a:ext>
                </a:extLst>
              </p:cNvPr>
              <p:cNvSpPr/>
              <p:nvPr/>
            </p:nvSpPr>
            <p:spPr>
              <a:xfrm>
                <a:off x="7981558" y="1530175"/>
                <a:ext cx="258211" cy="321147"/>
              </a:xfrm>
              <a:custGeom>
                <a:avLst/>
                <a:gdLst>
                  <a:gd name="connsiteX0" fmla="*/ 65885 w 258211"/>
                  <a:gd name="connsiteY0" fmla="*/ 0 h 321147"/>
                  <a:gd name="connsiteX1" fmla="*/ 10837 w 258211"/>
                  <a:gd name="connsiteY1" fmla="*/ 303889 h 321147"/>
                  <a:gd name="connsiteX2" fmla="*/ 116175 w 258211"/>
                  <a:gd name="connsiteY2" fmla="*/ 311351 h 321147"/>
                  <a:gd name="connsiteX3" fmla="*/ 258212 w 258211"/>
                  <a:gd name="connsiteY3" fmla="*/ 203497 h 321147"/>
                  <a:gd name="connsiteX4" fmla="*/ 247338 w 258211"/>
                  <a:gd name="connsiteY4" fmla="*/ 61049 h 321147"/>
                  <a:gd name="connsiteX5" fmla="*/ 65885 w 258211"/>
                  <a:gd name="connsiteY5" fmla="*/ 0 h 321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211" h="321147">
                    <a:moveTo>
                      <a:pt x="65885" y="0"/>
                    </a:moveTo>
                    <a:cubicBezTo>
                      <a:pt x="65885" y="0"/>
                      <a:pt x="-31977" y="163476"/>
                      <a:pt x="10837" y="303889"/>
                    </a:cubicBezTo>
                    <a:cubicBezTo>
                      <a:pt x="10837" y="303889"/>
                      <a:pt x="40060" y="337127"/>
                      <a:pt x="116175" y="311351"/>
                    </a:cubicBezTo>
                    <a:cubicBezTo>
                      <a:pt x="192290" y="285575"/>
                      <a:pt x="258212" y="203497"/>
                      <a:pt x="258212" y="203497"/>
                    </a:cubicBezTo>
                    <a:lnTo>
                      <a:pt x="247338" y="61049"/>
                    </a:lnTo>
                    <a:lnTo>
                      <a:pt x="65885" y="0"/>
                    </a:lnTo>
                    <a:close/>
                  </a:path>
                </a:pathLst>
              </a:custGeom>
              <a:solidFill>
                <a:schemeClr val="bg1"/>
              </a:solidFill>
              <a:ln w="6777" cap="flat">
                <a:noFill/>
                <a:prstDash val="solid"/>
                <a:miter/>
              </a:ln>
            </p:spPr>
            <p:txBody>
              <a:bodyPr rtlCol="0" anchor="ctr"/>
              <a:lstStyle/>
              <a:p>
                <a:endParaRPr lang="pt-BR"/>
              </a:p>
            </p:txBody>
          </p:sp>
          <p:sp>
            <p:nvSpPr>
              <p:cNvPr id="81" name="Freeform: Shape 80">
                <a:extLst>
                  <a:ext uri="{FF2B5EF4-FFF2-40B4-BE49-F238E27FC236}">
                    <a16:creationId xmlns:a16="http://schemas.microsoft.com/office/drawing/2014/main" id="{29DAB6B8-5E66-0508-BF57-A3F74B49A819}"/>
                  </a:ext>
                </a:extLst>
              </p:cNvPr>
              <p:cNvSpPr/>
              <p:nvPr/>
            </p:nvSpPr>
            <p:spPr>
              <a:xfrm>
                <a:off x="7979011" y="1530175"/>
                <a:ext cx="257360" cy="322260"/>
              </a:xfrm>
              <a:custGeom>
                <a:avLst/>
                <a:gdLst>
                  <a:gd name="connsiteX0" fmla="*/ 257360 w 257360"/>
                  <a:gd name="connsiteY0" fmla="*/ 160763 h 322260"/>
                  <a:gd name="connsiteX1" fmla="*/ 249885 w 257360"/>
                  <a:gd name="connsiteY1" fmla="*/ 61049 h 322260"/>
                  <a:gd name="connsiteX2" fmla="*/ 68432 w 257360"/>
                  <a:gd name="connsiteY2" fmla="*/ 0 h 322260"/>
                  <a:gd name="connsiteX3" fmla="*/ 9307 w 257360"/>
                  <a:gd name="connsiteY3" fmla="*/ 289644 h 322260"/>
                  <a:gd name="connsiteX4" fmla="*/ 118043 w 257360"/>
                  <a:gd name="connsiteY4" fmla="*/ 311351 h 322260"/>
                  <a:gd name="connsiteX5" fmla="*/ 144547 w 257360"/>
                  <a:gd name="connsiteY5" fmla="*/ 300498 h 322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7360" h="322260">
                    <a:moveTo>
                      <a:pt x="257360" y="160763"/>
                    </a:moveTo>
                    <a:lnTo>
                      <a:pt x="249885" y="61049"/>
                    </a:lnTo>
                    <a:lnTo>
                      <a:pt x="68432" y="0"/>
                    </a:lnTo>
                    <a:cubicBezTo>
                      <a:pt x="68432" y="0"/>
                      <a:pt x="-30110" y="224525"/>
                      <a:pt x="9307" y="289644"/>
                    </a:cubicBezTo>
                    <a:cubicBezTo>
                      <a:pt x="22899" y="312029"/>
                      <a:pt x="41927" y="337127"/>
                      <a:pt x="118043" y="311351"/>
                    </a:cubicBezTo>
                    <a:cubicBezTo>
                      <a:pt x="126877" y="308638"/>
                      <a:pt x="135712" y="304568"/>
                      <a:pt x="144547" y="300498"/>
                    </a:cubicBezTo>
                  </a:path>
                </a:pathLst>
              </a:custGeom>
              <a:noFill/>
              <a:ln w="6777" cap="rnd">
                <a:solidFill>
                  <a:schemeClr val="tx2"/>
                </a:solidFill>
                <a:prstDash val="solid"/>
                <a:miter/>
              </a:ln>
            </p:spPr>
            <p:txBody>
              <a:bodyPr rtlCol="0" anchor="ctr"/>
              <a:lstStyle/>
              <a:p>
                <a:endParaRPr lang="pt-BR"/>
              </a:p>
            </p:txBody>
          </p:sp>
          <p:sp>
            <p:nvSpPr>
              <p:cNvPr id="82" name="Freeform: Shape 81">
                <a:extLst>
                  <a:ext uri="{FF2B5EF4-FFF2-40B4-BE49-F238E27FC236}">
                    <a16:creationId xmlns:a16="http://schemas.microsoft.com/office/drawing/2014/main" id="{AABB9CD0-FC2F-B1BE-CD57-A5DE7AF480BE}"/>
                  </a:ext>
                </a:extLst>
              </p:cNvPr>
              <p:cNvSpPr/>
              <p:nvPr/>
            </p:nvSpPr>
            <p:spPr>
              <a:xfrm>
                <a:off x="7753835" y="1952771"/>
                <a:ext cx="489332" cy="873003"/>
              </a:xfrm>
              <a:custGeom>
                <a:avLst/>
                <a:gdLst>
                  <a:gd name="connsiteX0" fmla="*/ 468945 w 489332"/>
                  <a:gd name="connsiteY0" fmla="*/ 25776 h 873003"/>
                  <a:gd name="connsiteX1" fmla="*/ 316035 w 489332"/>
                  <a:gd name="connsiteY1" fmla="*/ 59014 h 873003"/>
                  <a:gd name="connsiteX2" fmla="*/ 276618 w 489332"/>
                  <a:gd name="connsiteY2" fmla="*/ 0 h 873003"/>
                  <a:gd name="connsiteX3" fmla="*/ 135941 w 489332"/>
                  <a:gd name="connsiteY3" fmla="*/ 117350 h 873003"/>
                  <a:gd name="connsiteX4" fmla="*/ 44875 w 489332"/>
                  <a:gd name="connsiteY4" fmla="*/ 428023 h 873003"/>
                  <a:gd name="connsiteX5" fmla="*/ 21 w 489332"/>
                  <a:gd name="connsiteY5" fmla="*/ 842479 h 873003"/>
                  <a:gd name="connsiteX6" fmla="*/ 403703 w 489332"/>
                  <a:gd name="connsiteY6" fmla="*/ 873003 h 873003"/>
                  <a:gd name="connsiteX7" fmla="*/ 489333 w 489332"/>
                  <a:gd name="connsiteY7" fmla="*/ 78007 h 873003"/>
                  <a:gd name="connsiteX8" fmla="*/ 468945 w 489332"/>
                  <a:gd name="connsiteY8" fmla="*/ 25776 h 87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9332" h="873003">
                    <a:moveTo>
                      <a:pt x="468945" y="25776"/>
                    </a:moveTo>
                    <a:cubicBezTo>
                      <a:pt x="468945" y="25776"/>
                      <a:pt x="341860" y="62406"/>
                      <a:pt x="316035" y="59014"/>
                    </a:cubicBezTo>
                    <a:cubicBezTo>
                      <a:pt x="290210" y="55623"/>
                      <a:pt x="276618" y="0"/>
                      <a:pt x="276618" y="0"/>
                    </a:cubicBezTo>
                    <a:lnTo>
                      <a:pt x="135941" y="117350"/>
                    </a:lnTo>
                    <a:lnTo>
                      <a:pt x="44875" y="428023"/>
                    </a:lnTo>
                    <a:cubicBezTo>
                      <a:pt x="44875" y="428023"/>
                      <a:pt x="3419" y="837052"/>
                      <a:pt x="21" y="842479"/>
                    </a:cubicBezTo>
                    <a:cubicBezTo>
                      <a:pt x="-3377" y="847905"/>
                      <a:pt x="403703" y="873003"/>
                      <a:pt x="403703" y="873003"/>
                    </a:cubicBezTo>
                    <a:lnTo>
                      <a:pt x="489333" y="78007"/>
                    </a:lnTo>
                    <a:lnTo>
                      <a:pt x="468945" y="25776"/>
                    </a:lnTo>
                    <a:close/>
                  </a:path>
                </a:pathLst>
              </a:custGeom>
              <a:solidFill>
                <a:schemeClr val="accent1">
                  <a:lumMod val="40000"/>
                  <a:lumOff val="60000"/>
                </a:schemeClr>
              </a:solidFill>
              <a:ln w="6777" cap="flat">
                <a:noFill/>
                <a:prstDash val="solid"/>
                <a:miter/>
              </a:ln>
            </p:spPr>
            <p:txBody>
              <a:bodyPr rtlCol="0" anchor="ctr"/>
              <a:lstStyle/>
              <a:p>
                <a:endParaRPr lang="pt-BR"/>
              </a:p>
            </p:txBody>
          </p:sp>
          <p:sp>
            <p:nvSpPr>
              <p:cNvPr id="83" name="Freeform: Shape 82">
                <a:extLst>
                  <a:ext uri="{FF2B5EF4-FFF2-40B4-BE49-F238E27FC236}">
                    <a16:creationId xmlns:a16="http://schemas.microsoft.com/office/drawing/2014/main" id="{582F7303-E9F8-23F6-B8EB-DF7248570C77}"/>
                  </a:ext>
                </a:extLst>
              </p:cNvPr>
              <p:cNvSpPr/>
              <p:nvPr/>
            </p:nvSpPr>
            <p:spPr>
              <a:xfrm>
                <a:off x="8095077" y="1978547"/>
                <a:ext cx="358086" cy="1147233"/>
              </a:xfrm>
              <a:custGeom>
                <a:avLst/>
                <a:gdLst>
                  <a:gd name="connsiteX0" fmla="*/ 127702 w 358086"/>
                  <a:gd name="connsiteY0" fmla="*/ 0 h 1147233"/>
                  <a:gd name="connsiteX1" fmla="*/ 63140 w 358086"/>
                  <a:gd name="connsiteY1" fmla="*/ 97000 h 1147233"/>
                  <a:gd name="connsiteX2" fmla="*/ 1976 w 358086"/>
                  <a:gd name="connsiteY2" fmla="*/ 560974 h 1147233"/>
                  <a:gd name="connsiteX3" fmla="*/ 8093 w 358086"/>
                  <a:gd name="connsiteY3" fmla="*/ 1145011 h 1147233"/>
                  <a:gd name="connsiteX4" fmla="*/ 358086 w 358086"/>
                  <a:gd name="connsiteY4" fmla="*/ 1074466 h 1147233"/>
                  <a:gd name="connsiteX5" fmla="*/ 245273 w 358086"/>
                  <a:gd name="connsiteY5" fmla="*/ 588107 h 1147233"/>
                  <a:gd name="connsiteX6" fmla="*/ 313233 w 358086"/>
                  <a:gd name="connsiteY6" fmla="*/ 69189 h 1147233"/>
                  <a:gd name="connsiteX7" fmla="*/ 127702 w 358086"/>
                  <a:gd name="connsiteY7" fmla="*/ 0 h 1147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086" h="1147233">
                    <a:moveTo>
                      <a:pt x="127702" y="0"/>
                    </a:moveTo>
                    <a:cubicBezTo>
                      <a:pt x="127702" y="0"/>
                      <a:pt x="97800" y="32560"/>
                      <a:pt x="63140" y="97000"/>
                    </a:cubicBezTo>
                    <a:cubicBezTo>
                      <a:pt x="28481" y="161441"/>
                      <a:pt x="8772" y="472792"/>
                      <a:pt x="1976" y="560974"/>
                    </a:cubicBezTo>
                    <a:cubicBezTo>
                      <a:pt x="-4820" y="649156"/>
                      <a:pt x="8093" y="1145011"/>
                      <a:pt x="8093" y="1145011"/>
                    </a:cubicBezTo>
                    <a:cubicBezTo>
                      <a:pt x="8093" y="1145011"/>
                      <a:pt x="149449" y="1166718"/>
                      <a:pt x="358086" y="1074466"/>
                    </a:cubicBezTo>
                    <a:cubicBezTo>
                      <a:pt x="358086" y="1074466"/>
                      <a:pt x="284010" y="734625"/>
                      <a:pt x="245273" y="588107"/>
                    </a:cubicBezTo>
                    <a:cubicBezTo>
                      <a:pt x="217409" y="482288"/>
                      <a:pt x="313233" y="69189"/>
                      <a:pt x="313233" y="69189"/>
                    </a:cubicBezTo>
                    <a:lnTo>
                      <a:pt x="127702" y="0"/>
                    </a:lnTo>
                    <a:close/>
                  </a:path>
                </a:pathLst>
              </a:custGeom>
              <a:solidFill>
                <a:schemeClr val="accent1"/>
              </a:solidFill>
              <a:ln w="6777" cap="flat">
                <a:noFill/>
                <a:prstDash val="solid"/>
                <a:miter/>
              </a:ln>
            </p:spPr>
            <p:txBody>
              <a:bodyPr rtlCol="0" anchor="ctr"/>
              <a:lstStyle/>
              <a:p>
                <a:endParaRPr lang="pt-BR"/>
              </a:p>
            </p:txBody>
          </p:sp>
          <p:sp>
            <p:nvSpPr>
              <p:cNvPr id="84" name="Freeform: Shape 83">
                <a:extLst>
                  <a:ext uri="{FF2B5EF4-FFF2-40B4-BE49-F238E27FC236}">
                    <a16:creationId xmlns:a16="http://schemas.microsoft.com/office/drawing/2014/main" id="{67175755-C9E1-FF8F-F871-60A9B5A9090D}"/>
                  </a:ext>
                </a:extLst>
              </p:cNvPr>
              <p:cNvSpPr/>
              <p:nvPr/>
            </p:nvSpPr>
            <p:spPr>
              <a:xfrm>
                <a:off x="7664149" y="1952771"/>
                <a:ext cx="366304" cy="1172144"/>
              </a:xfrm>
              <a:custGeom>
                <a:avLst/>
                <a:gdLst>
                  <a:gd name="connsiteX0" fmla="*/ 366304 w 366304"/>
                  <a:gd name="connsiteY0" fmla="*/ 0 h 1172144"/>
                  <a:gd name="connsiteX1" fmla="*/ 267083 w 366304"/>
                  <a:gd name="connsiteY1" fmla="*/ 0 h 1172144"/>
                  <a:gd name="connsiteX2" fmla="*/ 154949 w 366304"/>
                  <a:gd name="connsiteY2" fmla="*/ 183148 h 1172144"/>
                  <a:gd name="connsiteX3" fmla="*/ 101940 w 366304"/>
                  <a:gd name="connsiteY3" fmla="*/ 539946 h 1172144"/>
                  <a:gd name="connsiteX4" fmla="*/ 0 w 366304"/>
                  <a:gd name="connsiteY4" fmla="*/ 1077857 h 1172144"/>
                  <a:gd name="connsiteX5" fmla="*/ 198443 w 366304"/>
                  <a:gd name="connsiteY5" fmla="*/ 1172144 h 1172144"/>
                  <a:gd name="connsiteX6" fmla="*/ 209317 w 366304"/>
                  <a:gd name="connsiteY6" fmla="*/ 702066 h 1172144"/>
                  <a:gd name="connsiteX7" fmla="*/ 303781 w 366304"/>
                  <a:gd name="connsiteY7" fmla="*/ 100392 h 1172144"/>
                  <a:gd name="connsiteX8" fmla="*/ 366304 w 366304"/>
                  <a:gd name="connsiteY8" fmla="*/ 0 h 1172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304" h="1172144">
                    <a:moveTo>
                      <a:pt x="366304" y="0"/>
                    </a:moveTo>
                    <a:lnTo>
                      <a:pt x="267083" y="0"/>
                    </a:lnTo>
                    <a:cubicBezTo>
                      <a:pt x="267083" y="0"/>
                      <a:pt x="187569" y="115993"/>
                      <a:pt x="154949" y="183148"/>
                    </a:cubicBezTo>
                    <a:cubicBezTo>
                      <a:pt x="123008" y="250302"/>
                      <a:pt x="125726" y="341875"/>
                      <a:pt x="101940" y="539946"/>
                    </a:cubicBezTo>
                    <a:cubicBezTo>
                      <a:pt x="90387" y="635590"/>
                      <a:pt x="0" y="1077857"/>
                      <a:pt x="0" y="1077857"/>
                    </a:cubicBezTo>
                    <a:cubicBezTo>
                      <a:pt x="0" y="1077857"/>
                      <a:pt x="78154" y="1151116"/>
                      <a:pt x="198443" y="1172144"/>
                    </a:cubicBezTo>
                    <a:cubicBezTo>
                      <a:pt x="198443" y="1172144"/>
                      <a:pt x="210676" y="797031"/>
                      <a:pt x="209317" y="702066"/>
                    </a:cubicBezTo>
                    <a:cubicBezTo>
                      <a:pt x="207957" y="607100"/>
                      <a:pt x="267083" y="197392"/>
                      <a:pt x="303781" y="100392"/>
                    </a:cubicBezTo>
                    <a:cubicBezTo>
                      <a:pt x="324848" y="44769"/>
                      <a:pt x="366304" y="0"/>
                      <a:pt x="366304" y="0"/>
                    </a:cubicBezTo>
                    <a:close/>
                  </a:path>
                </a:pathLst>
              </a:custGeom>
              <a:solidFill>
                <a:schemeClr val="accent1"/>
              </a:solidFill>
              <a:ln w="6777" cap="flat">
                <a:noFill/>
                <a:prstDash val="solid"/>
                <a:miter/>
              </a:ln>
            </p:spPr>
            <p:txBody>
              <a:bodyPr rtlCol="0" anchor="ctr"/>
              <a:lstStyle/>
              <a:p>
                <a:endParaRPr lang="pt-BR"/>
              </a:p>
            </p:txBody>
          </p:sp>
          <p:sp>
            <p:nvSpPr>
              <p:cNvPr id="85" name="Freeform: Shape 84">
                <a:extLst>
                  <a:ext uri="{FF2B5EF4-FFF2-40B4-BE49-F238E27FC236}">
                    <a16:creationId xmlns:a16="http://schemas.microsoft.com/office/drawing/2014/main" id="{9AD81D84-D64D-EBDB-5F34-7F1BD9CF0FAC}"/>
                  </a:ext>
                </a:extLst>
              </p:cNvPr>
              <p:cNvSpPr/>
              <p:nvPr/>
            </p:nvSpPr>
            <p:spPr>
              <a:xfrm>
                <a:off x="7619975" y="2538164"/>
                <a:ext cx="85629" cy="54944"/>
              </a:xfrm>
              <a:custGeom>
                <a:avLst/>
                <a:gdLst>
                  <a:gd name="connsiteX0" fmla="*/ 85629 w 85629"/>
                  <a:gd name="connsiteY0" fmla="*/ 14245 h 54944"/>
                  <a:gd name="connsiteX1" fmla="*/ 0 w 85629"/>
                  <a:gd name="connsiteY1" fmla="*/ 0 h 54944"/>
                  <a:gd name="connsiteX2" fmla="*/ 29223 w 85629"/>
                  <a:gd name="connsiteY2" fmla="*/ 54944 h 54944"/>
                </a:gdLst>
                <a:ahLst/>
                <a:cxnLst>
                  <a:cxn ang="0">
                    <a:pos x="connsiteX0" y="connsiteY0"/>
                  </a:cxn>
                  <a:cxn ang="0">
                    <a:pos x="connsiteX1" y="connsiteY1"/>
                  </a:cxn>
                  <a:cxn ang="0">
                    <a:pos x="connsiteX2" y="connsiteY2"/>
                  </a:cxn>
                </a:cxnLst>
                <a:rect l="l" t="t" r="r" b="b"/>
                <a:pathLst>
                  <a:path w="85629" h="54944">
                    <a:moveTo>
                      <a:pt x="85629" y="14245"/>
                    </a:moveTo>
                    <a:lnTo>
                      <a:pt x="0" y="0"/>
                    </a:lnTo>
                    <a:lnTo>
                      <a:pt x="29223" y="54944"/>
                    </a:lnTo>
                    <a:close/>
                  </a:path>
                </a:pathLst>
              </a:custGeom>
              <a:solidFill>
                <a:srgbClr val="FFFFFF"/>
              </a:solidFill>
              <a:ln w="6777" cap="flat">
                <a:noFill/>
                <a:prstDash val="solid"/>
                <a:miter/>
              </a:ln>
            </p:spPr>
            <p:txBody>
              <a:bodyPr rtlCol="0" anchor="ctr"/>
              <a:lstStyle/>
              <a:p>
                <a:endParaRPr lang="pt-BR"/>
              </a:p>
            </p:txBody>
          </p:sp>
          <p:sp>
            <p:nvSpPr>
              <p:cNvPr id="86" name="Freeform: Shape 85">
                <a:extLst>
                  <a:ext uri="{FF2B5EF4-FFF2-40B4-BE49-F238E27FC236}">
                    <a16:creationId xmlns:a16="http://schemas.microsoft.com/office/drawing/2014/main" id="{106EBF7D-339E-1D69-F626-696EF295799B}"/>
                  </a:ext>
                </a:extLst>
              </p:cNvPr>
              <p:cNvSpPr/>
              <p:nvPr/>
            </p:nvSpPr>
            <p:spPr>
              <a:xfrm>
                <a:off x="6777633" y="1513080"/>
                <a:ext cx="1076123" cy="1322868"/>
              </a:xfrm>
              <a:custGeom>
                <a:avLst/>
                <a:gdLst>
                  <a:gd name="connsiteX0" fmla="*/ 1076124 w 1076123"/>
                  <a:gd name="connsiteY0" fmla="*/ 1295736 h 1322868"/>
                  <a:gd name="connsiteX1" fmla="*/ 1031270 w 1076123"/>
                  <a:gd name="connsiteY1" fmla="*/ 1322869 h 1322868"/>
                  <a:gd name="connsiteX2" fmla="*/ 1677 w 1076123"/>
                  <a:gd name="connsiteY2" fmla="*/ 13025 h 1322868"/>
                  <a:gd name="connsiteX3" fmla="*/ 3037 w 1076123"/>
                  <a:gd name="connsiteY3" fmla="*/ 2172 h 1322868"/>
                  <a:gd name="connsiteX4" fmla="*/ 3037 w 1076123"/>
                  <a:gd name="connsiteY4" fmla="*/ 2172 h 1322868"/>
                  <a:gd name="connsiteX5" fmla="*/ 16629 w 1076123"/>
                  <a:gd name="connsiteY5" fmla="*/ 3528 h 1322868"/>
                  <a:gd name="connsiteX6" fmla="*/ 1076124 w 1076123"/>
                  <a:gd name="connsiteY6" fmla="*/ 1295736 h 1322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6123" h="1322868">
                    <a:moveTo>
                      <a:pt x="1076124" y="1295736"/>
                    </a:moveTo>
                    <a:cubicBezTo>
                      <a:pt x="1076124" y="1295736"/>
                      <a:pt x="1059134" y="1319477"/>
                      <a:pt x="1031270" y="1322869"/>
                    </a:cubicBezTo>
                    <a:lnTo>
                      <a:pt x="1677" y="13025"/>
                    </a:lnTo>
                    <a:cubicBezTo>
                      <a:pt x="-1041" y="9633"/>
                      <a:pt x="-361" y="4885"/>
                      <a:pt x="3037" y="2172"/>
                    </a:cubicBezTo>
                    <a:lnTo>
                      <a:pt x="3037" y="2172"/>
                    </a:lnTo>
                    <a:cubicBezTo>
                      <a:pt x="7114" y="-1220"/>
                      <a:pt x="13231" y="-542"/>
                      <a:pt x="16629" y="3528"/>
                    </a:cubicBezTo>
                    <a:lnTo>
                      <a:pt x="1076124" y="1295736"/>
                    </a:lnTo>
                    <a:close/>
                  </a:path>
                </a:pathLst>
              </a:custGeom>
              <a:solidFill>
                <a:schemeClr val="accent1">
                  <a:lumMod val="20000"/>
                  <a:lumOff val="80000"/>
                </a:schemeClr>
              </a:solidFill>
              <a:ln w="6777" cap="flat">
                <a:noFill/>
                <a:prstDash val="solid"/>
                <a:miter/>
              </a:ln>
            </p:spPr>
            <p:txBody>
              <a:bodyPr rtlCol="0" anchor="ctr"/>
              <a:lstStyle/>
              <a:p>
                <a:endParaRPr lang="pt-BR" dirty="0"/>
              </a:p>
            </p:txBody>
          </p:sp>
          <p:sp>
            <p:nvSpPr>
              <p:cNvPr id="87" name="Freeform: Shape 86">
                <a:extLst>
                  <a:ext uri="{FF2B5EF4-FFF2-40B4-BE49-F238E27FC236}">
                    <a16:creationId xmlns:a16="http://schemas.microsoft.com/office/drawing/2014/main" id="{1269CB2D-B697-BABD-13C2-80F5C41CC471}"/>
                  </a:ext>
                </a:extLst>
              </p:cNvPr>
              <p:cNvSpPr/>
              <p:nvPr/>
            </p:nvSpPr>
            <p:spPr>
              <a:xfrm>
                <a:off x="7598342" y="2551731"/>
                <a:ext cx="200367" cy="124811"/>
              </a:xfrm>
              <a:custGeom>
                <a:avLst/>
                <a:gdLst>
                  <a:gd name="connsiteX0" fmla="*/ 200368 w 200367"/>
                  <a:gd name="connsiteY0" fmla="*/ 29168 h 124811"/>
                  <a:gd name="connsiteX1" fmla="*/ 100467 w 200367"/>
                  <a:gd name="connsiteY1" fmla="*/ 0 h 124811"/>
                  <a:gd name="connsiteX2" fmla="*/ 566 w 200367"/>
                  <a:gd name="connsiteY2" fmla="*/ 30525 h 124811"/>
                  <a:gd name="connsiteX3" fmla="*/ 63769 w 200367"/>
                  <a:gd name="connsiteY3" fmla="*/ 118028 h 124811"/>
                  <a:gd name="connsiteX4" fmla="*/ 144641 w 200367"/>
                  <a:gd name="connsiteY4" fmla="*/ 112602 h 124811"/>
                  <a:gd name="connsiteX5" fmla="*/ 187456 w 200367"/>
                  <a:gd name="connsiteY5" fmla="*/ 124812 h 124811"/>
                  <a:gd name="connsiteX6" fmla="*/ 200368 w 200367"/>
                  <a:gd name="connsiteY6" fmla="*/ 29168 h 124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367" h="124811">
                    <a:moveTo>
                      <a:pt x="200368" y="29168"/>
                    </a:moveTo>
                    <a:cubicBezTo>
                      <a:pt x="200368" y="29168"/>
                      <a:pt x="122894" y="0"/>
                      <a:pt x="100467" y="0"/>
                    </a:cubicBezTo>
                    <a:cubicBezTo>
                      <a:pt x="78040" y="0"/>
                      <a:pt x="8041" y="12210"/>
                      <a:pt x="566" y="30525"/>
                    </a:cubicBezTo>
                    <a:cubicBezTo>
                      <a:pt x="-6230" y="49518"/>
                      <a:pt x="50177" y="102427"/>
                      <a:pt x="63769" y="118028"/>
                    </a:cubicBezTo>
                    <a:cubicBezTo>
                      <a:pt x="77361" y="133630"/>
                      <a:pt x="144641" y="112602"/>
                      <a:pt x="144641" y="112602"/>
                    </a:cubicBezTo>
                    <a:lnTo>
                      <a:pt x="187456" y="124812"/>
                    </a:lnTo>
                    <a:lnTo>
                      <a:pt x="200368" y="29168"/>
                    </a:lnTo>
                    <a:close/>
                  </a:path>
                </a:pathLst>
              </a:custGeom>
              <a:solidFill>
                <a:schemeClr val="bg1"/>
              </a:solidFill>
              <a:ln w="6777" cap="flat">
                <a:solidFill>
                  <a:schemeClr val="tx2"/>
                </a:solidFill>
                <a:prstDash val="solid"/>
                <a:miter/>
              </a:ln>
            </p:spPr>
            <p:txBody>
              <a:bodyPr rtlCol="0" anchor="ctr"/>
              <a:lstStyle/>
              <a:p>
                <a:endParaRPr lang="pt-BR"/>
              </a:p>
            </p:txBody>
          </p:sp>
          <p:sp>
            <p:nvSpPr>
              <p:cNvPr id="88" name="Freeform: Shape 87">
                <a:extLst>
                  <a:ext uri="{FF2B5EF4-FFF2-40B4-BE49-F238E27FC236}">
                    <a16:creationId xmlns:a16="http://schemas.microsoft.com/office/drawing/2014/main" id="{80C8E0DD-34F2-457A-7401-D340B6C525DD}"/>
                  </a:ext>
                </a:extLst>
              </p:cNvPr>
              <p:cNvSpPr/>
              <p:nvPr/>
            </p:nvSpPr>
            <p:spPr>
              <a:xfrm>
                <a:off x="7619975" y="2538164"/>
                <a:ext cx="85629" cy="25097"/>
              </a:xfrm>
              <a:custGeom>
                <a:avLst/>
                <a:gdLst>
                  <a:gd name="connsiteX0" fmla="*/ 85629 w 85629"/>
                  <a:gd name="connsiteY0" fmla="*/ 14245 h 25097"/>
                  <a:gd name="connsiteX1" fmla="*/ 0 w 85629"/>
                  <a:gd name="connsiteY1" fmla="*/ 0 h 25097"/>
                  <a:gd name="connsiteX2" fmla="*/ 12912 w 85629"/>
                  <a:gd name="connsiteY2" fmla="*/ 25098 h 25097"/>
                </a:gdLst>
                <a:ahLst/>
                <a:cxnLst>
                  <a:cxn ang="0">
                    <a:pos x="connsiteX0" y="connsiteY0"/>
                  </a:cxn>
                  <a:cxn ang="0">
                    <a:pos x="connsiteX1" y="connsiteY1"/>
                  </a:cxn>
                  <a:cxn ang="0">
                    <a:pos x="connsiteX2" y="connsiteY2"/>
                  </a:cxn>
                </a:cxnLst>
                <a:rect l="l" t="t" r="r" b="b"/>
                <a:pathLst>
                  <a:path w="85629" h="25097">
                    <a:moveTo>
                      <a:pt x="85629" y="14245"/>
                    </a:moveTo>
                    <a:lnTo>
                      <a:pt x="0" y="0"/>
                    </a:lnTo>
                    <a:lnTo>
                      <a:pt x="12912" y="25098"/>
                    </a:lnTo>
                  </a:path>
                </a:pathLst>
              </a:custGeom>
              <a:solidFill>
                <a:schemeClr val="bg1"/>
              </a:solidFill>
              <a:ln w="6777" cap="flat">
                <a:solidFill>
                  <a:schemeClr val="tx2"/>
                </a:solidFill>
                <a:prstDash val="solid"/>
                <a:miter/>
              </a:ln>
            </p:spPr>
            <p:txBody>
              <a:bodyPr rtlCol="0" anchor="ctr"/>
              <a:lstStyle/>
              <a:p>
                <a:endParaRPr lang="pt-BR"/>
              </a:p>
            </p:txBody>
          </p:sp>
          <p:sp>
            <p:nvSpPr>
              <p:cNvPr id="89" name="Freeform: Shape 88">
                <a:extLst>
                  <a:ext uri="{FF2B5EF4-FFF2-40B4-BE49-F238E27FC236}">
                    <a16:creationId xmlns:a16="http://schemas.microsoft.com/office/drawing/2014/main" id="{B3EA6B6A-441F-1F4D-8333-E7622B6E080D}"/>
                  </a:ext>
                </a:extLst>
              </p:cNvPr>
              <p:cNvSpPr/>
              <p:nvPr/>
            </p:nvSpPr>
            <p:spPr>
              <a:xfrm>
                <a:off x="7599021" y="2552409"/>
                <a:ext cx="199688" cy="124811"/>
              </a:xfrm>
              <a:custGeom>
                <a:avLst/>
                <a:gdLst>
                  <a:gd name="connsiteX0" fmla="*/ 63768 w 199688"/>
                  <a:gd name="connsiteY0" fmla="*/ 4070 h 124811"/>
                  <a:gd name="connsiteX1" fmla="*/ 566 w 199688"/>
                  <a:gd name="connsiteY1" fmla="*/ 30525 h 124811"/>
                  <a:gd name="connsiteX2" fmla="*/ 63768 w 199688"/>
                  <a:gd name="connsiteY2" fmla="*/ 118028 h 124811"/>
                  <a:gd name="connsiteX3" fmla="*/ 144641 w 199688"/>
                  <a:gd name="connsiteY3" fmla="*/ 112602 h 124811"/>
                  <a:gd name="connsiteX4" fmla="*/ 187456 w 199688"/>
                  <a:gd name="connsiteY4" fmla="*/ 124812 h 124811"/>
                  <a:gd name="connsiteX5" fmla="*/ 199688 w 199688"/>
                  <a:gd name="connsiteY5" fmla="*/ 29168 h 124811"/>
                  <a:gd name="connsiteX6" fmla="*/ 99787 w 199688"/>
                  <a:gd name="connsiteY6" fmla="*/ 0 h 124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688" h="124811">
                    <a:moveTo>
                      <a:pt x="63768" y="4070"/>
                    </a:moveTo>
                    <a:cubicBezTo>
                      <a:pt x="35905" y="8818"/>
                      <a:pt x="4643" y="18315"/>
                      <a:pt x="566" y="30525"/>
                    </a:cubicBezTo>
                    <a:cubicBezTo>
                      <a:pt x="-6230" y="49518"/>
                      <a:pt x="50176" y="102427"/>
                      <a:pt x="63768" y="118028"/>
                    </a:cubicBezTo>
                    <a:cubicBezTo>
                      <a:pt x="77360" y="133630"/>
                      <a:pt x="144641" y="112602"/>
                      <a:pt x="144641" y="112602"/>
                    </a:cubicBezTo>
                    <a:lnTo>
                      <a:pt x="187456" y="124812"/>
                    </a:lnTo>
                    <a:lnTo>
                      <a:pt x="199688" y="29168"/>
                    </a:lnTo>
                    <a:cubicBezTo>
                      <a:pt x="199688" y="29168"/>
                      <a:pt x="122214" y="0"/>
                      <a:pt x="99787" y="0"/>
                    </a:cubicBezTo>
                  </a:path>
                </a:pathLst>
              </a:custGeom>
              <a:noFill/>
              <a:ln w="6777" cap="rnd">
                <a:solidFill>
                  <a:schemeClr val="tx2"/>
                </a:solidFill>
                <a:prstDash val="solid"/>
                <a:miter/>
              </a:ln>
            </p:spPr>
            <p:txBody>
              <a:bodyPr rtlCol="0" anchor="ctr"/>
              <a:lstStyle/>
              <a:p>
                <a:endParaRPr lang="pt-BR"/>
              </a:p>
            </p:txBody>
          </p:sp>
          <p:sp>
            <p:nvSpPr>
              <p:cNvPr id="90" name="Freeform: Shape 89">
                <a:extLst>
                  <a:ext uri="{FF2B5EF4-FFF2-40B4-BE49-F238E27FC236}">
                    <a16:creationId xmlns:a16="http://schemas.microsoft.com/office/drawing/2014/main" id="{BAD02E93-5472-9BB8-16FA-2D680622135F}"/>
                  </a:ext>
                </a:extLst>
              </p:cNvPr>
              <p:cNvSpPr/>
              <p:nvPr/>
            </p:nvSpPr>
            <p:spPr>
              <a:xfrm>
                <a:off x="7766089" y="2045701"/>
                <a:ext cx="778684" cy="763668"/>
              </a:xfrm>
              <a:custGeom>
                <a:avLst/>
                <a:gdLst>
                  <a:gd name="connsiteX0" fmla="*/ 634746 w 778684"/>
                  <a:gd name="connsiteY0" fmla="*/ 0 h 763668"/>
                  <a:gd name="connsiteX1" fmla="*/ 549116 w 778684"/>
                  <a:gd name="connsiteY1" fmla="*/ 198071 h 763668"/>
                  <a:gd name="connsiteX2" fmla="*/ 415235 w 778684"/>
                  <a:gd name="connsiteY2" fmla="*/ 529093 h 763668"/>
                  <a:gd name="connsiteX3" fmla="*/ 23106 w 778684"/>
                  <a:gd name="connsiteY3" fmla="*/ 519596 h 763668"/>
                  <a:gd name="connsiteX4" fmla="*/ 0 w 778684"/>
                  <a:gd name="connsiteY4" fmla="*/ 654583 h 763668"/>
                  <a:gd name="connsiteX5" fmla="*/ 411837 w 778684"/>
                  <a:gd name="connsiteY5" fmla="*/ 753618 h 763668"/>
                  <a:gd name="connsiteX6" fmla="*/ 552514 w 778684"/>
                  <a:gd name="connsiteY6" fmla="*/ 748192 h 763668"/>
                  <a:gd name="connsiteX7" fmla="*/ 717657 w 778684"/>
                  <a:gd name="connsiteY7" fmla="*/ 425988 h 763668"/>
                  <a:gd name="connsiteX8" fmla="*/ 755714 w 778684"/>
                  <a:gd name="connsiteY8" fmla="*/ 63762 h 763668"/>
                  <a:gd name="connsiteX9" fmla="*/ 634746 w 778684"/>
                  <a:gd name="connsiteY9" fmla="*/ 0 h 76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8684" h="763668">
                    <a:moveTo>
                      <a:pt x="634746" y="0"/>
                    </a:moveTo>
                    <a:cubicBezTo>
                      <a:pt x="634746" y="0"/>
                      <a:pt x="609601" y="57658"/>
                      <a:pt x="549116" y="198071"/>
                    </a:cubicBezTo>
                    <a:cubicBezTo>
                      <a:pt x="511738" y="284218"/>
                      <a:pt x="462807" y="469400"/>
                      <a:pt x="415235" y="529093"/>
                    </a:cubicBezTo>
                    <a:cubicBezTo>
                      <a:pt x="415235" y="529093"/>
                      <a:pt x="83591" y="535198"/>
                      <a:pt x="23106" y="519596"/>
                    </a:cubicBezTo>
                    <a:lnTo>
                      <a:pt x="0" y="654583"/>
                    </a:lnTo>
                    <a:cubicBezTo>
                      <a:pt x="0" y="654583"/>
                      <a:pt x="311256" y="730555"/>
                      <a:pt x="411837" y="753618"/>
                    </a:cubicBezTo>
                    <a:cubicBezTo>
                      <a:pt x="507661" y="776003"/>
                      <a:pt x="539602" y="754975"/>
                      <a:pt x="552514" y="748192"/>
                    </a:cubicBezTo>
                    <a:cubicBezTo>
                      <a:pt x="565427" y="742087"/>
                      <a:pt x="655813" y="614562"/>
                      <a:pt x="717657" y="425988"/>
                    </a:cubicBezTo>
                    <a:cubicBezTo>
                      <a:pt x="796490" y="185861"/>
                      <a:pt x="786976" y="89539"/>
                      <a:pt x="755714" y="63762"/>
                    </a:cubicBezTo>
                    <a:cubicBezTo>
                      <a:pt x="724453" y="37308"/>
                      <a:pt x="634746" y="0"/>
                      <a:pt x="634746" y="0"/>
                    </a:cubicBezTo>
                    <a:close/>
                  </a:path>
                </a:pathLst>
              </a:custGeom>
              <a:solidFill>
                <a:schemeClr val="accent1"/>
              </a:solidFill>
              <a:ln w="6777" cap="flat">
                <a:noFill/>
                <a:prstDash val="solid"/>
                <a:miter/>
              </a:ln>
            </p:spPr>
            <p:txBody>
              <a:bodyPr rtlCol="0" anchor="ctr"/>
              <a:lstStyle/>
              <a:p>
                <a:endParaRPr lang="pt-BR"/>
              </a:p>
            </p:txBody>
          </p:sp>
          <p:sp>
            <p:nvSpPr>
              <p:cNvPr id="91" name="Freeform: Shape 90">
                <a:extLst>
                  <a:ext uri="{FF2B5EF4-FFF2-40B4-BE49-F238E27FC236}">
                    <a16:creationId xmlns:a16="http://schemas.microsoft.com/office/drawing/2014/main" id="{C884DA98-2927-2299-1032-8709F47BA2C7}"/>
                  </a:ext>
                </a:extLst>
              </p:cNvPr>
              <p:cNvSpPr/>
              <p:nvPr/>
            </p:nvSpPr>
            <p:spPr>
              <a:xfrm>
                <a:off x="7967430" y="1363658"/>
                <a:ext cx="431724" cy="394464"/>
              </a:xfrm>
              <a:custGeom>
                <a:avLst/>
                <a:gdLst>
                  <a:gd name="connsiteX0" fmla="*/ 234961 w 431724"/>
                  <a:gd name="connsiteY0" fmla="*/ 291329 h 394464"/>
                  <a:gd name="connsiteX1" fmla="*/ 200981 w 431724"/>
                  <a:gd name="connsiteY1" fmla="*/ 374084 h 394464"/>
                  <a:gd name="connsiteX2" fmla="*/ 259427 w 431724"/>
                  <a:gd name="connsiteY2" fmla="*/ 351700 h 394464"/>
                  <a:gd name="connsiteX3" fmla="*/ 273019 w 431724"/>
                  <a:gd name="connsiteY3" fmla="*/ 394434 h 394464"/>
                  <a:gd name="connsiteX4" fmla="*/ 332823 w 431724"/>
                  <a:gd name="connsiteY4" fmla="*/ 367301 h 394464"/>
                  <a:gd name="connsiteX5" fmla="*/ 425249 w 431724"/>
                  <a:gd name="connsiteY5" fmla="*/ 252664 h 394464"/>
                  <a:gd name="connsiteX6" fmla="*/ 398065 w 431724"/>
                  <a:gd name="connsiteY6" fmla="*/ 154986 h 394464"/>
                  <a:gd name="connsiteX7" fmla="*/ 289329 w 431724"/>
                  <a:gd name="connsiteY7" fmla="*/ 72908 h 394464"/>
                  <a:gd name="connsiteX8" fmla="*/ 194865 w 431724"/>
                  <a:gd name="connsiteY8" fmla="*/ 3041 h 394464"/>
                  <a:gd name="connsiteX9" fmla="*/ 187389 w 431724"/>
                  <a:gd name="connsiteY9" fmla="*/ 78335 h 394464"/>
                  <a:gd name="connsiteX10" fmla="*/ 86129 w 431724"/>
                  <a:gd name="connsiteY10" fmla="*/ 1006 h 394464"/>
                  <a:gd name="connsiteX11" fmla="*/ 51469 w 431724"/>
                  <a:gd name="connsiteY11" fmla="*/ 167195 h 394464"/>
                  <a:gd name="connsiteX12" fmla="*/ 228165 w 431724"/>
                  <a:gd name="connsiteY12" fmla="*/ 239098 h 394464"/>
                  <a:gd name="connsiteX13" fmla="*/ 234961 w 431724"/>
                  <a:gd name="connsiteY13" fmla="*/ 291329 h 394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1724" h="394464">
                    <a:moveTo>
                      <a:pt x="234961" y="291329"/>
                    </a:moveTo>
                    <a:cubicBezTo>
                      <a:pt x="234961" y="291329"/>
                      <a:pt x="188748" y="361874"/>
                      <a:pt x="200981" y="374084"/>
                    </a:cubicBezTo>
                    <a:cubicBezTo>
                      <a:pt x="215932" y="388329"/>
                      <a:pt x="242437" y="339490"/>
                      <a:pt x="259427" y="351700"/>
                    </a:cubicBezTo>
                    <a:cubicBezTo>
                      <a:pt x="276417" y="363909"/>
                      <a:pt x="273019" y="394434"/>
                      <a:pt x="273019" y="394434"/>
                    </a:cubicBezTo>
                    <a:cubicBezTo>
                      <a:pt x="273019" y="394434"/>
                      <a:pt x="303601" y="396469"/>
                      <a:pt x="332823" y="367301"/>
                    </a:cubicBezTo>
                    <a:cubicBezTo>
                      <a:pt x="362046" y="338133"/>
                      <a:pt x="408259" y="295399"/>
                      <a:pt x="425249" y="252664"/>
                    </a:cubicBezTo>
                    <a:cubicBezTo>
                      <a:pt x="442239" y="209930"/>
                      <a:pt x="423210" y="163804"/>
                      <a:pt x="398065" y="154986"/>
                    </a:cubicBezTo>
                    <a:cubicBezTo>
                      <a:pt x="372240" y="146167"/>
                      <a:pt x="330785" y="127853"/>
                      <a:pt x="289329" y="72908"/>
                    </a:cubicBezTo>
                    <a:cubicBezTo>
                      <a:pt x="241078" y="9824"/>
                      <a:pt x="218651" y="-6456"/>
                      <a:pt x="194865" y="3041"/>
                    </a:cubicBezTo>
                    <a:cubicBezTo>
                      <a:pt x="167001" y="13216"/>
                      <a:pt x="199622" y="76300"/>
                      <a:pt x="187389" y="78335"/>
                    </a:cubicBezTo>
                    <a:cubicBezTo>
                      <a:pt x="149332" y="83762"/>
                      <a:pt x="122148" y="7789"/>
                      <a:pt x="86129" y="1006"/>
                    </a:cubicBezTo>
                    <a:cubicBezTo>
                      <a:pt x="31761" y="-9169"/>
                      <a:pt x="-57266" y="58664"/>
                      <a:pt x="51469" y="167195"/>
                    </a:cubicBezTo>
                    <a:cubicBezTo>
                      <a:pt x="103119" y="218748"/>
                      <a:pt x="209816" y="232315"/>
                      <a:pt x="228165" y="239098"/>
                    </a:cubicBezTo>
                    <a:cubicBezTo>
                      <a:pt x="251272" y="245881"/>
                      <a:pt x="250592" y="268266"/>
                      <a:pt x="234961" y="291329"/>
                    </a:cubicBezTo>
                    <a:close/>
                  </a:path>
                </a:pathLst>
              </a:custGeom>
              <a:solidFill>
                <a:schemeClr val="accent1">
                  <a:lumMod val="50000"/>
                </a:schemeClr>
              </a:solidFill>
              <a:ln w="6777" cap="flat">
                <a:noFill/>
                <a:prstDash val="solid"/>
                <a:miter/>
              </a:ln>
            </p:spPr>
            <p:txBody>
              <a:bodyPr rtlCol="0" anchor="ctr"/>
              <a:lstStyle/>
              <a:p>
                <a:endParaRPr lang="pt-BR"/>
              </a:p>
            </p:txBody>
          </p:sp>
          <p:sp>
            <p:nvSpPr>
              <p:cNvPr id="92" name="Freeform: Shape 91">
                <a:extLst>
                  <a:ext uri="{FF2B5EF4-FFF2-40B4-BE49-F238E27FC236}">
                    <a16:creationId xmlns:a16="http://schemas.microsoft.com/office/drawing/2014/main" id="{8A78ED18-F41D-9327-3D04-782F74B3FBBA}"/>
                  </a:ext>
                </a:extLst>
              </p:cNvPr>
              <p:cNvSpPr/>
              <p:nvPr/>
            </p:nvSpPr>
            <p:spPr>
              <a:xfrm>
                <a:off x="8196955" y="1698590"/>
                <a:ext cx="83345" cy="84973"/>
              </a:xfrm>
              <a:custGeom>
                <a:avLst/>
                <a:gdLst>
                  <a:gd name="connsiteX0" fmla="*/ 16990 w 83345"/>
                  <a:gd name="connsiteY0" fmla="*/ 19481 h 84973"/>
                  <a:gd name="connsiteX1" fmla="*/ 78833 w 83345"/>
                  <a:gd name="connsiteY1" fmla="*/ 9306 h 84973"/>
                  <a:gd name="connsiteX2" fmla="*/ 0 w 83345"/>
                  <a:gd name="connsiteY2" fmla="*/ 77138 h 84973"/>
                  <a:gd name="connsiteX3" fmla="*/ 16990 w 83345"/>
                  <a:gd name="connsiteY3" fmla="*/ 19481 h 84973"/>
                </a:gdLst>
                <a:ahLst/>
                <a:cxnLst>
                  <a:cxn ang="0">
                    <a:pos x="connsiteX0" y="connsiteY0"/>
                  </a:cxn>
                  <a:cxn ang="0">
                    <a:pos x="connsiteX1" y="connsiteY1"/>
                  </a:cxn>
                  <a:cxn ang="0">
                    <a:pos x="connsiteX2" y="connsiteY2"/>
                  </a:cxn>
                  <a:cxn ang="0">
                    <a:pos x="connsiteX3" y="connsiteY3"/>
                  </a:cxn>
                </a:cxnLst>
                <a:rect l="l" t="t" r="r" b="b"/>
                <a:pathLst>
                  <a:path w="83345" h="84973">
                    <a:moveTo>
                      <a:pt x="16990" y="19481"/>
                    </a:moveTo>
                    <a:cubicBezTo>
                      <a:pt x="16990" y="19481"/>
                      <a:pt x="52329" y="-16471"/>
                      <a:pt x="78833" y="9306"/>
                    </a:cubicBezTo>
                    <a:cubicBezTo>
                      <a:pt x="98542" y="28299"/>
                      <a:pt x="50290" y="110376"/>
                      <a:pt x="0" y="77138"/>
                    </a:cubicBezTo>
                    <a:lnTo>
                      <a:pt x="16990" y="19481"/>
                    </a:lnTo>
                    <a:close/>
                  </a:path>
                </a:pathLst>
              </a:custGeom>
              <a:solidFill>
                <a:schemeClr val="bg1"/>
              </a:solidFill>
              <a:ln w="6777" cap="flat">
                <a:noFill/>
                <a:prstDash val="solid"/>
                <a:miter/>
              </a:ln>
            </p:spPr>
            <p:txBody>
              <a:bodyPr rtlCol="0" anchor="ctr"/>
              <a:lstStyle/>
              <a:p>
                <a:endParaRPr lang="pt-BR"/>
              </a:p>
            </p:txBody>
          </p:sp>
          <p:sp>
            <p:nvSpPr>
              <p:cNvPr id="93" name="Freeform: Shape 92">
                <a:extLst>
                  <a:ext uri="{FF2B5EF4-FFF2-40B4-BE49-F238E27FC236}">
                    <a16:creationId xmlns:a16="http://schemas.microsoft.com/office/drawing/2014/main" id="{8FD23217-5299-6792-F293-EA544D794F7C}"/>
                  </a:ext>
                </a:extLst>
              </p:cNvPr>
              <p:cNvSpPr/>
              <p:nvPr/>
            </p:nvSpPr>
            <p:spPr>
              <a:xfrm>
                <a:off x="8196955" y="1698590"/>
                <a:ext cx="83345" cy="84973"/>
              </a:xfrm>
              <a:custGeom>
                <a:avLst/>
                <a:gdLst>
                  <a:gd name="connsiteX0" fmla="*/ 16990 w 83345"/>
                  <a:gd name="connsiteY0" fmla="*/ 19481 h 84973"/>
                  <a:gd name="connsiteX1" fmla="*/ 78833 w 83345"/>
                  <a:gd name="connsiteY1" fmla="*/ 9306 h 84973"/>
                  <a:gd name="connsiteX2" fmla="*/ 0 w 83345"/>
                  <a:gd name="connsiteY2" fmla="*/ 77138 h 84973"/>
                </a:gdLst>
                <a:ahLst/>
                <a:cxnLst>
                  <a:cxn ang="0">
                    <a:pos x="connsiteX0" y="connsiteY0"/>
                  </a:cxn>
                  <a:cxn ang="0">
                    <a:pos x="connsiteX1" y="connsiteY1"/>
                  </a:cxn>
                  <a:cxn ang="0">
                    <a:pos x="connsiteX2" y="connsiteY2"/>
                  </a:cxn>
                </a:cxnLst>
                <a:rect l="l" t="t" r="r" b="b"/>
                <a:pathLst>
                  <a:path w="83345" h="84973">
                    <a:moveTo>
                      <a:pt x="16990" y="19481"/>
                    </a:moveTo>
                    <a:cubicBezTo>
                      <a:pt x="16990" y="19481"/>
                      <a:pt x="52329" y="-16471"/>
                      <a:pt x="78833" y="9306"/>
                    </a:cubicBezTo>
                    <a:cubicBezTo>
                      <a:pt x="98542" y="28299"/>
                      <a:pt x="50290" y="110376"/>
                      <a:pt x="0" y="77138"/>
                    </a:cubicBezTo>
                  </a:path>
                </a:pathLst>
              </a:custGeom>
              <a:noFill/>
              <a:ln w="6777" cap="rnd">
                <a:solidFill>
                  <a:schemeClr val="tx2"/>
                </a:solidFill>
                <a:prstDash val="solid"/>
                <a:miter/>
              </a:ln>
            </p:spPr>
            <p:txBody>
              <a:bodyPr rtlCol="0" anchor="ctr"/>
              <a:lstStyle/>
              <a:p>
                <a:endParaRPr lang="pt-BR"/>
              </a:p>
            </p:txBody>
          </p:sp>
          <p:sp>
            <p:nvSpPr>
              <p:cNvPr id="94" name="Freeform: Shape 93">
                <a:extLst>
                  <a:ext uri="{FF2B5EF4-FFF2-40B4-BE49-F238E27FC236}">
                    <a16:creationId xmlns:a16="http://schemas.microsoft.com/office/drawing/2014/main" id="{8CF3BB03-464F-BFC3-3A81-5AE637501E8E}"/>
                  </a:ext>
                </a:extLst>
              </p:cNvPr>
              <p:cNvSpPr/>
              <p:nvPr/>
            </p:nvSpPr>
            <p:spPr>
              <a:xfrm>
                <a:off x="7605703" y="2589039"/>
                <a:ext cx="54367" cy="14923"/>
              </a:xfrm>
              <a:custGeom>
                <a:avLst/>
                <a:gdLst>
                  <a:gd name="connsiteX0" fmla="*/ 0 w 54367"/>
                  <a:gd name="connsiteY0" fmla="*/ 14923 h 14923"/>
                  <a:gd name="connsiteX1" fmla="*/ 54368 w 54367"/>
                  <a:gd name="connsiteY1" fmla="*/ 0 h 14923"/>
                </a:gdLst>
                <a:ahLst/>
                <a:cxnLst>
                  <a:cxn ang="0">
                    <a:pos x="connsiteX0" y="connsiteY0"/>
                  </a:cxn>
                  <a:cxn ang="0">
                    <a:pos x="connsiteX1" y="connsiteY1"/>
                  </a:cxn>
                </a:cxnLst>
                <a:rect l="l" t="t" r="r" b="b"/>
                <a:pathLst>
                  <a:path w="54367" h="14923">
                    <a:moveTo>
                      <a:pt x="0" y="14923"/>
                    </a:moveTo>
                    <a:lnTo>
                      <a:pt x="54368" y="0"/>
                    </a:lnTo>
                  </a:path>
                </a:pathLst>
              </a:custGeom>
              <a:ln w="6777" cap="rnd">
                <a:solidFill>
                  <a:schemeClr val="tx2"/>
                </a:solidFill>
                <a:prstDash val="solid"/>
                <a:miter/>
              </a:ln>
            </p:spPr>
            <p:txBody>
              <a:bodyPr rtlCol="0" anchor="ctr"/>
              <a:lstStyle/>
              <a:p>
                <a:endParaRPr lang="pt-BR"/>
              </a:p>
            </p:txBody>
          </p:sp>
          <p:sp>
            <p:nvSpPr>
              <p:cNvPr id="95" name="Freeform: Shape 94">
                <a:extLst>
                  <a:ext uri="{FF2B5EF4-FFF2-40B4-BE49-F238E27FC236}">
                    <a16:creationId xmlns:a16="http://schemas.microsoft.com/office/drawing/2014/main" id="{F1A60B05-DA5F-7342-1DC1-2659531C6F26}"/>
                  </a:ext>
                </a:extLst>
              </p:cNvPr>
              <p:cNvSpPr/>
              <p:nvPr/>
            </p:nvSpPr>
            <p:spPr>
              <a:xfrm>
                <a:off x="7626091" y="2614137"/>
                <a:ext cx="67959" cy="18314"/>
              </a:xfrm>
              <a:custGeom>
                <a:avLst/>
                <a:gdLst>
                  <a:gd name="connsiteX0" fmla="*/ 0 w 67959"/>
                  <a:gd name="connsiteY0" fmla="*/ 18315 h 18314"/>
                  <a:gd name="connsiteX1" fmla="*/ 67960 w 67959"/>
                  <a:gd name="connsiteY1" fmla="*/ 0 h 18314"/>
                </a:gdLst>
                <a:ahLst/>
                <a:cxnLst>
                  <a:cxn ang="0">
                    <a:pos x="connsiteX0" y="connsiteY0"/>
                  </a:cxn>
                  <a:cxn ang="0">
                    <a:pos x="connsiteX1" y="connsiteY1"/>
                  </a:cxn>
                </a:cxnLst>
                <a:rect l="l" t="t" r="r" b="b"/>
                <a:pathLst>
                  <a:path w="67959" h="18314">
                    <a:moveTo>
                      <a:pt x="0" y="18315"/>
                    </a:moveTo>
                    <a:lnTo>
                      <a:pt x="67960" y="0"/>
                    </a:lnTo>
                  </a:path>
                </a:pathLst>
              </a:custGeom>
              <a:ln w="6777" cap="rnd">
                <a:solidFill>
                  <a:schemeClr val="tx2"/>
                </a:solidFill>
                <a:prstDash val="solid"/>
                <a:miter/>
              </a:ln>
            </p:spPr>
            <p:txBody>
              <a:bodyPr rtlCol="0" anchor="ctr"/>
              <a:lstStyle/>
              <a:p>
                <a:endParaRPr lang="pt-BR"/>
              </a:p>
            </p:txBody>
          </p:sp>
          <p:sp>
            <p:nvSpPr>
              <p:cNvPr id="96" name="Freeform: Shape 95">
                <a:extLst>
                  <a:ext uri="{FF2B5EF4-FFF2-40B4-BE49-F238E27FC236}">
                    <a16:creationId xmlns:a16="http://schemas.microsoft.com/office/drawing/2014/main" id="{3102EF2D-DEF7-43CB-2F14-0A0B688AAA1E}"/>
                  </a:ext>
                </a:extLst>
              </p:cNvPr>
              <p:cNvSpPr/>
              <p:nvPr/>
            </p:nvSpPr>
            <p:spPr>
              <a:xfrm>
                <a:off x="7651237" y="2641270"/>
                <a:ext cx="54367" cy="14923"/>
              </a:xfrm>
              <a:custGeom>
                <a:avLst/>
                <a:gdLst>
                  <a:gd name="connsiteX0" fmla="*/ 0 w 54367"/>
                  <a:gd name="connsiteY0" fmla="*/ 14923 h 14923"/>
                  <a:gd name="connsiteX1" fmla="*/ 54368 w 54367"/>
                  <a:gd name="connsiteY1" fmla="*/ 0 h 14923"/>
                </a:gdLst>
                <a:ahLst/>
                <a:cxnLst>
                  <a:cxn ang="0">
                    <a:pos x="connsiteX0" y="connsiteY0"/>
                  </a:cxn>
                  <a:cxn ang="0">
                    <a:pos x="connsiteX1" y="connsiteY1"/>
                  </a:cxn>
                </a:cxnLst>
                <a:rect l="l" t="t" r="r" b="b"/>
                <a:pathLst>
                  <a:path w="54367" h="14923">
                    <a:moveTo>
                      <a:pt x="0" y="14923"/>
                    </a:moveTo>
                    <a:lnTo>
                      <a:pt x="54368" y="0"/>
                    </a:lnTo>
                  </a:path>
                </a:pathLst>
              </a:custGeom>
              <a:ln w="6777" cap="rnd">
                <a:solidFill>
                  <a:schemeClr val="tx2"/>
                </a:solidFill>
                <a:prstDash val="solid"/>
                <a:miter/>
              </a:ln>
            </p:spPr>
            <p:txBody>
              <a:bodyPr rtlCol="0" anchor="ctr"/>
              <a:lstStyle/>
              <a:p>
                <a:endParaRPr lang="pt-BR"/>
              </a:p>
            </p:txBody>
          </p:sp>
          <p:sp>
            <p:nvSpPr>
              <p:cNvPr id="97" name="Freeform: Shape 96">
                <a:extLst>
                  <a:ext uri="{FF2B5EF4-FFF2-40B4-BE49-F238E27FC236}">
                    <a16:creationId xmlns:a16="http://schemas.microsoft.com/office/drawing/2014/main" id="{690DF1FD-09E7-F0C6-6B43-DC8921B65073}"/>
                  </a:ext>
                </a:extLst>
              </p:cNvPr>
              <p:cNvSpPr/>
              <p:nvPr/>
            </p:nvSpPr>
            <p:spPr>
              <a:xfrm>
                <a:off x="7224448" y="2930236"/>
                <a:ext cx="35339" cy="74615"/>
              </a:xfrm>
              <a:custGeom>
                <a:avLst/>
                <a:gdLst>
                  <a:gd name="connsiteX0" fmla="*/ 35339 w 35339"/>
                  <a:gd name="connsiteY0" fmla="*/ 0 h 74615"/>
                  <a:gd name="connsiteX1" fmla="*/ 0 w 35339"/>
                  <a:gd name="connsiteY1" fmla="*/ 74616 h 74615"/>
                </a:gdLst>
                <a:ahLst/>
                <a:cxnLst>
                  <a:cxn ang="0">
                    <a:pos x="connsiteX0" y="connsiteY0"/>
                  </a:cxn>
                  <a:cxn ang="0">
                    <a:pos x="connsiteX1" y="connsiteY1"/>
                  </a:cxn>
                </a:cxnLst>
                <a:rect l="l" t="t" r="r" b="b"/>
                <a:pathLst>
                  <a:path w="35339" h="74615">
                    <a:moveTo>
                      <a:pt x="35339" y="0"/>
                    </a:moveTo>
                    <a:cubicBezTo>
                      <a:pt x="10874" y="32559"/>
                      <a:pt x="0" y="74616"/>
                      <a:pt x="0" y="74616"/>
                    </a:cubicBezTo>
                  </a:path>
                </a:pathLst>
              </a:custGeom>
              <a:noFill/>
              <a:ln w="6777" cap="rnd">
                <a:solidFill>
                  <a:schemeClr val="tx2"/>
                </a:solidFill>
                <a:prstDash val="solid"/>
                <a:miter/>
              </a:ln>
            </p:spPr>
            <p:txBody>
              <a:bodyPr rtlCol="0" anchor="ctr"/>
              <a:lstStyle/>
              <a:p>
                <a:endParaRPr lang="pt-BR"/>
              </a:p>
            </p:txBody>
          </p:sp>
          <p:sp>
            <p:nvSpPr>
              <p:cNvPr id="98" name="Freeform: Shape 97">
                <a:extLst>
                  <a:ext uri="{FF2B5EF4-FFF2-40B4-BE49-F238E27FC236}">
                    <a16:creationId xmlns:a16="http://schemas.microsoft.com/office/drawing/2014/main" id="{4BB89140-76F7-26BE-AD03-6E7308EE5931}"/>
                  </a:ext>
                </a:extLst>
              </p:cNvPr>
              <p:cNvSpPr/>
              <p:nvPr/>
            </p:nvSpPr>
            <p:spPr>
              <a:xfrm>
                <a:off x="7219011" y="2910564"/>
                <a:ext cx="28543" cy="49517"/>
              </a:xfrm>
              <a:custGeom>
                <a:avLst/>
                <a:gdLst>
                  <a:gd name="connsiteX0" fmla="*/ 28543 w 28543"/>
                  <a:gd name="connsiteY0" fmla="*/ 0 h 49517"/>
                  <a:gd name="connsiteX1" fmla="*/ 0 w 28543"/>
                  <a:gd name="connsiteY1" fmla="*/ 49518 h 49517"/>
                </a:gdLst>
                <a:ahLst/>
                <a:cxnLst>
                  <a:cxn ang="0">
                    <a:pos x="connsiteX0" y="connsiteY0"/>
                  </a:cxn>
                  <a:cxn ang="0">
                    <a:pos x="connsiteX1" y="connsiteY1"/>
                  </a:cxn>
                </a:cxnLst>
                <a:rect l="l" t="t" r="r" b="b"/>
                <a:pathLst>
                  <a:path w="28543" h="49517">
                    <a:moveTo>
                      <a:pt x="28543" y="0"/>
                    </a:moveTo>
                    <a:cubicBezTo>
                      <a:pt x="14272" y="17636"/>
                      <a:pt x="0" y="49518"/>
                      <a:pt x="0" y="49518"/>
                    </a:cubicBezTo>
                  </a:path>
                </a:pathLst>
              </a:custGeom>
              <a:noFill/>
              <a:ln w="6777" cap="rnd">
                <a:solidFill>
                  <a:schemeClr val="tx2"/>
                </a:solidFill>
                <a:prstDash val="solid"/>
                <a:miter/>
              </a:ln>
            </p:spPr>
            <p:txBody>
              <a:bodyPr rtlCol="0" anchor="ctr"/>
              <a:lstStyle/>
              <a:p>
                <a:endParaRPr lang="pt-BR"/>
              </a:p>
            </p:txBody>
          </p:sp>
          <p:sp>
            <p:nvSpPr>
              <p:cNvPr id="99" name="Freeform: Shape 98">
                <a:extLst>
                  <a:ext uri="{FF2B5EF4-FFF2-40B4-BE49-F238E27FC236}">
                    <a16:creationId xmlns:a16="http://schemas.microsoft.com/office/drawing/2014/main" id="{BB2673D9-8F8D-67ED-36CF-F909CC26F080}"/>
                  </a:ext>
                </a:extLst>
              </p:cNvPr>
              <p:cNvSpPr/>
              <p:nvPr/>
            </p:nvSpPr>
            <p:spPr>
              <a:xfrm>
                <a:off x="7221050" y="2888858"/>
                <a:ext cx="21067" cy="36629"/>
              </a:xfrm>
              <a:custGeom>
                <a:avLst/>
                <a:gdLst>
                  <a:gd name="connsiteX0" fmla="*/ 21068 w 21067"/>
                  <a:gd name="connsiteY0" fmla="*/ 0 h 36629"/>
                  <a:gd name="connsiteX1" fmla="*/ 0 w 21067"/>
                  <a:gd name="connsiteY1" fmla="*/ 36629 h 36629"/>
                </a:gdLst>
                <a:ahLst/>
                <a:cxnLst>
                  <a:cxn ang="0">
                    <a:pos x="connsiteX0" y="connsiteY0"/>
                  </a:cxn>
                  <a:cxn ang="0">
                    <a:pos x="connsiteX1" y="connsiteY1"/>
                  </a:cxn>
                </a:cxnLst>
                <a:rect l="l" t="t" r="r" b="b"/>
                <a:pathLst>
                  <a:path w="21067" h="36629">
                    <a:moveTo>
                      <a:pt x="21068" y="0"/>
                    </a:moveTo>
                    <a:cubicBezTo>
                      <a:pt x="15631" y="4748"/>
                      <a:pt x="0" y="36629"/>
                      <a:pt x="0" y="36629"/>
                    </a:cubicBezTo>
                  </a:path>
                </a:pathLst>
              </a:custGeom>
              <a:noFill/>
              <a:ln w="6777" cap="rnd">
                <a:solidFill>
                  <a:schemeClr val="tx2"/>
                </a:solidFill>
                <a:prstDash val="solid"/>
                <a:miter/>
              </a:ln>
            </p:spPr>
            <p:txBody>
              <a:bodyPr rtlCol="0" anchor="ctr"/>
              <a:lstStyle/>
              <a:p>
                <a:endParaRPr lang="pt-BR"/>
              </a:p>
            </p:txBody>
          </p:sp>
        </p:grpSp>
        <p:sp>
          <p:nvSpPr>
            <p:cNvPr id="42" name="Freeform: Shape 41">
              <a:extLst>
                <a:ext uri="{FF2B5EF4-FFF2-40B4-BE49-F238E27FC236}">
                  <a16:creationId xmlns:a16="http://schemas.microsoft.com/office/drawing/2014/main" id="{B597700B-ECC7-7C58-83B8-7EE7F8AB61D9}"/>
                </a:ext>
              </a:extLst>
            </p:cNvPr>
            <p:cNvSpPr/>
            <p:nvPr/>
          </p:nvSpPr>
          <p:spPr>
            <a:xfrm>
              <a:off x="8095015" y="2282436"/>
              <a:ext cx="204559" cy="291980"/>
            </a:xfrm>
            <a:custGeom>
              <a:avLst/>
              <a:gdLst>
                <a:gd name="connsiteX0" fmla="*/ 204559 w 204559"/>
                <a:gd name="connsiteY0" fmla="*/ 0 h 291980"/>
                <a:gd name="connsiteX1" fmla="*/ 86309 w 204559"/>
                <a:gd name="connsiteY1" fmla="*/ 291679 h 291980"/>
                <a:gd name="connsiteX2" fmla="*/ 0 w 204559"/>
                <a:gd name="connsiteY2" fmla="*/ 291679 h 291980"/>
              </a:gdLst>
              <a:ahLst/>
              <a:cxnLst>
                <a:cxn ang="0">
                  <a:pos x="connsiteX0" y="connsiteY0"/>
                </a:cxn>
                <a:cxn ang="0">
                  <a:pos x="connsiteX1" y="connsiteY1"/>
                </a:cxn>
                <a:cxn ang="0">
                  <a:pos x="connsiteX2" y="connsiteY2"/>
                </a:cxn>
              </a:cxnLst>
              <a:rect l="l" t="t" r="r" b="b"/>
              <a:pathLst>
                <a:path w="204559" h="291980">
                  <a:moveTo>
                    <a:pt x="204559" y="0"/>
                  </a:moveTo>
                  <a:cubicBezTo>
                    <a:pt x="204559" y="0"/>
                    <a:pt x="112134" y="261833"/>
                    <a:pt x="86309" y="291679"/>
                  </a:cubicBezTo>
                  <a:cubicBezTo>
                    <a:pt x="23106" y="292358"/>
                    <a:pt x="0" y="291679"/>
                    <a:pt x="0" y="291679"/>
                  </a:cubicBezTo>
                </a:path>
              </a:pathLst>
            </a:custGeom>
            <a:noFill/>
            <a:ln w="6777" cap="rnd">
              <a:solidFill>
                <a:schemeClr val="tx2"/>
              </a:solidFill>
              <a:prstDash val="solid"/>
              <a:round/>
            </a:ln>
          </p:spPr>
          <p:txBody>
            <a:bodyPr rtlCol="0" anchor="ctr"/>
            <a:lstStyle/>
            <a:p>
              <a:endParaRPr lang="pt-BR"/>
            </a:p>
          </p:txBody>
        </p:sp>
        <p:sp>
          <p:nvSpPr>
            <p:cNvPr id="43" name="Freeform: Shape 42">
              <a:extLst>
                <a:ext uri="{FF2B5EF4-FFF2-40B4-BE49-F238E27FC236}">
                  <a16:creationId xmlns:a16="http://schemas.microsoft.com/office/drawing/2014/main" id="{EC844BE4-1D8A-488F-6269-E2F75AD53F50}"/>
                </a:ext>
              </a:extLst>
            </p:cNvPr>
            <p:cNvSpPr/>
            <p:nvPr/>
          </p:nvSpPr>
          <p:spPr>
            <a:xfrm>
              <a:off x="8095015" y="2714529"/>
              <a:ext cx="279994" cy="88526"/>
            </a:xfrm>
            <a:custGeom>
              <a:avLst/>
              <a:gdLst>
                <a:gd name="connsiteX0" fmla="*/ 279995 w 279994"/>
                <a:gd name="connsiteY0" fmla="*/ 0 h 88526"/>
                <a:gd name="connsiteX1" fmla="*/ 204559 w 279994"/>
                <a:gd name="connsiteY1" fmla="*/ 87504 h 88526"/>
                <a:gd name="connsiteX2" fmla="*/ 0 w 279994"/>
                <a:gd name="connsiteY2" fmla="*/ 65119 h 88526"/>
              </a:gdLst>
              <a:ahLst/>
              <a:cxnLst>
                <a:cxn ang="0">
                  <a:pos x="connsiteX0" y="connsiteY0"/>
                </a:cxn>
                <a:cxn ang="0">
                  <a:pos x="connsiteX1" y="connsiteY1"/>
                </a:cxn>
                <a:cxn ang="0">
                  <a:pos x="connsiteX2" y="connsiteY2"/>
                </a:cxn>
              </a:cxnLst>
              <a:rect l="l" t="t" r="r" b="b"/>
              <a:pathLst>
                <a:path w="279994" h="88526">
                  <a:moveTo>
                    <a:pt x="279995" y="0"/>
                  </a:moveTo>
                  <a:cubicBezTo>
                    <a:pt x="279995" y="0"/>
                    <a:pt x="244656" y="81399"/>
                    <a:pt x="204559" y="87504"/>
                  </a:cubicBezTo>
                  <a:cubicBezTo>
                    <a:pt x="164463" y="94287"/>
                    <a:pt x="0" y="65119"/>
                    <a:pt x="0" y="65119"/>
                  </a:cubicBezTo>
                </a:path>
              </a:pathLst>
            </a:custGeom>
            <a:noFill/>
            <a:ln w="6777" cap="rnd">
              <a:solidFill>
                <a:schemeClr val="tx2"/>
              </a:solidFill>
              <a:prstDash val="solid"/>
              <a:round/>
            </a:ln>
          </p:spPr>
          <p:txBody>
            <a:bodyPr rtlCol="0" anchor="ctr"/>
            <a:lstStyle/>
            <a:p>
              <a:endParaRPr lang="pt-BR"/>
            </a:p>
          </p:txBody>
        </p:sp>
        <p:sp>
          <p:nvSpPr>
            <p:cNvPr id="44" name="Freeform: Shape 43">
              <a:extLst>
                <a:ext uri="{FF2B5EF4-FFF2-40B4-BE49-F238E27FC236}">
                  <a16:creationId xmlns:a16="http://schemas.microsoft.com/office/drawing/2014/main" id="{78054720-8DAD-79C9-B2BA-9804A62764EB}"/>
                </a:ext>
              </a:extLst>
            </p:cNvPr>
            <p:cNvSpPr/>
            <p:nvPr/>
          </p:nvSpPr>
          <p:spPr>
            <a:xfrm>
              <a:off x="7787156" y="2564619"/>
              <a:ext cx="91745" cy="14244"/>
            </a:xfrm>
            <a:custGeom>
              <a:avLst/>
              <a:gdLst>
                <a:gd name="connsiteX0" fmla="*/ 91746 w 91745"/>
                <a:gd name="connsiteY0" fmla="*/ 8140 h 14244"/>
                <a:gd name="connsiteX1" fmla="*/ 2039 w 91745"/>
                <a:gd name="connsiteY1" fmla="*/ 0 h 14244"/>
                <a:gd name="connsiteX2" fmla="*/ 0 w 91745"/>
                <a:gd name="connsiteY2" fmla="*/ 14245 h 14244"/>
              </a:gdLst>
              <a:ahLst/>
              <a:cxnLst>
                <a:cxn ang="0">
                  <a:pos x="connsiteX0" y="connsiteY0"/>
                </a:cxn>
                <a:cxn ang="0">
                  <a:pos x="connsiteX1" y="connsiteY1"/>
                </a:cxn>
                <a:cxn ang="0">
                  <a:pos x="connsiteX2" y="connsiteY2"/>
                </a:cxn>
              </a:cxnLst>
              <a:rect l="l" t="t" r="r" b="b"/>
              <a:pathLst>
                <a:path w="91745" h="14244">
                  <a:moveTo>
                    <a:pt x="91746" y="8140"/>
                  </a:moveTo>
                  <a:lnTo>
                    <a:pt x="2039" y="0"/>
                  </a:lnTo>
                  <a:lnTo>
                    <a:pt x="0" y="14245"/>
                  </a:lnTo>
                </a:path>
              </a:pathLst>
            </a:custGeom>
            <a:noFill/>
            <a:ln w="6777" cap="rnd">
              <a:solidFill>
                <a:schemeClr val="tx2"/>
              </a:solidFill>
              <a:prstDash val="solid"/>
              <a:round/>
            </a:ln>
          </p:spPr>
          <p:txBody>
            <a:bodyPr rtlCol="0" anchor="ctr"/>
            <a:lstStyle/>
            <a:p>
              <a:endParaRPr lang="pt-BR"/>
            </a:p>
          </p:txBody>
        </p:sp>
        <p:sp>
          <p:nvSpPr>
            <p:cNvPr id="45" name="Freeform: Shape 44">
              <a:extLst>
                <a:ext uri="{FF2B5EF4-FFF2-40B4-BE49-F238E27FC236}">
                  <a16:creationId xmlns:a16="http://schemas.microsoft.com/office/drawing/2014/main" id="{F7BD28F7-325E-32D6-F4B5-C0A3AD883613}"/>
                </a:ext>
              </a:extLst>
            </p:cNvPr>
            <p:cNvSpPr/>
            <p:nvPr/>
          </p:nvSpPr>
          <p:spPr>
            <a:xfrm>
              <a:off x="7766089" y="2672473"/>
              <a:ext cx="107376" cy="53587"/>
            </a:xfrm>
            <a:custGeom>
              <a:avLst/>
              <a:gdLst>
                <a:gd name="connsiteX0" fmla="*/ 107377 w 107376"/>
                <a:gd name="connsiteY0" fmla="*/ 53588 h 53587"/>
                <a:gd name="connsiteX1" fmla="*/ 0 w 107376"/>
                <a:gd name="connsiteY1" fmla="*/ 27133 h 53587"/>
                <a:gd name="connsiteX2" fmla="*/ 2718 w 107376"/>
                <a:gd name="connsiteY2" fmla="*/ 0 h 53587"/>
              </a:gdLst>
              <a:ahLst/>
              <a:cxnLst>
                <a:cxn ang="0">
                  <a:pos x="connsiteX0" y="connsiteY0"/>
                </a:cxn>
                <a:cxn ang="0">
                  <a:pos x="connsiteX1" y="connsiteY1"/>
                </a:cxn>
                <a:cxn ang="0">
                  <a:pos x="connsiteX2" y="connsiteY2"/>
                </a:cxn>
              </a:cxnLst>
              <a:rect l="l" t="t" r="r" b="b"/>
              <a:pathLst>
                <a:path w="107376" h="53587">
                  <a:moveTo>
                    <a:pt x="107377" y="53588"/>
                  </a:moveTo>
                  <a:lnTo>
                    <a:pt x="0" y="27133"/>
                  </a:lnTo>
                  <a:lnTo>
                    <a:pt x="2718" y="0"/>
                  </a:lnTo>
                </a:path>
              </a:pathLst>
            </a:custGeom>
            <a:noFill/>
            <a:ln w="6777" cap="rnd">
              <a:solidFill>
                <a:schemeClr val="tx2"/>
              </a:solidFill>
              <a:prstDash val="solid"/>
              <a:round/>
            </a:ln>
          </p:spPr>
          <p:txBody>
            <a:bodyPr rtlCol="0" anchor="ctr"/>
            <a:lstStyle/>
            <a:p>
              <a:endParaRPr lang="pt-BR"/>
            </a:p>
          </p:txBody>
        </p:sp>
        <p:sp>
          <p:nvSpPr>
            <p:cNvPr id="46" name="Freeform: Shape 45">
              <a:extLst>
                <a:ext uri="{FF2B5EF4-FFF2-40B4-BE49-F238E27FC236}">
                  <a16:creationId xmlns:a16="http://schemas.microsoft.com/office/drawing/2014/main" id="{9ED4E390-46CE-F79B-E7D9-335F49DA5011}"/>
                </a:ext>
              </a:extLst>
            </p:cNvPr>
            <p:cNvSpPr/>
            <p:nvPr/>
          </p:nvSpPr>
          <p:spPr>
            <a:xfrm>
              <a:off x="7754536" y="2170513"/>
              <a:ext cx="51649" cy="394784"/>
            </a:xfrm>
            <a:custGeom>
              <a:avLst/>
              <a:gdLst>
                <a:gd name="connsiteX0" fmla="*/ 51650 w 51649"/>
                <a:gd name="connsiteY0" fmla="*/ 0 h 394784"/>
                <a:gd name="connsiteX1" fmla="*/ 16310 w 51649"/>
                <a:gd name="connsiteY1" fmla="*/ 292358 h 394784"/>
                <a:gd name="connsiteX2" fmla="*/ 0 w 51649"/>
                <a:gd name="connsiteY2" fmla="*/ 394785 h 394784"/>
              </a:gdLst>
              <a:ahLst/>
              <a:cxnLst>
                <a:cxn ang="0">
                  <a:pos x="connsiteX0" y="connsiteY0"/>
                </a:cxn>
                <a:cxn ang="0">
                  <a:pos x="connsiteX1" y="connsiteY1"/>
                </a:cxn>
                <a:cxn ang="0">
                  <a:pos x="connsiteX2" y="connsiteY2"/>
                </a:cxn>
              </a:cxnLst>
              <a:rect l="l" t="t" r="r" b="b"/>
              <a:pathLst>
                <a:path w="51649" h="394784">
                  <a:moveTo>
                    <a:pt x="51650" y="0"/>
                  </a:moveTo>
                  <a:cubicBezTo>
                    <a:pt x="51650" y="0"/>
                    <a:pt x="19708" y="249623"/>
                    <a:pt x="16310" y="292358"/>
                  </a:cubicBezTo>
                  <a:cubicBezTo>
                    <a:pt x="13592" y="335092"/>
                    <a:pt x="0" y="394785"/>
                    <a:pt x="0" y="394785"/>
                  </a:cubicBezTo>
                </a:path>
              </a:pathLst>
            </a:custGeom>
            <a:noFill/>
            <a:ln w="6777" cap="rnd">
              <a:solidFill>
                <a:schemeClr val="tx2"/>
              </a:solidFill>
              <a:prstDash val="solid"/>
              <a:round/>
            </a:ln>
          </p:spPr>
          <p:txBody>
            <a:bodyPr rtlCol="0" anchor="ctr"/>
            <a:lstStyle/>
            <a:p>
              <a:endParaRPr lang="pt-BR"/>
            </a:p>
          </p:txBody>
        </p:sp>
        <p:sp>
          <p:nvSpPr>
            <p:cNvPr id="47" name="Freeform: Shape 46">
              <a:extLst>
                <a:ext uri="{FF2B5EF4-FFF2-40B4-BE49-F238E27FC236}">
                  <a16:creationId xmlns:a16="http://schemas.microsoft.com/office/drawing/2014/main" id="{65C50708-A55A-26C3-9FE4-ADCCEDED5D25}"/>
                </a:ext>
              </a:extLst>
            </p:cNvPr>
            <p:cNvSpPr/>
            <p:nvPr/>
          </p:nvSpPr>
          <p:spPr>
            <a:xfrm>
              <a:off x="7641043" y="2553766"/>
              <a:ext cx="39416" cy="7461"/>
            </a:xfrm>
            <a:custGeom>
              <a:avLst/>
              <a:gdLst>
                <a:gd name="connsiteX0" fmla="*/ 39417 w 39416"/>
                <a:gd name="connsiteY0" fmla="*/ 0 h 7461"/>
                <a:gd name="connsiteX1" fmla="*/ 0 w 39416"/>
                <a:gd name="connsiteY1" fmla="*/ 7462 h 7461"/>
              </a:gdLst>
              <a:ahLst/>
              <a:cxnLst>
                <a:cxn ang="0">
                  <a:pos x="connsiteX0" y="connsiteY0"/>
                </a:cxn>
                <a:cxn ang="0">
                  <a:pos x="connsiteX1" y="connsiteY1"/>
                </a:cxn>
              </a:cxnLst>
              <a:rect l="l" t="t" r="r" b="b"/>
              <a:pathLst>
                <a:path w="39416" h="7461">
                  <a:moveTo>
                    <a:pt x="39417" y="0"/>
                  </a:moveTo>
                  <a:cubicBezTo>
                    <a:pt x="39417" y="0"/>
                    <a:pt x="9514" y="4748"/>
                    <a:pt x="0" y="7462"/>
                  </a:cubicBezTo>
                </a:path>
              </a:pathLst>
            </a:custGeom>
            <a:noFill/>
            <a:ln w="6777" cap="rnd">
              <a:solidFill>
                <a:srgbClr val="331E66"/>
              </a:solidFill>
              <a:prstDash val="solid"/>
              <a:round/>
            </a:ln>
          </p:spPr>
          <p:txBody>
            <a:bodyPr rtlCol="0" anchor="ctr"/>
            <a:lstStyle/>
            <a:p>
              <a:endParaRPr lang="pt-BR"/>
            </a:p>
          </p:txBody>
        </p:sp>
        <p:sp>
          <p:nvSpPr>
            <p:cNvPr id="48" name="Freeform: Shape 47">
              <a:extLst>
                <a:ext uri="{FF2B5EF4-FFF2-40B4-BE49-F238E27FC236}">
                  <a16:creationId xmlns:a16="http://schemas.microsoft.com/office/drawing/2014/main" id="{6022C268-8DC2-A1AA-5D15-B2377BF8CB0B}"/>
                </a:ext>
              </a:extLst>
            </p:cNvPr>
            <p:cNvSpPr/>
            <p:nvPr/>
          </p:nvSpPr>
          <p:spPr>
            <a:xfrm>
              <a:off x="8181324" y="2574116"/>
              <a:ext cx="41455" cy="87503"/>
            </a:xfrm>
            <a:custGeom>
              <a:avLst/>
              <a:gdLst>
                <a:gd name="connsiteX0" fmla="*/ 41456 w 41455"/>
                <a:gd name="connsiteY0" fmla="*/ 40699 h 87503"/>
                <a:gd name="connsiteX1" fmla="*/ 0 w 41455"/>
                <a:gd name="connsiteY1" fmla="*/ 0 h 87503"/>
                <a:gd name="connsiteX2" fmla="*/ 33980 w 41455"/>
                <a:gd name="connsiteY2" fmla="*/ 87504 h 87503"/>
              </a:gdLst>
              <a:ahLst/>
              <a:cxnLst>
                <a:cxn ang="0">
                  <a:pos x="connsiteX0" y="connsiteY0"/>
                </a:cxn>
                <a:cxn ang="0">
                  <a:pos x="connsiteX1" y="connsiteY1"/>
                </a:cxn>
                <a:cxn ang="0">
                  <a:pos x="connsiteX2" y="connsiteY2"/>
                </a:cxn>
              </a:cxnLst>
              <a:rect l="l" t="t" r="r" b="b"/>
              <a:pathLst>
                <a:path w="41455" h="87503">
                  <a:moveTo>
                    <a:pt x="41456" y="40699"/>
                  </a:moveTo>
                  <a:lnTo>
                    <a:pt x="0" y="0"/>
                  </a:lnTo>
                  <a:lnTo>
                    <a:pt x="33980" y="87504"/>
                  </a:lnTo>
                </a:path>
              </a:pathLst>
            </a:custGeom>
            <a:noFill/>
            <a:ln w="6777" cap="rnd">
              <a:solidFill>
                <a:schemeClr val="tx2"/>
              </a:solidFill>
              <a:prstDash val="solid"/>
              <a:round/>
            </a:ln>
          </p:spPr>
          <p:txBody>
            <a:bodyPr rtlCol="0" anchor="ctr"/>
            <a:lstStyle/>
            <a:p>
              <a:endParaRPr lang="pt-BR"/>
            </a:p>
          </p:txBody>
        </p:sp>
        <p:sp>
          <p:nvSpPr>
            <p:cNvPr id="49" name="Freeform: Shape 48">
              <a:extLst>
                <a:ext uri="{FF2B5EF4-FFF2-40B4-BE49-F238E27FC236}">
                  <a16:creationId xmlns:a16="http://schemas.microsoft.com/office/drawing/2014/main" id="{885F7BE9-D0A5-A624-DE0B-15AAD24CD2A6}"/>
                </a:ext>
              </a:extLst>
            </p:cNvPr>
            <p:cNvSpPr/>
            <p:nvPr/>
          </p:nvSpPr>
          <p:spPr>
            <a:xfrm>
              <a:off x="8014822" y="1971764"/>
              <a:ext cx="182812" cy="63074"/>
            </a:xfrm>
            <a:custGeom>
              <a:avLst/>
              <a:gdLst>
                <a:gd name="connsiteX0" fmla="*/ 0 w 182812"/>
                <a:gd name="connsiteY0" fmla="*/ 0 h 63074"/>
                <a:gd name="connsiteX1" fmla="*/ 40776 w 182812"/>
                <a:gd name="connsiteY1" fmla="*/ 59014 h 63074"/>
                <a:gd name="connsiteX2" fmla="*/ 182812 w 182812"/>
                <a:gd name="connsiteY2" fmla="*/ 45448 h 63074"/>
              </a:gdLst>
              <a:ahLst/>
              <a:cxnLst>
                <a:cxn ang="0">
                  <a:pos x="connsiteX0" y="connsiteY0"/>
                </a:cxn>
                <a:cxn ang="0">
                  <a:pos x="connsiteX1" y="connsiteY1"/>
                </a:cxn>
                <a:cxn ang="0">
                  <a:pos x="connsiteX2" y="connsiteY2"/>
                </a:cxn>
              </a:cxnLst>
              <a:rect l="l" t="t" r="r" b="b"/>
              <a:pathLst>
                <a:path w="182812" h="63074">
                  <a:moveTo>
                    <a:pt x="0" y="0"/>
                  </a:moveTo>
                  <a:cubicBezTo>
                    <a:pt x="0" y="0"/>
                    <a:pt x="8835" y="50874"/>
                    <a:pt x="40776" y="59014"/>
                  </a:cubicBezTo>
                  <a:cubicBezTo>
                    <a:pt x="95824" y="73259"/>
                    <a:pt x="182812" y="45448"/>
                    <a:pt x="182812" y="45448"/>
                  </a:cubicBezTo>
                </a:path>
              </a:pathLst>
            </a:custGeom>
            <a:noFill/>
            <a:ln w="6777" cap="rnd">
              <a:solidFill>
                <a:schemeClr val="tx2"/>
              </a:solidFill>
              <a:prstDash val="solid"/>
              <a:round/>
            </a:ln>
          </p:spPr>
          <p:txBody>
            <a:bodyPr rtlCol="0" anchor="ctr"/>
            <a:lstStyle/>
            <a:p>
              <a:endParaRPr lang="pt-BR"/>
            </a:p>
          </p:txBody>
        </p:sp>
        <p:sp>
          <p:nvSpPr>
            <p:cNvPr id="50" name="Freeform: Shape 49">
              <a:extLst>
                <a:ext uri="{FF2B5EF4-FFF2-40B4-BE49-F238E27FC236}">
                  <a16:creationId xmlns:a16="http://schemas.microsoft.com/office/drawing/2014/main" id="{3EC48B17-66F1-E5F8-1F52-A8ED68AAE0DE}"/>
                </a:ext>
              </a:extLst>
            </p:cNvPr>
            <p:cNvSpPr/>
            <p:nvPr/>
          </p:nvSpPr>
          <p:spPr>
            <a:xfrm>
              <a:off x="8030453" y="1971764"/>
              <a:ext cx="6116" cy="16279"/>
            </a:xfrm>
            <a:custGeom>
              <a:avLst/>
              <a:gdLst>
                <a:gd name="connsiteX0" fmla="*/ 6116 w 6116"/>
                <a:gd name="connsiteY0" fmla="*/ 0 h 16279"/>
                <a:gd name="connsiteX1" fmla="*/ 0 w 6116"/>
                <a:gd name="connsiteY1" fmla="*/ 16280 h 16279"/>
              </a:gdLst>
              <a:ahLst/>
              <a:cxnLst>
                <a:cxn ang="0">
                  <a:pos x="connsiteX0" y="connsiteY0"/>
                </a:cxn>
                <a:cxn ang="0">
                  <a:pos x="connsiteX1" y="connsiteY1"/>
                </a:cxn>
              </a:cxnLst>
              <a:rect l="l" t="t" r="r" b="b"/>
              <a:pathLst>
                <a:path w="6116" h="16279">
                  <a:moveTo>
                    <a:pt x="6116" y="0"/>
                  </a:moveTo>
                  <a:lnTo>
                    <a:pt x="0" y="16280"/>
                  </a:lnTo>
                </a:path>
              </a:pathLst>
            </a:custGeom>
            <a:ln w="6777" cap="rnd">
              <a:solidFill>
                <a:schemeClr val="tx2"/>
              </a:solidFill>
              <a:prstDash val="solid"/>
              <a:round/>
            </a:ln>
          </p:spPr>
          <p:txBody>
            <a:bodyPr rtlCol="0" anchor="ctr"/>
            <a:lstStyle/>
            <a:p>
              <a:endParaRPr lang="pt-BR"/>
            </a:p>
          </p:txBody>
        </p:sp>
        <p:sp>
          <p:nvSpPr>
            <p:cNvPr id="51" name="Freeform: Shape 50">
              <a:extLst>
                <a:ext uri="{FF2B5EF4-FFF2-40B4-BE49-F238E27FC236}">
                  <a16:creationId xmlns:a16="http://schemas.microsoft.com/office/drawing/2014/main" id="{2BDEE76D-73E1-AAAF-A960-1A124A577AE0}"/>
                </a:ext>
              </a:extLst>
            </p:cNvPr>
            <p:cNvSpPr/>
            <p:nvPr/>
          </p:nvSpPr>
          <p:spPr>
            <a:xfrm>
              <a:off x="8038608" y="1991435"/>
              <a:ext cx="6795" cy="14923"/>
            </a:xfrm>
            <a:custGeom>
              <a:avLst/>
              <a:gdLst>
                <a:gd name="connsiteX0" fmla="*/ 6796 w 6795"/>
                <a:gd name="connsiteY0" fmla="*/ 0 h 14923"/>
                <a:gd name="connsiteX1" fmla="*/ 0 w 6795"/>
                <a:gd name="connsiteY1" fmla="*/ 14923 h 14923"/>
              </a:gdLst>
              <a:ahLst/>
              <a:cxnLst>
                <a:cxn ang="0">
                  <a:pos x="connsiteX0" y="connsiteY0"/>
                </a:cxn>
                <a:cxn ang="0">
                  <a:pos x="connsiteX1" y="connsiteY1"/>
                </a:cxn>
              </a:cxnLst>
              <a:rect l="l" t="t" r="r" b="b"/>
              <a:pathLst>
                <a:path w="6795" h="14923">
                  <a:moveTo>
                    <a:pt x="6796" y="0"/>
                  </a:moveTo>
                  <a:lnTo>
                    <a:pt x="0" y="14923"/>
                  </a:lnTo>
                </a:path>
              </a:pathLst>
            </a:custGeom>
            <a:ln w="6777" cap="rnd">
              <a:solidFill>
                <a:schemeClr val="tx2"/>
              </a:solidFill>
              <a:prstDash val="solid"/>
              <a:round/>
            </a:ln>
          </p:spPr>
          <p:txBody>
            <a:bodyPr rtlCol="0" anchor="ctr"/>
            <a:lstStyle/>
            <a:p>
              <a:endParaRPr lang="pt-BR"/>
            </a:p>
          </p:txBody>
        </p:sp>
        <p:sp>
          <p:nvSpPr>
            <p:cNvPr id="52" name="Freeform: Shape 51">
              <a:extLst>
                <a:ext uri="{FF2B5EF4-FFF2-40B4-BE49-F238E27FC236}">
                  <a16:creationId xmlns:a16="http://schemas.microsoft.com/office/drawing/2014/main" id="{679E5BF5-C5BE-8959-1D05-A4E8A3F37E4B}"/>
                </a:ext>
              </a:extLst>
            </p:cNvPr>
            <p:cNvSpPr/>
            <p:nvPr/>
          </p:nvSpPr>
          <p:spPr>
            <a:xfrm>
              <a:off x="8058316" y="2009071"/>
              <a:ext cx="3397" cy="13566"/>
            </a:xfrm>
            <a:custGeom>
              <a:avLst/>
              <a:gdLst>
                <a:gd name="connsiteX0" fmla="*/ 3398 w 3397"/>
                <a:gd name="connsiteY0" fmla="*/ 0 h 13566"/>
                <a:gd name="connsiteX1" fmla="*/ 0 w 3397"/>
                <a:gd name="connsiteY1" fmla="*/ 13567 h 13566"/>
              </a:gdLst>
              <a:ahLst/>
              <a:cxnLst>
                <a:cxn ang="0">
                  <a:pos x="connsiteX0" y="connsiteY0"/>
                </a:cxn>
                <a:cxn ang="0">
                  <a:pos x="connsiteX1" y="connsiteY1"/>
                </a:cxn>
              </a:cxnLst>
              <a:rect l="l" t="t" r="r" b="b"/>
              <a:pathLst>
                <a:path w="3397" h="13566">
                  <a:moveTo>
                    <a:pt x="3398" y="0"/>
                  </a:moveTo>
                  <a:lnTo>
                    <a:pt x="0" y="13567"/>
                  </a:lnTo>
                </a:path>
              </a:pathLst>
            </a:custGeom>
            <a:ln w="6777" cap="rnd">
              <a:solidFill>
                <a:schemeClr val="tx2"/>
              </a:solidFill>
              <a:prstDash val="solid"/>
              <a:round/>
            </a:ln>
          </p:spPr>
          <p:txBody>
            <a:bodyPr rtlCol="0" anchor="ctr"/>
            <a:lstStyle/>
            <a:p>
              <a:endParaRPr lang="pt-BR"/>
            </a:p>
          </p:txBody>
        </p:sp>
        <p:sp>
          <p:nvSpPr>
            <p:cNvPr id="53" name="Freeform: Shape 52">
              <a:extLst>
                <a:ext uri="{FF2B5EF4-FFF2-40B4-BE49-F238E27FC236}">
                  <a16:creationId xmlns:a16="http://schemas.microsoft.com/office/drawing/2014/main" id="{3D7B6BF1-21BC-BE04-824C-86974FB1794F}"/>
                </a:ext>
              </a:extLst>
            </p:cNvPr>
            <p:cNvSpPr/>
            <p:nvPr/>
          </p:nvSpPr>
          <p:spPr>
            <a:xfrm>
              <a:off x="8084821" y="2011106"/>
              <a:ext cx="3397" cy="14923"/>
            </a:xfrm>
            <a:custGeom>
              <a:avLst/>
              <a:gdLst>
                <a:gd name="connsiteX0" fmla="*/ 3398 w 3397"/>
                <a:gd name="connsiteY0" fmla="*/ 0 h 14923"/>
                <a:gd name="connsiteX1" fmla="*/ 0 w 3397"/>
                <a:gd name="connsiteY1" fmla="*/ 14923 h 14923"/>
              </a:gdLst>
              <a:ahLst/>
              <a:cxnLst>
                <a:cxn ang="0">
                  <a:pos x="connsiteX0" y="connsiteY0"/>
                </a:cxn>
                <a:cxn ang="0">
                  <a:pos x="connsiteX1" y="connsiteY1"/>
                </a:cxn>
              </a:cxnLst>
              <a:rect l="l" t="t" r="r" b="b"/>
              <a:pathLst>
                <a:path w="3397" h="14923">
                  <a:moveTo>
                    <a:pt x="3398" y="0"/>
                  </a:moveTo>
                  <a:lnTo>
                    <a:pt x="0" y="14923"/>
                  </a:lnTo>
                </a:path>
              </a:pathLst>
            </a:custGeom>
            <a:ln w="6777" cap="rnd">
              <a:solidFill>
                <a:schemeClr val="tx2"/>
              </a:solidFill>
              <a:prstDash val="solid"/>
              <a:round/>
            </a:ln>
          </p:spPr>
          <p:txBody>
            <a:bodyPr rtlCol="0" anchor="ctr"/>
            <a:lstStyle/>
            <a:p>
              <a:endParaRPr lang="pt-BR"/>
            </a:p>
          </p:txBody>
        </p:sp>
        <p:sp>
          <p:nvSpPr>
            <p:cNvPr id="54" name="Freeform: Shape 53">
              <a:extLst>
                <a:ext uri="{FF2B5EF4-FFF2-40B4-BE49-F238E27FC236}">
                  <a16:creationId xmlns:a16="http://schemas.microsoft.com/office/drawing/2014/main" id="{EC493F3E-DC7A-379F-3987-C840DD0274EE}"/>
                </a:ext>
              </a:extLst>
            </p:cNvPr>
            <p:cNvSpPr/>
            <p:nvPr/>
          </p:nvSpPr>
          <p:spPr>
            <a:xfrm>
              <a:off x="8107927" y="2007036"/>
              <a:ext cx="2718" cy="18993"/>
            </a:xfrm>
            <a:custGeom>
              <a:avLst/>
              <a:gdLst>
                <a:gd name="connsiteX0" fmla="*/ 2718 w 2718"/>
                <a:gd name="connsiteY0" fmla="*/ 0 h 18993"/>
                <a:gd name="connsiteX1" fmla="*/ 0 w 2718"/>
                <a:gd name="connsiteY1" fmla="*/ 18993 h 18993"/>
              </a:gdLst>
              <a:ahLst/>
              <a:cxnLst>
                <a:cxn ang="0">
                  <a:pos x="connsiteX0" y="connsiteY0"/>
                </a:cxn>
                <a:cxn ang="0">
                  <a:pos x="connsiteX1" y="connsiteY1"/>
                </a:cxn>
              </a:cxnLst>
              <a:rect l="l" t="t" r="r" b="b"/>
              <a:pathLst>
                <a:path w="2718" h="18993">
                  <a:moveTo>
                    <a:pt x="2718" y="0"/>
                  </a:moveTo>
                  <a:lnTo>
                    <a:pt x="0" y="18993"/>
                  </a:lnTo>
                </a:path>
              </a:pathLst>
            </a:custGeom>
            <a:ln w="6777" cap="rnd">
              <a:solidFill>
                <a:schemeClr val="tx2"/>
              </a:solidFill>
              <a:prstDash val="solid"/>
              <a:round/>
            </a:ln>
          </p:spPr>
          <p:txBody>
            <a:bodyPr rtlCol="0" anchor="ctr"/>
            <a:lstStyle/>
            <a:p>
              <a:endParaRPr lang="pt-BR"/>
            </a:p>
          </p:txBody>
        </p:sp>
        <p:sp>
          <p:nvSpPr>
            <p:cNvPr id="55" name="Freeform: Shape 54">
              <a:extLst>
                <a:ext uri="{FF2B5EF4-FFF2-40B4-BE49-F238E27FC236}">
                  <a16:creationId xmlns:a16="http://schemas.microsoft.com/office/drawing/2014/main" id="{AF1760E8-3CC5-4F25-324C-0631CE10ECBF}"/>
                </a:ext>
              </a:extLst>
            </p:cNvPr>
            <p:cNvSpPr/>
            <p:nvPr/>
          </p:nvSpPr>
          <p:spPr>
            <a:xfrm>
              <a:off x="8137830" y="2003645"/>
              <a:ext cx="6795" cy="18993"/>
            </a:xfrm>
            <a:custGeom>
              <a:avLst/>
              <a:gdLst>
                <a:gd name="connsiteX0" fmla="*/ 0 w 6795"/>
                <a:gd name="connsiteY0" fmla="*/ 0 h 18993"/>
                <a:gd name="connsiteX1" fmla="*/ 0 w 6795"/>
                <a:gd name="connsiteY1" fmla="*/ 18993 h 18993"/>
              </a:gdLst>
              <a:ahLst/>
              <a:cxnLst>
                <a:cxn ang="0">
                  <a:pos x="connsiteX0" y="connsiteY0"/>
                </a:cxn>
                <a:cxn ang="0">
                  <a:pos x="connsiteX1" y="connsiteY1"/>
                </a:cxn>
              </a:cxnLst>
              <a:rect l="l" t="t" r="r" b="b"/>
              <a:pathLst>
                <a:path w="6795" h="18993">
                  <a:moveTo>
                    <a:pt x="0" y="0"/>
                  </a:moveTo>
                  <a:lnTo>
                    <a:pt x="0" y="18993"/>
                  </a:lnTo>
                </a:path>
              </a:pathLst>
            </a:custGeom>
            <a:ln w="6777" cap="rnd">
              <a:solidFill>
                <a:schemeClr val="tx2"/>
              </a:solidFill>
              <a:prstDash val="solid"/>
              <a:round/>
            </a:ln>
          </p:spPr>
          <p:txBody>
            <a:bodyPr rtlCol="0" anchor="ctr"/>
            <a:lstStyle/>
            <a:p>
              <a:endParaRPr lang="pt-BR"/>
            </a:p>
          </p:txBody>
        </p:sp>
        <p:sp>
          <p:nvSpPr>
            <p:cNvPr id="56" name="Freeform: Shape 55">
              <a:extLst>
                <a:ext uri="{FF2B5EF4-FFF2-40B4-BE49-F238E27FC236}">
                  <a16:creationId xmlns:a16="http://schemas.microsoft.com/office/drawing/2014/main" id="{F07D76AA-D152-8301-B210-C0DDE98043B8}"/>
                </a:ext>
              </a:extLst>
            </p:cNvPr>
            <p:cNvSpPr/>
            <p:nvPr/>
          </p:nvSpPr>
          <p:spPr>
            <a:xfrm>
              <a:off x="8166373" y="1993470"/>
              <a:ext cx="2038" cy="22384"/>
            </a:xfrm>
            <a:custGeom>
              <a:avLst/>
              <a:gdLst>
                <a:gd name="connsiteX0" fmla="*/ 2039 w 2038"/>
                <a:gd name="connsiteY0" fmla="*/ 0 h 22384"/>
                <a:gd name="connsiteX1" fmla="*/ 0 w 2038"/>
                <a:gd name="connsiteY1" fmla="*/ 22385 h 22384"/>
              </a:gdLst>
              <a:ahLst/>
              <a:cxnLst>
                <a:cxn ang="0">
                  <a:pos x="connsiteX0" y="connsiteY0"/>
                </a:cxn>
                <a:cxn ang="0">
                  <a:pos x="connsiteX1" y="connsiteY1"/>
                </a:cxn>
              </a:cxnLst>
              <a:rect l="l" t="t" r="r" b="b"/>
              <a:pathLst>
                <a:path w="2038" h="22384">
                  <a:moveTo>
                    <a:pt x="2039" y="0"/>
                  </a:moveTo>
                  <a:lnTo>
                    <a:pt x="0" y="22385"/>
                  </a:lnTo>
                </a:path>
              </a:pathLst>
            </a:custGeom>
            <a:ln w="6777" cap="rnd">
              <a:solidFill>
                <a:schemeClr val="tx2"/>
              </a:solidFill>
              <a:prstDash val="solid"/>
              <a:round/>
            </a:ln>
          </p:spPr>
          <p:txBody>
            <a:bodyPr rtlCol="0" anchor="ctr"/>
            <a:lstStyle/>
            <a:p>
              <a:endParaRPr lang="pt-BR"/>
            </a:p>
          </p:txBody>
        </p:sp>
        <p:sp>
          <p:nvSpPr>
            <p:cNvPr id="57" name="Freeform: Shape 56">
              <a:extLst>
                <a:ext uri="{FF2B5EF4-FFF2-40B4-BE49-F238E27FC236}">
                  <a16:creationId xmlns:a16="http://schemas.microsoft.com/office/drawing/2014/main" id="{EA30B90E-25BF-5570-9DA6-ADCD4489AA2D}"/>
                </a:ext>
              </a:extLst>
            </p:cNvPr>
            <p:cNvSpPr/>
            <p:nvPr/>
          </p:nvSpPr>
          <p:spPr>
            <a:xfrm>
              <a:off x="8191518" y="1987365"/>
              <a:ext cx="6795" cy="21706"/>
            </a:xfrm>
            <a:custGeom>
              <a:avLst/>
              <a:gdLst>
                <a:gd name="connsiteX0" fmla="*/ 0 w 6795"/>
                <a:gd name="connsiteY0" fmla="*/ 0 h 21706"/>
                <a:gd name="connsiteX1" fmla="*/ 0 w 6795"/>
                <a:gd name="connsiteY1" fmla="*/ 21706 h 21706"/>
              </a:gdLst>
              <a:ahLst/>
              <a:cxnLst>
                <a:cxn ang="0">
                  <a:pos x="connsiteX0" y="connsiteY0"/>
                </a:cxn>
                <a:cxn ang="0">
                  <a:pos x="connsiteX1" y="connsiteY1"/>
                </a:cxn>
              </a:cxnLst>
              <a:rect l="l" t="t" r="r" b="b"/>
              <a:pathLst>
                <a:path w="6795" h="21706">
                  <a:moveTo>
                    <a:pt x="0" y="0"/>
                  </a:moveTo>
                  <a:lnTo>
                    <a:pt x="0" y="21706"/>
                  </a:lnTo>
                </a:path>
              </a:pathLst>
            </a:custGeom>
            <a:ln w="6777" cap="rnd">
              <a:solidFill>
                <a:schemeClr val="tx2"/>
              </a:solidFill>
              <a:prstDash val="solid"/>
              <a:round/>
            </a:ln>
          </p:spPr>
          <p:txBody>
            <a:bodyPr rtlCol="0" anchor="ctr"/>
            <a:lstStyle/>
            <a:p>
              <a:endParaRPr lang="pt-BR"/>
            </a:p>
          </p:txBody>
        </p:sp>
      </p:grpSp>
      <p:pic>
        <p:nvPicPr>
          <p:cNvPr id="10" name="Picture 9">
            <a:extLst>
              <a:ext uri="{FF2B5EF4-FFF2-40B4-BE49-F238E27FC236}">
                <a16:creationId xmlns:a16="http://schemas.microsoft.com/office/drawing/2014/main" id="{27912D36-9C35-B680-1587-C7D38E037C6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778322" y="18934"/>
            <a:ext cx="1365678" cy="1348885"/>
          </a:xfrm>
          <a:prstGeom prst="rect">
            <a:avLst/>
          </a:prstGeom>
        </p:spPr>
      </p:pic>
      <p:pic>
        <p:nvPicPr>
          <p:cNvPr id="14" name="Picture 13">
            <a:extLst>
              <a:ext uri="{FF2B5EF4-FFF2-40B4-BE49-F238E27FC236}">
                <a16:creationId xmlns:a16="http://schemas.microsoft.com/office/drawing/2014/main" id="{FB1F3CF6-4735-6A8F-F593-26F9A1E351F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506" y="4769173"/>
            <a:ext cx="366456" cy="361950"/>
          </a:xfrm>
          <a:prstGeom prst="rect">
            <a:avLst/>
          </a:prstGeom>
        </p:spPr>
      </p:pic>
      <p:sp>
        <p:nvSpPr>
          <p:cNvPr id="15" name="TextBox 14">
            <a:extLst>
              <a:ext uri="{FF2B5EF4-FFF2-40B4-BE49-F238E27FC236}">
                <a16:creationId xmlns:a16="http://schemas.microsoft.com/office/drawing/2014/main" id="{789A8464-F0DC-8C71-E2B7-D40DA18EAD68}"/>
              </a:ext>
            </a:extLst>
          </p:cNvPr>
          <p:cNvSpPr txBox="1"/>
          <p:nvPr/>
        </p:nvSpPr>
        <p:spPr>
          <a:xfrm>
            <a:off x="4936423" y="4597552"/>
            <a:ext cx="4191000" cy="400110"/>
          </a:xfrm>
          <a:prstGeom prst="rect">
            <a:avLst/>
          </a:prstGeom>
          <a:noFill/>
        </p:spPr>
        <p:txBody>
          <a:bodyPr wrap="square">
            <a:spAutoFit/>
          </a:bodyPr>
          <a:lstStyle/>
          <a:p>
            <a:pPr algn="ctr"/>
            <a:r>
              <a:rPr lang="en-US" sz="2000" dirty="0">
                <a:solidFill>
                  <a:srgbClr val="FFC000"/>
                </a:solidFill>
                <a:effectLst>
                  <a:outerShdw blurRad="38100" dist="38100" dir="2700000" algn="tl">
                    <a:srgbClr val="000000">
                      <a:alpha val="43137"/>
                    </a:srgbClr>
                  </a:outerShdw>
                </a:effectLst>
                <a:latin typeface="Cooper Black" panose="0208090404030B020404" pitchFamily="18" charset="0"/>
              </a:rPr>
              <a:t>www.anubhavtrainings.com</a:t>
            </a:r>
          </a:p>
        </p:txBody>
      </p:sp>
      <p:sp>
        <p:nvSpPr>
          <p:cNvPr id="16" name="Freeform 9">
            <a:extLst>
              <a:ext uri="{FF2B5EF4-FFF2-40B4-BE49-F238E27FC236}">
                <a16:creationId xmlns:a16="http://schemas.microsoft.com/office/drawing/2014/main" id="{A1744E77-0386-4505-B488-AB77D27C6B38}"/>
              </a:ext>
            </a:extLst>
          </p:cNvPr>
          <p:cNvSpPr>
            <a:spLocks/>
          </p:cNvSpPr>
          <p:nvPr/>
        </p:nvSpPr>
        <p:spPr bwMode="auto">
          <a:xfrm>
            <a:off x="1349585" y="1176787"/>
            <a:ext cx="2424344" cy="2252374"/>
          </a:xfrm>
          <a:custGeom>
            <a:avLst/>
            <a:gdLst>
              <a:gd name="T0" fmla="*/ 422 w 452"/>
              <a:gd name="T1" fmla="*/ 172 h 451"/>
              <a:gd name="T2" fmla="*/ 280 w 452"/>
              <a:gd name="T3" fmla="*/ 30 h 451"/>
              <a:gd name="T4" fmla="*/ 172 w 452"/>
              <a:gd name="T5" fmla="*/ 30 h 451"/>
              <a:gd name="T6" fmla="*/ 30 w 452"/>
              <a:gd name="T7" fmla="*/ 172 h 451"/>
              <a:gd name="T8" fmla="*/ 30 w 452"/>
              <a:gd name="T9" fmla="*/ 280 h 451"/>
              <a:gd name="T10" fmla="*/ 172 w 452"/>
              <a:gd name="T11" fmla="*/ 421 h 451"/>
              <a:gd name="T12" fmla="*/ 280 w 452"/>
              <a:gd name="T13" fmla="*/ 421 h 451"/>
              <a:gd name="T14" fmla="*/ 422 w 452"/>
              <a:gd name="T15" fmla="*/ 280 h 451"/>
              <a:gd name="T16" fmla="*/ 422 w 452"/>
              <a:gd name="T17" fmla="*/ 172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2" h="451">
                <a:moveTo>
                  <a:pt x="422" y="172"/>
                </a:moveTo>
                <a:cubicBezTo>
                  <a:pt x="280" y="30"/>
                  <a:pt x="280" y="30"/>
                  <a:pt x="280" y="30"/>
                </a:cubicBezTo>
                <a:cubicBezTo>
                  <a:pt x="250" y="0"/>
                  <a:pt x="202" y="0"/>
                  <a:pt x="172" y="30"/>
                </a:cubicBezTo>
                <a:cubicBezTo>
                  <a:pt x="30" y="172"/>
                  <a:pt x="30" y="172"/>
                  <a:pt x="30" y="172"/>
                </a:cubicBezTo>
                <a:cubicBezTo>
                  <a:pt x="0" y="202"/>
                  <a:pt x="0" y="250"/>
                  <a:pt x="30" y="280"/>
                </a:cubicBezTo>
                <a:cubicBezTo>
                  <a:pt x="172" y="421"/>
                  <a:pt x="172" y="421"/>
                  <a:pt x="172" y="421"/>
                </a:cubicBezTo>
                <a:cubicBezTo>
                  <a:pt x="202" y="451"/>
                  <a:pt x="250" y="451"/>
                  <a:pt x="280" y="421"/>
                </a:cubicBezTo>
                <a:cubicBezTo>
                  <a:pt x="422" y="280"/>
                  <a:pt x="422" y="280"/>
                  <a:pt x="422" y="280"/>
                </a:cubicBezTo>
                <a:cubicBezTo>
                  <a:pt x="452" y="250"/>
                  <a:pt x="452" y="202"/>
                  <a:pt x="422" y="172"/>
                </a:cubicBezTo>
                <a:close/>
              </a:path>
            </a:pathLst>
          </a:custGeom>
          <a:solidFill>
            <a:schemeClr val="tx2">
              <a:lumMod val="40000"/>
              <a:lumOff val="60000"/>
            </a:schemeClr>
          </a:solidFill>
          <a:ln w="9525">
            <a:noFill/>
            <a:round/>
            <a:headEnd/>
            <a:tailEnd/>
          </a:ln>
          <a:effectLst>
            <a:outerShdw blurRad="254000" dist="165100" dir="2700000" algn="tl" rotWithShape="0">
              <a:prstClr val="black">
                <a:alpha val="3000"/>
              </a:prstClr>
            </a:outerShdw>
          </a:effectLst>
        </p:spPr>
        <p:txBody>
          <a:bodyPr vert="horz" wrap="square" lIns="91440" tIns="45720" rIns="91440" bIns="45720"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endParaRPr lang="en-IN"/>
          </a:p>
        </p:txBody>
      </p:sp>
      <p:sp>
        <p:nvSpPr>
          <p:cNvPr id="62" name="TextBox 61" title="0">
            <a:extLst>
              <a:ext uri="{FF2B5EF4-FFF2-40B4-BE49-F238E27FC236}">
                <a16:creationId xmlns:a16="http://schemas.microsoft.com/office/drawing/2014/main" id="{0A77A538-0848-9341-A2F6-F0CDAD782704}"/>
              </a:ext>
            </a:extLst>
          </p:cNvPr>
          <p:cNvSpPr txBox="1"/>
          <p:nvPr/>
        </p:nvSpPr>
        <p:spPr>
          <a:xfrm>
            <a:off x="1414758" y="2046579"/>
            <a:ext cx="2409506" cy="492443"/>
          </a:xfrm>
          <a:prstGeom prst="rect">
            <a:avLst/>
          </a:prstGeom>
          <a:noFill/>
        </p:spPr>
        <p:txBody>
          <a:bodyPr wrap="square" lIns="0" tIns="0" rIns="0" bIns="0" rtlCol="0">
            <a:spAutoFit/>
          </a:bodyPr>
          <a:lstStyle/>
          <a:p>
            <a:r>
              <a:rPr lang="en-US" sz="3200" b="1" dirty="0">
                <a:solidFill>
                  <a:schemeClr val="bg1"/>
                </a:solidFill>
                <a:latin typeface="Segoe UI" panose="020B0502040204020203" pitchFamily="34" charset="0"/>
                <a:cs typeface="Segoe UI" panose="020B0502040204020203" pitchFamily="34" charset="0"/>
              </a:rPr>
              <a:t>Thank You!!</a:t>
            </a:r>
          </a:p>
        </p:txBody>
      </p:sp>
      <p:sp>
        <p:nvSpPr>
          <p:cNvPr id="17" name="TextBox 23">
            <a:extLst>
              <a:ext uri="{FF2B5EF4-FFF2-40B4-BE49-F238E27FC236}">
                <a16:creationId xmlns:a16="http://schemas.microsoft.com/office/drawing/2014/main" id="{BAE0BC96-F6D2-462B-B1EF-0BC9EDFB65C0}"/>
              </a:ext>
            </a:extLst>
          </p:cNvPr>
          <p:cNvSpPr txBox="1"/>
          <p:nvPr/>
        </p:nvSpPr>
        <p:spPr>
          <a:xfrm>
            <a:off x="2401702" y="3337776"/>
            <a:ext cx="4640848" cy="830997"/>
          </a:xfrm>
          <a:prstGeom prst="rect">
            <a:avLst/>
          </a:prstGeom>
          <a:noFill/>
        </p:spPr>
        <p:txBody>
          <a:bodyPr wrap="square" rtlCol="0">
            <a:spAutoFit/>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600" dirty="0">
                <a:solidFill>
                  <a:srgbClr val="FFC000"/>
                </a:solidFill>
                <a:latin typeface="Cooper Black" panose="0208090404030B020404" pitchFamily="18" charset="0"/>
              </a:rPr>
              <a:t>Email us:- </a:t>
            </a:r>
            <a:r>
              <a:rPr lang="en-US" sz="1600" dirty="0">
                <a:solidFill>
                  <a:schemeClr val="bg1">
                    <a:lumMod val="95000"/>
                  </a:schemeClr>
                </a:solidFill>
                <a:latin typeface="Cooper Black" panose="0208090404030B020404" pitchFamily="18" charset="0"/>
                <a:hlinkClick r:id="rId8">
                  <a:extLst>
                    <a:ext uri="{A12FA001-AC4F-418D-AE19-62706E023703}">
                      <ahyp:hlinkClr xmlns:ahyp="http://schemas.microsoft.com/office/drawing/2018/hyperlinkcolor" val="tx"/>
                    </a:ext>
                  </a:extLst>
                </a:hlinkClick>
              </a:rPr>
              <a:t>contact@anubhavtrainings.com</a:t>
            </a:r>
            <a:endParaRPr lang="en-US" sz="1600" dirty="0">
              <a:solidFill>
                <a:schemeClr val="bg1">
                  <a:lumMod val="95000"/>
                </a:schemeClr>
              </a:solidFill>
              <a:latin typeface="Cooper Black" panose="0208090404030B020404" pitchFamily="18" charset="0"/>
            </a:endParaRPr>
          </a:p>
          <a:p>
            <a:endParaRPr lang="en-US" sz="1600" dirty="0">
              <a:solidFill>
                <a:schemeClr val="bg1">
                  <a:lumMod val="95000"/>
                </a:schemeClr>
              </a:solidFill>
              <a:latin typeface="Cooper Black" panose="0208090404030B020404" pitchFamily="18" charset="0"/>
            </a:endParaRPr>
          </a:p>
          <a:p>
            <a:r>
              <a:rPr lang="en-US" sz="1600" dirty="0">
                <a:solidFill>
                  <a:srgbClr val="FFC000"/>
                </a:solidFill>
                <a:latin typeface="Cooper Black" panose="0208090404030B020404" pitchFamily="18" charset="0"/>
              </a:rPr>
              <a:t>Call us:- </a:t>
            </a:r>
            <a:r>
              <a:rPr lang="en-US" sz="1600" dirty="0">
                <a:solidFill>
                  <a:schemeClr val="bg1">
                    <a:lumMod val="95000"/>
                  </a:schemeClr>
                </a:solidFill>
                <a:latin typeface="Cooper Black" panose="0208090404030B020404" pitchFamily="18" charset="0"/>
              </a:rPr>
              <a:t>+91 8448454549</a:t>
            </a:r>
          </a:p>
        </p:txBody>
      </p:sp>
      <p:sp>
        <p:nvSpPr>
          <p:cNvPr id="20" name="TextBox 19">
            <a:extLst>
              <a:ext uri="{FF2B5EF4-FFF2-40B4-BE49-F238E27FC236}">
                <a16:creationId xmlns:a16="http://schemas.microsoft.com/office/drawing/2014/main" id="{262E56E6-257E-F1D4-E14E-5390C7360654}"/>
              </a:ext>
            </a:extLst>
          </p:cNvPr>
          <p:cNvSpPr txBox="1"/>
          <p:nvPr/>
        </p:nvSpPr>
        <p:spPr>
          <a:xfrm>
            <a:off x="117348" y="251460"/>
            <a:ext cx="5598725" cy="461665"/>
          </a:xfrm>
          <a:prstGeom prst="rect">
            <a:avLst/>
          </a:prstGeom>
          <a:noFill/>
        </p:spPr>
        <p:txBody>
          <a:bodyPr wrap="square">
            <a:spAutoFit/>
          </a:bodyPr>
          <a:lstStyle/>
          <a:p>
            <a:pPr algn="ctr"/>
            <a:r>
              <a:rPr lang="en-US" sz="2400" dirty="0">
                <a:solidFill>
                  <a:schemeClr val="tx2">
                    <a:lumMod val="40000"/>
                    <a:lumOff val="60000"/>
                  </a:schemeClr>
                </a:solidFill>
                <a:effectLst>
                  <a:outerShdw blurRad="38100" dist="38100" dir="2700000" algn="tl">
                    <a:srgbClr val="000000">
                      <a:alpha val="43137"/>
                    </a:srgbClr>
                  </a:outerShdw>
                </a:effectLst>
                <a:latin typeface="Cooper Black" panose="0208090404030B020404" pitchFamily="18" charset="0"/>
              </a:rPr>
              <a:t>Join us now for free </a:t>
            </a:r>
            <a:r>
              <a:rPr lang="en-US" sz="2400" dirty="0">
                <a:solidFill>
                  <a:srgbClr val="FFC000"/>
                </a:solidFill>
                <a:effectLst>
                  <a:outerShdw blurRad="38100" dist="38100" dir="2700000" algn="tl">
                    <a:srgbClr val="000000">
                      <a:alpha val="43137"/>
                    </a:srgbClr>
                  </a:outerShdw>
                </a:effectLst>
                <a:latin typeface="Cooper Black" panose="0208090404030B020404" pitchFamily="18" charset="0"/>
              </a:rPr>
              <a:t>LIVE DEMO</a:t>
            </a:r>
            <a:r>
              <a:rPr lang="en-US" sz="2400" dirty="0">
                <a:solidFill>
                  <a:schemeClr val="tx2">
                    <a:lumMod val="40000"/>
                    <a:lumOff val="60000"/>
                  </a:schemeClr>
                </a:solidFill>
                <a:effectLst>
                  <a:outerShdw blurRad="38100" dist="38100" dir="2700000" algn="tl">
                    <a:srgbClr val="000000">
                      <a:alpha val="43137"/>
                    </a:srgbClr>
                  </a:outerShdw>
                </a:effectLst>
                <a:latin typeface="Cooper Black" panose="0208090404030B020404" pitchFamily="18" charset="0"/>
              </a:rPr>
              <a:t>!!</a:t>
            </a:r>
            <a:r>
              <a:rPr lang="en-US" sz="2400" dirty="0">
                <a:solidFill>
                  <a:schemeClr val="tx2">
                    <a:lumMod val="60000"/>
                    <a:lumOff val="40000"/>
                  </a:schemeClr>
                </a:solidFill>
                <a:effectLst>
                  <a:outerShdw blurRad="38100" dist="38100" dir="2700000" algn="tl">
                    <a:srgbClr val="000000">
                      <a:alpha val="43137"/>
                    </a:srgbClr>
                  </a:outerShdw>
                </a:effectLst>
                <a:latin typeface="Cooper Black" panose="0208090404030B020404" pitchFamily="18" charset="0"/>
              </a:rPr>
              <a:t> </a:t>
            </a:r>
          </a:p>
        </p:txBody>
      </p:sp>
      <p:sp>
        <p:nvSpPr>
          <p:cNvPr id="21" name="TextBox 20">
            <a:extLst>
              <a:ext uri="{FF2B5EF4-FFF2-40B4-BE49-F238E27FC236}">
                <a16:creationId xmlns:a16="http://schemas.microsoft.com/office/drawing/2014/main" id="{7F82DDEA-61D4-6B8C-7589-4741EB29F548}"/>
              </a:ext>
            </a:extLst>
          </p:cNvPr>
          <p:cNvSpPr txBox="1"/>
          <p:nvPr/>
        </p:nvSpPr>
        <p:spPr>
          <a:xfrm>
            <a:off x="8760527" y="4892933"/>
            <a:ext cx="366456" cy="261610"/>
          </a:xfrm>
          <a:prstGeom prst="rect">
            <a:avLst/>
          </a:prstGeom>
          <a:noFill/>
        </p:spPr>
        <p:txBody>
          <a:bodyPr wrap="square" rtlCol="0">
            <a:spAutoFit/>
          </a:bodyPr>
          <a:lstStyle/>
          <a:p>
            <a:r>
              <a:rPr lang="en-IN" sz="1100" dirty="0">
                <a:solidFill>
                  <a:schemeClr val="tx2">
                    <a:lumMod val="40000"/>
                    <a:lumOff val="60000"/>
                  </a:schemeClr>
                </a:solidFill>
              </a:rPr>
              <a:t>12</a:t>
            </a:r>
          </a:p>
        </p:txBody>
      </p:sp>
    </p:spTree>
    <p:extLst>
      <p:ext uri="{BB962C8B-B14F-4D97-AF65-F5344CB8AC3E}">
        <p14:creationId xmlns:p14="http://schemas.microsoft.com/office/powerpoint/2010/main" val="3379899878"/>
      </p:ext>
    </p:extLst>
  </p:cSld>
  <p:clrMapOvr>
    <a:masterClrMapping/>
  </p:clrMapOvr>
</p:sld>
</file>

<file path=ppt/theme/theme1.xml><?xml version="1.0" encoding="utf-8"?>
<a:theme xmlns:a="http://schemas.openxmlformats.org/drawingml/2006/main" name="1_Office Theme">
  <a:themeElements>
    <a:clrScheme name="Creative Lessons">
      <a:dk1>
        <a:srgbClr val="000000"/>
      </a:dk1>
      <a:lt1>
        <a:srgbClr val="FFFFFF"/>
      </a:lt1>
      <a:dk2>
        <a:srgbClr val="331E65"/>
      </a:dk2>
      <a:lt2>
        <a:srgbClr val="F3F2FF"/>
      </a:lt2>
      <a:accent1>
        <a:srgbClr val="9D6FF2"/>
      </a:accent1>
      <a:accent2>
        <a:srgbClr val="1DA696"/>
      </a:accent2>
      <a:accent3>
        <a:srgbClr val="DF538B"/>
      </a:accent3>
      <a:accent4>
        <a:srgbClr val="F4BA44"/>
      </a:accent4>
      <a:accent5>
        <a:srgbClr val="CB4A32"/>
      </a:accent5>
      <a:accent6>
        <a:srgbClr val="EAF1F2"/>
      </a:accent6>
      <a:hlink>
        <a:srgbClr val="DF538A"/>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77346</TotalTime>
  <Words>12632</Words>
  <Application>Microsoft Office PowerPoint</Application>
  <PresentationFormat>On-screen Show (16:9)</PresentationFormat>
  <Paragraphs>1665</Paragraphs>
  <Slides>107</Slides>
  <Notes>9</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107</vt:i4>
      </vt:variant>
    </vt:vector>
  </HeadingPairs>
  <TitlesOfParts>
    <vt:vector size="121" baseType="lpstr">
      <vt:lpstr>72 Condensed</vt:lpstr>
      <vt:lpstr>72 Monospace</vt:lpstr>
      <vt:lpstr>Abadi</vt:lpstr>
      <vt:lpstr>Agency FB</vt:lpstr>
      <vt:lpstr>Amasis MT Pro</vt:lpstr>
      <vt:lpstr>Amasis MT Pro Medium</vt:lpstr>
      <vt:lpstr>Arial</vt:lpstr>
      <vt:lpstr>Arial Black</vt:lpstr>
      <vt:lpstr>Calibri</vt:lpstr>
      <vt:lpstr>Consolas</vt:lpstr>
      <vt:lpstr>Cooper Black</vt:lpstr>
      <vt:lpstr>Segoe UI</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 Soni</dc:creator>
  <cp:lastModifiedBy>Deepraj Debroy</cp:lastModifiedBy>
  <cp:revision>259</cp:revision>
  <dcterms:created xsi:type="dcterms:W3CDTF">2013-12-06T17:56:44Z</dcterms:created>
  <dcterms:modified xsi:type="dcterms:W3CDTF">2026-03-27T02:05:29Z</dcterms:modified>
</cp:coreProperties>
</file>